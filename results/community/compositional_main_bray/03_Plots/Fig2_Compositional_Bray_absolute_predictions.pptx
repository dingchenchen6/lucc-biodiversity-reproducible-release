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Compositional multi-metric predictions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46808" y="2396548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146808" y="310604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146808" y="293581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146808" y="276559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146808" y="259536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146808" y="242514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164969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68000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219503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71006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225101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247627" y="2501906"/>
              <a:ext cx="2016385" cy="378309"/>
            </a:xfrm>
            <a:custGeom>
              <a:avLst/>
              <a:pathLst>
                <a:path w="2016385" h="378309">
                  <a:moveTo>
                    <a:pt x="0" y="0"/>
                  </a:moveTo>
                  <a:lnTo>
                    <a:pt x="7785" y="443"/>
                  </a:lnTo>
                  <a:lnTo>
                    <a:pt x="15570" y="907"/>
                  </a:lnTo>
                  <a:lnTo>
                    <a:pt x="23355" y="1293"/>
                  </a:lnTo>
                  <a:lnTo>
                    <a:pt x="31141" y="1737"/>
                  </a:lnTo>
                  <a:lnTo>
                    <a:pt x="38926" y="2393"/>
                  </a:lnTo>
                  <a:lnTo>
                    <a:pt x="46711" y="3056"/>
                  </a:lnTo>
                  <a:lnTo>
                    <a:pt x="54496" y="3725"/>
                  </a:lnTo>
                  <a:lnTo>
                    <a:pt x="62282" y="4105"/>
                  </a:lnTo>
                  <a:lnTo>
                    <a:pt x="70067" y="4477"/>
                  </a:lnTo>
                  <a:lnTo>
                    <a:pt x="77852" y="4832"/>
                  </a:lnTo>
                  <a:lnTo>
                    <a:pt x="85637" y="5409"/>
                  </a:lnTo>
                  <a:lnTo>
                    <a:pt x="93423" y="6070"/>
                  </a:lnTo>
                  <a:lnTo>
                    <a:pt x="101208" y="6385"/>
                  </a:lnTo>
                  <a:lnTo>
                    <a:pt x="108993" y="6701"/>
                  </a:lnTo>
                  <a:lnTo>
                    <a:pt x="116779" y="7265"/>
                  </a:lnTo>
                  <a:lnTo>
                    <a:pt x="124564" y="7814"/>
                  </a:lnTo>
                  <a:lnTo>
                    <a:pt x="132349" y="8266"/>
                  </a:lnTo>
                  <a:lnTo>
                    <a:pt x="140134" y="8805"/>
                  </a:lnTo>
                  <a:lnTo>
                    <a:pt x="147920" y="9178"/>
                  </a:lnTo>
                  <a:lnTo>
                    <a:pt x="155705" y="9587"/>
                  </a:lnTo>
                  <a:lnTo>
                    <a:pt x="163490" y="10262"/>
                  </a:lnTo>
                  <a:lnTo>
                    <a:pt x="171275" y="10606"/>
                  </a:lnTo>
                  <a:lnTo>
                    <a:pt x="179061" y="10942"/>
                  </a:lnTo>
                  <a:lnTo>
                    <a:pt x="186846" y="11282"/>
                  </a:lnTo>
                  <a:lnTo>
                    <a:pt x="194631" y="11727"/>
                  </a:lnTo>
                  <a:lnTo>
                    <a:pt x="202417" y="12177"/>
                  </a:lnTo>
                  <a:lnTo>
                    <a:pt x="210202" y="12651"/>
                  </a:lnTo>
                  <a:lnTo>
                    <a:pt x="217987" y="13519"/>
                  </a:lnTo>
                  <a:lnTo>
                    <a:pt x="225772" y="13914"/>
                  </a:lnTo>
                  <a:lnTo>
                    <a:pt x="233558" y="14418"/>
                  </a:lnTo>
                  <a:lnTo>
                    <a:pt x="241343" y="14767"/>
                  </a:lnTo>
                  <a:lnTo>
                    <a:pt x="249128" y="15210"/>
                  </a:lnTo>
                  <a:lnTo>
                    <a:pt x="256913" y="15602"/>
                  </a:lnTo>
                  <a:lnTo>
                    <a:pt x="264699" y="16310"/>
                  </a:lnTo>
                  <a:lnTo>
                    <a:pt x="272484" y="16705"/>
                  </a:lnTo>
                  <a:lnTo>
                    <a:pt x="280269" y="17379"/>
                  </a:lnTo>
                  <a:lnTo>
                    <a:pt x="288055" y="17871"/>
                  </a:lnTo>
                  <a:lnTo>
                    <a:pt x="295840" y="18388"/>
                  </a:lnTo>
                  <a:lnTo>
                    <a:pt x="303625" y="18793"/>
                  </a:lnTo>
                  <a:lnTo>
                    <a:pt x="311410" y="19347"/>
                  </a:lnTo>
                  <a:lnTo>
                    <a:pt x="319196" y="19893"/>
                  </a:lnTo>
                  <a:lnTo>
                    <a:pt x="326981" y="20315"/>
                  </a:lnTo>
                  <a:lnTo>
                    <a:pt x="334766" y="20833"/>
                  </a:lnTo>
                  <a:lnTo>
                    <a:pt x="342551" y="21237"/>
                  </a:lnTo>
                  <a:lnTo>
                    <a:pt x="350337" y="21465"/>
                  </a:lnTo>
                  <a:lnTo>
                    <a:pt x="358122" y="21724"/>
                  </a:lnTo>
                  <a:lnTo>
                    <a:pt x="365907" y="21976"/>
                  </a:lnTo>
                  <a:lnTo>
                    <a:pt x="373692" y="22458"/>
                  </a:lnTo>
                  <a:lnTo>
                    <a:pt x="381478" y="22913"/>
                  </a:lnTo>
                  <a:lnTo>
                    <a:pt x="389263" y="23329"/>
                  </a:lnTo>
                  <a:lnTo>
                    <a:pt x="397048" y="23763"/>
                  </a:lnTo>
                  <a:lnTo>
                    <a:pt x="404834" y="24038"/>
                  </a:lnTo>
                  <a:lnTo>
                    <a:pt x="412619" y="24280"/>
                  </a:lnTo>
                  <a:lnTo>
                    <a:pt x="420404" y="24856"/>
                  </a:lnTo>
                  <a:lnTo>
                    <a:pt x="428189" y="25434"/>
                  </a:lnTo>
                  <a:lnTo>
                    <a:pt x="435975" y="25900"/>
                  </a:lnTo>
                  <a:lnTo>
                    <a:pt x="443760" y="26289"/>
                  </a:lnTo>
                  <a:lnTo>
                    <a:pt x="451545" y="26595"/>
                  </a:lnTo>
                  <a:lnTo>
                    <a:pt x="459330" y="27002"/>
                  </a:lnTo>
                  <a:lnTo>
                    <a:pt x="467116" y="27387"/>
                  </a:lnTo>
                  <a:lnTo>
                    <a:pt x="474901" y="27720"/>
                  </a:lnTo>
                  <a:lnTo>
                    <a:pt x="482686" y="28054"/>
                  </a:lnTo>
                  <a:lnTo>
                    <a:pt x="490472" y="28389"/>
                  </a:lnTo>
                  <a:lnTo>
                    <a:pt x="498257" y="28729"/>
                  </a:lnTo>
                  <a:lnTo>
                    <a:pt x="506042" y="29069"/>
                  </a:lnTo>
                  <a:lnTo>
                    <a:pt x="513827" y="29448"/>
                  </a:lnTo>
                  <a:lnTo>
                    <a:pt x="521613" y="29946"/>
                  </a:lnTo>
                  <a:lnTo>
                    <a:pt x="529398" y="30459"/>
                  </a:lnTo>
                  <a:lnTo>
                    <a:pt x="537183" y="30786"/>
                  </a:lnTo>
                  <a:lnTo>
                    <a:pt x="544968" y="31231"/>
                  </a:lnTo>
                  <a:lnTo>
                    <a:pt x="552754" y="31679"/>
                  </a:lnTo>
                  <a:lnTo>
                    <a:pt x="560539" y="32132"/>
                  </a:lnTo>
                  <a:lnTo>
                    <a:pt x="568324" y="32587"/>
                  </a:lnTo>
                  <a:lnTo>
                    <a:pt x="576110" y="32804"/>
                  </a:lnTo>
                  <a:lnTo>
                    <a:pt x="583895" y="33149"/>
                  </a:lnTo>
                  <a:lnTo>
                    <a:pt x="591680" y="33253"/>
                  </a:lnTo>
                  <a:lnTo>
                    <a:pt x="599465" y="33356"/>
                  </a:lnTo>
                  <a:lnTo>
                    <a:pt x="607251" y="33573"/>
                  </a:lnTo>
                  <a:lnTo>
                    <a:pt x="615036" y="34048"/>
                  </a:lnTo>
                  <a:lnTo>
                    <a:pt x="622821" y="34528"/>
                  </a:lnTo>
                  <a:lnTo>
                    <a:pt x="630606" y="34758"/>
                  </a:lnTo>
                  <a:lnTo>
                    <a:pt x="638392" y="34947"/>
                  </a:lnTo>
                  <a:lnTo>
                    <a:pt x="646177" y="35245"/>
                  </a:lnTo>
                  <a:lnTo>
                    <a:pt x="653962" y="35594"/>
                  </a:lnTo>
                  <a:lnTo>
                    <a:pt x="661747" y="35695"/>
                  </a:lnTo>
                  <a:lnTo>
                    <a:pt x="669533" y="35994"/>
                  </a:lnTo>
                  <a:lnTo>
                    <a:pt x="677318" y="36393"/>
                  </a:lnTo>
                  <a:lnTo>
                    <a:pt x="685103" y="36756"/>
                  </a:lnTo>
                  <a:lnTo>
                    <a:pt x="692889" y="36942"/>
                  </a:lnTo>
                  <a:lnTo>
                    <a:pt x="700674" y="37295"/>
                  </a:lnTo>
                  <a:lnTo>
                    <a:pt x="708459" y="37622"/>
                  </a:lnTo>
                  <a:lnTo>
                    <a:pt x="716244" y="38167"/>
                  </a:lnTo>
                  <a:lnTo>
                    <a:pt x="724030" y="38719"/>
                  </a:lnTo>
                  <a:lnTo>
                    <a:pt x="731815" y="39264"/>
                  </a:lnTo>
                  <a:lnTo>
                    <a:pt x="739600" y="39606"/>
                  </a:lnTo>
                  <a:lnTo>
                    <a:pt x="747385" y="39912"/>
                  </a:lnTo>
                  <a:lnTo>
                    <a:pt x="755171" y="40196"/>
                  </a:lnTo>
                  <a:lnTo>
                    <a:pt x="762956" y="40705"/>
                  </a:lnTo>
                  <a:lnTo>
                    <a:pt x="770741" y="40940"/>
                  </a:lnTo>
                  <a:lnTo>
                    <a:pt x="778527" y="41111"/>
                  </a:lnTo>
                  <a:lnTo>
                    <a:pt x="786312" y="41281"/>
                  </a:lnTo>
                  <a:lnTo>
                    <a:pt x="794097" y="41657"/>
                  </a:lnTo>
                  <a:lnTo>
                    <a:pt x="801882" y="42097"/>
                  </a:lnTo>
                  <a:lnTo>
                    <a:pt x="809668" y="42539"/>
                  </a:lnTo>
                  <a:lnTo>
                    <a:pt x="817453" y="42831"/>
                  </a:lnTo>
                  <a:lnTo>
                    <a:pt x="825238" y="43061"/>
                  </a:lnTo>
                  <a:lnTo>
                    <a:pt x="833023" y="43305"/>
                  </a:lnTo>
                  <a:lnTo>
                    <a:pt x="840809" y="43597"/>
                  </a:lnTo>
                  <a:lnTo>
                    <a:pt x="848594" y="43850"/>
                  </a:lnTo>
                  <a:lnTo>
                    <a:pt x="856379" y="44103"/>
                  </a:lnTo>
                  <a:lnTo>
                    <a:pt x="864165" y="44274"/>
                  </a:lnTo>
                  <a:lnTo>
                    <a:pt x="871950" y="44585"/>
                  </a:lnTo>
                  <a:lnTo>
                    <a:pt x="879735" y="44905"/>
                  </a:lnTo>
                  <a:lnTo>
                    <a:pt x="887520" y="45242"/>
                  </a:lnTo>
                  <a:lnTo>
                    <a:pt x="895306" y="45581"/>
                  </a:lnTo>
                  <a:lnTo>
                    <a:pt x="903091" y="45668"/>
                  </a:lnTo>
                  <a:lnTo>
                    <a:pt x="910876" y="45966"/>
                  </a:lnTo>
                  <a:lnTo>
                    <a:pt x="918661" y="46235"/>
                  </a:lnTo>
                  <a:lnTo>
                    <a:pt x="926447" y="46501"/>
                  </a:lnTo>
                  <a:lnTo>
                    <a:pt x="934232" y="46721"/>
                  </a:lnTo>
                  <a:lnTo>
                    <a:pt x="942017" y="46941"/>
                  </a:lnTo>
                  <a:lnTo>
                    <a:pt x="949802" y="47190"/>
                  </a:lnTo>
                  <a:lnTo>
                    <a:pt x="957588" y="47448"/>
                  </a:lnTo>
                  <a:lnTo>
                    <a:pt x="965373" y="47707"/>
                  </a:lnTo>
                  <a:lnTo>
                    <a:pt x="973158" y="47967"/>
                  </a:lnTo>
                  <a:lnTo>
                    <a:pt x="980944" y="48230"/>
                  </a:lnTo>
                  <a:lnTo>
                    <a:pt x="988729" y="48553"/>
                  </a:lnTo>
                  <a:lnTo>
                    <a:pt x="996514" y="48748"/>
                  </a:lnTo>
                  <a:lnTo>
                    <a:pt x="1004299" y="49010"/>
                  </a:lnTo>
                  <a:lnTo>
                    <a:pt x="1012085" y="49127"/>
                  </a:lnTo>
                  <a:lnTo>
                    <a:pt x="1019870" y="49259"/>
                  </a:lnTo>
                  <a:lnTo>
                    <a:pt x="1027655" y="49502"/>
                  </a:lnTo>
                  <a:lnTo>
                    <a:pt x="1035440" y="49590"/>
                  </a:lnTo>
                  <a:lnTo>
                    <a:pt x="1043226" y="49814"/>
                  </a:lnTo>
                  <a:lnTo>
                    <a:pt x="1051011" y="50250"/>
                  </a:lnTo>
                  <a:lnTo>
                    <a:pt x="1058796" y="50509"/>
                  </a:lnTo>
                  <a:lnTo>
                    <a:pt x="1066582" y="50485"/>
                  </a:lnTo>
                  <a:lnTo>
                    <a:pt x="1074367" y="50705"/>
                  </a:lnTo>
                  <a:lnTo>
                    <a:pt x="1082152" y="51064"/>
                  </a:lnTo>
                  <a:lnTo>
                    <a:pt x="1089937" y="51299"/>
                  </a:lnTo>
                  <a:lnTo>
                    <a:pt x="1097723" y="51359"/>
                  </a:lnTo>
                  <a:lnTo>
                    <a:pt x="1105508" y="51358"/>
                  </a:lnTo>
                  <a:lnTo>
                    <a:pt x="1113293" y="51486"/>
                  </a:lnTo>
                  <a:lnTo>
                    <a:pt x="1121078" y="51537"/>
                  </a:lnTo>
                  <a:lnTo>
                    <a:pt x="1128864" y="51662"/>
                  </a:lnTo>
                  <a:lnTo>
                    <a:pt x="1136649" y="52101"/>
                  </a:lnTo>
                  <a:lnTo>
                    <a:pt x="1144434" y="52158"/>
                  </a:lnTo>
                  <a:lnTo>
                    <a:pt x="1152220" y="52340"/>
                  </a:lnTo>
                  <a:lnTo>
                    <a:pt x="1160005" y="52561"/>
                  </a:lnTo>
                  <a:lnTo>
                    <a:pt x="1167790" y="52782"/>
                  </a:lnTo>
                  <a:lnTo>
                    <a:pt x="1175575" y="52561"/>
                  </a:lnTo>
                  <a:lnTo>
                    <a:pt x="1183361" y="52613"/>
                  </a:lnTo>
                  <a:lnTo>
                    <a:pt x="1191146" y="52938"/>
                  </a:lnTo>
                  <a:lnTo>
                    <a:pt x="1198931" y="53283"/>
                  </a:lnTo>
                  <a:lnTo>
                    <a:pt x="1206716" y="53648"/>
                  </a:lnTo>
                  <a:lnTo>
                    <a:pt x="1214502" y="53530"/>
                  </a:lnTo>
                  <a:lnTo>
                    <a:pt x="1222287" y="53366"/>
                  </a:lnTo>
                  <a:lnTo>
                    <a:pt x="1230072" y="53053"/>
                  </a:lnTo>
                  <a:lnTo>
                    <a:pt x="1237857" y="53105"/>
                  </a:lnTo>
                  <a:lnTo>
                    <a:pt x="1245643" y="52962"/>
                  </a:lnTo>
                  <a:lnTo>
                    <a:pt x="1253428" y="52882"/>
                  </a:lnTo>
                  <a:lnTo>
                    <a:pt x="1261213" y="52914"/>
                  </a:lnTo>
                  <a:lnTo>
                    <a:pt x="1268999" y="52695"/>
                  </a:lnTo>
                  <a:lnTo>
                    <a:pt x="1276784" y="52850"/>
                  </a:lnTo>
                  <a:lnTo>
                    <a:pt x="1284569" y="53013"/>
                  </a:lnTo>
                  <a:lnTo>
                    <a:pt x="1292354" y="53006"/>
                  </a:lnTo>
                  <a:lnTo>
                    <a:pt x="1300140" y="52779"/>
                  </a:lnTo>
                  <a:lnTo>
                    <a:pt x="1307925" y="52537"/>
                  </a:lnTo>
                  <a:lnTo>
                    <a:pt x="1315710" y="52295"/>
                  </a:lnTo>
                  <a:lnTo>
                    <a:pt x="1323495" y="52053"/>
                  </a:lnTo>
                  <a:lnTo>
                    <a:pt x="1331281" y="51812"/>
                  </a:lnTo>
                  <a:lnTo>
                    <a:pt x="1339066" y="51610"/>
                  </a:lnTo>
                  <a:lnTo>
                    <a:pt x="1346851" y="51975"/>
                  </a:lnTo>
                  <a:lnTo>
                    <a:pt x="1354637" y="52342"/>
                  </a:lnTo>
                  <a:lnTo>
                    <a:pt x="1362422" y="52710"/>
                  </a:lnTo>
                  <a:lnTo>
                    <a:pt x="1370207" y="53079"/>
                  </a:lnTo>
                  <a:lnTo>
                    <a:pt x="1377992" y="53449"/>
                  </a:lnTo>
                  <a:lnTo>
                    <a:pt x="1385778" y="53819"/>
                  </a:lnTo>
                  <a:lnTo>
                    <a:pt x="1393563" y="54132"/>
                  </a:lnTo>
                  <a:lnTo>
                    <a:pt x="1401348" y="53913"/>
                  </a:lnTo>
                  <a:lnTo>
                    <a:pt x="1409133" y="53695"/>
                  </a:lnTo>
                  <a:lnTo>
                    <a:pt x="1416919" y="53477"/>
                  </a:lnTo>
                  <a:lnTo>
                    <a:pt x="1424704" y="53260"/>
                  </a:lnTo>
                  <a:lnTo>
                    <a:pt x="1432489" y="53043"/>
                  </a:lnTo>
                  <a:lnTo>
                    <a:pt x="1440275" y="53155"/>
                  </a:lnTo>
                  <a:lnTo>
                    <a:pt x="1448060" y="53421"/>
                  </a:lnTo>
                  <a:lnTo>
                    <a:pt x="1455845" y="53699"/>
                  </a:lnTo>
                  <a:lnTo>
                    <a:pt x="1463630" y="53627"/>
                  </a:lnTo>
                  <a:lnTo>
                    <a:pt x="1471416" y="53763"/>
                  </a:lnTo>
                  <a:lnTo>
                    <a:pt x="1479201" y="54110"/>
                  </a:lnTo>
                  <a:lnTo>
                    <a:pt x="1486986" y="54362"/>
                  </a:lnTo>
                  <a:lnTo>
                    <a:pt x="1494771" y="54379"/>
                  </a:lnTo>
                  <a:lnTo>
                    <a:pt x="1502557" y="54396"/>
                  </a:lnTo>
                  <a:lnTo>
                    <a:pt x="1510342" y="54413"/>
                  </a:lnTo>
                  <a:lnTo>
                    <a:pt x="1518127" y="54430"/>
                  </a:lnTo>
                  <a:lnTo>
                    <a:pt x="1525912" y="54532"/>
                  </a:lnTo>
                  <a:lnTo>
                    <a:pt x="1533698" y="54650"/>
                  </a:lnTo>
                  <a:lnTo>
                    <a:pt x="1541483" y="54619"/>
                  </a:lnTo>
                  <a:lnTo>
                    <a:pt x="1549268" y="54533"/>
                  </a:lnTo>
                  <a:lnTo>
                    <a:pt x="1557054" y="54495"/>
                  </a:lnTo>
                  <a:lnTo>
                    <a:pt x="1564839" y="54505"/>
                  </a:lnTo>
                  <a:lnTo>
                    <a:pt x="1572624" y="54516"/>
                  </a:lnTo>
                  <a:lnTo>
                    <a:pt x="1580409" y="54526"/>
                  </a:lnTo>
                  <a:lnTo>
                    <a:pt x="1588195" y="54536"/>
                  </a:lnTo>
                  <a:lnTo>
                    <a:pt x="1595980" y="54546"/>
                  </a:lnTo>
                  <a:lnTo>
                    <a:pt x="1603765" y="54557"/>
                  </a:lnTo>
                  <a:lnTo>
                    <a:pt x="1611550" y="54555"/>
                  </a:lnTo>
                  <a:lnTo>
                    <a:pt x="1619336" y="54550"/>
                  </a:lnTo>
                  <a:lnTo>
                    <a:pt x="1627121" y="54470"/>
                  </a:lnTo>
                  <a:lnTo>
                    <a:pt x="1634906" y="54248"/>
                  </a:lnTo>
                  <a:lnTo>
                    <a:pt x="1642692" y="54221"/>
                  </a:lnTo>
                  <a:lnTo>
                    <a:pt x="1650477" y="54312"/>
                  </a:lnTo>
                  <a:lnTo>
                    <a:pt x="1658262" y="54403"/>
                  </a:lnTo>
                  <a:lnTo>
                    <a:pt x="1666047" y="54508"/>
                  </a:lnTo>
                  <a:lnTo>
                    <a:pt x="1673833" y="54582"/>
                  </a:lnTo>
                  <a:lnTo>
                    <a:pt x="1681618" y="54670"/>
                  </a:lnTo>
                  <a:lnTo>
                    <a:pt x="1689403" y="54708"/>
                  </a:lnTo>
                  <a:lnTo>
                    <a:pt x="1697188" y="54720"/>
                  </a:lnTo>
                  <a:lnTo>
                    <a:pt x="1704974" y="54733"/>
                  </a:lnTo>
                  <a:lnTo>
                    <a:pt x="1712759" y="54733"/>
                  </a:lnTo>
                  <a:lnTo>
                    <a:pt x="1720544" y="54720"/>
                  </a:lnTo>
                  <a:lnTo>
                    <a:pt x="1728330" y="54773"/>
                  </a:lnTo>
                  <a:lnTo>
                    <a:pt x="1736115" y="54782"/>
                  </a:lnTo>
                  <a:lnTo>
                    <a:pt x="1743900" y="54794"/>
                  </a:lnTo>
                  <a:lnTo>
                    <a:pt x="1751685" y="54806"/>
                  </a:lnTo>
                  <a:lnTo>
                    <a:pt x="1759471" y="54819"/>
                  </a:lnTo>
                  <a:lnTo>
                    <a:pt x="1767256" y="54831"/>
                  </a:lnTo>
                  <a:lnTo>
                    <a:pt x="1775041" y="54843"/>
                  </a:lnTo>
                  <a:lnTo>
                    <a:pt x="1782826" y="54855"/>
                  </a:lnTo>
                  <a:lnTo>
                    <a:pt x="1790612" y="54868"/>
                  </a:lnTo>
                  <a:lnTo>
                    <a:pt x="1798397" y="54880"/>
                  </a:lnTo>
                  <a:lnTo>
                    <a:pt x="1806182" y="54892"/>
                  </a:lnTo>
                  <a:lnTo>
                    <a:pt x="1813967" y="54904"/>
                  </a:lnTo>
                  <a:lnTo>
                    <a:pt x="1821753" y="54917"/>
                  </a:lnTo>
                  <a:lnTo>
                    <a:pt x="1829538" y="54929"/>
                  </a:lnTo>
                  <a:lnTo>
                    <a:pt x="1837323" y="54941"/>
                  </a:lnTo>
                  <a:lnTo>
                    <a:pt x="1845109" y="54955"/>
                  </a:lnTo>
                  <a:lnTo>
                    <a:pt x="1852894" y="54972"/>
                  </a:lnTo>
                  <a:lnTo>
                    <a:pt x="1860679" y="54989"/>
                  </a:lnTo>
                  <a:lnTo>
                    <a:pt x="1868464" y="55006"/>
                  </a:lnTo>
                  <a:lnTo>
                    <a:pt x="1876250" y="55125"/>
                  </a:lnTo>
                  <a:lnTo>
                    <a:pt x="1884035" y="55312"/>
                  </a:lnTo>
                  <a:lnTo>
                    <a:pt x="1891820" y="55499"/>
                  </a:lnTo>
                  <a:lnTo>
                    <a:pt x="1899605" y="55686"/>
                  </a:lnTo>
                  <a:lnTo>
                    <a:pt x="1907391" y="55873"/>
                  </a:lnTo>
                  <a:lnTo>
                    <a:pt x="1915176" y="56061"/>
                  </a:lnTo>
                  <a:lnTo>
                    <a:pt x="1922961" y="56248"/>
                  </a:lnTo>
                  <a:lnTo>
                    <a:pt x="1930747" y="56436"/>
                  </a:lnTo>
                  <a:lnTo>
                    <a:pt x="1938532" y="56327"/>
                  </a:lnTo>
                  <a:lnTo>
                    <a:pt x="1946317" y="56209"/>
                  </a:lnTo>
                  <a:lnTo>
                    <a:pt x="1954102" y="56092"/>
                  </a:lnTo>
                  <a:lnTo>
                    <a:pt x="1961888" y="55974"/>
                  </a:lnTo>
                  <a:lnTo>
                    <a:pt x="1969673" y="55857"/>
                  </a:lnTo>
                  <a:lnTo>
                    <a:pt x="1977458" y="55740"/>
                  </a:lnTo>
                  <a:lnTo>
                    <a:pt x="1985243" y="55623"/>
                  </a:lnTo>
                  <a:lnTo>
                    <a:pt x="1993029" y="55506"/>
                  </a:lnTo>
                  <a:lnTo>
                    <a:pt x="2000814" y="55389"/>
                  </a:lnTo>
                  <a:lnTo>
                    <a:pt x="2008599" y="55272"/>
                  </a:lnTo>
                  <a:lnTo>
                    <a:pt x="2016385" y="55249"/>
                  </a:lnTo>
                  <a:lnTo>
                    <a:pt x="2016385" y="378309"/>
                  </a:lnTo>
                  <a:lnTo>
                    <a:pt x="2008599" y="377208"/>
                  </a:lnTo>
                  <a:lnTo>
                    <a:pt x="2000814" y="376103"/>
                  </a:lnTo>
                  <a:lnTo>
                    <a:pt x="1993029" y="374995"/>
                  </a:lnTo>
                  <a:lnTo>
                    <a:pt x="1985243" y="373885"/>
                  </a:lnTo>
                  <a:lnTo>
                    <a:pt x="1977458" y="372772"/>
                  </a:lnTo>
                  <a:lnTo>
                    <a:pt x="1969673" y="371657"/>
                  </a:lnTo>
                  <a:lnTo>
                    <a:pt x="1961888" y="370243"/>
                  </a:lnTo>
                  <a:lnTo>
                    <a:pt x="1954102" y="368816"/>
                  </a:lnTo>
                  <a:lnTo>
                    <a:pt x="1946317" y="367385"/>
                  </a:lnTo>
                  <a:lnTo>
                    <a:pt x="1938532" y="365950"/>
                  </a:lnTo>
                  <a:lnTo>
                    <a:pt x="1930747" y="364663"/>
                  </a:lnTo>
                  <a:lnTo>
                    <a:pt x="1922961" y="363605"/>
                  </a:lnTo>
                  <a:lnTo>
                    <a:pt x="1915176" y="362543"/>
                  </a:lnTo>
                  <a:lnTo>
                    <a:pt x="1907391" y="361480"/>
                  </a:lnTo>
                  <a:lnTo>
                    <a:pt x="1899605" y="360410"/>
                  </a:lnTo>
                  <a:lnTo>
                    <a:pt x="1891820" y="359068"/>
                  </a:lnTo>
                  <a:lnTo>
                    <a:pt x="1884035" y="357516"/>
                  </a:lnTo>
                  <a:lnTo>
                    <a:pt x="1876250" y="356175"/>
                  </a:lnTo>
                  <a:lnTo>
                    <a:pt x="1868464" y="355006"/>
                  </a:lnTo>
                  <a:lnTo>
                    <a:pt x="1860679" y="353831"/>
                  </a:lnTo>
                  <a:lnTo>
                    <a:pt x="1852894" y="352394"/>
                  </a:lnTo>
                  <a:lnTo>
                    <a:pt x="1845109" y="350881"/>
                  </a:lnTo>
                  <a:lnTo>
                    <a:pt x="1837323" y="349361"/>
                  </a:lnTo>
                  <a:lnTo>
                    <a:pt x="1829538" y="347835"/>
                  </a:lnTo>
                  <a:lnTo>
                    <a:pt x="1821753" y="346305"/>
                  </a:lnTo>
                  <a:lnTo>
                    <a:pt x="1813967" y="344771"/>
                  </a:lnTo>
                  <a:lnTo>
                    <a:pt x="1806182" y="343528"/>
                  </a:lnTo>
                  <a:lnTo>
                    <a:pt x="1798397" y="342282"/>
                  </a:lnTo>
                  <a:lnTo>
                    <a:pt x="1790612" y="341035"/>
                  </a:lnTo>
                  <a:lnTo>
                    <a:pt x="1782826" y="339661"/>
                  </a:lnTo>
                  <a:lnTo>
                    <a:pt x="1775041" y="338154"/>
                  </a:lnTo>
                  <a:lnTo>
                    <a:pt x="1767256" y="336645"/>
                  </a:lnTo>
                  <a:lnTo>
                    <a:pt x="1759471" y="335132"/>
                  </a:lnTo>
                  <a:lnTo>
                    <a:pt x="1751685" y="333617"/>
                  </a:lnTo>
                  <a:lnTo>
                    <a:pt x="1743900" y="332091"/>
                  </a:lnTo>
                  <a:lnTo>
                    <a:pt x="1736115" y="330555"/>
                  </a:lnTo>
                  <a:lnTo>
                    <a:pt x="1728330" y="329016"/>
                  </a:lnTo>
                  <a:lnTo>
                    <a:pt x="1720544" y="327475"/>
                  </a:lnTo>
                  <a:lnTo>
                    <a:pt x="1712759" y="325873"/>
                  </a:lnTo>
                  <a:lnTo>
                    <a:pt x="1704974" y="324284"/>
                  </a:lnTo>
                  <a:lnTo>
                    <a:pt x="1697188" y="322857"/>
                  </a:lnTo>
                  <a:lnTo>
                    <a:pt x="1689403" y="321322"/>
                  </a:lnTo>
                  <a:lnTo>
                    <a:pt x="1681618" y="319784"/>
                  </a:lnTo>
                  <a:lnTo>
                    <a:pt x="1673833" y="318244"/>
                  </a:lnTo>
                  <a:lnTo>
                    <a:pt x="1666047" y="316701"/>
                  </a:lnTo>
                  <a:lnTo>
                    <a:pt x="1658262" y="315156"/>
                  </a:lnTo>
                  <a:lnTo>
                    <a:pt x="1650477" y="313609"/>
                  </a:lnTo>
                  <a:lnTo>
                    <a:pt x="1642692" y="312053"/>
                  </a:lnTo>
                  <a:lnTo>
                    <a:pt x="1634906" y="310495"/>
                  </a:lnTo>
                  <a:lnTo>
                    <a:pt x="1627121" y="308934"/>
                  </a:lnTo>
                  <a:lnTo>
                    <a:pt x="1619336" y="307371"/>
                  </a:lnTo>
                  <a:lnTo>
                    <a:pt x="1611550" y="305804"/>
                  </a:lnTo>
                  <a:lnTo>
                    <a:pt x="1603765" y="304235"/>
                  </a:lnTo>
                  <a:lnTo>
                    <a:pt x="1595980" y="302658"/>
                  </a:lnTo>
                  <a:lnTo>
                    <a:pt x="1588195" y="301478"/>
                  </a:lnTo>
                  <a:lnTo>
                    <a:pt x="1580409" y="300319"/>
                  </a:lnTo>
                  <a:lnTo>
                    <a:pt x="1572624" y="298772"/>
                  </a:lnTo>
                  <a:lnTo>
                    <a:pt x="1564839" y="297105"/>
                  </a:lnTo>
                  <a:lnTo>
                    <a:pt x="1557054" y="296015"/>
                  </a:lnTo>
                  <a:lnTo>
                    <a:pt x="1549268" y="294693"/>
                  </a:lnTo>
                  <a:lnTo>
                    <a:pt x="1541483" y="293297"/>
                  </a:lnTo>
                  <a:lnTo>
                    <a:pt x="1533698" y="291758"/>
                  </a:lnTo>
                  <a:lnTo>
                    <a:pt x="1525912" y="290250"/>
                  </a:lnTo>
                  <a:lnTo>
                    <a:pt x="1518127" y="288618"/>
                  </a:lnTo>
                  <a:lnTo>
                    <a:pt x="1510342" y="287066"/>
                  </a:lnTo>
                  <a:lnTo>
                    <a:pt x="1502557" y="286085"/>
                  </a:lnTo>
                  <a:lnTo>
                    <a:pt x="1494771" y="284527"/>
                  </a:lnTo>
                  <a:lnTo>
                    <a:pt x="1486986" y="282914"/>
                  </a:lnTo>
                  <a:lnTo>
                    <a:pt x="1479201" y="281299"/>
                  </a:lnTo>
                  <a:lnTo>
                    <a:pt x="1471416" y="279682"/>
                  </a:lnTo>
                  <a:lnTo>
                    <a:pt x="1463630" y="278101"/>
                  </a:lnTo>
                  <a:lnTo>
                    <a:pt x="1455845" y="276848"/>
                  </a:lnTo>
                  <a:lnTo>
                    <a:pt x="1448060" y="275593"/>
                  </a:lnTo>
                  <a:lnTo>
                    <a:pt x="1440275" y="274226"/>
                  </a:lnTo>
                  <a:lnTo>
                    <a:pt x="1432489" y="272804"/>
                  </a:lnTo>
                  <a:lnTo>
                    <a:pt x="1424704" y="271260"/>
                  </a:lnTo>
                  <a:lnTo>
                    <a:pt x="1416919" y="269743"/>
                  </a:lnTo>
                  <a:lnTo>
                    <a:pt x="1409133" y="268876"/>
                  </a:lnTo>
                  <a:lnTo>
                    <a:pt x="1401348" y="268009"/>
                  </a:lnTo>
                  <a:lnTo>
                    <a:pt x="1393563" y="266864"/>
                  </a:lnTo>
                  <a:lnTo>
                    <a:pt x="1385778" y="265615"/>
                  </a:lnTo>
                  <a:lnTo>
                    <a:pt x="1377992" y="264005"/>
                  </a:lnTo>
                  <a:lnTo>
                    <a:pt x="1370207" y="262181"/>
                  </a:lnTo>
                  <a:lnTo>
                    <a:pt x="1362422" y="260357"/>
                  </a:lnTo>
                  <a:lnTo>
                    <a:pt x="1354637" y="258518"/>
                  </a:lnTo>
                  <a:lnTo>
                    <a:pt x="1346851" y="257081"/>
                  </a:lnTo>
                  <a:lnTo>
                    <a:pt x="1339066" y="255796"/>
                  </a:lnTo>
                  <a:lnTo>
                    <a:pt x="1331281" y="254700"/>
                  </a:lnTo>
                  <a:lnTo>
                    <a:pt x="1323495" y="253522"/>
                  </a:lnTo>
                  <a:lnTo>
                    <a:pt x="1315710" y="252345"/>
                  </a:lnTo>
                  <a:lnTo>
                    <a:pt x="1307925" y="251166"/>
                  </a:lnTo>
                  <a:lnTo>
                    <a:pt x="1300140" y="249775"/>
                  </a:lnTo>
                  <a:lnTo>
                    <a:pt x="1292354" y="248396"/>
                  </a:lnTo>
                  <a:lnTo>
                    <a:pt x="1284569" y="246662"/>
                  </a:lnTo>
                  <a:lnTo>
                    <a:pt x="1276784" y="244732"/>
                  </a:lnTo>
                  <a:lnTo>
                    <a:pt x="1268999" y="243442"/>
                  </a:lnTo>
                  <a:lnTo>
                    <a:pt x="1261213" y="242187"/>
                  </a:lnTo>
                  <a:lnTo>
                    <a:pt x="1253428" y="240918"/>
                  </a:lnTo>
                  <a:lnTo>
                    <a:pt x="1245643" y="239650"/>
                  </a:lnTo>
                  <a:lnTo>
                    <a:pt x="1237857" y="238383"/>
                  </a:lnTo>
                  <a:lnTo>
                    <a:pt x="1230072" y="236733"/>
                  </a:lnTo>
                  <a:lnTo>
                    <a:pt x="1222287" y="235006"/>
                  </a:lnTo>
                  <a:lnTo>
                    <a:pt x="1214502" y="233281"/>
                  </a:lnTo>
                  <a:lnTo>
                    <a:pt x="1206716" y="231763"/>
                  </a:lnTo>
                  <a:lnTo>
                    <a:pt x="1198931" y="230814"/>
                  </a:lnTo>
                  <a:lnTo>
                    <a:pt x="1191146" y="230181"/>
                  </a:lnTo>
                  <a:lnTo>
                    <a:pt x="1183361" y="228575"/>
                  </a:lnTo>
                  <a:lnTo>
                    <a:pt x="1175575" y="227127"/>
                  </a:lnTo>
                  <a:lnTo>
                    <a:pt x="1167790" y="226488"/>
                  </a:lnTo>
                  <a:lnTo>
                    <a:pt x="1160005" y="225855"/>
                  </a:lnTo>
                  <a:lnTo>
                    <a:pt x="1152220" y="224634"/>
                  </a:lnTo>
                  <a:lnTo>
                    <a:pt x="1144434" y="223385"/>
                  </a:lnTo>
                  <a:lnTo>
                    <a:pt x="1136649" y="222119"/>
                  </a:lnTo>
                  <a:lnTo>
                    <a:pt x="1128864" y="220700"/>
                  </a:lnTo>
                  <a:lnTo>
                    <a:pt x="1121078" y="219283"/>
                  </a:lnTo>
                  <a:lnTo>
                    <a:pt x="1113293" y="218006"/>
                  </a:lnTo>
                  <a:lnTo>
                    <a:pt x="1105508" y="216941"/>
                  </a:lnTo>
                  <a:lnTo>
                    <a:pt x="1097723" y="215877"/>
                  </a:lnTo>
                  <a:lnTo>
                    <a:pt x="1089937" y="214703"/>
                  </a:lnTo>
                  <a:lnTo>
                    <a:pt x="1082152" y="213472"/>
                  </a:lnTo>
                  <a:lnTo>
                    <a:pt x="1074367" y="212162"/>
                  </a:lnTo>
                  <a:lnTo>
                    <a:pt x="1066582" y="210999"/>
                  </a:lnTo>
                  <a:lnTo>
                    <a:pt x="1058796" y="209836"/>
                  </a:lnTo>
                  <a:lnTo>
                    <a:pt x="1051011" y="208636"/>
                  </a:lnTo>
                  <a:lnTo>
                    <a:pt x="1043226" y="207317"/>
                  </a:lnTo>
                  <a:lnTo>
                    <a:pt x="1035440" y="206093"/>
                  </a:lnTo>
                  <a:lnTo>
                    <a:pt x="1027655" y="205242"/>
                  </a:lnTo>
                  <a:lnTo>
                    <a:pt x="1019870" y="204095"/>
                  </a:lnTo>
                  <a:lnTo>
                    <a:pt x="1012085" y="202802"/>
                  </a:lnTo>
                  <a:lnTo>
                    <a:pt x="1004299" y="201508"/>
                  </a:lnTo>
                  <a:lnTo>
                    <a:pt x="996514" y="200659"/>
                  </a:lnTo>
                  <a:lnTo>
                    <a:pt x="988729" y="199595"/>
                  </a:lnTo>
                  <a:lnTo>
                    <a:pt x="980944" y="198323"/>
                  </a:lnTo>
                  <a:lnTo>
                    <a:pt x="973158" y="197265"/>
                  </a:lnTo>
                  <a:lnTo>
                    <a:pt x="965373" y="196209"/>
                  </a:lnTo>
                  <a:lnTo>
                    <a:pt x="957588" y="195184"/>
                  </a:lnTo>
                  <a:lnTo>
                    <a:pt x="949802" y="194114"/>
                  </a:lnTo>
                  <a:lnTo>
                    <a:pt x="942017" y="193073"/>
                  </a:lnTo>
                  <a:lnTo>
                    <a:pt x="934232" y="192033"/>
                  </a:lnTo>
                  <a:lnTo>
                    <a:pt x="926447" y="191084"/>
                  </a:lnTo>
                  <a:lnTo>
                    <a:pt x="918661" y="190226"/>
                  </a:lnTo>
                  <a:lnTo>
                    <a:pt x="910876" y="189360"/>
                  </a:lnTo>
                  <a:lnTo>
                    <a:pt x="903091" y="188564"/>
                  </a:lnTo>
                  <a:lnTo>
                    <a:pt x="895306" y="187641"/>
                  </a:lnTo>
                  <a:lnTo>
                    <a:pt x="887520" y="186784"/>
                  </a:lnTo>
                  <a:lnTo>
                    <a:pt x="879735" y="185904"/>
                  </a:lnTo>
                  <a:lnTo>
                    <a:pt x="871950" y="184256"/>
                  </a:lnTo>
                  <a:lnTo>
                    <a:pt x="864165" y="183544"/>
                  </a:lnTo>
                  <a:lnTo>
                    <a:pt x="856379" y="182373"/>
                  </a:lnTo>
                  <a:lnTo>
                    <a:pt x="848594" y="181196"/>
                  </a:lnTo>
                  <a:lnTo>
                    <a:pt x="840809" y="180156"/>
                  </a:lnTo>
                  <a:lnTo>
                    <a:pt x="833023" y="179214"/>
                  </a:lnTo>
                  <a:lnTo>
                    <a:pt x="825238" y="178124"/>
                  </a:lnTo>
                  <a:lnTo>
                    <a:pt x="817453" y="177339"/>
                  </a:lnTo>
                  <a:lnTo>
                    <a:pt x="809668" y="175731"/>
                  </a:lnTo>
                  <a:lnTo>
                    <a:pt x="801882" y="174909"/>
                  </a:lnTo>
                  <a:lnTo>
                    <a:pt x="794097" y="173964"/>
                  </a:lnTo>
                  <a:lnTo>
                    <a:pt x="786312" y="173448"/>
                  </a:lnTo>
                  <a:lnTo>
                    <a:pt x="778527" y="172685"/>
                  </a:lnTo>
                  <a:lnTo>
                    <a:pt x="770741" y="171304"/>
                  </a:lnTo>
                  <a:lnTo>
                    <a:pt x="762956" y="169876"/>
                  </a:lnTo>
                  <a:lnTo>
                    <a:pt x="755171" y="168892"/>
                  </a:lnTo>
                  <a:lnTo>
                    <a:pt x="747385" y="167821"/>
                  </a:lnTo>
                  <a:lnTo>
                    <a:pt x="739600" y="166454"/>
                  </a:lnTo>
                  <a:lnTo>
                    <a:pt x="731815" y="165288"/>
                  </a:lnTo>
                  <a:lnTo>
                    <a:pt x="724030" y="164286"/>
                  </a:lnTo>
                  <a:lnTo>
                    <a:pt x="716244" y="163282"/>
                  </a:lnTo>
                  <a:lnTo>
                    <a:pt x="708459" y="162279"/>
                  </a:lnTo>
                  <a:lnTo>
                    <a:pt x="700674" y="161277"/>
                  </a:lnTo>
                  <a:lnTo>
                    <a:pt x="692889" y="160277"/>
                  </a:lnTo>
                  <a:lnTo>
                    <a:pt x="685103" y="159626"/>
                  </a:lnTo>
                  <a:lnTo>
                    <a:pt x="677318" y="158668"/>
                  </a:lnTo>
                  <a:lnTo>
                    <a:pt x="669533" y="157488"/>
                  </a:lnTo>
                  <a:lnTo>
                    <a:pt x="661747" y="156814"/>
                  </a:lnTo>
                  <a:lnTo>
                    <a:pt x="653962" y="155765"/>
                  </a:lnTo>
                  <a:lnTo>
                    <a:pt x="646177" y="154704"/>
                  </a:lnTo>
                  <a:lnTo>
                    <a:pt x="638392" y="153708"/>
                  </a:lnTo>
                  <a:lnTo>
                    <a:pt x="630606" y="152897"/>
                  </a:lnTo>
                  <a:lnTo>
                    <a:pt x="622821" y="151856"/>
                  </a:lnTo>
                  <a:lnTo>
                    <a:pt x="615036" y="151048"/>
                  </a:lnTo>
                  <a:lnTo>
                    <a:pt x="607251" y="150242"/>
                  </a:lnTo>
                  <a:lnTo>
                    <a:pt x="599465" y="149252"/>
                  </a:lnTo>
                  <a:lnTo>
                    <a:pt x="591680" y="148094"/>
                  </a:lnTo>
                  <a:lnTo>
                    <a:pt x="583895" y="147538"/>
                  </a:lnTo>
                  <a:lnTo>
                    <a:pt x="576110" y="147016"/>
                  </a:lnTo>
                  <a:lnTo>
                    <a:pt x="568324" y="145974"/>
                  </a:lnTo>
                  <a:lnTo>
                    <a:pt x="560539" y="145134"/>
                  </a:lnTo>
                  <a:lnTo>
                    <a:pt x="552754" y="143963"/>
                  </a:lnTo>
                  <a:lnTo>
                    <a:pt x="544968" y="143041"/>
                  </a:lnTo>
                  <a:lnTo>
                    <a:pt x="537183" y="142899"/>
                  </a:lnTo>
                  <a:lnTo>
                    <a:pt x="529398" y="141986"/>
                  </a:lnTo>
                  <a:lnTo>
                    <a:pt x="521613" y="141276"/>
                  </a:lnTo>
                  <a:lnTo>
                    <a:pt x="513827" y="140476"/>
                  </a:lnTo>
                  <a:lnTo>
                    <a:pt x="506042" y="139984"/>
                  </a:lnTo>
                  <a:lnTo>
                    <a:pt x="498257" y="139348"/>
                  </a:lnTo>
                  <a:lnTo>
                    <a:pt x="490472" y="138927"/>
                  </a:lnTo>
                  <a:lnTo>
                    <a:pt x="482686" y="138186"/>
                  </a:lnTo>
                  <a:lnTo>
                    <a:pt x="474901" y="137743"/>
                  </a:lnTo>
                  <a:lnTo>
                    <a:pt x="467116" y="137062"/>
                  </a:lnTo>
                  <a:lnTo>
                    <a:pt x="459330" y="136567"/>
                  </a:lnTo>
                  <a:lnTo>
                    <a:pt x="451545" y="135671"/>
                  </a:lnTo>
                  <a:lnTo>
                    <a:pt x="443760" y="134819"/>
                  </a:lnTo>
                  <a:lnTo>
                    <a:pt x="435975" y="133969"/>
                  </a:lnTo>
                  <a:lnTo>
                    <a:pt x="428189" y="133452"/>
                  </a:lnTo>
                  <a:lnTo>
                    <a:pt x="420404" y="133180"/>
                  </a:lnTo>
                  <a:lnTo>
                    <a:pt x="412619" y="133117"/>
                  </a:lnTo>
                  <a:lnTo>
                    <a:pt x="404834" y="132248"/>
                  </a:lnTo>
                  <a:lnTo>
                    <a:pt x="397048" y="131834"/>
                  </a:lnTo>
                  <a:lnTo>
                    <a:pt x="389263" y="131251"/>
                  </a:lnTo>
                  <a:lnTo>
                    <a:pt x="381478" y="130580"/>
                  </a:lnTo>
                  <a:lnTo>
                    <a:pt x="373692" y="129944"/>
                  </a:lnTo>
                  <a:lnTo>
                    <a:pt x="365907" y="129303"/>
                  </a:lnTo>
                  <a:lnTo>
                    <a:pt x="358122" y="128263"/>
                  </a:lnTo>
                  <a:lnTo>
                    <a:pt x="350337" y="127488"/>
                  </a:lnTo>
                  <a:lnTo>
                    <a:pt x="342551" y="127334"/>
                  </a:lnTo>
                  <a:lnTo>
                    <a:pt x="334766" y="126539"/>
                  </a:lnTo>
                  <a:lnTo>
                    <a:pt x="326981" y="125763"/>
                  </a:lnTo>
                  <a:lnTo>
                    <a:pt x="319196" y="124884"/>
                  </a:lnTo>
                  <a:lnTo>
                    <a:pt x="311410" y="124103"/>
                  </a:lnTo>
                  <a:lnTo>
                    <a:pt x="303625" y="123854"/>
                  </a:lnTo>
                  <a:lnTo>
                    <a:pt x="295840" y="123743"/>
                  </a:lnTo>
                  <a:lnTo>
                    <a:pt x="288055" y="123190"/>
                  </a:lnTo>
                  <a:lnTo>
                    <a:pt x="280269" y="122998"/>
                  </a:lnTo>
                  <a:lnTo>
                    <a:pt x="272484" y="122561"/>
                  </a:lnTo>
                  <a:lnTo>
                    <a:pt x="264699" y="122217"/>
                  </a:lnTo>
                  <a:lnTo>
                    <a:pt x="256913" y="121752"/>
                  </a:lnTo>
                  <a:lnTo>
                    <a:pt x="249128" y="121292"/>
                  </a:lnTo>
                  <a:lnTo>
                    <a:pt x="241343" y="120838"/>
                  </a:lnTo>
                  <a:lnTo>
                    <a:pt x="233558" y="120140"/>
                  </a:lnTo>
                  <a:lnTo>
                    <a:pt x="225772" y="119924"/>
                  </a:lnTo>
                  <a:lnTo>
                    <a:pt x="217987" y="119479"/>
                  </a:lnTo>
                  <a:lnTo>
                    <a:pt x="210202" y="119072"/>
                  </a:lnTo>
                  <a:lnTo>
                    <a:pt x="202417" y="118562"/>
                  </a:lnTo>
                  <a:lnTo>
                    <a:pt x="194631" y="118112"/>
                  </a:lnTo>
                  <a:lnTo>
                    <a:pt x="186846" y="117662"/>
                  </a:lnTo>
                  <a:lnTo>
                    <a:pt x="179061" y="117213"/>
                  </a:lnTo>
                  <a:lnTo>
                    <a:pt x="171275" y="116764"/>
                  </a:lnTo>
                  <a:lnTo>
                    <a:pt x="163490" y="116470"/>
                  </a:lnTo>
                  <a:lnTo>
                    <a:pt x="155705" y="115898"/>
                  </a:lnTo>
                  <a:lnTo>
                    <a:pt x="147920" y="115537"/>
                  </a:lnTo>
                  <a:lnTo>
                    <a:pt x="140134" y="115177"/>
                  </a:lnTo>
                  <a:lnTo>
                    <a:pt x="132349" y="114817"/>
                  </a:lnTo>
                  <a:lnTo>
                    <a:pt x="124564" y="114457"/>
                  </a:lnTo>
                  <a:lnTo>
                    <a:pt x="116779" y="114098"/>
                  </a:lnTo>
                  <a:lnTo>
                    <a:pt x="108993" y="114284"/>
                  </a:lnTo>
                  <a:lnTo>
                    <a:pt x="101208" y="114530"/>
                  </a:lnTo>
                  <a:lnTo>
                    <a:pt x="93423" y="114209"/>
                  </a:lnTo>
                  <a:lnTo>
                    <a:pt x="85637" y="113883"/>
                  </a:lnTo>
                  <a:lnTo>
                    <a:pt x="77852" y="113530"/>
                  </a:lnTo>
                  <a:lnTo>
                    <a:pt x="70067" y="113239"/>
                  </a:lnTo>
                  <a:lnTo>
                    <a:pt x="62282" y="112913"/>
                  </a:lnTo>
                  <a:lnTo>
                    <a:pt x="54496" y="112468"/>
                  </a:lnTo>
                  <a:lnTo>
                    <a:pt x="46711" y="112025"/>
                  </a:lnTo>
                  <a:lnTo>
                    <a:pt x="38926" y="111581"/>
                  </a:lnTo>
                  <a:lnTo>
                    <a:pt x="31141" y="111133"/>
                  </a:lnTo>
                  <a:lnTo>
                    <a:pt x="23355" y="110771"/>
                  </a:lnTo>
                  <a:lnTo>
                    <a:pt x="15570" y="110244"/>
                  </a:lnTo>
                  <a:lnTo>
                    <a:pt x="7785" y="109855"/>
                  </a:lnTo>
                  <a:lnTo>
                    <a:pt x="0" y="109543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247627" y="2501906"/>
              <a:ext cx="2016385" cy="56436"/>
            </a:xfrm>
            <a:custGeom>
              <a:avLst/>
              <a:pathLst>
                <a:path w="2016385" h="56436">
                  <a:moveTo>
                    <a:pt x="0" y="0"/>
                  </a:moveTo>
                  <a:lnTo>
                    <a:pt x="7785" y="443"/>
                  </a:lnTo>
                  <a:lnTo>
                    <a:pt x="15570" y="907"/>
                  </a:lnTo>
                  <a:lnTo>
                    <a:pt x="23355" y="1293"/>
                  </a:lnTo>
                  <a:lnTo>
                    <a:pt x="31141" y="1737"/>
                  </a:lnTo>
                  <a:lnTo>
                    <a:pt x="38926" y="2393"/>
                  </a:lnTo>
                  <a:lnTo>
                    <a:pt x="46711" y="3056"/>
                  </a:lnTo>
                  <a:lnTo>
                    <a:pt x="54496" y="3725"/>
                  </a:lnTo>
                  <a:lnTo>
                    <a:pt x="62282" y="4105"/>
                  </a:lnTo>
                  <a:lnTo>
                    <a:pt x="70067" y="4477"/>
                  </a:lnTo>
                  <a:lnTo>
                    <a:pt x="77852" y="4832"/>
                  </a:lnTo>
                  <a:lnTo>
                    <a:pt x="85637" y="5409"/>
                  </a:lnTo>
                  <a:lnTo>
                    <a:pt x="93423" y="6070"/>
                  </a:lnTo>
                  <a:lnTo>
                    <a:pt x="101208" y="6385"/>
                  </a:lnTo>
                  <a:lnTo>
                    <a:pt x="108993" y="6701"/>
                  </a:lnTo>
                  <a:lnTo>
                    <a:pt x="116779" y="7265"/>
                  </a:lnTo>
                  <a:lnTo>
                    <a:pt x="124564" y="7814"/>
                  </a:lnTo>
                  <a:lnTo>
                    <a:pt x="132349" y="8266"/>
                  </a:lnTo>
                  <a:lnTo>
                    <a:pt x="140134" y="8805"/>
                  </a:lnTo>
                  <a:lnTo>
                    <a:pt x="147920" y="9178"/>
                  </a:lnTo>
                  <a:lnTo>
                    <a:pt x="155705" y="9587"/>
                  </a:lnTo>
                  <a:lnTo>
                    <a:pt x="163490" y="10262"/>
                  </a:lnTo>
                  <a:lnTo>
                    <a:pt x="171275" y="10606"/>
                  </a:lnTo>
                  <a:lnTo>
                    <a:pt x="179061" y="10942"/>
                  </a:lnTo>
                  <a:lnTo>
                    <a:pt x="186846" y="11282"/>
                  </a:lnTo>
                  <a:lnTo>
                    <a:pt x="194631" y="11727"/>
                  </a:lnTo>
                  <a:lnTo>
                    <a:pt x="202417" y="12177"/>
                  </a:lnTo>
                  <a:lnTo>
                    <a:pt x="210202" y="12651"/>
                  </a:lnTo>
                  <a:lnTo>
                    <a:pt x="217987" y="13519"/>
                  </a:lnTo>
                  <a:lnTo>
                    <a:pt x="225772" y="13914"/>
                  </a:lnTo>
                  <a:lnTo>
                    <a:pt x="233558" y="14418"/>
                  </a:lnTo>
                  <a:lnTo>
                    <a:pt x="241343" y="14767"/>
                  </a:lnTo>
                  <a:lnTo>
                    <a:pt x="249128" y="15210"/>
                  </a:lnTo>
                  <a:lnTo>
                    <a:pt x="256913" y="15602"/>
                  </a:lnTo>
                  <a:lnTo>
                    <a:pt x="264699" y="16310"/>
                  </a:lnTo>
                  <a:lnTo>
                    <a:pt x="272484" y="16705"/>
                  </a:lnTo>
                  <a:lnTo>
                    <a:pt x="280269" y="17379"/>
                  </a:lnTo>
                  <a:lnTo>
                    <a:pt x="288055" y="17871"/>
                  </a:lnTo>
                  <a:lnTo>
                    <a:pt x="295840" y="18388"/>
                  </a:lnTo>
                  <a:lnTo>
                    <a:pt x="303625" y="18793"/>
                  </a:lnTo>
                  <a:lnTo>
                    <a:pt x="311410" y="19347"/>
                  </a:lnTo>
                  <a:lnTo>
                    <a:pt x="319196" y="19893"/>
                  </a:lnTo>
                  <a:lnTo>
                    <a:pt x="326981" y="20315"/>
                  </a:lnTo>
                  <a:lnTo>
                    <a:pt x="334766" y="20833"/>
                  </a:lnTo>
                  <a:lnTo>
                    <a:pt x="342551" y="21237"/>
                  </a:lnTo>
                  <a:lnTo>
                    <a:pt x="350337" y="21465"/>
                  </a:lnTo>
                  <a:lnTo>
                    <a:pt x="358122" y="21724"/>
                  </a:lnTo>
                  <a:lnTo>
                    <a:pt x="365907" y="21976"/>
                  </a:lnTo>
                  <a:lnTo>
                    <a:pt x="373692" y="22458"/>
                  </a:lnTo>
                  <a:lnTo>
                    <a:pt x="381478" y="22913"/>
                  </a:lnTo>
                  <a:lnTo>
                    <a:pt x="389263" y="23329"/>
                  </a:lnTo>
                  <a:lnTo>
                    <a:pt x="397048" y="23763"/>
                  </a:lnTo>
                  <a:lnTo>
                    <a:pt x="404834" y="24038"/>
                  </a:lnTo>
                  <a:lnTo>
                    <a:pt x="412619" y="24280"/>
                  </a:lnTo>
                  <a:lnTo>
                    <a:pt x="420404" y="24856"/>
                  </a:lnTo>
                  <a:lnTo>
                    <a:pt x="428189" y="25434"/>
                  </a:lnTo>
                  <a:lnTo>
                    <a:pt x="435975" y="25900"/>
                  </a:lnTo>
                  <a:lnTo>
                    <a:pt x="443760" y="26289"/>
                  </a:lnTo>
                  <a:lnTo>
                    <a:pt x="451545" y="26595"/>
                  </a:lnTo>
                  <a:lnTo>
                    <a:pt x="459330" y="27002"/>
                  </a:lnTo>
                  <a:lnTo>
                    <a:pt x="467116" y="27387"/>
                  </a:lnTo>
                  <a:lnTo>
                    <a:pt x="474901" y="27720"/>
                  </a:lnTo>
                  <a:lnTo>
                    <a:pt x="482686" y="28054"/>
                  </a:lnTo>
                  <a:lnTo>
                    <a:pt x="490472" y="28389"/>
                  </a:lnTo>
                  <a:lnTo>
                    <a:pt x="498257" y="28729"/>
                  </a:lnTo>
                  <a:lnTo>
                    <a:pt x="506042" y="29069"/>
                  </a:lnTo>
                  <a:lnTo>
                    <a:pt x="513827" y="29448"/>
                  </a:lnTo>
                  <a:lnTo>
                    <a:pt x="521613" y="29946"/>
                  </a:lnTo>
                  <a:lnTo>
                    <a:pt x="529398" y="30459"/>
                  </a:lnTo>
                  <a:lnTo>
                    <a:pt x="537183" y="30786"/>
                  </a:lnTo>
                  <a:lnTo>
                    <a:pt x="544968" y="31231"/>
                  </a:lnTo>
                  <a:lnTo>
                    <a:pt x="552754" y="31679"/>
                  </a:lnTo>
                  <a:lnTo>
                    <a:pt x="560539" y="32132"/>
                  </a:lnTo>
                  <a:lnTo>
                    <a:pt x="568324" y="32587"/>
                  </a:lnTo>
                  <a:lnTo>
                    <a:pt x="576110" y="32804"/>
                  </a:lnTo>
                  <a:lnTo>
                    <a:pt x="583895" y="33149"/>
                  </a:lnTo>
                  <a:lnTo>
                    <a:pt x="591680" y="33253"/>
                  </a:lnTo>
                  <a:lnTo>
                    <a:pt x="599465" y="33356"/>
                  </a:lnTo>
                  <a:lnTo>
                    <a:pt x="607251" y="33573"/>
                  </a:lnTo>
                  <a:lnTo>
                    <a:pt x="615036" y="34048"/>
                  </a:lnTo>
                  <a:lnTo>
                    <a:pt x="622821" y="34528"/>
                  </a:lnTo>
                  <a:lnTo>
                    <a:pt x="630606" y="34758"/>
                  </a:lnTo>
                  <a:lnTo>
                    <a:pt x="638392" y="34947"/>
                  </a:lnTo>
                  <a:lnTo>
                    <a:pt x="646177" y="35245"/>
                  </a:lnTo>
                  <a:lnTo>
                    <a:pt x="653962" y="35594"/>
                  </a:lnTo>
                  <a:lnTo>
                    <a:pt x="661747" y="35695"/>
                  </a:lnTo>
                  <a:lnTo>
                    <a:pt x="669533" y="35994"/>
                  </a:lnTo>
                  <a:lnTo>
                    <a:pt x="677318" y="36393"/>
                  </a:lnTo>
                  <a:lnTo>
                    <a:pt x="685103" y="36756"/>
                  </a:lnTo>
                  <a:lnTo>
                    <a:pt x="692889" y="36942"/>
                  </a:lnTo>
                  <a:lnTo>
                    <a:pt x="700674" y="37295"/>
                  </a:lnTo>
                  <a:lnTo>
                    <a:pt x="708459" y="37622"/>
                  </a:lnTo>
                  <a:lnTo>
                    <a:pt x="716244" y="38167"/>
                  </a:lnTo>
                  <a:lnTo>
                    <a:pt x="724030" y="38719"/>
                  </a:lnTo>
                  <a:lnTo>
                    <a:pt x="731815" y="39264"/>
                  </a:lnTo>
                  <a:lnTo>
                    <a:pt x="739600" y="39606"/>
                  </a:lnTo>
                  <a:lnTo>
                    <a:pt x="747385" y="39912"/>
                  </a:lnTo>
                  <a:lnTo>
                    <a:pt x="755171" y="40196"/>
                  </a:lnTo>
                  <a:lnTo>
                    <a:pt x="762956" y="40705"/>
                  </a:lnTo>
                  <a:lnTo>
                    <a:pt x="770741" y="40940"/>
                  </a:lnTo>
                  <a:lnTo>
                    <a:pt x="778527" y="41111"/>
                  </a:lnTo>
                  <a:lnTo>
                    <a:pt x="786312" y="41281"/>
                  </a:lnTo>
                  <a:lnTo>
                    <a:pt x="794097" y="41657"/>
                  </a:lnTo>
                  <a:lnTo>
                    <a:pt x="801882" y="42097"/>
                  </a:lnTo>
                  <a:lnTo>
                    <a:pt x="809668" y="42539"/>
                  </a:lnTo>
                  <a:lnTo>
                    <a:pt x="817453" y="42831"/>
                  </a:lnTo>
                  <a:lnTo>
                    <a:pt x="825238" y="43061"/>
                  </a:lnTo>
                  <a:lnTo>
                    <a:pt x="833023" y="43305"/>
                  </a:lnTo>
                  <a:lnTo>
                    <a:pt x="840809" y="43597"/>
                  </a:lnTo>
                  <a:lnTo>
                    <a:pt x="848594" y="43850"/>
                  </a:lnTo>
                  <a:lnTo>
                    <a:pt x="856379" y="44103"/>
                  </a:lnTo>
                  <a:lnTo>
                    <a:pt x="864165" y="44274"/>
                  </a:lnTo>
                  <a:lnTo>
                    <a:pt x="871950" y="44585"/>
                  </a:lnTo>
                  <a:lnTo>
                    <a:pt x="879735" y="44905"/>
                  </a:lnTo>
                  <a:lnTo>
                    <a:pt x="887520" y="45242"/>
                  </a:lnTo>
                  <a:lnTo>
                    <a:pt x="895306" y="45581"/>
                  </a:lnTo>
                  <a:lnTo>
                    <a:pt x="903091" y="45668"/>
                  </a:lnTo>
                  <a:lnTo>
                    <a:pt x="910876" y="45966"/>
                  </a:lnTo>
                  <a:lnTo>
                    <a:pt x="918661" y="46235"/>
                  </a:lnTo>
                  <a:lnTo>
                    <a:pt x="926447" y="46501"/>
                  </a:lnTo>
                  <a:lnTo>
                    <a:pt x="934232" y="46721"/>
                  </a:lnTo>
                  <a:lnTo>
                    <a:pt x="942017" y="46941"/>
                  </a:lnTo>
                  <a:lnTo>
                    <a:pt x="949802" y="47190"/>
                  </a:lnTo>
                  <a:lnTo>
                    <a:pt x="957588" y="47448"/>
                  </a:lnTo>
                  <a:lnTo>
                    <a:pt x="965373" y="47707"/>
                  </a:lnTo>
                  <a:lnTo>
                    <a:pt x="973158" y="47967"/>
                  </a:lnTo>
                  <a:lnTo>
                    <a:pt x="980944" y="48230"/>
                  </a:lnTo>
                  <a:lnTo>
                    <a:pt x="988729" y="48553"/>
                  </a:lnTo>
                  <a:lnTo>
                    <a:pt x="996514" y="48748"/>
                  </a:lnTo>
                  <a:lnTo>
                    <a:pt x="1004299" y="49010"/>
                  </a:lnTo>
                  <a:lnTo>
                    <a:pt x="1012085" y="49127"/>
                  </a:lnTo>
                  <a:lnTo>
                    <a:pt x="1019870" y="49259"/>
                  </a:lnTo>
                  <a:lnTo>
                    <a:pt x="1027655" y="49502"/>
                  </a:lnTo>
                  <a:lnTo>
                    <a:pt x="1035440" y="49590"/>
                  </a:lnTo>
                  <a:lnTo>
                    <a:pt x="1043226" y="49814"/>
                  </a:lnTo>
                  <a:lnTo>
                    <a:pt x="1051011" y="50250"/>
                  </a:lnTo>
                  <a:lnTo>
                    <a:pt x="1058796" y="50509"/>
                  </a:lnTo>
                  <a:lnTo>
                    <a:pt x="1066582" y="50485"/>
                  </a:lnTo>
                  <a:lnTo>
                    <a:pt x="1074367" y="50705"/>
                  </a:lnTo>
                  <a:lnTo>
                    <a:pt x="1082152" y="51064"/>
                  </a:lnTo>
                  <a:lnTo>
                    <a:pt x="1089937" y="51299"/>
                  </a:lnTo>
                  <a:lnTo>
                    <a:pt x="1097723" y="51359"/>
                  </a:lnTo>
                  <a:lnTo>
                    <a:pt x="1105508" y="51358"/>
                  </a:lnTo>
                  <a:lnTo>
                    <a:pt x="1113293" y="51486"/>
                  </a:lnTo>
                  <a:lnTo>
                    <a:pt x="1121078" y="51537"/>
                  </a:lnTo>
                  <a:lnTo>
                    <a:pt x="1128864" y="51662"/>
                  </a:lnTo>
                  <a:lnTo>
                    <a:pt x="1136649" y="52101"/>
                  </a:lnTo>
                  <a:lnTo>
                    <a:pt x="1144434" y="52158"/>
                  </a:lnTo>
                  <a:lnTo>
                    <a:pt x="1152220" y="52340"/>
                  </a:lnTo>
                  <a:lnTo>
                    <a:pt x="1160005" y="52561"/>
                  </a:lnTo>
                  <a:lnTo>
                    <a:pt x="1167790" y="52782"/>
                  </a:lnTo>
                  <a:lnTo>
                    <a:pt x="1175575" y="52561"/>
                  </a:lnTo>
                  <a:lnTo>
                    <a:pt x="1183361" y="52613"/>
                  </a:lnTo>
                  <a:lnTo>
                    <a:pt x="1191146" y="52938"/>
                  </a:lnTo>
                  <a:lnTo>
                    <a:pt x="1198931" y="53283"/>
                  </a:lnTo>
                  <a:lnTo>
                    <a:pt x="1206716" y="53648"/>
                  </a:lnTo>
                  <a:lnTo>
                    <a:pt x="1214502" y="53530"/>
                  </a:lnTo>
                  <a:lnTo>
                    <a:pt x="1222287" y="53366"/>
                  </a:lnTo>
                  <a:lnTo>
                    <a:pt x="1230072" y="53053"/>
                  </a:lnTo>
                  <a:lnTo>
                    <a:pt x="1237857" y="53105"/>
                  </a:lnTo>
                  <a:lnTo>
                    <a:pt x="1245643" y="52962"/>
                  </a:lnTo>
                  <a:lnTo>
                    <a:pt x="1253428" y="52882"/>
                  </a:lnTo>
                  <a:lnTo>
                    <a:pt x="1261213" y="52914"/>
                  </a:lnTo>
                  <a:lnTo>
                    <a:pt x="1268999" y="52695"/>
                  </a:lnTo>
                  <a:lnTo>
                    <a:pt x="1276784" y="52850"/>
                  </a:lnTo>
                  <a:lnTo>
                    <a:pt x="1284569" y="53013"/>
                  </a:lnTo>
                  <a:lnTo>
                    <a:pt x="1292354" y="53006"/>
                  </a:lnTo>
                  <a:lnTo>
                    <a:pt x="1300140" y="52779"/>
                  </a:lnTo>
                  <a:lnTo>
                    <a:pt x="1307925" y="52537"/>
                  </a:lnTo>
                  <a:lnTo>
                    <a:pt x="1315710" y="52295"/>
                  </a:lnTo>
                  <a:lnTo>
                    <a:pt x="1323495" y="52053"/>
                  </a:lnTo>
                  <a:lnTo>
                    <a:pt x="1331281" y="51812"/>
                  </a:lnTo>
                  <a:lnTo>
                    <a:pt x="1339066" y="51610"/>
                  </a:lnTo>
                  <a:lnTo>
                    <a:pt x="1346851" y="51975"/>
                  </a:lnTo>
                  <a:lnTo>
                    <a:pt x="1354637" y="52342"/>
                  </a:lnTo>
                  <a:lnTo>
                    <a:pt x="1362422" y="52710"/>
                  </a:lnTo>
                  <a:lnTo>
                    <a:pt x="1370207" y="53079"/>
                  </a:lnTo>
                  <a:lnTo>
                    <a:pt x="1377992" y="53449"/>
                  </a:lnTo>
                  <a:lnTo>
                    <a:pt x="1385778" y="53819"/>
                  </a:lnTo>
                  <a:lnTo>
                    <a:pt x="1393563" y="54132"/>
                  </a:lnTo>
                  <a:lnTo>
                    <a:pt x="1401348" y="53913"/>
                  </a:lnTo>
                  <a:lnTo>
                    <a:pt x="1409133" y="53695"/>
                  </a:lnTo>
                  <a:lnTo>
                    <a:pt x="1416919" y="53477"/>
                  </a:lnTo>
                  <a:lnTo>
                    <a:pt x="1424704" y="53260"/>
                  </a:lnTo>
                  <a:lnTo>
                    <a:pt x="1432489" y="53043"/>
                  </a:lnTo>
                  <a:lnTo>
                    <a:pt x="1440275" y="53155"/>
                  </a:lnTo>
                  <a:lnTo>
                    <a:pt x="1448060" y="53421"/>
                  </a:lnTo>
                  <a:lnTo>
                    <a:pt x="1455845" y="53699"/>
                  </a:lnTo>
                  <a:lnTo>
                    <a:pt x="1463630" y="53627"/>
                  </a:lnTo>
                  <a:lnTo>
                    <a:pt x="1471416" y="53763"/>
                  </a:lnTo>
                  <a:lnTo>
                    <a:pt x="1479201" y="54110"/>
                  </a:lnTo>
                  <a:lnTo>
                    <a:pt x="1486986" y="54362"/>
                  </a:lnTo>
                  <a:lnTo>
                    <a:pt x="1494771" y="54379"/>
                  </a:lnTo>
                  <a:lnTo>
                    <a:pt x="1502557" y="54396"/>
                  </a:lnTo>
                  <a:lnTo>
                    <a:pt x="1510342" y="54413"/>
                  </a:lnTo>
                  <a:lnTo>
                    <a:pt x="1518127" y="54430"/>
                  </a:lnTo>
                  <a:lnTo>
                    <a:pt x="1525912" y="54532"/>
                  </a:lnTo>
                  <a:lnTo>
                    <a:pt x="1533698" y="54650"/>
                  </a:lnTo>
                  <a:lnTo>
                    <a:pt x="1541483" y="54619"/>
                  </a:lnTo>
                  <a:lnTo>
                    <a:pt x="1549268" y="54533"/>
                  </a:lnTo>
                  <a:lnTo>
                    <a:pt x="1557054" y="54495"/>
                  </a:lnTo>
                  <a:lnTo>
                    <a:pt x="1564839" y="54505"/>
                  </a:lnTo>
                  <a:lnTo>
                    <a:pt x="1572624" y="54516"/>
                  </a:lnTo>
                  <a:lnTo>
                    <a:pt x="1580409" y="54526"/>
                  </a:lnTo>
                  <a:lnTo>
                    <a:pt x="1588195" y="54536"/>
                  </a:lnTo>
                  <a:lnTo>
                    <a:pt x="1595980" y="54546"/>
                  </a:lnTo>
                  <a:lnTo>
                    <a:pt x="1603765" y="54557"/>
                  </a:lnTo>
                  <a:lnTo>
                    <a:pt x="1611550" y="54555"/>
                  </a:lnTo>
                  <a:lnTo>
                    <a:pt x="1619336" y="54550"/>
                  </a:lnTo>
                  <a:lnTo>
                    <a:pt x="1627121" y="54470"/>
                  </a:lnTo>
                  <a:lnTo>
                    <a:pt x="1634906" y="54248"/>
                  </a:lnTo>
                  <a:lnTo>
                    <a:pt x="1642692" y="54221"/>
                  </a:lnTo>
                  <a:lnTo>
                    <a:pt x="1650477" y="54312"/>
                  </a:lnTo>
                  <a:lnTo>
                    <a:pt x="1658262" y="54403"/>
                  </a:lnTo>
                  <a:lnTo>
                    <a:pt x="1666047" y="54508"/>
                  </a:lnTo>
                  <a:lnTo>
                    <a:pt x="1673833" y="54582"/>
                  </a:lnTo>
                  <a:lnTo>
                    <a:pt x="1681618" y="54670"/>
                  </a:lnTo>
                  <a:lnTo>
                    <a:pt x="1689403" y="54708"/>
                  </a:lnTo>
                  <a:lnTo>
                    <a:pt x="1697188" y="54720"/>
                  </a:lnTo>
                  <a:lnTo>
                    <a:pt x="1704974" y="54733"/>
                  </a:lnTo>
                  <a:lnTo>
                    <a:pt x="1712759" y="54733"/>
                  </a:lnTo>
                  <a:lnTo>
                    <a:pt x="1720544" y="54720"/>
                  </a:lnTo>
                  <a:lnTo>
                    <a:pt x="1728330" y="54773"/>
                  </a:lnTo>
                  <a:lnTo>
                    <a:pt x="1736115" y="54782"/>
                  </a:lnTo>
                  <a:lnTo>
                    <a:pt x="1743900" y="54794"/>
                  </a:lnTo>
                  <a:lnTo>
                    <a:pt x="1751685" y="54806"/>
                  </a:lnTo>
                  <a:lnTo>
                    <a:pt x="1759471" y="54819"/>
                  </a:lnTo>
                  <a:lnTo>
                    <a:pt x="1767256" y="54831"/>
                  </a:lnTo>
                  <a:lnTo>
                    <a:pt x="1775041" y="54843"/>
                  </a:lnTo>
                  <a:lnTo>
                    <a:pt x="1782826" y="54855"/>
                  </a:lnTo>
                  <a:lnTo>
                    <a:pt x="1790612" y="54868"/>
                  </a:lnTo>
                  <a:lnTo>
                    <a:pt x="1798397" y="54880"/>
                  </a:lnTo>
                  <a:lnTo>
                    <a:pt x="1806182" y="54892"/>
                  </a:lnTo>
                  <a:lnTo>
                    <a:pt x="1813967" y="54904"/>
                  </a:lnTo>
                  <a:lnTo>
                    <a:pt x="1821753" y="54917"/>
                  </a:lnTo>
                  <a:lnTo>
                    <a:pt x="1829538" y="54929"/>
                  </a:lnTo>
                  <a:lnTo>
                    <a:pt x="1837323" y="54941"/>
                  </a:lnTo>
                  <a:lnTo>
                    <a:pt x="1845109" y="54955"/>
                  </a:lnTo>
                  <a:lnTo>
                    <a:pt x="1852894" y="54972"/>
                  </a:lnTo>
                  <a:lnTo>
                    <a:pt x="1860679" y="54989"/>
                  </a:lnTo>
                  <a:lnTo>
                    <a:pt x="1868464" y="55006"/>
                  </a:lnTo>
                  <a:lnTo>
                    <a:pt x="1876250" y="55125"/>
                  </a:lnTo>
                  <a:lnTo>
                    <a:pt x="1884035" y="55312"/>
                  </a:lnTo>
                  <a:lnTo>
                    <a:pt x="1891820" y="55499"/>
                  </a:lnTo>
                  <a:lnTo>
                    <a:pt x="1899605" y="55686"/>
                  </a:lnTo>
                  <a:lnTo>
                    <a:pt x="1907391" y="55873"/>
                  </a:lnTo>
                  <a:lnTo>
                    <a:pt x="1915176" y="56061"/>
                  </a:lnTo>
                  <a:lnTo>
                    <a:pt x="1922961" y="56248"/>
                  </a:lnTo>
                  <a:lnTo>
                    <a:pt x="1930747" y="56436"/>
                  </a:lnTo>
                  <a:lnTo>
                    <a:pt x="1938532" y="56327"/>
                  </a:lnTo>
                  <a:lnTo>
                    <a:pt x="1946317" y="56209"/>
                  </a:lnTo>
                  <a:lnTo>
                    <a:pt x="1954102" y="56092"/>
                  </a:lnTo>
                  <a:lnTo>
                    <a:pt x="1961888" y="55974"/>
                  </a:lnTo>
                  <a:lnTo>
                    <a:pt x="1969673" y="55857"/>
                  </a:lnTo>
                  <a:lnTo>
                    <a:pt x="1977458" y="55740"/>
                  </a:lnTo>
                  <a:lnTo>
                    <a:pt x="1985243" y="55623"/>
                  </a:lnTo>
                  <a:lnTo>
                    <a:pt x="1993029" y="55506"/>
                  </a:lnTo>
                  <a:lnTo>
                    <a:pt x="2000814" y="55389"/>
                  </a:lnTo>
                  <a:lnTo>
                    <a:pt x="2008599" y="55272"/>
                  </a:lnTo>
                  <a:lnTo>
                    <a:pt x="2016385" y="55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247627" y="2611450"/>
              <a:ext cx="2016385" cy="268766"/>
            </a:xfrm>
            <a:custGeom>
              <a:avLst/>
              <a:pathLst>
                <a:path w="2016385" h="268766">
                  <a:moveTo>
                    <a:pt x="2016385" y="268766"/>
                  </a:moveTo>
                  <a:lnTo>
                    <a:pt x="2008599" y="267664"/>
                  </a:lnTo>
                  <a:lnTo>
                    <a:pt x="2000814" y="266559"/>
                  </a:lnTo>
                  <a:lnTo>
                    <a:pt x="1993029" y="265452"/>
                  </a:lnTo>
                  <a:lnTo>
                    <a:pt x="1985243" y="264342"/>
                  </a:lnTo>
                  <a:lnTo>
                    <a:pt x="1977458" y="263229"/>
                  </a:lnTo>
                  <a:lnTo>
                    <a:pt x="1969673" y="262113"/>
                  </a:lnTo>
                  <a:lnTo>
                    <a:pt x="1961888" y="260699"/>
                  </a:lnTo>
                  <a:lnTo>
                    <a:pt x="1954102" y="259272"/>
                  </a:lnTo>
                  <a:lnTo>
                    <a:pt x="1946317" y="257841"/>
                  </a:lnTo>
                  <a:lnTo>
                    <a:pt x="1938532" y="256407"/>
                  </a:lnTo>
                  <a:lnTo>
                    <a:pt x="1930747" y="255119"/>
                  </a:lnTo>
                  <a:lnTo>
                    <a:pt x="1922961" y="254061"/>
                  </a:lnTo>
                  <a:lnTo>
                    <a:pt x="1915176" y="253000"/>
                  </a:lnTo>
                  <a:lnTo>
                    <a:pt x="1907391" y="251937"/>
                  </a:lnTo>
                  <a:lnTo>
                    <a:pt x="1899605" y="250866"/>
                  </a:lnTo>
                  <a:lnTo>
                    <a:pt x="1891820" y="249525"/>
                  </a:lnTo>
                  <a:lnTo>
                    <a:pt x="1884035" y="247972"/>
                  </a:lnTo>
                  <a:lnTo>
                    <a:pt x="1876250" y="246632"/>
                  </a:lnTo>
                  <a:lnTo>
                    <a:pt x="1868464" y="245462"/>
                  </a:lnTo>
                  <a:lnTo>
                    <a:pt x="1860679" y="244288"/>
                  </a:lnTo>
                  <a:lnTo>
                    <a:pt x="1852894" y="242850"/>
                  </a:lnTo>
                  <a:lnTo>
                    <a:pt x="1845109" y="241337"/>
                  </a:lnTo>
                  <a:lnTo>
                    <a:pt x="1837323" y="239818"/>
                  </a:lnTo>
                  <a:lnTo>
                    <a:pt x="1829538" y="238292"/>
                  </a:lnTo>
                  <a:lnTo>
                    <a:pt x="1821753" y="236761"/>
                  </a:lnTo>
                  <a:lnTo>
                    <a:pt x="1813967" y="235227"/>
                  </a:lnTo>
                  <a:lnTo>
                    <a:pt x="1806182" y="233984"/>
                  </a:lnTo>
                  <a:lnTo>
                    <a:pt x="1798397" y="232739"/>
                  </a:lnTo>
                  <a:lnTo>
                    <a:pt x="1790612" y="231491"/>
                  </a:lnTo>
                  <a:lnTo>
                    <a:pt x="1782826" y="230117"/>
                  </a:lnTo>
                  <a:lnTo>
                    <a:pt x="1775041" y="228611"/>
                  </a:lnTo>
                  <a:lnTo>
                    <a:pt x="1767256" y="227101"/>
                  </a:lnTo>
                  <a:lnTo>
                    <a:pt x="1759471" y="225589"/>
                  </a:lnTo>
                  <a:lnTo>
                    <a:pt x="1751685" y="224073"/>
                  </a:lnTo>
                  <a:lnTo>
                    <a:pt x="1743900" y="222547"/>
                  </a:lnTo>
                  <a:lnTo>
                    <a:pt x="1736115" y="221012"/>
                  </a:lnTo>
                  <a:lnTo>
                    <a:pt x="1728330" y="219473"/>
                  </a:lnTo>
                  <a:lnTo>
                    <a:pt x="1720544" y="217931"/>
                  </a:lnTo>
                  <a:lnTo>
                    <a:pt x="1712759" y="216329"/>
                  </a:lnTo>
                  <a:lnTo>
                    <a:pt x="1704974" y="214741"/>
                  </a:lnTo>
                  <a:lnTo>
                    <a:pt x="1697188" y="213314"/>
                  </a:lnTo>
                  <a:lnTo>
                    <a:pt x="1689403" y="211778"/>
                  </a:lnTo>
                  <a:lnTo>
                    <a:pt x="1681618" y="210240"/>
                  </a:lnTo>
                  <a:lnTo>
                    <a:pt x="1673833" y="208700"/>
                  </a:lnTo>
                  <a:lnTo>
                    <a:pt x="1666047" y="207158"/>
                  </a:lnTo>
                  <a:lnTo>
                    <a:pt x="1658262" y="205613"/>
                  </a:lnTo>
                  <a:lnTo>
                    <a:pt x="1650477" y="204066"/>
                  </a:lnTo>
                  <a:lnTo>
                    <a:pt x="1642692" y="202510"/>
                  </a:lnTo>
                  <a:lnTo>
                    <a:pt x="1634906" y="200951"/>
                  </a:lnTo>
                  <a:lnTo>
                    <a:pt x="1627121" y="199390"/>
                  </a:lnTo>
                  <a:lnTo>
                    <a:pt x="1619336" y="197827"/>
                  </a:lnTo>
                  <a:lnTo>
                    <a:pt x="1611550" y="196261"/>
                  </a:lnTo>
                  <a:lnTo>
                    <a:pt x="1603765" y="194692"/>
                  </a:lnTo>
                  <a:lnTo>
                    <a:pt x="1595980" y="193115"/>
                  </a:lnTo>
                  <a:lnTo>
                    <a:pt x="1588195" y="191935"/>
                  </a:lnTo>
                  <a:lnTo>
                    <a:pt x="1580409" y="190776"/>
                  </a:lnTo>
                  <a:lnTo>
                    <a:pt x="1572624" y="189228"/>
                  </a:lnTo>
                  <a:lnTo>
                    <a:pt x="1564839" y="187561"/>
                  </a:lnTo>
                  <a:lnTo>
                    <a:pt x="1557054" y="186471"/>
                  </a:lnTo>
                  <a:lnTo>
                    <a:pt x="1549268" y="185150"/>
                  </a:lnTo>
                  <a:lnTo>
                    <a:pt x="1541483" y="183753"/>
                  </a:lnTo>
                  <a:lnTo>
                    <a:pt x="1533698" y="182214"/>
                  </a:lnTo>
                  <a:lnTo>
                    <a:pt x="1525912" y="180707"/>
                  </a:lnTo>
                  <a:lnTo>
                    <a:pt x="1518127" y="179074"/>
                  </a:lnTo>
                  <a:lnTo>
                    <a:pt x="1510342" y="177522"/>
                  </a:lnTo>
                  <a:lnTo>
                    <a:pt x="1502557" y="176542"/>
                  </a:lnTo>
                  <a:lnTo>
                    <a:pt x="1494771" y="174983"/>
                  </a:lnTo>
                  <a:lnTo>
                    <a:pt x="1486986" y="173371"/>
                  </a:lnTo>
                  <a:lnTo>
                    <a:pt x="1479201" y="171755"/>
                  </a:lnTo>
                  <a:lnTo>
                    <a:pt x="1471416" y="170139"/>
                  </a:lnTo>
                  <a:lnTo>
                    <a:pt x="1463630" y="168557"/>
                  </a:lnTo>
                  <a:lnTo>
                    <a:pt x="1455845" y="167304"/>
                  </a:lnTo>
                  <a:lnTo>
                    <a:pt x="1448060" y="166049"/>
                  </a:lnTo>
                  <a:lnTo>
                    <a:pt x="1440275" y="164682"/>
                  </a:lnTo>
                  <a:lnTo>
                    <a:pt x="1432489" y="163261"/>
                  </a:lnTo>
                  <a:lnTo>
                    <a:pt x="1424704" y="161716"/>
                  </a:lnTo>
                  <a:lnTo>
                    <a:pt x="1416919" y="160199"/>
                  </a:lnTo>
                  <a:lnTo>
                    <a:pt x="1409133" y="159332"/>
                  </a:lnTo>
                  <a:lnTo>
                    <a:pt x="1401348" y="158465"/>
                  </a:lnTo>
                  <a:lnTo>
                    <a:pt x="1393563" y="157321"/>
                  </a:lnTo>
                  <a:lnTo>
                    <a:pt x="1385778" y="156071"/>
                  </a:lnTo>
                  <a:lnTo>
                    <a:pt x="1377992" y="154461"/>
                  </a:lnTo>
                  <a:lnTo>
                    <a:pt x="1370207" y="152637"/>
                  </a:lnTo>
                  <a:lnTo>
                    <a:pt x="1362422" y="150813"/>
                  </a:lnTo>
                  <a:lnTo>
                    <a:pt x="1354637" y="148975"/>
                  </a:lnTo>
                  <a:lnTo>
                    <a:pt x="1346851" y="147537"/>
                  </a:lnTo>
                  <a:lnTo>
                    <a:pt x="1339066" y="146253"/>
                  </a:lnTo>
                  <a:lnTo>
                    <a:pt x="1331281" y="145156"/>
                  </a:lnTo>
                  <a:lnTo>
                    <a:pt x="1323495" y="143979"/>
                  </a:lnTo>
                  <a:lnTo>
                    <a:pt x="1315710" y="142801"/>
                  </a:lnTo>
                  <a:lnTo>
                    <a:pt x="1307925" y="141622"/>
                  </a:lnTo>
                  <a:lnTo>
                    <a:pt x="1300140" y="140231"/>
                  </a:lnTo>
                  <a:lnTo>
                    <a:pt x="1292354" y="138853"/>
                  </a:lnTo>
                  <a:lnTo>
                    <a:pt x="1284569" y="137119"/>
                  </a:lnTo>
                  <a:lnTo>
                    <a:pt x="1276784" y="135189"/>
                  </a:lnTo>
                  <a:lnTo>
                    <a:pt x="1268999" y="133899"/>
                  </a:lnTo>
                  <a:lnTo>
                    <a:pt x="1261213" y="132643"/>
                  </a:lnTo>
                  <a:lnTo>
                    <a:pt x="1253428" y="131375"/>
                  </a:lnTo>
                  <a:lnTo>
                    <a:pt x="1245643" y="130107"/>
                  </a:lnTo>
                  <a:lnTo>
                    <a:pt x="1237857" y="128839"/>
                  </a:lnTo>
                  <a:lnTo>
                    <a:pt x="1230072" y="127190"/>
                  </a:lnTo>
                  <a:lnTo>
                    <a:pt x="1222287" y="125463"/>
                  </a:lnTo>
                  <a:lnTo>
                    <a:pt x="1214502" y="123738"/>
                  </a:lnTo>
                  <a:lnTo>
                    <a:pt x="1206716" y="122220"/>
                  </a:lnTo>
                  <a:lnTo>
                    <a:pt x="1198931" y="121271"/>
                  </a:lnTo>
                  <a:lnTo>
                    <a:pt x="1191146" y="120638"/>
                  </a:lnTo>
                  <a:lnTo>
                    <a:pt x="1183361" y="119031"/>
                  </a:lnTo>
                  <a:lnTo>
                    <a:pt x="1175575" y="117583"/>
                  </a:lnTo>
                  <a:lnTo>
                    <a:pt x="1167790" y="116945"/>
                  </a:lnTo>
                  <a:lnTo>
                    <a:pt x="1160005" y="116312"/>
                  </a:lnTo>
                  <a:lnTo>
                    <a:pt x="1152220" y="115091"/>
                  </a:lnTo>
                  <a:lnTo>
                    <a:pt x="1144434" y="113841"/>
                  </a:lnTo>
                  <a:lnTo>
                    <a:pt x="1136649" y="112576"/>
                  </a:lnTo>
                  <a:lnTo>
                    <a:pt x="1128864" y="111157"/>
                  </a:lnTo>
                  <a:lnTo>
                    <a:pt x="1121078" y="109739"/>
                  </a:lnTo>
                  <a:lnTo>
                    <a:pt x="1113293" y="108463"/>
                  </a:lnTo>
                  <a:lnTo>
                    <a:pt x="1105508" y="107398"/>
                  </a:lnTo>
                  <a:lnTo>
                    <a:pt x="1097723" y="106334"/>
                  </a:lnTo>
                  <a:lnTo>
                    <a:pt x="1089937" y="105159"/>
                  </a:lnTo>
                  <a:lnTo>
                    <a:pt x="1082152" y="103929"/>
                  </a:lnTo>
                  <a:lnTo>
                    <a:pt x="1074367" y="102618"/>
                  </a:lnTo>
                  <a:lnTo>
                    <a:pt x="1066582" y="101456"/>
                  </a:lnTo>
                  <a:lnTo>
                    <a:pt x="1058796" y="100293"/>
                  </a:lnTo>
                  <a:lnTo>
                    <a:pt x="1051011" y="99092"/>
                  </a:lnTo>
                  <a:lnTo>
                    <a:pt x="1043226" y="97774"/>
                  </a:lnTo>
                  <a:lnTo>
                    <a:pt x="1035440" y="96550"/>
                  </a:lnTo>
                  <a:lnTo>
                    <a:pt x="1027655" y="95698"/>
                  </a:lnTo>
                  <a:lnTo>
                    <a:pt x="1019870" y="94552"/>
                  </a:lnTo>
                  <a:lnTo>
                    <a:pt x="1012085" y="93258"/>
                  </a:lnTo>
                  <a:lnTo>
                    <a:pt x="1004299" y="91964"/>
                  </a:lnTo>
                  <a:lnTo>
                    <a:pt x="996514" y="91116"/>
                  </a:lnTo>
                  <a:lnTo>
                    <a:pt x="988729" y="90052"/>
                  </a:lnTo>
                  <a:lnTo>
                    <a:pt x="980944" y="88780"/>
                  </a:lnTo>
                  <a:lnTo>
                    <a:pt x="973158" y="87722"/>
                  </a:lnTo>
                  <a:lnTo>
                    <a:pt x="965373" y="86665"/>
                  </a:lnTo>
                  <a:lnTo>
                    <a:pt x="957588" y="85640"/>
                  </a:lnTo>
                  <a:lnTo>
                    <a:pt x="949802" y="84571"/>
                  </a:lnTo>
                  <a:lnTo>
                    <a:pt x="942017" y="83530"/>
                  </a:lnTo>
                  <a:lnTo>
                    <a:pt x="934232" y="82489"/>
                  </a:lnTo>
                  <a:lnTo>
                    <a:pt x="926447" y="81541"/>
                  </a:lnTo>
                  <a:lnTo>
                    <a:pt x="918661" y="80682"/>
                  </a:lnTo>
                  <a:lnTo>
                    <a:pt x="910876" y="79816"/>
                  </a:lnTo>
                  <a:lnTo>
                    <a:pt x="903091" y="79020"/>
                  </a:lnTo>
                  <a:lnTo>
                    <a:pt x="895306" y="78098"/>
                  </a:lnTo>
                  <a:lnTo>
                    <a:pt x="887520" y="77241"/>
                  </a:lnTo>
                  <a:lnTo>
                    <a:pt x="879735" y="76361"/>
                  </a:lnTo>
                  <a:lnTo>
                    <a:pt x="871950" y="74713"/>
                  </a:lnTo>
                  <a:lnTo>
                    <a:pt x="864165" y="74000"/>
                  </a:lnTo>
                  <a:lnTo>
                    <a:pt x="856379" y="72830"/>
                  </a:lnTo>
                  <a:lnTo>
                    <a:pt x="848594" y="71652"/>
                  </a:lnTo>
                  <a:lnTo>
                    <a:pt x="840809" y="70612"/>
                  </a:lnTo>
                  <a:lnTo>
                    <a:pt x="833023" y="69670"/>
                  </a:lnTo>
                  <a:lnTo>
                    <a:pt x="825238" y="68580"/>
                  </a:lnTo>
                  <a:lnTo>
                    <a:pt x="817453" y="67795"/>
                  </a:lnTo>
                  <a:lnTo>
                    <a:pt x="809668" y="66188"/>
                  </a:lnTo>
                  <a:lnTo>
                    <a:pt x="801882" y="65366"/>
                  </a:lnTo>
                  <a:lnTo>
                    <a:pt x="794097" y="64421"/>
                  </a:lnTo>
                  <a:lnTo>
                    <a:pt x="786312" y="63905"/>
                  </a:lnTo>
                  <a:lnTo>
                    <a:pt x="778527" y="63141"/>
                  </a:lnTo>
                  <a:lnTo>
                    <a:pt x="770741" y="61760"/>
                  </a:lnTo>
                  <a:lnTo>
                    <a:pt x="762956" y="60333"/>
                  </a:lnTo>
                  <a:lnTo>
                    <a:pt x="755171" y="59349"/>
                  </a:lnTo>
                  <a:lnTo>
                    <a:pt x="747385" y="58278"/>
                  </a:lnTo>
                  <a:lnTo>
                    <a:pt x="739600" y="56911"/>
                  </a:lnTo>
                  <a:lnTo>
                    <a:pt x="731815" y="55744"/>
                  </a:lnTo>
                  <a:lnTo>
                    <a:pt x="724030" y="54743"/>
                  </a:lnTo>
                  <a:lnTo>
                    <a:pt x="716244" y="53738"/>
                  </a:lnTo>
                  <a:lnTo>
                    <a:pt x="708459" y="52735"/>
                  </a:lnTo>
                  <a:lnTo>
                    <a:pt x="700674" y="51734"/>
                  </a:lnTo>
                  <a:lnTo>
                    <a:pt x="692889" y="50733"/>
                  </a:lnTo>
                  <a:lnTo>
                    <a:pt x="685103" y="50083"/>
                  </a:lnTo>
                  <a:lnTo>
                    <a:pt x="677318" y="49125"/>
                  </a:lnTo>
                  <a:lnTo>
                    <a:pt x="669533" y="47944"/>
                  </a:lnTo>
                  <a:lnTo>
                    <a:pt x="661747" y="47271"/>
                  </a:lnTo>
                  <a:lnTo>
                    <a:pt x="653962" y="46222"/>
                  </a:lnTo>
                  <a:lnTo>
                    <a:pt x="646177" y="45160"/>
                  </a:lnTo>
                  <a:lnTo>
                    <a:pt x="638392" y="44164"/>
                  </a:lnTo>
                  <a:lnTo>
                    <a:pt x="630606" y="43353"/>
                  </a:lnTo>
                  <a:lnTo>
                    <a:pt x="622821" y="42313"/>
                  </a:lnTo>
                  <a:lnTo>
                    <a:pt x="615036" y="41505"/>
                  </a:lnTo>
                  <a:lnTo>
                    <a:pt x="607251" y="40699"/>
                  </a:lnTo>
                  <a:lnTo>
                    <a:pt x="599465" y="39709"/>
                  </a:lnTo>
                  <a:lnTo>
                    <a:pt x="591680" y="38550"/>
                  </a:lnTo>
                  <a:lnTo>
                    <a:pt x="583895" y="37995"/>
                  </a:lnTo>
                  <a:lnTo>
                    <a:pt x="576110" y="37473"/>
                  </a:lnTo>
                  <a:lnTo>
                    <a:pt x="568324" y="36430"/>
                  </a:lnTo>
                  <a:lnTo>
                    <a:pt x="560539" y="35591"/>
                  </a:lnTo>
                  <a:lnTo>
                    <a:pt x="552754" y="34420"/>
                  </a:lnTo>
                  <a:lnTo>
                    <a:pt x="544968" y="33497"/>
                  </a:lnTo>
                  <a:lnTo>
                    <a:pt x="537183" y="33356"/>
                  </a:lnTo>
                  <a:lnTo>
                    <a:pt x="529398" y="32442"/>
                  </a:lnTo>
                  <a:lnTo>
                    <a:pt x="521613" y="31733"/>
                  </a:lnTo>
                  <a:lnTo>
                    <a:pt x="513827" y="30933"/>
                  </a:lnTo>
                  <a:lnTo>
                    <a:pt x="506042" y="30440"/>
                  </a:lnTo>
                  <a:lnTo>
                    <a:pt x="498257" y="29804"/>
                  </a:lnTo>
                  <a:lnTo>
                    <a:pt x="490472" y="29383"/>
                  </a:lnTo>
                  <a:lnTo>
                    <a:pt x="482686" y="28642"/>
                  </a:lnTo>
                  <a:lnTo>
                    <a:pt x="474901" y="28200"/>
                  </a:lnTo>
                  <a:lnTo>
                    <a:pt x="467116" y="27518"/>
                  </a:lnTo>
                  <a:lnTo>
                    <a:pt x="459330" y="27024"/>
                  </a:lnTo>
                  <a:lnTo>
                    <a:pt x="451545" y="26127"/>
                  </a:lnTo>
                  <a:lnTo>
                    <a:pt x="443760" y="25276"/>
                  </a:lnTo>
                  <a:lnTo>
                    <a:pt x="435975" y="24426"/>
                  </a:lnTo>
                  <a:lnTo>
                    <a:pt x="428189" y="23908"/>
                  </a:lnTo>
                  <a:lnTo>
                    <a:pt x="420404" y="23637"/>
                  </a:lnTo>
                  <a:lnTo>
                    <a:pt x="412619" y="23574"/>
                  </a:lnTo>
                  <a:lnTo>
                    <a:pt x="404834" y="22704"/>
                  </a:lnTo>
                  <a:lnTo>
                    <a:pt x="397048" y="22290"/>
                  </a:lnTo>
                  <a:lnTo>
                    <a:pt x="389263" y="21708"/>
                  </a:lnTo>
                  <a:lnTo>
                    <a:pt x="381478" y="21037"/>
                  </a:lnTo>
                  <a:lnTo>
                    <a:pt x="373692" y="20400"/>
                  </a:lnTo>
                  <a:lnTo>
                    <a:pt x="365907" y="19759"/>
                  </a:lnTo>
                  <a:lnTo>
                    <a:pt x="358122" y="18719"/>
                  </a:lnTo>
                  <a:lnTo>
                    <a:pt x="350337" y="17945"/>
                  </a:lnTo>
                  <a:lnTo>
                    <a:pt x="342551" y="17791"/>
                  </a:lnTo>
                  <a:lnTo>
                    <a:pt x="334766" y="16996"/>
                  </a:lnTo>
                  <a:lnTo>
                    <a:pt x="326981" y="16219"/>
                  </a:lnTo>
                  <a:lnTo>
                    <a:pt x="319196" y="15341"/>
                  </a:lnTo>
                  <a:lnTo>
                    <a:pt x="311410" y="14559"/>
                  </a:lnTo>
                  <a:lnTo>
                    <a:pt x="303625" y="14311"/>
                  </a:lnTo>
                  <a:lnTo>
                    <a:pt x="295840" y="14199"/>
                  </a:lnTo>
                  <a:lnTo>
                    <a:pt x="288055" y="13647"/>
                  </a:lnTo>
                  <a:lnTo>
                    <a:pt x="280269" y="13454"/>
                  </a:lnTo>
                  <a:lnTo>
                    <a:pt x="272484" y="13018"/>
                  </a:lnTo>
                  <a:lnTo>
                    <a:pt x="264699" y="12674"/>
                  </a:lnTo>
                  <a:lnTo>
                    <a:pt x="256913" y="12208"/>
                  </a:lnTo>
                  <a:lnTo>
                    <a:pt x="249128" y="11748"/>
                  </a:lnTo>
                  <a:lnTo>
                    <a:pt x="241343" y="11294"/>
                  </a:lnTo>
                  <a:lnTo>
                    <a:pt x="233558" y="10597"/>
                  </a:lnTo>
                  <a:lnTo>
                    <a:pt x="225772" y="10381"/>
                  </a:lnTo>
                  <a:lnTo>
                    <a:pt x="217987" y="9935"/>
                  </a:lnTo>
                  <a:lnTo>
                    <a:pt x="210202" y="9529"/>
                  </a:lnTo>
                  <a:lnTo>
                    <a:pt x="202417" y="9018"/>
                  </a:lnTo>
                  <a:lnTo>
                    <a:pt x="194631" y="8568"/>
                  </a:lnTo>
                  <a:lnTo>
                    <a:pt x="186846" y="8118"/>
                  </a:lnTo>
                  <a:lnTo>
                    <a:pt x="179061" y="7669"/>
                  </a:lnTo>
                  <a:lnTo>
                    <a:pt x="171275" y="7220"/>
                  </a:lnTo>
                  <a:lnTo>
                    <a:pt x="163490" y="6926"/>
                  </a:lnTo>
                  <a:lnTo>
                    <a:pt x="155705" y="6354"/>
                  </a:lnTo>
                  <a:lnTo>
                    <a:pt x="147920" y="5994"/>
                  </a:lnTo>
                  <a:lnTo>
                    <a:pt x="140134" y="5633"/>
                  </a:lnTo>
                  <a:lnTo>
                    <a:pt x="132349" y="5273"/>
                  </a:lnTo>
                  <a:lnTo>
                    <a:pt x="124564" y="4914"/>
                  </a:lnTo>
                  <a:lnTo>
                    <a:pt x="116779" y="4554"/>
                  </a:lnTo>
                  <a:lnTo>
                    <a:pt x="108993" y="4741"/>
                  </a:lnTo>
                  <a:lnTo>
                    <a:pt x="101208" y="4986"/>
                  </a:lnTo>
                  <a:lnTo>
                    <a:pt x="93423" y="4665"/>
                  </a:lnTo>
                  <a:lnTo>
                    <a:pt x="85637" y="4340"/>
                  </a:lnTo>
                  <a:lnTo>
                    <a:pt x="77852" y="3987"/>
                  </a:lnTo>
                  <a:lnTo>
                    <a:pt x="70067" y="3696"/>
                  </a:lnTo>
                  <a:lnTo>
                    <a:pt x="62282" y="3369"/>
                  </a:lnTo>
                  <a:lnTo>
                    <a:pt x="54496" y="2925"/>
                  </a:lnTo>
                  <a:lnTo>
                    <a:pt x="46711" y="2481"/>
                  </a:lnTo>
                  <a:lnTo>
                    <a:pt x="38926" y="2038"/>
                  </a:lnTo>
                  <a:lnTo>
                    <a:pt x="31141" y="1589"/>
                  </a:lnTo>
                  <a:lnTo>
                    <a:pt x="23355" y="1228"/>
                  </a:lnTo>
                  <a:lnTo>
                    <a:pt x="15570" y="701"/>
                  </a:lnTo>
                  <a:lnTo>
                    <a:pt x="7785" y="3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247627" y="2478349"/>
              <a:ext cx="2016385" cy="353438"/>
            </a:xfrm>
            <a:custGeom>
              <a:avLst/>
              <a:pathLst>
                <a:path w="2016385" h="353438">
                  <a:moveTo>
                    <a:pt x="0" y="2547"/>
                  </a:moveTo>
                  <a:lnTo>
                    <a:pt x="7785" y="2838"/>
                  </a:lnTo>
                  <a:lnTo>
                    <a:pt x="15570" y="3131"/>
                  </a:lnTo>
                  <a:lnTo>
                    <a:pt x="23355" y="3426"/>
                  </a:lnTo>
                  <a:lnTo>
                    <a:pt x="31141" y="3729"/>
                  </a:lnTo>
                  <a:lnTo>
                    <a:pt x="38926" y="4030"/>
                  </a:lnTo>
                  <a:lnTo>
                    <a:pt x="46711" y="4335"/>
                  </a:lnTo>
                  <a:lnTo>
                    <a:pt x="54496" y="4705"/>
                  </a:lnTo>
                  <a:lnTo>
                    <a:pt x="62282" y="5098"/>
                  </a:lnTo>
                  <a:lnTo>
                    <a:pt x="70067" y="5243"/>
                  </a:lnTo>
                  <a:lnTo>
                    <a:pt x="77852" y="5640"/>
                  </a:lnTo>
                  <a:lnTo>
                    <a:pt x="85637" y="6112"/>
                  </a:lnTo>
                  <a:lnTo>
                    <a:pt x="93423" y="6350"/>
                  </a:lnTo>
                  <a:lnTo>
                    <a:pt x="101208" y="6651"/>
                  </a:lnTo>
                  <a:lnTo>
                    <a:pt x="108993" y="6921"/>
                  </a:lnTo>
                  <a:lnTo>
                    <a:pt x="116779" y="7193"/>
                  </a:lnTo>
                  <a:lnTo>
                    <a:pt x="124564" y="7466"/>
                  </a:lnTo>
                  <a:lnTo>
                    <a:pt x="132349" y="7914"/>
                  </a:lnTo>
                  <a:lnTo>
                    <a:pt x="140134" y="8243"/>
                  </a:lnTo>
                  <a:lnTo>
                    <a:pt x="147920" y="8439"/>
                  </a:lnTo>
                  <a:lnTo>
                    <a:pt x="155705" y="8687"/>
                  </a:lnTo>
                  <a:lnTo>
                    <a:pt x="163490" y="9014"/>
                  </a:lnTo>
                  <a:lnTo>
                    <a:pt x="171275" y="9336"/>
                  </a:lnTo>
                  <a:lnTo>
                    <a:pt x="179061" y="9662"/>
                  </a:lnTo>
                  <a:lnTo>
                    <a:pt x="186846" y="10018"/>
                  </a:lnTo>
                  <a:lnTo>
                    <a:pt x="194631" y="10580"/>
                  </a:lnTo>
                  <a:lnTo>
                    <a:pt x="202417" y="11002"/>
                  </a:lnTo>
                  <a:lnTo>
                    <a:pt x="210202" y="11390"/>
                  </a:lnTo>
                  <a:lnTo>
                    <a:pt x="217987" y="11526"/>
                  </a:lnTo>
                  <a:lnTo>
                    <a:pt x="225772" y="11653"/>
                  </a:lnTo>
                  <a:lnTo>
                    <a:pt x="233558" y="11983"/>
                  </a:lnTo>
                  <a:lnTo>
                    <a:pt x="241343" y="12317"/>
                  </a:lnTo>
                  <a:lnTo>
                    <a:pt x="249128" y="12654"/>
                  </a:lnTo>
                  <a:lnTo>
                    <a:pt x="256913" y="12775"/>
                  </a:lnTo>
                  <a:lnTo>
                    <a:pt x="264699" y="13123"/>
                  </a:lnTo>
                  <a:lnTo>
                    <a:pt x="272484" y="13340"/>
                  </a:lnTo>
                  <a:lnTo>
                    <a:pt x="280269" y="13639"/>
                  </a:lnTo>
                  <a:lnTo>
                    <a:pt x="288055" y="13768"/>
                  </a:lnTo>
                  <a:lnTo>
                    <a:pt x="295840" y="14054"/>
                  </a:lnTo>
                  <a:lnTo>
                    <a:pt x="303625" y="14198"/>
                  </a:lnTo>
                  <a:lnTo>
                    <a:pt x="311410" y="14336"/>
                  </a:lnTo>
                  <a:lnTo>
                    <a:pt x="319196" y="14502"/>
                  </a:lnTo>
                  <a:lnTo>
                    <a:pt x="326981" y="14460"/>
                  </a:lnTo>
                  <a:lnTo>
                    <a:pt x="334766" y="14695"/>
                  </a:lnTo>
                  <a:lnTo>
                    <a:pt x="342551" y="14931"/>
                  </a:lnTo>
                  <a:lnTo>
                    <a:pt x="350337" y="15164"/>
                  </a:lnTo>
                  <a:lnTo>
                    <a:pt x="358122" y="15331"/>
                  </a:lnTo>
                  <a:lnTo>
                    <a:pt x="365907" y="15573"/>
                  </a:lnTo>
                  <a:lnTo>
                    <a:pt x="373692" y="15919"/>
                  </a:lnTo>
                  <a:lnTo>
                    <a:pt x="381478" y="16119"/>
                  </a:lnTo>
                  <a:lnTo>
                    <a:pt x="389263" y="16355"/>
                  </a:lnTo>
                  <a:lnTo>
                    <a:pt x="397048" y="16469"/>
                  </a:lnTo>
                  <a:lnTo>
                    <a:pt x="404834" y="16567"/>
                  </a:lnTo>
                  <a:lnTo>
                    <a:pt x="412619" y="16725"/>
                  </a:lnTo>
                  <a:lnTo>
                    <a:pt x="420404" y="17208"/>
                  </a:lnTo>
                  <a:lnTo>
                    <a:pt x="428189" y="17323"/>
                  </a:lnTo>
                  <a:lnTo>
                    <a:pt x="435975" y="17146"/>
                  </a:lnTo>
                  <a:lnTo>
                    <a:pt x="443760" y="17321"/>
                  </a:lnTo>
                  <a:lnTo>
                    <a:pt x="451545" y="17753"/>
                  </a:lnTo>
                  <a:lnTo>
                    <a:pt x="459330" y="18183"/>
                  </a:lnTo>
                  <a:lnTo>
                    <a:pt x="467116" y="18292"/>
                  </a:lnTo>
                  <a:lnTo>
                    <a:pt x="474901" y="18336"/>
                  </a:lnTo>
                  <a:lnTo>
                    <a:pt x="482686" y="18498"/>
                  </a:lnTo>
                  <a:lnTo>
                    <a:pt x="490472" y="18604"/>
                  </a:lnTo>
                  <a:lnTo>
                    <a:pt x="498257" y="18741"/>
                  </a:lnTo>
                  <a:lnTo>
                    <a:pt x="506042" y="18870"/>
                  </a:lnTo>
                  <a:lnTo>
                    <a:pt x="513827" y="18949"/>
                  </a:lnTo>
                  <a:lnTo>
                    <a:pt x="521613" y="19095"/>
                  </a:lnTo>
                  <a:lnTo>
                    <a:pt x="529398" y="19336"/>
                  </a:lnTo>
                  <a:lnTo>
                    <a:pt x="537183" y="19670"/>
                  </a:lnTo>
                  <a:lnTo>
                    <a:pt x="544968" y="19806"/>
                  </a:lnTo>
                  <a:lnTo>
                    <a:pt x="552754" y="19812"/>
                  </a:lnTo>
                  <a:lnTo>
                    <a:pt x="560539" y="19828"/>
                  </a:lnTo>
                  <a:lnTo>
                    <a:pt x="568324" y="19971"/>
                  </a:lnTo>
                  <a:lnTo>
                    <a:pt x="576110" y="20067"/>
                  </a:lnTo>
                  <a:lnTo>
                    <a:pt x="583895" y="20271"/>
                  </a:lnTo>
                  <a:lnTo>
                    <a:pt x="591680" y="20343"/>
                  </a:lnTo>
                  <a:lnTo>
                    <a:pt x="599465" y="20541"/>
                  </a:lnTo>
                  <a:lnTo>
                    <a:pt x="607251" y="20643"/>
                  </a:lnTo>
                  <a:lnTo>
                    <a:pt x="615036" y="20516"/>
                  </a:lnTo>
                  <a:lnTo>
                    <a:pt x="622821" y="20368"/>
                  </a:lnTo>
                  <a:lnTo>
                    <a:pt x="630606" y="20470"/>
                  </a:lnTo>
                  <a:lnTo>
                    <a:pt x="638392" y="20602"/>
                  </a:lnTo>
                  <a:lnTo>
                    <a:pt x="646177" y="20683"/>
                  </a:lnTo>
                  <a:lnTo>
                    <a:pt x="653962" y="20783"/>
                  </a:lnTo>
                  <a:lnTo>
                    <a:pt x="661747" y="20772"/>
                  </a:lnTo>
                  <a:lnTo>
                    <a:pt x="669533" y="20509"/>
                  </a:lnTo>
                  <a:lnTo>
                    <a:pt x="677318" y="20460"/>
                  </a:lnTo>
                  <a:lnTo>
                    <a:pt x="685103" y="20773"/>
                  </a:lnTo>
                  <a:lnTo>
                    <a:pt x="692889" y="20706"/>
                  </a:lnTo>
                  <a:lnTo>
                    <a:pt x="700674" y="20495"/>
                  </a:lnTo>
                  <a:lnTo>
                    <a:pt x="708459" y="20603"/>
                  </a:lnTo>
                  <a:lnTo>
                    <a:pt x="716244" y="20580"/>
                  </a:lnTo>
                  <a:lnTo>
                    <a:pt x="724030" y="20480"/>
                  </a:lnTo>
                  <a:lnTo>
                    <a:pt x="731815" y="20783"/>
                  </a:lnTo>
                  <a:lnTo>
                    <a:pt x="739600" y="20888"/>
                  </a:lnTo>
                  <a:lnTo>
                    <a:pt x="747385" y="21055"/>
                  </a:lnTo>
                  <a:lnTo>
                    <a:pt x="755171" y="21134"/>
                  </a:lnTo>
                  <a:lnTo>
                    <a:pt x="762956" y="21025"/>
                  </a:lnTo>
                  <a:lnTo>
                    <a:pt x="770741" y="20859"/>
                  </a:lnTo>
                  <a:lnTo>
                    <a:pt x="778527" y="20860"/>
                  </a:lnTo>
                  <a:lnTo>
                    <a:pt x="786312" y="20946"/>
                  </a:lnTo>
                  <a:lnTo>
                    <a:pt x="794097" y="21042"/>
                  </a:lnTo>
                  <a:lnTo>
                    <a:pt x="801882" y="20976"/>
                  </a:lnTo>
                  <a:lnTo>
                    <a:pt x="809668" y="21127"/>
                  </a:lnTo>
                  <a:lnTo>
                    <a:pt x="817453" y="20922"/>
                  </a:lnTo>
                  <a:lnTo>
                    <a:pt x="825238" y="21039"/>
                  </a:lnTo>
                  <a:lnTo>
                    <a:pt x="833023" y="20963"/>
                  </a:lnTo>
                  <a:lnTo>
                    <a:pt x="840809" y="20890"/>
                  </a:lnTo>
                  <a:lnTo>
                    <a:pt x="848594" y="20845"/>
                  </a:lnTo>
                  <a:lnTo>
                    <a:pt x="856379" y="20740"/>
                  </a:lnTo>
                  <a:lnTo>
                    <a:pt x="864165" y="20506"/>
                  </a:lnTo>
                  <a:lnTo>
                    <a:pt x="871950" y="20251"/>
                  </a:lnTo>
                  <a:lnTo>
                    <a:pt x="879735" y="20168"/>
                  </a:lnTo>
                  <a:lnTo>
                    <a:pt x="887520" y="20087"/>
                  </a:lnTo>
                  <a:lnTo>
                    <a:pt x="895306" y="20027"/>
                  </a:lnTo>
                  <a:lnTo>
                    <a:pt x="903091" y="20014"/>
                  </a:lnTo>
                  <a:lnTo>
                    <a:pt x="910876" y="19857"/>
                  </a:lnTo>
                  <a:lnTo>
                    <a:pt x="918661" y="19774"/>
                  </a:lnTo>
                  <a:lnTo>
                    <a:pt x="926447" y="19701"/>
                  </a:lnTo>
                  <a:lnTo>
                    <a:pt x="934232" y="19624"/>
                  </a:lnTo>
                  <a:lnTo>
                    <a:pt x="942017" y="19542"/>
                  </a:lnTo>
                  <a:lnTo>
                    <a:pt x="949802" y="19454"/>
                  </a:lnTo>
                  <a:lnTo>
                    <a:pt x="957588" y="19131"/>
                  </a:lnTo>
                  <a:lnTo>
                    <a:pt x="965373" y="18809"/>
                  </a:lnTo>
                  <a:lnTo>
                    <a:pt x="973158" y="18605"/>
                  </a:lnTo>
                  <a:lnTo>
                    <a:pt x="980944" y="18406"/>
                  </a:lnTo>
                  <a:lnTo>
                    <a:pt x="988729" y="18207"/>
                  </a:lnTo>
                  <a:lnTo>
                    <a:pt x="996514" y="18137"/>
                  </a:lnTo>
                  <a:lnTo>
                    <a:pt x="1004299" y="18129"/>
                  </a:lnTo>
                  <a:lnTo>
                    <a:pt x="1012085" y="18064"/>
                  </a:lnTo>
                  <a:lnTo>
                    <a:pt x="1019870" y="17982"/>
                  </a:lnTo>
                  <a:lnTo>
                    <a:pt x="1027655" y="17887"/>
                  </a:lnTo>
                  <a:lnTo>
                    <a:pt x="1035440" y="17878"/>
                  </a:lnTo>
                  <a:lnTo>
                    <a:pt x="1043226" y="17928"/>
                  </a:lnTo>
                  <a:lnTo>
                    <a:pt x="1051011" y="17952"/>
                  </a:lnTo>
                  <a:lnTo>
                    <a:pt x="1058796" y="17945"/>
                  </a:lnTo>
                  <a:lnTo>
                    <a:pt x="1066582" y="17695"/>
                  </a:lnTo>
                  <a:lnTo>
                    <a:pt x="1074367" y="17479"/>
                  </a:lnTo>
                  <a:lnTo>
                    <a:pt x="1082152" y="17413"/>
                  </a:lnTo>
                  <a:lnTo>
                    <a:pt x="1089937" y="17347"/>
                  </a:lnTo>
                  <a:lnTo>
                    <a:pt x="1097723" y="17220"/>
                  </a:lnTo>
                  <a:lnTo>
                    <a:pt x="1105508" y="16995"/>
                  </a:lnTo>
                  <a:lnTo>
                    <a:pt x="1113293" y="16853"/>
                  </a:lnTo>
                  <a:lnTo>
                    <a:pt x="1121078" y="16756"/>
                  </a:lnTo>
                  <a:lnTo>
                    <a:pt x="1128864" y="16660"/>
                  </a:lnTo>
                  <a:lnTo>
                    <a:pt x="1136649" y="16567"/>
                  </a:lnTo>
                  <a:lnTo>
                    <a:pt x="1144434" y="16476"/>
                  </a:lnTo>
                  <a:lnTo>
                    <a:pt x="1152220" y="16384"/>
                  </a:lnTo>
                  <a:lnTo>
                    <a:pt x="1160005" y="16293"/>
                  </a:lnTo>
                  <a:lnTo>
                    <a:pt x="1167790" y="16202"/>
                  </a:lnTo>
                  <a:lnTo>
                    <a:pt x="1175575" y="16111"/>
                  </a:lnTo>
                  <a:lnTo>
                    <a:pt x="1183361" y="16038"/>
                  </a:lnTo>
                  <a:lnTo>
                    <a:pt x="1191146" y="15928"/>
                  </a:lnTo>
                  <a:lnTo>
                    <a:pt x="1198931" y="15834"/>
                  </a:lnTo>
                  <a:lnTo>
                    <a:pt x="1206716" y="15742"/>
                  </a:lnTo>
                  <a:lnTo>
                    <a:pt x="1214502" y="15649"/>
                  </a:lnTo>
                  <a:lnTo>
                    <a:pt x="1222287" y="15556"/>
                  </a:lnTo>
                  <a:lnTo>
                    <a:pt x="1230072" y="15463"/>
                  </a:lnTo>
                  <a:lnTo>
                    <a:pt x="1237857" y="15355"/>
                  </a:lnTo>
                  <a:lnTo>
                    <a:pt x="1245643" y="15140"/>
                  </a:lnTo>
                  <a:lnTo>
                    <a:pt x="1253428" y="14925"/>
                  </a:lnTo>
                  <a:lnTo>
                    <a:pt x="1261213" y="14903"/>
                  </a:lnTo>
                  <a:lnTo>
                    <a:pt x="1268999" y="14972"/>
                  </a:lnTo>
                  <a:lnTo>
                    <a:pt x="1276784" y="14890"/>
                  </a:lnTo>
                  <a:lnTo>
                    <a:pt x="1284569" y="14727"/>
                  </a:lnTo>
                  <a:lnTo>
                    <a:pt x="1292354" y="14699"/>
                  </a:lnTo>
                  <a:lnTo>
                    <a:pt x="1300140" y="14465"/>
                  </a:lnTo>
                  <a:lnTo>
                    <a:pt x="1307925" y="14234"/>
                  </a:lnTo>
                  <a:lnTo>
                    <a:pt x="1315710" y="14066"/>
                  </a:lnTo>
                  <a:lnTo>
                    <a:pt x="1323495" y="13903"/>
                  </a:lnTo>
                  <a:lnTo>
                    <a:pt x="1331281" y="13741"/>
                  </a:lnTo>
                  <a:lnTo>
                    <a:pt x="1339066" y="13579"/>
                  </a:lnTo>
                  <a:lnTo>
                    <a:pt x="1346851" y="13369"/>
                  </a:lnTo>
                  <a:lnTo>
                    <a:pt x="1354637" y="13229"/>
                  </a:lnTo>
                  <a:lnTo>
                    <a:pt x="1362422" y="13089"/>
                  </a:lnTo>
                  <a:lnTo>
                    <a:pt x="1370207" y="12931"/>
                  </a:lnTo>
                  <a:lnTo>
                    <a:pt x="1377992" y="12725"/>
                  </a:lnTo>
                  <a:lnTo>
                    <a:pt x="1385778" y="12412"/>
                  </a:lnTo>
                  <a:lnTo>
                    <a:pt x="1393563" y="12249"/>
                  </a:lnTo>
                  <a:lnTo>
                    <a:pt x="1401348" y="12204"/>
                  </a:lnTo>
                  <a:lnTo>
                    <a:pt x="1409133" y="12003"/>
                  </a:lnTo>
                  <a:lnTo>
                    <a:pt x="1416919" y="11741"/>
                  </a:lnTo>
                  <a:lnTo>
                    <a:pt x="1424704" y="11481"/>
                  </a:lnTo>
                  <a:lnTo>
                    <a:pt x="1432489" y="11221"/>
                  </a:lnTo>
                  <a:lnTo>
                    <a:pt x="1440275" y="10962"/>
                  </a:lnTo>
                  <a:lnTo>
                    <a:pt x="1448060" y="10704"/>
                  </a:lnTo>
                  <a:lnTo>
                    <a:pt x="1455845" y="10451"/>
                  </a:lnTo>
                  <a:lnTo>
                    <a:pt x="1463630" y="10200"/>
                  </a:lnTo>
                  <a:lnTo>
                    <a:pt x="1471416" y="9949"/>
                  </a:lnTo>
                  <a:lnTo>
                    <a:pt x="1479201" y="9700"/>
                  </a:lnTo>
                  <a:lnTo>
                    <a:pt x="1486986" y="9472"/>
                  </a:lnTo>
                  <a:lnTo>
                    <a:pt x="1494771" y="9242"/>
                  </a:lnTo>
                  <a:lnTo>
                    <a:pt x="1502557" y="9108"/>
                  </a:lnTo>
                  <a:lnTo>
                    <a:pt x="1510342" y="8990"/>
                  </a:lnTo>
                  <a:lnTo>
                    <a:pt x="1518127" y="8896"/>
                  </a:lnTo>
                  <a:lnTo>
                    <a:pt x="1525912" y="8807"/>
                  </a:lnTo>
                  <a:lnTo>
                    <a:pt x="1533698" y="8719"/>
                  </a:lnTo>
                  <a:lnTo>
                    <a:pt x="1541483" y="8630"/>
                  </a:lnTo>
                  <a:lnTo>
                    <a:pt x="1549268" y="8543"/>
                  </a:lnTo>
                  <a:lnTo>
                    <a:pt x="1557054" y="8456"/>
                  </a:lnTo>
                  <a:lnTo>
                    <a:pt x="1564839" y="8369"/>
                  </a:lnTo>
                  <a:lnTo>
                    <a:pt x="1572624" y="8282"/>
                  </a:lnTo>
                  <a:lnTo>
                    <a:pt x="1580409" y="8196"/>
                  </a:lnTo>
                  <a:lnTo>
                    <a:pt x="1588195" y="8109"/>
                  </a:lnTo>
                  <a:lnTo>
                    <a:pt x="1595980" y="8023"/>
                  </a:lnTo>
                  <a:lnTo>
                    <a:pt x="1603765" y="7937"/>
                  </a:lnTo>
                  <a:lnTo>
                    <a:pt x="1611550" y="7851"/>
                  </a:lnTo>
                  <a:lnTo>
                    <a:pt x="1619336" y="7764"/>
                  </a:lnTo>
                  <a:lnTo>
                    <a:pt x="1627121" y="7679"/>
                  </a:lnTo>
                  <a:lnTo>
                    <a:pt x="1634906" y="7593"/>
                  </a:lnTo>
                  <a:lnTo>
                    <a:pt x="1642692" y="7476"/>
                  </a:lnTo>
                  <a:lnTo>
                    <a:pt x="1650477" y="7337"/>
                  </a:lnTo>
                  <a:lnTo>
                    <a:pt x="1658262" y="7186"/>
                  </a:lnTo>
                  <a:lnTo>
                    <a:pt x="1666047" y="7035"/>
                  </a:lnTo>
                  <a:lnTo>
                    <a:pt x="1673833" y="6884"/>
                  </a:lnTo>
                  <a:lnTo>
                    <a:pt x="1681618" y="6737"/>
                  </a:lnTo>
                  <a:lnTo>
                    <a:pt x="1689403" y="6590"/>
                  </a:lnTo>
                  <a:lnTo>
                    <a:pt x="1697188" y="6444"/>
                  </a:lnTo>
                  <a:lnTo>
                    <a:pt x="1704974" y="6297"/>
                  </a:lnTo>
                  <a:lnTo>
                    <a:pt x="1712759" y="6152"/>
                  </a:lnTo>
                  <a:lnTo>
                    <a:pt x="1720544" y="5999"/>
                  </a:lnTo>
                  <a:lnTo>
                    <a:pt x="1728330" y="5801"/>
                  </a:lnTo>
                  <a:lnTo>
                    <a:pt x="1736115" y="5604"/>
                  </a:lnTo>
                  <a:lnTo>
                    <a:pt x="1743900" y="5407"/>
                  </a:lnTo>
                  <a:lnTo>
                    <a:pt x="1751685" y="5285"/>
                  </a:lnTo>
                  <a:lnTo>
                    <a:pt x="1759471" y="5172"/>
                  </a:lnTo>
                  <a:lnTo>
                    <a:pt x="1767256" y="5060"/>
                  </a:lnTo>
                  <a:lnTo>
                    <a:pt x="1775041" y="4947"/>
                  </a:lnTo>
                  <a:lnTo>
                    <a:pt x="1782826" y="4822"/>
                  </a:lnTo>
                  <a:lnTo>
                    <a:pt x="1790612" y="4655"/>
                  </a:lnTo>
                  <a:lnTo>
                    <a:pt x="1798397" y="4488"/>
                  </a:lnTo>
                  <a:lnTo>
                    <a:pt x="1806182" y="4321"/>
                  </a:lnTo>
                  <a:lnTo>
                    <a:pt x="1813967" y="4155"/>
                  </a:lnTo>
                  <a:lnTo>
                    <a:pt x="1821753" y="3989"/>
                  </a:lnTo>
                  <a:lnTo>
                    <a:pt x="1829538" y="3824"/>
                  </a:lnTo>
                  <a:lnTo>
                    <a:pt x="1837323" y="3603"/>
                  </a:lnTo>
                  <a:lnTo>
                    <a:pt x="1845109" y="3333"/>
                  </a:lnTo>
                  <a:lnTo>
                    <a:pt x="1852894" y="3043"/>
                  </a:lnTo>
                  <a:lnTo>
                    <a:pt x="1860679" y="2797"/>
                  </a:lnTo>
                  <a:lnTo>
                    <a:pt x="1868464" y="2529"/>
                  </a:lnTo>
                  <a:lnTo>
                    <a:pt x="1876250" y="2298"/>
                  </a:lnTo>
                  <a:lnTo>
                    <a:pt x="1884035" y="2203"/>
                  </a:lnTo>
                  <a:lnTo>
                    <a:pt x="1891820" y="2111"/>
                  </a:lnTo>
                  <a:lnTo>
                    <a:pt x="1899605" y="2020"/>
                  </a:lnTo>
                  <a:lnTo>
                    <a:pt x="1907391" y="1930"/>
                  </a:lnTo>
                  <a:lnTo>
                    <a:pt x="1915176" y="1840"/>
                  </a:lnTo>
                  <a:lnTo>
                    <a:pt x="1922961" y="1694"/>
                  </a:lnTo>
                  <a:lnTo>
                    <a:pt x="1930747" y="1487"/>
                  </a:lnTo>
                  <a:lnTo>
                    <a:pt x="1938532" y="1298"/>
                  </a:lnTo>
                  <a:lnTo>
                    <a:pt x="1946317" y="1181"/>
                  </a:lnTo>
                  <a:lnTo>
                    <a:pt x="1954102" y="960"/>
                  </a:lnTo>
                  <a:lnTo>
                    <a:pt x="1961888" y="740"/>
                  </a:lnTo>
                  <a:lnTo>
                    <a:pt x="1969673" y="522"/>
                  </a:lnTo>
                  <a:lnTo>
                    <a:pt x="1977458" y="427"/>
                  </a:lnTo>
                  <a:lnTo>
                    <a:pt x="1985243" y="361"/>
                  </a:lnTo>
                  <a:lnTo>
                    <a:pt x="1993029" y="296"/>
                  </a:lnTo>
                  <a:lnTo>
                    <a:pt x="2000814" y="230"/>
                  </a:lnTo>
                  <a:lnTo>
                    <a:pt x="2008599" y="153"/>
                  </a:lnTo>
                  <a:lnTo>
                    <a:pt x="2016385" y="0"/>
                  </a:lnTo>
                  <a:lnTo>
                    <a:pt x="2016385" y="353438"/>
                  </a:lnTo>
                  <a:lnTo>
                    <a:pt x="2008599" y="351912"/>
                  </a:lnTo>
                  <a:lnTo>
                    <a:pt x="2000814" y="350382"/>
                  </a:lnTo>
                  <a:lnTo>
                    <a:pt x="1993029" y="348850"/>
                  </a:lnTo>
                  <a:lnTo>
                    <a:pt x="1985243" y="347316"/>
                  </a:lnTo>
                  <a:lnTo>
                    <a:pt x="1977458" y="345779"/>
                  </a:lnTo>
                  <a:lnTo>
                    <a:pt x="1969673" y="344239"/>
                  </a:lnTo>
                  <a:lnTo>
                    <a:pt x="1961888" y="342697"/>
                  </a:lnTo>
                  <a:lnTo>
                    <a:pt x="1954102" y="341153"/>
                  </a:lnTo>
                  <a:lnTo>
                    <a:pt x="1946317" y="339606"/>
                  </a:lnTo>
                  <a:lnTo>
                    <a:pt x="1938532" y="338057"/>
                  </a:lnTo>
                  <a:lnTo>
                    <a:pt x="1930747" y="336506"/>
                  </a:lnTo>
                  <a:lnTo>
                    <a:pt x="1922961" y="334953"/>
                  </a:lnTo>
                  <a:lnTo>
                    <a:pt x="1915176" y="333398"/>
                  </a:lnTo>
                  <a:lnTo>
                    <a:pt x="1907391" y="331841"/>
                  </a:lnTo>
                  <a:lnTo>
                    <a:pt x="1899605" y="330273"/>
                  </a:lnTo>
                  <a:lnTo>
                    <a:pt x="1891820" y="328702"/>
                  </a:lnTo>
                  <a:lnTo>
                    <a:pt x="1884035" y="327129"/>
                  </a:lnTo>
                  <a:lnTo>
                    <a:pt x="1876250" y="325555"/>
                  </a:lnTo>
                  <a:lnTo>
                    <a:pt x="1868464" y="324046"/>
                  </a:lnTo>
                  <a:lnTo>
                    <a:pt x="1860679" y="322796"/>
                  </a:lnTo>
                  <a:lnTo>
                    <a:pt x="1852894" y="321545"/>
                  </a:lnTo>
                  <a:lnTo>
                    <a:pt x="1845109" y="320294"/>
                  </a:lnTo>
                  <a:lnTo>
                    <a:pt x="1837323" y="319039"/>
                  </a:lnTo>
                  <a:lnTo>
                    <a:pt x="1829538" y="317745"/>
                  </a:lnTo>
                  <a:lnTo>
                    <a:pt x="1821753" y="315859"/>
                  </a:lnTo>
                  <a:lnTo>
                    <a:pt x="1813967" y="313968"/>
                  </a:lnTo>
                  <a:lnTo>
                    <a:pt x="1806182" y="312075"/>
                  </a:lnTo>
                  <a:lnTo>
                    <a:pt x="1798397" y="310181"/>
                  </a:lnTo>
                  <a:lnTo>
                    <a:pt x="1790612" y="308285"/>
                  </a:lnTo>
                  <a:lnTo>
                    <a:pt x="1782826" y="306611"/>
                  </a:lnTo>
                  <a:lnTo>
                    <a:pt x="1775041" y="305169"/>
                  </a:lnTo>
                  <a:lnTo>
                    <a:pt x="1767256" y="303381"/>
                  </a:lnTo>
                  <a:lnTo>
                    <a:pt x="1759471" y="301788"/>
                  </a:lnTo>
                  <a:lnTo>
                    <a:pt x="1751685" y="299931"/>
                  </a:lnTo>
                  <a:lnTo>
                    <a:pt x="1743900" y="297981"/>
                  </a:lnTo>
                  <a:lnTo>
                    <a:pt x="1736115" y="296085"/>
                  </a:lnTo>
                  <a:lnTo>
                    <a:pt x="1728330" y="294670"/>
                  </a:lnTo>
                  <a:lnTo>
                    <a:pt x="1720544" y="293319"/>
                  </a:lnTo>
                  <a:lnTo>
                    <a:pt x="1712759" y="291911"/>
                  </a:lnTo>
                  <a:lnTo>
                    <a:pt x="1704974" y="290110"/>
                  </a:lnTo>
                  <a:lnTo>
                    <a:pt x="1697188" y="288309"/>
                  </a:lnTo>
                  <a:lnTo>
                    <a:pt x="1689403" y="286695"/>
                  </a:lnTo>
                  <a:lnTo>
                    <a:pt x="1681618" y="285317"/>
                  </a:lnTo>
                  <a:lnTo>
                    <a:pt x="1673833" y="283939"/>
                  </a:lnTo>
                  <a:lnTo>
                    <a:pt x="1666047" y="282562"/>
                  </a:lnTo>
                  <a:lnTo>
                    <a:pt x="1658262" y="281124"/>
                  </a:lnTo>
                  <a:lnTo>
                    <a:pt x="1650477" y="279544"/>
                  </a:lnTo>
                  <a:lnTo>
                    <a:pt x="1642692" y="277956"/>
                  </a:lnTo>
                  <a:lnTo>
                    <a:pt x="1634906" y="276369"/>
                  </a:lnTo>
                  <a:lnTo>
                    <a:pt x="1627121" y="274783"/>
                  </a:lnTo>
                  <a:lnTo>
                    <a:pt x="1619336" y="273294"/>
                  </a:lnTo>
                  <a:lnTo>
                    <a:pt x="1611550" y="271849"/>
                  </a:lnTo>
                  <a:lnTo>
                    <a:pt x="1603765" y="270302"/>
                  </a:lnTo>
                  <a:lnTo>
                    <a:pt x="1595980" y="268619"/>
                  </a:lnTo>
                  <a:lnTo>
                    <a:pt x="1588195" y="267082"/>
                  </a:lnTo>
                  <a:lnTo>
                    <a:pt x="1580409" y="265677"/>
                  </a:lnTo>
                  <a:lnTo>
                    <a:pt x="1572624" y="264144"/>
                  </a:lnTo>
                  <a:lnTo>
                    <a:pt x="1564839" y="262611"/>
                  </a:lnTo>
                  <a:lnTo>
                    <a:pt x="1557054" y="261080"/>
                  </a:lnTo>
                  <a:lnTo>
                    <a:pt x="1549268" y="259849"/>
                  </a:lnTo>
                  <a:lnTo>
                    <a:pt x="1541483" y="258660"/>
                  </a:lnTo>
                  <a:lnTo>
                    <a:pt x="1533698" y="257472"/>
                  </a:lnTo>
                  <a:lnTo>
                    <a:pt x="1525912" y="256284"/>
                  </a:lnTo>
                  <a:lnTo>
                    <a:pt x="1518127" y="255097"/>
                  </a:lnTo>
                  <a:lnTo>
                    <a:pt x="1510342" y="253911"/>
                  </a:lnTo>
                  <a:lnTo>
                    <a:pt x="1502557" y="252726"/>
                  </a:lnTo>
                  <a:lnTo>
                    <a:pt x="1494771" y="251541"/>
                  </a:lnTo>
                  <a:lnTo>
                    <a:pt x="1486986" y="250354"/>
                  </a:lnTo>
                  <a:lnTo>
                    <a:pt x="1479201" y="249167"/>
                  </a:lnTo>
                  <a:lnTo>
                    <a:pt x="1471416" y="247982"/>
                  </a:lnTo>
                  <a:lnTo>
                    <a:pt x="1463630" y="246792"/>
                  </a:lnTo>
                  <a:lnTo>
                    <a:pt x="1455845" y="245257"/>
                  </a:lnTo>
                  <a:lnTo>
                    <a:pt x="1448060" y="243685"/>
                  </a:lnTo>
                  <a:lnTo>
                    <a:pt x="1440275" y="242114"/>
                  </a:lnTo>
                  <a:lnTo>
                    <a:pt x="1432489" y="240544"/>
                  </a:lnTo>
                  <a:lnTo>
                    <a:pt x="1424704" y="238977"/>
                  </a:lnTo>
                  <a:lnTo>
                    <a:pt x="1416919" y="237610"/>
                  </a:lnTo>
                  <a:lnTo>
                    <a:pt x="1409133" y="236510"/>
                  </a:lnTo>
                  <a:lnTo>
                    <a:pt x="1401348" y="235411"/>
                  </a:lnTo>
                  <a:lnTo>
                    <a:pt x="1393563" y="234313"/>
                  </a:lnTo>
                  <a:lnTo>
                    <a:pt x="1385778" y="233216"/>
                  </a:lnTo>
                  <a:lnTo>
                    <a:pt x="1377992" y="232120"/>
                  </a:lnTo>
                  <a:lnTo>
                    <a:pt x="1370207" y="230890"/>
                  </a:lnTo>
                  <a:lnTo>
                    <a:pt x="1362422" y="229553"/>
                  </a:lnTo>
                  <a:lnTo>
                    <a:pt x="1354637" y="228201"/>
                  </a:lnTo>
                  <a:lnTo>
                    <a:pt x="1346851" y="226378"/>
                  </a:lnTo>
                  <a:lnTo>
                    <a:pt x="1339066" y="224543"/>
                  </a:lnTo>
                  <a:lnTo>
                    <a:pt x="1331281" y="222708"/>
                  </a:lnTo>
                  <a:lnTo>
                    <a:pt x="1323495" y="220877"/>
                  </a:lnTo>
                  <a:lnTo>
                    <a:pt x="1315710" y="219107"/>
                  </a:lnTo>
                  <a:lnTo>
                    <a:pt x="1307925" y="217861"/>
                  </a:lnTo>
                  <a:lnTo>
                    <a:pt x="1300140" y="216513"/>
                  </a:lnTo>
                  <a:lnTo>
                    <a:pt x="1292354" y="215254"/>
                  </a:lnTo>
                  <a:lnTo>
                    <a:pt x="1284569" y="214111"/>
                  </a:lnTo>
                  <a:lnTo>
                    <a:pt x="1276784" y="212939"/>
                  </a:lnTo>
                  <a:lnTo>
                    <a:pt x="1268999" y="211718"/>
                  </a:lnTo>
                  <a:lnTo>
                    <a:pt x="1261213" y="210517"/>
                  </a:lnTo>
                  <a:lnTo>
                    <a:pt x="1253428" y="209567"/>
                  </a:lnTo>
                  <a:lnTo>
                    <a:pt x="1245643" y="208443"/>
                  </a:lnTo>
                  <a:lnTo>
                    <a:pt x="1237857" y="207307"/>
                  </a:lnTo>
                  <a:lnTo>
                    <a:pt x="1230072" y="206173"/>
                  </a:lnTo>
                  <a:lnTo>
                    <a:pt x="1222287" y="204846"/>
                  </a:lnTo>
                  <a:lnTo>
                    <a:pt x="1214502" y="203500"/>
                  </a:lnTo>
                  <a:lnTo>
                    <a:pt x="1206716" y="202158"/>
                  </a:lnTo>
                  <a:lnTo>
                    <a:pt x="1198931" y="200822"/>
                  </a:lnTo>
                  <a:lnTo>
                    <a:pt x="1191146" y="199623"/>
                  </a:lnTo>
                  <a:lnTo>
                    <a:pt x="1183361" y="198425"/>
                  </a:lnTo>
                  <a:lnTo>
                    <a:pt x="1175575" y="197224"/>
                  </a:lnTo>
                  <a:lnTo>
                    <a:pt x="1167790" y="196161"/>
                  </a:lnTo>
                  <a:lnTo>
                    <a:pt x="1160005" y="195072"/>
                  </a:lnTo>
                  <a:lnTo>
                    <a:pt x="1152220" y="193873"/>
                  </a:lnTo>
                  <a:lnTo>
                    <a:pt x="1144434" y="193052"/>
                  </a:lnTo>
                  <a:lnTo>
                    <a:pt x="1136649" y="191789"/>
                  </a:lnTo>
                  <a:lnTo>
                    <a:pt x="1128864" y="190421"/>
                  </a:lnTo>
                  <a:lnTo>
                    <a:pt x="1121078" y="188902"/>
                  </a:lnTo>
                  <a:lnTo>
                    <a:pt x="1113293" y="187698"/>
                  </a:lnTo>
                  <a:lnTo>
                    <a:pt x="1105508" y="186094"/>
                  </a:lnTo>
                  <a:lnTo>
                    <a:pt x="1097723" y="184542"/>
                  </a:lnTo>
                  <a:lnTo>
                    <a:pt x="1089937" y="183588"/>
                  </a:lnTo>
                  <a:lnTo>
                    <a:pt x="1082152" y="182635"/>
                  </a:lnTo>
                  <a:lnTo>
                    <a:pt x="1074367" y="181683"/>
                  </a:lnTo>
                  <a:lnTo>
                    <a:pt x="1066582" y="180518"/>
                  </a:lnTo>
                  <a:lnTo>
                    <a:pt x="1058796" y="179283"/>
                  </a:lnTo>
                  <a:lnTo>
                    <a:pt x="1051011" y="178051"/>
                  </a:lnTo>
                  <a:lnTo>
                    <a:pt x="1043226" y="176810"/>
                  </a:lnTo>
                  <a:lnTo>
                    <a:pt x="1035440" y="175585"/>
                  </a:lnTo>
                  <a:lnTo>
                    <a:pt x="1027655" y="174162"/>
                  </a:lnTo>
                  <a:lnTo>
                    <a:pt x="1019870" y="173183"/>
                  </a:lnTo>
                  <a:lnTo>
                    <a:pt x="1012085" y="171931"/>
                  </a:lnTo>
                  <a:lnTo>
                    <a:pt x="1004299" y="170460"/>
                  </a:lnTo>
                  <a:lnTo>
                    <a:pt x="996514" y="168951"/>
                  </a:lnTo>
                  <a:lnTo>
                    <a:pt x="988729" y="167565"/>
                  </a:lnTo>
                  <a:lnTo>
                    <a:pt x="980944" y="166659"/>
                  </a:lnTo>
                  <a:lnTo>
                    <a:pt x="973158" y="165251"/>
                  </a:lnTo>
                  <a:lnTo>
                    <a:pt x="965373" y="164044"/>
                  </a:lnTo>
                  <a:lnTo>
                    <a:pt x="957588" y="162823"/>
                  </a:lnTo>
                  <a:lnTo>
                    <a:pt x="949802" y="161769"/>
                  </a:lnTo>
                  <a:lnTo>
                    <a:pt x="942017" y="160677"/>
                  </a:lnTo>
                  <a:lnTo>
                    <a:pt x="934232" y="159632"/>
                  </a:lnTo>
                  <a:lnTo>
                    <a:pt x="926447" y="158616"/>
                  </a:lnTo>
                  <a:lnTo>
                    <a:pt x="918661" y="157578"/>
                  </a:lnTo>
                  <a:lnTo>
                    <a:pt x="910876" y="156500"/>
                  </a:lnTo>
                  <a:lnTo>
                    <a:pt x="903091" y="155617"/>
                  </a:lnTo>
                  <a:lnTo>
                    <a:pt x="895306" y="154631"/>
                  </a:lnTo>
                  <a:lnTo>
                    <a:pt x="887520" y="153630"/>
                  </a:lnTo>
                  <a:lnTo>
                    <a:pt x="879735" y="152636"/>
                  </a:lnTo>
                  <a:lnTo>
                    <a:pt x="871950" y="151505"/>
                  </a:lnTo>
                  <a:lnTo>
                    <a:pt x="864165" y="150327"/>
                  </a:lnTo>
                  <a:lnTo>
                    <a:pt x="856379" y="149301"/>
                  </a:lnTo>
                  <a:lnTo>
                    <a:pt x="848594" y="147940"/>
                  </a:lnTo>
                  <a:lnTo>
                    <a:pt x="840809" y="147136"/>
                  </a:lnTo>
                  <a:lnTo>
                    <a:pt x="833023" y="146260"/>
                  </a:lnTo>
                  <a:lnTo>
                    <a:pt x="825238" y="145548"/>
                  </a:lnTo>
                  <a:lnTo>
                    <a:pt x="817453" y="144480"/>
                  </a:lnTo>
                  <a:lnTo>
                    <a:pt x="809668" y="143259"/>
                  </a:lnTo>
                  <a:lnTo>
                    <a:pt x="801882" y="142262"/>
                  </a:lnTo>
                  <a:lnTo>
                    <a:pt x="794097" y="141492"/>
                  </a:lnTo>
                  <a:lnTo>
                    <a:pt x="786312" y="140899"/>
                  </a:lnTo>
                  <a:lnTo>
                    <a:pt x="778527" y="140029"/>
                  </a:lnTo>
                  <a:lnTo>
                    <a:pt x="770741" y="138814"/>
                  </a:lnTo>
                  <a:lnTo>
                    <a:pt x="762956" y="137803"/>
                  </a:lnTo>
                  <a:lnTo>
                    <a:pt x="755171" y="136739"/>
                  </a:lnTo>
                  <a:lnTo>
                    <a:pt x="747385" y="135746"/>
                  </a:lnTo>
                  <a:lnTo>
                    <a:pt x="739600" y="134676"/>
                  </a:lnTo>
                  <a:lnTo>
                    <a:pt x="731815" y="133647"/>
                  </a:lnTo>
                  <a:lnTo>
                    <a:pt x="724030" y="132619"/>
                  </a:lnTo>
                  <a:lnTo>
                    <a:pt x="716244" y="131497"/>
                  </a:lnTo>
                  <a:lnTo>
                    <a:pt x="708459" y="130503"/>
                  </a:lnTo>
                  <a:lnTo>
                    <a:pt x="700674" y="129787"/>
                  </a:lnTo>
                  <a:lnTo>
                    <a:pt x="692889" y="128936"/>
                  </a:lnTo>
                  <a:lnTo>
                    <a:pt x="685103" y="127982"/>
                  </a:lnTo>
                  <a:lnTo>
                    <a:pt x="677318" y="126893"/>
                  </a:lnTo>
                  <a:lnTo>
                    <a:pt x="669533" y="125831"/>
                  </a:lnTo>
                  <a:lnTo>
                    <a:pt x="661747" y="124811"/>
                  </a:lnTo>
                  <a:lnTo>
                    <a:pt x="653962" y="124351"/>
                  </a:lnTo>
                  <a:lnTo>
                    <a:pt x="646177" y="123605"/>
                  </a:lnTo>
                  <a:lnTo>
                    <a:pt x="638392" y="122884"/>
                  </a:lnTo>
                  <a:lnTo>
                    <a:pt x="630606" y="122312"/>
                  </a:lnTo>
                  <a:lnTo>
                    <a:pt x="622821" y="121316"/>
                  </a:lnTo>
                  <a:lnTo>
                    <a:pt x="615036" y="120334"/>
                  </a:lnTo>
                  <a:lnTo>
                    <a:pt x="607251" y="119523"/>
                  </a:lnTo>
                  <a:lnTo>
                    <a:pt x="599465" y="118714"/>
                  </a:lnTo>
                  <a:lnTo>
                    <a:pt x="591680" y="117907"/>
                  </a:lnTo>
                  <a:lnTo>
                    <a:pt x="583895" y="117194"/>
                  </a:lnTo>
                  <a:lnTo>
                    <a:pt x="576110" y="116750"/>
                  </a:lnTo>
                  <a:lnTo>
                    <a:pt x="568324" y="116191"/>
                  </a:lnTo>
                  <a:lnTo>
                    <a:pt x="560539" y="115631"/>
                  </a:lnTo>
                  <a:lnTo>
                    <a:pt x="552754" y="115345"/>
                  </a:lnTo>
                  <a:lnTo>
                    <a:pt x="544968" y="114974"/>
                  </a:lnTo>
                  <a:lnTo>
                    <a:pt x="537183" y="114839"/>
                  </a:lnTo>
                  <a:lnTo>
                    <a:pt x="529398" y="114537"/>
                  </a:lnTo>
                  <a:lnTo>
                    <a:pt x="521613" y="113727"/>
                  </a:lnTo>
                  <a:lnTo>
                    <a:pt x="513827" y="112939"/>
                  </a:lnTo>
                  <a:lnTo>
                    <a:pt x="506042" y="112386"/>
                  </a:lnTo>
                  <a:lnTo>
                    <a:pt x="498257" y="111654"/>
                  </a:lnTo>
                  <a:lnTo>
                    <a:pt x="490472" y="110633"/>
                  </a:lnTo>
                  <a:lnTo>
                    <a:pt x="482686" y="110248"/>
                  </a:lnTo>
                  <a:lnTo>
                    <a:pt x="474901" y="109652"/>
                  </a:lnTo>
                  <a:lnTo>
                    <a:pt x="467116" y="109111"/>
                  </a:lnTo>
                  <a:lnTo>
                    <a:pt x="459330" y="108570"/>
                  </a:lnTo>
                  <a:lnTo>
                    <a:pt x="451545" y="107863"/>
                  </a:lnTo>
                  <a:lnTo>
                    <a:pt x="443760" y="107246"/>
                  </a:lnTo>
                  <a:lnTo>
                    <a:pt x="435975" y="106469"/>
                  </a:lnTo>
                  <a:lnTo>
                    <a:pt x="428189" y="106156"/>
                  </a:lnTo>
                  <a:lnTo>
                    <a:pt x="420404" y="105963"/>
                  </a:lnTo>
                  <a:lnTo>
                    <a:pt x="412619" y="105083"/>
                  </a:lnTo>
                  <a:lnTo>
                    <a:pt x="404834" y="104534"/>
                  </a:lnTo>
                  <a:lnTo>
                    <a:pt x="397048" y="104212"/>
                  </a:lnTo>
                  <a:lnTo>
                    <a:pt x="389263" y="103861"/>
                  </a:lnTo>
                  <a:lnTo>
                    <a:pt x="381478" y="103490"/>
                  </a:lnTo>
                  <a:lnTo>
                    <a:pt x="373692" y="102890"/>
                  </a:lnTo>
                  <a:lnTo>
                    <a:pt x="365907" y="102753"/>
                  </a:lnTo>
                  <a:lnTo>
                    <a:pt x="358122" y="102717"/>
                  </a:lnTo>
                  <a:lnTo>
                    <a:pt x="350337" y="102594"/>
                  </a:lnTo>
                  <a:lnTo>
                    <a:pt x="342551" y="102270"/>
                  </a:lnTo>
                  <a:lnTo>
                    <a:pt x="334766" y="102296"/>
                  </a:lnTo>
                  <a:lnTo>
                    <a:pt x="326981" y="102038"/>
                  </a:lnTo>
                  <a:lnTo>
                    <a:pt x="319196" y="101977"/>
                  </a:lnTo>
                  <a:lnTo>
                    <a:pt x="311410" y="101205"/>
                  </a:lnTo>
                  <a:lnTo>
                    <a:pt x="303625" y="100903"/>
                  </a:lnTo>
                  <a:lnTo>
                    <a:pt x="295840" y="101118"/>
                  </a:lnTo>
                  <a:lnTo>
                    <a:pt x="288055" y="101074"/>
                  </a:lnTo>
                  <a:lnTo>
                    <a:pt x="280269" y="100939"/>
                  </a:lnTo>
                  <a:lnTo>
                    <a:pt x="272484" y="100705"/>
                  </a:lnTo>
                  <a:lnTo>
                    <a:pt x="264699" y="100450"/>
                  </a:lnTo>
                  <a:lnTo>
                    <a:pt x="256913" y="100486"/>
                  </a:lnTo>
                  <a:lnTo>
                    <a:pt x="249128" y="100394"/>
                  </a:lnTo>
                  <a:lnTo>
                    <a:pt x="241343" y="100392"/>
                  </a:lnTo>
                  <a:lnTo>
                    <a:pt x="233558" y="100452"/>
                  </a:lnTo>
                  <a:lnTo>
                    <a:pt x="225772" y="100289"/>
                  </a:lnTo>
                  <a:lnTo>
                    <a:pt x="217987" y="100298"/>
                  </a:lnTo>
                  <a:lnTo>
                    <a:pt x="210202" y="100199"/>
                  </a:lnTo>
                  <a:lnTo>
                    <a:pt x="202417" y="100041"/>
                  </a:lnTo>
                  <a:lnTo>
                    <a:pt x="194631" y="100378"/>
                  </a:lnTo>
                  <a:lnTo>
                    <a:pt x="186846" y="100476"/>
                  </a:lnTo>
                  <a:lnTo>
                    <a:pt x="179061" y="100493"/>
                  </a:lnTo>
                  <a:lnTo>
                    <a:pt x="171275" y="100272"/>
                  </a:lnTo>
                  <a:lnTo>
                    <a:pt x="163490" y="100051"/>
                  </a:lnTo>
                  <a:lnTo>
                    <a:pt x="155705" y="99830"/>
                  </a:lnTo>
                  <a:lnTo>
                    <a:pt x="147920" y="99903"/>
                  </a:lnTo>
                  <a:lnTo>
                    <a:pt x="140134" y="100320"/>
                  </a:lnTo>
                  <a:lnTo>
                    <a:pt x="132349" y="99799"/>
                  </a:lnTo>
                  <a:lnTo>
                    <a:pt x="124564" y="99664"/>
                  </a:lnTo>
                  <a:lnTo>
                    <a:pt x="116779" y="99798"/>
                  </a:lnTo>
                  <a:lnTo>
                    <a:pt x="108993" y="99954"/>
                  </a:lnTo>
                  <a:lnTo>
                    <a:pt x="101208" y="100088"/>
                  </a:lnTo>
                  <a:lnTo>
                    <a:pt x="93423" y="100223"/>
                  </a:lnTo>
                  <a:lnTo>
                    <a:pt x="85637" y="100271"/>
                  </a:lnTo>
                  <a:lnTo>
                    <a:pt x="77852" y="100348"/>
                  </a:lnTo>
                  <a:lnTo>
                    <a:pt x="70067" y="100223"/>
                  </a:lnTo>
                  <a:lnTo>
                    <a:pt x="62282" y="100164"/>
                  </a:lnTo>
                  <a:lnTo>
                    <a:pt x="54496" y="99987"/>
                  </a:lnTo>
                  <a:lnTo>
                    <a:pt x="46711" y="99745"/>
                  </a:lnTo>
                  <a:lnTo>
                    <a:pt x="38926" y="99555"/>
                  </a:lnTo>
                  <a:lnTo>
                    <a:pt x="31141" y="99181"/>
                  </a:lnTo>
                  <a:lnTo>
                    <a:pt x="23355" y="99012"/>
                  </a:lnTo>
                  <a:lnTo>
                    <a:pt x="15570" y="98781"/>
                  </a:lnTo>
                  <a:lnTo>
                    <a:pt x="7785" y="98541"/>
                  </a:lnTo>
                  <a:lnTo>
                    <a:pt x="0" y="98301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247627" y="2478349"/>
              <a:ext cx="2016385" cy="21134"/>
            </a:xfrm>
            <a:custGeom>
              <a:avLst/>
              <a:pathLst>
                <a:path w="2016385" h="21134">
                  <a:moveTo>
                    <a:pt x="0" y="2547"/>
                  </a:moveTo>
                  <a:lnTo>
                    <a:pt x="7785" y="2838"/>
                  </a:lnTo>
                  <a:lnTo>
                    <a:pt x="15570" y="3131"/>
                  </a:lnTo>
                  <a:lnTo>
                    <a:pt x="23355" y="3426"/>
                  </a:lnTo>
                  <a:lnTo>
                    <a:pt x="31141" y="3729"/>
                  </a:lnTo>
                  <a:lnTo>
                    <a:pt x="38926" y="4030"/>
                  </a:lnTo>
                  <a:lnTo>
                    <a:pt x="46711" y="4335"/>
                  </a:lnTo>
                  <a:lnTo>
                    <a:pt x="54496" y="4705"/>
                  </a:lnTo>
                  <a:lnTo>
                    <a:pt x="62282" y="5098"/>
                  </a:lnTo>
                  <a:lnTo>
                    <a:pt x="70067" y="5243"/>
                  </a:lnTo>
                  <a:lnTo>
                    <a:pt x="77852" y="5640"/>
                  </a:lnTo>
                  <a:lnTo>
                    <a:pt x="85637" y="6112"/>
                  </a:lnTo>
                  <a:lnTo>
                    <a:pt x="93423" y="6350"/>
                  </a:lnTo>
                  <a:lnTo>
                    <a:pt x="101208" y="6651"/>
                  </a:lnTo>
                  <a:lnTo>
                    <a:pt x="108993" y="6921"/>
                  </a:lnTo>
                  <a:lnTo>
                    <a:pt x="116779" y="7193"/>
                  </a:lnTo>
                  <a:lnTo>
                    <a:pt x="124564" y="7466"/>
                  </a:lnTo>
                  <a:lnTo>
                    <a:pt x="132349" y="7914"/>
                  </a:lnTo>
                  <a:lnTo>
                    <a:pt x="140134" y="8243"/>
                  </a:lnTo>
                  <a:lnTo>
                    <a:pt x="147920" y="8439"/>
                  </a:lnTo>
                  <a:lnTo>
                    <a:pt x="155705" y="8687"/>
                  </a:lnTo>
                  <a:lnTo>
                    <a:pt x="163490" y="9014"/>
                  </a:lnTo>
                  <a:lnTo>
                    <a:pt x="171275" y="9336"/>
                  </a:lnTo>
                  <a:lnTo>
                    <a:pt x="179061" y="9662"/>
                  </a:lnTo>
                  <a:lnTo>
                    <a:pt x="186846" y="10018"/>
                  </a:lnTo>
                  <a:lnTo>
                    <a:pt x="194631" y="10580"/>
                  </a:lnTo>
                  <a:lnTo>
                    <a:pt x="202417" y="11002"/>
                  </a:lnTo>
                  <a:lnTo>
                    <a:pt x="210202" y="11390"/>
                  </a:lnTo>
                  <a:lnTo>
                    <a:pt x="217987" y="11526"/>
                  </a:lnTo>
                  <a:lnTo>
                    <a:pt x="225772" y="11653"/>
                  </a:lnTo>
                  <a:lnTo>
                    <a:pt x="233558" y="11983"/>
                  </a:lnTo>
                  <a:lnTo>
                    <a:pt x="241343" y="12317"/>
                  </a:lnTo>
                  <a:lnTo>
                    <a:pt x="249128" y="12654"/>
                  </a:lnTo>
                  <a:lnTo>
                    <a:pt x="256913" y="12775"/>
                  </a:lnTo>
                  <a:lnTo>
                    <a:pt x="264699" y="13123"/>
                  </a:lnTo>
                  <a:lnTo>
                    <a:pt x="272484" y="13340"/>
                  </a:lnTo>
                  <a:lnTo>
                    <a:pt x="280269" y="13639"/>
                  </a:lnTo>
                  <a:lnTo>
                    <a:pt x="288055" y="13768"/>
                  </a:lnTo>
                  <a:lnTo>
                    <a:pt x="295840" y="14054"/>
                  </a:lnTo>
                  <a:lnTo>
                    <a:pt x="303625" y="14198"/>
                  </a:lnTo>
                  <a:lnTo>
                    <a:pt x="311410" y="14336"/>
                  </a:lnTo>
                  <a:lnTo>
                    <a:pt x="319196" y="14502"/>
                  </a:lnTo>
                  <a:lnTo>
                    <a:pt x="326981" y="14460"/>
                  </a:lnTo>
                  <a:lnTo>
                    <a:pt x="334766" y="14695"/>
                  </a:lnTo>
                  <a:lnTo>
                    <a:pt x="342551" y="14931"/>
                  </a:lnTo>
                  <a:lnTo>
                    <a:pt x="350337" y="15164"/>
                  </a:lnTo>
                  <a:lnTo>
                    <a:pt x="358122" y="15331"/>
                  </a:lnTo>
                  <a:lnTo>
                    <a:pt x="365907" y="15573"/>
                  </a:lnTo>
                  <a:lnTo>
                    <a:pt x="373692" y="15919"/>
                  </a:lnTo>
                  <a:lnTo>
                    <a:pt x="381478" y="16119"/>
                  </a:lnTo>
                  <a:lnTo>
                    <a:pt x="389263" y="16355"/>
                  </a:lnTo>
                  <a:lnTo>
                    <a:pt x="397048" y="16469"/>
                  </a:lnTo>
                  <a:lnTo>
                    <a:pt x="404834" y="16567"/>
                  </a:lnTo>
                  <a:lnTo>
                    <a:pt x="412619" y="16725"/>
                  </a:lnTo>
                  <a:lnTo>
                    <a:pt x="420404" y="17208"/>
                  </a:lnTo>
                  <a:lnTo>
                    <a:pt x="428189" y="17323"/>
                  </a:lnTo>
                  <a:lnTo>
                    <a:pt x="435975" y="17146"/>
                  </a:lnTo>
                  <a:lnTo>
                    <a:pt x="443760" y="17321"/>
                  </a:lnTo>
                  <a:lnTo>
                    <a:pt x="451545" y="17753"/>
                  </a:lnTo>
                  <a:lnTo>
                    <a:pt x="459330" y="18183"/>
                  </a:lnTo>
                  <a:lnTo>
                    <a:pt x="467116" y="18292"/>
                  </a:lnTo>
                  <a:lnTo>
                    <a:pt x="474901" y="18336"/>
                  </a:lnTo>
                  <a:lnTo>
                    <a:pt x="482686" y="18498"/>
                  </a:lnTo>
                  <a:lnTo>
                    <a:pt x="490472" y="18604"/>
                  </a:lnTo>
                  <a:lnTo>
                    <a:pt x="498257" y="18741"/>
                  </a:lnTo>
                  <a:lnTo>
                    <a:pt x="506042" y="18870"/>
                  </a:lnTo>
                  <a:lnTo>
                    <a:pt x="513827" y="18949"/>
                  </a:lnTo>
                  <a:lnTo>
                    <a:pt x="521613" y="19095"/>
                  </a:lnTo>
                  <a:lnTo>
                    <a:pt x="529398" y="19336"/>
                  </a:lnTo>
                  <a:lnTo>
                    <a:pt x="537183" y="19670"/>
                  </a:lnTo>
                  <a:lnTo>
                    <a:pt x="544968" y="19806"/>
                  </a:lnTo>
                  <a:lnTo>
                    <a:pt x="552754" y="19812"/>
                  </a:lnTo>
                  <a:lnTo>
                    <a:pt x="560539" y="19828"/>
                  </a:lnTo>
                  <a:lnTo>
                    <a:pt x="568324" y="19971"/>
                  </a:lnTo>
                  <a:lnTo>
                    <a:pt x="576110" y="20067"/>
                  </a:lnTo>
                  <a:lnTo>
                    <a:pt x="583895" y="20271"/>
                  </a:lnTo>
                  <a:lnTo>
                    <a:pt x="591680" y="20343"/>
                  </a:lnTo>
                  <a:lnTo>
                    <a:pt x="599465" y="20541"/>
                  </a:lnTo>
                  <a:lnTo>
                    <a:pt x="607251" y="20643"/>
                  </a:lnTo>
                  <a:lnTo>
                    <a:pt x="615036" y="20516"/>
                  </a:lnTo>
                  <a:lnTo>
                    <a:pt x="622821" y="20368"/>
                  </a:lnTo>
                  <a:lnTo>
                    <a:pt x="630606" y="20470"/>
                  </a:lnTo>
                  <a:lnTo>
                    <a:pt x="638392" y="20602"/>
                  </a:lnTo>
                  <a:lnTo>
                    <a:pt x="646177" y="20683"/>
                  </a:lnTo>
                  <a:lnTo>
                    <a:pt x="653962" y="20783"/>
                  </a:lnTo>
                  <a:lnTo>
                    <a:pt x="661747" y="20772"/>
                  </a:lnTo>
                  <a:lnTo>
                    <a:pt x="669533" y="20509"/>
                  </a:lnTo>
                  <a:lnTo>
                    <a:pt x="677318" y="20460"/>
                  </a:lnTo>
                  <a:lnTo>
                    <a:pt x="685103" y="20773"/>
                  </a:lnTo>
                  <a:lnTo>
                    <a:pt x="692889" y="20706"/>
                  </a:lnTo>
                  <a:lnTo>
                    <a:pt x="700674" y="20495"/>
                  </a:lnTo>
                  <a:lnTo>
                    <a:pt x="708459" y="20603"/>
                  </a:lnTo>
                  <a:lnTo>
                    <a:pt x="716244" y="20580"/>
                  </a:lnTo>
                  <a:lnTo>
                    <a:pt x="724030" y="20480"/>
                  </a:lnTo>
                  <a:lnTo>
                    <a:pt x="731815" y="20783"/>
                  </a:lnTo>
                  <a:lnTo>
                    <a:pt x="739600" y="20888"/>
                  </a:lnTo>
                  <a:lnTo>
                    <a:pt x="747385" y="21055"/>
                  </a:lnTo>
                  <a:lnTo>
                    <a:pt x="755171" y="21134"/>
                  </a:lnTo>
                  <a:lnTo>
                    <a:pt x="762956" y="21025"/>
                  </a:lnTo>
                  <a:lnTo>
                    <a:pt x="770741" y="20859"/>
                  </a:lnTo>
                  <a:lnTo>
                    <a:pt x="778527" y="20860"/>
                  </a:lnTo>
                  <a:lnTo>
                    <a:pt x="786312" y="20946"/>
                  </a:lnTo>
                  <a:lnTo>
                    <a:pt x="794097" y="21042"/>
                  </a:lnTo>
                  <a:lnTo>
                    <a:pt x="801882" y="20976"/>
                  </a:lnTo>
                  <a:lnTo>
                    <a:pt x="809668" y="21127"/>
                  </a:lnTo>
                  <a:lnTo>
                    <a:pt x="817453" y="20922"/>
                  </a:lnTo>
                  <a:lnTo>
                    <a:pt x="825238" y="21039"/>
                  </a:lnTo>
                  <a:lnTo>
                    <a:pt x="833023" y="20963"/>
                  </a:lnTo>
                  <a:lnTo>
                    <a:pt x="840809" y="20890"/>
                  </a:lnTo>
                  <a:lnTo>
                    <a:pt x="848594" y="20845"/>
                  </a:lnTo>
                  <a:lnTo>
                    <a:pt x="856379" y="20740"/>
                  </a:lnTo>
                  <a:lnTo>
                    <a:pt x="864165" y="20506"/>
                  </a:lnTo>
                  <a:lnTo>
                    <a:pt x="871950" y="20251"/>
                  </a:lnTo>
                  <a:lnTo>
                    <a:pt x="879735" y="20168"/>
                  </a:lnTo>
                  <a:lnTo>
                    <a:pt x="887520" y="20087"/>
                  </a:lnTo>
                  <a:lnTo>
                    <a:pt x="895306" y="20027"/>
                  </a:lnTo>
                  <a:lnTo>
                    <a:pt x="903091" y="20014"/>
                  </a:lnTo>
                  <a:lnTo>
                    <a:pt x="910876" y="19857"/>
                  </a:lnTo>
                  <a:lnTo>
                    <a:pt x="918661" y="19774"/>
                  </a:lnTo>
                  <a:lnTo>
                    <a:pt x="926447" y="19701"/>
                  </a:lnTo>
                  <a:lnTo>
                    <a:pt x="934232" y="19624"/>
                  </a:lnTo>
                  <a:lnTo>
                    <a:pt x="942017" y="19542"/>
                  </a:lnTo>
                  <a:lnTo>
                    <a:pt x="949802" y="19454"/>
                  </a:lnTo>
                  <a:lnTo>
                    <a:pt x="957588" y="19131"/>
                  </a:lnTo>
                  <a:lnTo>
                    <a:pt x="965373" y="18809"/>
                  </a:lnTo>
                  <a:lnTo>
                    <a:pt x="973158" y="18605"/>
                  </a:lnTo>
                  <a:lnTo>
                    <a:pt x="980944" y="18406"/>
                  </a:lnTo>
                  <a:lnTo>
                    <a:pt x="988729" y="18207"/>
                  </a:lnTo>
                  <a:lnTo>
                    <a:pt x="996514" y="18137"/>
                  </a:lnTo>
                  <a:lnTo>
                    <a:pt x="1004299" y="18129"/>
                  </a:lnTo>
                  <a:lnTo>
                    <a:pt x="1012085" y="18064"/>
                  </a:lnTo>
                  <a:lnTo>
                    <a:pt x="1019870" y="17982"/>
                  </a:lnTo>
                  <a:lnTo>
                    <a:pt x="1027655" y="17887"/>
                  </a:lnTo>
                  <a:lnTo>
                    <a:pt x="1035440" y="17878"/>
                  </a:lnTo>
                  <a:lnTo>
                    <a:pt x="1043226" y="17928"/>
                  </a:lnTo>
                  <a:lnTo>
                    <a:pt x="1051011" y="17952"/>
                  </a:lnTo>
                  <a:lnTo>
                    <a:pt x="1058796" y="17945"/>
                  </a:lnTo>
                  <a:lnTo>
                    <a:pt x="1066582" y="17695"/>
                  </a:lnTo>
                  <a:lnTo>
                    <a:pt x="1074367" y="17479"/>
                  </a:lnTo>
                  <a:lnTo>
                    <a:pt x="1082152" y="17413"/>
                  </a:lnTo>
                  <a:lnTo>
                    <a:pt x="1089937" y="17347"/>
                  </a:lnTo>
                  <a:lnTo>
                    <a:pt x="1097723" y="17220"/>
                  </a:lnTo>
                  <a:lnTo>
                    <a:pt x="1105508" y="16995"/>
                  </a:lnTo>
                  <a:lnTo>
                    <a:pt x="1113293" y="16853"/>
                  </a:lnTo>
                  <a:lnTo>
                    <a:pt x="1121078" y="16756"/>
                  </a:lnTo>
                  <a:lnTo>
                    <a:pt x="1128864" y="16660"/>
                  </a:lnTo>
                  <a:lnTo>
                    <a:pt x="1136649" y="16567"/>
                  </a:lnTo>
                  <a:lnTo>
                    <a:pt x="1144434" y="16476"/>
                  </a:lnTo>
                  <a:lnTo>
                    <a:pt x="1152220" y="16384"/>
                  </a:lnTo>
                  <a:lnTo>
                    <a:pt x="1160005" y="16293"/>
                  </a:lnTo>
                  <a:lnTo>
                    <a:pt x="1167790" y="16202"/>
                  </a:lnTo>
                  <a:lnTo>
                    <a:pt x="1175575" y="16111"/>
                  </a:lnTo>
                  <a:lnTo>
                    <a:pt x="1183361" y="16038"/>
                  </a:lnTo>
                  <a:lnTo>
                    <a:pt x="1191146" y="15928"/>
                  </a:lnTo>
                  <a:lnTo>
                    <a:pt x="1198931" y="15834"/>
                  </a:lnTo>
                  <a:lnTo>
                    <a:pt x="1206716" y="15742"/>
                  </a:lnTo>
                  <a:lnTo>
                    <a:pt x="1214502" y="15649"/>
                  </a:lnTo>
                  <a:lnTo>
                    <a:pt x="1222287" y="15556"/>
                  </a:lnTo>
                  <a:lnTo>
                    <a:pt x="1230072" y="15463"/>
                  </a:lnTo>
                  <a:lnTo>
                    <a:pt x="1237857" y="15355"/>
                  </a:lnTo>
                  <a:lnTo>
                    <a:pt x="1245643" y="15140"/>
                  </a:lnTo>
                  <a:lnTo>
                    <a:pt x="1253428" y="14925"/>
                  </a:lnTo>
                  <a:lnTo>
                    <a:pt x="1261213" y="14903"/>
                  </a:lnTo>
                  <a:lnTo>
                    <a:pt x="1268999" y="14972"/>
                  </a:lnTo>
                  <a:lnTo>
                    <a:pt x="1276784" y="14890"/>
                  </a:lnTo>
                  <a:lnTo>
                    <a:pt x="1284569" y="14727"/>
                  </a:lnTo>
                  <a:lnTo>
                    <a:pt x="1292354" y="14699"/>
                  </a:lnTo>
                  <a:lnTo>
                    <a:pt x="1300140" y="14465"/>
                  </a:lnTo>
                  <a:lnTo>
                    <a:pt x="1307925" y="14234"/>
                  </a:lnTo>
                  <a:lnTo>
                    <a:pt x="1315710" y="14066"/>
                  </a:lnTo>
                  <a:lnTo>
                    <a:pt x="1323495" y="13903"/>
                  </a:lnTo>
                  <a:lnTo>
                    <a:pt x="1331281" y="13741"/>
                  </a:lnTo>
                  <a:lnTo>
                    <a:pt x="1339066" y="13579"/>
                  </a:lnTo>
                  <a:lnTo>
                    <a:pt x="1346851" y="13369"/>
                  </a:lnTo>
                  <a:lnTo>
                    <a:pt x="1354637" y="13229"/>
                  </a:lnTo>
                  <a:lnTo>
                    <a:pt x="1362422" y="13089"/>
                  </a:lnTo>
                  <a:lnTo>
                    <a:pt x="1370207" y="12931"/>
                  </a:lnTo>
                  <a:lnTo>
                    <a:pt x="1377992" y="12725"/>
                  </a:lnTo>
                  <a:lnTo>
                    <a:pt x="1385778" y="12412"/>
                  </a:lnTo>
                  <a:lnTo>
                    <a:pt x="1393563" y="12249"/>
                  </a:lnTo>
                  <a:lnTo>
                    <a:pt x="1401348" y="12204"/>
                  </a:lnTo>
                  <a:lnTo>
                    <a:pt x="1409133" y="12003"/>
                  </a:lnTo>
                  <a:lnTo>
                    <a:pt x="1416919" y="11741"/>
                  </a:lnTo>
                  <a:lnTo>
                    <a:pt x="1424704" y="11481"/>
                  </a:lnTo>
                  <a:lnTo>
                    <a:pt x="1432489" y="11221"/>
                  </a:lnTo>
                  <a:lnTo>
                    <a:pt x="1440275" y="10962"/>
                  </a:lnTo>
                  <a:lnTo>
                    <a:pt x="1448060" y="10704"/>
                  </a:lnTo>
                  <a:lnTo>
                    <a:pt x="1455845" y="10451"/>
                  </a:lnTo>
                  <a:lnTo>
                    <a:pt x="1463630" y="10200"/>
                  </a:lnTo>
                  <a:lnTo>
                    <a:pt x="1471416" y="9949"/>
                  </a:lnTo>
                  <a:lnTo>
                    <a:pt x="1479201" y="9700"/>
                  </a:lnTo>
                  <a:lnTo>
                    <a:pt x="1486986" y="9472"/>
                  </a:lnTo>
                  <a:lnTo>
                    <a:pt x="1494771" y="9242"/>
                  </a:lnTo>
                  <a:lnTo>
                    <a:pt x="1502557" y="9108"/>
                  </a:lnTo>
                  <a:lnTo>
                    <a:pt x="1510342" y="8990"/>
                  </a:lnTo>
                  <a:lnTo>
                    <a:pt x="1518127" y="8896"/>
                  </a:lnTo>
                  <a:lnTo>
                    <a:pt x="1525912" y="8807"/>
                  </a:lnTo>
                  <a:lnTo>
                    <a:pt x="1533698" y="8719"/>
                  </a:lnTo>
                  <a:lnTo>
                    <a:pt x="1541483" y="8630"/>
                  </a:lnTo>
                  <a:lnTo>
                    <a:pt x="1549268" y="8543"/>
                  </a:lnTo>
                  <a:lnTo>
                    <a:pt x="1557054" y="8456"/>
                  </a:lnTo>
                  <a:lnTo>
                    <a:pt x="1564839" y="8369"/>
                  </a:lnTo>
                  <a:lnTo>
                    <a:pt x="1572624" y="8282"/>
                  </a:lnTo>
                  <a:lnTo>
                    <a:pt x="1580409" y="8196"/>
                  </a:lnTo>
                  <a:lnTo>
                    <a:pt x="1588195" y="8109"/>
                  </a:lnTo>
                  <a:lnTo>
                    <a:pt x="1595980" y="8023"/>
                  </a:lnTo>
                  <a:lnTo>
                    <a:pt x="1603765" y="7937"/>
                  </a:lnTo>
                  <a:lnTo>
                    <a:pt x="1611550" y="7851"/>
                  </a:lnTo>
                  <a:lnTo>
                    <a:pt x="1619336" y="7764"/>
                  </a:lnTo>
                  <a:lnTo>
                    <a:pt x="1627121" y="7679"/>
                  </a:lnTo>
                  <a:lnTo>
                    <a:pt x="1634906" y="7593"/>
                  </a:lnTo>
                  <a:lnTo>
                    <a:pt x="1642692" y="7476"/>
                  </a:lnTo>
                  <a:lnTo>
                    <a:pt x="1650477" y="7337"/>
                  </a:lnTo>
                  <a:lnTo>
                    <a:pt x="1658262" y="7186"/>
                  </a:lnTo>
                  <a:lnTo>
                    <a:pt x="1666047" y="7035"/>
                  </a:lnTo>
                  <a:lnTo>
                    <a:pt x="1673833" y="6884"/>
                  </a:lnTo>
                  <a:lnTo>
                    <a:pt x="1681618" y="6737"/>
                  </a:lnTo>
                  <a:lnTo>
                    <a:pt x="1689403" y="6590"/>
                  </a:lnTo>
                  <a:lnTo>
                    <a:pt x="1697188" y="6444"/>
                  </a:lnTo>
                  <a:lnTo>
                    <a:pt x="1704974" y="6297"/>
                  </a:lnTo>
                  <a:lnTo>
                    <a:pt x="1712759" y="6152"/>
                  </a:lnTo>
                  <a:lnTo>
                    <a:pt x="1720544" y="5999"/>
                  </a:lnTo>
                  <a:lnTo>
                    <a:pt x="1728330" y="5801"/>
                  </a:lnTo>
                  <a:lnTo>
                    <a:pt x="1736115" y="5604"/>
                  </a:lnTo>
                  <a:lnTo>
                    <a:pt x="1743900" y="5407"/>
                  </a:lnTo>
                  <a:lnTo>
                    <a:pt x="1751685" y="5285"/>
                  </a:lnTo>
                  <a:lnTo>
                    <a:pt x="1759471" y="5172"/>
                  </a:lnTo>
                  <a:lnTo>
                    <a:pt x="1767256" y="5060"/>
                  </a:lnTo>
                  <a:lnTo>
                    <a:pt x="1775041" y="4947"/>
                  </a:lnTo>
                  <a:lnTo>
                    <a:pt x="1782826" y="4822"/>
                  </a:lnTo>
                  <a:lnTo>
                    <a:pt x="1790612" y="4655"/>
                  </a:lnTo>
                  <a:lnTo>
                    <a:pt x="1798397" y="4488"/>
                  </a:lnTo>
                  <a:lnTo>
                    <a:pt x="1806182" y="4321"/>
                  </a:lnTo>
                  <a:lnTo>
                    <a:pt x="1813967" y="4155"/>
                  </a:lnTo>
                  <a:lnTo>
                    <a:pt x="1821753" y="3989"/>
                  </a:lnTo>
                  <a:lnTo>
                    <a:pt x="1829538" y="3824"/>
                  </a:lnTo>
                  <a:lnTo>
                    <a:pt x="1837323" y="3603"/>
                  </a:lnTo>
                  <a:lnTo>
                    <a:pt x="1845109" y="3333"/>
                  </a:lnTo>
                  <a:lnTo>
                    <a:pt x="1852894" y="3043"/>
                  </a:lnTo>
                  <a:lnTo>
                    <a:pt x="1860679" y="2797"/>
                  </a:lnTo>
                  <a:lnTo>
                    <a:pt x="1868464" y="2529"/>
                  </a:lnTo>
                  <a:lnTo>
                    <a:pt x="1876250" y="2298"/>
                  </a:lnTo>
                  <a:lnTo>
                    <a:pt x="1884035" y="2203"/>
                  </a:lnTo>
                  <a:lnTo>
                    <a:pt x="1891820" y="2111"/>
                  </a:lnTo>
                  <a:lnTo>
                    <a:pt x="1899605" y="2020"/>
                  </a:lnTo>
                  <a:lnTo>
                    <a:pt x="1907391" y="1930"/>
                  </a:lnTo>
                  <a:lnTo>
                    <a:pt x="1915176" y="1840"/>
                  </a:lnTo>
                  <a:lnTo>
                    <a:pt x="1922961" y="1694"/>
                  </a:lnTo>
                  <a:lnTo>
                    <a:pt x="1930747" y="1487"/>
                  </a:lnTo>
                  <a:lnTo>
                    <a:pt x="1938532" y="1298"/>
                  </a:lnTo>
                  <a:lnTo>
                    <a:pt x="1946317" y="1181"/>
                  </a:lnTo>
                  <a:lnTo>
                    <a:pt x="1954102" y="960"/>
                  </a:lnTo>
                  <a:lnTo>
                    <a:pt x="1961888" y="740"/>
                  </a:lnTo>
                  <a:lnTo>
                    <a:pt x="1969673" y="522"/>
                  </a:lnTo>
                  <a:lnTo>
                    <a:pt x="1977458" y="427"/>
                  </a:lnTo>
                  <a:lnTo>
                    <a:pt x="1985243" y="361"/>
                  </a:lnTo>
                  <a:lnTo>
                    <a:pt x="1993029" y="296"/>
                  </a:lnTo>
                  <a:lnTo>
                    <a:pt x="2000814" y="230"/>
                  </a:lnTo>
                  <a:lnTo>
                    <a:pt x="2008599" y="153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247627" y="2576650"/>
              <a:ext cx="2016385" cy="255137"/>
            </a:xfrm>
            <a:custGeom>
              <a:avLst/>
              <a:pathLst>
                <a:path w="2016385" h="255137">
                  <a:moveTo>
                    <a:pt x="2016385" y="255137"/>
                  </a:moveTo>
                  <a:lnTo>
                    <a:pt x="2008599" y="253610"/>
                  </a:lnTo>
                  <a:lnTo>
                    <a:pt x="2000814" y="252081"/>
                  </a:lnTo>
                  <a:lnTo>
                    <a:pt x="1993029" y="250549"/>
                  </a:lnTo>
                  <a:lnTo>
                    <a:pt x="1985243" y="249014"/>
                  </a:lnTo>
                  <a:lnTo>
                    <a:pt x="1977458" y="247477"/>
                  </a:lnTo>
                  <a:lnTo>
                    <a:pt x="1969673" y="245938"/>
                  </a:lnTo>
                  <a:lnTo>
                    <a:pt x="1961888" y="244396"/>
                  </a:lnTo>
                  <a:lnTo>
                    <a:pt x="1954102" y="242851"/>
                  </a:lnTo>
                  <a:lnTo>
                    <a:pt x="1946317" y="241305"/>
                  </a:lnTo>
                  <a:lnTo>
                    <a:pt x="1938532" y="239756"/>
                  </a:lnTo>
                  <a:lnTo>
                    <a:pt x="1930747" y="238205"/>
                  </a:lnTo>
                  <a:lnTo>
                    <a:pt x="1922961" y="236652"/>
                  </a:lnTo>
                  <a:lnTo>
                    <a:pt x="1915176" y="235097"/>
                  </a:lnTo>
                  <a:lnTo>
                    <a:pt x="1907391" y="233540"/>
                  </a:lnTo>
                  <a:lnTo>
                    <a:pt x="1899605" y="231971"/>
                  </a:lnTo>
                  <a:lnTo>
                    <a:pt x="1891820" y="230401"/>
                  </a:lnTo>
                  <a:lnTo>
                    <a:pt x="1884035" y="228828"/>
                  </a:lnTo>
                  <a:lnTo>
                    <a:pt x="1876250" y="227254"/>
                  </a:lnTo>
                  <a:lnTo>
                    <a:pt x="1868464" y="225745"/>
                  </a:lnTo>
                  <a:lnTo>
                    <a:pt x="1860679" y="224495"/>
                  </a:lnTo>
                  <a:lnTo>
                    <a:pt x="1852894" y="223244"/>
                  </a:lnTo>
                  <a:lnTo>
                    <a:pt x="1845109" y="221992"/>
                  </a:lnTo>
                  <a:lnTo>
                    <a:pt x="1837323" y="220738"/>
                  </a:lnTo>
                  <a:lnTo>
                    <a:pt x="1829538" y="219444"/>
                  </a:lnTo>
                  <a:lnTo>
                    <a:pt x="1821753" y="217557"/>
                  </a:lnTo>
                  <a:lnTo>
                    <a:pt x="1813967" y="215666"/>
                  </a:lnTo>
                  <a:lnTo>
                    <a:pt x="1806182" y="213774"/>
                  </a:lnTo>
                  <a:lnTo>
                    <a:pt x="1798397" y="211879"/>
                  </a:lnTo>
                  <a:lnTo>
                    <a:pt x="1790612" y="209984"/>
                  </a:lnTo>
                  <a:lnTo>
                    <a:pt x="1782826" y="208310"/>
                  </a:lnTo>
                  <a:lnTo>
                    <a:pt x="1775041" y="206868"/>
                  </a:lnTo>
                  <a:lnTo>
                    <a:pt x="1767256" y="205079"/>
                  </a:lnTo>
                  <a:lnTo>
                    <a:pt x="1759471" y="203486"/>
                  </a:lnTo>
                  <a:lnTo>
                    <a:pt x="1751685" y="201630"/>
                  </a:lnTo>
                  <a:lnTo>
                    <a:pt x="1743900" y="199679"/>
                  </a:lnTo>
                  <a:lnTo>
                    <a:pt x="1736115" y="197783"/>
                  </a:lnTo>
                  <a:lnTo>
                    <a:pt x="1728330" y="196369"/>
                  </a:lnTo>
                  <a:lnTo>
                    <a:pt x="1720544" y="195018"/>
                  </a:lnTo>
                  <a:lnTo>
                    <a:pt x="1712759" y="193610"/>
                  </a:lnTo>
                  <a:lnTo>
                    <a:pt x="1704974" y="191809"/>
                  </a:lnTo>
                  <a:lnTo>
                    <a:pt x="1697188" y="190008"/>
                  </a:lnTo>
                  <a:lnTo>
                    <a:pt x="1689403" y="188394"/>
                  </a:lnTo>
                  <a:lnTo>
                    <a:pt x="1681618" y="187016"/>
                  </a:lnTo>
                  <a:lnTo>
                    <a:pt x="1673833" y="185638"/>
                  </a:lnTo>
                  <a:lnTo>
                    <a:pt x="1666047" y="184260"/>
                  </a:lnTo>
                  <a:lnTo>
                    <a:pt x="1658262" y="182823"/>
                  </a:lnTo>
                  <a:lnTo>
                    <a:pt x="1650477" y="181242"/>
                  </a:lnTo>
                  <a:lnTo>
                    <a:pt x="1642692" y="179655"/>
                  </a:lnTo>
                  <a:lnTo>
                    <a:pt x="1634906" y="178068"/>
                  </a:lnTo>
                  <a:lnTo>
                    <a:pt x="1627121" y="176481"/>
                  </a:lnTo>
                  <a:lnTo>
                    <a:pt x="1619336" y="174993"/>
                  </a:lnTo>
                  <a:lnTo>
                    <a:pt x="1611550" y="173548"/>
                  </a:lnTo>
                  <a:lnTo>
                    <a:pt x="1603765" y="172001"/>
                  </a:lnTo>
                  <a:lnTo>
                    <a:pt x="1595980" y="170317"/>
                  </a:lnTo>
                  <a:lnTo>
                    <a:pt x="1588195" y="168780"/>
                  </a:lnTo>
                  <a:lnTo>
                    <a:pt x="1580409" y="167376"/>
                  </a:lnTo>
                  <a:lnTo>
                    <a:pt x="1572624" y="165842"/>
                  </a:lnTo>
                  <a:lnTo>
                    <a:pt x="1564839" y="164310"/>
                  </a:lnTo>
                  <a:lnTo>
                    <a:pt x="1557054" y="162779"/>
                  </a:lnTo>
                  <a:lnTo>
                    <a:pt x="1549268" y="161547"/>
                  </a:lnTo>
                  <a:lnTo>
                    <a:pt x="1541483" y="160358"/>
                  </a:lnTo>
                  <a:lnTo>
                    <a:pt x="1533698" y="159170"/>
                  </a:lnTo>
                  <a:lnTo>
                    <a:pt x="1525912" y="157982"/>
                  </a:lnTo>
                  <a:lnTo>
                    <a:pt x="1518127" y="156796"/>
                  </a:lnTo>
                  <a:lnTo>
                    <a:pt x="1510342" y="155610"/>
                  </a:lnTo>
                  <a:lnTo>
                    <a:pt x="1502557" y="154424"/>
                  </a:lnTo>
                  <a:lnTo>
                    <a:pt x="1494771" y="153239"/>
                  </a:lnTo>
                  <a:lnTo>
                    <a:pt x="1486986" y="152052"/>
                  </a:lnTo>
                  <a:lnTo>
                    <a:pt x="1479201" y="150866"/>
                  </a:lnTo>
                  <a:lnTo>
                    <a:pt x="1471416" y="149681"/>
                  </a:lnTo>
                  <a:lnTo>
                    <a:pt x="1463630" y="148491"/>
                  </a:lnTo>
                  <a:lnTo>
                    <a:pt x="1455845" y="146955"/>
                  </a:lnTo>
                  <a:lnTo>
                    <a:pt x="1448060" y="145384"/>
                  </a:lnTo>
                  <a:lnTo>
                    <a:pt x="1440275" y="143812"/>
                  </a:lnTo>
                  <a:lnTo>
                    <a:pt x="1432489" y="142243"/>
                  </a:lnTo>
                  <a:lnTo>
                    <a:pt x="1424704" y="140675"/>
                  </a:lnTo>
                  <a:lnTo>
                    <a:pt x="1416919" y="139309"/>
                  </a:lnTo>
                  <a:lnTo>
                    <a:pt x="1409133" y="138209"/>
                  </a:lnTo>
                  <a:lnTo>
                    <a:pt x="1401348" y="137109"/>
                  </a:lnTo>
                  <a:lnTo>
                    <a:pt x="1393563" y="136011"/>
                  </a:lnTo>
                  <a:lnTo>
                    <a:pt x="1385778" y="134914"/>
                  </a:lnTo>
                  <a:lnTo>
                    <a:pt x="1377992" y="133818"/>
                  </a:lnTo>
                  <a:lnTo>
                    <a:pt x="1370207" y="132588"/>
                  </a:lnTo>
                  <a:lnTo>
                    <a:pt x="1362422" y="131252"/>
                  </a:lnTo>
                  <a:lnTo>
                    <a:pt x="1354637" y="129900"/>
                  </a:lnTo>
                  <a:lnTo>
                    <a:pt x="1346851" y="128076"/>
                  </a:lnTo>
                  <a:lnTo>
                    <a:pt x="1339066" y="126242"/>
                  </a:lnTo>
                  <a:lnTo>
                    <a:pt x="1331281" y="124407"/>
                  </a:lnTo>
                  <a:lnTo>
                    <a:pt x="1323495" y="122575"/>
                  </a:lnTo>
                  <a:lnTo>
                    <a:pt x="1315710" y="120806"/>
                  </a:lnTo>
                  <a:lnTo>
                    <a:pt x="1307925" y="119560"/>
                  </a:lnTo>
                  <a:lnTo>
                    <a:pt x="1300140" y="118211"/>
                  </a:lnTo>
                  <a:lnTo>
                    <a:pt x="1292354" y="116953"/>
                  </a:lnTo>
                  <a:lnTo>
                    <a:pt x="1284569" y="115810"/>
                  </a:lnTo>
                  <a:lnTo>
                    <a:pt x="1276784" y="114638"/>
                  </a:lnTo>
                  <a:lnTo>
                    <a:pt x="1268999" y="113416"/>
                  </a:lnTo>
                  <a:lnTo>
                    <a:pt x="1261213" y="112215"/>
                  </a:lnTo>
                  <a:lnTo>
                    <a:pt x="1253428" y="111265"/>
                  </a:lnTo>
                  <a:lnTo>
                    <a:pt x="1245643" y="110141"/>
                  </a:lnTo>
                  <a:lnTo>
                    <a:pt x="1237857" y="109006"/>
                  </a:lnTo>
                  <a:lnTo>
                    <a:pt x="1230072" y="107872"/>
                  </a:lnTo>
                  <a:lnTo>
                    <a:pt x="1222287" y="106545"/>
                  </a:lnTo>
                  <a:lnTo>
                    <a:pt x="1214502" y="105199"/>
                  </a:lnTo>
                  <a:lnTo>
                    <a:pt x="1206716" y="103856"/>
                  </a:lnTo>
                  <a:lnTo>
                    <a:pt x="1198931" y="102521"/>
                  </a:lnTo>
                  <a:lnTo>
                    <a:pt x="1191146" y="101321"/>
                  </a:lnTo>
                  <a:lnTo>
                    <a:pt x="1183361" y="100124"/>
                  </a:lnTo>
                  <a:lnTo>
                    <a:pt x="1175575" y="98923"/>
                  </a:lnTo>
                  <a:lnTo>
                    <a:pt x="1167790" y="97860"/>
                  </a:lnTo>
                  <a:lnTo>
                    <a:pt x="1160005" y="96771"/>
                  </a:lnTo>
                  <a:lnTo>
                    <a:pt x="1152220" y="95571"/>
                  </a:lnTo>
                  <a:lnTo>
                    <a:pt x="1144434" y="94750"/>
                  </a:lnTo>
                  <a:lnTo>
                    <a:pt x="1136649" y="93488"/>
                  </a:lnTo>
                  <a:lnTo>
                    <a:pt x="1128864" y="92120"/>
                  </a:lnTo>
                  <a:lnTo>
                    <a:pt x="1121078" y="90600"/>
                  </a:lnTo>
                  <a:lnTo>
                    <a:pt x="1113293" y="89397"/>
                  </a:lnTo>
                  <a:lnTo>
                    <a:pt x="1105508" y="87792"/>
                  </a:lnTo>
                  <a:lnTo>
                    <a:pt x="1097723" y="86240"/>
                  </a:lnTo>
                  <a:lnTo>
                    <a:pt x="1089937" y="85287"/>
                  </a:lnTo>
                  <a:lnTo>
                    <a:pt x="1082152" y="84334"/>
                  </a:lnTo>
                  <a:lnTo>
                    <a:pt x="1074367" y="83381"/>
                  </a:lnTo>
                  <a:lnTo>
                    <a:pt x="1066582" y="82217"/>
                  </a:lnTo>
                  <a:lnTo>
                    <a:pt x="1058796" y="80982"/>
                  </a:lnTo>
                  <a:lnTo>
                    <a:pt x="1051011" y="79750"/>
                  </a:lnTo>
                  <a:lnTo>
                    <a:pt x="1043226" y="78509"/>
                  </a:lnTo>
                  <a:lnTo>
                    <a:pt x="1035440" y="77284"/>
                  </a:lnTo>
                  <a:lnTo>
                    <a:pt x="1027655" y="75860"/>
                  </a:lnTo>
                  <a:lnTo>
                    <a:pt x="1019870" y="74882"/>
                  </a:lnTo>
                  <a:lnTo>
                    <a:pt x="1012085" y="73629"/>
                  </a:lnTo>
                  <a:lnTo>
                    <a:pt x="1004299" y="72158"/>
                  </a:lnTo>
                  <a:lnTo>
                    <a:pt x="996514" y="70650"/>
                  </a:lnTo>
                  <a:lnTo>
                    <a:pt x="988729" y="69263"/>
                  </a:lnTo>
                  <a:lnTo>
                    <a:pt x="980944" y="68358"/>
                  </a:lnTo>
                  <a:lnTo>
                    <a:pt x="973158" y="66950"/>
                  </a:lnTo>
                  <a:lnTo>
                    <a:pt x="965373" y="65743"/>
                  </a:lnTo>
                  <a:lnTo>
                    <a:pt x="957588" y="64522"/>
                  </a:lnTo>
                  <a:lnTo>
                    <a:pt x="949802" y="63467"/>
                  </a:lnTo>
                  <a:lnTo>
                    <a:pt x="942017" y="62376"/>
                  </a:lnTo>
                  <a:lnTo>
                    <a:pt x="934232" y="61330"/>
                  </a:lnTo>
                  <a:lnTo>
                    <a:pt x="926447" y="60315"/>
                  </a:lnTo>
                  <a:lnTo>
                    <a:pt x="918661" y="59276"/>
                  </a:lnTo>
                  <a:lnTo>
                    <a:pt x="910876" y="58198"/>
                  </a:lnTo>
                  <a:lnTo>
                    <a:pt x="903091" y="57316"/>
                  </a:lnTo>
                  <a:lnTo>
                    <a:pt x="895306" y="56329"/>
                  </a:lnTo>
                  <a:lnTo>
                    <a:pt x="887520" y="55328"/>
                  </a:lnTo>
                  <a:lnTo>
                    <a:pt x="879735" y="54335"/>
                  </a:lnTo>
                  <a:lnTo>
                    <a:pt x="871950" y="53204"/>
                  </a:lnTo>
                  <a:lnTo>
                    <a:pt x="864165" y="52026"/>
                  </a:lnTo>
                  <a:lnTo>
                    <a:pt x="856379" y="50999"/>
                  </a:lnTo>
                  <a:lnTo>
                    <a:pt x="848594" y="49638"/>
                  </a:lnTo>
                  <a:lnTo>
                    <a:pt x="840809" y="48835"/>
                  </a:lnTo>
                  <a:lnTo>
                    <a:pt x="833023" y="47959"/>
                  </a:lnTo>
                  <a:lnTo>
                    <a:pt x="825238" y="47247"/>
                  </a:lnTo>
                  <a:lnTo>
                    <a:pt x="817453" y="46178"/>
                  </a:lnTo>
                  <a:lnTo>
                    <a:pt x="809668" y="44958"/>
                  </a:lnTo>
                  <a:lnTo>
                    <a:pt x="801882" y="43960"/>
                  </a:lnTo>
                  <a:lnTo>
                    <a:pt x="794097" y="43190"/>
                  </a:lnTo>
                  <a:lnTo>
                    <a:pt x="786312" y="42597"/>
                  </a:lnTo>
                  <a:lnTo>
                    <a:pt x="778527" y="41728"/>
                  </a:lnTo>
                  <a:lnTo>
                    <a:pt x="770741" y="40513"/>
                  </a:lnTo>
                  <a:lnTo>
                    <a:pt x="762956" y="39501"/>
                  </a:lnTo>
                  <a:lnTo>
                    <a:pt x="755171" y="38437"/>
                  </a:lnTo>
                  <a:lnTo>
                    <a:pt x="747385" y="37445"/>
                  </a:lnTo>
                  <a:lnTo>
                    <a:pt x="739600" y="36374"/>
                  </a:lnTo>
                  <a:lnTo>
                    <a:pt x="731815" y="35345"/>
                  </a:lnTo>
                  <a:lnTo>
                    <a:pt x="724030" y="34317"/>
                  </a:lnTo>
                  <a:lnTo>
                    <a:pt x="716244" y="33196"/>
                  </a:lnTo>
                  <a:lnTo>
                    <a:pt x="708459" y="32202"/>
                  </a:lnTo>
                  <a:lnTo>
                    <a:pt x="700674" y="31486"/>
                  </a:lnTo>
                  <a:lnTo>
                    <a:pt x="692889" y="30634"/>
                  </a:lnTo>
                  <a:lnTo>
                    <a:pt x="685103" y="29681"/>
                  </a:lnTo>
                  <a:lnTo>
                    <a:pt x="677318" y="28592"/>
                  </a:lnTo>
                  <a:lnTo>
                    <a:pt x="669533" y="27530"/>
                  </a:lnTo>
                  <a:lnTo>
                    <a:pt x="661747" y="26509"/>
                  </a:lnTo>
                  <a:lnTo>
                    <a:pt x="653962" y="26050"/>
                  </a:lnTo>
                  <a:lnTo>
                    <a:pt x="646177" y="25303"/>
                  </a:lnTo>
                  <a:lnTo>
                    <a:pt x="638392" y="24583"/>
                  </a:lnTo>
                  <a:lnTo>
                    <a:pt x="630606" y="24011"/>
                  </a:lnTo>
                  <a:lnTo>
                    <a:pt x="622821" y="23014"/>
                  </a:lnTo>
                  <a:lnTo>
                    <a:pt x="615036" y="22033"/>
                  </a:lnTo>
                  <a:lnTo>
                    <a:pt x="607251" y="21221"/>
                  </a:lnTo>
                  <a:lnTo>
                    <a:pt x="599465" y="20412"/>
                  </a:lnTo>
                  <a:lnTo>
                    <a:pt x="591680" y="19606"/>
                  </a:lnTo>
                  <a:lnTo>
                    <a:pt x="583895" y="18892"/>
                  </a:lnTo>
                  <a:lnTo>
                    <a:pt x="576110" y="18449"/>
                  </a:lnTo>
                  <a:lnTo>
                    <a:pt x="568324" y="17889"/>
                  </a:lnTo>
                  <a:lnTo>
                    <a:pt x="560539" y="17329"/>
                  </a:lnTo>
                  <a:lnTo>
                    <a:pt x="552754" y="17044"/>
                  </a:lnTo>
                  <a:lnTo>
                    <a:pt x="544968" y="16673"/>
                  </a:lnTo>
                  <a:lnTo>
                    <a:pt x="537183" y="16538"/>
                  </a:lnTo>
                  <a:lnTo>
                    <a:pt x="529398" y="16235"/>
                  </a:lnTo>
                  <a:lnTo>
                    <a:pt x="521613" y="15425"/>
                  </a:lnTo>
                  <a:lnTo>
                    <a:pt x="513827" y="14638"/>
                  </a:lnTo>
                  <a:lnTo>
                    <a:pt x="506042" y="14085"/>
                  </a:lnTo>
                  <a:lnTo>
                    <a:pt x="498257" y="13352"/>
                  </a:lnTo>
                  <a:lnTo>
                    <a:pt x="490472" y="12331"/>
                  </a:lnTo>
                  <a:lnTo>
                    <a:pt x="482686" y="11946"/>
                  </a:lnTo>
                  <a:lnTo>
                    <a:pt x="474901" y="11351"/>
                  </a:lnTo>
                  <a:lnTo>
                    <a:pt x="467116" y="10809"/>
                  </a:lnTo>
                  <a:lnTo>
                    <a:pt x="459330" y="10269"/>
                  </a:lnTo>
                  <a:lnTo>
                    <a:pt x="451545" y="9561"/>
                  </a:lnTo>
                  <a:lnTo>
                    <a:pt x="443760" y="8944"/>
                  </a:lnTo>
                  <a:lnTo>
                    <a:pt x="435975" y="8167"/>
                  </a:lnTo>
                  <a:lnTo>
                    <a:pt x="428189" y="7855"/>
                  </a:lnTo>
                  <a:lnTo>
                    <a:pt x="420404" y="7661"/>
                  </a:lnTo>
                  <a:lnTo>
                    <a:pt x="412619" y="6782"/>
                  </a:lnTo>
                  <a:lnTo>
                    <a:pt x="404834" y="6232"/>
                  </a:lnTo>
                  <a:lnTo>
                    <a:pt x="397048" y="5911"/>
                  </a:lnTo>
                  <a:lnTo>
                    <a:pt x="389263" y="5559"/>
                  </a:lnTo>
                  <a:lnTo>
                    <a:pt x="381478" y="5188"/>
                  </a:lnTo>
                  <a:lnTo>
                    <a:pt x="373692" y="4589"/>
                  </a:lnTo>
                  <a:lnTo>
                    <a:pt x="365907" y="4451"/>
                  </a:lnTo>
                  <a:lnTo>
                    <a:pt x="358122" y="4416"/>
                  </a:lnTo>
                  <a:lnTo>
                    <a:pt x="350337" y="4293"/>
                  </a:lnTo>
                  <a:lnTo>
                    <a:pt x="342551" y="3969"/>
                  </a:lnTo>
                  <a:lnTo>
                    <a:pt x="334766" y="3995"/>
                  </a:lnTo>
                  <a:lnTo>
                    <a:pt x="326981" y="3737"/>
                  </a:lnTo>
                  <a:lnTo>
                    <a:pt x="319196" y="3676"/>
                  </a:lnTo>
                  <a:lnTo>
                    <a:pt x="311410" y="2904"/>
                  </a:lnTo>
                  <a:lnTo>
                    <a:pt x="303625" y="2602"/>
                  </a:lnTo>
                  <a:lnTo>
                    <a:pt x="295840" y="2816"/>
                  </a:lnTo>
                  <a:lnTo>
                    <a:pt x="288055" y="2773"/>
                  </a:lnTo>
                  <a:lnTo>
                    <a:pt x="280269" y="2637"/>
                  </a:lnTo>
                  <a:lnTo>
                    <a:pt x="272484" y="2403"/>
                  </a:lnTo>
                  <a:lnTo>
                    <a:pt x="264699" y="2149"/>
                  </a:lnTo>
                  <a:lnTo>
                    <a:pt x="256913" y="2185"/>
                  </a:lnTo>
                  <a:lnTo>
                    <a:pt x="249128" y="2093"/>
                  </a:lnTo>
                  <a:lnTo>
                    <a:pt x="241343" y="2091"/>
                  </a:lnTo>
                  <a:lnTo>
                    <a:pt x="233558" y="2151"/>
                  </a:lnTo>
                  <a:lnTo>
                    <a:pt x="225772" y="1987"/>
                  </a:lnTo>
                  <a:lnTo>
                    <a:pt x="217987" y="1997"/>
                  </a:lnTo>
                  <a:lnTo>
                    <a:pt x="210202" y="1898"/>
                  </a:lnTo>
                  <a:lnTo>
                    <a:pt x="202417" y="1740"/>
                  </a:lnTo>
                  <a:lnTo>
                    <a:pt x="194631" y="2077"/>
                  </a:lnTo>
                  <a:lnTo>
                    <a:pt x="186846" y="2174"/>
                  </a:lnTo>
                  <a:lnTo>
                    <a:pt x="179061" y="2192"/>
                  </a:lnTo>
                  <a:lnTo>
                    <a:pt x="171275" y="1970"/>
                  </a:lnTo>
                  <a:lnTo>
                    <a:pt x="163490" y="1749"/>
                  </a:lnTo>
                  <a:lnTo>
                    <a:pt x="155705" y="1528"/>
                  </a:lnTo>
                  <a:lnTo>
                    <a:pt x="147920" y="1601"/>
                  </a:lnTo>
                  <a:lnTo>
                    <a:pt x="140134" y="2019"/>
                  </a:lnTo>
                  <a:lnTo>
                    <a:pt x="132349" y="1498"/>
                  </a:lnTo>
                  <a:lnTo>
                    <a:pt x="124564" y="1363"/>
                  </a:lnTo>
                  <a:lnTo>
                    <a:pt x="116779" y="1497"/>
                  </a:lnTo>
                  <a:lnTo>
                    <a:pt x="108993" y="1652"/>
                  </a:lnTo>
                  <a:lnTo>
                    <a:pt x="101208" y="1787"/>
                  </a:lnTo>
                  <a:lnTo>
                    <a:pt x="93423" y="1921"/>
                  </a:lnTo>
                  <a:lnTo>
                    <a:pt x="85637" y="1969"/>
                  </a:lnTo>
                  <a:lnTo>
                    <a:pt x="77852" y="2046"/>
                  </a:lnTo>
                  <a:lnTo>
                    <a:pt x="70067" y="1922"/>
                  </a:lnTo>
                  <a:lnTo>
                    <a:pt x="62282" y="1862"/>
                  </a:lnTo>
                  <a:lnTo>
                    <a:pt x="54496" y="1686"/>
                  </a:lnTo>
                  <a:lnTo>
                    <a:pt x="46711" y="1443"/>
                  </a:lnTo>
                  <a:lnTo>
                    <a:pt x="38926" y="1253"/>
                  </a:lnTo>
                  <a:lnTo>
                    <a:pt x="31141" y="879"/>
                  </a:lnTo>
                  <a:lnTo>
                    <a:pt x="23355" y="711"/>
                  </a:lnTo>
                  <a:lnTo>
                    <a:pt x="15570" y="480"/>
                  </a:lnTo>
                  <a:lnTo>
                    <a:pt x="7785" y="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247627" y="2475052"/>
              <a:ext cx="2016385" cy="421760"/>
            </a:xfrm>
            <a:custGeom>
              <a:avLst/>
              <a:pathLst>
                <a:path w="2016385" h="421760">
                  <a:moveTo>
                    <a:pt x="0" y="0"/>
                  </a:moveTo>
                  <a:lnTo>
                    <a:pt x="7785" y="421"/>
                  </a:lnTo>
                  <a:lnTo>
                    <a:pt x="15570" y="845"/>
                  </a:lnTo>
                  <a:lnTo>
                    <a:pt x="23355" y="1273"/>
                  </a:lnTo>
                  <a:lnTo>
                    <a:pt x="31141" y="1704"/>
                  </a:lnTo>
                  <a:lnTo>
                    <a:pt x="38926" y="2207"/>
                  </a:lnTo>
                  <a:lnTo>
                    <a:pt x="46711" y="2592"/>
                  </a:lnTo>
                  <a:lnTo>
                    <a:pt x="54496" y="3018"/>
                  </a:lnTo>
                  <a:lnTo>
                    <a:pt x="62282" y="3475"/>
                  </a:lnTo>
                  <a:lnTo>
                    <a:pt x="70067" y="3936"/>
                  </a:lnTo>
                  <a:lnTo>
                    <a:pt x="77852" y="4400"/>
                  </a:lnTo>
                  <a:lnTo>
                    <a:pt x="85637" y="4867"/>
                  </a:lnTo>
                  <a:lnTo>
                    <a:pt x="93423" y="5339"/>
                  </a:lnTo>
                  <a:lnTo>
                    <a:pt x="101208" y="5814"/>
                  </a:lnTo>
                  <a:lnTo>
                    <a:pt x="108993" y="6256"/>
                  </a:lnTo>
                  <a:lnTo>
                    <a:pt x="116779" y="6776"/>
                  </a:lnTo>
                  <a:lnTo>
                    <a:pt x="124564" y="7188"/>
                  </a:lnTo>
                  <a:lnTo>
                    <a:pt x="132349" y="7615"/>
                  </a:lnTo>
                  <a:lnTo>
                    <a:pt x="140134" y="8094"/>
                  </a:lnTo>
                  <a:lnTo>
                    <a:pt x="147920" y="8570"/>
                  </a:lnTo>
                  <a:lnTo>
                    <a:pt x="155705" y="8939"/>
                  </a:lnTo>
                  <a:lnTo>
                    <a:pt x="163490" y="9313"/>
                  </a:lnTo>
                  <a:lnTo>
                    <a:pt x="171275" y="9772"/>
                  </a:lnTo>
                  <a:lnTo>
                    <a:pt x="179061" y="10267"/>
                  </a:lnTo>
                  <a:lnTo>
                    <a:pt x="186846" y="10713"/>
                  </a:lnTo>
                  <a:lnTo>
                    <a:pt x="194631" y="11212"/>
                  </a:lnTo>
                  <a:lnTo>
                    <a:pt x="202417" y="11733"/>
                  </a:lnTo>
                  <a:lnTo>
                    <a:pt x="210202" y="12114"/>
                  </a:lnTo>
                  <a:lnTo>
                    <a:pt x="217987" y="12476"/>
                  </a:lnTo>
                  <a:lnTo>
                    <a:pt x="225772" y="12840"/>
                  </a:lnTo>
                  <a:lnTo>
                    <a:pt x="233558" y="13206"/>
                  </a:lnTo>
                  <a:lnTo>
                    <a:pt x="241343" y="13575"/>
                  </a:lnTo>
                  <a:lnTo>
                    <a:pt x="249128" y="14116"/>
                  </a:lnTo>
                  <a:lnTo>
                    <a:pt x="256913" y="14665"/>
                  </a:lnTo>
                  <a:lnTo>
                    <a:pt x="264699" y="15175"/>
                  </a:lnTo>
                  <a:lnTo>
                    <a:pt x="272484" y="15673"/>
                  </a:lnTo>
                  <a:lnTo>
                    <a:pt x="280269" y="16105"/>
                  </a:lnTo>
                  <a:lnTo>
                    <a:pt x="288055" y="16749"/>
                  </a:lnTo>
                  <a:lnTo>
                    <a:pt x="295840" y="17349"/>
                  </a:lnTo>
                  <a:lnTo>
                    <a:pt x="303625" y="17763"/>
                  </a:lnTo>
                  <a:lnTo>
                    <a:pt x="311410" y="18371"/>
                  </a:lnTo>
                  <a:lnTo>
                    <a:pt x="319196" y="18902"/>
                  </a:lnTo>
                  <a:lnTo>
                    <a:pt x="326981" y="19496"/>
                  </a:lnTo>
                  <a:lnTo>
                    <a:pt x="334766" y="20049"/>
                  </a:lnTo>
                  <a:lnTo>
                    <a:pt x="342551" y="20404"/>
                  </a:lnTo>
                  <a:lnTo>
                    <a:pt x="350337" y="21067"/>
                  </a:lnTo>
                  <a:lnTo>
                    <a:pt x="358122" y="21658"/>
                  </a:lnTo>
                  <a:lnTo>
                    <a:pt x="365907" y="22122"/>
                  </a:lnTo>
                  <a:lnTo>
                    <a:pt x="373692" y="22590"/>
                  </a:lnTo>
                  <a:lnTo>
                    <a:pt x="381478" y="23060"/>
                  </a:lnTo>
                  <a:lnTo>
                    <a:pt x="389263" y="23577"/>
                  </a:lnTo>
                  <a:lnTo>
                    <a:pt x="397048" y="23997"/>
                  </a:lnTo>
                  <a:lnTo>
                    <a:pt x="404834" y="24469"/>
                  </a:lnTo>
                  <a:lnTo>
                    <a:pt x="412619" y="25132"/>
                  </a:lnTo>
                  <a:lnTo>
                    <a:pt x="420404" y="25584"/>
                  </a:lnTo>
                  <a:lnTo>
                    <a:pt x="428189" y="26039"/>
                  </a:lnTo>
                  <a:lnTo>
                    <a:pt x="435975" y="26496"/>
                  </a:lnTo>
                  <a:lnTo>
                    <a:pt x="443760" y="26955"/>
                  </a:lnTo>
                  <a:lnTo>
                    <a:pt x="451545" y="27417"/>
                  </a:lnTo>
                  <a:lnTo>
                    <a:pt x="459330" y="27881"/>
                  </a:lnTo>
                  <a:lnTo>
                    <a:pt x="467116" y="28397"/>
                  </a:lnTo>
                  <a:lnTo>
                    <a:pt x="474901" y="28816"/>
                  </a:lnTo>
                  <a:lnTo>
                    <a:pt x="482686" y="29280"/>
                  </a:lnTo>
                  <a:lnTo>
                    <a:pt x="490472" y="29748"/>
                  </a:lnTo>
                  <a:lnTo>
                    <a:pt x="498257" y="30236"/>
                  </a:lnTo>
                  <a:lnTo>
                    <a:pt x="506042" y="30800"/>
                  </a:lnTo>
                  <a:lnTo>
                    <a:pt x="513827" y="31373"/>
                  </a:lnTo>
                  <a:lnTo>
                    <a:pt x="521613" y="31747"/>
                  </a:lnTo>
                  <a:lnTo>
                    <a:pt x="529398" y="32223"/>
                  </a:lnTo>
                  <a:lnTo>
                    <a:pt x="537183" y="32594"/>
                  </a:lnTo>
                  <a:lnTo>
                    <a:pt x="544968" y="32947"/>
                  </a:lnTo>
                  <a:lnTo>
                    <a:pt x="552754" y="33310"/>
                  </a:lnTo>
                  <a:lnTo>
                    <a:pt x="560539" y="33674"/>
                  </a:lnTo>
                  <a:lnTo>
                    <a:pt x="568324" y="34316"/>
                  </a:lnTo>
                  <a:lnTo>
                    <a:pt x="576110" y="34667"/>
                  </a:lnTo>
                  <a:lnTo>
                    <a:pt x="583895" y="35289"/>
                  </a:lnTo>
                  <a:lnTo>
                    <a:pt x="591680" y="35924"/>
                  </a:lnTo>
                  <a:lnTo>
                    <a:pt x="599465" y="36406"/>
                  </a:lnTo>
                  <a:lnTo>
                    <a:pt x="607251" y="36804"/>
                  </a:lnTo>
                  <a:lnTo>
                    <a:pt x="615036" y="37449"/>
                  </a:lnTo>
                  <a:lnTo>
                    <a:pt x="622821" y="38038"/>
                  </a:lnTo>
                  <a:lnTo>
                    <a:pt x="630606" y="38397"/>
                  </a:lnTo>
                  <a:lnTo>
                    <a:pt x="638392" y="38992"/>
                  </a:lnTo>
                  <a:lnTo>
                    <a:pt x="646177" y="39490"/>
                  </a:lnTo>
                  <a:lnTo>
                    <a:pt x="653962" y="40040"/>
                  </a:lnTo>
                  <a:lnTo>
                    <a:pt x="661747" y="40409"/>
                  </a:lnTo>
                  <a:lnTo>
                    <a:pt x="669533" y="40976"/>
                  </a:lnTo>
                  <a:lnTo>
                    <a:pt x="677318" y="41663"/>
                  </a:lnTo>
                  <a:lnTo>
                    <a:pt x="685103" y="42372"/>
                  </a:lnTo>
                  <a:lnTo>
                    <a:pt x="692889" y="42872"/>
                  </a:lnTo>
                  <a:lnTo>
                    <a:pt x="700674" y="43331"/>
                  </a:lnTo>
                  <a:lnTo>
                    <a:pt x="708459" y="43851"/>
                  </a:lnTo>
                  <a:lnTo>
                    <a:pt x="716244" y="44385"/>
                  </a:lnTo>
                  <a:lnTo>
                    <a:pt x="724030" y="45028"/>
                  </a:lnTo>
                  <a:lnTo>
                    <a:pt x="731815" y="45437"/>
                  </a:lnTo>
                  <a:lnTo>
                    <a:pt x="739600" y="45809"/>
                  </a:lnTo>
                  <a:lnTo>
                    <a:pt x="747385" y="46177"/>
                  </a:lnTo>
                  <a:lnTo>
                    <a:pt x="755171" y="46547"/>
                  </a:lnTo>
                  <a:lnTo>
                    <a:pt x="762956" y="47289"/>
                  </a:lnTo>
                  <a:lnTo>
                    <a:pt x="770741" y="47872"/>
                  </a:lnTo>
                  <a:lnTo>
                    <a:pt x="778527" y="48299"/>
                  </a:lnTo>
                  <a:lnTo>
                    <a:pt x="786312" y="48806"/>
                  </a:lnTo>
                  <a:lnTo>
                    <a:pt x="794097" y="49146"/>
                  </a:lnTo>
                  <a:lnTo>
                    <a:pt x="801882" y="49396"/>
                  </a:lnTo>
                  <a:lnTo>
                    <a:pt x="809668" y="49542"/>
                  </a:lnTo>
                  <a:lnTo>
                    <a:pt x="817453" y="49810"/>
                  </a:lnTo>
                  <a:lnTo>
                    <a:pt x="825238" y="50468"/>
                  </a:lnTo>
                  <a:lnTo>
                    <a:pt x="833023" y="51004"/>
                  </a:lnTo>
                  <a:lnTo>
                    <a:pt x="840809" y="51605"/>
                  </a:lnTo>
                  <a:lnTo>
                    <a:pt x="848594" y="52172"/>
                  </a:lnTo>
                  <a:lnTo>
                    <a:pt x="856379" y="52816"/>
                  </a:lnTo>
                  <a:lnTo>
                    <a:pt x="864165" y="53299"/>
                  </a:lnTo>
                  <a:lnTo>
                    <a:pt x="871950" y="53542"/>
                  </a:lnTo>
                  <a:lnTo>
                    <a:pt x="879735" y="53932"/>
                  </a:lnTo>
                  <a:lnTo>
                    <a:pt x="887520" y="54476"/>
                  </a:lnTo>
                  <a:lnTo>
                    <a:pt x="895306" y="54917"/>
                  </a:lnTo>
                  <a:lnTo>
                    <a:pt x="903091" y="55269"/>
                  </a:lnTo>
                  <a:lnTo>
                    <a:pt x="910876" y="55607"/>
                  </a:lnTo>
                  <a:lnTo>
                    <a:pt x="918661" y="55977"/>
                  </a:lnTo>
                  <a:lnTo>
                    <a:pt x="926447" y="56364"/>
                  </a:lnTo>
                  <a:lnTo>
                    <a:pt x="934232" y="56884"/>
                  </a:lnTo>
                  <a:lnTo>
                    <a:pt x="942017" y="57166"/>
                  </a:lnTo>
                  <a:lnTo>
                    <a:pt x="949802" y="57680"/>
                  </a:lnTo>
                  <a:lnTo>
                    <a:pt x="957588" y="58215"/>
                  </a:lnTo>
                  <a:lnTo>
                    <a:pt x="965373" y="58400"/>
                  </a:lnTo>
                  <a:lnTo>
                    <a:pt x="973158" y="58706"/>
                  </a:lnTo>
                  <a:lnTo>
                    <a:pt x="980944" y="59107"/>
                  </a:lnTo>
                  <a:lnTo>
                    <a:pt x="988729" y="59710"/>
                  </a:lnTo>
                  <a:lnTo>
                    <a:pt x="996514" y="60335"/>
                  </a:lnTo>
                  <a:lnTo>
                    <a:pt x="1004299" y="60952"/>
                  </a:lnTo>
                  <a:lnTo>
                    <a:pt x="1012085" y="61573"/>
                  </a:lnTo>
                  <a:lnTo>
                    <a:pt x="1019870" y="61989"/>
                  </a:lnTo>
                  <a:lnTo>
                    <a:pt x="1027655" y="62241"/>
                  </a:lnTo>
                  <a:lnTo>
                    <a:pt x="1035440" y="62753"/>
                  </a:lnTo>
                  <a:lnTo>
                    <a:pt x="1043226" y="63015"/>
                  </a:lnTo>
                  <a:lnTo>
                    <a:pt x="1051011" y="63549"/>
                  </a:lnTo>
                  <a:lnTo>
                    <a:pt x="1058796" y="63922"/>
                  </a:lnTo>
                  <a:lnTo>
                    <a:pt x="1066582" y="64288"/>
                  </a:lnTo>
                  <a:lnTo>
                    <a:pt x="1074367" y="64487"/>
                  </a:lnTo>
                  <a:lnTo>
                    <a:pt x="1082152" y="64626"/>
                  </a:lnTo>
                  <a:lnTo>
                    <a:pt x="1089937" y="65181"/>
                  </a:lnTo>
                  <a:lnTo>
                    <a:pt x="1097723" y="65804"/>
                  </a:lnTo>
                  <a:lnTo>
                    <a:pt x="1105508" y="65766"/>
                  </a:lnTo>
                  <a:lnTo>
                    <a:pt x="1113293" y="66001"/>
                  </a:lnTo>
                  <a:lnTo>
                    <a:pt x="1121078" y="66422"/>
                  </a:lnTo>
                  <a:lnTo>
                    <a:pt x="1128864" y="66840"/>
                  </a:lnTo>
                  <a:lnTo>
                    <a:pt x="1136649" y="67108"/>
                  </a:lnTo>
                  <a:lnTo>
                    <a:pt x="1144434" y="67447"/>
                  </a:lnTo>
                  <a:lnTo>
                    <a:pt x="1152220" y="67917"/>
                  </a:lnTo>
                  <a:lnTo>
                    <a:pt x="1160005" y="68189"/>
                  </a:lnTo>
                  <a:lnTo>
                    <a:pt x="1167790" y="68687"/>
                  </a:lnTo>
                  <a:lnTo>
                    <a:pt x="1175575" y="68878"/>
                  </a:lnTo>
                  <a:lnTo>
                    <a:pt x="1183361" y="69069"/>
                  </a:lnTo>
                  <a:lnTo>
                    <a:pt x="1191146" y="69266"/>
                  </a:lnTo>
                  <a:lnTo>
                    <a:pt x="1198931" y="69639"/>
                  </a:lnTo>
                  <a:lnTo>
                    <a:pt x="1206716" y="70078"/>
                  </a:lnTo>
                  <a:lnTo>
                    <a:pt x="1214502" y="70472"/>
                  </a:lnTo>
                  <a:lnTo>
                    <a:pt x="1222287" y="70613"/>
                  </a:lnTo>
                  <a:lnTo>
                    <a:pt x="1230072" y="70955"/>
                  </a:lnTo>
                  <a:lnTo>
                    <a:pt x="1237857" y="71348"/>
                  </a:lnTo>
                  <a:lnTo>
                    <a:pt x="1245643" y="71747"/>
                  </a:lnTo>
                  <a:lnTo>
                    <a:pt x="1253428" y="72058"/>
                  </a:lnTo>
                  <a:lnTo>
                    <a:pt x="1261213" y="72548"/>
                  </a:lnTo>
                  <a:lnTo>
                    <a:pt x="1268999" y="72935"/>
                  </a:lnTo>
                  <a:lnTo>
                    <a:pt x="1276784" y="73156"/>
                  </a:lnTo>
                  <a:lnTo>
                    <a:pt x="1284569" y="73387"/>
                  </a:lnTo>
                  <a:lnTo>
                    <a:pt x="1292354" y="73618"/>
                  </a:lnTo>
                  <a:lnTo>
                    <a:pt x="1300140" y="74062"/>
                  </a:lnTo>
                  <a:lnTo>
                    <a:pt x="1307925" y="74509"/>
                  </a:lnTo>
                  <a:lnTo>
                    <a:pt x="1315710" y="74657"/>
                  </a:lnTo>
                  <a:lnTo>
                    <a:pt x="1323495" y="74846"/>
                  </a:lnTo>
                  <a:lnTo>
                    <a:pt x="1331281" y="75151"/>
                  </a:lnTo>
                  <a:lnTo>
                    <a:pt x="1339066" y="75376"/>
                  </a:lnTo>
                  <a:lnTo>
                    <a:pt x="1346851" y="75804"/>
                  </a:lnTo>
                  <a:lnTo>
                    <a:pt x="1354637" y="76234"/>
                  </a:lnTo>
                  <a:lnTo>
                    <a:pt x="1362422" y="76663"/>
                  </a:lnTo>
                  <a:lnTo>
                    <a:pt x="1370207" y="77086"/>
                  </a:lnTo>
                  <a:lnTo>
                    <a:pt x="1377992" y="77459"/>
                  </a:lnTo>
                  <a:lnTo>
                    <a:pt x="1385778" y="77746"/>
                  </a:lnTo>
                  <a:lnTo>
                    <a:pt x="1393563" y="78035"/>
                  </a:lnTo>
                  <a:lnTo>
                    <a:pt x="1401348" y="78504"/>
                  </a:lnTo>
                  <a:lnTo>
                    <a:pt x="1409133" y="79082"/>
                  </a:lnTo>
                  <a:lnTo>
                    <a:pt x="1416919" y="79361"/>
                  </a:lnTo>
                  <a:lnTo>
                    <a:pt x="1424704" y="79413"/>
                  </a:lnTo>
                  <a:lnTo>
                    <a:pt x="1432489" y="79465"/>
                  </a:lnTo>
                  <a:lnTo>
                    <a:pt x="1440275" y="79866"/>
                  </a:lnTo>
                  <a:lnTo>
                    <a:pt x="1448060" y="80274"/>
                  </a:lnTo>
                  <a:lnTo>
                    <a:pt x="1455845" y="80683"/>
                  </a:lnTo>
                  <a:lnTo>
                    <a:pt x="1463630" y="81048"/>
                  </a:lnTo>
                  <a:lnTo>
                    <a:pt x="1471416" y="81200"/>
                  </a:lnTo>
                  <a:lnTo>
                    <a:pt x="1479201" y="81355"/>
                  </a:lnTo>
                  <a:lnTo>
                    <a:pt x="1486986" y="81836"/>
                  </a:lnTo>
                  <a:lnTo>
                    <a:pt x="1494771" y="82444"/>
                  </a:lnTo>
                  <a:lnTo>
                    <a:pt x="1502557" y="82945"/>
                  </a:lnTo>
                  <a:lnTo>
                    <a:pt x="1510342" y="83057"/>
                  </a:lnTo>
                  <a:lnTo>
                    <a:pt x="1518127" y="83193"/>
                  </a:lnTo>
                  <a:lnTo>
                    <a:pt x="1525912" y="83312"/>
                  </a:lnTo>
                  <a:lnTo>
                    <a:pt x="1533698" y="83430"/>
                  </a:lnTo>
                  <a:lnTo>
                    <a:pt x="1541483" y="83551"/>
                  </a:lnTo>
                  <a:lnTo>
                    <a:pt x="1549268" y="83768"/>
                  </a:lnTo>
                  <a:lnTo>
                    <a:pt x="1557054" y="84059"/>
                  </a:lnTo>
                  <a:lnTo>
                    <a:pt x="1564839" y="84434"/>
                  </a:lnTo>
                  <a:lnTo>
                    <a:pt x="1572624" y="84714"/>
                  </a:lnTo>
                  <a:lnTo>
                    <a:pt x="1580409" y="84934"/>
                  </a:lnTo>
                  <a:lnTo>
                    <a:pt x="1588195" y="85220"/>
                  </a:lnTo>
                  <a:lnTo>
                    <a:pt x="1595980" y="85518"/>
                  </a:lnTo>
                  <a:lnTo>
                    <a:pt x="1603765" y="85818"/>
                  </a:lnTo>
                  <a:lnTo>
                    <a:pt x="1611550" y="86177"/>
                  </a:lnTo>
                  <a:lnTo>
                    <a:pt x="1619336" y="86692"/>
                  </a:lnTo>
                  <a:lnTo>
                    <a:pt x="1627121" y="86936"/>
                  </a:lnTo>
                  <a:lnTo>
                    <a:pt x="1634906" y="87004"/>
                  </a:lnTo>
                  <a:lnTo>
                    <a:pt x="1642692" y="87293"/>
                  </a:lnTo>
                  <a:lnTo>
                    <a:pt x="1650477" y="87583"/>
                  </a:lnTo>
                  <a:lnTo>
                    <a:pt x="1658262" y="87874"/>
                  </a:lnTo>
                  <a:lnTo>
                    <a:pt x="1666047" y="88165"/>
                  </a:lnTo>
                  <a:lnTo>
                    <a:pt x="1673833" y="88282"/>
                  </a:lnTo>
                  <a:lnTo>
                    <a:pt x="1681618" y="88271"/>
                  </a:lnTo>
                  <a:lnTo>
                    <a:pt x="1689403" y="88264"/>
                  </a:lnTo>
                  <a:lnTo>
                    <a:pt x="1697188" y="88267"/>
                  </a:lnTo>
                  <a:lnTo>
                    <a:pt x="1704974" y="88385"/>
                  </a:lnTo>
                  <a:lnTo>
                    <a:pt x="1712759" y="88973"/>
                  </a:lnTo>
                  <a:lnTo>
                    <a:pt x="1720544" y="89151"/>
                  </a:lnTo>
                  <a:lnTo>
                    <a:pt x="1728330" y="89105"/>
                  </a:lnTo>
                  <a:lnTo>
                    <a:pt x="1736115" y="89063"/>
                  </a:lnTo>
                  <a:lnTo>
                    <a:pt x="1743900" y="89405"/>
                  </a:lnTo>
                  <a:lnTo>
                    <a:pt x="1751685" y="89855"/>
                  </a:lnTo>
                  <a:lnTo>
                    <a:pt x="1759471" y="90307"/>
                  </a:lnTo>
                  <a:lnTo>
                    <a:pt x="1767256" y="90760"/>
                  </a:lnTo>
                  <a:lnTo>
                    <a:pt x="1775041" y="90892"/>
                  </a:lnTo>
                  <a:lnTo>
                    <a:pt x="1782826" y="90910"/>
                  </a:lnTo>
                  <a:lnTo>
                    <a:pt x="1790612" y="91253"/>
                  </a:lnTo>
                  <a:lnTo>
                    <a:pt x="1798397" y="91601"/>
                  </a:lnTo>
                  <a:lnTo>
                    <a:pt x="1806182" y="91951"/>
                  </a:lnTo>
                  <a:lnTo>
                    <a:pt x="1813967" y="92302"/>
                  </a:lnTo>
                  <a:lnTo>
                    <a:pt x="1821753" y="92730"/>
                  </a:lnTo>
                  <a:lnTo>
                    <a:pt x="1829538" y="93189"/>
                  </a:lnTo>
                  <a:lnTo>
                    <a:pt x="1837323" y="93650"/>
                  </a:lnTo>
                  <a:lnTo>
                    <a:pt x="1845109" y="94112"/>
                  </a:lnTo>
                  <a:lnTo>
                    <a:pt x="1852894" y="94388"/>
                  </a:lnTo>
                  <a:lnTo>
                    <a:pt x="1860679" y="94650"/>
                  </a:lnTo>
                  <a:lnTo>
                    <a:pt x="1868464" y="95148"/>
                  </a:lnTo>
                  <a:lnTo>
                    <a:pt x="1876250" y="95336"/>
                  </a:lnTo>
                  <a:lnTo>
                    <a:pt x="1884035" y="95464"/>
                  </a:lnTo>
                  <a:lnTo>
                    <a:pt x="1891820" y="95813"/>
                  </a:lnTo>
                  <a:lnTo>
                    <a:pt x="1899605" y="96168"/>
                  </a:lnTo>
                  <a:lnTo>
                    <a:pt x="1907391" y="96524"/>
                  </a:lnTo>
                  <a:lnTo>
                    <a:pt x="1915176" y="96880"/>
                  </a:lnTo>
                  <a:lnTo>
                    <a:pt x="1922961" y="97237"/>
                  </a:lnTo>
                  <a:lnTo>
                    <a:pt x="1930747" y="97595"/>
                  </a:lnTo>
                  <a:lnTo>
                    <a:pt x="1938532" y="97954"/>
                  </a:lnTo>
                  <a:lnTo>
                    <a:pt x="1946317" y="98312"/>
                  </a:lnTo>
                  <a:lnTo>
                    <a:pt x="1954102" y="98672"/>
                  </a:lnTo>
                  <a:lnTo>
                    <a:pt x="1961888" y="99032"/>
                  </a:lnTo>
                  <a:lnTo>
                    <a:pt x="1969673" y="99393"/>
                  </a:lnTo>
                  <a:lnTo>
                    <a:pt x="1977458" y="99755"/>
                  </a:lnTo>
                  <a:lnTo>
                    <a:pt x="1985243" y="100117"/>
                  </a:lnTo>
                  <a:lnTo>
                    <a:pt x="1993029" y="100480"/>
                  </a:lnTo>
                  <a:lnTo>
                    <a:pt x="2000814" y="100843"/>
                  </a:lnTo>
                  <a:lnTo>
                    <a:pt x="2008599" y="101207"/>
                  </a:lnTo>
                  <a:lnTo>
                    <a:pt x="2016385" y="101572"/>
                  </a:lnTo>
                  <a:lnTo>
                    <a:pt x="2016385" y="421760"/>
                  </a:lnTo>
                  <a:lnTo>
                    <a:pt x="2008599" y="420305"/>
                  </a:lnTo>
                  <a:lnTo>
                    <a:pt x="2000814" y="418679"/>
                  </a:lnTo>
                  <a:lnTo>
                    <a:pt x="1993029" y="417046"/>
                  </a:lnTo>
                  <a:lnTo>
                    <a:pt x="1985243" y="415402"/>
                  </a:lnTo>
                  <a:lnTo>
                    <a:pt x="1977458" y="413746"/>
                  </a:lnTo>
                  <a:lnTo>
                    <a:pt x="1969673" y="412084"/>
                  </a:lnTo>
                  <a:lnTo>
                    <a:pt x="1961888" y="410373"/>
                  </a:lnTo>
                  <a:lnTo>
                    <a:pt x="1954102" y="408720"/>
                  </a:lnTo>
                  <a:lnTo>
                    <a:pt x="1946317" y="407061"/>
                  </a:lnTo>
                  <a:lnTo>
                    <a:pt x="1938532" y="405386"/>
                  </a:lnTo>
                  <a:lnTo>
                    <a:pt x="1930747" y="403697"/>
                  </a:lnTo>
                  <a:lnTo>
                    <a:pt x="1922961" y="402001"/>
                  </a:lnTo>
                  <a:lnTo>
                    <a:pt x="1915176" y="400298"/>
                  </a:lnTo>
                  <a:lnTo>
                    <a:pt x="1907391" y="398590"/>
                  </a:lnTo>
                  <a:lnTo>
                    <a:pt x="1899605" y="396981"/>
                  </a:lnTo>
                  <a:lnTo>
                    <a:pt x="1891820" y="395387"/>
                  </a:lnTo>
                  <a:lnTo>
                    <a:pt x="1884035" y="393878"/>
                  </a:lnTo>
                  <a:lnTo>
                    <a:pt x="1876250" y="392369"/>
                  </a:lnTo>
                  <a:lnTo>
                    <a:pt x="1868464" y="390852"/>
                  </a:lnTo>
                  <a:lnTo>
                    <a:pt x="1860679" y="389334"/>
                  </a:lnTo>
                  <a:lnTo>
                    <a:pt x="1852894" y="387811"/>
                  </a:lnTo>
                  <a:lnTo>
                    <a:pt x="1845109" y="386284"/>
                  </a:lnTo>
                  <a:lnTo>
                    <a:pt x="1837323" y="384753"/>
                  </a:lnTo>
                  <a:lnTo>
                    <a:pt x="1829538" y="383212"/>
                  </a:lnTo>
                  <a:lnTo>
                    <a:pt x="1821753" y="381631"/>
                  </a:lnTo>
                  <a:lnTo>
                    <a:pt x="1813967" y="380076"/>
                  </a:lnTo>
                  <a:lnTo>
                    <a:pt x="1806182" y="378338"/>
                  </a:lnTo>
                  <a:lnTo>
                    <a:pt x="1798397" y="376721"/>
                  </a:lnTo>
                  <a:lnTo>
                    <a:pt x="1790612" y="375154"/>
                  </a:lnTo>
                  <a:lnTo>
                    <a:pt x="1782826" y="373439"/>
                  </a:lnTo>
                  <a:lnTo>
                    <a:pt x="1775041" y="371835"/>
                  </a:lnTo>
                  <a:lnTo>
                    <a:pt x="1767256" y="370228"/>
                  </a:lnTo>
                  <a:lnTo>
                    <a:pt x="1759471" y="368616"/>
                  </a:lnTo>
                  <a:lnTo>
                    <a:pt x="1751685" y="366998"/>
                  </a:lnTo>
                  <a:lnTo>
                    <a:pt x="1743900" y="365369"/>
                  </a:lnTo>
                  <a:lnTo>
                    <a:pt x="1736115" y="363587"/>
                  </a:lnTo>
                  <a:lnTo>
                    <a:pt x="1728330" y="361802"/>
                  </a:lnTo>
                  <a:lnTo>
                    <a:pt x="1720544" y="360011"/>
                  </a:lnTo>
                  <a:lnTo>
                    <a:pt x="1712759" y="358237"/>
                  </a:lnTo>
                  <a:lnTo>
                    <a:pt x="1704974" y="356654"/>
                  </a:lnTo>
                  <a:lnTo>
                    <a:pt x="1697188" y="354972"/>
                  </a:lnTo>
                  <a:lnTo>
                    <a:pt x="1689403" y="353452"/>
                  </a:lnTo>
                  <a:lnTo>
                    <a:pt x="1681618" y="351910"/>
                  </a:lnTo>
                  <a:lnTo>
                    <a:pt x="1673833" y="350325"/>
                  </a:lnTo>
                  <a:lnTo>
                    <a:pt x="1666047" y="348348"/>
                  </a:lnTo>
                  <a:lnTo>
                    <a:pt x="1658262" y="346585"/>
                  </a:lnTo>
                  <a:lnTo>
                    <a:pt x="1650477" y="345090"/>
                  </a:lnTo>
                  <a:lnTo>
                    <a:pt x="1642692" y="343593"/>
                  </a:lnTo>
                  <a:lnTo>
                    <a:pt x="1634906" y="342094"/>
                  </a:lnTo>
                  <a:lnTo>
                    <a:pt x="1627121" y="340590"/>
                  </a:lnTo>
                  <a:lnTo>
                    <a:pt x="1619336" y="338899"/>
                  </a:lnTo>
                  <a:lnTo>
                    <a:pt x="1611550" y="337158"/>
                  </a:lnTo>
                  <a:lnTo>
                    <a:pt x="1603765" y="335591"/>
                  </a:lnTo>
                  <a:lnTo>
                    <a:pt x="1595980" y="334014"/>
                  </a:lnTo>
                  <a:lnTo>
                    <a:pt x="1588195" y="332341"/>
                  </a:lnTo>
                  <a:lnTo>
                    <a:pt x="1580409" y="330663"/>
                  </a:lnTo>
                  <a:lnTo>
                    <a:pt x="1572624" y="328978"/>
                  </a:lnTo>
                  <a:lnTo>
                    <a:pt x="1564839" y="327225"/>
                  </a:lnTo>
                  <a:lnTo>
                    <a:pt x="1557054" y="325214"/>
                  </a:lnTo>
                  <a:lnTo>
                    <a:pt x="1549268" y="323202"/>
                  </a:lnTo>
                  <a:lnTo>
                    <a:pt x="1541483" y="321437"/>
                  </a:lnTo>
                  <a:lnTo>
                    <a:pt x="1533698" y="319609"/>
                  </a:lnTo>
                  <a:lnTo>
                    <a:pt x="1525912" y="317849"/>
                  </a:lnTo>
                  <a:lnTo>
                    <a:pt x="1518127" y="316089"/>
                  </a:lnTo>
                  <a:lnTo>
                    <a:pt x="1510342" y="314326"/>
                  </a:lnTo>
                  <a:lnTo>
                    <a:pt x="1502557" y="312562"/>
                  </a:lnTo>
                  <a:lnTo>
                    <a:pt x="1494771" y="310793"/>
                  </a:lnTo>
                  <a:lnTo>
                    <a:pt x="1486986" y="309023"/>
                  </a:lnTo>
                  <a:lnTo>
                    <a:pt x="1479201" y="307249"/>
                  </a:lnTo>
                  <a:lnTo>
                    <a:pt x="1471416" y="305699"/>
                  </a:lnTo>
                  <a:lnTo>
                    <a:pt x="1463630" y="304460"/>
                  </a:lnTo>
                  <a:lnTo>
                    <a:pt x="1455845" y="302416"/>
                  </a:lnTo>
                  <a:lnTo>
                    <a:pt x="1448060" y="300286"/>
                  </a:lnTo>
                  <a:lnTo>
                    <a:pt x="1440275" y="298349"/>
                  </a:lnTo>
                  <a:lnTo>
                    <a:pt x="1432489" y="296581"/>
                  </a:lnTo>
                  <a:lnTo>
                    <a:pt x="1424704" y="294813"/>
                  </a:lnTo>
                  <a:lnTo>
                    <a:pt x="1416919" y="293045"/>
                  </a:lnTo>
                  <a:lnTo>
                    <a:pt x="1409133" y="291277"/>
                  </a:lnTo>
                  <a:lnTo>
                    <a:pt x="1401348" y="289508"/>
                  </a:lnTo>
                  <a:lnTo>
                    <a:pt x="1393563" y="287765"/>
                  </a:lnTo>
                  <a:lnTo>
                    <a:pt x="1385778" y="286082"/>
                  </a:lnTo>
                  <a:lnTo>
                    <a:pt x="1377992" y="284395"/>
                  </a:lnTo>
                  <a:lnTo>
                    <a:pt x="1370207" y="282700"/>
                  </a:lnTo>
                  <a:lnTo>
                    <a:pt x="1362422" y="281006"/>
                  </a:lnTo>
                  <a:lnTo>
                    <a:pt x="1354637" y="279313"/>
                  </a:lnTo>
                  <a:lnTo>
                    <a:pt x="1346851" y="277620"/>
                  </a:lnTo>
                  <a:lnTo>
                    <a:pt x="1339066" y="275503"/>
                  </a:lnTo>
                  <a:lnTo>
                    <a:pt x="1331281" y="273490"/>
                  </a:lnTo>
                  <a:lnTo>
                    <a:pt x="1323495" y="271899"/>
                  </a:lnTo>
                  <a:lnTo>
                    <a:pt x="1315710" y="270868"/>
                  </a:lnTo>
                  <a:lnTo>
                    <a:pt x="1307925" y="269242"/>
                  </a:lnTo>
                  <a:lnTo>
                    <a:pt x="1300140" y="267568"/>
                  </a:lnTo>
                  <a:lnTo>
                    <a:pt x="1292354" y="265881"/>
                  </a:lnTo>
                  <a:lnTo>
                    <a:pt x="1284569" y="263880"/>
                  </a:lnTo>
                  <a:lnTo>
                    <a:pt x="1276784" y="261723"/>
                  </a:lnTo>
                  <a:lnTo>
                    <a:pt x="1268999" y="259948"/>
                  </a:lnTo>
                  <a:lnTo>
                    <a:pt x="1261213" y="258386"/>
                  </a:lnTo>
                  <a:lnTo>
                    <a:pt x="1253428" y="256826"/>
                  </a:lnTo>
                  <a:lnTo>
                    <a:pt x="1245643" y="255267"/>
                  </a:lnTo>
                  <a:lnTo>
                    <a:pt x="1237857" y="253710"/>
                  </a:lnTo>
                  <a:lnTo>
                    <a:pt x="1230072" y="252154"/>
                  </a:lnTo>
                  <a:lnTo>
                    <a:pt x="1222287" y="250600"/>
                  </a:lnTo>
                  <a:lnTo>
                    <a:pt x="1214502" y="249047"/>
                  </a:lnTo>
                  <a:lnTo>
                    <a:pt x="1206716" y="247496"/>
                  </a:lnTo>
                  <a:lnTo>
                    <a:pt x="1198931" y="245900"/>
                  </a:lnTo>
                  <a:lnTo>
                    <a:pt x="1191146" y="243770"/>
                  </a:lnTo>
                  <a:lnTo>
                    <a:pt x="1183361" y="242056"/>
                  </a:lnTo>
                  <a:lnTo>
                    <a:pt x="1175575" y="240320"/>
                  </a:lnTo>
                  <a:lnTo>
                    <a:pt x="1167790" y="239175"/>
                  </a:lnTo>
                  <a:lnTo>
                    <a:pt x="1160005" y="237663"/>
                  </a:lnTo>
                  <a:lnTo>
                    <a:pt x="1152220" y="236029"/>
                  </a:lnTo>
                  <a:lnTo>
                    <a:pt x="1144434" y="234397"/>
                  </a:lnTo>
                  <a:lnTo>
                    <a:pt x="1136649" y="232956"/>
                  </a:lnTo>
                  <a:lnTo>
                    <a:pt x="1128864" y="231573"/>
                  </a:lnTo>
                  <a:lnTo>
                    <a:pt x="1121078" y="230191"/>
                  </a:lnTo>
                  <a:lnTo>
                    <a:pt x="1113293" y="228701"/>
                  </a:lnTo>
                  <a:lnTo>
                    <a:pt x="1105508" y="226686"/>
                  </a:lnTo>
                  <a:lnTo>
                    <a:pt x="1097723" y="224674"/>
                  </a:lnTo>
                  <a:lnTo>
                    <a:pt x="1089937" y="223024"/>
                  </a:lnTo>
                  <a:lnTo>
                    <a:pt x="1082152" y="221409"/>
                  </a:lnTo>
                  <a:lnTo>
                    <a:pt x="1074367" y="219790"/>
                  </a:lnTo>
                  <a:lnTo>
                    <a:pt x="1066582" y="218619"/>
                  </a:lnTo>
                  <a:lnTo>
                    <a:pt x="1058796" y="217039"/>
                  </a:lnTo>
                  <a:lnTo>
                    <a:pt x="1051011" y="215722"/>
                  </a:lnTo>
                  <a:lnTo>
                    <a:pt x="1043226" y="214401"/>
                  </a:lnTo>
                  <a:lnTo>
                    <a:pt x="1035440" y="212971"/>
                  </a:lnTo>
                  <a:lnTo>
                    <a:pt x="1027655" y="211356"/>
                  </a:lnTo>
                  <a:lnTo>
                    <a:pt x="1019870" y="209750"/>
                  </a:lnTo>
                  <a:lnTo>
                    <a:pt x="1012085" y="207628"/>
                  </a:lnTo>
                  <a:lnTo>
                    <a:pt x="1004299" y="206539"/>
                  </a:lnTo>
                  <a:lnTo>
                    <a:pt x="996514" y="205115"/>
                  </a:lnTo>
                  <a:lnTo>
                    <a:pt x="988729" y="203867"/>
                  </a:lnTo>
                  <a:lnTo>
                    <a:pt x="980944" y="202607"/>
                  </a:lnTo>
                  <a:lnTo>
                    <a:pt x="973158" y="201349"/>
                  </a:lnTo>
                  <a:lnTo>
                    <a:pt x="965373" y="200094"/>
                  </a:lnTo>
                  <a:lnTo>
                    <a:pt x="957588" y="198836"/>
                  </a:lnTo>
                  <a:lnTo>
                    <a:pt x="949802" y="197424"/>
                  </a:lnTo>
                  <a:lnTo>
                    <a:pt x="942017" y="195657"/>
                  </a:lnTo>
                  <a:lnTo>
                    <a:pt x="934232" y="193887"/>
                  </a:lnTo>
                  <a:lnTo>
                    <a:pt x="926447" y="192385"/>
                  </a:lnTo>
                  <a:lnTo>
                    <a:pt x="918661" y="191321"/>
                  </a:lnTo>
                  <a:lnTo>
                    <a:pt x="910876" y="189644"/>
                  </a:lnTo>
                  <a:lnTo>
                    <a:pt x="903091" y="187959"/>
                  </a:lnTo>
                  <a:lnTo>
                    <a:pt x="895306" y="186284"/>
                  </a:lnTo>
                  <a:lnTo>
                    <a:pt x="887520" y="184615"/>
                  </a:lnTo>
                  <a:lnTo>
                    <a:pt x="879735" y="183139"/>
                  </a:lnTo>
                  <a:lnTo>
                    <a:pt x="871950" y="182202"/>
                  </a:lnTo>
                  <a:lnTo>
                    <a:pt x="864165" y="180672"/>
                  </a:lnTo>
                  <a:lnTo>
                    <a:pt x="856379" y="179649"/>
                  </a:lnTo>
                  <a:lnTo>
                    <a:pt x="848594" y="178635"/>
                  </a:lnTo>
                  <a:lnTo>
                    <a:pt x="840809" y="177215"/>
                  </a:lnTo>
                  <a:lnTo>
                    <a:pt x="833023" y="175816"/>
                  </a:lnTo>
                  <a:lnTo>
                    <a:pt x="825238" y="174344"/>
                  </a:lnTo>
                  <a:lnTo>
                    <a:pt x="817453" y="173338"/>
                  </a:lnTo>
                  <a:lnTo>
                    <a:pt x="809668" y="171816"/>
                  </a:lnTo>
                  <a:lnTo>
                    <a:pt x="801882" y="170701"/>
                  </a:lnTo>
                  <a:lnTo>
                    <a:pt x="794097" y="169594"/>
                  </a:lnTo>
                  <a:lnTo>
                    <a:pt x="786312" y="168395"/>
                  </a:lnTo>
                  <a:lnTo>
                    <a:pt x="778527" y="166999"/>
                  </a:lnTo>
                  <a:lnTo>
                    <a:pt x="770741" y="165557"/>
                  </a:lnTo>
                  <a:lnTo>
                    <a:pt x="762956" y="164120"/>
                  </a:lnTo>
                  <a:lnTo>
                    <a:pt x="755171" y="162880"/>
                  </a:lnTo>
                  <a:lnTo>
                    <a:pt x="747385" y="161770"/>
                  </a:lnTo>
                  <a:lnTo>
                    <a:pt x="739600" y="160555"/>
                  </a:lnTo>
                  <a:lnTo>
                    <a:pt x="731815" y="159392"/>
                  </a:lnTo>
                  <a:lnTo>
                    <a:pt x="724030" y="158003"/>
                  </a:lnTo>
                  <a:lnTo>
                    <a:pt x="716244" y="156517"/>
                  </a:lnTo>
                  <a:lnTo>
                    <a:pt x="708459" y="155031"/>
                  </a:lnTo>
                  <a:lnTo>
                    <a:pt x="700674" y="153505"/>
                  </a:lnTo>
                  <a:lnTo>
                    <a:pt x="692889" y="151873"/>
                  </a:lnTo>
                  <a:lnTo>
                    <a:pt x="685103" y="150697"/>
                  </a:lnTo>
                  <a:lnTo>
                    <a:pt x="677318" y="149399"/>
                  </a:lnTo>
                  <a:lnTo>
                    <a:pt x="669533" y="148402"/>
                  </a:lnTo>
                  <a:lnTo>
                    <a:pt x="661747" y="147516"/>
                  </a:lnTo>
                  <a:lnTo>
                    <a:pt x="653962" y="146660"/>
                  </a:lnTo>
                  <a:lnTo>
                    <a:pt x="646177" y="145169"/>
                  </a:lnTo>
                  <a:lnTo>
                    <a:pt x="638392" y="143498"/>
                  </a:lnTo>
                  <a:lnTo>
                    <a:pt x="630606" y="142751"/>
                  </a:lnTo>
                  <a:lnTo>
                    <a:pt x="622821" y="142006"/>
                  </a:lnTo>
                  <a:lnTo>
                    <a:pt x="615036" y="140895"/>
                  </a:lnTo>
                  <a:lnTo>
                    <a:pt x="607251" y="139412"/>
                  </a:lnTo>
                  <a:lnTo>
                    <a:pt x="599465" y="137882"/>
                  </a:lnTo>
                  <a:lnTo>
                    <a:pt x="591680" y="136744"/>
                  </a:lnTo>
                  <a:lnTo>
                    <a:pt x="583895" y="135654"/>
                  </a:lnTo>
                  <a:lnTo>
                    <a:pt x="576110" y="134750"/>
                  </a:lnTo>
                  <a:lnTo>
                    <a:pt x="568324" y="133828"/>
                  </a:lnTo>
                  <a:lnTo>
                    <a:pt x="560539" y="132943"/>
                  </a:lnTo>
                  <a:lnTo>
                    <a:pt x="552754" y="131544"/>
                  </a:lnTo>
                  <a:lnTo>
                    <a:pt x="544968" y="130815"/>
                  </a:lnTo>
                  <a:lnTo>
                    <a:pt x="537183" y="129855"/>
                  </a:lnTo>
                  <a:lnTo>
                    <a:pt x="529398" y="129198"/>
                  </a:lnTo>
                  <a:lnTo>
                    <a:pt x="521613" y="128325"/>
                  </a:lnTo>
                  <a:lnTo>
                    <a:pt x="513827" y="127581"/>
                  </a:lnTo>
                  <a:lnTo>
                    <a:pt x="506042" y="126543"/>
                  </a:lnTo>
                  <a:lnTo>
                    <a:pt x="498257" y="125317"/>
                  </a:lnTo>
                  <a:lnTo>
                    <a:pt x="490472" y="124096"/>
                  </a:lnTo>
                  <a:lnTo>
                    <a:pt x="482686" y="123203"/>
                  </a:lnTo>
                  <a:lnTo>
                    <a:pt x="474901" y="122447"/>
                  </a:lnTo>
                  <a:lnTo>
                    <a:pt x="467116" y="121603"/>
                  </a:lnTo>
                  <a:lnTo>
                    <a:pt x="459330" y="120621"/>
                  </a:lnTo>
                  <a:lnTo>
                    <a:pt x="451545" y="119640"/>
                  </a:lnTo>
                  <a:lnTo>
                    <a:pt x="443760" y="119132"/>
                  </a:lnTo>
                  <a:lnTo>
                    <a:pt x="435975" y="118144"/>
                  </a:lnTo>
                  <a:lnTo>
                    <a:pt x="428189" y="117541"/>
                  </a:lnTo>
                  <a:lnTo>
                    <a:pt x="420404" y="116949"/>
                  </a:lnTo>
                  <a:lnTo>
                    <a:pt x="412619" y="116413"/>
                  </a:lnTo>
                  <a:lnTo>
                    <a:pt x="404834" y="115800"/>
                  </a:lnTo>
                  <a:lnTo>
                    <a:pt x="397048" y="115071"/>
                  </a:lnTo>
                  <a:lnTo>
                    <a:pt x="389263" y="114349"/>
                  </a:lnTo>
                  <a:lnTo>
                    <a:pt x="381478" y="113620"/>
                  </a:lnTo>
                  <a:lnTo>
                    <a:pt x="373692" y="112691"/>
                  </a:lnTo>
                  <a:lnTo>
                    <a:pt x="365907" y="111979"/>
                  </a:lnTo>
                  <a:lnTo>
                    <a:pt x="358122" y="111067"/>
                  </a:lnTo>
                  <a:lnTo>
                    <a:pt x="350337" y="110101"/>
                  </a:lnTo>
                  <a:lnTo>
                    <a:pt x="342551" y="109167"/>
                  </a:lnTo>
                  <a:lnTo>
                    <a:pt x="334766" y="108525"/>
                  </a:lnTo>
                  <a:lnTo>
                    <a:pt x="326981" y="107893"/>
                  </a:lnTo>
                  <a:lnTo>
                    <a:pt x="319196" y="107534"/>
                  </a:lnTo>
                  <a:lnTo>
                    <a:pt x="311410" y="106813"/>
                  </a:lnTo>
                  <a:lnTo>
                    <a:pt x="303625" y="105874"/>
                  </a:lnTo>
                  <a:lnTo>
                    <a:pt x="295840" y="105144"/>
                  </a:lnTo>
                  <a:lnTo>
                    <a:pt x="288055" y="104646"/>
                  </a:lnTo>
                  <a:lnTo>
                    <a:pt x="280269" y="103841"/>
                  </a:lnTo>
                  <a:lnTo>
                    <a:pt x="272484" y="103187"/>
                  </a:lnTo>
                  <a:lnTo>
                    <a:pt x="264699" y="102547"/>
                  </a:lnTo>
                  <a:lnTo>
                    <a:pt x="256913" y="101901"/>
                  </a:lnTo>
                  <a:lnTo>
                    <a:pt x="249128" y="101257"/>
                  </a:lnTo>
                  <a:lnTo>
                    <a:pt x="241343" y="100607"/>
                  </a:lnTo>
                  <a:lnTo>
                    <a:pt x="233558" y="100129"/>
                  </a:lnTo>
                  <a:lnTo>
                    <a:pt x="225772" y="99635"/>
                  </a:lnTo>
                  <a:lnTo>
                    <a:pt x="217987" y="99105"/>
                  </a:lnTo>
                  <a:lnTo>
                    <a:pt x="210202" y="98471"/>
                  </a:lnTo>
                  <a:lnTo>
                    <a:pt x="202417" y="98175"/>
                  </a:lnTo>
                  <a:lnTo>
                    <a:pt x="194631" y="97657"/>
                  </a:lnTo>
                  <a:lnTo>
                    <a:pt x="186846" y="96984"/>
                  </a:lnTo>
                  <a:lnTo>
                    <a:pt x="179061" y="96292"/>
                  </a:lnTo>
                  <a:lnTo>
                    <a:pt x="171275" y="95776"/>
                  </a:lnTo>
                  <a:lnTo>
                    <a:pt x="163490" y="95262"/>
                  </a:lnTo>
                  <a:lnTo>
                    <a:pt x="155705" y="94890"/>
                  </a:lnTo>
                  <a:lnTo>
                    <a:pt x="147920" y="94374"/>
                  </a:lnTo>
                  <a:lnTo>
                    <a:pt x="140134" y="93860"/>
                  </a:lnTo>
                  <a:lnTo>
                    <a:pt x="132349" y="93346"/>
                  </a:lnTo>
                  <a:lnTo>
                    <a:pt x="124564" y="92831"/>
                  </a:lnTo>
                  <a:lnTo>
                    <a:pt x="116779" y="92313"/>
                  </a:lnTo>
                  <a:lnTo>
                    <a:pt x="108993" y="91798"/>
                  </a:lnTo>
                  <a:lnTo>
                    <a:pt x="101208" y="91283"/>
                  </a:lnTo>
                  <a:lnTo>
                    <a:pt x="93423" y="90782"/>
                  </a:lnTo>
                  <a:lnTo>
                    <a:pt x="85637" y="90261"/>
                  </a:lnTo>
                  <a:lnTo>
                    <a:pt x="77852" y="89756"/>
                  </a:lnTo>
                  <a:lnTo>
                    <a:pt x="70067" y="89275"/>
                  </a:lnTo>
                  <a:lnTo>
                    <a:pt x="62282" y="88743"/>
                  </a:lnTo>
                  <a:lnTo>
                    <a:pt x="54496" y="87819"/>
                  </a:lnTo>
                  <a:lnTo>
                    <a:pt x="46711" y="87239"/>
                  </a:lnTo>
                  <a:lnTo>
                    <a:pt x="38926" y="87018"/>
                  </a:lnTo>
                  <a:lnTo>
                    <a:pt x="31141" y="86801"/>
                  </a:lnTo>
                  <a:lnTo>
                    <a:pt x="23355" y="86247"/>
                  </a:lnTo>
                  <a:lnTo>
                    <a:pt x="15570" y="85820"/>
                  </a:lnTo>
                  <a:lnTo>
                    <a:pt x="7785" y="85535"/>
                  </a:lnTo>
                  <a:lnTo>
                    <a:pt x="0" y="85148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247627" y="2475052"/>
              <a:ext cx="2016385" cy="101572"/>
            </a:xfrm>
            <a:custGeom>
              <a:avLst/>
              <a:pathLst>
                <a:path w="2016385" h="101572">
                  <a:moveTo>
                    <a:pt x="0" y="0"/>
                  </a:moveTo>
                  <a:lnTo>
                    <a:pt x="7785" y="421"/>
                  </a:lnTo>
                  <a:lnTo>
                    <a:pt x="15570" y="845"/>
                  </a:lnTo>
                  <a:lnTo>
                    <a:pt x="23355" y="1273"/>
                  </a:lnTo>
                  <a:lnTo>
                    <a:pt x="31141" y="1704"/>
                  </a:lnTo>
                  <a:lnTo>
                    <a:pt x="38926" y="2207"/>
                  </a:lnTo>
                  <a:lnTo>
                    <a:pt x="46711" y="2592"/>
                  </a:lnTo>
                  <a:lnTo>
                    <a:pt x="54496" y="3018"/>
                  </a:lnTo>
                  <a:lnTo>
                    <a:pt x="62282" y="3475"/>
                  </a:lnTo>
                  <a:lnTo>
                    <a:pt x="70067" y="3936"/>
                  </a:lnTo>
                  <a:lnTo>
                    <a:pt x="77852" y="4400"/>
                  </a:lnTo>
                  <a:lnTo>
                    <a:pt x="85637" y="4867"/>
                  </a:lnTo>
                  <a:lnTo>
                    <a:pt x="93423" y="5339"/>
                  </a:lnTo>
                  <a:lnTo>
                    <a:pt x="101208" y="5814"/>
                  </a:lnTo>
                  <a:lnTo>
                    <a:pt x="108993" y="6256"/>
                  </a:lnTo>
                  <a:lnTo>
                    <a:pt x="116779" y="6776"/>
                  </a:lnTo>
                  <a:lnTo>
                    <a:pt x="124564" y="7188"/>
                  </a:lnTo>
                  <a:lnTo>
                    <a:pt x="132349" y="7615"/>
                  </a:lnTo>
                  <a:lnTo>
                    <a:pt x="140134" y="8094"/>
                  </a:lnTo>
                  <a:lnTo>
                    <a:pt x="147920" y="8570"/>
                  </a:lnTo>
                  <a:lnTo>
                    <a:pt x="155705" y="8939"/>
                  </a:lnTo>
                  <a:lnTo>
                    <a:pt x="163490" y="9313"/>
                  </a:lnTo>
                  <a:lnTo>
                    <a:pt x="171275" y="9772"/>
                  </a:lnTo>
                  <a:lnTo>
                    <a:pt x="179061" y="10267"/>
                  </a:lnTo>
                  <a:lnTo>
                    <a:pt x="186846" y="10713"/>
                  </a:lnTo>
                  <a:lnTo>
                    <a:pt x="194631" y="11212"/>
                  </a:lnTo>
                  <a:lnTo>
                    <a:pt x="202417" y="11733"/>
                  </a:lnTo>
                  <a:lnTo>
                    <a:pt x="210202" y="12114"/>
                  </a:lnTo>
                  <a:lnTo>
                    <a:pt x="217987" y="12476"/>
                  </a:lnTo>
                  <a:lnTo>
                    <a:pt x="225772" y="12840"/>
                  </a:lnTo>
                  <a:lnTo>
                    <a:pt x="233558" y="13206"/>
                  </a:lnTo>
                  <a:lnTo>
                    <a:pt x="241343" y="13575"/>
                  </a:lnTo>
                  <a:lnTo>
                    <a:pt x="249128" y="14116"/>
                  </a:lnTo>
                  <a:lnTo>
                    <a:pt x="256913" y="14665"/>
                  </a:lnTo>
                  <a:lnTo>
                    <a:pt x="264699" y="15175"/>
                  </a:lnTo>
                  <a:lnTo>
                    <a:pt x="272484" y="15673"/>
                  </a:lnTo>
                  <a:lnTo>
                    <a:pt x="280269" y="16105"/>
                  </a:lnTo>
                  <a:lnTo>
                    <a:pt x="288055" y="16749"/>
                  </a:lnTo>
                  <a:lnTo>
                    <a:pt x="295840" y="17349"/>
                  </a:lnTo>
                  <a:lnTo>
                    <a:pt x="303625" y="17763"/>
                  </a:lnTo>
                  <a:lnTo>
                    <a:pt x="311410" y="18371"/>
                  </a:lnTo>
                  <a:lnTo>
                    <a:pt x="319196" y="18902"/>
                  </a:lnTo>
                  <a:lnTo>
                    <a:pt x="326981" y="19496"/>
                  </a:lnTo>
                  <a:lnTo>
                    <a:pt x="334766" y="20049"/>
                  </a:lnTo>
                  <a:lnTo>
                    <a:pt x="342551" y="20404"/>
                  </a:lnTo>
                  <a:lnTo>
                    <a:pt x="350337" y="21067"/>
                  </a:lnTo>
                  <a:lnTo>
                    <a:pt x="358122" y="21658"/>
                  </a:lnTo>
                  <a:lnTo>
                    <a:pt x="365907" y="22122"/>
                  </a:lnTo>
                  <a:lnTo>
                    <a:pt x="373692" y="22590"/>
                  </a:lnTo>
                  <a:lnTo>
                    <a:pt x="381478" y="23060"/>
                  </a:lnTo>
                  <a:lnTo>
                    <a:pt x="389263" y="23577"/>
                  </a:lnTo>
                  <a:lnTo>
                    <a:pt x="397048" y="23997"/>
                  </a:lnTo>
                  <a:lnTo>
                    <a:pt x="404834" y="24469"/>
                  </a:lnTo>
                  <a:lnTo>
                    <a:pt x="412619" y="25132"/>
                  </a:lnTo>
                  <a:lnTo>
                    <a:pt x="420404" y="25584"/>
                  </a:lnTo>
                  <a:lnTo>
                    <a:pt x="428189" y="26039"/>
                  </a:lnTo>
                  <a:lnTo>
                    <a:pt x="435975" y="26496"/>
                  </a:lnTo>
                  <a:lnTo>
                    <a:pt x="443760" y="26955"/>
                  </a:lnTo>
                  <a:lnTo>
                    <a:pt x="451545" y="27417"/>
                  </a:lnTo>
                  <a:lnTo>
                    <a:pt x="459330" y="27881"/>
                  </a:lnTo>
                  <a:lnTo>
                    <a:pt x="467116" y="28397"/>
                  </a:lnTo>
                  <a:lnTo>
                    <a:pt x="474901" y="28816"/>
                  </a:lnTo>
                  <a:lnTo>
                    <a:pt x="482686" y="29280"/>
                  </a:lnTo>
                  <a:lnTo>
                    <a:pt x="490472" y="29748"/>
                  </a:lnTo>
                  <a:lnTo>
                    <a:pt x="498257" y="30236"/>
                  </a:lnTo>
                  <a:lnTo>
                    <a:pt x="506042" y="30800"/>
                  </a:lnTo>
                  <a:lnTo>
                    <a:pt x="513827" y="31373"/>
                  </a:lnTo>
                  <a:lnTo>
                    <a:pt x="521613" y="31747"/>
                  </a:lnTo>
                  <a:lnTo>
                    <a:pt x="529398" y="32223"/>
                  </a:lnTo>
                  <a:lnTo>
                    <a:pt x="537183" y="32594"/>
                  </a:lnTo>
                  <a:lnTo>
                    <a:pt x="544968" y="32947"/>
                  </a:lnTo>
                  <a:lnTo>
                    <a:pt x="552754" y="33310"/>
                  </a:lnTo>
                  <a:lnTo>
                    <a:pt x="560539" y="33674"/>
                  </a:lnTo>
                  <a:lnTo>
                    <a:pt x="568324" y="34316"/>
                  </a:lnTo>
                  <a:lnTo>
                    <a:pt x="576110" y="34667"/>
                  </a:lnTo>
                  <a:lnTo>
                    <a:pt x="583895" y="35289"/>
                  </a:lnTo>
                  <a:lnTo>
                    <a:pt x="591680" y="35924"/>
                  </a:lnTo>
                  <a:lnTo>
                    <a:pt x="599465" y="36406"/>
                  </a:lnTo>
                  <a:lnTo>
                    <a:pt x="607251" y="36804"/>
                  </a:lnTo>
                  <a:lnTo>
                    <a:pt x="615036" y="37449"/>
                  </a:lnTo>
                  <a:lnTo>
                    <a:pt x="622821" y="38038"/>
                  </a:lnTo>
                  <a:lnTo>
                    <a:pt x="630606" y="38397"/>
                  </a:lnTo>
                  <a:lnTo>
                    <a:pt x="638392" y="38992"/>
                  </a:lnTo>
                  <a:lnTo>
                    <a:pt x="646177" y="39490"/>
                  </a:lnTo>
                  <a:lnTo>
                    <a:pt x="653962" y="40040"/>
                  </a:lnTo>
                  <a:lnTo>
                    <a:pt x="661747" y="40409"/>
                  </a:lnTo>
                  <a:lnTo>
                    <a:pt x="669533" y="40976"/>
                  </a:lnTo>
                  <a:lnTo>
                    <a:pt x="677318" y="41663"/>
                  </a:lnTo>
                  <a:lnTo>
                    <a:pt x="685103" y="42372"/>
                  </a:lnTo>
                  <a:lnTo>
                    <a:pt x="692889" y="42872"/>
                  </a:lnTo>
                  <a:lnTo>
                    <a:pt x="700674" y="43331"/>
                  </a:lnTo>
                  <a:lnTo>
                    <a:pt x="708459" y="43851"/>
                  </a:lnTo>
                  <a:lnTo>
                    <a:pt x="716244" y="44385"/>
                  </a:lnTo>
                  <a:lnTo>
                    <a:pt x="724030" y="45028"/>
                  </a:lnTo>
                  <a:lnTo>
                    <a:pt x="731815" y="45437"/>
                  </a:lnTo>
                  <a:lnTo>
                    <a:pt x="739600" y="45809"/>
                  </a:lnTo>
                  <a:lnTo>
                    <a:pt x="747385" y="46177"/>
                  </a:lnTo>
                  <a:lnTo>
                    <a:pt x="755171" y="46547"/>
                  </a:lnTo>
                  <a:lnTo>
                    <a:pt x="762956" y="47289"/>
                  </a:lnTo>
                  <a:lnTo>
                    <a:pt x="770741" y="47872"/>
                  </a:lnTo>
                  <a:lnTo>
                    <a:pt x="778527" y="48299"/>
                  </a:lnTo>
                  <a:lnTo>
                    <a:pt x="786312" y="48806"/>
                  </a:lnTo>
                  <a:lnTo>
                    <a:pt x="794097" y="49146"/>
                  </a:lnTo>
                  <a:lnTo>
                    <a:pt x="801882" y="49396"/>
                  </a:lnTo>
                  <a:lnTo>
                    <a:pt x="809668" y="49542"/>
                  </a:lnTo>
                  <a:lnTo>
                    <a:pt x="817453" y="49810"/>
                  </a:lnTo>
                  <a:lnTo>
                    <a:pt x="825238" y="50468"/>
                  </a:lnTo>
                  <a:lnTo>
                    <a:pt x="833023" y="51004"/>
                  </a:lnTo>
                  <a:lnTo>
                    <a:pt x="840809" y="51605"/>
                  </a:lnTo>
                  <a:lnTo>
                    <a:pt x="848594" y="52172"/>
                  </a:lnTo>
                  <a:lnTo>
                    <a:pt x="856379" y="52816"/>
                  </a:lnTo>
                  <a:lnTo>
                    <a:pt x="864165" y="53299"/>
                  </a:lnTo>
                  <a:lnTo>
                    <a:pt x="871950" y="53542"/>
                  </a:lnTo>
                  <a:lnTo>
                    <a:pt x="879735" y="53932"/>
                  </a:lnTo>
                  <a:lnTo>
                    <a:pt x="887520" y="54476"/>
                  </a:lnTo>
                  <a:lnTo>
                    <a:pt x="895306" y="54917"/>
                  </a:lnTo>
                  <a:lnTo>
                    <a:pt x="903091" y="55269"/>
                  </a:lnTo>
                  <a:lnTo>
                    <a:pt x="910876" y="55607"/>
                  </a:lnTo>
                  <a:lnTo>
                    <a:pt x="918661" y="55977"/>
                  </a:lnTo>
                  <a:lnTo>
                    <a:pt x="926447" y="56364"/>
                  </a:lnTo>
                  <a:lnTo>
                    <a:pt x="934232" y="56884"/>
                  </a:lnTo>
                  <a:lnTo>
                    <a:pt x="942017" y="57166"/>
                  </a:lnTo>
                  <a:lnTo>
                    <a:pt x="949802" y="57680"/>
                  </a:lnTo>
                  <a:lnTo>
                    <a:pt x="957588" y="58215"/>
                  </a:lnTo>
                  <a:lnTo>
                    <a:pt x="965373" y="58400"/>
                  </a:lnTo>
                  <a:lnTo>
                    <a:pt x="973158" y="58706"/>
                  </a:lnTo>
                  <a:lnTo>
                    <a:pt x="980944" y="59107"/>
                  </a:lnTo>
                  <a:lnTo>
                    <a:pt x="988729" y="59710"/>
                  </a:lnTo>
                  <a:lnTo>
                    <a:pt x="996514" y="60335"/>
                  </a:lnTo>
                  <a:lnTo>
                    <a:pt x="1004299" y="60952"/>
                  </a:lnTo>
                  <a:lnTo>
                    <a:pt x="1012085" y="61573"/>
                  </a:lnTo>
                  <a:lnTo>
                    <a:pt x="1019870" y="61989"/>
                  </a:lnTo>
                  <a:lnTo>
                    <a:pt x="1027655" y="62241"/>
                  </a:lnTo>
                  <a:lnTo>
                    <a:pt x="1035440" y="62753"/>
                  </a:lnTo>
                  <a:lnTo>
                    <a:pt x="1043226" y="63015"/>
                  </a:lnTo>
                  <a:lnTo>
                    <a:pt x="1051011" y="63549"/>
                  </a:lnTo>
                  <a:lnTo>
                    <a:pt x="1058796" y="63922"/>
                  </a:lnTo>
                  <a:lnTo>
                    <a:pt x="1066582" y="64288"/>
                  </a:lnTo>
                  <a:lnTo>
                    <a:pt x="1074367" y="64487"/>
                  </a:lnTo>
                  <a:lnTo>
                    <a:pt x="1082152" y="64626"/>
                  </a:lnTo>
                  <a:lnTo>
                    <a:pt x="1089937" y="65181"/>
                  </a:lnTo>
                  <a:lnTo>
                    <a:pt x="1097723" y="65804"/>
                  </a:lnTo>
                  <a:lnTo>
                    <a:pt x="1105508" y="65766"/>
                  </a:lnTo>
                  <a:lnTo>
                    <a:pt x="1113293" y="66001"/>
                  </a:lnTo>
                  <a:lnTo>
                    <a:pt x="1121078" y="66422"/>
                  </a:lnTo>
                  <a:lnTo>
                    <a:pt x="1128864" y="66840"/>
                  </a:lnTo>
                  <a:lnTo>
                    <a:pt x="1136649" y="67108"/>
                  </a:lnTo>
                  <a:lnTo>
                    <a:pt x="1144434" y="67447"/>
                  </a:lnTo>
                  <a:lnTo>
                    <a:pt x="1152220" y="67917"/>
                  </a:lnTo>
                  <a:lnTo>
                    <a:pt x="1160005" y="68189"/>
                  </a:lnTo>
                  <a:lnTo>
                    <a:pt x="1167790" y="68687"/>
                  </a:lnTo>
                  <a:lnTo>
                    <a:pt x="1175575" y="68878"/>
                  </a:lnTo>
                  <a:lnTo>
                    <a:pt x="1183361" y="69069"/>
                  </a:lnTo>
                  <a:lnTo>
                    <a:pt x="1191146" y="69266"/>
                  </a:lnTo>
                  <a:lnTo>
                    <a:pt x="1198931" y="69639"/>
                  </a:lnTo>
                  <a:lnTo>
                    <a:pt x="1206716" y="70078"/>
                  </a:lnTo>
                  <a:lnTo>
                    <a:pt x="1214502" y="70472"/>
                  </a:lnTo>
                  <a:lnTo>
                    <a:pt x="1222287" y="70613"/>
                  </a:lnTo>
                  <a:lnTo>
                    <a:pt x="1230072" y="70955"/>
                  </a:lnTo>
                  <a:lnTo>
                    <a:pt x="1237857" y="71348"/>
                  </a:lnTo>
                  <a:lnTo>
                    <a:pt x="1245643" y="71747"/>
                  </a:lnTo>
                  <a:lnTo>
                    <a:pt x="1253428" y="72058"/>
                  </a:lnTo>
                  <a:lnTo>
                    <a:pt x="1261213" y="72548"/>
                  </a:lnTo>
                  <a:lnTo>
                    <a:pt x="1268999" y="72935"/>
                  </a:lnTo>
                  <a:lnTo>
                    <a:pt x="1276784" y="73156"/>
                  </a:lnTo>
                  <a:lnTo>
                    <a:pt x="1284569" y="73387"/>
                  </a:lnTo>
                  <a:lnTo>
                    <a:pt x="1292354" y="73618"/>
                  </a:lnTo>
                  <a:lnTo>
                    <a:pt x="1300140" y="74062"/>
                  </a:lnTo>
                  <a:lnTo>
                    <a:pt x="1307925" y="74509"/>
                  </a:lnTo>
                  <a:lnTo>
                    <a:pt x="1315710" y="74657"/>
                  </a:lnTo>
                  <a:lnTo>
                    <a:pt x="1323495" y="74846"/>
                  </a:lnTo>
                  <a:lnTo>
                    <a:pt x="1331281" y="75151"/>
                  </a:lnTo>
                  <a:lnTo>
                    <a:pt x="1339066" y="75376"/>
                  </a:lnTo>
                  <a:lnTo>
                    <a:pt x="1346851" y="75804"/>
                  </a:lnTo>
                  <a:lnTo>
                    <a:pt x="1354637" y="76234"/>
                  </a:lnTo>
                  <a:lnTo>
                    <a:pt x="1362422" y="76663"/>
                  </a:lnTo>
                  <a:lnTo>
                    <a:pt x="1370207" y="77086"/>
                  </a:lnTo>
                  <a:lnTo>
                    <a:pt x="1377992" y="77459"/>
                  </a:lnTo>
                  <a:lnTo>
                    <a:pt x="1385778" y="77746"/>
                  </a:lnTo>
                  <a:lnTo>
                    <a:pt x="1393563" y="78035"/>
                  </a:lnTo>
                  <a:lnTo>
                    <a:pt x="1401348" y="78504"/>
                  </a:lnTo>
                  <a:lnTo>
                    <a:pt x="1409133" y="79082"/>
                  </a:lnTo>
                  <a:lnTo>
                    <a:pt x="1416919" y="79361"/>
                  </a:lnTo>
                  <a:lnTo>
                    <a:pt x="1424704" y="79413"/>
                  </a:lnTo>
                  <a:lnTo>
                    <a:pt x="1432489" y="79465"/>
                  </a:lnTo>
                  <a:lnTo>
                    <a:pt x="1440275" y="79866"/>
                  </a:lnTo>
                  <a:lnTo>
                    <a:pt x="1448060" y="80274"/>
                  </a:lnTo>
                  <a:lnTo>
                    <a:pt x="1455845" y="80683"/>
                  </a:lnTo>
                  <a:lnTo>
                    <a:pt x="1463630" y="81048"/>
                  </a:lnTo>
                  <a:lnTo>
                    <a:pt x="1471416" y="81200"/>
                  </a:lnTo>
                  <a:lnTo>
                    <a:pt x="1479201" y="81355"/>
                  </a:lnTo>
                  <a:lnTo>
                    <a:pt x="1486986" y="81836"/>
                  </a:lnTo>
                  <a:lnTo>
                    <a:pt x="1494771" y="82444"/>
                  </a:lnTo>
                  <a:lnTo>
                    <a:pt x="1502557" y="82945"/>
                  </a:lnTo>
                  <a:lnTo>
                    <a:pt x="1510342" y="83057"/>
                  </a:lnTo>
                  <a:lnTo>
                    <a:pt x="1518127" y="83193"/>
                  </a:lnTo>
                  <a:lnTo>
                    <a:pt x="1525912" y="83312"/>
                  </a:lnTo>
                  <a:lnTo>
                    <a:pt x="1533698" y="83430"/>
                  </a:lnTo>
                  <a:lnTo>
                    <a:pt x="1541483" y="83551"/>
                  </a:lnTo>
                  <a:lnTo>
                    <a:pt x="1549268" y="83768"/>
                  </a:lnTo>
                  <a:lnTo>
                    <a:pt x="1557054" y="84059"/>
                  </a:lnTo>
                  <a:lnTo>
                    <a:pt x="1564839" y="84434"/>
                  </a:lnTo>
                  <a:lnTo>
                    <a:pt x="1572624" y="84714"/>
                  </a:lnTo>
                  <a:lnTo>
                    <a:pt x="1580409" y="84934"/>
                  </a:lnTo>
                  <a:lnTo>
                    <a:pt x="1588195" y="85220"/>
                  </a:lnTo>
                  <a:lnTo>
                    <a:pt x="1595980" y="85518"/>
                  </a:lnTo>
                  <a:lnTo>
                    <a:pt x="1603765" y="85818"/>
                  </a:lnTo>
                  <a:lnTo>
                    <a:pt x="1611550" y="86177"/>
                  </a:lnTo>
                  <a:lnTo>
                    <a:pt x="1619336" y="86692"/>
                  </a:lnTo>
                  <a:lnTo>
                    <a:pt x="1627121" y="86936"/>
                  </a:lnTo>
                  <a:lnTo>
                    <a:pt x="1634906" y="87004"/>
                  </a:lnTo>
                  <a:lnTo>
                    <a:pt x="1642692" y="87293"/>
                  </a:lnTo>
                  <a:lnTo>
                    <a:pt x="1650477" y="87583"/>
                  </a:lnTo>
                  <a:lnTo>
                    <a:pt x="1658262" y="87874"/>
                  </a:lnTo>
                  <a:lnTo>
                    <a:pt x="1666047" y="88165"/>
                  </a:lnTo>
                  <a:lnTo>
                    <a:pt x="1673833" y="88282"/>
                  </a:lnTo>
                  <a:lnTo>
                    <a:pt x="1681618" y="88271"/>
                  </a:lnTo>
                  <a:lnTo>
                    <a:pt x="1689403" y="88264"/>
                  </a:lnTo>
                  <a:lnTo>
                    <a:pt x="1697188" y="88267"/>
                  </a:lnTo>
                  <a:lnTo>
                    <a:pt x="1704974" y="88385"/>
                  </a:lnTo>
                  <a:lnTo>
                    <a:pt x="1712759" y="88973"/>
                  </a:lnTo>
                  <a:lnTo>
                    <a:pt x="1720544" y="89151"/>
                  </a:lnTo>
                  <a:lnTo>
                    <a:pt x="1728330" y="89105"/>
                  </a:lnTo>
                  <a:lnTo>
                    <a:pt x="1736115" y="89063"/>
                  </a:lnTo>
                  <a:lnTo>
                    <a:pt x="1743900" y="89405"/>
                  </a:lnTo>
                  <a:lnTo>
                    <a:pt x="1751685" y="89855"/>
                  </a:lnTo>
                  <a:lnTo>
                    <a:pt x="1759471" y="90307"/>
                  </a:lnTo>
                  <a:lnTo>
                    <a:pt x="1767256" y="90760"/>
                  </a:lnTo>
                  <a:lnTo>
                    <a:pt x="1775041" y="90892"/>
                  </a:lnTo>
                  <a:lnTo>
                    <a:pt x="1782826" y="90910"/>
                  </a:lnTo>
                  <a:lnTo>
                    <a:pt x="1790612" y="91253"/>
                  </a:lnTo>
                  <a:lnTo>
                    <a:pt x="1798397" y="91601"/>
                  </a:lnTo>
                  <a:lnTo>
                    <a:pt x="1806182" y="91951"/>
                  </a:lnTo>
                  <a:lnTo>
                    <a:pt x="1813967" y="92302"/>
                  </a:lnTo>
                  <a:lnTo>
                    <a:pt x="1821753" y="92730"/>
                  </a:lnTo>
                  <a:lnTo>
                    <a:pt x="1829538" y="93189"/>
                  </a:lnTo>
                  <a:lnTo>
                    <a:pt x="1837323" y="93650"/>
                  </a:lnTo>
                  <a:lnTo>
                    <a:pt x="1845109" y="94112"/>
                  </a:lnTo>
                  <a:lnTo>
                    <a:pt x="1852894" y="94388"/>
                  </a:lnTo>
                  <a:lnTo>
                    <a:pt x="1860679" y="94650"/>
                  </a:lnTo>
                  <a:lnTo>
                    <a:pt x="1868464" y="95148"/>
                  </a:lnTo>
                  <a:lnTo>
                    <a:pt x="1876250" y="95336"/>
                  </a:lnTo>
                  <a:lnTo>
                    <a:pt x="1884035" y="95464"/>
                  </a:lnTo>
                  <a:lnTo>
                    <a:pt x="1891820" y="95813"/>
                  </a:lnTo>
                  <a:lnTo>
                    <a:pt x="1899605" y="96168"/>
                  </a:lnTo>
                  <a:lnTo>
                    <a:pt x="1907391" y="96524"/>
                  </a:lnTo>
                  <a:lnTo>
                    <a:pt x="1915176" y="96880"/>
                  </a:lnTo>
                  <a:lnTo>
                    <a:pt x="1922961" y="97237"/>
                  </a:lnTo>
                  <a:lnTo>
                    <a:pt x="1930747" y="97595"/>
                  </a:lnTo>
                  <a:lnTo>
                    <a:pt x="1938532" y="97954"/>
                  </a:lnTo>
                  <a:lnTo>
                    <a:pt x="1946317" y="98312"/>
                  </a:lnTo>
                  <a:lnTo>
                    <a:pt x="1954102" y="98672"/>
                  </a:lnTo>
                  <a:lnTo>
                    <a:pt x="1961888" y="99032"/>
                  </a:lnTo>
                  <a:lnTo>
                    <a:pt x="1969673" y="99393"/>
                  </a:lnTo>
                  <a:lnTo>
                    <a:pt x="1977458" y="99755"/>
                  </a:lnTo>
                  <a:lnTo>
                    <a:pt x="1985243" y="100117"/>
                  </a:lnTo>
                  <a:lnTo>
                    <a:pt x="1993029" y="100480"/>
                  </a:lnTo>
                  <a:lnTo>
                    <a:pt x="2000814" y="100843"/>
                  </a:lnTo>
                  <a:lnTo>
                    <a:pt x="2008599" y="101207"/>
                  </a:lnTo>
                  <a:lnTo>
                    <a:pt x="2016385" y="101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247627" y="2560201"/>
              <a:ext cx="2016385" cy="336611"/>
            </a:xfrm>
            <a:custGeom>
              <a:avLst/>
              <a:pathLst>
                <a:path w="2016385" h="336611">
                  <a:moveTo>
                    <a:pt x="2016385" y="336611"/>
                  </a:moveTo>
                  <a:lnTo>
                    <a:pt x="2008599" y="335156"/>
                  </a:lnTo>
                  <a:lnTo>
                    <a:pt x="2000814" y="333530"/>
                  </a:lnTo>
                  <a:lnTo>
                    <a:pt x="1993029" y="331897"/>
                  </a:lnTo>
                  <a:lnTo>
                    <a:pt x="1985243" y="330253"/>
                  </a:lnTo>
                  <a:lnTo>
                    <a:pt x="1977458" y="328597"/>
                  </a:lnTo>
                  <a:lnTo>
                    <a:pt x="1969673" y="326935"/>
                  </a:lnTo>
                  <a:lnTo>
                    <a:pt x="1961888" y="325224"/>
                  </a:lnTo>
                  <a:lnTo>
                    <a:pt x="1954102" y="323571"/>
                  </a:lnTo>
                  <a:lnTo>
                    <a:pt x="1946317" y="321912"/>
                  </a:lnTo>
                  <a:lnTo>
                    <a:pt x="1938532" y="320238"/>
                  </a:lnTo>
                  <a:lnTo>
                    <a:pt x="1930747" y="318548"/>
                  </a:lnTo>
                  <a:lnTo>
                    <a:pt x="1922961" y="316852"/>
                  </a:lnTo>
                  <a:lnTo>
                    <a:pt x="1915176" y="315149"/>
                  </a:lnTo>
                  <a:lnTo>
                    <a:pt x="1907391" y="313441"/>
                  </a:lnTo>
                  <a:lnTo>
                    <a:pt x="1899605" y="311832"/>
                  </a:lnTo>
                  <a:lnTo>
                    <a:pt x="1891820" y="310238"/>
                  </a:lnTo>
                  <a:lnTo>
                    <a:pt x="1884035" y="308730"/>
                  </a:lnTo>
                  <a:lnTo>
                    <a:pt x="1876250" y="307220"/>
                  </a:lnTo>
                  <a:lnTo>
                    <a:pt x="1868464" y="305704"/>
                  </a:lnTo>
                  <a:lnTo>
                    <a:pt x="1860679" y="304185"/>
                  </a:lnTo>
                  <a:lnTo>
                    <a:pt x="1852894" y="302662"/>
                  </a:lnTo>
                  <a:lnTo>
                    <a:pt x="1845109" y="301135"/>
                  </a:lnTo>
                  <a:lnTo>
                    <a:pt x="1837323" y="299604"/>
                  </a:lnTo>
                  <a:lnTo>
                    <a:pt x="1829538" y="298063"/>
                  </a:lnTo>
                  <a:lnTo>
                    <a:pt x="1821753" y="296482"/>
                  </a:lnTo>
                  <a:lnTo>
                    <a:pt x="1813967" y="294927"/>
                  </a:lnTo>
                  <a:lnTo>
                    <a:pt x="1806182" y="293190"/>
                  </a:lnTo>
                  <a:lnTo>
                    <a:pt x="1798397" y="291572"/>
                  </a:lnTo>
                  <a:lnTo>
                    <a:pt x="1790612" y="290006"/>
                  </a:lnTo>
                  <a:lnTo>
                    <a:pt x="1782826" y="288290"/>
                  </a:lnTo>
                  <a:lnTo>
                    <a:pt x="1775041" y="286687"/>
                  </a:lnTo>
                  <a:lnTo>
                    <a:pt x="1767256" y="285079"/>
                  </a:lnTo>
                  <a:lnTo>
                    <a:pt x="1759471" y="283467"/>
                  </a:lnTo>
                  <a:lnTo>
                    <a:pt x="1751685" y="281850"/>
                  </a:lnTo>
                  <a:lnTo>
                    <a:pt x="1743900" y="280220"/>
                  </a:lnTo>
                  <a:lnTo>
                    <a:pt x="1736115" y="278438"/>
                  </a:lnTo>
                  <a:lnTo>
                    <a:pt x="1728330" y="276653"/>
                  </a:lnTo>
                  <a:lnTo>
                    <a:pt x="1720544" y="274862"/>
                  </a:lnTo>
                  <a:lnTo>
                    <a:pt x="1712759" y="273089"/>
                  </a:lnTo>
                  <a:lnTo>
                    <a:pt x="1704974" y="271505"/>
                  </a:lnTo>
                  <a:lnTo>
                    <a:pt x="1697188" y="269823"/>
                  </a:lnTo>
                  <a:lnTo>
                    <a:pt x="1689403" y="268303"/>
                  </a:lnTo>
                  <a:lnTo>
                    <a:pt x="1681618" y="266761"/>
                  </a:lnTo>
                  <a:lnTo>
                    <a:pt x="1673833" y="265176"/>
                  </a:lnTo>
                  <a:lnTo>
                    <a:pt x="1666047" y="263199"/>
                  </a:lnTo>
                  <a:lnTo>
                    <a:pt x="1658262" y="261436"/>
                  </a:lnTo>
                  <a:lnTo>
                    <a:pt x="1650477" y="259941"/>
                  </a:lnTo>
                  <a:lnTo>
                    <a:pt x="1642692" y="258444"/>
                  </a:lnTo>
                  <a:lnTo>
                    <a:pt x="1634906" y="256945"/>
                  </a:lnTo>
                  <a:lnTo>
                    <a:pt x="1627121" y="255441"/>
                  </a:lnTo>
                  <a:lnTo>
                    <a:pt x="1619336" y="253750"/>
                  </a:lnTo>
                  <a:lnTo>
                    <a:pt x="1611550" y="252009"/>
                  </a:lnTo>
                  <a:lnTo>
                    <a:pt x="1603765" y="250442"/>
                  </a:lnTo>
                  <a:lnTo>
                    <a:pt x="1595980" y="248865"/>
                  </a:lnTo>
                  <a:lnTo>
                    <a:pt x="1588195" y="247192"/>
                  </a:lnTo>
                  <a:lnTo>
                    <a:pt x="1580409" y="245514"/>
                  </a:lnTo>
                  <a:lnTo>
                    <a:pt x="1572624" y="243829"/>
                  </a:lnTo>
                  <a:lnTo>
                    <a:pt x="1564839" y="242076"/>
                  </a:lnTo>
                  <a:lnTo>
                    <a:pt x="1557054" y="240066"/>
                  </a:lnTo>
                  <a:lnTo>
                    <a:pt x="1549268" y="238053"/>
                  </a:lnTo>
                  <a:lnTo>
                    <a:pt x="1541483" y="236289"/>
                  </a:lnTo>
                  <a:lnTo>
                    <a:pt x="1533698" y="234460"/>
                  </a:lnTo>
                  <a:lnTo>
                    <a:pt x="1525912" y="232700"/>
                  </a:lnTo>
                  <a:lnTo>
                    <a:pt x="1518127" y="230940"/>
                  </a:lnTo>
                  <a:lnTo>
                    <a:pt x="1510342" y="229178"/>
                  </a:lnTo>
                  <a:lnTo>
                    <a:pt x="1502557" y="227413"/>
                  </a:lnTo>
                  <a:lnTo>
                    <a:pt x="1494771" y="225644"/>
                  </a:lnTo>
                  <a:lnTo>
                    <a:pt x="1486986" y="223874"/>
                  </a:lnTo>
                  <a:lnTo>
                    <a:pt x="1479201" y="222100"/>
                  </a:lnTo>
                  <a:lnTo>
                    <a:pt x="1471416" y="220550"/>
                  </a:lnTo>
                  <a:lnTo>
                    <a:pt x="1463630" y="219311"/>
                  </a:lnTo>
                  <a:lnTo>
                    <a:pt x="1455845" y="217267"/>
                  </a:lnTo>
                  <a:lnTo>
                    <a:pt x="1448060" y="215137"/>
                  </a:lnTo>
                  <a:lnTo>
                    <a:pt x="1440275" y="213200"/>
                  </a:lnTo>
                  <a:lnTo>
                    <a:pt x="1432489" y="211432"/>
                  </a:lnTo>
                  <a:lnTo>
                    <a:pt x="1424704" y="209664"/>
                  </a:lnTo>
                  <a:lnTo>
                    <a:pt x="1416919" y="207896"/>
                  </a:lnTo>
                  <a:lnTo>
                    <a:pt x="1409133" y="206128"/>
                  </a:lnTo>
                  <a:lnTo>
                    <a:pt x="1401348" y="204359"/>
                  </a:lnTo>
                  <a:lnTo>
                    <a:pt x="1393563" y="202616"/>
                  </a:lnTo>
                  <a:lnTo>
                    <a:pt x="1385778" y="200933"/>
                  </a:lnTo>
                  <a:lnTo>
                    <a:pt x="1377992" y="199246"/>
                  </a:lnTo>
                  <a:lnTo>
                    <a:pt x="1370207" y="197551"/>
                  </a:lnTo>
                  <a:lnTo>
                    <a:pt x="1362422" y="195857"/>
                  </a:lnTo>
                  <a:lnTo>
                    <a:pt x="1354637" y="194164"/>
                  </a:lnTo>
                  <a:lnTo>
                    <a:pt x="1346851" y="192471"/>
                  </a:lnTo>
                  <a:lnTo>
                    <a:pt x="1339066" y="190354"/>
                  </a:lnTo>
                  <a:lnTo>
                    <a:pt x="1331281" y="188341"/>
                  </a:lnTo>
                  <a:lnTo>
                    <a:pt x="1323495" y="186750"/>
                  </a:lnTo>
                  <a:lnTo>
                    <a:pt x="1315710" y="185719"/>
                  </a:lnTo>
                  <a:lnTo>
                    <a:pt x="1307925" y="184094"/>
                  </a:lnTo>
                  <a:lnTo>
                    <a:pt x="1300140" y="182419"/>
                  </a:lnTo>
                  <a:lnTo>
                    <a:pt x="1292354" y="180732"/>
                  </a:lnTo>
                  <a:lnTo>
                    <a:pt x="1284569" y="178731"/>
                  </a:lnTo>
                  <a:lnTo>
                    <a:pt x="1276784" y="176574"/>
                  </a:lnTo>
                  <a:lnTo>
                    <a:pt x="1268999" y="174799"/>
                  </a:lnTo>
                  <a:lnTo>
                    <a:pt x="1261213" y="173237"/>
                  </a:lnTo>
                  <a:lnTo>
                    <a:pt x="1253428" y="171677"/>
                  </a:lnTo>
                  <a:lnTo>
                    <a:pt x="1245643" y="170118"/>
                  </a:lnTo>
                  <a:lnTo>
                    <a:pt x="1237857" y="168561"/>
                  </a:lnTo>
                  <a:lnTo>
                    <a:pt x="1230072" y="167005"/>
                  </a:lnTo>
                  <a:lnTo>
                    <a:pt x="1222287" y="165451"/>
                  </a:lnTo>
                  <a:lnTo>
                    <a:pt x="1214502" y="163898"/>
                  </a:lnTo>
                  <a:lnTo>
                    <a:pt x="1206716" y="162348"/>
                  </a:lnTo>
                  <a:lnTo>
                    <a:pt x="1198931" y="160751"/>
                  </a:lnTo>
                  <a:lnTo>
                    <a:pt x="1191146" y="158622"/>
                  </a:lnTo>
                  <a:lnTo>
                    <a:pt x="1183361" y="156907"/>
                  </a:lnTo>
                  <a:lnTo>
                    <a:pt x="1175575" y="155172"/>
                  </a:lnTo>
                  <a:lnTo>
                    <a:pt x="1167790" y="154026"/>
                  </a:lnTo>
                  <a:lnTo>
                    <a:pt x="1160005" y="152515"/>
                  </a:lnTo>
                  <a:lnTo>
                    <a:pt x="1152220" y="150880"/>
                  </a:lnTo>
                  <a:lnTo>
                    <a:pt x="1144434" y="149248"/>
                  </a:lnTo>
                  <a:lnTo>
                    <a:pt x="1136649" y="147807"/>
                  </a:lnTo>
                  <a:lnTo>
                    <a:pt x="1128864" y="146424"/>
                  </a:lnTo>
                  <a:lnTo>
                    <a:pt x="1121078" y="145043"/>
                  </a:lnTo>
                  <a:lnTo>
                    <a:pt x="1113293" y="143552"/>
                  </a:lnTo>
                  <a:lnTo>
                    <a:pt x="1105508" y="141537"/>
                  </a:lnTo>
                  <a:lnTo>
                    <a:pt x="1097723" y="139525"/>
                  </a:lnTo>
                  <a:lnTo>
                    <a:pt x="1089937" y="137875"/>
                  </a:lnTo>
                  <a:lnTo>
                    <a:pt x="1082152" y="136260"/>
                  </a:lnTo>
                  <a:lnTo>
                    <a:pt x="1074367" y="134642"/>
                  </a:lnTo>
                  <a:lnTo>
                    <a:pt x="1066582" y="133470"/>
                  </a:lnTo>
                  <a:lnTo>
                    <a:pt x="1058796" y="131891"/>
                  </a:lnTo>
                  <a:lnTo>
                    <a:pt x="1051011" y="130573"/>
                  </a:lnTo>
                  <a:lnTo>
                    <a:pt x="1043226" y="129252"/>
                  </a:lnTo>
                  <a:lnTo>
                    <a:pt x="1035440" y="127823"/>
                  </a:lnTo>
                  <a:lnTo>
                    <a:pt x="1027655" y="126207"/>
                  </a:lnTo>
                  <a:lnTo>
                    <a:pt x="1019870" y="124601"/>
                  </a:lnTo>
                  <a:lnTo>
                    <a:pt x="1012085" y="122479"/>
                  </a:lnTo>
                  <a:lnTo>
                    <a:pt x="1004299" y="121390"/>
                  </a:lnTo>
                  <a:lnTo>
                    <a:pt x="996514" y="119966"/>
                  </a:lnTo>
                  <a:lnTo>
                    <a:pt x="988729" y="118718"/>
                  </a:lnTo>
                  <a:lnTo>
                    <a:pt x="980944" y="117458"/>
                  </a:lnTo>
                  <a:lnTo>
                    <a:pt x="973158" y="116200"/>
                  </a:lnTo>
                  <a:lnTo>
                    <a:pt x="965373" y="114945"/>
                  </a:lnTo>
                  <a:lnTo>
                    <a:pt x="957588" y="113687"/>
                  </a:lnTo>
                  <a:lnTo>
                    <a:pt x="949802" y="112275"/>
                  </a:lnTo>
                  <a:lnTo>
                    <a:pt x="942017" y="110508"/>
                  </a:lnTo>
                  <a:lnTo>
                    <a:pt x="934232" y="108738"/>
                  </a:lnTo>
                  <a:lnTo>
                    <a:pt x="926447" y="107236"/>
                  </a:lnTo>
                  <a:lnTo>
                    <a:pt x="918661" y="106172"/>
                  </a:lnTo>
                  <a:lnTo>
                    <a:pt x="910876" y="104496"/>
                  </a:lnTo>
                  <a:lnTo>
                    <a:pt x="903091" y="102810"/>
                  </a:lnTo>
                  <a:lnTo>
                    <a:pt x="895306" y="101136"/>
                  </a:lnTo>
                  <a:lnTo>
                    <a:pt x="887520" y="99467"/>
                  </a:lnTo>
                  <a:lnTo>
                    <a:pt x="879735" y="97991"/>
                  </a:lnTo>
                  <a:lnTo>
                    <a:pt x="871950" y="97053"/>
                  </a:lnTo>
                  <a:lnTo>
                    <a:pt x="864165" y="95523"/>
                  </a:lnTo>
                  <a:lnTo>
                    <a:pt x="856379" y="94500"/>
                  </a:lnTo>
                  <a:lnTo>
                    <a:pt x="848594" y="93487"/>
                  </a:lnTo>
                  <a:lnTo>
                    <a:pt x="840809" y="92067"/>
                  </a:lnTo>
                  <a:lnTo>
                    <a:pt x="833023" y="90668"/>
                  </a:lnTo>
                  <a:lnTo>
                    <a:pt x="825238" y="89195"/>
                  </a:lnTo>
                  <a:lnTo>
                    <a:pt x="817453" y="88189"/>
                  </a:lnTo>
                  <a:lnTo>
                    <a:pt x="809668" y="86668"/>
                  </a:lnTo>
                  <a:lnTo>
                    <a:pt x="801882" y="85552"/>
                  </a:lnTo>
                  <a:lnTo>
                    <a:pt x="794097" y="84446"/>
                  </a:lnTo>
                  <a:lnTo>
                    <a:pt x="786312" y="83246"/>
                  </a:lnTo>
                  <a:lnTo>
                    <a:pt x="778527" y="81850"/>
                  </a:lnTo>
                  <a:lnTo>
                    <a:pt x="770741" y="80408"/>
                  </a:lnTo>
                  <a:lnTo>
                    <a:pt x="762956" y="78971"/>
                  </a:lnTo>
                  <a:lnTo>
                    <a:pt x="755171" y="77731"/>
                  </a:lnTo>
                  <a:lnTo>
                    <a:pt x="747385" y="76622"/>
                  </a:lnTo>
                  <a:lnTo>
                    <a:pt x="739600" y="75406"/>
                  </a:lnTo>
                  <a:lnTo>
                    <a:pt x="731815" y="74243"/>
                  </a:lnTo>
                  <a:lnTo>
                    <a:pt x="724030" y="72854"/>
                  </a:lnTo>
                  <a:lnTo>
                    <a:pt x="716244" y="71368"/>
                  </a:lnTo>
                  <a:lnTo>
                    <a:pt x="708459" y="69882"/>
                  </a:lnTo>
                  <a:lnTo>
                    <a:pt x="700674" y="68357"/>
                  </a:lnTo>
                  <a:lnTo>
                    <a:pt x="692889" y="66724"/>
                  </a:lnTo>
                  <a:lnTo>
                    <a:pt x="685103" y="65548"/>
                  </a:lnTo>
                  <a:lnTo>
                    <a:pt x="677318" y="64250"/>
                  </a:lnTo>
                  <a:lnTo>
                    <a:pt x="669533" y="63253"/>
                  </a:lnTo>
                  <a:lnTo>
                    <a:pt x="661747" y="62367"/>
                  </a:lnTo>
                  <a:lnTo>
                    <a:pt x="653962" y="61511"/>
                  </a:lnTo>
                  <a:lnTo>
                    <a:pt x="646177" y="60020"/>
                  </a:lnTo>
                  <a:lnTo>
                    <a:pt x="638392" y="58349"/>
                  </a:lnTo>
                  <a:lnTo>
                    <a:pt x="630606" y="57602"/>
                  </a:lnTo>
                  <a:lnTo>
                    <a:pt x="622821" y="56857"/>
                  </a:lnTo>
                  <a:lnTo>
                    <a:pt x="615036" y="55746"/>
                  </a:lnTo>
                  <a:lnTo>
                    <a:pt x="607251" y="54263"/>
                  </a:lnTo>
                  <a:lnTo>
                    <a:pt x="599465" y="52734"/>
                  </a:lnTo>
                  <a:lnTo>
                    <a:pt x="591680" y="51596"/>
                  </a:lnTo>
                  <a:lnTo>
                    <a:pt x="583895" y="50505"/>
                  </a:lnTo>
                  <a:lnTo>
                    <a:pt x="576110" y="49601"/>
                  </a:lnTo>
                  <a:lnTo>
                    <a:pt x="568324" y="48679"/>
                  </a:lnTo>
                  <a:lnTo>
                    <a:pt x="560539" y="47794"/>
                  </a:lnTo>
                  <a:lnTo>
                    <a:pt x="552754" y="46395"/>
                  </a:lnTo>
                  <a:lnTo>
                    <a:pt x="544968" y="45666"/>
                  </a:lnTo>
                  <a:lnTo>
                    <a:pt x="537183" y="44706"/>
                  </a:lnTo>
                  <a:lnTo>
                    <a:pt x="529398" y="44049"/>
                  </a:lnTo>
                  <a:lnTo>
                    <a:pt x="521613" y="43177"/>
                  </a:lnTo>
                  <a:lnTo>
                    <a:pt x="513827" y="42433"/>
                  </a:lnTo>
                  <a:lnTo>
                    <a:pt x="506042" y="41394"/>
                  </a:lnTo>
                  <a:lnTo>
                    <a:pt x="498257" y="40168"/>
                  </a:lnTo>
                  <a:lnTo>
                    <a:pt x="490472" y="38947"/>
                  </a:lnTo>
                  <a:lnTo>
                    <a:pt x="482686" y="38054"/>
                  </a:lnTo>
                  <a:lnTo>
                    <a:pt x="474901" y="37298"/>
                  </a:lnTo>
                  <a:lnTo>
                    <a:pt x="467116" y="36455"/>
                  </a:lnTo>
                  <a:lnTo>
                    <a:pt x="459330" y="35472"/>
                  </a:lnTo>
                  <a:lnTo>
                    <a:pt x="451545" y="34491"/>
                  </a:lnTo>
                  <a:lnTo>
                    <a:pt x="443760" y="33983"/>
                  </a:lnTo>
                  <a:lnTo>
                    <a:pt x="435975" y="32995"/>
                  </a:lnTo>
                  <a:lnTo>
                    <a:pt x="428189" y="32392"/>
                  </a:lnTo>
                  <a:lnTo>
                    <a:pt x="420404" y="31800"/>
                  </a:lnTo>
                  <a:lnTo>
                    <a:pt x="412619" y="31265"/>
                  </a:lnTo>
                  <a:lnTo>
                    <a:pt x="404834" y="30651"/>
                  </a:lnTo>
                  <a:lnTo>
                    <a:pt x="397048" y="29922"/>
                  </a:lnTo>
                  <a:lnTo>
                    <a:pt x="389263" y="29200"/>
                  </a:lnTo>
                  <a:lnTo>
                    <a:pt x="381478" y="28471"/>
                  </a:lnTo>
                  <a:lnTo>
                    <a:pt x="373692" y="27542"/>
                  </a:lnTo>
                  <a:lnTo>
                    <a:pt x="365907" y="26830"/>
                  </a:lnTo>
                  <a:lnTo>
                    <a:pt x="358122" y="25919"/>
                  </a:lnTo>
                  <a:lnTo>
                    <a:pt x="350337" y="24953"/>
                  </a:lnTo>
                  <a:lnTo>
                    <a:pt x="342551" y="24018"/>
                  </a:lnTo>
                  <a:lnTo>
                    <a:pt x="334766" y="23376"/>
                  </a:lnTo>
                  <a:lnTo>
                    <a:pt x="326981" y="22744"/>
                  </a:lnTo>
                  <a:lnTo>
                    <a:pt x="319196" y="22386"/>
                  </a:lnTo>
                  <a:lnTo>
                    <a:pt x="311410" y="21664"/>
                  </a:lnTo>
                  <a:lnTo>
                    <a:pt x="303625" y="20725"/>
                  </a:lnTo>
                  <a:lnTo>
                    <a:pt x="295840" y="19995"/>
                  </a:lnTo>
                  <a:lnTo>
                    <a:pt x="288055" y="19497"/>
                  </a:lnTo>
                  <a:lnTo>
                    <a:pt x="280269" y="18692"/>
                  </a:lnTo>
                  <a:lnTo>
                    <a:pt x="272484" y="18038"/>
                  </a:lnTo>
                  <a:lnTo>
                    <a:pt x="264699" y="17398"/>
                  </a:lnTo>
                  <a:lnTo>
                    <a:pt x="256913" y="16752"/>
                  </a:lnTo>
                  <a:lnTo>
                    <a:pt x="249128" y="16108"/>
                  </a:lnTo>
                  <a:lnTo>
                    <a:pt x="241343" y="15459"/>
                  </a:lnTo>
                  <a:lnTo>
                    <a:pt x="233558" y="14980"/>
                  </a:lnTo>
                  <a:lnTo>
                    <a:pt x="225772" y="14487"/>
                  </a:lnTo>
                  <a:lnTo>
                    <a:pt x="217987" y="13957"/>
                  </a:lnTo>
                  <a:lnTo>
                    <a:pt x="210202" y="13322"/>
                  </a:lnTo>
                  <a:lnTo>
                    <a:pt x="202417" y="13026"/>
                  </a:lnTo>
                  <a:lnTo>
                    <a:pt x="194631" y="12508"/>
                  </a:lnTo>
                  <a:lnTo>
                    <a:pt x="186846" y="11835"/>
                  </a:lnTo>
                  <a:lnTo>
                    <a:pt x="179061" y="11143"/>
                  </a:lnTo>
                  <a:lnTo>
                    <a:pt x="171275" y="10628"/>
                  </a:lnTo>
                  <a:lnTo>
                    <a:pt x="163490" y="10113"/>
                  </a:lnTo>
                  <a:lnTo>
                    <a:pt x="155705" y="9741"/>
                  </a:lnTo>
                  <a:lnTo>
                    <a:pt x="147920" y="9225"/>
                  </a:lnTo>
                  <a:lnTo>
                    <a:pt x="140134" y="8711"/>
                  </a:lnTo>
                  <a:lnTo>
                    <a:pt x="132349" y="8198"/>
                  </a:lnTo>
                  <a:lnTo>
                    <a:pt x="124564" y="7682"/>
                  </a:lnTo>
                  <a:lnTo>
                    <a:pt x="116779" y="7165"/>
                  </a:lnTo>
                  <a:lnTo>
                    <a:pt x="108993" y="6649"/>
                  </a:lnTo>
                  <a:lnTo>
                    <a:pt x="101208" y="6134"/>
                  </a:lnTo>
                  <a:lnTo>
                    <a:pt x="93423" y="5633"/>
                  </a:lnTo>
                  <a:lnTo>
                    <a:pt x="85637" y="5113"/>
                  </a:lnTo>
                  <a:lnTo>
                    <a:pt x="77852" y="4607"/>
                  </a:lnTo>
                  <a:lnTo>
                    <a:pt x="70067" y="4126"/>
                  </a:lnTo>
                  <a:lnTo>
                    <a:pt x="62282" y="3594"/>
                  </a:lnTo>
                  <a:lnTo>
                    <a:pt x="54496" y="2670"/>
                  </a:lnTo>
                  <a:lnTo>
                    <a:pt x="46711" y="2090"/>
                  </a:lnTo>
                  <a:lnTo>
                    <a:pt x="38926" y="1869"/>
                  </a:lnTo>
                  <a:lnTo>
                    <a:pt x="31141" y="1652"/>
                  </a:lnTo>
                  <a:lnTo>
                    <a:pt x="23355" y="1098"/>
                  </a:lnTo>
                  <a:lnTo>
                    <a:pt x="15570" y="672"/>
                  </a:lnTo>
                  <a:lnTo>
                    <a:pt x="7785" y="3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247627" y="2483373"/>
              <a:ext cx="2016385" cy="371166"/>
            </a:xfrm>
            <a:custGeom>
              <a:avLst/>
              <a:pathLst>
                <a:path w="2016385" h="371166">
                  <a:moveTo>
                    <a:pt x="0" y="0"/>
                  </a:moveTo>
                  <a:lnTo>
                    <a:pt x="7785" y="460"/>
                  </a:lnTo>
                  <a:lnTo>
                    <a:pt x="15570" y="878"/>
                  </a:lnTo>
                  <a:lnTo>
                    <a:pt x="23355" y="1266"/>
                  </a:lnTo>
                  <a:lnTo>
                    <a:pt x="31141" y="1661"/>
                  </a:lnTo>
                  <a:lnTo>
                    <a:pt x="38926" y="2245"/>
                  </a:lnTo>
                  <a:lnTo>
                    <a:pt x="46711" y="2712"/>
                  </a:lnTo>
                  <a:lnTo>
                    <a:pt x="54496" y="2917"/>
                  </a:lnTo>
                  <a:lnTo>
                    <a:pt x="62282" y="3557"/>
                  </a:lnTo>
                  <a:lnTo>
                    <a:pt x="70067" y="4277"/>
                  </a:lnTo>
                  <a:lnTo>
                    <a:pt x="77852" y="4669"/>
                  </a:lnTo>
                  <a:lnTo>
                    <a:pt x="85637" y="5058"/>
                  </a:lnTo>
                  <a:lnTo>
                    <a:pt x="93423" y="5449"/>
                  </a:lnTo>
                  <a:lnTo>
                    <a:pt x="101208" y="5842"/>
                  </a:lnTo>
                  <a:lnTo>
                    <a:pt x="108993" y="6204"/>
                  </a:lnTo>
                  <a:lnTo>
                    <a:pt x="116779" y="6461"/>
                  </a:lnTo>
                  <a:lnTo>
                    <a:pt x="124564" y="6720"/>
                  </a:lnTo>
                  <a:lnTo>
                    <a:pt x="132349" y="7244"/>
                  </a:lnTo>
                  <a:lnTo>
                    <a:pt x="140134" y="7840"/>
                  </a:lnTo>
                  <a:lnTo>
                    <a:pt x="147920" y="8247"/>
                  </a:lnTo>
                  <a:lnTo>
                    <a:pt x="155705" y="8595"/>
                  </a:lnTo>
                  <a:lnTo>
                    <a:pt x="163490" y="9066"/>
                  </a:lnTo>
                  <a:lnTo>
                    <a:pt x="171275" y="9479"/>
                  </a:lnTo>
                  <a:lnTo>
                    <a:pt x="179061" y="9905"/>
                  </a:lnTo>
                  <a:lnTo>
                    <a:pt x="186846" y="10399"/>
                  </a:lnTo>
                  <a:lnTo>
                    <a:pt x="194631" y="10950"/>
                  </a:lnTo>
                  <a:lnTo>
                    <a:pt x="202417" y="11380"/>
                  </a:lnTo>
                  <a:lnTo>
                    <a:pt x="210202" y="11567"/>
                  </a:lnTo>
                  <a:lnTo>
                    <a:pt x="217987" y="11826"/>
                  </a:lnTo>
                  <a:lnTo>
                    <a:pt x="225772" y="12130"/>
                  </a:lnTo>
                  <a:lnTo>
                    <a:pt x="233558" y="12709"/>
                  </a:lnTo>
                  <a:lnTo>
                    <a:pt x="241343" y="13029"/>
                  </a:lnTo>
                  <a:lnTo>
                    <a:pt x="249128" y="13527"/>
                  </a:lnTo>
                  <a:lnTo>
                    <a:pt x="256913" y="13928"/>
                  </a:lnTo>
                  <a:lnTo>
                    <a:pt x="264699" y="14216"/>
                  </a:lnTo>
                  <a:lnTo>
                    <a:pt x="272484" y="14669"/>
                  </a:lnTo>
                  <a:lnTo>
                    <a:pt x="280269" y="15121"/>
                  </a:lnTo>
                  <a:lnTo>
                    <a:pt x="288055" y="15475"/>
                  </a:lnTo>
                  <a:lnTo>
                    <a:pt x="295840" y="15793"/>
                  </a:lnTo>
                  <a:lnTo>
                    <a:pt x="303625" y="16112"/>
                  </a:lnTo>
                  <a:lnTo>
                    <a:pt x="311410" y="16432"/>
                  </a:lnTo>
                  <a:lnTo>
                    <a:pt x="319196" y="16754"/>
                  </a:lnTo>
                  <a:lnTo>
                    <a:pt x="326981" y="17079"/>
                  </a:lnTo>
                  <a:lnTo>
                    <a:pt x="334766" y="17484"/>
                  </a:lnTo>
                  <a:lnTo>
                    <a:pt x="342551" y="17965"/>
                  </a:lnTo>
                  <a:lnTo>
                    <a:pt x="350337" y="18450"/>
                  </a:lnTo>
                  <a:lnTo>
                    <a:pt x="358122" y="18883"/>
                  </a:lnTo>
                  <a:lnTo>
                    <a:pt x="365907" y="19350"/>
                  </a:lnTo>
                  <a:lnTo>
                    <a:pt x="373692" y="19906"/>
                  </a:lnTo>
                  <a:lnTo>
                    <a:pt x="381478" y="20094"/>
                  </a:lnTo>
                  <a:lnTo>
                    <a:pt x="389263" y="20289"/>
                  </a:lnTo>
                  <a:lnTo>
                    <a:pt x="397048" y="20478"/>
                  </a:lnTo>
                  <a:lnTo>
                    <a:pt x="404834" y="20667"/>
                  </a:lnTo>
                  <a:lnTo>
                    <a:pt x="412619" y="21195"/>
                  </a:lnTo>
                  <a:lnTo>
                    <a:pt x="420404" y="21709"/>
                  </a:lnTo>
                  <a:lnTo>
                    <a:pt x="428189" y="22058"/>
                  </a:lnTo>
                  <a:lnTo>
                    <a:pt x="435975" y="22408"/>
                  </a:lnTo>
                  <a:lnTo>
                    <a:pt x="443760" y="22713"/>
                  </a:lnTo>
                  <a:lnTo>
                    <a:pt x="451545" y="23107"/>
                  </a:lnTo>
                  <a:lnTo>
                    <a:pt x="459330" y="23543"/>
                  </a:lnTo>
                  <a:lnTo>
                    <a:pt x="467116" y="24048"/>
                  </a:lnTo>
                  <a:lnTo>
                    <a:pt x="474901" y="24331"/>
                  </a:lnTo>
                  <a:lnTo>
                    <a:pt x="482686" y="24761"/>
                  </a:lnTo>
                  <a:lnTo>
                    <a:pt x="490472" y="24863"/>
                  </a:lnTo>
                  <a:lnTo>
                    <a:pt x="498257" y="25221"/>
                  </a:lnTo>
                  <a:lnTo>
                    <a:pt x="506042" y="25561"/>
                  </a:lnTo>
                  <a:lnTo>
                    <a:pt x="513827" y="25934"/>
                  </a:lnTo>
                  <a:lnTo>
                    <a:pt x="521613" y="26295"/>
                  </a:lnTo>
                  <a:lnTo>
                    <a:pt x="529398" y="26671"/>
                  </a:lnTo>
                  <a:lnTo>
                    <a:pt x="537183" y="27064"/>
                  </a:lnTo>
                  <a:lnTo>
                    <a:pt x="544968" y="27531"/>
                  </a:lnTo>
                  <a:lnTo>
                    <a:pt x="552754" y="27949"/>
                  </a:lnTo>
                  <a:lnTo>
                    <a:pt x="560539" y="28400"/>
                  </a:lnTo>
                  <a:lnTo>
                    <a:pt x="568324" y="28668"/>
                  </a:lnTo>
                  <a:lnTo>
                    <a:pt x="576110" y="29104"/>
                  </a:lnTo>
                  <a:lnTo>
                    <a:pt x="583895" y="29461"/>
                  </a:lnTo>
                  <a:lnTo>
                    <a:pt x="591680" y="29814"/>
                  </a:lnTo>
                  <a:lnTo>
                    <a:pt x="599465" y="30278"/>
                  </a:lnTo>
                  <a:lnTo>
                    <a:pt x="607251" y="30549"/>
                  </a:lnTo>
                  <a:lnTo>
                    <a:pt x="615036" y="30869"/>
                  </a:lnTo>
                  <a:lnTo>
                    <a:pt x="622821" y="31167"/>
                  </a:lnTo>
                  <a:lnTo>
                    <a:pt x="630606" y="31464"/>
                  </a:lnTo>
                  <a:lnTo>
                    <a:pt x="638392" y="31764"/>
                  </a:lnTo>
                  <a:lnTo>
                    <a:pt x="646177" y="32064"/>
                  </a:lnTo>
                  <a:lnTo>
                    <a:pt x="653962" y="32400"/>
                  </a:lnTo>
                  <a:lnTo>
                    <a:pt x="661747" y="32749"/>
                  </a:lnTo>
                  <a:lnTo>
                    <a:pt x="669533" y="33099"/>
                  </a:lnTo>
                  <a:lnTo>
                    <a:pt x="677318" y="33450"/>
                  </a:lnTo>
                  <a:lnTo>
                    <a:pt x="685103" y="33803"/>
                  </a:lnTo>
                  <a:lnTo>
                    <a:pt x="692889" y="34077"/>
                  </a:lnTo>
                  <a:lnTo>
                    <a:pt x="700674" y="34481"/>
                  </a:lnTo>
                  <a:lnTo>
                    <a:pt x="708459" y="34779"/>
                  </a:lnTo>
                  <a:lnTo>
                    <a:pt x="716244" y="34974"/>
                  </a:lnTo>
                  <a:lnTo>
                    <a:pt x="724030" y="35244"/>
                  </a:lnTo>
                  <a:lnTo>
                    <a:pt x="731815" y="35626"/>
                  </a:lnTo>
                  <a:lnTo>
                    <a:pt x="739600" y="35864"/>
                  </a:lnTo>
                  <a:lnTo>
                    <a:pt x="747385" y="36031"/>
                  </a:lnTo>
                  <a:lnTo>
                    <a:pt x="755171" y="36336"/>
                  </a:lnTo>
                  <a:lnTo>
                    <a:pt x="762956" y="36596"/>
                  </a:lnTo>
                  <a:lnTo>
                    <a:pt x="770741" y="36964"/>
                  </a:lnTo>
                  <a:lnTo>
                    <a:pt x="778527" y="37261"/>
                  </a:lnTo>
                  <a:lnTo>
                    <a:pt x="786312" y="37512"/>
                  </a:lnTo>
                  <a:lnTo>
                    <a:pt x="794097" y="37812"/>
                  </a:lnTo>
                  <a:lnTo>
                    <a:pt x="801882" y="38195"/>
                  </a:lnTo>
                  <a:lnTo>
                    <a:pt x="809668" y="38540"/>
                  </a:lnTo>
                  <a:lnTo>
                    <a:pt x="817453" y="38856"/>
                  </a:lnTo>
                  <a:lnTo>
                    <a:pt x="825238" y="38913"/>
                  </a:lnTo>
                  <a:lnTo>
                    <a:pt x="833023" y="39331"/>
                  </a:lnTo>
                  <a:lnTo>
                    <a:pt x="840809" y="39616"/>
                  </a:lnTo>
                  <a:lnTo>
                    <a:pt x="848594" y="39807"/>
                  </a:lnTo>
                  <a:lnTo>
                    <a:pt x="856379" y="39962"/>
                  </a:lnTo>
                  <a:lnTo>
                    <a:pt x="864165" y="40088"/>
                  </a:lnTo>
                  <a:lnTo>
                    <a:pt x="871950" y="40270"/>
                  </a:lnTo>
                  <a:lnTo>
                    <a:pt x="879735" y="40587"/>
                  </a:lnTo>
                  <a:lnTo>
                    <a:pt x="887520" y="40780"/>
                  </a:lnTo>
                  <a:lnTo>
                    <a:pt x="895306" y="40743"/>
                  </a:lnTo>
                  <a:lnTo>
                    <a:pt x="903091" y="40935"/>
                  </a:lnTo>
                  <a:lnTo>
                    <a:pt x="910876" y="41145"/>
                  </a:lnTo>
                  <a:lnTo>
                    <a:pt x="918661" y="41329"/>
                  </a:lnTo>
                  <a:lnTo>
                    <a:pt x="926447" y="41657"/>
                  </a:lnTo>
                  <a:lnTo>
                    <a:pt x="934232" y="41979"/>
                  </a:lnTo>
                  <a:lnTo>
                    <a:pt x="942017" y="42568"/>
                  </a:lnTo>
                  <a:lnTo>
                    <a:pt x="949802" y="42829"/>
                  </a:lnTo>
                  <a:lnTo>
                    <a:pt x="957588" y="43094"/>
                  </a:lnTo>
                  <a:lnTo>
                    <a:pt x="965373" y="43359"/>
                  </a:lnTo>
                  <a:lnTo>
                    <a:pt x="973158" y="43627"/>
                  </a:lnTo>
                  <a:lnTo>
                    <a:pt x="980944" y="43886"/>
                  </a:lnTo>
                  <a:lnTo>
                    <a:pt x="988729" y="44026"/>
                  </a:lnTo>
                  <a:lnTo>
                    <a:pt x="996514" y="44159"/>
                  </a:lnTo>
                  <a:lnTo>
                    <a:pt x="1004299" y="44317"/>
                  </a:lnTo>
                  <a:lnTo>
                    <a:pt x="1012085" y="44639"/>
                  </a:lnTo>
                  <a:lnTo>
                    <a:pt x="1019870" y="44721"/>
                  </a:lnTo>
                  <a:lnTo>
                    <a:pt x="1027655" y="44781"/>
                  </a:lnTo>
                  <a:lnTo>
                    <a:pt x="1035440" y="44932"/>
                  </a:lnTo>
                  <a:lnTo>
                    <a:pt x="1043226" y="45083"/>
                  </a:lnTo>
                  <a:lnTo>
                    <a:pt x="1051011" y="45240"/>
                  </a:lnTo>
                  <a:lnTo>
                    <a:pt x="1058796" y="45398"/>
                  </a:lnTo>
                  <a:lnTo>
                    <a:pt x="1066582" y="45550"/>
                  </a:lnTo>
                  <a:lnTo>
                    <a:pt x="1074367" y="45700"/>
                  </a:lnTo>
                  <a:lnTo>
                    <a:pt x="1082152" y="46054"/>
                  </a:lnTo>
                  <a:lnTo>
                    <a:pt x="1089937" y="46173"/>
                  </a:lnTo>
                  <a:lnTo>
                    <a:pt x="1097723" y="46289"/>
                  </a:lnTo>
                  <a:lnTo>
                    <a:pt x="1105508" y="46473"/>
                  </a:lnTo>
                  <a:lnTo>
                    <a:pt x="1113293" y="46710"/>
                  </a:lnTo>
                  <a:lnTo>
                    <a:pt x="1121078" y="47059"/>
                  </a:lnTo>
                  <a:lnTo>
                    <a:pt x="1128864" y="47166"/>
                  </a:lnTo>
                  <a:lnTo>
                    <a:pt x="1136649" y="47272"/>
                  </a:lnTo>
                  <a:lnTo>
                    <a:pt x="1144434" y="47380"/>
                  </a:lnTo>
                  <a:lnTo>
                    <a:pt x="1152220" y="47489"/>
                  </a:lnTo>
                  <a:lnTo>
                    <a:pt x="1160005" y="47598"/>
                  </a:lnTo>
                  <a:lnTo>
                    <a:pt x="1167790" y="47707"/>
                  </a:lnTo>
                  <a:lnTo>
                    <a:pt x="1175575" y="47815"/>
                  </a:lnTo>
                  <a:lnTo>
                    <a:pt x="1183361" y="47925"/>
                  </a:lnTo>
                  <a:lnTo>
                    <a:pt x="1191146" y="48062"/>
                  </a:lnTo>
                  <a:lnTo>
                    <a:pt x="1198931" y="48140"/>
                  </a:lnTo>
                  <a:lnTo>
                    <a:pt x="1206716" y="48249"/>
                  </a:lnTo>
                  <a:lnTo>
                    <a:pt x="1214502" y="48533"/>
                  </a:lnTo>
                  <a:lnTo>
                    <a:pt x="1222287" y="48692"/>
                  </a:lnTo>
                  <a:lnTo>
                    <a:pt x="1230072" y="48854"/>
                  </a:lnTo>
                  <a:lnTo>
                    <a:pt x="1237857" y="49007"/>
                  </a:lnTo>
                  <a:lnTo>
                    <a:pt x="1245643" y="49165"/>
                  </a:lnTo>
                  <a:lnTo>
                    <a:pt x="1253428" y="49323"/>
                  </a:lnTo>
                  <a:lnTo>
                    <a:pt x="1261213" y="49485"/>
                  </a:lnTo>
                  <a:lnTo>
                    <a:pt x="1268999" y="49646"/>
                  </a:lnTo>
                  <a:lnTo>
                    <a:pt x="1276784" y="49808"/>
                  </a:lnTo>
                  <a:lnTo>
                    <a:pt x="1284569" y="49969"/>
                  </a:lnTo>
                  <a:lnTo>
                    <a:pt x="1292354" y="50131"/>
                  </a:lnTo>
                  <a:lnTo>
                    <a:pt x="1300140" y="50294"/>
                  </a:lnTo>
                  <a:lnTo>
                    <a:pt x="1307925" y="50456"/>
                  </a:lnTo>
                  <a:lnTo>
                    <a:pt x="1315710" y="50711"/>
                  </a:lnTo>
                  <a:lnTo>
                    <a:pt x="1323495" y="50822"/>
                  </a:lnTo>
                  <a:lnTo>
                    <a:pt x="1331281" y="50938"/>
                  </a:lnTo>
                  <a:lnTo>
                    <a:pt x="1339066" y="51095"/>
                  </a:lnTo>
                  <a:lnTo>
                    <a:pt x="1346851" y="51253"/>
                  </a:lnTo>
                  <a:lnTo>
                    <a:pt x="1354637" y="51415"/>
                  </a:lnTo>
                  <a:lnTo>
                    <a:pt x="1362422" y="51580"/>
                  </a:lnTo>
                  <a:lnTo>
                    <a:pt x="1370207" y="51745"/>
                  </a:lnTo>
                  <a:lnTo>
                    <a:pt x="1377992" y="51911"/>
                  </a:lnTo>
                  <a:lnTo>
                    <a:pt x="1385778" y="52076"/>
                  </a:lnTo>
                  <a:lnTo>
                    <a:pt x="1393563" y="52237"/>
                  </a:lnTo>
                  <a:lnTo>
                    <a:pt x="1401348" y="52397"/>
                  </a:lnTo>
                  <a:lnTo>
                    <a:pt x="1409133" y="52560"/>
                  </a:lnTo>
                  <a:lnTo>
                    <a:pt x="1416919" y="52539"/>
                  </a:lnTo>
                  <a:lnTo>
                    <a:pt x="1424704" y="52716"/>
                  </a:lnTo>
                  <a:lnTo>
                    <a:pt x="1432489" y="52964"/>
                  </a:lnTo>
                  <a:lnTo>
                    <a:pt x="1440275" y="53110"/>
                  </a:lnTo>
                  <a:lnTo>
                    <a:pt x="1448060" y="53370"/>
                  </a:lnTo>
                  <a:lnTo>
                    <a:pt x="1455845" y="53531"/>
                  </a:lnTo>
                  <a:lnTo>
                    <a:pt x="1463630" y="53696"/>
                  </a:lnTo>
                  <a:lnTo>
                    <a:pt x="1471416" y="53862"/>
                  </a:lnTo>
                  <a:lnTo>
                    <a:pt x="1479201" y="54028"/>
                  </a:lnTo>
                  <a:lnTo>
                    <a:pt x="1486986" y="54195"/>
                  </a:lnTo>
                  <a:lnTo>
                    <a:pt x="1494771" y="54367"/>
                  </a:lnTo>
                  <a:lnTo>
                    <a:pt x="1502557" y="54539"/>
                  </a:lnTo>
                  <a:lnTo>
                    <a:pt x="1510342" y="54712"/>
                  </a:lnTo>
                  <a:lnTo>
                    <a:pt x="1518127" y="54908"/>
                  </a:lnTo>
                  <a:lnTo>
                    <a:pt x="1525912" y="55037"/>
                  </a:lnTo>
                  <a:lnTo>
                    <a:pt x="1533698" y="55083"/>
                  </a:lnTo>
                  <a:lnTo>
                    <a:pt x="1541483" y="55128"/>
                  </a:lnTo>
                  <a:lnTo>
                    <a:pt x="1549268" y="55175"/>
                  </a:lnTo>
                  <a:lnTo>
                    <a:pt x="1557054" y="55188"/>
                  </a:lnTo>
                  <a:lnTo>
                    <a:pt x="1564839" y="55272"/>
                  </a:lnTo>
                  <a:lnTo>
                    <a:pt x="1572624" y="55269"/>
                  </a:lnTo>
                  <a:lnTo>
                    <a:pt x="1580409" y="55314"/>
                  </a:lnTo>
                  <a:lnTo>
                    <a:pt x="1588195" y="55284"/>
                  </a:lnTo>
                  <a:lnTo>
                    <a:pt x="1595980" y="55287"/>
                  </a:lnTo>
                  <a:lnTo>
                    <a:pt x="1603765" y="55453"/>
                  </a:lnTo>
                  <a:lnTo>
                    <a:pt x="1611550" y="55548"/>
                  </a:lnTo>
                  <a:lnTo>
                    <a:pt x="1619336" y="55600"/>
                  </a:lnTo>
                  <a:lnTo>
                    <a:pt x="1627121" y="55686"/>
                  </a:lnTo>
                  <a:lnTo>
                    <a:pt x="1634906" y="55919"/>
                  </a:lnTo>
                  <a:lnTo>
                    <a:pt x="1642692" y="55829"/>
                  </a:lnTo>
                  <a:lnTo>
                    <a:pt x="1650477" y="55792"/>
                  </a:lnTo>
                  <a:lnTo>
                    <a:pt x="1658262" y="55920"/>
                  </a:lnTo>
                  <a:lnTo>
                    <a:pt x="1666047" y="55965"/>
                  </a:lnTo>
                  <a:lnTo>
                    <a:pt x="1673833" y="56091"/>
                  </a:lnTo>
                  <a:lnTo>
                    <a:pt x="1681618" y="56086"/>
                  </a:lnTo>
                  <a:lnTo>
                    <a:pt x="1689403" y="56080"/>
                  </a:lnTo>
                  <a:lnTo>
                    <a:pt x="1697188" y="56074"/>
                  </a:lnTo>
                  <a:lnTo>
                    <a:pt x="1704974" y="56065"/>
                  </a:lnTo>
                  <a:lnTo>
                    <a:pt x="1712759" y="56057"/>
                  </a:lnTo>
                  <a:lnTo>
                    <a:pt x="1720544" y="56049"/>
                  </a:lnTo>
                  <a:lnTo>
                    <a:pt x="1728330" y="56129"/>
                  </a:lnTo>
                  <a:lnTo>
                    <a:pt x="1736115" y="56310"/>
                  </a:lnTo>
                  <a:lnTo>
                    <a:pt x="1743900" y="56496"/>
                  </a:lnTo>
                  <a:lnTo>
                    <a:pt x="1751685" y="56813"/>
                  </a:lnTo>
                  <a:lnTo>
                    <a:pt x="1759471" y="57111"/>
                  </a:lnTo>
                  <a:lnTo>
                    <a:pt x="1767256" y="56938"/>
                  </a:lnTo>
                  <a:lnTo>
                    <a:pt x="1775041" y="56765"/>
                  </a:lnTo>
                  <a:lnTo>
                    <a:pt x="1782826" y="56601"/>
                  </a:lnTo>
                  <a:lnTo>
                    <a:pt x="1790612" y="56721"/>
                  </a:lnTo>
                  <a:lnTo>
                    <a:pt x="1798397" y="56841"/>
                  </a:lnTo>
                  <a:lnTo>
                    <a:pt x="1806182" y="56963"/>
                  </a:lnTo>
                  <a:lnTo>
                    <a:pt x="1813967" y="57085"/>
                  </a:lnTo>
                  <a:lnTo>
                    <a:pt x="1821753" y="57081"/>
                  </a:lnTo>
                  <a:lnTo>
                    <a:pt x="1829538" y="57184"/>
                  </a:lnTo>
                  <a:lnTo>
                    <a:pt x="1837323" y="57296"/>
                  </a:lnTo>
                  <a:lnTo>
                    <a:pt x="1845109" y="57401"/>
                  </a:lnTo>
                  <a:lnTo>
                    <a:pt x="1852894" y="57368"/>
                  </a:lnTo>
                  <a:lnTo>
                    <a:pt x="1860679" y="57335"/>
                  </a:lnTo>
                  <a:lnTo>
                    <a:pt x="1868464" y="57303"/>
                  </a:lnTo>
                  <a:lnTo>
                    <a:pt x="1876250" y="57271"/>
                  </a:lnTo>
                  <a:lnTo>
                    <a:pt x="1884035" y="57239"/>
                  </a:lnTo>
                  <a:lnTo>
                    <a:pt x="1891820" y="57263"/>
                  </a:lnTo>
                  <a:lnTo>
                    <a:pt x="1899605" y="57308"/>
                  </a:lnTo>
                  <a:lnTo>
                    <a:pt x="1907391" y="57354"/>
                  </a:lnTo>
                  <a:lnTo>
                    <a:pt x="1915176" y="57400"/>
                  </a:lnTo>
                  <a:lnTo>
                    <a:pt x="1922961" y="57446"/>
                  </a:lnTo>
                  <a:lnTo>
                    <a:pt x="1930747" y="57491"/>
                  </a:lnTo>
                  <a:lnTo>
                    <a:pt x="1938532" y="57537"/>
                  </a:lnTo>
                  <a:lnTo>
                    <a:pt x="1946317" y="57583"/>
                  </a:lnTo>
                  <a:lnTo>
                    <a:pt x="1954102" y="57629"/>
                  </a:lnTo>
                  <a:lnTo>
                    <a:pt x="1961888" y="57675"/>
                  </a:lnTo>
                  <a:lnTo>
                    <a:pt x="1969673" y="57721"/>
                  </a:lnTo>
                  <a:lnTo>
                    <a:pt x="1977458" y="57768"/>
                  </a:lnTo>
                  <a:lnTo>
                    <a:pt x="1985243" y="57814"/>
                  </a:lnTo>
                  <a:lnTo>
                    <a:pt x="1993029" y="57861"/>
                  </a:lnTo>
                  <a:lnTo>
                    <a:pt x="2000814" y="57907"/>
                  </a:lnTo>
                  <a:lnTo>
                    <a:pt x="2008599" y="57954"/>
                  </a:lnTo>
                  <a:lnTo>
                    <a:pt x="2016385" y="58000"/>
                  </a:lnTo>
                  <a:lnTo>
                    <a:pt x="2016385" y="371166"/>
                  </a:lnTo>
                  <a:lnTo>
                    <a:pt x="2008599" y="369354"/>
                  </a:lnTo>
                  <a:lnTo>
                    <a:pt x="2000814" y="367537"/>
                  </a:lnTo>
                  <a:lnTo>
                    <a:pt x="1993029" y="365715"/>
                  </a:lnTo>
                  <a:lnTo>
                    <a:pt x="1985243" y="363887"/>
                  </a:lnTo>
                  <a:lnTo>
                    <a:pt x="1977458" y="362318"/>
                  </a:lnTo>
                  <a:lnTo>
                    <a:pt x="1969673" y="361129"/>
                  </a:lnTo>
                  <a:lnTo>
                    <a:pt x="1961888" y="359938"/>
                  </a:lnTo>
                  <a:lnTo>
                    <a:pt x="1954102" y="358744"/>
                  </a:lnTo>
                  <a:lnTo>
                    <a:pt x="1946317" y="357541"/>
                  </a:lnTo>
                  <a:lnTo>
                    <a:pt x="1938532" y="356335"/>
                  </a:lnTo>
                  <a:lnTo>
                    <a:pt x="1930747" y="354556"/>
                  </a:lnTo>
                  <a:lnTo>
                    <a:pt x="1922961" y="352742"/>
                  </a:lnTo>
                  <a:lnTo>
                    <a:pt x="1915176" y="350918"/>
                  </a:lnTo>
                  <a:lnTo>
                    <a:pt x="1907391" y="349515"/>
                  </a:lnTo>
                  <a:lnTo>
                    <a:pt x="1899605" y="348286"/>
                  </a:lnTo>
                  <a:lnTo>
                    <a:pt x="1891820" y="347056"/>
                  </a:lnTo>
                  <a:lnTo>
                    <a:pt x="1884035" y="345663"/>
                  </a:lnTo>
                  <a:lnTo>
                    <a:pt x="1876250" y="344040"/>
                  </a:lnTo>
                  <a:lnTo>
                    <a:pt x="1868464" y="342413"/>
                  </a:lnTo>
                  <a:lnTo>
                    <a:pt x="1860679" y="340775"/>
                  </a:lnTo>
                  <a:lnTo>
                    <a:pt x="1852894" y="339135"/>
                  </a:lnTo>
                  <a:lnTo>
                    <a:pt x="1845109" y="337492"/>
                  </a:lnTo>
                  <a:lnTo>
                    <a:pt x="1837323" y="335846"/>
                  </a:lnTo>
                  <a:lnTo>
                    <a:pt x="1829538" y="334198"/>
                  </a:lnTo>
                  <a:lnTo>
                    <a:pt x="1821753" y="332547"/>
                  </a:lnTo>
                  <a:lnTo>
                    <a:pt x="1813967" y="330894"/>
                  </a:lnTo>
                  <a:lnTo>
                    <a:pt x="1806182" y="329613"/>
                  </a:lnTo>
                  <a:lnTo>
                    <a:pt x="1798397" y="328414"/>
                  </a:lnTo>
                  <a:lnTo>
                    <a:pt x="1790612" y="327214"/>
                  </a:lnTo>
                  <a:lnTo>
                    <a:pt x="1782826" y="325796"/>
                  </a:lnTo>
                  <a:lnTo>
                    <a:pt x="1775041" y="324199"/>
                  </a:lnTo>
                  <a:lnTo>
                    <a:pt x="1767256" y="322599"/>
                  </a:lnTo>
                  <a:lnTo>
                    <a:pt x="1759471" y="320981"/>
                  </a:lnTo>
                  <a:lnTo>
                    <a:pt x="1751685" y="319361"/>
                  </a:lnTo>
                  <a:lnTo>
                    <a:pt x="1743900" y="317740"/>
                  </a:lnTo>
                  <a:lnTo>
                    <a:pt x="1736115" y="316044"/>
                  </a:lnTo>
                  <a:lnTo>
                    <a:pt x="1728330" y="314160"/>
                  </a:lnTo>
                  <a:lnTo>
                    <a:pt x="1720544" y="312883"/>
                  </a:lnTo>
                  <a:lnTo>
                    <a:pt x="1712759" y="311273"/>
                  </a:lnTo>
                  <a:lnTo>
                    <a:pt x="1704974" y="309662"/>
                  </a:lnTo>
                  <a:lnTo>
                    <a:pt x="1697188" y="308303"/>
                  </a:lnTo>
                  <a:lnTo>
                    <a:pt x="1689403" y="307304"/>
                  </a:lnTo>
                  <a:lnTo>
                    <a:pt x="1681618" y="306305"/>
                  </a:lnTo>
                  <a:lnTo>
                    <a:pt x="1673833" y="305306"/>
                  </a:lnTo>
                  <a:lnTo>
                    <a:pt x="1666047" y="304185"/>
                  </a:lnTo>
                  <a:lnTo>
                    <a:pt x="1658262" y="302277"/>
                  </a:lnTo>
                  <a:lnTo>
                    <a:pt x="1650477" y="300361"/>
                  </a:lnTo>
                  <a:lnTo>
                    <a:pt x="1642692" y="298445"/>
                  </a:lnTo>
                  <a:lnTo>
                    <a:pt x="1634906" y="296527"/>
                  </a:lnTo>
                  <a:lnTo>
                    <a:pt x="1627121" y="294608"/>
                  </a:lnTo>
                  <a:lnTo>
                    <a:pt x="1619336" y="293080"/>
                  </a:lnTo>
                  <a:lnTo>
                    <a:pt x="1611550" y="291677"/>
                  </a:lnTo>
                  <a:lnTo>
                    <a:pt x="1603765" y="290273"/>
                  </a:lnTo>
                  <a:lnTo>
                    <a:pt x="1595980" y="288869"/>
                  </a:lnTo>
                  <a:lnTo>
                    <a:pt x="1588195" y="287464"/>
                  </a:lnTo>
                  <a:lnTo>
                    <a:pt x="1580409" y="286060"/>
                  </a:lnTo>
                  <a:lnTo>
                    <a:pt x="1572624" y="284655"/>
                  </a:lnTo>
                  <a:lnTo>
                    <a:pt x="1564839" y="283250"/>
                  </a:lnTo>
                  <a:lnTo>
                    <a:pt x="1557054" y="281846"/>
                  </a:lnTo>
                  <a:lnTo>
                    <a:pt x="1549268" y="280441"/>
                  </a:lnTo>
                  <a:lnTo>
                    <a:pt x="1541483" y="279036"/>
                  </a:lnTo>
                  <a:lnTo>
                    <a:pt x="1533698" y="277631"/>
                  </a:lnTo>
                  <a:lnTo>
                    <a:pt x="1525912" y="276227"/>
                  </a:lnTo>
                  <a:lnTo>
                    <a:pt x="1518127" y="274823"/>
                  </a:lnTo>
                  <a:lnTo>
                    <a:pt x="1510342" y="273419"/>
                  </a:lnTo>
                  <a:lnTo>
                    <a:pt x="1502557" y="272015"/>
                  </a:lnTo>
                  <a:lnTo>
                    <a:pt x="1494771" y="270612"/>
                  </a:lnTo>
                  <a:lnTo>
                    <a:pt x="1486986" y="269209"/>
                  </a:lnTo>
                  <a:lnTo>
                    <a:pt x="1479201" y="267741"/>
                  </a:lnTo>
                  <a:lnTo>
                    <a:pt x="1471416" y="266211"/>
                  </a:lnTo>
                  <a:lnTo>
                    <a:pt x="1463630" y="264554"/>
                  </a:lnTo>
                  <a:lnTo>
                    <a:pt x="1455845" y="262650"/>
                  </a:lnTo>
                  <a:lnTo>
                    <a:pt x="1448060" y="260747"/>
                  </a:lnTo>
                  <a:lnTo>
                    <a:pt x="1440275" y="258845"/>
                  </a:lnTo>
                  <a:lnTo>
                    <a:pt x="1432489" y="256945"/>
                  </a:lnTo>
                  <a:lnTo>
                    <a:pt x="1424704" y="255323"/>
                  </a:lnTo>
                  <a:lnTo>
                    <a:pt x="1416919" y="254213"/>
                  </a:lnTo>
                  <a:lnTo>
                    <a:pt x="1409133" y="253098"/>
                  </a:lnTo>
                  <a:lnTo>
                    <a:pt x="1401348" y="251824"/>
                  </a:lnTo>
                  <a:lnTo>
                    <a:pt x="1393563" y="249894"/>
                  </a:lnTo>
                  <a:lnTo>
                    <a:pt x="1385778" y="247957"/>
                  </a:lnTo>
                  <a:lnTo>
                    <a:pt x="1377992" y="246463"/>
                  </a:lnTo>
                  <a:lnTo>
                    <a:pt x="1370207" y="245645"/>
                  </a:lnTo>
                  <a:lnTo>
                    <a:pt x="1362422" y="244827"/>
                  </a:lnTo>
                  <a:lnTo>
                    <a:pt x="1354637" y="243332"/>
                  </a:lnTo>
                  <a:lnTo>
                    <a:pt x="1346851" y="241809"/>
                  </a:lnTo>
                  <a:lnTo>
                    <a:pt x="1339066" y="240139"/>
                  </a:lnTo>
                  <a:lnTo>
                    <a:pt x="1331281" y="238354"/>
                  </a:lnTo>
                  <a:lnTo>
                    <a:pt x="1323495" y="237197"/>
                  </a:lnTo>
                  <a:lnTo>
                    <a:pt x="1315710" y="235768"/>
                  </a:lnTo>
                  <a:lnTo>
                    <a:pt x="1307925" y="234271"/>
                  </a:lnTo>
                  <a:lnTo>
                    <a:pt x="1300140" y="232775"/>
                  </a:lnTo>
                  <a:lnTo>
                    <a:pt x="1292354" y="231281"/>
                  </a:lnTo>
                  <a:lnTo>
                    <a:pt x="1284569" y="229987"/>
                  </a:lnTo>
                  <a:lnTo>
                    <a:pt x="1276784" y="228911"/>
                  </a:lnTo>
                  <a:lnTo>
                    <a:pt x="1268999" y="227820"/>
                  </a:lnTo>
                  <a:lnTo>
                    <a:pt x="1261213" y="226615"/>
                  </a:lnTo>
                  <a:lnTo>
                    <a:pt x="1253428" y="225660"/>
                  </a:lnTo>
                  <a:lnTo>
                    <a:pt x="1245643" y="224434"/>
                  </a:lnTo>
                  <a:lnTo>
                    <a:pt x="1237857" y="222907"/>
                  </a:lnTo>
                  <a:lnTo>
                    <a:pt x="1230072" y="221343"/>
                  </a:lnTo>
                  <a:lnTo>
                    <a:pt x="1222287" y="219302"/>
                  </a:lnTo>
                  <a:lnTo>
                    <a:pt x="1214502" y="217267"/>
                  </a:lnTo>
                  <a:lnTo>
                    <a:pt x="1206716" y="215988"/>
                  </a:lnTo>
                  <a:lnTo>
                    <a:pt x="1198931" y="215080"/>
                  </a:lnTo>
                  <a:lnTo>
                    <a:pt x="1191146" y="213430"/>
                  </a:lnTo>
                  <a:lnTo>
                    <a:pt x="1183361" y="212220"/>
                  </a:lnTo>
                  <a:lnTo>
                    <a:pt x="1175575" y="210759"/>
                  </a:lnTo>
                  <a:lnTo>
                    <a:pt x="1167790" y="209199"/>
                  </a:lnTo>
                  <a:lnTo>
                    <a:pt x="1160005" y="208048"/>
                  </a:lnTo>
                  <a:lnTo>
                    <a:pt x="1152220" y="207207"/>
                  </a:lnTo>
                  <a:lnTo>
                    <a:pt x="1144434" y="206242"/>
                  </a:lnTo>
                  <a:lnTo>
                    <a:pt x="1136649" y="204787"/>
                  </a:lnTo>
                  <a:lnTo>
                    <a:pt x="1128864" y="203344"/>
                  </a:lnTo>
                  <a:lnTo>
                    <a:pt x="1121078" y="202015"/>
                  </a:lnTo>
                  <a:lnTo>
                    <a:pt x="1113293" y="200532"/>
                  </a:lnTo>
                  <a:lnTo>
                    <a:pt x="1105508" y="199037"/>
                  </a:lnTo>
                  <a:lnTo>
                    <a:pt x="1097723" y="197534"/>
                  </a:lnTo>
                  <a:lnTo>
                    <a:pt x="1089937" y="196051"/>
                  </a:lnTo>
                  <a:lnTo>
                    <a:pt x="1082152" y="194380"/>
                  </a:lnTo>
                  <a:lnTo>
                    <a:pt x="1074367" y="193095"/>
                  </a:lnTo>
                  <a:lnTo>
                    <a:pt x="1066582" y="191622"/>
                  </a:lnTo>
                  <a:lnTo>
                    <a:pt x="1058796" y="190231"/>
                  </a:lnTo>
                  <a:lnTo>
                    <a:pt x="1051011" y="188971"/>
                  </a:lnTo>
                  <a:lnTo>
                    <a:pt x="1043226" y="187566"/>
                  </a:lnTo>
                  <a:lnTo>
                    <a:pt x="1035440" y="186396"/>
                  </a:lnTo>
                  <a:lnTo>
                    <a:pt x="1027655" y="185376"/>
                  </a:lnTo>
                  <a:lnTo>
                    <a:pt x="1019870" y="183947"/>
                  </a:lnTo>
                  <a:lnTo>
                    <a:pt x="1012085" y="182288"/>
                  </a:lnTo>
                  <a:lnTo>
                    <a:pt x="1004299" y="181076"/>
                  </a:lnTo>
                  <a:lnTo>
                    <a:pt x="996514" y="180284"/>
                  </a:lnTo>
                  <a:lnTo>
                    <a:pt x="988729" y="179494"/>
                  </a:lnTo>
                  <a:lnTo>
                    <a:pt x="980944" y="178705"/>
                  </a:lnTo>
                  <a:lnTo>
                    <a:pt x="973158" y="177917"/>
                  </a:lnTo>
                  <a:lnTo>
                    <a:pt x="965373" y="177124"/>
                  </a:lnTo>
                  <a:lnTo>
                    <a:pt x="957588" y="176223"/>
                  </a:lnTo>
                  <a:lnTo>
                    <a:pt x="949802" y="174693"/>
                  </a:lnTo>
                  <a:lnTo>
                    <a:pt x="942017" y="173168"/>
                  </a:lnTo>
                  <a:lnTo>
                    <a:pt x="934232" y="173002"/>
                  </a:lnTo>
                  <a:lnTo>
                    <a:pt x="926447" y="172379"/>
                  </a:lnTo>
                  <a:lnTo>
                    <a:pt x="918661" y="171120"/>
                  </a:lnTo>
                  <a:lnTo>
                    <a:pt x="910876" y="169899"/>
                  </a:lnTo>
                  <a:lnTo>
                    <a:pt x="903091" y="168753"/>
                  </a:lnTo>
                  <a:lnTo>
                    <a:pt x="895306" y="167795"/>
                  </a:lnTo>
                  <a:lnTo>
                    <a:pt x="887520" y="166471"/>
                  </a:lnTo>
                  <a:lnTo>
                    <a:pt x="879735" y="165189"/>
                  </a:lnTo>
                  <a:lnTo>
                    <a:pt x="871950" y="164560"/>
                  </a:lnTo>
                  <a:lnTo>
                    <a:pt x="864165" y="164045"/>
                  </a:lnTo>
                  <a:lnTo>
                    <a:pt x="856379" y="162335"/>
                  </a:lnTo>
                  <a:lnTo>
                    <a:pt x="848594" y="161735"/>
                  </a:lnTo>
                  <a:lnTo>
                    <a:pt x="840809" y="161112"/>
                  </a:lnTo>
                  <a:lnTo>
                    <a:pt x="833023" y="159796"/>
                  </a:lnTo>
                  <a:lnTo>
                    <a:pt x="825238" y="158933"/>
                  </a:lnTo>
                  <a:lnTo>
                    <a:pt x="817453" y="157886"/>
                  </a:lnTo>
                  <a:lnTo>
                    <a:pt x="809668" y="157212"/>
                  </a:lnTo>
                  <a:lnTo>
                    <a:pt x="801882" y="157084"/>
                  </a:lnTo>
                  <a:lnTo>
                    <a:pt x="794097" y="155967"/>
                  </a:lnTo>
                  <a:lnTo>
                    <a:pt x="786312" y="155026"/>
                  </a:lnTo>
                  <a:lnTo>
                    <a:pt x="778527" y="153974"/>
                  </a:lnTo>
                  <a:lnTo>
                    <a:pt x="770741" y="152581"/>
                  </a:lnTo>
                  <a:lnTo>
                    <a:pt x="762956" y="151805"/>
                  </a:lnTo>
                  <a:lnTo>
                    <a:pt x="755171" y="151041"/>
                  </a:lnTo>
                  <a:lnTo>
                    <a:pt x="747385" y="150209"/>
                  </a:lnTo>
                  <a:lnTo>
                    <a:pt x="739600" y="149395"/>
                  </a:lnTo>
                  <a:lnTo>
                    <a:pt x="731815" y="148653"/>
                  </a:lnTo>
                  <a:lnTo>
                    <a:pt x="724030" y="148050"/>
                  </a:lnTo>
                  <a:lnTo>
                    <a:pt x="716244" y="147448"/>
                  </a:lnTo>
                  <a:lnTo>
                    <a:pt x="708459" y="146638"/>
                  </a:lnTo>
                  <a:lnTo>
                    <a:pt x="700674" y="146073"/>
                  </a:lnTo>
                  <a:lnTo>
                    <a:pt x="692889" y="144958"/>
                  </a:lnTo>
                  <a:lnTo>
                    <a:pt x="685103" y="143935"/>
                  </a:lnTo>
                  <a:lnTo>
                    <a:pt x="677318" y="143288"/>
                  </a:lnTo>
                  <a:lnTo>
                    <a:pt x="669533" y="142142"/>
                  </a:lnTo>
                  <a:lnTo>
                    <a:pt x="661747" y="141352"/>
                  </a:lnTo>
                  <a:lnTo>
                    <a:pt x="653962" y="140769"/>
                  </a:lnTo>
                  <a:lnTo>
                    <a:pt x="646177" y="139778"/>
                  </a:lnTo>
                  <a:lnTo>
                    <a:pt x="638392" y="139110"/>
                  </a:lnTo>
                  <a:lnTo>
                    <a:pt x="630606" y="138698"/>
                  </a:lnTo>
                  <a:lnTo>
                    <a:pt x="622821" y="138571"/>
                  </a:lnTo>
                  <a:lnTo>
                    <a:pt x="615036" y="137876"/>
                  </a:lnTo>
                  <a:lnTo>
                    <a:pt x="607251" y="136579"/>
                  </a:lnTo>
                  <a:lnTo>
                    <a:pt x="599465" y="136407"/>
                  </a:lnTo>
                  <a:lnTo>
                    <a:pt x="591680" y="136043"/>
                  </a:lnTo>
                  <a:lnTo>
                    <a:pt x="583895" y="135215"/>
                  </a:lnTo>
                  <a:lnTo>
                    <a:pt x="576110" y="134399"/>
                  </a:lnTo>
                  <a:lnTo>
                    <a:pt x="568324" y="133581"/>
                  </a:lnTo>
                  <a:lnTo>
                    <a:pt x="560539" y="133213"/>
                  </a:lnTo>
                  <a:lnTo>
                    <a:pt x="552754" y="132354"/>
                  </a:lnTo>
                  <a:lnTo>
                    <a:pt x="544968" y="131416"/>
                  </a:lnTo>
                  <a:lnTo>
                    <a:pt x="537183" y="130479"/>
                  </a:lnTo>
                  <a:lnTo>
                    <a:pt x="529398" y="129586"/>
                  </a:lnTo>
                  <a:lnTo>
                    <a:pt x="521613" y="128690"/>
                  </a:lnTo>
                  <a:lnTo>
                    <a:pt x="513827" y="128155"/>
                  </a:lnTo>
                  <a:lnTo>
                    <a:pt x="506042" y="127227"/>
                  </a:lnTo>
                  <a:lnTo>
                    <a:pt x="498257" y="126285"/>
                  </a:lnTo>
                  <a:lnTo>
                    <a:pt x="490472" y="125491"/>
                  </a:lnTo>
                  <a:lnTo>
                    <a:pt x="482686" y="124777"/>
                  </a:lnTo>
                  <a:lnTo>
                    <a:pt x="474901" y="124361"/>
                  </a:lnTo>
                  <a:lnTo>
                    <a:pt x="467116" y="123946"/>
                  </a:lnTo>
                  <a:lnTo>
                    <a:pt x="459330" y="123814"/>
                  </a:lnTo>
                  <a:lnTo>
                    <a:pt x="451545" y="123117"/>
                  </a:lnTo>
                  <a:lnTo>
                    <a:pt x="443760" y="122703"/>
                  </a:lnTo>
                  <a:lnTo>
                    <a:pt x="435975" y="122093"/>
                  </a:lnTo>
                  <a:lnTo>
                    <a:pt x="428189" y="121492"/>
                  </a:lnTo>
                  <a:lnTo>
                    <a:pt x="420404" y="120829"/>
                  </a:lnTo>
                  <a:lnTo>
                    <a:pt x="412619" y="120194"/>
                  </a:lnTo>
                  <a:lnTo>
                    <a:pt x="404834" y="119558"/>
                  </a:lnTo>
                  <a:lnTo>
                    <a:pt x="397048" y="118932"/>
                  </a:lnTo>
                  <a:lnTo>
                    <a:pt x="389263" y="118136"/>
                  </a:lnTo>
                  <a:lnTo>
                    <a:pt x="381478" y="117727"/>
                  </a:lnTo>
                  <a:lnTo>
                    <a:pt x="373692" y="117490"/>
                  </a:lnTo>
                  <a:lnTo>
                    <a:pt x="365907" y="116759"/>
                  </a:lnTo>
                  <a:lnTo>
                    <a:pt x="358122" y="116143"/>
                  </a:lnTo>
                  <a:lnTo>
                    <a:pt x="350337" y="115663"/>
                  </a:lnTo>
                  <a:lnTo>
                    <a:pt x="342551" y="115131"/>
                  </a:lnTo>
                  <a:lnTo>
                    <a:pt x="334766" y="114977"/>
                  </a:lnTo>
                  <a:lnTo>
                    <a:pt x="326981" y="114682"/>
                  </a:lnTo>
                  <a:lnTo>
                    <a:pt x="319196" y="114315"/>
                  </a:lnTo>
                  <a:lnTo>
                    <a:pt x="311410" y="113830"/>
                  </a:lnTo>
                  <a:lnTo>
                    <a:pt x="303625" y="113586"/>
                  </a:lnTo>
                  <a:lnTo>
                    <a:pt x="295840" y="113223"/>
                  </a:lnTo>
                  <a:lnTo>
                    <a:pt x="288055" y="112346"/>
                  </a:lnTo>
                  <a:lnTo>
                    <a:pt x="280269" y="111449"/>
                  </a:lnTo>
                  <a:lnTo>
                    <a:pt x="272484" y="111114"/>
                  </a:lnTo>
                  <a:lnTo>
                    <a:pt x="264699" y="110280"/>
                  </a:lnTo>
                  <a:lnTo>
                    <a:pt x="256913" y="109917"/>
                  </a:lnTo>
                  <a:lnTo>
                    <a:pt x="249128" y="109643"/>
                  </a:lnTo>
                  <a:lnTo>
                    <a:pt x="241343" y="109364"/>
                  </a:lnTo>
                  <a:lnTo>
                    <a:pt x="233558" y="109029"/>
                  </a:lnTo>
                  <a:lnTo>
                    <a:pt x="225772" y="108657"/>
                  </a:lnTo>
                  <a:lnTo>
                    <a:pt x="217987" y="108494"/>
                  </a:lnTo>
                  <a:lnTo>
                    <a:pt x="210202" y="107865"/>
                  </a:lnTo>
                  <a:lnTo>
                    <a:pt x="202417" y="107236"/>
                  </a:lnTo>
                  <a:lnTo>
                    <a:pt x="194631" y="107045"/>
                  </a:lnTo>
                  <a:lnTo>
                    <a:pt x="186846" y="107140"/>
                  </a:lnTo>
                  <a:lnTo>
                    <a:pt x="179061" y="106723"/>
                  </a:lnTo>
                  <a:lnTo>
                    <a:pt x="171275" y="106250"/>
                  </a:lnTo>
                  <a:lnTo>
                    <a:pt x="163490" y="105778"/>
                  </a:lnTo>
                  <a:lnTo>
                    <a:pt x="155705" y="105443"/>
                  </a:lnTo>
                  <a:lnTo>
                    <a:pt x="147920" y="105306"/>
                  </a:lnTo>
                  <a:lnTo>
                    <a:pt x="140134" y="105168"/>
                  </a:lnTo>
                  <a:lnTo>
                    <a:pt x="132349" y="105027"/>
                  </a:lnTo>
                  <a:lnTo>
                    <a:pt x="124564" y="104869"/>
                  </a:lnTo>
                  <a:lnTo>
                    <a:pt x="116779" y="104737"/>
                  </a:lnTo>
                  <a:lnTo>
                    <a:pt x="108993" y="104274"/>
                  </a:lnTo>
                  <a:lnTo>
                    <a:pt x="101208" y="104221"/>
                  </a:lnTo>
                  <a:lnTo>
                    <a:pt x="93423" y="103925"/>
                  </a:lnTo>
                  <a:lnTo>
                    <a:pt x="85637" y="103604"/>
                  </a:lnTo>
                  <a:lnTo>
                    <a:pt x="77852" y="103256"/>
                  </a:lnTo>
                  <a:lnTo>
                    <a:pt x="70067" y="102838"/>
                  </a:lnTo>
                  <a:lnTo>
                    <a:pt x="62282" y="102195"/>
                  </a:lnTo>
                  <a:lnTo>
                    <a:pt x="54496" y="101851"/>
                  </a:lnTo>
                  <a:lnTo>
                    <a:pt x="46711" y="101897"/>
                  </a:lnTo>
                  <a:lnTo>
                    <a:pt x="38926" y="101357"/>
                  </a:lnTo>
                  <a:lnTo>
                    <a:pt x="31141" y="100950"/>
                  </a:lnTo>
                  <a:lnTo>
                    <a:pt x="23355" y="100760"/>
                  </a:lnTo>
                  <a:lnTo>
                    <a:pt x="15570" y="100335"/>
                  </a:lnTo>
                  <a:lnTo>
                    <a:pt x="7785" y="100113"/>
                  </a:lnTo>
                  <a:lnTo>
                    <a:pt x="0" y="99838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247627" y="2483373"/>
              <a:ext cx="2016385" cy="58000"/>
            </a:xfrm>
            <a:custGeom>
              <a:avLst/>
              <a:pathLst>
                <a:path w="2016385" h="58000">
                  <a:moveTo>
                    <a:pt x="0" y="0"/>
                  </a:moveTo>
                  <a:lnTo>
                    <a:pt x="7785" y="460"/>
                  </a:lnTo>
                  <a:lnTo>
                    <a:pt x="15570" y="878"/>
                  </a:lnTo>
                  <a:lnTo>
                    <a:pt x="23355" y="1266"/>
                  </a:lnTo>
                  <a:lnTo>
                    <a:pt x="31141" y="1661"/>
                  </a:lnTo>
                  <a:lnTo>
                    <a:pt x="38926" y="2245"/>
                  </a:lnTo>
                  <a:lnTo>
                    <a:pt x="46711" y="2712"/>
                  </a:lnTo>
                  <a:lnTo>
                    <a:pt x="54496" y="2917"/>
                  </a:lnTo>
                  <a:lnTo>
                    <a:pt x="62282" y="3557"/>
                  </a:lnTo>
                  <a:lnTo>
                    <a:pt x="70067" y="4277"/>
                  </a:lnTo>
                  <a:lnTo>
                    <a:pt x="77852" y="4669"/>
                  </a:lnTo>
                  <a:lnTo>
                    <a:pt x="85637" y="5058"/>
                  </a:lnTo>
                  <a:lnTo>
                    <a:pt x="93423" y="5449"/>
                  </a:lnTo>
                  <a:lnTo>
                    <a:pt x="101208" y="5842"/>
                  </a:lnTo>
                  <a:lnTo>
                    <a:pt x="108993" y="6204"/>
                  </a:lnTo>
                  <a:lnTo>
                    <a:pt x="116779" y="6461"/>
                  </a:lnTo>
                  <a:lnTo>
                    <a:pt x="124564" y="6720"/>
                  </a:lnTo>
                  <a:lnTo>
                    <a:pt x="132349" y="7244"/>
                  </a:lnTo>
                  <a:lnTo>
                    <a:pt x="140134" y="7840"/>
                  </a:lnTo>
                  <a:lnTo>
                    <a:pt x="147920" y="8247"/>
                  </a:lnTo>
                  <a:lnTo>
                    <a:pt x="155705" y="8595"/>
                  </a:lnTo>
                  <a:lnTo>
                    <a:pt x="163490" y="9066"/>
                  </a:lnTo>
                  <a:lnTo>
                    <a:pt x="171275" y="9479"/>
                  </a:lnTo>
                  <a:lnTo>
                    <a:pt x="179061" y="9905"/>
                  </a:lnTo>
                  <a:lnTo>
                    <a:pt x="186846" y="10399"/>
                  </a:lnTo>
                  <a:lnTo>
                    <a:pt x="194631" y="10950"/>
                  </a:lnTo>
                  <a:lnTo>
                    <a:pt x="202417" y="11380"/>
                  </a:lnTo>
                  <a:lnTo>
                    <a:pt x="210202" y="11567"/>
                  </a:lnTo>
                  <a:lnTo>
                    <a:pt x="217987" y="11826"/>
                  </a:lnTo>
                  <a:lnTo>
                    <a:pt x="225772" y="12130"/>
                  </a:lnTo>
                  <a:lnTo>
                    <a:pt x="233558" y="12709"/>
                  </a:lnTo>
                  <a:lnTo>
                    <a:pt x="241343" y="13029"/>
                  </a:lnTo>
                  <a:lnTo>
                    <a:pt x="249128" y="13527"/>
                  </a:lnTo>
                  <a:lnTo>
                    <a:pt x="256913" y="13928"/>
                  </a:lnTo>
                  <a:lnTo>
                    <a:pt x="264699" y="14216"/>
                  </a:lnTo>
                  <a:lnTo>
                    <a:pt x="272484" y="14669"/>
                  </a:lnTo>
                  <a:lnTo>
                    <a:pt x="280269" y="15121"/>
                  </a:lnTo>
                  <a:lnTo>
                    <a:pt x="288055" y="15475"/>
                  </a:lnTo>
                  <a:lnTo>
                    <a:pt x="295840" y="15793"/>
                  </a:lnTo>
                  <a:lnTo>
                    <a:pt x="303625" y="16112"/>
                  </a:lnTo>
                  <a:lnTo>
                    <a:pt x="311410" y="16432"/>
                  </a:lnTo>
                  <a:lnTo>
                    <a:pt x="319196" y="16754"/>
                  </a:lnTo>
                  <a:lnTo>
                    <a:pt x="326981" y="17079"/>
                  </a:lnTo>
                  <a:lnTo>
                    <a:pt x="334766" y="17484"/>
                  </a:lnTo>
                  <a:lnTo>
                    <a:pt x="342551" y="17965"/>
                  </a:lnTo>
                  <a:lnTo>
                    <a:pt x="350337" y="18450"/>
                  </a:lnTo>
                  <a:lnTo>
                    <a:pt x="358122" y="18883"/>
                  </a:lnTo>
                  <a:lnTo>
                    <a:pt x="365907" y="19350"/>
                  </a:lnTo>
                  <a:lnTo>
                    <a:pt x="373692" y="19906"/>
                  </a:lnTo>
                  <a:lnTo>
                    <a:pt x="381478" y="20094"/>
                  </a:lnTo>
                  <a:lnTo>
                    <a:pt x="389263" y="20289"/>
                  </a:lnTo>
                  <a:lnTo>
                    <a:pt x="397048" y="20478"/>
                  </a:lnTo>
                  <a:lnTo>
                    <a:pt x="404834" y="20667"/>
                  </a:lnTo>
                  <a:lnTo>
                    <a:pt x="412619" y="21195"/>
                  </a:lnTo>
                  <a:lnTo>
                    <a:pt x="420404" y="21709"/>
                  </a:lnTo>
                  <a:lnTo>
                    <a:pt x="428189" y="22058"/>
                  </a:lnTo>
                  <a:lnTo>
                    <a:pt x="435975" y="22408"/>
                  </a:lnTo>
                  <a:lnTo>
                    <a:pt x="443760" y="22713"/>
                  </a:lnTo>
                  <a:lnTo>
                    <a:pt x="451545" y="23107"/>
                  </a:lnTo>
                  <a:lnTo>
                    <a:pt x="459330" y="23543"/>
                  </a:lnTo>
                  <a:lnTo>
                    <a:pt x="467116" y="24048"/>
                  </a:lnTo>
                  <a:lnTo>
                    <a:pt x="474901" y="24331"/>
                  </a:lnTo>
                  <a:lnTo>
                    <a:pt x="482686" y="24761"/>
                  </a:lnTo>
                  <a:lnTo>
                    <a:pt x="490472" y="24863"/>
                  </a:lnTo>
                  <a:lnTo>
                    <a:pt x="498257" y="25221"/>
                  </a:lnTo>
                  <a:lnTo>
                    <a:pt x="506042" y="25561"/>
                  </a:lnTo>
                  <a:lnTo>
                    <a:pt x="513827" y="25934"/>
                  </a:lnTo>
                  <a:lnTo>
                    <a:pt x="521613" y="26295"/>
                  </a:lnTo>
                  <a:lnTo>
                    <a:pt x="529398" y="26671"/>
                  </a:lnTo>
                  <a:lnTo>
                    <a:pt x="537183" y="27064"/>
                  </a:lnTo>
                  <a:lnTo>
                    <a:pt x="544968" y="27531"/>
                  </a:lnTo>
                  <a:lnTo>
                    <a:pt x="552754" y="27949"/>
                  </a:lnTo>
                  <a:lnTo>
                    <a:pt x="560539" y="28400"/>
                  </a:lnTo>
                  <a:lnTo>
                    <a:pt x="568324" y="28668"/>
                  </a:lnTo>
                  <a:lnTo>
                    <a:pt x="576110" y="29104"/>
                  </a:lnTo>
                  <a:lnTo>
                    <a:pt x="583895" y="29461"/>
                  </a:lnTo>
                  <a:lnTo>
                    <a:pt x="591680" y="29814"/>
                  </a:lnTo>
                  <a:lnTo>
                    <a:pt x="599465" y="30278"/>
                  </a:lnTo>
                  <a:lnTo>
                    <a:pt x="607251" y="30549"/>
                  </a:lnTo>
                  <a:lnTo>
                    <a:pt x="615036" y="30869"/>
                  </a:lnTo>
                  <a:lnTo>
                    <a:pt x="622821" y="31167"/>
                  </a:lnTo>
                  <a:lnTo>
                    <a:pt x="630606" y="31464"/>
                  </a:lnTo>
                  <a:lnTo>
                    <a:pt x="638392" y="31764"/>
                  </a:lnTo>
                  <a:lnTo>
                    <a:pt x="646177" y="32064"/>
                  </a:lnTo>
                  <a:lnTo>
                    <a:pt x="653962" y="32400"/>
                  </a:lnTo>
                  <a:lnTo>
                    <a:pt x="661747" y="32749"/>
                  </a:lnTo>
                  <a:lnTo>
                    <a:pt x="669533" y="33099"/>
                  </a:lnTo>
                  <a:lnTo>
                    <a:pt x="677318" y="33450"/>
                  </a:lnTo>
                  <a:lnTo>
                    <a:pt x="685103" y="33803"/>
                  </a:lnTo>
                  <a:lnTo>
                    <a:pt x="692889" y="34077"/>
                  </a:lnTo>
                  <a:lnTo>
                    <a:pt x="700674" y="34481"/>
                  </a:lnTo>
                  <a:lnTo>
                    <a:pt x="708459" y="34779"/>
                  </a:lnTo>
                  <a:lnTo>
                    <a:pt x="716244" y="34974"/>
                  </a:lnTo>
                  <a:lnTo>
                    <a:pt x="724030" y="35244"/>
                  </a:lnTo>
                  <a:lnTo>
                    <a:pt x="731815" y="35626"/>
                  </a:lnTo>
                  <a:lnTo>
                    <a:pt x="739600" y="35864"/>
                  </a:lnTo>
                  <a:lnTo>
                    <a:pt x="747385" y="36031"/>
                  </a:lnTo>
                  <a:lnTo>
                    <a:pt x="755171" y="36336"/>
                  </a:lnTo>
                  <a:lnTo>
                    <a:pt x="762956" y="36596"/>
                  </a:lnTo>
                  <a:lnTo>
                    <a:pt x="770741" y="36964"/>
                  </a:lnTo>
                  <a:lnTo>
                    <a:pt x="778527" y="37261"/>
                  </a:lnTo>
                  <a:lnTo>
                    <a:pt x="786312" y="37512"/>
                  </a:lnTo>
                  <a:lnTo>
                    <a:pt x="794097" y="37812"/>
                  </a:lnTo>
                  <a:lnTo>
                    <a:pt x="801882" y="38195"/>
                  </a:lnTo>
                  <a:lnTo>
                    <a:pt x="809668" y="38540"/>
                  </a:lnTo>
                  <a:lnTo>
                    <a:pt x="817453" y="38856"/>
                  </a:lnTo>
                  <a:lnTo>
                    <a:pt x="825238" y="38913"/>
                  </a:lnTo>
                  <a:lnTo>
                    <a:pt x="833023" y="39331"/>
                  </a:lnTo>
                  <a:lnTo>
                    <a:pt x="840809" y="39616"/>
                  </a:lnTo>
                  <a:lnTo>
                    <a:pt x="848594" y="39807"/>
                  </a:lnTo>
                  <a:lnTo>
                    <a:pt x="856379" y="39962"/>
                  </a:lnTo>
                  <a:lnTo>
                    <a:pt x="864165" y="40088"/>
                  </a:lnTo>
                  <a:lnTo>
                    <a:pt x="871950" y="40270"/>
                  </a:lnTo>
                  <a:lnTo>
                    <a:pt x="879735" y="40587"/>
                  </a:lnTo>
                  <a:lnTo>
                    <a:pt x="887520" y="40780"/>
                  </a:lnTo>
                  <a:lnTo>
                    <a:pt x="895306" y="40743"/>
                  </a:lnTo>
                  <a:lnTo>
                    <a:pt x="903091" y="40935"/>
                  </a:lnTo>
                  <a:lnTo>
                    <a:pt x="910876" y="41145"/>
                  </a:lnTo>
                  <a:lnTo>
                    <a:pt x="918661" y="41329"/>
                  </a:lnTo>
                  <a:lnTo>
                    <a:pt x="926447" y="41657"/>
                  </a:lnTo>
                  <a:lnTo>
                    <a:pt x="934232" y="41979"/>
                  </a:lnTo>
                  <a:lnTo>
                    <a:pt x="942017" y="42568"/>
                  </a:lnTo>
                  <a:lnTo>
                    <a:pt x="949802" y="42829"/>
                  </a:lnTo>
                  <a:lnTo>
                    <a:pt x="957588" y="43094"/>
                  </a:lnTo>
                  <a:lnTo>
                    <a:pt x="965373" y="43359"/>
                  </a:lnTo>
                  <a:lnTo>
                    <a:pt x="973158" y="43627"/>
                  </a:lnTo>
                  <a:lnTo>
                    <a:pt x="980944" y="43886"/>
                  </a:lnTo>
                  <a:lnTo>
                    <a:pt x="988729" y="44026"/>
                  </a:lnTo>
                  <a:lnTo>
                    <a:pt x="996514" y="44159"/>
                  </a:lnTo>
                  <a:lnTo>
                    <a:pt x="1004299" y="44317"/>
                  </a:lnTo>
                  <a:lnTo>
                    <a:pt x="1012085" y="44639"/>
                  </a:lnTo>
                  <a:lnTo>
                    <a:pt x="1019870" y="44721"/>
                  </a:lnTo>
                  <a:lnTo>
                    <a:pt x="1027655" y="44781"/>
                  </a:lnTo>
                  <a:lnTo>
                    <a:pt x="1035440" y="44932"/>
                  </a:lnTo>
                  <a:lnTo>
                    <a:pt x="1043226" y="45083"/>
                  </a:lnTo>
                  <a:lnTo>
                    <a:pt x="1051011" y="45240"/>
                  </a:lnTo>
                  <a:lnTo>
                    <a:pt x="1058796" y="45398"/>
                  </a:lnTo>
                  <a:lnTo>
                    <a:pt x="1066582" y="45550"/>
                  </a:lnTo>
                  <a:lnTo>
                    <a:pt x="1074367" y="45700"/>
                  </a:lnTo>
                  <a:lnTo>
                    <a:pt x="1082152" y="46054"/>
                  </a:lnTo>
                  <a:lnTo>
                    <a:pt x="1089937" y="46173"/>
                  </a:lnTo>
                  <a:lnTo>
                    <a:pt x="1097723" y="46289"/>
                  </a:lnTo>
                  <a:lnTo>
                    <a:pt x="1105508" y="46473"/>
                  </a:lnTo>
                  <a:lnTo>
                    <a:pt x="1113293" y="46710"/>
                  </a:lnTo>
                  <a:lnTo>
                    <a:pt x="1121078" y="47059"/>
                  </a:lnTo>
                  <a:lnTo>
                    <a:pt x="1128864" y="47166"/>
                  </a:lnTo>
                  <a:lnTo>
                    <a:pt x="1136649" y="47272"/>
                  </a:lnTo>
                  <a:lnTo>
                    <a:pt x="1144434" y="47380"/>
                  </a:lnTo>
                  <a:lnTo>
                    <a:pt x="1152220" y="47489"/>
                  </a:lnTo>
                  <a:lnTo>
                    <a:pt x="1160005" y="47598"/>
                  </a:lnTo>
                  <a:lnTo>
                    <a:pt x="1167790" y="47707"/>
                  </a:lnTo>
                  <a:lnTo>
                    <a:pt x="1175575" y="47815"/>
                  </a:lnTo>
                  <a:lnTo>
                    <a:pt x="1183361" y="47925"/>
                  </a:lnTo>
                  <a:lnTo>
                    <a:pt x="1191146" y="48062"/>
                  </a:lnTo>
                  <a:lnTo>
                    <a:pt x="1198931" y="48140"/>
                  </a:lnTo>
                  <a:lnTo>
                    <a:pt x="1206716" y="48249"/>
                  </a:lnTo>
                  <a:lnTo>
                    <a:pt x="1214502" y="48533"/>
                  </a:lnTo>
                  <a:lnTo>
                    <a:pt x="1222287" y="48692"/>
                  </a:lnTo>
                  <a:lnTo>
                    <a:pt x="1230072" y="48854"/>
                  </a:lnTo>
                  <a:lnTo>
                    <a:pt x="1237857" y="49007"/>
                  </a:lnTo>
                  <a:lnTo>
                    <a:pt x="1245643" y="49165"/>
                  </a:lnTo>
                  <a:lnTo>
                    <a:pt x="1253428" y="49323"/>
                  </a:lnTo>
                  <a:lnTo>
                    <a:pt x="1261213" y="49485"/>
                  </a:lnTo>
                  <a:lnTo>
                    <a:pt x="1268999" y="49646"/>
                  </a:lnTo>
                  <a:lnTo>
                    <a:pt x="1276784" y="49808"/>
                  </a:lnTo>
                  <a:lnTo>
                    <a:pt x="1284569" y="49969"/>
                  </a:lnTo>
                  <a:lnTo>
                    <a:pt x="1292354" y="50131"/>
                  </a:lnTo>
                  <a:lnTo>
                    <a:pt x="1300140" y="50294"/>
                  </a:lnTo>
                  <a:lnTo>
                    <a:pt x="1307925" y="50456"/>
                  </a:lnTo>
                  <a:lnTo>
                    <a:pt x="1315710" y="50711"/>
                  </a:lnTo>
                  <a:lnTo>
                    <a:pt x="1323495" y="50822"/>
                  </a:lnTo>
                  <a:lnTo>
                    <a:pt x="1331281" y="50938"/>
                  </a:lnTo>
                  <a:lnTo>
                    <a:pt x="1339066" y="51095"/>
                  </a:lnTo>
                  <a:lnTo>
                    <a:pt x="1346851" y="51253"/>
                  </a:lnTo>
                  <a:lnTo>
                    <a:pt x="1354637" y="51415"/>
                  </a:lnTo>
                  <a:lnTo>
                    <a:pt x="1362422" y="51580"/>
                  </a:lnTo>
                  <a:lnTo>
                    <a:pt x="1370207" y="51745"/>
                  </a:lnTo>
                  <a:lnTo>
                    <a:pt x="1377992" y="51911"/>
                  </a:lnTo>
                  <a:lnTo>
                    <a:pt x="1385778" y="52076"/>
                  </a:lnTo>
                  <a:lnTo>
                    <a:pt x="1393563" y="52237"/>
                  </a:lnTo>
                  <a:lnTo>
                    <a:pt x="1401348" y="52397"/>
                  </a:lnTo>
                  <a:lnTo>
                    <a:pt x="1409133" y="52560"/>
                  </a:lnTo>
                  <a:lnTo>
                    <a:pt x="1416919" y="52539"/>
                  </a:lnTo>
                  <a:lnTo>
                    <a:pt x="1424704" y="52716"/>
                  </a:lnTo>
                  <a:lnTo>
                    <a:pt x="1432489" y="52964"/>
                  </a:lnTo>
                  <a:lnTo>
                    <a:pt x="1440275" y="53110"/>
                  </a:lnTo>
                  <a:lnTo>
                    <a:pt x="1448060" y="53370"/>
                  </a:lnTo>
                  <a:lnTo>
                    <a:pt x="1455845" y="53531"/>
                  </a:lnTo>
                  <a:lnTo>
                    <a:pt x="1463630" y="53696"/>
                  </a:lnTo>
                  <a:lnTo>
                    <a:pt x="1471416" y="53862"/>
                  </a:lnTo>
                  <a:lnTo>
                    <a:pt x="1479201" y="54028"/>
                  </a:lnTo>
                  <a:lnTo>
                    <a:pt x="1486986" y="54195"/>
                  </a:lnTo>
                  <a:lnTo>
                    <a:pt x="1494771" y="54367"/>
                  </a:lnTo>
                  <a:lnTo>
                    <a:pt x="1502557" y="54539"/>
                  </a:lnTo>
                  <a:lnTo>
                    <a:pt x="1510342" y="54712"/>
                  </a:lnTo>
                  <a:lnTo>
                    <a:pt x="1518127" y="54908"/>
                  </a:lnTo>
                  <a:lnTo>
                    <a:pt x="1525912" y="55037"/>
                  </a:lnTo>
                  <a:lnTo>
                    <a:pt x="1533698" y="55083"/>
                  </a:lnTo>
                  <a:lnTo>
                    <a:pt x="1541483" y="55128"/>
                  </a:lnTo>
                  <a:lnTo>
                    <a:pt x="1549268" y="55175"/>
                  </a:lnTo>
                  <a:lnTo>
                    <a:pt x="1557054" y="55188"/>
                  </a:lnTo>
                  <a:lnTo>
                    <a:pt x="1564839" y="55272"/>
                  </a:lnTo>
                  <a:lnTo>
                    <a:pt x="1572624" y="55269"/>
                  </a:lnTo>
                  <a:lnTo>
                    <a:pt x="1580409" y="55314"/>
                  </a:lnTo>
                  <a:lnTo>
                    <a:pt x="1588195" y="55284"/>
                  </a:lnTo>
                  <a:lnTo>
                    <a:pt x="1595980" y="55287"/>
                  </a:lnTo>
                  <a:lnTo>
                    <a:pt x="1603765" y="55453"/>
                  </a:lnTo>
                  <a:lnTo>
                    <a:pt x="1611550" y="55548"/>
                  </a:lnTo>
                  <a:lnTo>
                    <a:pt x="1619336" y="55600"/>
                  </a:lnTo>
                  <a:lnTo>
                    <a:pt x="1627121" y="55686"/>
                  </a:lnTo>
                  <a:lnTo>
                    <a:pt x="1634906" y="55919"/>
                  </a:lnTo>
                  <a:lnTo>
                    <a:pt x="1642692" y="55829"/>
                  </a:lnTo>
                  <a:lnTo>
                    <a:pt x="1650477" y="55792"/>
                  </a:lnTo>
                  <a:lnTo>
                    <a:pt x="1658262" y="55920"/>
                  </a:lnTo>
                  <a:lnTo>
                    <a:pt x="1666047" y="55965"/>
                  </a:lnTo>
                  <a:lnTo>
                    <a:pt x="1673833" y="56091"/>
                  </a:lnTo>
                  <a:lnTo>
                    <a:pt x="1681618" y="56086"/>
                  </a:lnTo>
                  <a:lnTo>
                    <a:pt x="1689403" y="56080"/>
                  </a:lnTo>
                  <a:lnTo>
                    <a:pt x="1697188" y="56074"/>
                  </a:lnTo>
                  <a:lnTo>
                    <a:pt x="1704974" y="56065"/>
                  </a:lnTo>
                  <a:lnTo>
                    <a:pt x="1712759" y="56057"/>
                  </a:lnTo>
                  <a:lnTo>
                    <a:pt x="1720544" y="56049"/>
                  </a:lnTo>
                  <a:lnTo>
                    <a:pt x="1728330" y="56129"/>
                  </a:lnTo>
                  <a:lnTo>
                    <a:pt x="1736115" y="56310"/>
                  </a:lnTo>
                  <a:lnTo>
                    <a:pt x="1743900" y="56496"/>
                  </a:lnTo>
                  <a:lnTo>
                    <a:pt x="1751685" y="56813"/>
                  </a:lnTo>
                  <a:lnTo>
                    <a:pt x="1759471" y="57111"/>
                  </a:lnTo>
                  <a:lnTo>
                    <a:pt x="1767256" y="56938"/>
                  </a:lnTo>
                  <a:lnTo>
                    <a:pt x="1775041" y="56765"/>
                  </a:lnTo>
                  <a:lnTo>
                    <a:pt x="1782826" y="56601"/>
                  </a:lnTo>
                  <a:lnTo>
                    <a:pt x="1790612" y="56721"/>
                  </a:lnTo>
                  <a:lnTo>
                    <a:pt x="1798397" y="56841"/>
                  </a:lnTo>
                  <a:lnTo>
                    <a:pt x="1806182" y="56963"/>
                  </a:lnTo>
                  <a:lnTo>
                    <a:pt x="1813967" y="57085"/>
                  </a:lnTo>
                  <a:lnTo>
                    <a:pt x="1821753" y="57081"/>
                  </a:lnTo>
                  <a:lnTo>
                    <a:pt x="1829538" y="57184"/>
                  </a:lnTo>
                  <a:lnTo>
                    <a:pt x="1837323" y="57296"/>
                  </a:lnTo>
                  <a:lnTo>
                    <a:pt x="1845109" y="57401"/>
                  </a:lnTo>
                  <a:lnTo>
                    <a:pt x="1852894" y="57368"/>
                  </a:lnTo>
                  <a:lnTo>
                    <a:pt x="1860679" y="57335"/>
                  </a:lnTo>
                  <a:lnTo>
                    <a:pt x="1868464" y="57303"/>
                  </a:lnTo>
                  <a:lnTo>
                    <a:pt x="1876250" y="57271"/>
                  </a:lnTo>
                  <a:lnTo>
                    <a:pt x="1884035" y="57239"/>
                  </a:lnTo>
                  <a:lnTo>
                    <a:pt x="1891820" y="57263"/>
                  </a:lnTo>
                  <a:lnTo>
                    <a:pt x="1899605" y="57308"/>
                  </a:lnTo>
                  <a:lnTo>
                    <a:pt x="1907391" y="57354"/>
                  </a:lnTo>
                  <a:lnTo>
                    <a:pt x="1915176" y="57400"/>
                  </a:lnTo>
                  <a:lnTo>
                    <a:pt x="1922961" y="57446"/>
                  </a:lnTo>
                  <a:lnTo>
                    <a:pt x="1930747" y="57491"/>
                  </a:lnTo>
                  <a:lnTo>
                    <a:pt x="1938532" y="57537"/>
                  </a:lnTo>
                  <a:lnTo>
                    <a:pt x="1946317" y="57583"/>
                  </a:lnTo>
                  <a:lnTo>
                    <a:pt x="1954102" y="57629"/>
                  </a:lnTo>
                  <a:lnTo>
                    <a:pt x="1961888" y="57675"/>
                  </a:lnTo>
                  <a:lnTo>
                    <a:pt x="1969673" y="57721"/>
                  </a:lnTo>
                  <a:lnTo>
                    <a:pt x="1977458" y="57768"/>
                  </a:lnTo>
                  <a:lnTo>
                    <a:pt x="1985243" y="57814"/>
                  </a:lnTo>
                  <a:lnTo>
                    <a:pt x="1993029" y="57861"/>
                  </a:lnTo>
                  <a:lnTo>
                    <a:pt x="2000814" y="57907"/>
                  </a:lnTo>
                  <a:lnTo>
                    <a:pt x="2008599" y="57954"/>
                  </a:lnTo>
                  <a:lnTo>
                    <a:pt x="2016385" y="58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247627" y="2583211"/>
              <a:ext cx="2016385" cy="271328"/>
            </a:xfrm>
            <a:custGeom>
              <a:avLst/>
              <a:pathLst>
                <a:path w="2016385" h="271328">
                  <a:moveTo>
                    <a:pt x="2016385" y="271328"/>
                  </a:moveTo>
                  <a:lnTo>
                    <a:pt x="2008599" y="269516"/>
                  </a:lnTo>
                  <a:lnTo>
                    <a:pt x="2000814" y="267699"/>
                  </a:lnTo>
                  <a:lnTo>
                    <a:pt x="1993029" y="265876"/>
                  </a:lnTo>
                  <a:lnTo>
                    <a:pt x="1985243" y="264048"/>
                  </a:lnTo>
                  <a:lnTo>
                    <a:pt x="1977458" y="262479"/>
                  </a:lnTo>
                  <a:lnTo>
                    <a:pt x="1969673" y="261290"/>
                  </a:lnTo>
                  <a:lnTo>
                    <a:pt x="1961888" y="260100"/>
                  </a:lnTo>
                  <a:lnTo>
                    <a:pt x="1954102" y="258906"/>
                  </a:lnTo>
                  <a:lnTo>
                    <a:pt x="1946317" y="257702"/>
                  </a:lnTo>
                  <a:lnTo>
                    <a:pt x="1938532" y="256497"/>
                  </a:lnTo>
                  <a:lnTo>
                    <a:pt x="1930747" y="254717"/>
                  </a:lnTo>
                  <a:lnTo>
                    <a:pt x="1922961" y="252904"/>
                  </a:lnTo>
                  <a:lnTo>
                    <a:pt x="1915176" y="251080"/>
                  </a:lnTo>
                  <a:lnTo>
                    <a:pt x="1907391" y="249676"/>
                  </a:lnTo>
                  <a:lnTo>
                    <a:pt x="1899605" y="248448"/>
                  </a:lnTo>
                  <a:lnTo>
                    <a:pt x="1891820" y="247217"/>
                  </a:lnTo>
                  <a:lnTo>
                    <a:pt x="1884035" y="245824"/>
                  </a:lnTo>
                  <a:lnTo>
                    <a:pt x="1876250" y="244201"/>
                  </a:lnTo>
                  <a:lnTo>
                    <a:pt x="1868464" y="242574"/>
                  </a:lnTo>
                  <a:lnTo>
                    <a:pt x="1860679" y="240937"/>
                  </a:lnTo>
                  <a:lnTo>
                    <a:pt x="1852894" y="239296"/>
                  </a:lnTo>
                  <a:lnTo>
                    <a:pt x="1845109" y="237653"/>
                  </a:lnTo>
                  <a:lnTo>
                    <a:pt x="1837323" y="236008"/>
                  </a:lnTo>
                  <a:lnTo>
                    <a:pt x="1829538" y="234359"/>
                  </a:lnTo>
                  <a:lnTo>
                    <a:pt x="1821753" y="232709"/>
                  </a:lnTo>
                  <a:lnTo>
                    <a:pt x="1813967" y="231055"/>
                  </a:lnTo>
                  <a:lnTo>
                    <a:pt x="1806182" y="229775"/>
                  </a:lnTo>
                  <a:lnTo>
                    <a:pt x="1798397" y="228576"/>
                  </a:lnTo>
                  <a:lnTo>
                    <a:pt x="1790612" y="227376"/>
                  </a:lnTo>
                  <a:lnTo>
                    <a:pt x="1782826" y="225958"/>
                  </a:lnTo>
                  <a:lnTo>
                    <a:pt x="1775041" y="224361"/>
                  </a:lnTo>
                  <a:lnTo>
                    <a:pt x="1767256" y="222760"/>
                  </a:lnTo>
                  <a:lnTo>
                    <a:pt x="1759471" y="221143"/>
                  </a:lnTo>
                  <a:lnTo>
                    <a:pt x="1751685" y="219523"/>
                  </a:lnTo>
                  <a:lnTo>
                    <a:pt x="1743900" y="217901"/>
                  </a:lnTo>
                  <a:lnTo>
                    <a:pt x="1736115" y="216205"/>
                  </a:lnTo>
                  <a:lnTo>
                    <a:pt x="1728330" y="214321"/>
                  </a:lnTo>
                  <a:lnTo>
                    <a:pt x="1720544" y="213045"/>
                  </a:lnTo>
                  <a:lnTo>
                    <a:pt x="1712759" y="211435"/>
                  </a:lnTo>
                  <a:lnTo>
                    <a:pt x="1704974" y="209823"/>
                  </a:lnTo>
                  <a:lnTo>
                    <a:pt x="1697188" y="208464"/>
                  </a:lnTo>
                  <a:lnTo>
                    <a:pt x="1689403" y="207466"/>
                  </a:lnTo>
                  <a:lnTo>
                    <a:pt x="1681618" y="206467"/>
                  </a:lnTo>
                  <a:lnTo>
                    <a:pt x="1673833" y="205468"/>
                  </a:lnTo>
                  <a:lnTo>
                    <a:pt x="1666047" y="204346"/>
                  </a:lnTo>
                  <a:lnTo>
                    <a:pt x="1658262" y="202438"/>
                  </a:lnTo>
                  <a:lnTo>
                    <a:pt x="1650477" y="200523"/>
                  </a:lnTo>
                  <a:lnTo>
                    <a:pt x="1642692" y="198606"/>
                  </a:lnTo>
                  <a:lnTo>
                    <a:pt x="1634906" y="196688"/>
                  </a:lnTo>
                  <a:lnTo>
                    <a:pt x="1627121" y="194770"/>
                  </a:lnTo>
                  <a:lnTo>
                    <a:pt x="1619336" y="193242"/>
                  </a:lnTo>
                  <a:lnTo>
                    <a:pt x="1611550" y="191838"/>
                  </a:lnTo>
                  <a:lnTo>
                    <a:pt x="1603765" y="190434"/>
                  </a:lnTo>
                  <a:lnTo>
                    <a:pt x="1595980" y="189030"/>
                  </a:lnTo>
                  <a:lnTo>
                    <a:pt x="1588195" y="187626"/>
                  </a:lnTo>
                  <a:lnTo>
                    <a:pt x="1580409" y="186221"/>
                  </a:lnTo>
                  <a:lnTo>
                    <a:pt x="1572624" y="184817"/>
                  </a:lnTo>
                  <a:lnTo>
                    <a:pt x="1564839" y="183412"/>
                  </a:lnTo>
                  <a:lnTo>
                    <a:pt x="1557054" y="182007"/>
                  </a:lnTo>
                  <a:lnTo>
                    <a:pt x="1549268" y="180602"/>
                  </a:lnTo>
                  <a:lnTo>
                    <a:pt x="1541483" y="179197"/>
                  </a:lnTo>
                  <a:lnTo>
                    <a:pt x="1533698" y="177793"/>
                  </a:lnTo>
                  <a:lnTo>
                    <a:pt x="1525912" y="176388"/>
                  </a:lnTo>
                  <a:lnTo>
                    <a:pt x="1518127" y="174984"/>
                  </a:lnTo>
                  <a:lnTo>
                    <a:pt x="1510342" y="173580"/>
                  </a:lnTo>
                  <a:lnTo>
                    <a:pt x="1502557" y="172176"/>
                  </a:lnTo>
                  <a:lnTo>
                    <a:pt x="1494771" y="170773"/>
                  </a:lnTo>
                  <a:lnTo>
                    <a:pt x="1486986" y="169370"/>
                  </a:lnTo>
                  <a:lnTo>
                    <a:pt x="1479201" y="167902"/>
                  </a:lnTo>
                  <a:lnTo>
                    <a:pt x="1471416" y="166373"/>
                  </a:lnTo>
                  <a:lnTo>
                    <a:pt x="1463630" y="164716"/>
                  </a:lnTo>
                  <a:lnTo>
                    <a:pt x="1455845" y="162811"/>
                  </a:lnTo>
                  <a:lnTo>
                    <a:pt x="1448060" y="160908"/>
                  </a:lnTo>
                  <a:lnTo>
                    <a:pt x="1440275" y="159007"/>
                  </a:lnTo>
                  <a:lnTo>
                    <a:pt x="1432489" y="157107"/>
                  </a:lnTo>
                  <a:lnTo>
                    <a:pt x="1424704" y="155484"/>
                  </a:lnTo>
                  <a:lnTo>
                    <a:pt x="1416919" y="154374"/>
                  </a:lnTo>
                  <a:lnTo>
                    <a:pt x="1409133" y="153260"/>
                  </a:lnTo>
                  <a:lnTo>
                    <a:pt x="1401348" y="151985"/>
                  </a:lnTo>
                  <a:lnTo>
                    <a:pt x="1393563" y="150056"/>
                  </a:lnTo>
                  <a:lnTo>
                    <a:pt x="1385778" y="148119"/>
                  </a:lnTo>
                  <a:lnTo>
                    <a:pt x="1377992" y="146624"/>
                  </a:lnTo>
                  <a:lnTo>
                    <a:pt x="1370207" y="145806"/>
                  </a:lnTo>
                  <a:lnTo>
                    <a:pt x="1362422" y="144988"/>
                  </a:lnTo>
                  <a:lnTo>
                    <a:pt x="1354637" y="143493"/>
                  </a:lnTo>
                  <a:lnTo>
                    <a:pt x="1346851" y="141971"/>
                  </a:lnTo>
                  <a:lnTo>
                    <a:pt x="1339066" y="140300"/>
                  </a:lnTo>
                  <a:lnTo>
                    <a:pt x="1331281" y="138515"/>
                  </a:lnTo>
                  <a:lnTo>
                    <a:pt x="1323495" y="137359"/>
                  </a:lnTo>
                  <a:lnTo>
                    <a:pt x="1315710" y="135930"/>
                  </a:lnTo>
                  <a:lnTo>
                    <a:pt x="1307925" y="134432"/>
                  </a:lnTo>
                  <a:lnTo>
                    <a:pt x="1300140" y="132936"/>
                  </a:lnTo>
                  <a:lnTo>
                    <a:pt x="1292354" y="131443"/>
                  </a:lnTo>
                  <a:lnTo>
                    <a:pt x="1284569" y="130148"/>
                  </a:lnTo>
                  <a:lnTo>
                    <a:pt x="1276784" y="129073"/>
                  </a:lnTo>
                  <a:lnTo>
                    <a:pt x="1268999" y="127981"/>
                  </a:lnTo>
                  <a:lnTo>
                    <a:pt x="1261213" y="126777"/>
                  </a:lnTo>
                  <a:lnTo>
                    <a:pt x="1253428" y="125821"/>
                  </a:lnTo>
                  <a:lnTo>
                    <a:pt x="1245643" y="124595"/>
                  </a:lnTo>
                  <a:lnTo>
                    <a:pt x="1237857" y="123068"/>
                  </a:lnTo>
                  <a:lnTo>
                    <a:pt x="1230072" y="121504"/>
                  </a:lnTo>
                  <a:lnTo>
                    <a:pt x="1222287" y="119464"/>
                  </a:lnTo>
                  <a:lnTo>
                    <a:pt x="1214502" y="117428"/>
                  </a:lnTo>
                  <a:lnTo>
                    <a:pt x="1206716" y="116150"/>
                  </a:lnTo>
                  <a:lnTo>
                    <a:pt x="1198931" y="115241"/>
                  </a:lnTo>
                  <a:lnTo>
                    <a:pt x="1191146" y="113592"/>
                  </a:lnTo>
                  <a:lnTo>
                    <a:pt x="1183361" y="112381"/>
                  </a:lnTo>
                  <a:lnTo>
                    <a:pt x="1175575" y="110921"/>
                  </a:lnTo>
                  <a:lnTo>
                    <a:pt x="1167790" y="109360"/>
                  </a:lnTo>
                  <a:lnTo>
                    <a:pt x="1160005" y="108209"/>
                  </a:lnTo>
                  <a:lnTo>
                    <a:pt x="1152220" y="107369"/>
                  </a:lnTo>
                  <a:lnTo>
                    <a:pt x="1144434" y="106403"/>
                  </a:lnTo>
                  <a:lnTo>
                    <a:pt x="1136649" y="104948"/>
                  </a:lnTo>
                  <a:lnTo>
                    <a:pt x="1128864" y="103505"/>
                  </a:lnTo>
                  <a:lnTo>
                    <a:pt x="1121078" y="102177"/>
                  </a:lnTo>
                  <a:lnTo>
                    <a:pt x="1113293" y="100693"/>
                  </a:lnTo>
                  <a:lnTo>
                    <a:pt x="1105508" y="99198"/>
                  </a:lnTo>
                  <a:lnTo>
                    <a:pt x="1097723" y="97696"/>
                  </a:lnTo>
                  <a:lnTo>
                    <a:pt x="1089937" y="96212"/>
                  </a:lnTo>
                  <a:lnTo>
                    <a:pt x="1082152" y="94541"/>
                  </a:lnTo>
                  <a:lnTo>
                    <a:pt x="1074367" y="93256"/>
                  </a:lnTo>
                  <a:lnTo>
                    <a:pt x="1066582" y="91783"/>
                  </a:lnTo>
                  <a:lnTo>
                    <a:pt x="1058796" y="90393"/>
                  </a:lnTo>
                  <a:lnTo>
                    <a:pt x="1051011" y="89133"/>
                  </a:lnTo>
                  <a:lnTo>
                    <a:pt x="1043226" y="87728"/>
                  </a:lnTo>
                  <a:lnTo>
                    <a:pt x="1035440" y="86558"/>
                  </a:lnTo>
                  <a:lnTo>
                    <a:pt x="1027655" y="85537"/>
                  </a:lnTo>
                  <a:lnTo>
                    <a:pt x="1019870" y="84108"/>
                  </a:lnTo>
                  <a:lnTo>
                    <a:pt x="1012085" y="82449"/>
                  </a:lnTo>
                  <a:lnTo>
                    <a:pt x="1004299" y="81237"/>
                  </a:lnTo>
                  <a:lnTo>
                    <a:pt x="996514" y="80446"/>
                  </a:lnTo>
                  <a:lnTo>
                    <a:pt x="988729" y="79656"/>
                  </a:lnTo>
                  <a:lnTo>
                    <a:pt x="980944" y="78866"/>
                  </a:lnTo>
                  <a:lnTo>
                    <a:pt x="973158" y="78078"/>
                  </a:lnTo>
                  <a:lnTo>
                    <a:pt x="965373" y="77285"/>
                  </a:lnTo>
                  <a:lnTo>
                    <a:pt x="957588" y="76384"/>
                  </a:lnTo>
                  <a:lnTo>
                    <a:pt x="949802" y="74854"/>
                  </a:lnTo>
                  <a:lnTo>
                    <a:pt x="942017" y="73329"/>
                  </a:lnTo>
                  <a:lnTo>
                    <a:pt x="934232" y="73163"/>
                  </a:lnTo>
                  <a:lnTo>
                    <a:pt x="926447" y="72540"/>
                  </a:lnTo>
                  <a:lnTo>
                    <a:pt x="918661" y="71281"/>
                  </a:lnTo>
                  <a:lnTo>
                    <a:pt x="910876" y="70060"/>
                  </a:lnTo>
                  <a:lnTo>
                    <a:pt x="903091" y="68915"/>
                  </a:lnTo>
                  <a:lnTo>
                    <a:pt x="895306" y="67957"/>
                  </a:lnTo>
                  <a:lnTo>
                    <a:pt x="887520" y="66632"/>
                  </a:lnTo>
                  <a:lnTo>
                    <a:pt x="879735" y="65350"/>
                  </a:lnTo>
                  <a:lnTo>
                    <a:pt x="871950" y="64722"/>
                  </a:lnTo>
                  <a:lnTo>
                    <a:pt x="864165" y="64207"/>
                  </a:lnTo>
                  <a:lnTo>
                    <a:pt x="856379" y="62497"/>
                  </a:lnTo>
                  <a:lnTo>
                    <a:pt x="848594" y="61897"/>
                  </a:lnTo>
                  <a:lnTo>
                    <a:pt x="840809" y="61274"/>
                  </a:lnTo>
                  <a:lnTo>
                    <a:pt x="833023" y="59957"/>
                  </a:lnTo>
                  <a:lnTo>
                    <a:pt x="825238" y="59095"/>
                  </a:lnTo>
                  <a:lnTo>
                    <a:pt x="817453" y="58047"/>
                  </a:lnTo>
                  <a:lnTo>
                    <a:pt x="809668" y="57373"/>
                  </a:lnTo>
                  <a:lnTo>
                    <a:pt x="801882" y="57245"/>
                  </a:lnTo>
                  <a:lnTo>
                    <a:pt x="794097" y="56129"/>
                  </a:lnTo>
                  <a:lnTo>
                    <a:pt x="786312" y="55188"/>
                  </a:lnTo>
                  <a:lnTo>
                    <a:pt x="778527" y="54135"/>
                  </a:lnTo>
                  <a:lnTo>
                    <a:pt x="770741" y="52743"/>
                  </a:lnTo>
                  <a:lnTo>
                    <a:pt x="762956" y="51966"/>
                  </a:lnTo>
                  <a:lnTo>
                    <a:pt x="755171" y="51202"/>
                  </a:lnTo>
                  <a:lnTo>
                    <a:pt x="747385" y="50370"/>
                  </a:lnTo>
                  <a:lnTo>
                    <a:pt x="739600" y="49557"/>
                  </a:lnTo>
                  <a:lnTo>
                    <a:pt x="731815" y="48814"/>
                  </a:lnTo>
                  <a:lnTo>
                    <a:pt x="724030" y="48211"/>
                  </a:lnTo>
                  <a:lnTo>
                    <a:pt x="716244" y="47610"/>
                  </a:lnTo>
                  <a:lnTo>
                    <a:pt x="708459" y="46800"/>
                  </a:lnTo>
                  <a:lnTo>
                    <a:pt x="700674" y="46234"/>
                  </a:lnTo>
                  <a:lnTo>
                    <a:pt x="692889" y="45120"/>
                  </a:lnTo>
                  <a:lnTo>
                    <a:pt x="685103" y="44096"/>
                  </a:lnTo>
                  <a:lnTo>
                    <a:pt x="677318" y="43449"/>
                  </a:lnTo>
                  <a:lnTo>
                    <a:pt x="669533" y="42303"/>
                  </a:lnTo>
                  <a:lnTo>
                    <a:pt x="661747" y="41514"/>
                  </a:lnTo>
                  <a:lnTo>
                    <a:pt x="653962" y="40930"/>
                  </a:lnTo>
                  <a:lnTo>
                    <a:pt x="646177" y="39940"/>
                  </a:lnTo>
                  <a:lnTo>
                    <a:pt x="638392" y="39271"/>
                  </a:lnTo>
                  <a:lnTo>
                    <a:pt x="630606" y="38859"/>
                  </a:lnTo>
                  <a:lnTo>
                    <a:pt x="622821" y="38733"/>
                  </a:lnTo>
                  <a:lnTo>
                    <a:pt x="615036" y="38037"/>
                  </a:lnTo>
                  <a:lnTo>
                    <a:pt x="607251" y="36740"/>
                  </a:lnTo>
                  <a:lnTo>
                    <a:pt x="599465" y="36568"/>
                  </a:lnTo>
                  <a:lnTo>
                    <a:pt x="591680" y="36204"/>
                  </a:lnTo>
                  <a:lnTo>
                    <a:pt x="583895" y="35376"/>
                  </a:lnTo>
                  <a:lnTo>
                    <a:pt x="576110" y="34561"/>
                  </a:lnTo>
                  <a:lnTo>
                    <a:pt x="568324" y="33742"/>
                  </a:lnTo>
                  <a:lnTo>
                    <a:pt x="560539" y="33375"/>
                  </a:lnTo>
                  <a:lnTo>
                    <a:pt x="552754" y="32515"/>
                  </a:lnTo>
                  <a:lnTo>
                    <a:pt x="544968" y="31577"/>
                  </a:lnTo>
                  <a:lnTo>
                    <a:pt x="537183" y="30640"/>
                  </a:lnTo>
                  <a:lnTo>
                    <a:pt x="529398" y="29748"/>
                  </a:lnTo>
                  <a:lnTo>
                    <a:pt x="521613" y="28852"/>
                  </a:lnTo>
                  <a:lnTo>
                    <a:pt x="513827" y="28316"/>
                  </a:lnTo>
                  <a:lnTo>
                    <a:pt x="506042" y="27388"/>
                  </a:lnTo>
                  <a:lnTo>
                    <a:pt x="498257" y="26447"/>
                  </a:lnTo>
                  <a:lnTo>
                    <a:pt x="490472" y="25653"/>
                  </a:lnTo>
                  <a:lnTo>
                    <a:pt x="482686" y="24938"/>
                  </a:lnTo>
                  <a:lnTo>
                    <a:pt x="474901" y="24522"/>
                  </a:lnTo>
                  <a:lnTo>
                    <a:pt x="467116" y="24107"/>
                  </a:lnTo>
                  <a:lnTo>
                    <a:pt x="459330" y="23975"/>
                  </a:lnTo>
                  <a:lnTo>
                    <a:pt x="451545" y="23278"/>
                  </a:lnTo>
                  <a:lnTo>
                    <a:pt x="443760" y="22865"/>
                  </a:lnTo>
                  <a:lnTo>
                    <a:pt x="435975" y="22255"/>
                  </a:lnTo>
                  <a:lnTo>
                    <a:pt x="428189" y="21653"/>
                  </a:lnTo>
                  <a:lnTo>
                    <a:pt x="420404" y="20991"/>
                  </a:lnTo>
                  <a:lnTo>
                    <a:pt x="412619" y="20355"/>
                  </a:lnTo>
                  <a:lnTo>
                    <a:pt x="404834" y="19719"/>
                  </a:lnTo>
                  <a:lnTo>
                    <a:pt x="397048" y="19094"/>
                  </a:lnTo>
                  <a:lnTo>
                    <a:pt x="389263" y="18297"/>
                  </a:lnTo>
                  <a:lnTo>
                    <a:pt x="381478" y="17888"/>
                  </a:lnTo>
                  <a:lnTo>
                    <a:pt x="373692" y="17651"/>
                  </a:lnTo>
                  <a:lnTo>
                    <a:pt x="365907" y="16920"/>
                  </a:lnTo>
                  <a:lnTo>
                    <a:pt x="358122" y="16305"/>
                  </a:lnTo>
                  <a:lnTo>
                    <a:pt x="350337" y="15825"/>
                  </a:lnTo>
                  <a:lnTo>
                    <a:pt x="342551" y="15292"/>
                  </a:lnTo>
                  <a:lnTo>
                    <a:pt x="334766" y="15139"/>
                  </a:lnTo>
                  <a:lnTo>
                    <a:pt x="326981" y="14844"/>
                  </a:lnTo>
                  <a:lnTo>
                    <a:pt x="319196" y="14476"/>
                  </a:lnTo>
                  <a:lnTo>
                    <a:pt x="311410" y="13991"/>
                  </a:lnTo>
                  <a:lnTo>
                    <a:pt x="303625" y="13747"/>
                  </a:lnTo>
                  <a:lnTo>
                    <a:pt x="295840" y="13384"/>
                  </a:lnTo>
                  <a:lnTo>
                    <a:pt x="288055" y="12508"/>
                  </a:lnTo>
                  <a:lnTo>
                    <a:pt x="280269" y="11610"/>
                  </a:lnTo>
                  <a:lnTo>
                    <a:pt x="272484" y="11275"/>
                  </a:lnTo>
                  <a:lnTo>
                    <a:pt x="264699" y="10441"/>
                  </a:lnTo>
                  <a:lnTo>
                    <a:pt x="256913" y="10079"/>
                  </a:lnTo>
                  <a:lnTo>
                    <a:pt x="249128" y="9805"/>
                  </a:lnTo>
                  <a:lnTo>
                    <a:pt x="241343" y="9525"/>
                  </a:lnTo>
                  <a:lnTo>
                    <a:pt x="233558" y="9190"/>
                  </a:lnTo>
                  <a:lnTo>
                    <a:pt x="225772" y="8819"/>
                  </a:lnTo>
                  <a:lnTo>
                    <a:pt x="217987" y="8655"/>
                  </a:lnTo>
                  <a:lnTo>
                    <a:pt x="210202" y="8026"/>
                  </a:lnTo>
                  <a:lnTo>
                    <a:pt x="202417" y="7398"/>
                  </a:lnTo>
                  <a:lnTo>
                    <a:pt x="194631" y="7206"/>
                  </a:lnTo>
                  <a:lnTo>
                    <a:pt x="186846" y="7301"/>
                  </a:lnTo>
                  <a:lnTo>
                    <a:pt x="179061" y="6885"/>
                  </a:lnTo>
                  <a:lnTo>
                    <a:pt x="171275" y="6412"/>
                  </a:lnTo>
                  <a:lnTo>
                    <a:pt x="163490" y="5940"/>
                  </a:lnTo>
                  <a:lnTo>
                    <a:pt x="155705" y="5604"/>
                  </a:lnTo>
                  <a:lnTo>
                    <a:pt x="147920" y="5467"/>
                  </a:lnTo>
                  <a:lnTo>
                    <a:pt x="140134" y="5330"/>
                  </a:lnTo>
                  <a:lnTo>
                    <a:pt x="132349" y="5189"/>
                  </a:lnTo>
                  <a:lnTo>
                    <a:pt x="124564" y="5030"/>
                  </a:lnTo>
                  <a:lnTo>
                    <a:pt x="116779" y="4899"/>
                  </a:lnTo>
                  <a:lnTo>
                    <a:pt x="108993" y="4435"/>
                  </a:lnTo>
                  <a:lnTo>
                    <a:pt x="101208" y="4382"/>
                  </a:lnTo>
                  <a:lnTo>
                    <a:pt x="93423" y="4087"/>
                  </a:lnTo>
                  <a:lnTo>
                    <a:pt x="85637" y="3765"/>
                  </a:lnTo>
                  <a:lnTo>
                    <a:pt x="77852" y="3417"/>
                  </a:lnTo>
                  <a:lnTo>
                    <a:pt x="70067" y="2999"/>
                  </a:lnTo>
                  <a:lnTo>
                    <a:pt x="62282" y="2357"/>
                  </a:lnTo>
                  <a:lnTo>
                    <a:pt x="54496" y="2012"/>
                  </a:lnTo>
                  <a:lnTo>
                    <a:pt x="46711" y="2058"/>
                  </a:lnTo>
                  <a:lnTo>
                    <a:pt x="38926" y="1519"/>
                  </a:lnTo>
                  <a:lnTo>
                    <a:pt x="31141" y="1112"/>
                  </a:lnTo>
                  <a:lnTo>
                    <a:pt x="23355" y="921"/>
                  </a:lnTo>
                  <a:lnTo>
                    <a:pt x="15570" y="496"/>
                  </a:lnTo>
                  <a:lnTo>
                    <a:pt x="7785" y="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247627" y="2431863"/>
              <a:ext cx="2016385" cy="629313"/>
            </a:xfrm>
            <a:custGeom>
              <a:avLst/>
              <a:pathLst>
                <a:path w="2016385" h="629313">
                  <a:moveTo>
                    <a:pt x="0" y="117244"/>
                  </a:moveTo>
                  <a:lnTo>
                    <a:pt x="7785" y="117375"/>
                  </a:lnTo>
                  <a:lnTo>
                    <a:pt x="15570" y="117814"/>
                  </a:lnTo>
                  <a:lnTo>
                    <a:pt x="23355" y="118514"/>
                  </a:lnTo>
                  <a:lnTo>
                    <a:pt x="31141" y="119356"/>
                  </a:lnTo>
                  <a:lnTo>
                    <a:pt x="38926" y="120155"/>
                  </a:lnTo>
                  <a:lnTo>
                    <a:pt x="46711" y="120529"/>
                  </a:lnTo>
                  <a:lnTo>
                    <a:pt x="54496" y="121236"/>
                  </a:lnTo>
                  <a:lnTo>
                    <a:pt x="62282" y="120773"/>
                  </a:lnTo>
                  <a:lnTo>
                    <a:pt x="70067" y="121170"/>
                  </a:lnTo>
                  <a:lnTo>
                    <a:pt x="77852" y="122167"/>
                  </a:lnTo>
                  <a:lnTo>
                    <a:pt x="85637" y="121971"/>
                  </a:lnTo>
                  <a:lnTo>
                    <a:pt x="93423" y="121979"/>
                  </a:lnTo>
                  <a:lnTo>
                    <a:pt x="101208" y="122500"/>
                  </a:lnTo>
                  <a:lnTo>
                    <a:pt x="108993" y="122187"/>
                  </a:lnTo>
                  <a:lnTo>
                    <a:pt x="116779" y="122573"/>
                  </a:lnTo>
                  <a:lnTo>
                    <a:pt x="124564" y="121791"/>
                  </a:lnTo>
                  <a:lnTo>
                    <a:pt x="132349" y="121614"/>
                  </a:lnTo>
                  <a:lnTo>
                    <a:pt x="140134" y="121758"/>
                  </a:lnTo>
                  <a:lnTo>
                    <a:pt x="147920" y="120843"/>
                  </a:lnTo>
                  <a:lnTo>
                    <a:pt x="155705" y="120827"/>
                  </a:lnTo>
                  <a:lnTo>
                    <a:pt x="163490" y="121214"/>
                  </a:lnTo>
                  <a:lnTo>
                    <a:pt x="171275" y="120733"/>
                  </a:lnTo>
                  <a:lnTo>
                    <a:pt x="179061" y="120252"/>
                  </a:lnTo>
                  <a:lnTo>
                    <a:pt x="186846" y="120210"/>
                  </a:lnTo>
                  <a:lnTo>
                    <a:pt x="194631" y="119984"/>
                  </a:lnTo>
                  <a:lnTo>
                    <a:pt x="202417" y="119289"/>
                  </a:lnTo>
                  <a:lnTo>
                    <a:pt x="210202" y="118705"/>
                  </a:lnTo>
                  <a:lnTo>
                    <a:pt x="217987" y="118956"/>
                  </a:lnTo>
                  <a:lnTo>
                    <a:pt x="225772" y="117886"/>
                  </a:lnTo>
                  <a:lnTo>
                    <a:pt x="233558" y="116877"/>
                  </a:lnTo>
                  <a:lnTo>
                    <a:pt x="241343" y="115857"/>
                  </a:lnTo>
                  <a:lnTo>
                    <a:pt x="249128" y="115429"/>
                  </a:lnTo>
                  <a:lnTo>
                    <a:pt x="256913" y="115474"/>
                  </a:lnTo>
                  <a:lnTo>
                    <a:pt x="264699" y="114596"/>
                  </a:lnTo>
                  <a:lnTo>
                    <a:pt x="272484" y="113724"/>
                  </a:lnTo>
                  <a:lnTo>
                    <a:pt x="280269" y="112633"/>
                  </a:lnTo>
                  <a:lnTo>
                    <a:pt x="288055" y="112000"/>
                  </a:lnTo>
                  <a:lnTo>
                    <a:pt x="295840" y="111174"/>
                  </a:lnTo>
                  <a:lnTo>
                    <a:pt x="303625" y="110515"/>
                  </a:lnTo>
                  <a:lnTo>
                    <a:pt x="311410" y="110200"/>
                  </a:lnTo>
                  <a:lnTo>
                    <a:pt x="319196" y="109630"/>
                  </a:lnTo>
                  <a:lnTo>
                    <a:pt x="326981" y="108662"/>
                  </a:lnTo>
                  <a:lnTo>
                    <a:pt x="334766" y="107911"/>
                  </a:lnTo>
                  <a:lnTo>
                    <a:pt x="342551" y="107273"/>
                  </a:lnTo>
                  <a:lnTo>
                    <a:pt x="350337" y="106661"/>
                  </a:lnTo>
                  <a:lnTo>
                    <a:pt x="358122" y="105976"/>
                  </a:lnTo>
                  <a:lnTo>
                    <a:pt x="365907" y="105082"/>
                  </a:lnTo>
                  <a:lnTo>
                    <a:pt x="373692" y="103767"/>
                  </a:lnTo>
                  <a:lnTo>
                    <a:pt x="381478" y="102940"/>
                  </a:lnTo>
                  <a:lnTo>
                    <a:pt x="389263" y="102249"/>
                  </a:lnTo>
                  <a:lnTo>
                    <a:pt x="397048" y="101579"/>
                  </a:lnTo>
                  <a:lnTo>
                    <a:pt x="404834" y="100929"/>
                  </a:lnTo>
                  <a:lnTo>
                    <a:pt x="412619" y="100478"/>
                  </a:lnTo>
                  <a:lnTo>
                    <a:pt x="420404" y="99892"/>
                  </a:lnTo>
                  <a:lnTo>
                    <a:pt x="428189" y="98962"/>
                  </a:lnTo>
                  <a:lnTo>
                    <a:pt x="435975" y="98079"/>
                  </a:lnTo>
                  <a:lnTo>
                    <a:pt x="443760" y="96642"/>
                  </a:lnTo>
                  <a:lnTo>
                    <a:pt x="451545" y="96169"/>
                  </a:lnTo>
                  <a:lnTo>
                    <a:pt x="459330" y="95828"/>
                  </a:lnTo>
                  <a:lnTo>
                    <a:pt x="467116" y="95489"/>
                  </a:lnTo>
                  <a:lnTo>
                    <a:pt x="474901" y="95105"/>
                  </a:lnTo>
                  <a:lnTo>
                    <a:pt x="482686" y="94173"/>
                  </a:lnTo>
                  <a:lnTo>
                    <a:pt x="490472" y="92674"/>
                  </a:lnTo>
                  <a:lnTo>
                    <a:pt x="498257" y="91216"/>
                  </a:lnTo>
                  <a:lnTo>
                    <a:pt x="506042" y="90162"/>
                  </a:lnTo>
                  <a:lnTo>
                    <a:pt x="513827" y="89523"/>
                  </a:lnTo>
                  <a:lnTo>
                    <a:pt x="521613" y="88368"/>
                  </a:lnTo>
                  <a:lnTo>
                    <a:pt x="529398" y="87743"/>
                  </a:lnTo>
                  <a:lnTo>
                    <a:pt x="537183" y="87196"/>
                  </a:lnTo>
                  <a:lnTo>
                    <a:pt x="544968" y="86611"/>
                  </a:lnTo>
                  <a:lnTo>
                    <a:pt x="552754" y="85963"/>
                  </a:lnTo>
                  <a:lnTo>
                    <a:pt x="560539" y="84884"/>
                  </a:lnTo>
                  <a:lnTo>
                    <a:pt x="568324" y="83604"/>
                  </a:lnTo>
                  <a:lnTo>
                    <a:pt x="576110" y="82129"/>
                  </a:lnTo>
                  <a:lnTo>
                    <a:pt x="583895" y="81361"/>
                  </a:lnTo>
                  <a:lnTo>
                    <a:pt x="591680" y="80372"/>
                  </a:lnTo>
                  <a:lnTo>
                    <a:pt x="599465" y="79096"/>
                  </a:lnTo>
                  <a:lnTo>
                    <a:pt x="607251" y="77844"/>
                  </a:lnTo>
                  <a:lnTo>
                    <a:pt x="615036" y="76856"/>
                  </a:lnTo>
                  <a:lnTo>
                    <a:pt x="622821" y="76127"/>
                  </a:lnTo>
                  <a:lnTo>
                    <a:pt x="630606" y="74985"/>
                  </a:lnTo>
                  <a:lnTo>
                    <a:pt x="638392" y="73608"/>
                  </a:lnTo>
                  <a:lnTo>
                    <a:pt x="646177" y="72400"/>
                  </a:lnTo>
                  <a:lnTo>
                    <a:pt x="653962" y="71135"/>
                  </a:lnTo>
                  <a:lnTo>
                    <a:pt x="661747" y="70163"/>
                  </a:lnTo>
                  <a:lnTo>
                    <a:pt x="669533" y="69912"/>
                  </a:lnTo>
                  <a:lnTo>
                    <a:pt x="677318" y="69661"/>
                  </a:lnTo>
                  <a:lnTo>
                    <a:pt x="685103" y="69412"/>
                  </a:lnTo>
                  <a:lnTo>
                    <a:pt x="692889" y="69144"/>
                  </a:lnTo>
                  <a:lnTo>
                    <a:pt x="700674" y="67759"/>
                  </a:lnTo>
                  <a:lnTo>
                    <a:pt x="708459" y="66396"/>
                  </a:lnTo>
                  <a:lnTo>
                    <a:pt x="716244" y="65056"/>
                  </a:lnTo>
                  <a:lnTo>
                    <a:pt x="724030" y="64414"/>
                  </a:lnTo>
                  <a:lnTo>
                    <a:pt x="731815" y="63998"/>
                  </a:lnTo>
                  <a:lnTo>
                    <a:pt x="739600" y="63329"/>
                  </a:lnTo>
                  <a:lnTo>
                    <a:pt x="747385" y="62557"/>
                  </a:lnTo>
                  <a:lnTo>
                    <a:pt x="755171" y="61812"/>
                  </a:lnTo>
                  <a:lnTo>
                    <a:pt x="762956" y="60900"/>
                  </a:lnTo>
                  <a:lnTo>
                    <a:pt x="770741" y="60131"/>
                  </a:lnTo>
                  <a:lnTo>
                    <a:pt x="778527" y="59246"/>
                  </a:lnTo>
                  <a:lnTo>
                    <a:pt x="786312" y="58381"/>
                  </a:lnTo>
                  <a:lnTo>
                    <a:pt x="794097" y="57529"/>
                  </a:lnTo>
                  <a:lnTo>
                    <a:pt x="801882" y="56691"/>
                  </a:lnTo>
                  <a:lnTo>
                    <a:pt x="809668" y="56154"/>
                  </a:lnTo>
                  <a:lnTo>
                    <a:pt x="817453" y="55128"/>
                  </a:lnTo>
                  <a:lnTo>
                    <a:pt x="825238" y="54332"/>
                  </a:lnTo>
                  <a:lnTo>
                    <a:pt x="833023" y="53704"/>
                  </a:lnTo>
                  <a:lnTo>
                    <a:pt x="840809" y="53008"/>
                  </a:lnTo>
                  <a:lnTo>
                    <a:pt x="848594" y="52016"/>
                  </a:lnTo>
                  <a:lnTo>
                    <a:pt x="856379" y="51257"/>
                  </a:lnTo>
                  <a:lnTo>
                    <a:pt x="864165" y="50609"/>
                  </a:lnTo>
                  <a:lnTo>
                    <a:pt x="871950" y="49746"/>
                  </a:lnTo>
                  <a:lnTo>
                    <a:pt x="879735" y="49118"/>
                  </a:lnTo>
                  <a:lnTo>
                    <a:pt x="887520" y="48534"/>
                  </a:lnTo>
                  <a:lnTo>
                    <a:pt x="895306" y="47957"/>
                  </a:lnTo>
                  <a:lnTo>
                    <a:pt x="903091" y="47387"/>
                  </a:lnTo>
                  <a:lnTo>
                    <a:pt x="910876" y="46527"/>
                  </a:lnTo>
                  <a:lnTo>
                    <a:pt x="918661" y="45501"/>
                  </a:lnTo>
                  <a:lnTo>
                    <a:pt x="926447" y="44493"/>
                  </a:lnTo>
                  <a:lnTo>
                    <a:pt x="934232" y="43752"/>
                  </a:lnTo>
                  <a:lnTo>
                    <a:pt x="942017" y="43064"/>
                  </a:lnTo>
                  <a:lnTo>
                    <a:pt x="949802" y="42389"/>
                  </a:lnTo>
                  <a:lnTo>
                    <a:pt x="957588" y="41723"/>
                  </a:lnTo>
                  <a:lnTo>
                    <a:pt x="965373" y="41066"/>
                  </a:lnTo>
                  <a:lnTo>
                    <a:pt x="973158" y="40417"/>
                  </a:lnTo>
                  <a:lnTo>
                    <a:pt x="980944" y="39714"/>
                  </a:lnTo>
                  <a:lnTo>
                    <a:pt x="988729" y="38952"/>
                  </a:lnTo>
                  <a:lnTo>
                    <a:pt x="996514" y="38201"/>
                  </a:lnTo>
                  <a:lnTo>
                    <a:pt x="1004299" y="37466"/>
                  </a:lnTo>
                  <a:lnTo>
                    <a:pt x="1012085" y="36743"/>
                  </a:lnTo>
                  <a:lnTo>
                    <a:pt x="1019870" y="36031"/>
                  </a:lnTo>
                  <a:lnTo>
                    <a:pt x="1027655" y="35401"/>
                  </a:lnTo>
                  <a:lnTo>
                    <a:pt x="1035440" y="34763"/>
                  </a:lnTo>
                  <a:lnTo>
                    <a:pt x="1043226" y="34183"/>
                  </a:lnTo>
                  <a:lnTo>
                    <a:pt x="1051011" y="33721"/>
                  </a:lnTo>
                  <a:lnTo>
                    <a:pt x="1058796" y="33261"/>
                  </a:lnTo>
                  <a:lnTo>
                    <a:pt x="1066582" y="32635"/>
                  </a:lnTo>
                  <a:lnTo>
                    <a:pt x="1074367" y="32018"/>
                  </a:lnTo>
                  <a:lnTo>
                    <a:pt x="1082152" y="31410"/>
                  </a:lnTo>
                  <a:lnTo>
                    <a:pt x="1089937" y="30732"/>
                  </a:lnTo>
                  <a:lnTo>
                    <a:pt x="1097723" y="30051"/>
                  </a:lnTo>
                  <a:lnTo>
                    <a:pt x="1105508" y="29385"/>
                  </a:lnTo>
                  <a:lnTo>
                    <a:pt x="1113293" y="28749"/>
                  </a:lnTo>
                  <a:lnTo>
                    <a:pt x="1121078" y="28307"/>
                  </a:lnTo>
                  <a:lnTo>
                    <a:pt x="1128864" y="27869"/>
                  </a:lnTo>
                  <a:lnTo>
                    <a:pt x="1136649" y="27402"/>
                  </a:lnTo>
                  <a:lnTo>
                    <a:pt x="1144434" y="26861"/>
                  </a:lnTo>
                  <a:lnTo>
                    <a:pt x="1152220" y="26330"/>
                  </a:lnTo>
                  <a:lnTo>
                    <a:pt x="1160005" y="25807"/>
                  </a:lnTo>
                  <a:lnTo>
                    <a:pt x="1167790" y="25292"/>
                  </a:lnTo>
                  <a:lnTo>
                    <a:pt x="1175575" y="24787"/>
                  </a:lnTo>
                  <a:lnTo>
                    <a:pt x="1183361" y="24293"/>
                  </a:lnTo>
                  <a:lnTo>
                    <a:pt x="1191146" y="23806"/>
                  </a:lnTo>
                  <a:lnTo>
                    <a:pt x="1198931" y="23350"/>
                  </a:lnTo>
                  <a:lnTo>
                    <a:pt x="1206716" y="23073"/>
                  </a:lnTo>
                  <a:lnTo>
                    <a:pt x="1214502" y="22798"/>
                  </a:lnTo>
                  <a:lnTo>
                    <a:pt x="1222287" y="22525"/>
                  </a:lnTo>
                  <a:lnTo>
                    <a:pt x="1230072" y="22256"/>
                  </a:lnTo>
                  <a:lnTo>
                    <a:pt x="1237857" y="21992"/>
                  </a:lnTo>
                  <a:lnTo>
                    <a:pt x="1245643" y="21730"/>
                  </a:lnTo>
                  <a:lnTo>
                    <a:pt x="1253428" y="21471"/>
                  </a:lnTo>
                  <a:lnTo>
                    <a:pt x="1261213" y="21214"/>
                  </a:lnTo>
                  <a:lnTo>
                    <a:pt x="1268999" y="20886"/>
                  </a:lnTo>
                  <a:lnTo>
                    <a:pt x="1276784" y="20543"/>
                  </a:lnTo>
                  <a:lnTo>
                    <a:pt x="1284569" y="20203"/>
                  </a:lnTo>
                  <a:lnTo>
                    <a:pt x="1292354" y="19868"/>
                  </a:lnTo>
                  <a:lnTo>
                    <a:pt x="1300140" y="19536"/>
                  </a:lnTo>
                  <a:lnTo>
                    <a:pt x="1307925" y="19209"/>
                  </a:lnTo>
                  <a:lnTo>
                    <a:pt x="1315710" y="18850"/>
                  </a:lnTo>
                  <a:lnTo>
                    <a:pt x="1323495" y="18461"/>
                  </a:lnTo>
                  <a:lnTo>
                    <a:pt x="1331281" y="18079"/>
                  </a:lnTo>
                  <a:lnTo>
                    <a:pt x="1339066" y="17702"/>
                  </a:lnTo>
                  <a:lnTo>
                    <a:pt x="1346851" y="17330"/>
                  </a:lnTo>
                  <a:lnTo>
                    <a:pt x="1354637" y="16964"/>
                  </a:lnTo>
                  <a:lnTo>
                    <a:pt x="1362422" y="16616"/>
                  </a:lnTo>
                  <a:lnTo>
                    <a:pt x="1370207" y="16258"/>
                  </a:lnTo>
                  <a:lnTo>
                    <a:pt x="1377992" y="15905"/>
                  </a:lnTo>
                  <a:lnTo>
                    <a:pt x="1385778" y="15558"/>
                  </a:lnTo>
                  <a:lnTo>
                    <a:pt x="1393563" y="15216"/>
                  </a:lnTo>
                  <a:lnTo>
                    <a:pt x="1401348" y="14957"/>
                  </a:lnTo>
                  <a:lnTo>
                    <a:pt x="1409133" y="14703"/>
                  </a:lnTo>
                  <a:lnTo>
                    <a:pt x="1416919" y="14451"/>
                  </a:lnTo>
                  <a:lnTo>
                    <a:pt x="1424704" y="14203"/>
                  </a:lnTo>
                  <a:lnTo>
                    <a:pt x="1432489" y="13957"/>
                  </a:lnTo>
                  <a:lnTo>
                    <a:pt x="1440275" y="13685"/>
                  </a:lnTo>
                  <a:lnTo>
                    <a:pt x="1448060" y="13397"/>
                  </a:lnTo>
                  <a:lnTo>
                    <a:pt x="1455845" y="13112"/>
                  </a:lnTo>
                  <a:lnTo>
                    <a:pt x="1463630" y="12831"/>
                  </a:lnTo>
                  <a:lnTo>
                    <a:pt x="1471416" y="12555"/>
                  </a:lnTo>
                  <a:lnTo>
                    <a:pt x="1479201" y="12282"/>
                  </a:lnTo>
                  <a:lnTo>
                    <a:pt x="1486986" y="12012"/>
                  </a:lnTo>
                  <a:lnTo>
                    <a:pt x="1494771" y="11747"/>
                  </a:lnTo>
                  <a:lnTo>
                    <a:pt x="1502557" y="11485"/>
                  </a:lnTo>
                  <a:lnTo>
                    <a:pt x="1510342" y="11227"/>
                  </a:lnTo>
                  <a:lnTo>
                    <a:pt x="1518127" y="10972"/>
                  </a:lnTo>
                  <a:lnTo>
                    <a:pt x="1525912" y="10721"/>
                  </a:lnTo>
                  <a:lnTo>
                    <a:pt x="1533698" y="10473"/>
                  </a:lnTo>
                  <a:lnTo>
                    <a:pt x="1541483" y="10229"/>
                  </a:lnTo>
                  <a:lnTo>
                    <a:pt x="1549268" y="9973"/>
                  </a:lnTo>
                  <a:lnTo>
                    <a:pt x="1557054" y="9716"/>
                  </a:lnTo>
                  <a:lnTo>
                    <a:pt x="1564839" y="9463"/>
                  </a:lnTo>
                  <a:lnTo>
                    <a:pt x="1572624" y="9214"/>
                  </a:lnTo>
                  <a:lnTo>
                    <a:pt x="1580409" y="8956"/>
                  </a:lnTo>
                  <a:lnTo>
                    <a:pt x="1588195" y="8697"/>
                  </a:lnTo>
                  <a:lnTo>
                    <a:pt x="1595980" y="8441"/>
                  </a:lnTo>
                  <a:lnTo>
                    <a:pt x="1603765" y="8184"/>
                  </a:lnTo>
                  <a:lnTo>
                    <a:pt x="1611550" y="7932"/>
                  </a:lnTo>
                  <a:lnTo>
                    <a:pt x="1619336" y="7684"/>
                  </a:lnTo>
                  <a:lnTo>
                    <a:pt x="1627121" y="7440"/>
                  </a:lnTo>
                  <a:lnTo>
                    <a:pt x="1634906" y="7201"/>
                  </a:lnTo>
                  <a:lnTo>
                    <a:pt x="1642692" y="6966"/>
                  </a:lnTo>
                  <a:lnTo>
                    <a:pt x="1650477" y="6735"/>
                  </a:lnTo>
                  <a:lnTo>
                    <a:pt x="1658262" y="6508"/>
                  </a:lnTo>
                  <a:lnTo>
                    <a:pt x="1666047" y="6285"/>
                  </a:lnTo>
                  <a:lnTo>
                    <a:pt x="1673833" y="6088"/>
                  </a:lnTo>
                  <a:lnTo>
                    <a:pt x="1681618" y="5902"/>
                  </a:lnTo>
                  <a:lnTo>
                    <a:pt x="1689403" y="5692"/>
                  </a:lnTo>
                  <a:lnTo>
                    <a:pt x="1697188" y="5485"/>
                  </a:lnTo>
                  <a:lnTo>
                    <a:pt x="1704974" y="5283"/>
                  </a:lnTo>
                  <a:lnTo>
                    <a:pt x="1712759" y="5115"/>
                  </a:lnTo>
                  <a:lnTo>
                    <a:pt x="1720544" y="4974"/>
                  </a:lnTo>
                  <a:lnTo>
                    <a:pt x="1728330" y="4834"/>
                  </a:lnTo>
                  <a:lnTo>
                    <a:pt x="1736115" y="4695"/>
                  </a:lnTo>
                  <a:lnTo>
                    <a:pt x="1743900" y="4559"/>
                  </a:lnTo>
                  <a:lnTo>
                    <a:pt x="1751685" y="4424"/>
                  </a:lnTo>
                  <a:lnTo>
                    <a:pt x="1759471" y="4251"/>
                  </a:lnTo>
                  <a:lnTo>
                    <a:pt x="1767256" y="4081"/>
                  </a:lnTo>
                  <a:lnTo>
                    <a:pt x="1775041" y="3913"/>
                  </a:lnTo>
                  <a:lnTo>
                    <a:pt x="1782826" y="3748"/>
                  </a:lnTo>
                  <a:lnTo>
                    <a:pt x="1790612" y="3586"/>
                  </a:lnTo>
                  <a:lnTo>
                    <a:pt x="1798397" y="3427"/>
                  </a:lnTo>
                  <a:lnTo>
                    <a:pt x="1806182" y="3270"/>
                  </a:lnTo>
                  <a:lnTo>
                    <a:pt x="1813967" y="3115"/>
                  </a:lnTo>
                  <a:lnTo>
                    <a:pt x="1821753" y="2963"/>
                  </a:lnTo>
                  <a:lnTo>
                    <a:pt x="1829538" y="2814"/>
                  </a:lnTo>
                  <a:lnTo>
                    <a:pt x="1837323" y="2666"/>
                  </a:lnTo>
                  <a:lnTo>
                    <a:pt x="1845109" y="2521"/>
                  </a:lnTo>
                  <a:lnTo>
                    <a:pt x="1852894" y="2378"/>
                  </a:lnTo>
                  <a:lnTo>
                    <a:pt x="1860679" y="2237"/>
                  </a:lnTo>
                  <a:lnTo>
                    <a:pt x="1868464" y="2099"/>
                  </a:lnTo>
                  <a:lnTo>
                    <a:pt x="1876250" y="1962"/>
                  </a:lnTo>
                  <a:lnTo>
                    <a:pt x="1884035" y="1830"/>
                  </a:lnTo>
                  <a:lnTo>
                    <a:pt x="1891820" y="1695"/>
                  </a:lnTo>
                  <a:lnTo>
                    <a:pt x="1899605" y="1563"/>
                  </a:lnTo>
                  <a:lnTo>
                    <a:pt x="1907391" y="1434"/>
                  </a:lnTo>
                  <a:lnTo>
                    <a:pt x="1915176" y="1308"/>
                  </a:lnTo>
                  <a:lnTo>
                    <a:pt x="1922961" y="1200"/>
                  </a:lnTo>
                  <a:lnTo>
                    <a:pt x="1930747" y="1103"/>
                  </a:lnTo>
                  <a:lnTo>
                    <a:pt x="1938532" y="1007"/>
                  </a:lnTo>
                  <a:lnTo>
                    <a:pt x="1946317" y="912"/>
                  </a:lnTo>
                  <a:lnTo>
                    <a:pt x="1954102" y="818"/>
                  </a:lnTo>
                  <a:lnTo>
                    <a:pt x="1961888" y="725"/>
                  </a:lnTo>
                  <a:lnTo>
                    <a:pt x="1969673" y="634"/>
                  </a:lnTo>
                  <a:lnTo>
                    <a:pt x="1977458" y="543"/>
                  </a:lnTo>
                  <a:lnTo>
                    <a:pt x="1985243" y="454"/>
                  </a:lnTo>
                  <a:lnTo>
                    <a:pt x="1993029" y="338"/>
                  </a:lnTo>
                  <a:lnTo>
                    <a:pt x="2000814" y="223"/>
                  </a:lnTo>
                  <a:lnTo>
                    <a:pt x="2008599" y="111"/>
                  </a:lnTo>
                  <a:lnTo>
                    <a:pt x="2016385" y="0"/>
                  </a:lnTo>
                  <a:lnTo>
                    <a:pt x="2016385" y="629313"/>
                  </a:lnTo>
                  <a:lnTo>
                    <a:pt x="2008599" y="628697"/>
                  </a:lnTo>
                  <a:lnTo>
                    <a:pt x="2000814" y="628237"/>
                  </a:lnTo>
                  <a:lnTo>
                    <a:pt x="1993029" y="627772"/>
                  </a:lnTo>
                  <a:lnTo>
                    <a:pt x="1985243" y="627302"/>
                  </a:lnTo>
                  <a:lnTo>
                    <a:pt x="1977458" y="626828"/>
                  </a:lnTo>
                  <a:lnTo>
                    <a:pt x="1969673" y="626350"/>
                  </a:lnTo>
                  <a:lnTo>
                    <a:pt x="1961888" y="625867"/>
                  </a:lnTo>
                  <a:lnTo>
                    <a:pt x="1954102" y="625380"/>
                  </a:lnTo>
                  <a:lnTo>
                    <a:pt x="1946317" y="624888"/>
                  </a:lnTo>
                  <a:lnTo>
                    <a:pt x="1938532" y="624307"/>
                  </a:lnTo>
                  <a:lnTo>
                    <a:pt x="1930747" y="623605"/>
                  </a:lnTo>
                  <a:lnTo>
                    <a:pt x="1922961" y="622894"/>
                  </a:lnTo>
                  <a:lnTo>
                    <a:pt x="1915176" y="622174"/>
                  </a:lnTo>
                  <a:lnTo>
                    <a:pt x="1907391" y="621445"/>
                  </a:lnTo>
                  <a:lnTo>
                    <a:pt x="1899605" y="620706"/>
                  </a:lnTo>
                  <a:lnTo>
                    <a:pt x="1891820" y="619958"/>
                  </a:lnTo>
                  <a:lnTo>
                    <a:pt x="1884035" y="619200"/>
                  </a:lnTo>
                  <a:lnTo>
                    <a:pt x="1876250" y="618428"/>
                  </a:lnTo>
                  <a:lnTo>
                    <a:pt x="1868464" y="617645"/>
                  </a:lnTo>
                  <a:lnTo>
                    <a:pt x="1860679" y="616852"/>
                  </a:lnTo>
                  <a:lnTo>
                    <a:pt x="1852894" y="616049"/>
                  </a:lnTo>
                  <a:lnTo>
                    <a:pt x="1845109" y="615289"/>
                  </a:lnTo>
                  <a:lnTo>
                    <a:pt x="1837323" y="614636"/>
                  </a:lnTo>
                  <a:lnTo>
                    <a:pt x="1829538" y="613977"/>
                  </a:lnTo>
                  <a:lnTo>
                    <a:pt x="1821753" y="613311"/>
                  </a:lnTo>
                  <a:lnTo>
                    <a:pt x="1813967" y="612639"/>
                  </a:lnTo>
                  <a:lnTo>
                    <a:pt x="1806182" y="611960"/>
                  </a:lnTo>
                  <a:lnTo>
                    <a:pt x="1798397" y="611274"/>
                  </a:lnTo>
                  <a:lnTo>
                    <a:pt x="1790612" y="610581"/>
                  </a:lnTo>
                  <a:lnTo>
                    <a:pt x="1782826" y="609882"/>
                  </a:lnTo>
                  <a:lnTo>
                    <a:pt x="1775041" y="609176"/>
                  </a:lnTo>
                  <a:lnTo>
                    <a:pt x="1767256" y="608462"/>
                  </a:lnTo>
                  <a:lnTo>
                    <a:pt x="1759471" y="607664"/>
                  </a:lnTo>
                  <a:lnTo>
                    <a:pt x="1751685" y="606751"/>
                  </a:lnTo>
                  <a:lnTo>
                    <a:pt x="1743900" y="605827"/>
                  </a:lnTo>
                  <a:lnTo>
                    <a:pt x="1736115" y="604892"/>
                  </a:lnTo>
                  <a:lnTo>
                    <a:pt x="1728330" y="603945"/>
                  </a:lnTo>
                  <a:lnTo>
                    <a:pt x="1720544" y="602987"/>
                  </a:lnTo>
                  <a:lnTo>
                    <a:pt x="1712759" y="602018"/>
                  </a:lnTo>
                  <a:lnTo>
                    <a:pt x="1704974" y="601037"/>
                  </a:lnTo>
                  <a:lnTo>
                    <a:pt x="1697188" y="600039"/>
                  </a:lnTo>
                  <a:lnTo>
                    <a:pt x="1689403" y="599025"/>
                  </a:lnTo>
                  <a:lnTo>
                    <a:pt x="1681618" y="597999"/>
                  </a:lnTo>
                  <a:lnTo>
                    <a:pt x="1673833" y="596961"/>
                  </a:lnTo>
                  <a:lnTo>
                    <a:pt x="1666047" y="595911"/>
                  </a:lnTo>
                  <a:lnTo>
                    <a:pt x="1658262" y="594848"/>
                  </a:lnTo>
                  <a:lnTo>
                    <a:pt x="1650477" y="594026"/>
                  </a:lnTo>
                  <a:lnTo>
                    <a:pt x="1642692" y="593213"/>
                  </a:lnTo>
                  <a:lnTo>
                    <a:pt x="1634906" y="592025"/>
                  </a:lnTo>
                  <a:lnTo>
                    <a:pt x="1627121" y="590768"/>
                  </a:lnTo>
                  <a:lnTo>
                    <a:pt x="1619336" y="589493"/>
                  </a:lnTo>
                  <a:lnTo>
                    <a:pt x="1611550" y="588236"/>
                  </a:lnTo>
                  <a:lnTo>
                    <a:pt x="1603765" y="587090"/>
                  </a:lnTo>
                  <a:lnTo>
                    <a:pt x="1595980" y="586223"/>
                  </a:lnTo>
                  <a:lnTo>
                    <a:pt x="1588195" y="585350"/>
                  </a:lnTo>
                  <a:lnTo>
                    <a:pt x="1580409" y="584266"/>
                  </a:lnTo>
                  <a:lnTo>
                    <a:pt x="1572624" y="582947"/>
                  </a:lnTo>
                  <a:lnTo>
                    <a:pt x="1564839" y="581611"/>
                  </a:lnTo>
                  <a:lnTo>
                    <a:pt x="1557054" y="580287"/>
                  </a:lnTo>
                  <a:lnTo>
                    <a:pt x="1549268" y="579248"/>
                  </a:lnTo>
                  <a:lnTo>
                    <a:pt x="1541483" y="578200"/>
                  </a:lnTo>
                  <a:lnTo>
                    <a:pt x="1533698" y="577142"/>
                  </a:lnTo>
                  <a:lnTo>
                    <a:pt x="1525912" y="576074"/>
                  </a:lnTo>
                  <a:lnTo>
                    <a:pt x="1518127" y="574996"/>
                  </a:lnTo>
                  <a:lnTo>
                    <a:pt x="1510342" y="573909"/>
                  </a:lnTo>
                  <a:lnTo>
                    <a:pt x="1502557" y="572806"/>
                  </a:lnTo>
                  <a:lnTo>
                    <a:pt x="1494771" y="571691"/>
                  </a:lnTo>
                  <a:lnTo>
                    <a:pt x="1486986" y="570567"/>
                  </a:lnTo>
                  <a:lnTo>
                    <a:pt x="1479201" y="569432"/>
                  </a:lnTo>
                  <a:lnTo>
                    <a:pt x="1471416" y="568287"/>
                  </a:lnTo>
                  <a:lnTo>
                    <a:pt x="1463630" y="567132"/>
                  </a:lnTo>
                  <a:lnTo>
                    <a:pt x="1455845" y="565967"/>
                  </a:lnTo>
                  <a:lnTo>
                    <a:pt x="1448060" y="564792"/>
                  </a:lnTo>
                  <a:lnTo>
                    <a:pt x="1440275" y="563606"/>
                  </a:lnTo>
                  <a:lnTo>
                    <a:pt x="1432489" y="562410"/>
                  </a:lnTo>
                  <a:lnTo>
                    <a:pt x="1424704" y="561221"/>
                  </a:lnTo>
                  <a:lnTo>
                    <a:pt x="1416919" y="560132"/>
                  </a:lnTo>
                  <a:lnTo>
                    <a:pt x="1409133" y="559034"/>
                  </a:lnTo>
                  <a:lnTo>
                    <a:pt x="1401348" y="557928"/>
                  </a:lnTo>
                  <a:lnTo>
                    <a:pt x="1393563" y="556532"/>
                  </a:lnTo>
                  <a:lnTo>
                    <a:pt x="1385778" y="555111"/>
                  </a:lnTo>
                  <a:lnTo>
                    <a:pt x="1377992" y="553768"/>
                  </a:lnTo>
                  <a:lnTo>
                    <a:pt x="1370207" y="552496"/>
                  </a:lnTo>
                  <a:lnTo>
                    <a:pt x="1362422" y="551207"/>
                  </a:lnTo>
                  <a:lnTo>
                    <a:pt x="1354637" y="549907"/>
                  </a:lnTo>
                  <a:lnTo>
                    <a:pt x="1346851" y="548596"/>
                  </a:lnTo>
                  <a:lnTo>
                    <a:pt x="1339066" y="547275"/>
                  </a:lnTo>
                  <a:lnTo>
                    <a:pt x="1331281" y="545943"/>
                  </a:lnTo>
                  <a:lnTo>
                    <a:pt x="1323495" y="544600"/>
                  </a:lnTo>
                  <a:lnTo>
                    <a:pt x="1315710" y="543246"/>
                  </a:lnTo>
                  <a:lnTo>
                    <a:pt x="1307925" y="541742"/>
                  </a:lnTo>
                  <a:lnTo>
                    <a:pt x="1300140" y="540221"/>
                  </a:lnTo>
                  <a:lnTo>
                    <a:pt x="1292354" y="538686"/>
                  </a:lnTo>
                  <a:lnTo>
                    <a:pt x="1284569" y="537131"/>
                  </a:lnTo>
                  <a:lnTo>
                    <a:pt x="1276784" y="535560"/>
                  </a:lnTo>
                  <a:lnTo>
                    <a:pt x="1268999" y="533846"/>
                  </a:lnTo>
                  <a:lnTo>
                    <a:pt x="1261213" y="532004"/>
                  </a:lnTo>
                  <a:lnTo>
                    <a:pt x="1253428" y="530144"/>
                  </a:lnTo>
                  <a:lnTo>
                    <a:pt x="1245643" y="528267"/>
                  </a:lnTo>
                  <a:lnTo>
                    <a:pt x="1237857" y="526372"/>
                  </a:lnTo>
                  <a:lnTo>
                    <a:pt x="1230072" y="524457"/>
                  </a:lnTo>
                  <a:lnTo>
                    <a:pt x="1222287" y="522518"/>
                  </a:lnTo>
                  <a:lnTo>
                    <a:pt x="1214502" y="520560"/>
                  </a:lnTo>
                  <a:lnTo>
                    <a:pt x="1206716" y="518585"/>
                  </a:lnTo>
                  <a:lnTo>
                    <a:pt x="1198931" y="516671"/>
                  </a:lnTo>
                  <a:lnTo>
                    <a:pt x="1191146" y="514887"/>
                  </a:lnTo>
                  <a:lnTo>
                    <a:pt x="1183361" y="513088"/>
                  </a:lnTo>
                  <a:lnTo>
                    <a:pt x="1175575" y="511276"/>
                  </a:lnTo>
                  <a:lnTo>
                    <a:pt x="1167790" y="509146"/>
                  </a:lnTo>
                  <a:lnTo>
                    <a:pt x="1160005" y="506981"/>
                  </a:lnTo>
                  <a:lnTo>
                    <a:pt x="1152220" y="504798"/>
                  </a:lnTo>
                  <a:lnTo>
                    <a:pt x="1144434" y="502595"/>
                  </a:lnTo>
                  <a:lnTo>
                    <a:pt x="1136649" y="500766"/>
                  </a:lnTo>
                  <a:lnTo>
                    <a:pt x="1128864" y="499710"/>
                  </a:lnTo>
                  <a:lnTo>
                    <a:pt x="1121078" y="498273"/>
                  </a:lnTo>
                  <a:lnTo>
                    <a:pt x="1113293" y="496374"/>
                  </a:lnTo>
                  <a:lnTo>
                    <a:pt x="1105508" y="494633"/>
                  </a:lnTo>
                  <a:lnTo>
                    <a:pt x="1097723" y="492750"/>
                  </a:lnTo>
                  <a:lnTo>
                    <a:pt x="1089937" y="491140"/>
                  </a:lnTo>
                  <a:lnTo>
                    <a:pt x="1082152" y="489791"/>
                  </a:lnTo>
                  <a:lnTo>
                    <a:pt x="1074367" y="488435"/>
                  </a:lnTo>
                  <a:lnTo>
                    <a:pt x="1066582" y="486510"/>
                  </a:lnTo>
                  <a:lnTo>
                    <a:pt x="1058796" y="484468"/>
                  </a:lnTo>
                  <a:lnTo>
                    <a:pt x="1051011" y="482378"/>
                  </a:lnTo>
                  <a:lnTo>
                    <a:pt x="1043226" y="479482"/>
                  </a:lnTo>
                  <a:lnTo>
                    <a:pt x="1035440" y="477787"/>
                  </a:lnTo>
                  <a:lnTo>
                    <a:pt x="1027655" y="476088"/>
                  </a:lnTo>
                  <a:lnTo>
                    <a:pt x="1019870" y="473976"/>
                  </a:lnTo>
                  <a:lnTo>
                    <a:pt x="1012085" y="472297"/>
                  </a:lnTo>
                  <a:lnTo>
                    <a:pt x="1004299" y="471044"/>
                  </a:lnTo>
                  <a:lnTo>
                    <a:pt x="996514" y="469354"/>
                  </a:lnTo>
                  <a:lnTo>
                    <a:pt x="988729" y="467646"/>
                  </a:lnTo>
                  <a:lnTo>
                    <a:pt x="980944" y="465947"/>
                  </a:lnTo>
                  <a:lnTo>
                    <a:pt x="973158" y="464358"/>
                  </a:lnTo>
                  <a:lnTo>
                    <a:pt x="965373" y="462458"/>
                  </a:lnTo>
                  <a:lnTo>
                    <a:pt x="957588" y="460722"/>
                  </a:lnTo>
                  <a:lnTo>
                    <a:pt x="949802" y="458979"/>
                  </a:lnTo>
                  <a:lnTo>
                    <a:pt x="942017" y="457228"/>
                  </a:lnTo>
                  <a:lnTo>
                    <a:pt x="934232" y="455469"/>
                  </a:lnTo>
                  <a:lnTo>
                    <a:pt x="926447" y="453703"/>
                  </a:lnTo>
                  <a:lnTo>
                    <a:pt x="918661" y="451924"/>
                  </a:lnTo>
                  <a:lnTo>
                    <a:pt x="910876" y="450123"/>
                  </a:lnTo>
                  <a:lnTo>
                    <a:pt x="903091" y="448394"/>
                  </a:lnTo>
                  <a:lnTo>
                    <a:pt x="895306" y="446920"/>
                  </a:lnTo>
                  <a:lnTo>
                    <a:pt x="887520" y="445449"/>
                  </a:lnTo>
                  <a:lnTo>
                    <a:pt x="879735" y="443995"/>
                  </a:lnTo>
                  <a:lnTo>
                    <a:pt x="871950" y="442358"/>
                  </a:lnTo>
                  <a:lnTo>
                    <a:pt x="864165" y="440156"/>
                  </a:lnTo>
                  <a:lnTo>
                    <a:pt x="856379" y="437941"/>
                  </a:lnTo>
                  <a:lnTo>
                    <a:pt x="848594" y="435700"/>
                  </a:lnTo>
                  <a:lnTo>
                    <a:pt x="840809" y="433673"/>
                  </a:lnTo>
                  <a:lnTo>
                    <a:pt x="833023" y="431803"/>
                  </a:lnTo>
                  <a:lnTo>
                    <a:pt x="825238" y="429925"/>
                  </a:lnTo>
                  <a:lnTo>
                    <a:pt x="817453" y="427169"/>
                  </a:lnTo>
                  <a:lnTo>
                    <a:pt x="809668" y="424350"/>
                  </a:lnTo>
                  <a:lnTo>
                    <a:pt x="801882" y="422294"/>
                  </a:lnTo>
                  <a:lnTo>
                    <a:pt x="794097" y="420441"/>
                  </a:lnTo>
                  <a:lnTo>
                    <a:pt x="786312" y="418437"/>
                  </a:lnTo>
                  <a:lnTo>
                    <a:pt x="778527" y="416074"/>
                  </a:lnTo>
                  <a:lnTo>
                    <a:pt x="770741" y="413966"/>
                  </a:lnTo>
                  <a:lnTo>
                    <a:pt x="762956" y="412254"/>
                  </a:lnTo>
                  <a:lnTo>
                    <a:pt x="755171" y="410534"/>
                  </a:lnTo>
                  <a:lnTo>
                    <a:pt x="747385" y="409291"/>
                  </a:lnTo>
                  <a:lnTo>
                    <a:pt x="739600" y="407444"/>
                  </a:lnTo>
                  <a:lnTo>
                    <a:pt x="731815" y="405727"/>
                  </a:lnTo>
                  <a:lnTo>
                    <a:pt x="724030" y="404154"/>
                  </a:lnTo>
                  <a:lnTo>
                    <a:pt x="716244" y="402577"/>
                  </a:lnTo>
                  <a:lnTo>
                    <a:pt x="708459" y="400997"/>
                  </a:lnTo>
                  <a:lnTo>
                    <a:pt x="700674" y="399295"/>
                  </a:lnTo>
                  <a:lnTo>
                    <a:pt x="692889" y="397495"/>
                  </a:lnTo>
                  <a:lnTo>
                    <a:pt x="685103" y="396162"/>
                  </a:lnTo>
                  <a:lnTo>
                    <a:pt x="677318" y="394681"/>
                  </a:lnTo>
                  <a:lnTo>
                    <a:pt x="669533" y="392902"/>
                  </a:lnTo>
                  <a:lnTo>
                    <a:pt x="661747" y="391090"/>
                  </a:lnTo>
                  <a:lnTo>
                    <a:pt x="653962" y="387968"/>
                  </a:lnTo>
                  <a:lnTo>
                    <a:pt x="646177" y="386211"/>
                  </a:lnTo>
                  <a:lnTo>
                    <a:pt x="638392" y="385148"/>
                  </a:lnTo>
                  <a:lnTo>
                    <a:pt x="630606" y="384966"/>
                  </a:lnTo>
                  <a:lnTo>
                    <a:pt x="622821" y="383533"/>
                  </a:lnTo>
                  <a:lnTo>
                    <a:pt x="615036" y="381413"/>
                  </a:lnTo>
                  <a:lnTo>
                    <a:pt x="607251" y="379285"/>
                  </a:lnTo>
                  <a:lnTo>
                    <a:pt x="599465" y="377121"/>
                  </a:lnTo>
                  <a:lnTo>
                    <a:pt x="591680" y="375077"/>
                  </a:lnTo>
                  <a:lnTo>
                    <a:pt x="583895" y="374121"/>
                  </a:lnTo>
                  <a:lnTo>
                    <a:pt x="576110" y="372793"/>
                  </a:lnTo>
                  <a:lnTo>
                    <a:pt x="568324" y="371398"/>
                  </a:lnTo>
                  <a:lnTo>
                    <a:pt x="560539" y="369647"/>
                  </a:lnTo>
                  <a:lnTo>
                    <a:pt x="552754" y="366468"/>
                  </a:lnTo>
                  <a:lnTo>
                    <a:pt x="544968" y="363341"/>
                  </a:lnTo>
                  <a:lnTo>
                    <a:pt x="537183" y="361316"/>
                  </a:lnTo>
                  <a:lnTo>
                    <a:pt x="529398" y="359489"/>
                  </a:lnTo>
                  <a:lnTo>
                    <a:pt x="521613" y="357649"/>
                  </a:lnTo>
                  <a:lnTo>
                    <a:pt x="513827" y="355853"/>
                  </a:lnTo>
                  <a:lnTo>
                    <a:pt x="506042" y="354932"/>
                  </a:lnTo>
                  <a:lnTo>
                    <a:pt x="498257" y="352240"/>
                  </a:lnTo>
                  <a:lnTo>
                    <a:pt x="490472" y="350441"/>
                  </a:lnTo>
                  <a:lnTo>
                    <a:pt x="482686" y="349478"/>
                  </a:lnTo>
                  <a:lnTo>
                    <a:pt x="474901" y="347161"/>
                  </a:lnTo>
                  <a:lnTo>
                    <a:pt x="467116" y="345080"/>
                  </a:lnTo>
                  <a:lnTo>
                    <a:pt x="459330" y="345343"/>
                  </a:lnTo>
                  <a:lnTo>
                    <a:pt x="451545" y="344870"/>
                  </a:lnTo>
                  <a:lnTo>
                    <a:pt x="443760" y="342716"/>
                  </a:lnTo>
                  <a:lnTo>
                    <a:pt x="435975" y="339951"/>
                  </a:lnTo>
                  <a:lnTo>
                    <a:pt x="428189" y="338775"/>
                  </a:lnTo>
                  <a:lnTo>
                    <a:pt x="420404" y="336158"/>
                  </a:lnTo>
                  <a:lnTo>
                    <a:pt x="412619" y="333944"/>
                  </a:lnTo>
                  <a:lnTo>
                    <a:pt x="404834" y="331729"/>
                  </a:lnTo>
                  <a:lnTo>
                    <a:pt x="397048" y="331285"/>
                  </a:lnTo>
                  <a:lnTo>
                    <a:pt x="389263" y="329358"/>
                  </a:lnTo>
                  <a:lnTo>
                    <a:pt x="381478" y="327412"/>
                  </a:lnTo>
                  <a:lnTo>
                    <a:pt x="373692" y="326208"/>
                  </a:lnTo>
                  <a:lnTo>
                    <a:pt x="365907" y="323946"/>
                  </a:lnTo>
                  <a:lnTo>
                    <a:pt x="358122" y="322445"/>
                  </a:lnTo>
                  <a:lnTo>
                    <a:pt x="350337" y="320340"/>
                  </a:lnTo>
                  <a:lnTo>
                    <a:pt x="342551" y="321127"/>
                  </a:lnTo>
                  <a:lnTo>
                    <a:pt x="334766" y="321327"/>
                  </a:lnTo>
                  <a:lnTo>
                    <a:pt x="326981" y="321748"/>
                  </a:lnTo>
                  <a:lnTo>
                    <a:pt x="319196" y="320170"/>
                  </a:lnTo>
                  <a:lnTo>
                    <a:pt x="311410" y="319561"/>
                  </a:lnTo>
                  <a:lnTo>
                    <a:pt x="303625" y="319046"/>
                  </a:lnTo>
                  <a:lnTo>
                    <a:pt x="295840" y="317929"/>
                  </a:lnTo>
                  <a:lnTo>
                    <a:pt x="288055" y="317474"/>
                  </a:lnTo>
                  <a:lnTo>
                    <a:pt x="280269" y="317443"/>
                  </a:lnTo>
                  <a:lnTo>
                    <a:pt x="272484" y="316999"/>
                  </a:lnTo>
                  <a:lnTo>
                    <a:pt x="264699" y="315582"/>
                  </a:lnTo>
                  <a:lnTo>
                    <a:pt x="256913" y="314576"/>
                  </a:lnTo>
                  <a:lnTo>
                    <a:pt x="249128" y="312688"/>
                  </a:lnTo>
                  <a:lnTo>
                    <a:pt x="241343" y="310657"/>
                  </a:lnTo>
                  <a:lnTo>
                    <a:pt x="233558" y="309825"/>
                  </a:lnTo>
                  <a:lnTo>
                    <a:pt x="225772" y="308858"/>
                  </a:lnTo>
                  <a:lnTo>
                    <a:pt x="217987" y="307900"/>
                  </a:lnTo>
                  <a:lnTo>
                    <a:pt x="210202" y="307357"/>
                  </a:lnTo>
                  <a:lnTo>
                    <a:pt x="202417" y="307440"/>
                  </a:lnTo>
                  <a:lnTo>
                    <a:pt x="194631" y="307723"/>
                  </a:lnTo>
                  <a:lnTo>
                    <a:pt x="186846" y="307816"/>
                  </a:lnTo>
                  <a:lnTo>
                    <a:pt x="179061" y="307948"/>
                  </a:lnTo>
                  <a:lnTo>
                    <a:pt x="171275" y="307709"/>
                  </a:lnTo>
                  <a:lnTo>
                    <a:pt x="163490" y="307504"/>
                  </a:lnTo>
                  <a:lnTo>
                    <a:pt x="155705" y="307759"/>
                  </a:lnTo>
                  <a:lnTo>
                    <a:pt x="147920" y="308689"/>
                  </a:lnTo>
                  <a:lnTo>
                    <a:pt x="140134" y="308795"/>
                  </a:lnTo>
                  <a:lnTo>
                    <a:pt x="132349" y="310247"/>
                  </a:lnTo>
                  <a:lnTo>
                    <a:pt x="124564" y="310381"/>
                  </a:lnTo>
                  <a:lnTo>
                    <a:pt x="116779" y="311430"/>
                  </a:lnTo>
                  <a:lnTo>
                    <a:pt x="108993" y="310938"/>
                  </a:lnTo>
                  <a:lnTo>
                    <a:pt x="101208" y="310961"/>
                  </a:lnTo>
                  <a:lnTo>
                    <a:pt x="93423" y="311719"/>
                  </a:lnTo>
                  <a:lnTo>
                    <a:pt x="85637" y="313230"/>
                  </a:lnTo>
                  <a:lnTo>
                    <a:pt x="77852" y="312216"/>
                  </a:lnTo>
                  <a:lnTo>
                    <a:pt x="70067" y="313904"/>
                  </a:lnTo>
                  <a:lnTo>
                    <a:pt x="62282" y="315032"/>
                  </a:lnTo>
                  <a:lnTo>
                    <a:pt x="54496" y="315509"/>
                  </a:lnTo>
                  <a:lnTo>
                    <a:pt x="46711" y="316208"/>
                  </a:lnTo>
                  <a:lnTo>
                    <a:pt x="38926" y="316912"/>
                  </a:lnTo>
                  <a:lnTo>
                    <a:pt x="31141" y="317594"/>
                  </a:lnTo>
                  <a:lnTo>
                    <a:pt x="23355" y="318932"/>
                  </a:lnTo>
                  <a:lnTo>
                    <a:pt x="15570" y="320335"/>
                  </a:lnTo>
                  <a:lnTo>
                    <a:pt x="7785" y="320966"/>
                  </a:lnTo>
                  <a:lnTo>
                    <a:pt x="0" y="322874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247627" y="2431863"/>
              <a:ext cx="2016385" cy="122573"/>
            </a:xfrm>
            <a:custGeom>
              <a:avLst/>
              <a:pathLst>
                <a:path w="2016385" h="122573">
                  <a:moveTo>
                    <a:pt x="0" y="117244"/>
                  </a:moveTo>
                  <a:lnTo>
                    <a:pt x="7785" y="117375"/>
                  </a:lnTo>
                  <a:lnTo>
                    <a:pt x="15570" y="117814"/>
                  </a:lnTo>
                  <a:lnTo>
                    <a:pt x="23355" y="118514"/>
                  </a:lnTo>
                  <a:lnTo>
                    <a:pt x="31141" y="119356"/>
                  </a:lnTo>
                  <a:lnTo>
                    <a:pt x="38926" y="120155"/>
                  </a:lnTo>
                  <a:lnTo>
                    <a:pt x="46711" y="120529"/>
                  </a:lnTo>
                  <a:lnTo>
                    <a:pt x="54496" y="121236"/>
                  </a:lnTo>
                  <a:lnTo>
                    <a:pt x="62282" y="120773"/>
                  </a:lnTo>
                  <a:lnTo>
                    <a:pt x="70067" y="121170"/>
                  </a:lnTo>
                  <a:lnTo>
                    <a:pt x="77852" y="122167"/>
                  </a:lnTo>
                  <a:lnTo>
                    <a:pt x="85637" y="121971"/>
                  </a:lnTo>
                  <a:lnTo>
                    <a:pt x="93423" y="121979"/>
                  </a:lnTo>
                  <a:lnTo>
                    <a:pt x="101208" y="122500"/>
                  </a:lnTo>
                  <a:lnTo>
                    <a:pt x="108993" y="122187"/>
                  </a:lnTo>
                  <a:lnTo>
                    <a:pt x="116779" y="122573"/>
                  </a:lnTo>
                  <a:lnTo>
                    <a:pt x="124564" y="121791"/>
                  </a:lnTo>
                  <a:lnTo>
                    <a:pt x="132349" y="121614"/>
                  </a:lnTo>
                  <a:lnTo>
                    <a:pt x="140134" y="121758"/>
                  </a:lnTo>
                  <a:lnTo>
                    <a:pt x="147920" y="120843"/>
                  </a:lnTo>
                  <a:lnTo>
                    <a:pt x="155705" y="120827"/>
                  </a:lnTo>
                  <a:lnTo>
                    <a:pt x="163490" y="121214"/>
                  </a:lnTo>
                  <a:lnTo>
                    <a:pt x="171275" y="120733"/>
                  </a:lnTo>
                  <a:lnTo>
                    <a:pt x="179061" y="120252"/>
                  </a:lnTo>
                  <a:lnTo>
                    <a:pt x="186846" y="120210"/>
                  </a:lnTo>
                  <a:lnTo>
                    <a:pt x="194631" y="119984"/>
                  </a:lnTo>
                  <a:lnTo>
                    <a:pt x="202417" y="119289"/>
                  </a:lnTo>
                  <a:lnTo>
                    <a:pt x="210202" y="118705"/>
                  </a:lnTo>
                  <a:lnTo>
                    <a:pt x="217987" y="118956"/>
                  </a:lnTo>
                  <a:lnTo>
                    <a:pt x="225772" y="117886"/>
                  </a:lnTo>
                  <a:lnTo>
                    <a:pt x="233558" y="116877"/>
                  </a:lnTo>
                  <a:lnTo>
                    <a:pt x="241343" y="115857"/>
                  </a:lnTo>
                  <a:lnTo>
                    <a:pt x="249128" y="115429"/>
                  </a:lnTo>
                  <a:lnTo>
                    <a:pt x="256913" y="115474"/>
                  </a:lnTo>
                  <a:lnTo>
                    <a:pt x="264699" y="114596"/>
                  </a:lnTo>
                  <a:lnTo>
                    <a:pt x="272484" y="113724"/>
                  </a:lnTo>
                  <a:lnTo>
                    <a:pt x="280269" y="112633"/>
                  </a:lnTo>
                  <a:lnTo>
                    <a:pt x="288055" y="112000"/>
                  </a:lnTo>
                  <a:lnTo>
                    <a:pt x="295840" y="111174"/>
                  </a:lnTo>
                  <a:lnTo>
                    <a:pt x="303625" y="110515"/>
                  </a:lnTo>
                  <a:lnTo>
                    <a:pt x="311410" y="110200"/>
                  </a:lnTo>
                  <a:lnTo>
                    <a:pt x="319196" y="109630"/>
                  </a:lnTo>
                  <a:lnTo>
                    <a:pt x="326981" y="108662"/>
                  </a:lnTo>
                  <a:lnTo>
                    <a:pt x="334766" y="107911"/>
                  </a:lnTo>
                  <a:lnTo>
                    <a:pt x="342551" y="107273"/>
                  </a:lnTo>
                  <a:lnTo>
                    <a:pt x="350337" y="106661"/>
                  </a:lnTo>
                  <a:lnTo>
                    <a:pt x="358122" y="105976"/>
                  </a:lnTo>
                  <a:lnTo>
                    <a:pt x="365907" y="105082"/>
                  </a:lnTo>
                  <a:lnTo>
                    <a:pt x="373692" y="103767"/>
                  </a:lnTo>
                  <a:lnTo>
                    <a:pt x="381478" y="102940"/>
                  </a:lnTo>
                  <a:lnTo>
                    <a:pt x="389263" y="102249"/>
                  </a:lnTo>
                  <a:lnTo>
                    <a:pt x="397048" y="101579"/>
                  </a:lnTo>
                  <a:lnTo>
                    <a:pt x="404834" y="100929"/>
                  </a:lnTo>
                  <a:lnTo>
                    <a:pt x="412619" y="100478"/>
                  </a:lnTo>
                  <a:lnTo>
                    <a:pt x="420404" y="99892"/>
                  </a:lnTo>
                  <a:lnTo>
                    <a:pt x="428189" y="98962"/>
                  </a:lnTo>
                  <a:lnTo>
                    <a:pt x="435975" y="98079"/>
                  </a:lnTo>
                  <a:lnTo>
                    <a:pt x="443760" y="96642"/>
                  </a:lnTo>
                  <a:lnTo>
                    <a:pt x="451545" y="96169"/>
                  </a:lnTo>
                  <a:lnTo>
                    <a:pt x="459330" y="95828"/>
                  </a:lnTo>
                  <a:lnTo>
                    <a:pt x="467116" y="95489"/>
                  </a:lnTo>
                  <a:lnTo>
                    <a:pt x="474901" y="95105"/>
                  </a:lnTo>
                  <a:lnTo>
                    <a:pt x="482686" y="94173"/>
                  </a:lnTo>
                  <a:lnTo>
                    <a:pt x="490472" y="92674"/>
                  </a:lnTo>
                  <a:lnTo>
                    <a:pt x="498257" y="91216"/>
                  </a:lnTo>
                  <a:lnTo>
                    <a:pt x="506042" y="90162"/>
                  </a:lnTo>
                  <a:lnTo>
                    <a:pt x="513827" y="89523"/>
                  </a:lnTo>
                  <a:lnTo>
                    <a:pt x="521613" y="88368"/>
                  </a:lnTo>
                  <a:lnTo>
                    <a:pt x="529398" y="87743"/>
                  </a:lnTo>
                  <a:lnTo>
                    <a:pt x="537183" y="87196"/>
                  </a:lnTo>
                  <a:lnTo>
                    <a:pt x="544968" y="86611"/>
                  </a:lnTo>
                  <a:lnTo>
                    <a:pt x="552754" y="85963"/>
                  </a:lnTo>
                  <a:lnTo>
                    <a:pt x="560539" y="84884"/>
                  </a:lnTo>
                  <a:lnTo>
                    <a:pt x="568324" y="83604"/>
                  </a:lnTo>
                  <a:lnTo>
                    <a:pt x="576110" y="82129"/>
                  </a:lnTo>
                  <a:lnTo>
                    <a:pt x="583895" y="81361"/>
                  </a:lnTo>
                  <a:lnTo>
                    <a:pt x="591680" y="80372"/>
                  </a:lnTo>
                  <a:lnTo>
                    <a:pt x="599465" y="79096"/>
                  </a:lnTo>
                  <a:lnTo>
                    <a:pt x="607251" y="77844"/>
                  </a:lnTo>
                  <a:lnTo>
                    <a:pt x="615036" y="76856"/>
                  </a:lnTo>
                  <a:lnTo>
                    <a:pt x="622821" y="76127"/>
                  </a:lnTo>
                  <a:lnTo>
                    <a:pt x="630606" y="74985"/>
                  </a:lnTo>
                  <a:lnTo>
                    <a:pt x="638392" y="73608"/>
                  </a:lnTo>
                  <a:lnTo>
                    <a:pt x="646177" y="72400"/>
                  </a:lnTo>
                  <a:lnTo>
                    <a:pt x="653962" y="71135"/>
                  </a:lnTo>
                  <a:lnTo>
                    <a:pt x="661747" y="70163"/>
                  </a:lnTo>
                  <a:lnTo>
                    <a:pt x="669533" y="69912"/>
                  </a:lnTo>
                  <a:lnTo>
                    <a:pt x="677318" y="69661"/>
                  </a:lnTo>
                  <a:lnTo>
                    <a:pt x="685103" y="69412"/>
                  </a:lnTo>
                  <a:lnTo>
                    <a:pt x="692889" y="69144"/>
                  </a:lnTo>
                  <a:lnTo>
                    <a:pt x="700674" y="67759"/>
                  </a:lnTo>
                  <a:lnTo>
                    <a:pt x="708459" y="66396"/>
                  </a:lnTo>
                  <a:lnTo>
                    <a:pt x="716244" y="65056"/>
                  </a:lnTo>
                  <a:lnTo>
                    <a:pt x="724030" y="64414"/>
                  </a:lnTo>
                  <a:lnTo>
                    <a:pt x="731815" y="63998"/>
                  </a:lnTo>
                  <a:lnTo>
                    <a:pt x="739600" y="63329"/>
                  </a:lnTo>
                  <a:lnTo>
                    <a:pt x="747385" y="62557"/>
                  </a:lnTo>
                  <a:lnTo>
                    <a:pt x="755171" y="61812"/>
                  </a:lnTo>
                  <a:lnTo>
                    <a:pt x="762956" y="60900"/>
                  </a:lnTo>
                  <a:lnTo>
                    <a:pt x="770741" y="60131"/>
                  </a:lnTo>
                  <a:lnTo>
                    <a:pt x="778527" y="59246"/>
                  </a:lnTo>
                  <a:lnTo>
                    <a:pt x="786312" y="58381"/>
                  </a:lnTo>
                  <a:lnTo>
                    <a:pt x="794097" y="57529"/>
                  </a:lnTo>
                  <a:lnTo>
                    <a:pt x="801882" y="56691"/>
                  </a:lnTo>
                  <a:lnTo>
                    <a:pt x="809668" y="56154"/>
                  </a:lnTo>
                  <a:lnTo>
                    <a:pt x="817453" y="55128"/>
                  </a:lnTo>
                  <a:lnTo>
                    <a:pt x="825238" y="54332"/>
                  </a:lnTo>
                  <a:lnTo>
                    <a:pt x="833023" y="53704"/>
                  </a:lnTo>
                  <a:lnTo>
                    <a:pt x="840809" y="53008"/>
                  </a:lnTo>
                  <a:lnTo>
                    <a:pt x="848594" y="52016"/>
                  </a:lnTo>
                  <a:lnTo>
                    <a:pt x="856379" y="51257"/>
                  </a:lnTo>
                  <a:lnTo>
                    <a:pt x="864165" y="50609"/>
                  </a:lnTo>
                  <a:lnTo>
                    <a:pt x="871950" y="49746"/>
                  </a:lnTo>
                  <a:lnTo>
                    <a:pt x="879735" y="49118"/>
                  </a:lnTo>
                  <a:lnTo>
                    <a:pt x="887520" y="48534"/>
                  </a:lnTo>
                  <a:lnTo>
                    <a:pt x="895306" y="47957"/>
                  </a:lnTo>
                  <a:lnTo>
                    <a:pt x="903091" y="47387"/>
                  </a:lnTo>
                  <a:lnTo>
                    <a:pt x="910876" y="46527"/>
                  </a:lnTo>
                  <a:lnTo>
                    <a:pt x="918661" y="45501"/>
                  </a:lnTo>
                  <a:lnTo>
                    <a:pt x="926447" y="44493"/>
                  </a:lnTo>
                  <a:lnTo>
                    <a:pt x="934232" y="43752"/>
                  </a:lnTo>
                  <a:lnTo>
                    <a:pt x="942017" y="43064"/>
                  </a:lnTo>
                  <a:lnTo>
                    <a:pt x="949802" y="42389"/>
                  </a:lnTo>
                  <a:lnTo>
                    <a:pt x="957588" y="41723"/>
                  </a:lnTo>
                  <a:lnTo>
                    <a:pt x="965373" y="41066"/>
                  </a:lnTo>
                  <a:lnTo>
                    <a:pt x="973158" y="40417"/>
                  </a:lnTo>
                  <a:lnTo>
                    <a:pt x="980944" y="39714"/>
                  </a:lnTo>
                  <a:lnTo>
                    <a:pt x="988729" y="38952"/>
                  </a:lnTo>
                  <a:lnTo>
                    <a:pt x="996514" y="38201"/>
                  </a:lnTo>
                  <a:lnTo>
                    <a:pt x="1004299" y="37466"/>
                  </a:lnTo>
                  <a:lnTo>
                    <a:pt x="1012085" y="36743"/>
                  </a:lnTo>
                  <a:lnTo>
                    <a:pt x="1019870" y="36031"/>
                  </a:lnTo>
                  <a:lnTo>
                    <a:pt x="1027655" y="35401"/>
                  </a:lnTo>
                  <a:lnTo>
                    <a:pt x="1035440" y="34763"/>
                  </a:lnTo>
                  <a:lnTo>
                    <a:pt x="1043226" y="34183"/>
                  </a:lnTo>
                  <a:lnTo>
                    <a:pt x="1051011" y="33721"/>
                  </a:lnTo>
                  <a:lnTo>
                    <a:pt x="1058796" y="33261"/>
                  </a:lnTo>
                  <a:lnTo>
                    <a:pt x="1066582" y="32635"/>
                  </a:lnTo>
                  <a:lnTo>
                    <a:pt x="1074367" y="32018"/>
                  </a:lnTo>
                  <a:lnTo>
                    <a:pt x="1082152" y="31410"/>
                  </a:lnTo>
                  <a:lnTo>
                    <a:pt x="1089937" y="30732"/>
                  </a:lnTo>
                  <a:lnTo>
                    <a:pt x="1097723" y="30051"/>
                  </a:lnTo>
                  <a:lnTo>
                    <a:pt x="1105508" y="29385"/>
                  </a:lnTo>
                  <a:lnTo>
                    <a:pt x="1113293" y="28749"/>
                  </a:lnTo>
                  <a:lnTo>
                    <a:pt x="1121078" y="28307"/>
                  </a:lnTo>
                  <a:lnTo>
                    <a:pt x="1128864" y="27869"/>
                  </a:lnTo>
                  <a:lnTo>
                    <a:pt x="1136649" y="27402"/>
                  </a:lnTo>
                  <a:lnTo>
                    <a:pt x="1144434" y="26861"/>
                  </a:lnTo>
                  <a:lnTo>
                    <a:pt x="1152220" y="26330"/>
                  </a:lnTo>
                  <a:lnTo>
                    <a:pt x="1160005" y="25807"/>
                  </a:lnTo>
                  <a:lnTo>
                    <a:pt x="1167790" y="25292"/>
                  </a:lnTo>
                  <a:lnTo>
                    <a:pt x="1175575" y="24787"/>
                  </a:lnTo>
                  <a:lnTo>
                    <a:pt x="1183361" y="24293"/>
                  </a:lnTo>
                  <a:lnTo>
                    <a:pt x="1191146" y="23806"/>
                  </a:lnTo>
                  <a:lnTo>
                    <a:pt x="1198931" y="23350"/>
                  </a:lnTo>
                  <a:lnTo>
                    <a:pt x="1206716" y="23073"/>
                  </a:lnTo>
                  <a:lnTo>
                    <a:pt x="1214502" y="22798"/>
                  </a:lnTo>
                  <a:lnTo>
                    <a:pt x="1222287" y="22525"/>
                  </a:lnTo>
                  <a:lnTo>
                    <a:pt x="1230072" y="22256"/>
                  </a:lnTo>
                  <a:lnTo>
                    <a:pt x="1237857" y="21992"/>
                  </a:lnTo>
                  <a:lnTo>
                    <a:pt x="1245643" y="21730"/>
                  </a:lnTo>
                  <a:lnTo>
                    <a:pt x="1253428" y="21471"/>
                  </a:lnTo>
                  <a:lnTo>
                    <a:pt x="1261213" y="21214"/>
                  </a:lnTo>
                  <a:lnTo>
                    <a:pt x="1268999" y="20886"/>
                  </a:lnTo>
                  <a:lnTo>
                    <a:pt x="1276784" y="20543"/>
                  </a:lnTo>
                  <a:lnTo>
                    <a:pt x="1284569" y="20203"/>
                  </a:lnTo>
                  <a:lnTo>
                    <a:pt x="1292354" y="19868"/>
                  </a:lnTo>
                  <a:lnTo>
                    <a:pt x="1300140" y="19536"/>
                  </a:lnTo>
                  <a:lnTo>
                    <a:pt x="1307925" y="19209"/>
                  </a:lnTo>
                  <a:lnTo>
                    <a:pt x="1315710" y="18850"/>
                  </a:lnTo>
                  <a:lnTo>
                    <a:pt x="1323495" y="18461"/>
                  </a:lnTo>
                  <a:lnTo>
                    <a:pt x="1331281" y="18079"/>
                  </a:lnTo>
                  <a:lnTo>
                    <a:pt x="1339066" y="17702"/>
                  </a:lnTo>
                  <a:lnTo>
                    <a:pt x="1346851" y="17330"/>
                  </a:lnTo>
                  <a:lnTo>
                    <a:pt x="1354637" y="16964"/>
                  </a:lnTo>
                  <a:lnTo>
                    <a:pt x="1362422" y="16616"/>
                  </a:lnTo>
                  <a:lnTo>
                    <a:pt x="1370207" y="16258"/>
                  </a:lnTo>
                  <a:lnTo>
                    <a:pt x="1377992" y="15905"/>
                  </a:lnTo>
                  <a:lnTo>
                    <a:pt x="1385778" y="15558"/>
                  </a:lnTo>
                  <a:lnTo>
                    <a:pt x="1393563" y="15216"/>
                  </a:lnTo>
                  <a:lnTo>
                    <a:pt x="1401348" y="14957"/>
                  </a:lnTo>
                  <a:lnTo>
                    <a:pt x="1409133" y="14703"/>
                  </a:lnTo>
                  <a:lnTo>
                    <a:pt x="1416919" y="14451"/>
                  </a:lnTo>
                  <a:lnTo>
                    <a:pt x="1424704" y="14203"/>
                  </a:lnTo>
                  <a:lnTo>
                    <a:pt x="1432489" y="13957"/>
                  </a:lnTo>
                  <a:lnTo>
                    <a:pt x="1440275" y="13685"/>
                  </a:lnTo>
                  <a:lnTo>
                    <a:pt x="1448060" y="13397"/>
                  </a:lnTo>
                  <a:lnTo>
                    <a:pt x="1455845" y="13112"/>
                  </a:lnTo>
                  <a:lnTo>
                    <a:pt x="1463630" y="12831"/>
                  </a:lnTo>
                  <a:lnTo>
                    <a:pt x="1471416" y="12555"/>
                  </a:lnTo>
                  <a:lnTo>
                    <a:pt x="1479201" y="12282"/>
                  </a:lnTo>
                  <a:lnTo>
                    <a:pt x="1486986" y="12012"/>
                  </a:lnTo>
                  <a:lnTo>
                    <a:pt x="1494771" y="11747"/>
                  </a:lnTo>
                  <a:lnTo>
                    <a:pt x="1502557" y="11485"/>
                  </a:lnTo>
                  <a:lnTo>
                    <a:pt x="1510342" y="11227"/>
                  </a:lnTo>
                  <a:lnTo>
                    <a:pt x="1518127" y="10972"/>
                  </a:lnTo>
                  <a:lnTo>
                    <a:pt x="1525912" y="10721"/>
                  </a:lnTo>
                  <a:lnTo>
                    <a:pt x="1533698" y="10473"/>
                  </a:lnTo>
                  <a:lnTo>
                    <a:pt x="1541483" y="10229"/>
                  </a:lnTo>
                  <a:lnTo>
                    <a:pt x="1549268" y="9973"/>
                  </a:lnTo>
                  <a:lnTo>
                    <a:pt x="1557054" y="9716"/>
                  </a:lnTo>
                  <a:lnTo>
                    <a:pt x="1564839" y="9463"/>
                  </a:lnTo>
                  <a:lnTo>
                    <a:pt x="1572624" y="9214"/>
                  </a:lnTo>
                  <a:lnTo>
                    <a:pt x="1580409" y="8956"/>
                  </a:lnTo>
                  <a:lnTo>
                    <a:pt x="1588195" y="8697"/>
                  </a:lnTo>
                  <a:lnTo>
                    <a:pt x="1595980" y="8441"/>
                  </a:lnTo>
                  <a:lnTo>
                    <a:pt x="1603765" y="8184"/>
                  </a:lnTo>
                  <a:lnTo>
                    <a:pt x="1611550" y="7932"/>
                  </a:lnTo>
                  <a:lnTo>
                    <a:pt x="1619336" y="7684"/>
                  </a:lnTo>
                  <a:lnTo>
                    <a:pt x="1627121" y="7440"/>
                  </a:lnTo>
                  <a:lnTo>
                    <a:pt x="1634906" y="7201"/>
                  </a:lnTo>
                  <a:lnTo>
                    <a:pt x="1642692" y="6966"/>
                  </a:lnTo>
                  <a:lnTo>
                    <a:pt x="1650477" y="6735"/>
                  </a:lnTo>
                  <a:lnTo>
                    <a:pt x="1658262" y="6508"/>
                  </a:lnTo>
                  <a:lnTo>
                    <a:pt x="1666047" y="6285"/>
                  </a:lnTo>
                  <a:lnTo>
                    <a:pt x="1673833" y="6088"/>
                  </a:lnTo>
                  <a:lnTo>
                    <a:pt x="1681618" y="5902"/>
                  </a:lnTo>
                  <a:lnTo>
                    <a:pt x="1689403" y="5692"/>
                  </a:lnTo>
                  <a:lnTo>
                    <a:pt x="1697188" y="5485"/>
                  </a:lnTo>
                  <a:lnTo>
                    <a:pt x="1704974" y="5283"/>
                  </a:lnTo>
                  <a:lnTo>
                    <a:pt x="1712759" y="5115"/>
                  </a:lnTo>
                  <a:lnTo>
                    <a:pt x="1720544" y="4974"/>
                  </a:lnTo>
                  <a:lnTo>
                    <a:pt x="1728330" y="4834"/>
                  </a:lnTo>
                  <a:lnTo>
                    <a:pt x="1736115" y="4695"/>
                  </a:lnTo>
                  <a:lnTo>
                    <a:pt x="1743900" y="4559"/>
                  </a:lnTo>
                  <a:lnTo>
                    <a:pt x="1751685" y="4424"/>
                  </a:lnTo>
                  <a:lnTo>
                    <a:pt x="1759471" y="4251"/>
                  </a:lnTo>
                  <a:lnTo>
                    <a:pt x="1767256" y="4081"/>
                  </a:lnTo>
                  <a:lnTo>
                    <a:pt x="1775041" y="3913"/>
                  </a:lnTo>
                  <a:lnTo>
                    <a:pt x="1782826" y="3748"/>
                  </a:lnTo>
                  <a:lnTo>
                    <a:pt x="1790612" y="3586"/>
                  </a:lnTo>
                  <a:lnTo>
                    <a:pt x="1798397" y="3427"/>
                  </a:lnTo>
                  <a:lnTo>
                    <a:pt x="1806182" y="3270"/>
                  </a:lnTo>
                  <a:lnTo>
                    <a:pt x="1813967" y="3115"/>
                  </a:lnTo>
                  <a:lnTo>
                    <a:pt x="1821753" y="2963"/>
                  </a:lnTo>
                  <a:lnTo>
                    <a:pt x="1829538" y="2814"/>
                  </a:lnTo>
                  <a:lnTo>
                    <a:pt x="1837323" y="2666"/>
                  </a:lnTo>
                  <a:lnTo>
                    <a:pt x="1845109" y="2521"/>
                  </a:lnTo>
                  <a:lnTo>
                    <a:pt x="1852894" y="2378"/>
                  </a:lnTo>
                  <a:lnTo>
                    <a:pt x="1860679" y="2237"/>
                  </a:lnTo>
                  <a:lnTo>
                    <a:pt x="1868464" y="2099"/>
                  </a:lnTo>
                  <a:lnTo>
                    <a:pt x="1876250" y="1962"/>
                  </a:lnTo>
                  <a:lnTo>
                    <a:pt x="1884035" y="1830"/>
                  </a:lnTo>
                  <a:lnTo>
                    <a:pt x="1891820" y="1695"/>
                  </a:lnTo>
                  <a:lnTo>
                    <a:pt x="1899605" y="1563"/>
                  </a:lnTo>
                  <a:lnTo>
                    <a:pt x="1907391" y="1434"/>
                  </a:lnTo>
                  <a:lnTo>
                    <a:pt x="1915176" y="1308"/>
                  </a:lnTo>
                  <a:lnTo>
                    <a:pt x="1922961" y="1200"/>
                  </a:lnTo>
                  <a:lnTo>
                    <a:pt x="1930747" y="1103"/>
                  </a:lnTo>
                  <a:lnTo>
                    <a:pt x="1938532" y="1007"/>
                  </a:lnTo>
                  <a:lnTo>
                    <a:pt x="1946317" y="912"/>
                  </a:lnTo>
                  <a:lnTo>
                    <a:pt x="1954102" y="818"/>
                  </a:lnTo>
                  <a:lnTo>
                    <a:pt x="1961888" y="725"/>
                  </a:lnTo>
                  <a:lnTo>
                    <a:pt x="1969673" y="634"/>
                  </a:lnTo>
                  <a:lnTo>
                    <a:pt x="1977458" y="543"/>
                  </a:lnTo>
                  <a:lnTo>
                    <a:pt x="1985243" y="454"/>
                  </a:lnTo>
                  <a:lnTo>
                    <a:pt x="1993029" y="338"/>
                  </a:lnTo>
                  <a:lnTo>
                    <a:pt x="2000814" y="223"/>
                  </a:lnTo>
                  <a:lnTo>
                    <a:pt x="2008599" y="111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247627" y="2739221"/>
              <a:ext cx="2016385" cy="321955"/>
            </a:xfrm>
            <a:custGeom>
              <a:avLst/>
              <a:pathLst>
                <a:path w="2016385" h="321955">
                  <a:moveTo>
                    <a:pt x="2016385" y="321955"/>
                  </a:moveTo>
                  <a:lnTo>
                    <a:pt x="2008599" y="321340"/>
                  </a:lnTo>
                  <a:lnTo>
                    <a:pt x="2000814" y="320879"/>
                  </a:lnTo>
                  <a:lnTo>
                    <a:pt x="1993029" y="320414"/>
                  </a:lnTo>
                  <a:lnTo>
                    <a:pt x="1985243" y="319945"/>
                  </a:lnTo>
                  <a:lnTo>
                    <a:pt x="1977458" y="319471"/>
                  </a:lnTo>
                  <a:lnTo>
                    <a:pt x="1969673" y="318992"/>
                  </a:lnTo>
                  <a:lnTo>
                    <a:pt x="1961888" y="318510"/>
                  </a:lnTo>
                  <a:lnTo>
                    <a:pt x="1954102" y="318022"/>
                  </a:lnTo>
                  <a:lnTo>
                    <a:pt x="1946317" y="317530"/>
                  </a:lnTo>
                  <a:lnTo>
                    <a:pt x="1938532" y="316949"/>
                  </a:lnTo>
                  <a:lnTo>
                    <a:pt x="1930747" y="316248"/>
                  </a:lnTo>
                  <a:lnTo>
                    <a:pt x="1922961" y="315537"/>
                  </a:lnTo>
                  <a:lnTo>
                    <a:pt x="1915176" y="314816"/>
                  </a:lnTo>
                  <a:lnTo>
                    <a:pt x="1907391" y="314087"/>
                  </a:lnTo>
                  <a:lnTo>
                    <a:pt x="1899605" y="313348"/>
                  </a:lnTo>
                  <a:lnTo>
                    <a:pt x="1891820" y="312600"/>
                  </a:lnTo>
                  <a:lnTo>
                    <a:pt x="1884035" y="311842"/>
                  </a:lnTo>
                  <a:lnTo>
                    <a:pt x="1876250" y="311071"/>
                  </a:lnTo>
                  <a:lnTo>
                    <a:pt x="1868464" y="310288"/>
                  </a:lnTo>
                  <a:lnTo>
                    <a:pt x="1860679" y="309495"/>
                  </a:lnTo>
                  <a:lnTo>
                    <a:pt x="1852894" y="308691"/>
                  </a:lnTo>
                  <a:lnTo>
                    <a:pt x="1845109" y="307931"/>
                  </a:lnTo>
                  <a:lnTo>
                    <a:pt x="1837323" y="307278"/>
                  </a:lnTo>
                  <a:lnTo>
                    <a:pt x="1829538" y="306619"/>
                  </a:lnTo>
                  <a:lnTo>
                    <a:pt x="1821753" y="305954"/>
                  </a:lnTo>
                  <a:lnTo>
                    <a:pt x="1813967" y="305281"/>
                  </a:lnTo>
                  <a:lnTo>
                    <a:pt x="1806182" y="304602"/>
                  </a:lnTo>
                  <a:lnTo>
                    <a:pt x="1798397" y="303916"/>
                  </a:lnTo>
                  <a:lnTo>
                    <a:pt x="1790612" y="303224"/>
                  </a:lnTo>
                  <a:lnTo>
                    <a:pt x="1782826" y="302524"/>
                  </a:lnTo>
                  <a:lnTo>
                    <a:pt x="1775041" y="301818"/>
                  </a:lnTo>
                  <a:lnTo>
                    <a:pt x="1767256" y="301105"/>
                  </a:lnTo>
                  <a:lnTo>
                    <a:pt x="1759471" y="300307"/>
                  </a:lnTo>
                  <a:lnTo>
                    <a:pt x="1751685" y="299394"/>
                  </a:lnTo>
                  <a:lnTo>
                    <a:pt x="1743900" y="298470"/>
                  </a:lnTo>
                  <a:lnTo>
                    <a:pt x="1736115" y="297534"/>
                  </a:lnTo>
                  <a:lnTo>
                    <a:pt x="1728330" y="296588"/>
                  </a:lnTo>
                  <a:lnTo>
                    <a:pt x="1720544" y="295630"/>
                  </a:lnTo>
                  <a:lnTo>
                    <a:pt x="1712759" y="294660"/>
                  </a:lnTo>
                  <a:lnTo>
                    <a:pt x="1704974" y="293679"/>
                  </a:lnTo>
                  <a:lnTo>
                    <a:pt x="1697188" y="292681"/>
                  </a:lnTo>
                  <a:lnTo>
                    <a:pt x="1689403" y="291667"/>
                  </a:lnTo>
                  <a:lnTo>
                    <a:pt x="1681618" y="290641"/>
                  </a:lnTo>
                  <a:lnTo>
                    <a:pt x="1673833" y="289603"/>
                  </a:lnTo>
                  <a:lnTo>
                    <a:pt x="1666047" y="288553"/>
                  </a:lnTo>
                  <a:lnTo>
                    <a:pt x="1658262" y="287490"/>
                  </a:lnTo>
                  <a:lnTo>
                    <a:pt x="1650477" y="286668"/>
                  </a:lnTo>
                  <a:lnTo>
                    <a:pt x="1642692" y="285856"/>
                  </a:lnTo>
                  <a:lnTo>
                    <a:pt x="1634906" y="284667"/>
                  </a:lnTo>
                  <a:lnTo>
                    <a:pt x="1627121" y="283410"/>
                  </a:lnTo>
                  <a:lnTo>
                    <a:pt x="1619336" y="282135"/>
                  </a:lnTo>
                  <a:lnTo>
                    <a:pt x="1611550" y="280878"/>
                  </a:lnTo>
                  <a:lnTo>
                    <a:pt x="1603765" y="279732"/>
                  </a:lnTo>
                  <a:lnTo>
                    <a:pt x="1595980" y="278866"/>
                  </a:lnTo>
                  <a:lnTo>
                    <a:pt x="1588195" y="277992"/>
                  </a:lnTo>
                  <a:lnTo>
                    <a:pt x="1580409" y="276909"/>
                  </a:lnTo>
                  <a:lnTo>
                    <a:pt x="1572624" y="275589"/>
                  </a:lnTo>
                  <a:lnTo>
                    <a:pt x="1564839" y="274253"/>
                  </a:lnTo>
                  <a:lnTo>
                    <a:pt x="1557054" y="272930"/>
                  </a:lnTo>
                  <a:lnTo>
                    <a:pt x="1549268" y="271891"/>
                  </a:lnTo>
                  <a:lnTo>
                    <a:pt x="1541483" y="270842"/>
                  </a:lnTo>
                  <a:lnTo>
                    <a:pt x="1533698" y="269784"/>
                  </a:lnTo>
                  <a:lnTo>
                    <a:pt x="1525912" y="268716"/>
                  </a:lnTo>
                  <a:lnTo>
                    <a:pt x="1518127" y="267639"/>
                  </a:lnTo>
                  <a:lnTo>
                    <a:pt x="1510342" y="266551"/>
                  </a:lnTo>
                  <a:lnTo>
                    <a:pt x="1502557" y="265448"/>
                  </a:lnTo>
                  <a:lnTo>
                    <a:pt x="1494771" y="264334"/>
                  </a:lnTo>
                  <a:lnTo>
                    <a:pt x="1486986" y="263209"/>
                  </a:lnTo>
                  <a:lnTo>
                    <a:pt x="1479201" y="262074"/>
                  </a:lnTo>
                  <a:lnTo>
                    <a:pt x="1471416" y="260930"/>
                  </a:lnTo>
                  <a:lnTo>
                    <a:pt x="1463630" y="259775"/>
                  </a:lnTo>
                  <a:lnTo>
                    <a:pt x="1455845" y="258610"/>
                  </a:lnTo>
                  <a:lnTo>
                    <a:pt x="1448060" y="257434"/>
                  </a:lnTo>
                  <a:lnTo>
                    <a:pt x="1440275" y="256248"/>
                  </a:lnTo>
                  <a:lnTo>
                    <a:pt x="1432489" y="255052"/>
                  </a:lnTo>
                  <a:lnTo>
                    <a:pt x="1424704" y="253863"/>
                  </a:lnTo>
                  <a:lnTo>
                    <a:pt x="1416919" y="252774"/>
                  </a:lnTo>
                  <a:lnTo>
                    <a:pt x="1409133" y="251677"/>
                  </a:lnTo>
                  <a:lnTo>
                    <a:pt x="1401348" y="250571"/>
                  </a:lnTo>
                  <a:lnTo>
                    <a:pt x="1393563" y="249174"/>
                  </a:lnTo>
                  <a:lnTo>
                    <a:pt x="1385778" y="247753"/>
                  </a:lnTo>
                  <a:lnTo>
                    <a:pt x="1377992" y="246410"/>
                  </a:lnTo>
                  <a:lnTo>
                    <a:pt x="1370207" y="245138"/>
                  </a:lnTo>
                  <a:lnTo>
                    <a:pt x="1362422" y="243849"/>
                  </a:lnTo>
                  <a:lnTo>
                    <a:pt x="1354637" y="242549"/>
                  </a:lnTo>
                  <a:lnTo>
                    <a:pt x="1346851" y="241239"/>
                  </a:lnTo>
                  <a:lnTo>
                    <a:pt x="1339066" y="239917"/>
                  </a:lnTo>
                  <a:lnTo>
                    <a:pt x="1331281" y="238585"/>
                  </a:lnTo>
                  <a:lnTo>
                    <a:pt x="1323495" y="237242"/>
                  </a:lnTo>
                  <a:lnTo>
                    <a:pt x="1315710" y="235889"/>
                  </a:lnTo>
                  <a:lnTo>
                    <a:pt x="1307925" y="234385"/>
                  </a:lnTo>
                  <a:lnTo>
                    <a:pt x="1300140" y="232863"/>
                  </a:lnTo>
                  <a:lnTo>
                    <a:pt x="1292354" y="231328"/>
                  </a:lnTo>
                  <a:lnTo>
                    <a:pt x="1284569" y="229774"/>
                  </a:lnTo>
                  <a:lnTo>
                    <a:pt x="1276784" y="228202"/>
                  </a:lnTo>
                  <a:lnTo>
                    <a:pt x="1268999" y="226488"/>
                  </a:lnTo>
                  <a:lnTo>
                    <a:pt x="1261213" y="224646"/>
                  </a:lnTo>
                  <a:lnTo>
                    <a:pt x="1253428" y="222786"/>
                  </a:lnTo>
                  <a:lnTo>
                    <a:pt x="1245643" y="220909"/>
                  </a:lnTo>
                  <a:lnTo>
                    <a:pt x="1237857" y="219014"/>
                  </a:lnTo>
                  <a:lnTo>
                    <a:pt x="1230072" y="217100"/>
                  </a:lnTo>
                  <a:lnTo>
                    <a:pt x="1222287" y="215160"/>
                  </a:lnTo>
                  <a:lnTo>
                    <a:pt x="1214502" y="213203"/>
                  </a:lnTo>
                  <a:lnTo>
                    <a:pt x="1206716" y="211227"/>
                  </a:lnTo>
                  <a:lnTo>
                    <a:pt x="1198931" y="209313"/>
                  </a:lnTo>
                  <a:lnTo>
                    <a:pt x="1191146" y="207529"/>
                  </a:lnTo>
                  <a:lnTo>
                    <a:pt x="1183361" y="205731"/>
                  </a:lnTo>
                  <a:lnTo>
                    <a:pt x="1175575" y="203918"/>
                  </a:lnTo>
                  <a:lnTo>
                    <a:pt x="1167790" y="201789"/>
                  </a:lnTo>
                  <a:lnTo>
                    <a:pt x="1160005" y="199624"/>
                  </a:lnTo>
                  <a:lnTo>
                    <a:pt x="1152220" y="197440"/>
                  </a:lnTo>
                  <a:lnTo>
                    <a:pt x="1144434" y="195237"/>
                  </a:lnTo>
                  <a:lnTo>
                    <a:pt x="1136649" y="193409"/>
                  </a:lnTo>
                  <a:lnTo>
                    <a:pt x="1128864" y="192352"/>
                  </a:lnTo>
                  <a:lnTo>
                    <a:pt x="1121078" y="190915"/>
                  </a:lnTo>
                  <a:lnTo>
                    <a:pt x="1113293" y="189016"/>
                  </a:lnTo>
                  <a:lnTo>
                    <a:pt x="1105508" y="187276"/>
                  </a:lnTo>
                  <a:lnTo>
                    <a:pt x="1097723" y="185393"/>
                  </a:lnTo>
                  <a:lnTo>
                    <a:pt x="1089937" y="183783"/>
                  </a:lnTo>
                  <a:lnTo>
                    <a:pt x="1082152" y="182433"/>
                  </a:lnTo>
                  <a:lnTo>
                    <a:pt x="1074367" y="181077"/>
                  </a:lnTo>
                  <a:lnTo>
                    <a:pt x="1066582" y="179152"/>
                  </a:lnTo>
                  <a:lnTo>
                    <a:pt x="1058796" y="177110"/>
                  </a:lnTo>
                  <a:lnTo>
                    <a:pt x="1051011" y="175020"/>
                  </a:lnTo>
                  <a:lnTo>
                    <a:pt x="1043226" y="172124"/>
                  </a:lnTo>
                  <a:lnTo>
                    <a:pt x="1035440" y="170429"/>
                  </a:lnTo>
                  <a:lnTo>
                    <a:pt x="1027655" y="168730"/>
                  </a:lnTo>
                  <a:lnTo>
                    <a:pt x="1019870" y="166618"/>
                  </a:lnTo>
                  <a:lnTo>
                    <a:pt x="1012085" y="164940"/>
                  </a:lnTo>
                  <a:lnTo>
                    <a:pt x="1004299" y="163687"/>
                  </a:lnTo>
                  <a:lnTo>
                    <a:pt x="996514" y="161997"/>
                  </a:lnTo>
                  <a:lnTo>
                    <a:pt x="988729" y="160288"/>
                  </a:lnTo>
                  <a:lnTo>
                    <a:pt x="980944" y="158589"/>
                  </a:lnTo>
                  <a:lnTo>
                    <a:pt x="973158" y="157000"/>
                  </a:lnTo>
                  <a:lnTo>
                    <a:pt x="965373" y="155100"/>
                  </a:lnTo>
                  <a:lnTo>
                    <a:pt x="957588" y="153364"/>
                  </a:lnTo>
                  <a:lnTo>
                    <a:pt x="949802" y="151621"/>
                  </a:lnTo>
                  <a:lnTo>
                    <a:pt x="942017" y="149870"/>
                  </a:lnTo>
                  <a:lnTo>
                    <a:pt x="934232" y="148112"/>
                  </a:lnTo>
                  <a:lnTo>
                    <a:pt x="926447" y="146346"/>
                  </a:lnTo>
                  <a:lnTo>
                    <a:pt x="918661" y="144567"/>
                  </a:lnTo>
                  <a:lnTo>
                    <a:pt x="910876" y="142765"/>
                  </a:lnTo>
                  <a:lnTo>
                    <a:pt x="903091" y="141036"/>
                  </a:lnTo>
                  <a:lnTo>
                    <a:pt x="895306" y="139562"/>
                  </a:lnTo>
                  <a:lnTo>
                    <a:pt x="887520" y="138091"/>
                  </a:lnTo>
                  <a:lnTo>
                    <a:pt x="879735" y="136637"/>
                  </a:lnTo>
                  <a:lnTo>
                    <a:pt x="871950" y="135000"/>
                  </a:lnTo>
                  <a:lnTo>
                    <a:pt x="864165" y="132799"/>
                  </a:lnTo>
                  <a:lnTo>
                    <a:pt x="856379" y="130583"/>
                  </a:lnTo>
                  <a:lnTo>
                    <a:pt x="848594" y="128342"/>
                  </a:lnTo>
                  <a:lnTo>
                    <a:pt x="840809" y="126315"/>
                  </a:lnTo>
                  <a:lnTo>
                    <a:pt x="833023" y="124445"/>
                  </a:lnTo>
                  <a:lnTo>
                    <a:pt x="825238" y="122568"/>
                  </a:lnTo>
                  <a:lnTo>
                    <a:pt x="817453" y="119811"/>
                  </a:lnTo>
                  <a:lnTo>
                    <a:pt x="809668" y="116992"/>
                  </a:lnTo>
                  <a:lnTo>
                    <a:pt x="801882" y="114936"/>
                  </a:lnTo>
                  <a:lnTo>
                    <a:pt x="794097" y="113083"/>
                  </a:lnTo>
                  <a:lnTo>
                    <a:pt x="786312" y="111079"/>
                  </a:lnTo>
                  <a:lnTo>
                    <a:pt x="778527" y="108716"/>
                  </a:lnTo>
                  <a:lnTo>
                    <a:pt x="770741" y="106608"/>
                  </a:lnTo>
                  <a:lnTo>
                    <a:pt x="762956" y="104896"/>
                  </a:lnTo>
                  <a:lnTo>
                    <a:pt x="755171" y="103177"/>
                  </a:lnTo>
                  <a:lnTo>
                    <a:pt x="747385" y="101934"/>
                  </a:lnTo>
                  <a:lnTo>
                    <a:pt x="739600" y="100086"/>
                  </a:lnTo>
                  <a:lnTo>
                    <a:pt x="731815" y="98370"/>
                  </a:lnTo>
                  <a:lnTo>
                    <a:pt x="724030" y="96796"/>
                  </a:lnTo>
                  <a:lnTo>
                    <a:pt x="716244" y="95219"/>
                  </a:lnTo>
                  <a:lnTo>
                    <a:pt x="708459" y="93639"/>
                  </a:lnTo>
                  <a:lnTo>
                    <a:pt x="700674" y="91938"/>
                  </a:lnTo>
                  <a:lnTo>
                    <a:pt x="692889" y="90138"/>
                  </a:lnTo>
                  <a:lnTo>
                    <a:pt x="685103" y="88805"/>
                  </a:lnTo>
                  <a:lnTo>
                    <a:pt x="677318" y="87323"/>
                  </a:lnTo>
                  <a:lnTo>
                    <a:pt x="669533" y="85545"/>
                  </a:lnTo>
                  <a:lnTo>
                    <a:pt x="661747" y="83733"/>
                  </a:lnTo>
                  <a:lnTo>
                    <a:pt x="653962" y="80610"/>
                  </a:lnTo>
                  <a:lnTo>
                    <a:pt x="646177" y="78853"/>
                  </a:lnTo>
                  <a:lnTo>
                    <a:pt x="638392" y="77790"/>
                  </a:lnTo>
                  <a:lnTo>
                    <a:pt x="630606" y="77609"/>
                  </a:lnTo>
                  <a:lnTo>
                    <a:pt x="622821" y="76176"/>
                  </a:lnTo>
                  <a:lnTo>
                    <a:pt x="615036" y="74055"/>
                  </a:lnTo>
                  <a:lnTo>
                    <a:pt x="607251" y="71928"/>
                  </a:lnTo>
                  <a:lnTo>
                    <a:pt x="599465" y="69763"/>
                  </a:lnTo>
                  <a:lnTo>
                    <a:pt x="591680" y="67720"/>
                  </a:lnTo>
                  <a:lnTo>
                    <a:pt x="583895" y="66764"/>
                  </a:lnTo>
                  <a:lnTo>
                    <a:pt x="576110" y="65435"/>
                  </a:lnTo>
                  <a:lnTo>
                    <a:pt x="568324" y="64041"/>
                  </a:lnTo>
                  <a:lnTo>
                    <a:pt x="560539" y="62290"/>
                  </a:lnTo>
                  <a:lnTo>
                    <a:pt x="552754" y="59111"/>
                  </a:lnTo>
                  <a:lnTo>
                    <a:pt x="544968" y="55983"/>
                  </a:lnTo>
                  <a:lnTo>
                    <a:pt x="537183" y="53959"/>
                  </a:lnTo>
                  <a:lnTo>
                    <a:pt x="529398" y="52131"/>
                  </a:lnTo>
                  <a:lnTo>
                    <a:pt x="521613" y="50291"/>
                  </a:lnTo>
                  <a:lnTo>
                    <a:pt x="513827" y="48496"/>
                  </a:lnTo>
                  <a:lnTo>
                    <a:pt x="506042" y="47574"/>
                  </a:lnTo>
                  <a:lnTo>
                    <a:pt x="498257" y="44882"/>
                  </a:lnTo>
                  <a:lnTo>
                    <a:pt x="490472" y="43083"/>
                  </a:lnTo>
                  <a:lnTo>
                    <a:pt x="482686" y="42120"/>
                  </a:lnTo>
                  <a:lnTo>
                    <a:pt x="474901" y="39803"/>
                  </a:lnTo>
                  <a:lnTo>
                    <a:pt x="467116" y="37723"/>
                  </a:lnTo>
                  <a:lnTo>
                    <a:pt x="459330" y="37986"/>
                  </a:lnTo>
                  <a:lnTo>
                    <a:pt x="451545" y="37512"/>
                  </a:lnTo>
                  <a:lnTo>
                    <a:pt x="443760" y="35358"/>
                  </a:lnTo>
                  <a:lnTo>
                    <a:pt x="435975" y="32593"/>
                  </a:lnTo>
                  <a:lnTo>
                    <a:pt x="428189" y="31417"/>
                  </a:lnTo>
                  <a:lnTo>
                    <a:pt x="420404" y="28801"/>
                  </a:lnTo>
                  <a:lnTo>
                    <a:pt x="412619" y="26586"/>
                  </a:lnTo>
                  <a:lnTo>
                    <a:pt x="404834" y="24371"/>
                  </a:lnTo>
                  <a:lnTo>
                    <a:pt x="397048" y="23927"/>
                  </a:lnTo>
                  <a:lnTo>
                    <a:pt x="389263" y="22001"/>
                  </a:lnTo>
                  <a:lnTo>
                    <a:pt x="381478" y="20054"/>
                  </a:lnTo>
                  <a:lnTo>
                    <a:pt x="373692" y="18851"/>
                  </a:lnTo>
                  <a:lnTo>
                    <a:pt x="365907" y="16589"/>
                  </a:lnTo>
                  <a:lnTo>
                    <a:pt x="358122" y="15087"/>
                  </a:lnTo>
                  <a:lnTo>
                    <a:pt x="350337" y="12982"/>
                  </a:lnTo>
                  <a:lnTo>
                    <a:pt x="342551" y="13769"/>
                  </a:lnTo>
                  <a:lnTo>
                    <a:pt x="334766" y="13969"/>
                  </a:lnTo>
                  <a:lnTo>
                    <a:pt x="326981" y="14390"/>
                  </a:lnTo>
                  <a:lnTo>
                    <a:pt x="319196" y="12813"/>
                  </a:lnTo>
                  <a:lnTo>
                    <a:pt x="311410" y="12203"/>
                  </a:lnTo>
                  <a:lnTo>
                    <a:pt x="303625" y="11688"/>
                  </a:lnTo>
                  <a:lnTo>
                    <a:pt x="295840" y="10571"/>
                  </a:lnTo>
                  <a:lnTo>
                    <a:pt x="288055" y="10116"/>
                  </a:lnTo>
                  <a:lnTo>
                    <a:pt x="280269" y="10085"/>
                  </a:lnTo>
                  <a:lnTo>
                    <a:pt x="272484" y="9641"/>
                  </a:lnTo>
                  <a:lnTo>
                    <a:pt x="264699" y="8224"/>
                  </a:lnTo>
                  <a:lnTo>
                    <a:pt x="256913" y="7218"/>
                  </a:lnTo>
                  <a:lnTo>
                    <a:pt x="249128" y="5330"/>
                  </a:lnTo>
                  <a:lnTo>
                    <a:pt x="241343" y="3299"/>
                  </a:lnTo>
                  <a:lnTo>
                    <a:pt x="233558" y="2467"/>
                  </a:lnTo>
                  <a:lnTo>
                    <a:pt x="225772" y="1500"/>
                  </a:lnTo>
                  <a:lnTo>
                    <a:pt x="217987" y="543"/>
                  </a:lnTo>
                  <a:lnTo>
                    <a:pt x="210202" y="0"/>
                  </a:lnTo>
                  <a:lnTo>
                    <a:pt x="202417" y="83"/>
                  </a:lnTo>
                  <a:lnTo>
                    <a:pt x="194631" y="365"/>
                  </a:lnTo>
                  <a:lnTo>
                    <a:pt x="186846" y="459"/>
                  </a:lnTo>
                  <a:lnTo>
                    <a:pt x="179061" y="590"/>
                  </a:lnTo>
                  <a:lnTo>
                    <a:pt x="171275" y="351"/>
                  </a:lnTo>
                  <a:lnTo>
                    <a:pt x="163490" y="146"/>
                  </a:lnTo>
                  <a:lnTo>
                    <a:pt x="155705" y="402"/>
                  </a:lnTo>
                  <a:lnTo>
                    <a:pt x="147920" y="1331"/>
                  </a:lnTo>
                  <a:lnTo>
                    <a:pt x="140134" y="1437"/>
                  </a:lnTo>
                  <a:lnTo>
                    <a:pt x="132349" y="2889"/>
                  </a:lnTo>
                  <a:lnTo>
                    <a:pt x="124564" y="3023"/>
                  </a:lnTo>
                  <a:lnTo>
                    <a:pt x="116779" y="4072"/>
                  </a:lnTo>
                  <a:lnTo>
                    <a:pt x="108993" y="3580"/>
                  </a:lnTo>
                  <a:lnTo>
                    <a:pt x="101208" y="3604"/>
                  </a:lnTo>
                  <a:lnTo>
                    <a:pt x="93423" y="4361"/>
                  </a:lnTo>
                  <a:lnTo>
                    <a:pt x="85637" y="5872"/>
                  </a:lnTo>
                  <a:lnTo>
                    <a:pt x="77852" y="4859"/>
                  </a:lnTo>
                  <a:lnTo>
                    <a:pt x="70067" y="6546"/>
                  </a:lnTo>
                  <a:lnTo>
                    <a:pt x="62282" y="7674"/>
                  </a:lnTo>
                  <a:lnTo>
                    <a:pt x="54496" y="8152"/>
                  </a:lnTo>
                  <a:lnTo>
                    <a:pt x="46711" y="8850"/>
                  </a:lnTo>
                  <a:lnTo>
                    <a:pt x="38926" y="9554"/>
                  </a:lnTo>
                  <a:lnTo>
                    <a:pt x="31141" y="10236"/>
                  </a:lnTo>
                  <a:lnTo>
                    <a:pt x="23355" y="11575"/>
                  </a:lnTo>
                  <a:lnTo>
                    <a:pt x="15570" y="12977"/>
                  </a:lnTo>
                  <a:lnTo>
                    <a:pt x="7785" y="13608"/>
                  </a:lnTo>
                  <a:lnTo>
                    <a:pt x="0" y="15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247627" y="2548147"/>
              <a:ext cx="2016385" cy="158536"/>
            </a:xfrm>
            <a:custGeom>
              <a:avLst/>
              <a:pathLst>
                <a:path w="2016385" h="158536">
                  <a:moveTo>
                    <a:pt x="0" y="0"/>
                  </a:moveTo>
                  <a:lnTo>
                    <a:pt x="7785" y="420"/>
                  </a:lnTo>
                  <a:lnTo>
                    <a:pt x="15570" y="845"/>
                  </a:lnTo>
                  <a:lnTo>
                    <a:pt x="23355" y="1296"/>
                  </a:lnTo>
                  <a:lnTo>
                    <a:pt x="31141" y="1791"/>
                  </a:lnTo>
                  <a:lnTo>
                    <a:pt x="38926" y="2326"/>
                  </a:lnTo>
                  <a:lnTo>
                    <a:pt x="46711" y="2774"/>
                  </a:lnTo>
                  <a:lnTo>
                    <a:pt x="54496" y="3104"/>
                  </a:lnTo>
                  <a:lnTo>
                    <a:pt x="62282" y="3598"/>
                  </a:lnTo>
                  <a:lnTo>
                    <a:pt x="70067" y="4136"/>
                  </a:lnTo>
                  <a:lnTo>
                    <a:pt x="77852" y="4672"/>
                  </a:lnTo>
                  <a:lnTo>
                    <a:pt x="85637" y="5134"/>
                  </a:lnTo>
                  <a:lnTo>
                    <a:pt x="93423" y="5586"/>
                  </a:lnTo>
                  <a:lnTo>
                    <a:pt x="101208" y="6008"/>
                  </a:lnTo>
                  <a:lnTo>
                    <a:pt x="108993" y="6354"/>
                  </a:lnTo>
                  <a:lnTo>
                    <a:pt x="116779" y="6837"/>
                  </a:lnTo>
                  <a:lnTo>
                    <a:pt x="124564" y="7311"/>
                  </a:lnTo>
                  <a:lnTo>
                    <a:pt x="132349" y="7804"/>
                  </a:lnTo>
                  <a:lnTo>
                    <a:pt x="140134" y="8322"/>
                  </a:lnTo>
                  <a:lnTo>
                    <a:pt x="147920" y="8959"/>
                  </a:lnTo>
                  <a:lnTo>
                    <a:pt x="155705" y="9362"/>
                  </a:lnTo>
                  <a:lnTo>
                    <a:pt x="163490" y="9735"/>
                  </a:lnTo>
                  <a:lnTo>
                    <a:pt x="171275" y="10135"/>
                  </a:lnTo>
                  <a:lnTo>
                    <a:pt x="179061" y="10705"/>
                  </a:lnTo>
                  <a:lnTo>
                    <a:pt x="186846" y="11061"/>
                  </a:lnTo>
                  <a:lnTo>
                    <a:pt x="194631" y="11619"/>
                  </a:lnTo>
                  <a:lnTo>
                    <a:pt x="202417" y="12019"/>
                  </a:lnTo>
                  <a:lnTo>
                    <a:pt x="210202" y="12470"/>
                  </a:lnTo>
                  <a:lnTo>
                    <a:pt x="217987" y="12935"/>
                  </a:lnTo>
                  <a:lnTo>
                    <a:pt x="225772" y="13526"/>
                  </a:lnTo>
                  <a:lnTo>
                    <a:pt x="233558" y="13934"/>
                  </a:lnTo>
                  <a:lnTo>
                    <a:pt x="241343" y="14413"/>
                  </a:lnTo>
                  <a:lnTo>
                    <a:pt x="249128" y="14863"/>
                  </a:lnTo>
                  <a:lnTo>
                    <a:pt x="256913" y="15303"/>
                  </a:lnTo>
                  <a:lnTo>
                    <a:pt x="264699" y="15792"/>
                  </a:lnTo>
                  <a:lnTo>
                    <a:pt x="272484" y="16362"/>
                  </a:lnTo>
                  <a:lnTo>
                    <a:pt x="280269" y="16868"/>
                  </a:lnTo>
                  <a:lnTo>
                    <a:pt x="288055" y="17415"/>
                  </a:lnTo>
                  <a:lnTo>
                    <a:pt x="295840" y="17931"/>
                  </a:lnTo>
                  <a:lnTo>
                    <a:pt x="303625" y="18602"/>
                  </a:lnTo>
                  <a:lnTo>
                    <a:pt x="311410" y="19259"/>
                  </a:lnTo>
                  <a:lnTo>
                    <a:pt x="319196" y="19776"/>
                  </a:lnTo>
                  <a:lnTo>
                    <a:pt x="326981" y="20194"/>
                  </a:lnTo>
                  <a:lnTo>
                    <a:pt x="334766" y="20609"/>
                  </a:lnTo>
                  <a:lnTo>
                    <a:pt x="342551" y="21008"/>
                  </a:lnTo>
                  <a:lnTo>
                    <a:pt x="350337" y="21662"/>
                  </a:lnTo>
                  <a:lnTo>
                    <a:pt x="358122" y="22129"/>
                  </a:lnTo>
                  <a:lnTo>
                    <a:pt x="365907" y="22602"/>
                  </a:lnTo>
                  <a:lnTo>
                    <a:pt x="373692" y="23073"/>
                  </a:lnTo>
                  <a:lnTo>
                    <a:pt x="381478" y="23521"/>
                  </a:lnTo>
                  <a:lnTo>
                    <a:pt x="389263" y="23939"/>
                  </a:lnTo>
                  <a:lnTo>
                    <a:pt x="397048" y="24487"/>
                  </a:lnTo>
                  <a:lnTo>
                    <a:pt x="404834" y="25019"/>
                  </a:lnTo>
                  <a:lnTo>
                    <a:pt x="412619" y="25609"/>
                  </a:lnTo>
                  <a:lnTo>
                    <a:pt x="420404" y="25970"/>
                  </a:lnTo>
                  <a:lnTo>
                    <a:pt x="428189" y="26332"/>
                  </a:lnTo>
                  <a:lnTo>
                    <a:pt x="435975" y="26814"/>
                  </a:lnTo>
                  <a:lnTo>
                    <a:pt x="443760" y="27309"/>
                  </a:lnTo>
                  <a:lnTo>
                    <a:pt x="451545" y="27842"/>
                  </a:lnTo>
                  <a:lnTo>
                    <a:pt x="459330" y="28264"/>
                  </a:lnTo>
                  <a:lnTo>
                    <a:pt x="467116" y="28955"/>
                  </a:lnTo>
                  <a:lnTo>
                    <a:pt x="474901" y="29466"/>
                  </a:lnTo>
                  <a:lnTo>
                    <a:pt x="482686" y="30054"/>
                  </a:lnTo>
                  <a:lnTo>
                    <a:pt x="490472" y="30597"/>
                  </a:lnTo>
                  <a:lnTo>
                    <a:pt x="498257" y="31057"/>
                  </a:lnTo>
                  <a:lnTo>
                    <a:pt x="506042" y="31597"/>
                  </a:lnTo>
                  <a:lnTo>
                    <a:pt x="513827" y="32156"/>
                  </a:lnTo>
                  <a:lnTo>
                    <a:pt x="521613" y="32632"/>
                  </a:lnTo>
                  <a:lnTo>
                    <a:pt x="529398" y="33382"/>
                  </a:lnTo>
                  <a:lnTo>
                    <a:pt x="537183" y="33827"/>
                  </a:lnTo>
                  <a:lnTo>
                    <a:pt x="544968" y="34245"/>
                  </a:lnTo>
                  <a:lnTo>
                    <a:pt x="552754" y="34765"/>
                  </a:lnTo>
                  <a:lnTo>
                    <a:pt x="560539" y="35257"/>
                  </a:lnTo>
                  <a:lnTo>
                    <a:pt x="568324" y="35798"/>
                  </a:lnTo>
                  <a:lnTo>
                    <a:pt x="576110" y="36237"/>
                  </a:lnTo>
                  <a:lnTo>
                    <a:pt x="583895" y="36698"/>
                  </a:lnTo>
                  <a:lnTo>
                    <a:pt x="591680" y="37256"/>
                  </a:lnTo>
                  <a:lnTo>
                    <a:pt x="599465" y="37823"/>
                  </a:lnTo>
                  <a:lnTo>
                    <a:pt x="607251" y="38448"/>
                  </a:lnTo>
                  <a:lnTo>
                    <a:pt x="615036" y="38938"/>
                  </a:lnTo>
                  <a:lnTo>
                    <a:pt x="622821" y="39447"/>
                  </a:lnTo>
                  <a:lnTo>
                    <a:pt x="630606" y="40136"/>
                  </a:lnTo>
                  <a:lnTo>
                    <a:pt x="638392" y="40505"/>
                  </a:lnTo>
                  <a:lnTo>
                    <a:pt x="646177" y="41051"/>
                  </a:lnTo>
                  <a:lnTo>
                    <a:pt x="653962" y="41639"/>
                  </a:lnTo>
                  <a:lnTo>
                    <a:pt x="661747" y="42094"/>
                  </a:lnTo>
                  <a:lnTo>
                    <a:pt x="669533" y="42654"/>
                  </a:lnTo>
                  <a:lnTo>
                    <a:pt x="677318" y="43358"/>
                  </a:lnTo>
                  <a:lnTo>
                    <a:pt x="685103" y="43996"/>
                  </a:lnTo>
                  <a:lnTo>
                    <a:pt x="692889" y="44627"/>
                  </a:lnTo>
                  <a:lnTo>
                    <a:pt x="700674" y="45389"/>
                  </a:lnTo>
                  <a:lnTo>
                    <a:pt x="708459" y="45883"/>
                  </a:lnTo>
                  <a:lnTo>
                    <a:pt x="716244" y="46367"/>
                  </a:lnTo>
                  <a:lnTo>
                    <a:pt x="724030" y="46898"/>
                  </a:lnTo>
                  <a:lnTo>
                    <a:pt x="731815" y="47431"/>
                  </a:lnTo>
                  <a:lnTo>
                    <a:pt x="739600" y="48027"/>
                  </a:lnTo>
                  <a:lnTo>
                    <a:pt x="747385" y="48648"/>
                  </a:lnTo>
                  <a:lnTo>
                    <a:pt x="755171" y="49110"/>
                  </a:lnTo>
                  <a:lnTo>
                    <a:pt x="762956" y="49811"/>
                  </a:lnTo>
                  <a:lnTo>
                    <a:pt x="770741" y="50374"/>
                  </a:lnTo>
                  <a:lnTo>
                    <a:pt x="778527" y="50931"/>
                  </a:lnTo>
                  <a:lnTo>
                    <a:pt x="786312" y="51577"/>
                  </a:lnTo>
                  <a:lnTo>
                    <a:pt x="794097" y="52066"/>
                  </a:lnTo>
                  <a:lnTo>
                    <a:pt x="801882" y="52631"/>
                  </a:lnTo>
                  <a:lnTo>
                    <a:pt x="809668" y="53434"/>
                  </a:lnTo>
                  <a:lnTo>
                    <a:pt x="817453" y="54036"/>
                  </a:lnTo>
                  <a:lnTo>
                    <a:pt x="825238" y="54724"/>
                  </a:lnTo>
                  <a:lnTo>
                    <a:pt x="833023" y="55349"/>
                  </a:lnTo>
                  <a:lnTo>
                    <a:pt x="840809" y="55881"/>
                  </a:lnTo>
                  <a:lnTo>
                    <a:pt x="848594" y="56429"/>
                  </a:lnTo>
                  <a:lnTo>
                    <a:pt x="856379" y="57056"/>
                  </a:lnTo>
                  <a:lnTo>
                    <a:pt x="864165" y="57729"/>
                  </a:lnTo>
                  <a:lnTo>
                    <a:pt x="871950" y="58221"/>
                  </a:lnTo>
                  <a:lnTo>
                    <a:pt x="879735" y="58892"/>
                  </a:lnTo>
                  <a:lnTo>
                    <a:pt x="887520" y="59457"/>
                  </a:lnTo>
                  <a:lnTo>
                    <a:pt x="895306" y="59981"/>
                  </a:lnTo>
                  <a:lnTo>
                    <a:pt x="903091" y="60532"/>
                  </a:lnTo>
                  <a:lnTo>
                    <a:pt x="910876" y="61176"/>
                  </a:lnTo>
                  <a:lnTo>
                    <a:pt x="918661" y="61676"/>
                  </a:lnTo>
                  <a:lnTo>
                    <a:pt x="926447" y="62181"/>
                  </a:lnTo>
                  <a:lnTo>
                    <a:pt x="934232" y="62818"/>
                  </a:lnTo>
                  <a:lnTo>
                    <a:pt x="942017" y="63445"/>
                  </a:lnTo>
                  <a:lnTo>
                    <a:pt x="949802" y="64120"/>
                  </a:lnTo>
                  <a:lnTo>
                    <a:pt x="957588" y="64617"/>
                  </a:lnTo>
                  <a:lnTo>
                    <a:pt x="965373" y="65143"/>
                  </a:lnTo>
                  <a:lnTo>
                    <a:pt x="973158" y="65880"/>
                  </a:lnTo>
                  <a:lnTo>
                    <a:pt x="980944" y="66342"/>
                  </a:lnTo>
                  <a:lnTo>
                    <a:pt x="988729" y="66859"/>
                  </a:lnTo>
                  <a:lnTo>
                    <a:pt x="996514" y="67437"/>
                  </a:lnTo>
                  <a:lnTo>
                    <a:pt x="1004299" y="68048"/>
                  </a:lnTo>
                  <a:lnTo>
                    <a:pt x="1012085" y="68600"/>
                  </a:lnTo>
                  <a:lnTo>
                    <a:pt x="1019870" y="69304"/>
                  </a:lnTo>
                  <a:lnTo>
                    <a:pt x="1027655" y="69914"/>
                  </a:lnTo>
                  <a:lnTo>
                    <a:pt x="1035440" y="70562"/>
                  </a:lnTo>
                  <a:lnTo>
                    <a:pt x="1043226" y="71335"/>
                  </a:lnTo>
                  <a:lnTo>
                    <a:pt x="1051011" y="72012"/>
                  </a:lnTo>
                  <a:lnTo>
                    <a:pt x="1058796" y="72805"/>
                  </a:lnTo>
                  <a:lnTo>
                    <a:pt x="1066582" y="73341"/>
                  </a:lnTo>
                  <a:lnTo>
                    <a:pt x="1074367" y="73848"/>
                  </a:lnTo>
                  <a:lnTo>
                    <a:pt x="1082152" y="74297"/>
                  </a:lnTo>
                  <a:lnTo>
                    <a:pt x="1089937" y="74908"/>
                  </a:lnTo>
                  <a:lnTo>
                    <a:pt x="1097723" y="75724"/>
                  </a:lnTo>
                  <a:lnTo>
                    <a:pt x="1105508" y="76211"/>
                  </a:lnTo>
                  <a:lnTo>
                    <a:pt x="1113293" y="76848"/>
                  </a:lnTo>
                  <a:lnTo>
                    <a:pt x="1121078" y="77492"/>
                  </a:lnTo>
                  <a:lnTo>
                    <a:pt x="1128864" y="78163"/>
                  </a:lnTo>
                  <a:lnTo>
                    <a:pt x="1136649" y="78577"/>
                  </a:lnTo>
                  <a:lnTo>
                    <a:pt x="1144434" y="79088"/>
                  </a:lnTo>
                  <a:lnTo>
                    <a:pt x="1152220" y="79826"/>
                  </a:lnTo>
                  <a:lnTo>
                    <a:pt x="1160005" y="80313"/>
                  </a:lnTo>
                  <a:lnTo>
                    <a:pt x="1167790" y="80910"/>
                  </a:lnTo>
                  <a:lnTo>
                    <a:pt x="1175575" y="81605"/>
                  </a:lnTo>
                  <a:lnTo>
                    <a:pt x="1183361" y="82341"/>
                  </a:lnTo>
                  <a:lnTo>
                    <a:pt x="1191146" y="83210"/>
                  </a:lnTo>
                  <a:lnTo>
                    <a:pt x="1198931" y="83977"/>
                  </a:lnTo>
                  <a:lnTo>
                    <a:pt x="1206716" y="84736"/>
                  </a:lnTo>
                  <a:lnTo>
                    <a:pt x="1214502" y="85425"/>
                  </a:lnTo>
                  <a:lnTo>
                    <a:pt x="1222287" y="86091"/>
                  </a:lnTo>
                  <a:lnTo>
                    <a:pt x="1230072" y="86837"/>
                  </a:lnTo>
                  <a:lnTo>
                    <a:pt x="1237857" y="87643"/>
                  </a:lnTo>
                  <a:lnTo>
                    <a:pt x="1245643" y="88443"/>
                  </a:lnTo>
                  <a:lnTo>
                    <a:pt x="1253428" y="89256"/>
                  </a:lnTo>
                  <a:lnTo>
                    <a:pt x="1261213" y="90250"/>
                  </a:lnTo>
                  <a:lnTo>
                    <a:pt x="1268999" y="90766"/>
                  </a:lnTo>
                  <a:lnTo>
                    <a:pt x="1276784" y="91035"/>
                  </a:lnTo>
                  <a:lnTo>
                    <a:pt x="1284569" y="91661"/>
                  </a:lnTo>
                  <a:lnTo>
                    <a:pt x="1292354" y="92320"/>
                  </a:lnTo>
                  <a:lnTo>
                    <a:pt x="1300140" y="92988"/>
                  </a:lnTo>
                  <a:lnTo>
                    <a:pt x="1307925" y="93609"/>
                  </a:lnTo>
                  <a:lnTo>
                    <a:pt x="1315710" y="94234"/>
                  </a:lnTo>
                  <a:lnTo>
                    <a:pt x="1323495" y="94882"/>
                  </a:lnTo>
                  <a:lnTo>
                    <a:pt x="1331281" y="95571"/>
                  </a:lnTo>
                  <a:lnTo>
                    <a:pt x="1339066" y="96104"/>
                  </a:lnTo>
                  <a:lnTo>
                    <a:pt x="1346851" y="96852"/>
                  </a:lnTo>
                  <a:lnTo>
                    <a:pt x="1354637" y="97548"/>
                  </a:lnTo>
                  <a:lnTo>
                    <a:pt x="1362422" y="98358"/>
                  </a:lnTo>
                  <a:lnTo>
                    <a:pt x="1370207" y="99067"/>
                  </a:lnTo>
                  <a:lnTo>
                    <a:pt x="1377992" y="99877"/>
                  </a:lnTo>
                  <a:lnTo>
                    <a:pt x="1385778" y="100608"/>
                  </a:lnTo>
                  <a:lnTo>
                    <a:pt x="1393563" y="101390"/>
                  </a:lnTo>
                  <a:lnTo>
                    <a:pt x="1401348" y="102120"/>
                  </a:lnTo>
                  <a:lnTo>
                    <a:pt x="1409133" y="102782"/>
                  </a:lnTo>
                  <a:lnTo>
                    <a:pt x="1416919" y="103509"/>
                  </a:lnTo>
                  <a:lnTo>
                    <a:pt x="1424704" y="104177"/>
                  </a:lnTo>
                  <a:lnTo>
                    <a:pt x="1432489" y="104784"/>
                  </a:lnTo>
                  <a:lnTo>
                    <a:pt x="1440275" y="105467"/>
                  </a:lnTo>
                  <a:lnTo>
                    <a:pt x="1448060" y="106107"/>
                  </a:lnTo>
                  <a:lnTo>
                    <a:pt x="1455845" y="106778"/>
                  </a:lnTo>
                  <a:lnTo>
                    <a:pt x="1463630" y="107550"/>
                  </a:lnTo>
                  <a:lnTo>
                    <a:pt x="1471416" y="108311"/>
                  </a:lnTo>
                  <a:lnTo>
                    <a:pt x="1479201" y="108950"/>
                  </a:lnTo>
                  <a:lnTo>
                    <a:pt x="1486986" y="109471"/>
                  </a:lnTo>
                  <a:lnTo>
                    <a:pt x="1494771" y="109883"/>
                  </a:lnTo>
                  <a:lnTo>
                    <a:pt x="1502557" y="110548"/>
                  </a:lnTo>
                  <a:lnTo>
                    <a:pt x="1510342" y="111407"/>
                  </a:lnTo>
                  <a:lnTo>
                    <a:pt x="1518127" y="112111"/>
                  </a:lnTo>
                  <a:lnTo>
                    <a:pt x="1525912" y="112800"/>
                  </a:lnTo>
                  <a:lnTo>
                    <a:pt x="1533698" y="113622"/>
                  </a:lnTo>
                  <a:lnTo>
                    <a:pt x="1541483" y="114286"/>
                  </a:lnTo>
                  <a:lnTo>
                    <a:pt x="1549268" y="114967"/>
                  </a:lnTo>
                  <a:lnTo>
                    <a:pt x="1557054" y="115636"/>
                  </a:lnTo>
                  <a:lnTo>
                    <a:pt x="1564839" y="116333"/>
                  </a:lnTo>
                  <a:lnTo>
                    <a:pt x="1572624" y="117000"/>
                  </a:lnTo>
                  <a:lnTo>
                    <a:pt x="1580409" y="117568"/>
                  </a:lnTo>
                  <a:lnTo>
                    <a:pt x="1588195" y="118317"/>
                  </a:lnTo>
                  <a:lnTo>
                    <a:pt x="1595980" y="119198"/>
                  </a:lnTo>
                  <a:lnTo>
                    <a:pt x="1603765" y="120026"/>
                  </a:lnTo>
                  <a:lnTo>
                    <a:pt x="1611550" y="120602"/>
                  </a:lnTo>
                  <a:lnTo>
                    <a:pt x="1619336" y="121265"/>
                  </a:lnTo>
                  <a:lnTo>
                    <a:pt x="1627121" y="121984"/>
                  </a:lnTo>
                  <a:lnTo>
                    <a:pt x="1634906" y="122820"/>
                  </a:lnTo>
                  <a:lnTo>
                    <a:pt x="1642692" y="123488"/>
                  </a:lnTo>
                  <a:lnTo>
                    <a:pt x="1650477" y="124325"/>
                  </a:lnTo>
                  <a:lnTo>
                    <a:pt x="1658262" y="125027"/>
                  </a:lnTo>
                  <a:lnTo>
                    <a:pt x="1666047" y="125865"/>
                  </a:lnTo>
                  <a:lnTo>
                    <a:pt x="1673833" y="126540"/>
                  </a:lnTo>
                  <a:lnTo>
                    <a:pt x="1681618" y="127330"/>
                  </a:lnTo>
                  <a:lnTo>
                    <a:pt x="1689403" y="128019"/>
                  </a:lnTo>
                  <a:lnTo>
                    <a:pt x="1697188" y="128727"/>
                  </a:lnTo>
                  <a:lnTo>
                    <a:pt x="1704974" y="129480"/>
                  </a:lnTo>
                  <a:lnTo>
                    <a:pt x="1712759" y="130324"/>
                  </a:lnTo>
                  <a:lnTo>
                    <a:pt x="1720544" y="131027"/>
                  </a:lnTo>
                  <a:lnTo>
                    <a:pt x="1728330" y="131782"/>
                  </a:lnTo>
                  <a:lnTo>
                    <a:pt x="1736115" y="132400"/>
                  </a:lnTo>
                  <a:lnTo>
                    <a:pt x="1743900" y="133247"/>
                  </a:lnTo>
                  <a:lnTo>
                    <a:pt x="1751685" y="134056"/>
                  </a:lnTo>
                  <a:lnTo>
                    <a:pt x="1759471" y="134731"/>
                  </a:lnTo>
                  <a:lnTo>
                    <a:pt x="1767256" y="135619"/>
                  </a:lnTo>
                  <a:lnTo>
                    <a:pt x="1775041" y="136510"/>
                  </a:lnTo>
                  <a:lnTo>
                    <a:pt x="1782826" y="137336"/>
                  </a:lnTo>
                  <a:lnTo>
                    <a:pt x="1790612" y="138102"/>
                  </a:lnTo>
                  <a:lnTo>
                    <a:pt x="1798397" y="138634"/>
                  </a:lnTo>
                  <a:lnTo>
                    <a:pt x="1806182" y="139502"/>
                  </a:lnTo>
                  <a:lnTo>
                    <a:pt x="1813967" y="140170"/>
                  </a:lnTo>
                  <a:lnTo>
                    <a:pt x="1821753" y="140794"/>
                  </a:lnTo>
                  <a:lnTo>
                    <a:pt x="1829538" y="141531"/>
                  </a:lnTo>
                  <a:lnTo>
                    <a:pt x="1837323" y="142276"/>
                  </a:lnTo>
                  <a:lnTo>
                    <a:pt x="1845109" y="143035"/>
                  </a:lnTo>
                  <a:lnTo>
                    <a:pt x="1852894" y="143755"/>
                  </a:lnTo>
                  <a:lnTo>
                    <a:pt x="1860679" y="144497"/>
                  </a:lnTo>
                  <a:lnTo>
                    <a:pt x="1868464" y="145269"/>
                  </a:lnTo>
                  <a:lnTo>
                    <a:pt x="1876250" y="146025"/>
                  </a:lnTo>
                  <a:lnTo>
                    <a:pt x="1884035" y="146715"/>
                  </a:lnTo>
                  <a:lnTo>
                    <a:pt x="1891820" y="147427"/>
                  </a:lnTo>
                  <a:lnTo>
                    <a:pt x="1899605" y="148197"/>
                  </a:lnTo>
                  <a:lnTo>
                    <a:pt x="1907391" y="149029"/>
                  </a:lnTo>
                  <a:lnTo>
                    <a:pt x="1915176" y="149914"/>
                  </a:lnTo>
                  <a:lnTo>
                    <a:pt x="1922961" y="150689"/>
                  </a:lnTo>
                  <a:lnTo>
                    <a:pt x="1930747" y="151455"/>
                  </a:lnTo>
                  <a:lnTo>
                    <a:pt x="1938532" y="152117"/>
                  </a:lnTo>
                  <a:lnTo>
                    <a:pt x="1946317" y="152783"/>
                  </a:lnTo>
                  <a:lnTo>
                    <a:pt x="1954102" y="153418"/>
                  </a:lnTo>
                  <a:lnTo>
                    <a:pt x="1961888" y="154015"/>
                  </a:lnTo>
                  <a:lnTo>
                    <a:pt x="1969673" y="154780"/>
                  </a:lnTo>
                  <a:lnTo>
                    <a:pt x="1977458" y="155568"/>
                  </a:lnTo>
                  <a:lnTo>
                    <a:pt x="1985243" y="156209"/>
                  </a:lnTo>
                  <a:lnTo>
                    <a:pt x="1993029" y="156784"/>
                  </a:lnTo>
                  <a:lnTo>
                    <a:pt x="2000814" y="157323"/>
                  </a:lnTo>
                  <a:lnTo>
                    <a:pt x="2008599" y="157915"/>
                  </a:lnTo>
                  <a:lnTo>
                    <a:pt x="2016385" y="158536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247627" y="2519038"/>
              <a:ext cx="2016385" cy="87638"/>
            </a:xfrm>
            <a:custGeom>
              <a:avLst/>
              <a:pathLst>
                <a:path w="2016385" h="87638">
                  <a:moveTo>
                    <a:pt x="0" y="0"/>
                  </a:moveTo>
                  <a:lnTo>
                    <a:pt x="7785" y="270"/>
                  </a:lnTo>
                  <a:lnTo>
                    <a:pt x="15570" y="658"/>
                  </a:lnTo>
                  <a:lnTo>
                    <a:pt x="23355" y="867"/>
                  </a:lnTo>
                  <a:lnTo>
                    <a:pt x="31141" y="1081"/>
                  </a:lnTo>
                  <a:lnTo>
                    <a:pt x="38926" y="1356"/>
                  </a:lnTo>
                  <a:lnTo>
                    <a:pt x="46711" y="1739"/>
                  </a:lnTo>
                  <a:lnTo>
                    <a:pt x="54496" y="2002"/>
                  </a:lnTo>
                  <a:lnTo>
                    <a:pt x="62282" y="2263"/>
                  </a:lnTo>
                  <a:lnTo>
                    <a:pt x="70067" y="2441"/>
                  </a:lnTo>
                  <a:lnTo>
                    <a:pt x="77852" y="2654"/>
                  </a:lnTo>
                  <a:lnTo>
                    <a:pt x="85637" y="2970"/>
                  </a:lnTo>
                  <a:lnTo>
                    <a:pt x="93423" y="3203"/>
                  </a:lnTo>
                  <a:lnTo>
                    <a:pt x="101208" y="3394"/>
                  </a:lnTo>
                  <a:lnTo>
                    <a:pt x="108993" y="3571"/>
                  </a:lnTo>
                  <a:lnTo>
                    <a:pt x="116779" y="3978"/>
                  </a:lnTo>
                  <a:lnTo>
                    <a:pt x="124564" y="4308"/>
                  </a:lnTo>
                  <a:lnTo>
                    <a:pt x="132349" y="4501"/>
                  </a:lnTo>
                  <a:lnTo>
                    <a:pt x="140134" y="4787"/>
                  </a:lnTo>
                  <a:lnTo>
                    <a:pt x="147920" y="5065"/>
                  </a:lnTo>
                  <a:lnTo>
                    <a:pt x="155705" y="5262"/>
                  </a:lnTo>
                  <a:lnTo>
                    <a:pt x="163490" y="5624"/>
                  </a:lnTo>
                  <a:lnTo>
                    <a:pt x="171275" y="6018"/>
                  </a:lnTo>
                  <a:lnTo>
                    <a:pt x="179061" y="6326"/>
                  </a:lnTo>
                  <a:lnTo>
                    <a:pt x="186846" y="6534"/>
                  </a:lnTo>
                  <a:lnTo>
                    <a:pt x="194631" y="6886"/>
                  </a:lnTo>
                  <a:lnTo>
                    <a:pt x="202417" y="7307"/>
                  </a:lnTo>
                  <a:lnTo>
                    <a:pt x="210202" y="7669"/>
                  </a:lnTo>
                  <a:lnTo>
                    <a:pt x="217987" y="7957"/>
                  </a:lnTo>
                  <a:lnTo>
                    <a:pt x="225772" y="8071"/>
                  </a:lnTo>
                  <a:lnTo>
                    <a:pt x="233558" y="8347"/>
                  </a:lnTo>
                  <a:lnTo>
                    <a:pt x="241343" y="8716"/>
                  </a:lnTo>
                  <a:lnTo>
                    <a:pt x="249128" y="8860"/>
                  </a:lnTo>
                  <a:lnTo>
                    <a:pt x="256913" y="9112"/>
                  </a:lnTo>
                  <a:lnTo>
                    <a:pt x="264699" y="9411"/>
                  </a:lnTo>
                  <a:lnTo>
                    <a:pt x="272484" y="9653"/>
                  </a:lnTo>
                  <a:lnTo>
                    <a:pt x="280269" y="9889"/>
                  </a:lnTo>
                  <a:lnTo>
                    <a:pt x="288055" y="10215"/>
                  </a:lnTo>
                  <a:lnTo>
                    <a:pt x="295840" y="10616"/>
                  </a:lnTo>
                  <a:lnTo>
                    <a:pt x="303625" y="10937"/>
                  </a:lnTo>
                  <a:lnTo>
                    <a:pt x="311410" y="11151"/>
                  </a:lnTo>
                  <a:lnTo>
                    <a:pt x="319196" y="11429"/>
                  </a:lnTo>
                  <a:lnTo>
                    <a:pt x="326981" y="11803"/>
                  </a:lnTo>
                  <a:lnTo>
                    <a:pt x="334766" y="12133"/>
                  </a:lnTo>
                  <a:lnTo>
                    <a:pt x="342551" y="12404"/>
                  </a:lnTo>
                  <a:lnTo>
                    <a:pt x="350337" y="12621"/>
                  </a:lnTo>
                  <a:lnTo>
                    <a:pt x="358122" y="12958"/>
                  </a:lnTo>
                  <a:lnTo>
                    <a:pt x="365907" y="13283"/>
                  </a:lnTo>
                  <a:lnTo>
                    <a:pt x="373692" y="13562"/>
                  </a:lnTo>
                  <a:lnTo>
                    <a:pt x="381478" y="13800"/>
                  </a:lnTo>
                  <a:lnTo>
                    <a:pt x="389263" y="14053"/>
                  </a:lnTo>
                  <a:lnTo>
                    <a:pt x="397048" y="14263"/>
                  </a:lnTo>
                  <a:lnTo>
                    <a:pt x="404834" y="14487"/>
                  </a:lnTo>
                  <a:lnTo>
                    <a:pt x="412619" y="14788"/>
                  </a:lnTo>
                  <a:lnTo>
                    <a:pt x="420404" y="14981"/>
                  </a:lnTo>
                  <a:lnTo>
                    <a:pt x="428189" y="15237"/>
                  </a:lnTo>
                  <a:lnTo>
                    <a:pt x="435975" y="15389"/>
                  </a:lnTo>
                  <a:lnTo>
                    <a:pt x="443760" y="15650"/>
                  </a:lnTo>
                  <a:lnTo>
                    <a:pt x="451545" y="15986"/>
                  </a:lnTo>
                  <a:lnTo>
                    <a:pt x="459330" y="16309"/>
                  </a:lnTo>
                  <a:lnTo>
                    <a:pt x="467116" y="16548"/>
                  </a:lnTo>
                  <a:lnTo>
                    <a:pt x="474901" y="16771"/>
                  </a:lnTo>
                  <a:lnTo>
                    <a:pt x="482686" y="16944"/>
                  </a:lnTo>
                  <a:lnTo>
                    <a:pt x="490472" y="17311"/>
                  </a:lnTo>
                  <a:lnTo>
                    <a:pt x="498257" y="17669"/>
                  </a:lnTo>
                  <a:lnTo>
                    <a:pt x="506042" y="18067"/>
                  </a:lnTo>
                  <a:lnTo>
                    <a:pt x="513827" y="18224"/>
                  </a:lnTo>
                  <a:lnTo>
                    <a:pt x="521613" y="18517"/>
                  </a:lnTo>
                  <a:lnTo>
                    <a:pt x="529398" y="18756"/>
                  </a:lnTo>
                  <a:lnTo>
                    <a:pt x="537183" y="19089"/>
                  </a:lnTo>
                  <a:lnTo>
                    <a:pt x="544968" y="19351"/>
                  </a:lnTo>
                  <a:lnTo>
                    <a:pt x="552754" y="19687"/>
                  </a:lnTo>
                  <a:lnTo>
                    <a:pt x="560539" y="19920"/>
                  </a:lnTo>
                  <a:lnTo>
                    <a:pt x="568324" y="20193"/>
                  </a:lnTo>
                  <a:lnTo>
                    <a:pt x="576110" y="20537"/>
                  </a:lnTo>
                  <a:lnTo>
                    <a:pt x="583895" y="20796"/>
                  </a:lnTo>
                  <a:lnTo>
                    <a:pt x="591680" y="20902"/>
                  </a:lnTo>
                  <a:lnTo>
                    <a:pt x="599465" y="21412"/>
                  </a:lnTo>
                  <a:lnTo>
                    <a:pt x="607251" y="21612"/>
                  </a:lnTo>
                  <a:lnTo>
                    <a:pt x="615036" y="21921"/>
                  </a:lnTo>
                  <a:lnTo>
                    <a:pt x="622821" y="22255"/>
                  </a:lnTo>
                  <a:lnTo>
                    <a:pt x="630606" y="22641"/>
                  </a:lnTo>
                  <a:lnTo>
                    <a:pt x="638392" y="22941"/>
                  </a:lnTo>
                  <a:lnTo>
                    <a:pt x="646177" y="23309"/>
                  </a:lnTo>
                  <a:lnTo>
                    <a:pt x="653962" y="23566"/>
                  </a:lnTo>
                  <a:lnTo>
                    <a:pt x="661747" y="23907"/>
                  </a:lnTo>
                  <a:lnTo>
                    <a:pt x="669533" y="24370"/>
                  </a:lnTo>
                  <a:lnTo>
                    <a:pt x="677318" y="24750"/>
                  </a:lnTo>
                  <a:lnTo>
                    <a:pt x="685103" y="25004"/>
                  </a:lnTo>
                  <a:lnTo>
                    <a:pt x="692889" y="25511"/>
                  </a:lnTo>
                  <a:lnTo>
                    <a:pt x="700674" y="25736"/>
                  </a:lnTo>
                  <a:lnTo>
                    <a:pt x="708459" y="26063"/>
                  </a:lnTo>
                  <a:lnTo>
                    <a:pt x="716244" y="26330"/>
                  </a:lnTo>
                  <a:lnTo>
                    <a:pt x="724030" y="26730"/>
                  </a:lnTo>
                  <a:lnTo>
                    <a:pt x="731815" y="27087"/>
                  </a:lnTo>
                  <a:lnTo>
                    <a:pt x="739600" y="27377"/>
                  </a:lnTo>
                  <a:lnTo>
                    <a:pt x="747385" y="27739"/>
                  </a:lnTo>
                  <a:lnTo>
                    <a:pt x="755171" y="28041"/>
                  </a:lnTo>
                  <a:lnTo>
                    <a:pt x="762956" y="28341"/>
                  </a:lnTo>
                  <a:lnTo>
                    <a:pt x="770741" y="28567"/>
                  </a:lnTo>
                  <a:lnTo>
                    <a:pt x="778527" y="28933"/>
                  </a:lnTo>
                  <a:lnTo>
                    <a:pt x="786312" y="29316"/>
                  </a:lnTo>
                  <a:lnTo>
                    <a:pt x="794097" y="29719"/>
                  </a:lnTo>
                  <a:lnTo>
                    <a:pt x="801882" y="30022"/>
                  </a:lnTo>
                  <a:lnTo>
                    <a:pt x="809668" y="30410"/>
                  </a:lnTo>
                  <a:lnTo>
                    <a:pt x="817453" y="30707"/>
                  </a:lnTo>
                  <a:lnTo>
                    <a:pt x="825238" y="31211"/>
                  </a:lnTo>
                  <a:lnTo>
                    <a:pt x="833023" y="31644"/>
                  </a:lnTo>
                  <a:lnTo>
                    <a:pt x="840809" y="32075"/>
                  </a:lnTo>
                  <a:lnTo>
                    <a:pt x="848594" y="32521"/>
                  </a:lnTo>
                  <a:lnTo>
                    <a:pt x="856379" y="32792"/>
                  </a:lnTo>
                  <a:lnTo>
                    <a:pt x="864165" y="33114"/>
                  </a:lnTo>
                  <a:lnTo>
                    <a:pt x="871950" y="33341"/>
                  </a:lnTo>
                  <a:lnTo>
                    <a:pt x="879735" y="33815"/>
                  </a:lnTo>
                  <a:lnTo>
                    <a:pt x="887520" y="34218"/>
                  </a:lnTo>
                  <a:lnTo>
                    <a:pt x="895306" y="34474"/>
                  </a:lnTo>
                  <a:lnTo>
                    <a:pt x="903091" y="34775"/>
                  </a:lnTo>
                  <a:lnTo>
                    <a:pt x="910876" y="35142"/>
                  </a:lnTo>
                  <a:lnTo>
                    <a:pt x="918661" y="35460"/>
                  </a:lnTo>
                  <a:lnTo>
                    <a:pt x="926447" y="35826"/>
                  </a:lnTo>
                  <a:lnTo>
                    <a:pt x="934232" y="36082"/>
                  </a:lnTo>
                  <a:lnTo>
                    <a:pt x="942017" y="36395"/>
                  </a:lnTo>
                  <a:lnTo>
                    <a:pt x="949802" y="36649"/>
                  </a:lnTo>
                  <a:lnTo>
                    <a:pt x="957588" y="36993"/>
                  </a:lnTo>
                  <a:lnTo>
                    <a:pt x="965373" y="37249"/>
                  </a:lnTo>
                  <a:lnTo>
                    <a:pt x="973158" y="37499"/>
                  </a:lnTo>
                  <a:lnTo>
                    <a:pt x="980944" y="37898"/>
                  </a:lnTo>
                  <a:lnTo>
                    <a:pt x="988729" y="38199"/>
                  </a:lnTo>
                  <a:lnTo>
                    <a:pt x="996514" y="38479"/>
                  </a:lnTo>
                  <a:lnTo>
                    <a:pt x="1004299" y="38818"/>
                  </a:lnTo>
                  <a:lnTo>
                    <a:pt x="1012085" y="39082"/>
                  </a:lnTo>
                  <a:lnTo>
                    <a:pt x="1019870" y="39281"/>
                  </a:lnTo>
                  <a:lnTo>
                    <a:pt x="1027655" y="39588"/>
                  </a:lnTo>
                  <a:lnTo>
                    <a:pt x="1035440" y="39827"/>
                  </a:lnTo>
                  <a:lnTo>
                    <a:pt x="1043226" y="40108"/>
                  </a:lnTo>
                  <a:lnTo>
                    <a:pt x="1051011" y="40449"/>
                  </a:lnTo>
                  <a:lnTo>
                    <a:pt x="1058796" y="40820"/>
                  </a:lnTo>
                  <a:lnTo>
                    <a:pt x="1066582" y="41149"/>
                  </a:lnTo>
                  <a:lnTo>
                    <a:pt x="1074367" y="41345"/>
                  </a:lnTo>
                  <a:lnTo>
                    <a:pt x="1082152" y="41621"/>
                  </a:lnTo>
                  <a:lnTo>
                    <a:pt x="1089937" y="41915"/>
                  </a:lnTo>
                  <a:lnTo>
                    <a:pt x="1097723" y="42282"/>
                  </a:lnTo>
                  <a:lnTo>
                    <a:pt x="1105508" y="42728"/>
                  </a:lnTo>
                  <a:lnTo>
                    <a:pt x="1113293" y="42898"/>
                  </a:lnTo>
                  <a:lnTo>
                    <a:pt x="1121078" y="43079"/>
                  </a:lnTo>
                  <a:lnTo>
                    <a:pt x="1128864" y="43440"/>
                  </a:lnTo>
                  <a:lnTo>
                    <a:pt x="1136649" y="43660"/>
                  </a:lnTo>
                  <a:lnTo>
                    <a:pt x="1144434" y="43930"/>
                  </a:lnTo>
                  <a:lnTo>
                    <a:pt x="1152220" y="44383"/>
                  </a:lnTo>
                  <a:lnTo>
                    <a:pt x="1160005" y="44799"/>
                  </a:lnTo>
                  <a:lnTo>
                    <a:pt x="1167790" y="45155"/>
                  </a:lnTo>
                  <a:lnTo>
                    <a:pt x="1175575" y="45680"/>
                  </a:lnTo>
                  <a:lnTo>
                    <a:pt x="1183361" y="46058"/>
                  </a:lnTo>
                  <a:lnTo>
                    <a:pt x="1191146" y="46518"/>
                  </a:lnTo>
                  <a:lnTo>
                    <a:pt x="1198931" y="46885"/>
                  </a:lnTo>
                  <a:lnTo>
                    <a:pt x="1206716" y="47236"/>
                  </a:lnTo>
                  <a:lnTo>
                    <a:pt x="1214502" y="47494"/>
                  </a:lnTo>
                  <a:lnTo>
                    <a:pt x="1222287" y="48009"/>
                  </a:lnTo>
                  <a:lnTo>
                    <a:pt x="1230072" y="48278"/>
                  </a:lnTo>
                  <a:lnTo>
                    <a:pt x="1237857" y="48701"/>
                  </a:lnTo>
                  <a:lnTo>
                    <a:pt x="1245643" y="48938"/>
                  </a:lnTo>
                  <a:lnTo>
                    <a:pt x="1253428" y="49319"/>
                  </a:lnTo>
                  <a:lnTo>
                    <a:pt x="1261213" y="49864"/>
                  </a:lnTo>
                  <a:lnTo>
                    <a:pt x="1268999" y="50353"/>
                  </a:lnTo>
                  <a:lnTo>
                    <a:pt x="1276784" y="50545"/>
                  </a:lnTo>
                  <a:lnTo>
                    <a:pt x="1284569" y="50783"/>
                  </a:lnTo>
                  <a:lnTo>
                    <a:pt x="1292354" y="51179"/>
                  </a:lnTo>
                  <a:lnTo>
                    <a:pt x="1300140" y="51598"/>
                  </a:lnTo>
                  <a:lnTo>
                    <a:pt x="1307925" y="52071"/>
                  </a:lnTo>
                  <a:lnTo>
                    <a:pt x="1315710" y="52382"/>
                  </a:lnTo>
                  <a:lnTo>
                    <a:pt x="1323495" y="52583"/>
                  </a:lnTo>
                  <a:lnTo>
                    <a:pt x="1331281" y="52983"/>
                  </a:lnTo>
                  <a:lnTo>
                    <a:pt x="1339066" y="53482"/>
                  </a:lnTo>
                  <a:lnTo>
                    <a:pt x="1346851" y="53704"/>
                  </a:lnTo>
                  <a:lnTo>
                    <a:pt x="1354637" y="54046"/>
                  </a:lnTo>
                  <a:lnTo>
                    <a:pt x="1362422" y="54285"/>
                  </a:lnTo>
                  <a:lnTo>
                    <a:pt x="1370207" y="54622"/>
                  </a:lnTo>
                  <a:lnTo>
                    <a:pt x="1377992" y="54860"/>
                  </a:lnTo>
                  <a:lnTo>
                    <a:pt x="1385778" y="55373"/>
                  </a:lnTo>
                  <a:lnTo>
                    <a:pt x="1393563" y="55753"/>
                  </a:lnTo>
                  <a:lnTo>
                    <a:pt x="1401348" y="56142"/>
                  </a:lnTo>
                  <a:lnTo>
                    <a:pt x="1409133" y="56441"/>
                  </a:lnTo>
                  <a:lnTo>
                    <a:pt x="1416919" y="56705"/>
                  </a:lnTo>
                  <a:lnTo>
                    <a:pt x="1424704" y="56927"/>
                  </a:lnTo>
                  <a:lnTo>
                    <a:pt x="1432489" y="57181"/>
                  </a:lnTo>
                  <a:lnTo>
                    <a:pt x="1440275" y="57490"/>
                  </a:lnTo>
                  <a:lnTo>
                    <a:pt x="1448060" y="57893"/>
                  </a:lnTo>
                  <a:lnTo>
                    <a:pt x="1455845" y="58364"/>
                  </a:lnTo>
                  <a:lnTo>
                    <a:pt x="1463630" y="58931"/>
                  </a:lnTo>
                  <a:lnTo>
                    <a:pt x="1471416" y="59321"/>
                  </a:lnTo>
                  <a:lnTo>
                    <a:pt x="1479201" y="59496"/>
                  </a:lnTo>
                  <a:lnTo>
                    <a:pt x="1486986" y="59900"/>
                  </a:lnTo>
                  <a:lnTo>
                    <a:pt x="1494771" y="60464"/>
                  </a:lnTo>
                  <a:lnTo>
                    <a:pt x="1502557" y="61016"/>
                  </a:lnTo>
                  <a:lnTo>
                    <a:pt x="1510342" y="61371"/>
                  </a:lnTo>
                  <a:lnTo>
                    <a:pt x="1518127" y="61766"/>
                  </a:lnTo>
                  <a:lnTo>
                    <a:pt x="1525912" y="62198"/>
                  </a:lnTo>
                  <a:lnTo>
                    <a:pt x="1533698" y="62783"/>
                  </a:lnTo>
                  <a:lnTo>
                    <a:pt x="1541483" y="63153"/>
                  </a:lnTo>
                  <a:lnTo>
                    <a:pt x="1549268" y="63692"/>
                  </a:lnTo>
                  <a:lnTo>
                    <a:pt x="1557054" y="64145"/>
                  </a:lnTo>
                  <a:lnTo>
                    <a:pt x="1564839" y="64551"/>
                  </a:lnTo>
                  <a:lnTo>
                    <a:pt x="1572624" y="64959"/>
                  </a:lnTo>
                  <a:lnTo>
                    <a:pt x="1580409" y="65332"/>
                  </a:lnTo>
                  <a:lnTo>
                    <a:pt x="1588195" y="65623"/>
                  </a:lnTo>
                  <a:lnTo>
                    <a:pt x="1595980" y="66157"/>
                  </a:lnTo>
                  <a:lnTo>
                    <a:pt x="1603765" y="66630"/>
                  </a:lnTo>
                  <a:lnTo>
                    <a:pt x="1611550" y="67093"/>
                  </a:lnTo>
                  <a:lnTo>
                    <a:pt x="1619336" y="67481"/>
                  </a:lnTo>
                  <a:lnTo>
                    <a:pt x="1627121" y="67725"/>
                  </a:lnTo>
                  <a:lnTo>
                    <a:pt x="1634906" y="67911"/>
                  </a:lnTo>
                  <a:lnTo>
                    <a:pt x="1642692" y="68385"/>
                  </a:lnTo>
                  <a:lnTo>
                    <a:pt x="1650477" y="68769"/>
                  </a:lnTo>
                  <a:lnTo>
                    <a:pt x="1658262" y="69076"/>
                  </a:lnTo>
                  <a:lnTo>
                    <a:pt x="1666047" y="69413"/>
                  </a:lnTo>
                  <a:lnTo>
                    <a:pt x="1673833" y="69856"/>
                  </a:lnTo>
                  <a:lnTo>
                    <a:pt x="1681618" y="70227"/>
                  </a:lnTo>
                  <a:lnTo>
                    <a:pt x="1689403" y="70608"/>
                  </a:lnTo>
                  <a:lnTo>
                    <a:pt x="1697188" y="70875"/>
                  </a:lnTo>
                  <a:lnTo>
                    <a:pt x="1704974" y="71190"/>
                  </a:lnTo>
                  <a:lnTo>
                    <a:pt x="1712759" y="71601"/>
                  </a:lnTo>
                  <a:lnTo>
                    <a:pt x="1720544" y="71972"/>
                  </a:lnTo>
                  <a:lnTo>
                    <a:pt x="1728330" y="72338"/>
                  </a:lnTo>
                  <a:lnTo>
                    <a:pt x="1736115" y="72619"/>
                  </a:lnTo>
                  <a:lnTo>
                    <a:pt x="1743900" y="72978"/>
                  </a:lnTo>
                  <a:lnTo>
                    <a:pt x="1751685" y="73464"/>
                  </a:lnTo>
                  <a:lnTo>
                    <a:pt x="1759471" y="73895"/>
                  </a:lnTo>
                  <a:lnTo>
                    <a:pt x="1767256" y="74174"/>
                  </a:lnTo>
                  <a:lnTo>
                    <a:pt x="1775041" y="74541"/>
                  </a:lnTo>
                  <a:lnTo>
                    <a:pt x="1782826" y="74964"/>
                  </a:lnTo>
                  <a:lnTo>
                    <a:pt x="1790612" y="75444"/>
                  </a:lnTo>
                  <a:lnTo>
                    <a:pt x="1798397" y="75904"/>
                  </a:lnTo>
                  <a:lnTo>
                    <a:pt x="1806182" y="76345"/>
                  </a:lnTo>
                  <a:lnTo>
                    <a:pt x="1813967" y="76804"/>
                  </a:lnTo>
                  <a:lnTo>
                    <a:pt x="1821753" y="77342"/>
                  </a:lnTo>
                  <a:lnTo>
                    <a:pt x="1829538" y="77702"/>
                  </a:lnTo>
                  <a:lnTo>
                    <a:pt x="1837323" y="78070"/>
                  </a:lnTo>
                  <a:lnTo>
                    <a:pt x="1845109" y="78450"/>
                  </a:lnTo>
                  <a:lnTo>
                    <a:pt x="1852894" y="78793"/>
                  </a:lnTo>
                  <a:lnTo>
                    <a:pt x="1860679" y="79146"/>
                  </a:lnTo>
                  <a:lnTo>
                    <a:pt x="1868464" y="79482"/>
                  </a:lnTo>
                  <a:lnTo>
                    <a:pt x="1876250" y="79823"/>
                  </a:lnTo>
                  <a:lnTo>
                    <a:pt x="1884035" y="80263"/>
                  </a:lnTo>
                  <a:lnTo>
                    <a:pt x="1891820" y="80615"/>
                  </a:lnTo>
                  <a:lnTo>
                    <a:pt x="1899605" y="80998"/>
                  </a:lnTo>
                  <a:lnTo>
                    <a:pt x="1907391" y="81392"/>
                  </a:lnTo>
                  <a:lnTo>
                    <a:pt x="1915176" y="81807"/>
                  </a:lnTo>
                  <a:lnTo>
                    <a:pt x="1922961" y="82223"/>
                  </a:lnTo>
                  <a:lnTo>
                    <a:pt x="1930747" y="82667"/>
                  </a:lnTo>
                  <a:lnTo>
                    <a:pt x="1938532" y="83217"/>
                  </a:lnTo>
                  <a:lnTo>
                    <a:pt x="1946317" y="83853"/>
                  </a:lnTo>
                  <a:lnTo>
                    <a:pt x="1954102" y="84435"/>
                  </a:lnTo>
                  <a:lnTo>
                    <a:pt x="1961888" y="84845"/>
                  </a:lnTo>
                  <a:lnTo>
                    <a:pt x="1969673" y="85237"/>
                  </a:lnTo>
                  <a:lnTo>
                    <a:pt x="1977458" y="85726"/>
                  </a:lnTo>
                  <a:lnTo>
                    <a:pt x="1985243" y="86272"/>
                  </a:lnTo>
                  <a:lnTo>
                    <a:pt x="1993029" y="86801"/>
                  </a:lnTo>
                  <a:lnTo>
                    <a:pt x="2000814" y="87158"/>
                  </a:lnTo>
                  <a:lnTo>
                    <a:pt x="2008599" y="87428"/>
                  </a:lnTo>
                  <a:lnTo>
                    <a:pt x="2016385" y="87638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247627" y="2508390"/>
              <a:ext cx="2016385" cy="219207"/>
            </a:xfrm>
            <a:custGeom>
              <a:avLst/>
              <a:pathLst>
                <a:path w="2016385" h="219207">
                  <a:moveTo>
                    <a:pt x="0" y="0"/>
                  </a:moveTo>
                  <a:lnTo>
                    <a:pt x="7785" y="492"/>
                  </a:lnTo>
                  <a:lnTo>
                    <a:pt x="15570" y="999"/>
                  </a:lnTo>
                  <a:lnTo>
                    <a:pt x="23355" y="1523"/>
                  </a:lnTo>
                  <a:lnTo>
                    <a:pt x="31141" y="2088"/>
                  </a:lnTo>
                  <a:lnTo>
                    <a:pt x="38926" y="2626"/>
                  </a:lnTo>
                  <a:lnTo>
                    <a:pt x="46711" y="3069"/>
                  </a:lnTo>
                  <a:lnTo>
                    <a:pt x="54496" y="3569"/>
                  </a:lnTo>
                  <a:lnTo>
                    <a:pt x="62282" y="4038"/>
                  </a:lnTo>
                  <a:lnTo>
                    <a:pt x="70067" y="4562"/>
                  </a:lnTo>
                  <a:lnTo>
                    <a:pt x="77852" y="5095"/>
                  </a:lnTo>
                  <a:lnTo>
                    <a:pt x="85637" y="5634"/>
                  </a:lnTo>
                  <a:lnTo>
                    <a:pt x="93423" y="6182"/>
                  </a:lnTo>
                  <a:lnTo>
                    <a:pt x="101208" y="6841"/>
                  </a:lnTo>
                  <a:lnTo>
                    <a:pt x="108993" y="7285"/>
                  </a:lnTo>
                  <a:lnTo>
                    <a:pt x="116779" y="7834"/>
                  </a:lnTo>
                  <a:lnTo>
                    <a:pt x="124564" y="8523"/>
                  </a:lnTo>
                  <a:lnTo>
                    <a:pt x="132349" y="9023"/>
                  </a:lnTo>
                  <a:lnTo>
                    <a:pt x="140134" y="9593"/>
                  </a:lnTo>
                  <a:lnTo>
                    <a:pt x="147920" y="10088"/>
                  </a:lnTo>
                  <a:lnTo>
                    <a:pt x="155705" y="10648"/>
                  </a:lnTo>
                  <a:lnTo>
                    <a:pt x="163490" y="11052"/>
                  </a:lnTo>
                  <a:lnTo>
                    <a:pt x="171275" y="11663"/>
                  </a:lnTo>
                  <a:lnTo>
                    <a:pt x="179061" y="12175"/>
                  </a:lnTo>
                  <a:lnTo>
                    <a:pt x="186846" y="12731"/>
                  </a:lnTo>
                  <a:lnTo>
                    <a:pt x="194631" y="13336"/>
                  </a:lnTo>
                  <a:lnTo>
                    <a:pt x="202417" y="13921"/>
                  </a:lnTo>
                  <a:lnTo>
                    <a:pt x="210202" y="14469"/>
                  </a:lnTo>
                  <a:lnTo>
                    <a:pt x="217987" y="15029"/>
                  </a:lnTo>
                  <a:lnTo>
                    <a:pt x="225772" y="15653"/>
                  </a:lnTo>
                  <a:lnTo>
                    <a:pt x="233558" y="16370"/>
                  </a:lnTo>
                  <a:lnTo>
                    <a:pt x="241343" y="17054"/>
                  </a:lnTo>
                  <a:lnTo>
                    <a:pt x="249128" y="17651"/>
                  </a:lnTo>
                  <a:lnTo>
                    <a:pt x="256913" y="18174"/>
                  </a:lnTo>
                  <a:lnTo>
                    <a:pt x="264699" y="18817"/>
                  </a:lnTo>
                  <a:lnTo>
                    <a:pt x="272484" y="19442"/>
                  </a:lnTo>
                  <a:lnTo>
                    <a:pt x="280269" y="19986"/>
                  </a:lnTo>
                  <a:lnTo>
                    <a:pt x="288055" y="20619"/>
                  </a:lnTo>
                  <a:lnTo>
                    <a:pt x="295840" y="21330"/>
                  </a:lnTo>
                  <a:lnTo>
                    <a:pt x="303625" y="21919"/>
                  </a:lnTo>
                  <a:lnTo>
                    <a:pt x="311410" y="22484"/>
                  </a:lnTo>
                  <a:lnTo>
                    <a:pt x="319196" y="23161"/>
                  </a:lnTo>
                  <a:lnTo>
                    <a:pt x="326981" y="23842"/>
                  </a:lnTo>
                  <a:lnTo>
                    <a:pt x="334766" y="24524"/>
                  </a:lnTo>
                  <a:lnTo>
                    <a:pt x="342551" y="25173"/>
                  </a:lnTo>
                  <a:lnTo>
                    <a:pt x="350337" y="25841"/>
                  </a:lnTo>
                  <a:lnTo>
                    <a:pt x="358122" y="26451"/>
                  </a:lnTo>
                  <a:lnTo>
                    <a:pt x="365907" y="26983"/>
                  </a:lnTo>
                  <a:lnTo>
                    <a:pt x="373692" y="27552"/>
                  </a:lnTo>
                  <a:lnTo>
                    <a:pt x="381478" y="28016"/>
                  </a:lnTo>
                  <a:lnTo>
                    <a:pt x="389263" y="28540"/>
                  </a:lnTo>
                  <a:lnTo>
                    <a:pt x="397048" y="29251"/>
                  </a:lnTo>
                  <a:lnTo>
                    <a:pt x="404834" y="29892"/>
                  </a:lnTo>
                  <a:lnTo>
                    <a:pt x="412619" y="30529"/>
                  </a:lnTo>
                  <a:lnTo>
                    <a:pt x="420404" y="31134"/>
                  </a:lnTo>
                  <a:lnTo>
                    <a:pt x="428189" y="31813"/>
                  </a:lnTo>
                  <a:lnTo>
                    <a:pt x="435975" y="32367"/>
                  </a:lnTo>
                  <a:lnTo>
                    <a:pt x="443760" y="33027"/>
                  </a:lnTo>
                  <a:lnTo>
                    <a:pt x="451545" y="33763"/>
                  </a:lnTo>
                  <a:lnTo>
                    <a:pt x="459330" y="34391"/>
                  </a:lnTo>
                  <a:lnTo>
                    <a:pt x="467116" y="34887"/>
                  </a:lnTo>
                  <a:lnTo>
                    <a:pt x="474901" y="35551"/>
                  </a:lnTo>
                  <a:lnTo>
                    <a:pt x="482686" y="36218"/>
                  </a:lnTo>
                  <a:lnTo>
                    <a:pt x="490472" y="36980"/>
                  </a:lnTo>
                  <a:lnTo>
                    <a:pt x="498257" y="37736"/>
                  </a:lnTo>
                  <a:lnTo>
                    <a:pt x="506042" y="38456"/>
                  </a:lnTo>
                  <a:lnTo>
                    <a:pt x="513827" y="39112"/>
                  </a:lnTo>
                  <a:lnTo>
                    <a:pt x="521613" y="39706"/>
                  </a:lnTo>
                  <a:lnTo>
                    <a:pt x="529398" y="40369"/>
                  </a:lnTo>
                  <a:lnTo>
                    <a:pt x="537183" y="41030"/>
                  </a:lnTo>
                  <a:lnTo>
                    <a:pt x="544968" y="41693"/>
                  </a:lnTo>
                  <a:lnTo>
                    <a:pt x="552754" y="42385"/>
                  </a:lnTo>
                  <a:lnTo>
                    <a:pt x="560539" y="43032"/>
                  </a:lnTo>
                  <a:lnTo>
                    <a:pt x="568324" y="43693"/>
                  </a:lnTo>
                  <a:lnTo>
                    <a:pt x="576110" y="44455"/>
                  </a:lnTo>
                  <a:lnTo>
                    <a:pt x="583895" y="45198"/>
                  </a:lnTo>
                  <a:lnTo>
                    <a:pt x="591680" y="45889"/>
                  </a:lnTo>
                  <a:lnTo>
                    <a:pt x="599465" y="46689"/>
                  </a:lnTo>
                  <a:lnTo>
                    <a:pt x="607251" y="47435"/>
                  </a:lnTo>
                  <a:lnTo>
                    <a:pt x="615036" y="48083"/>
                  </a:lnTo>
                  <a:lnTo>
                    <a:pt x="622821" y="48781"/>
                  </a:lnTo>
                  <a:lnTo>
                    <a:pt x="630606" y="49420"/>
                  </a:lnTo>
                  <a:lnTo>
                    <a:pt x="638392" y="50200"/>
                  </a:lnTo>
                  <a:lnTo>
                    <a:pt x="646177" y="50797"/>
                  </a:lnTo>
                  <a:lnTo>
                    <a:pt x="653962" y="51489"/>
                  </a:lnTo>
                  <a:lnTo>
                    <a:pt x="661747" y="52244"/>
                  </a:lnTo>
                  <a:lnTo>
                    <a:pt x="669533" y="53001"/>
                  </a:lnTo>
                  <a:lnTo>
                    <a:pt x="677318" y="53852"/>
                  </a:lnTo>
                  <a:lnTo>
                    <a:pt x="685103" y="54690"/>
                  </a:lnTo>
                  <a:lnTo>
                    <a:pt x="692889" y="55648"/>
                  </a:lnTo>
                  <a:lnTo>
                    <a:pt x="700674" y="56449"/>
                  </a:lnTo>
                  <a:lnTo>
                    <a:pt x="708459" y="57258"/>
                  </a:lnTo>
                  <a:lnTo>
                    <a:pt x="716244" y="58010"/>
                  </a:lnTo>
                  <a:lnTo>
                    <a:pt x="724030" y="58895"/>
                  </a:lnTo>
                  <a:lnTo>
                    <a:pt x="731815" y="59628"/>
                  </a:lnTo>
                  <a:lnTo>
                    <a:pt x="739600" y="60466"/>
                  </a:lnTo>
                  <a:lnTo>
                    <a:pt x="747385" y="61136"/>
                  </a:lnTo>
                  <a:lnTo>
                    <a:pt x="755171" y="62013"/>
                  </a:lnTo>
                  <a:lnTo>
                    <a:pt x="762956" y="62735"/>
                  </a:lnTo>
                  <a:lnTo>
                    <a:pt x="770741" y="63466"/>
                  </a:lnTo>
                  <a:lnTo>
                    <a:pt x="778527" y="64248"/>
                  </a:lnTo>
                  <a:lnTo>
                    <a:pt x="786312" y="64957"/>
                  </a:lnTo>
                  <a:lnTo>
                    <a:pt x="794097" y="65556"/>
                  </a:lnTo>
                  <a:lnTo>
                    <a:pt x="801882" y="66369"/>
                  </a:lnTo>
                  <a:lnTo>
                    <a:pt x="809668" y="67233"/>
                  </a:lnTo>
                  <a:lnTo>
                    <a:pt x="817453" y="67920"/>
                  </a:lnTo>
                  <a:lnTo>
                    <a:pt x="825238" y="68675"/>
                  </a:lnTo>
                  <a:lnTo>
                    <a:pt x="833023" y="69526"/>
                  </a:lnTo>
                  <a:lnTo>
                    <a:pt x="840809" y="70155"/>
                  </a:lnTo>
                  <a:lnTo>
                    <a:pt x="848594" y="70979"/>
                  </a:lnTo>
                  <a:lnTo>
                    <a:pt x="856379" y="71919"/>
                  </a:lnTo>
                  <a:lnTo>
                    <a:pt x="864165" y="72658"/>
                  </a:lnTo>
                  <a:lnTo>
                    <a:pt x="871950" y="73388"/>
                  </a:lnTo>
                  <a:lnTo>
                    <a:pt x="879735" y="74060"/>
                  </a:lnTo>
                  <a:lnTo>
                    <a:pt x="887520" y="74878"/>
                  </a:lnTo>
                  <a:lnTo>
                    <a:pt x="895306" y="75658"/>
                  </a:lnTo>
                  <a:lnTo>
                    <a:pt x="903091" y="76412"/>
                  </a:lnTo>
                  <a:lnTo>
                    <a:pt x="910876" y="77136"/>
                  </a:lnTo>
                  <a:lnTo>
                    <a:pt x="918661" y="77883"/>
                  </a:lnTo>
                  <a:lnTo>
                    <a:pt x="926447" y="78699"/>
                  </a:lnTo>
                  <a:lnTo>
                    <a:pt x="934232" y="79573"/>
                  </a:lnTo>
                  <a:lnTo>
                    <a:pt x="942017" y="80415"/>
                  </a:lnTo>
                  <a:lnTo>
                    <a:pt x="949802" y="81226"/>
                  </a:lnTo>
                  <a:lnTo>
                    <a:pt x="957588" y="82198"/>
                  </a:lnTo>
                  <a:lnTo>
                    <a:pt x="965373" y="82925"/>
                  </a:lnTo>
                  <a:lnTo>
                    <a:pt x="973158" y="83626"/>
                  </a:lnTo>
                  <a:lnTo>
                    <a:pt x="980944" y="84328"/>
                  </a:lnTo>
                  <a:lnTo>
                    <a:pt x="988729" y="85172"/>
                  </a:lnTo>
                  <a:lnTo>
                    <a:pt x="996514" y="86103"/>
                  </a:lnTo>
                  <a:lnTo>
                    <a:pt x="1004299" y="87017"/>
                  </a:lnTo>
                  <a:lnTo>
                    <a:pt x="1012085" y="87941"/>
                  </a:lnTo>
                  <a:lnTo>
                    <a:pt x="1019870" y="88693"/>
                  </a:lnTo>
                  <a:lnTo>
                    <a:pt x="1027655" y="89608"/>
                  </a:lnTo>
                  <a:lnTo>
                    <a:pt x="1035440" y="90574"/>
                  </a:lnTo>
                  <a:lnTo>
                    <a:pt x="1043226" y="91422"/>
                  </a:lnTo>
                  <a:lnTo>
                    <a:pt x="1051011" y="92359"/>
                  </a:lnTo>
                  <a:lnTo>
                    <a:pt x="1058796" y="93297"/>
                  </a:lnTo>
                  <a:lnTo>
                    <a:pt x="1066582" y="94216"/>
                  </a:lnTo>
                  <a:lnTo>
                    <a:pt x="1074367" y="95114"/>
                  </a:lnTo>
                  <a:lnTo>
                    <a:pt x="1082152" y="96012"/>
                  </a:lnTo>
                  <a:lnTo>
                    <a:pt x="1089937" y="96922"/>
                  </a:lnTo>
                  <a:lnTo>
                    <a:pt x="1097723" y="97747"/>
                  </a:lnTo>
                  <a:lnTo>
                    <a:pt x="1105508" y="98637"/>
                  </a:lnTo>
                  <a:lnTo>
                    <a:pt x="1113293" y="99562"/>
                  </a:lnTo>
                  <a:lnTo>
                    <a:pt x="1121078" y="100567"/>
                  </a:lnTo>
                  <a:lnTo>
                    <a:pt x="1128864" y="101449"/>
                  </a:lnTo>
                  <a:lnTo>
                    <a:pt x="1136649" y="102382"/>
                  </a:lnTo>
                  <a:lnTo>
                    <a:pt x="1144434" y="103338"/>
                  </a:lnTo>
                  <a:lnTo>
                    <a:pt x="1152220" y="104183"/>
                  </a:lnTo>
                  <a:lnTo>
                    <a:pt x="1160005" y="104962"/>
                  </a:lnTo>
                  <a:lnTo>
                    <a:pt x="1167790" y="105879"/>
                  </a:lnTo>
                  <a:lnTo>
                    <a:pt x="1175575" y="106797"/>
                  </a:lnTo>
                  <a:lnTo>
                    <a:pt x="1183361" y="107789"/>
                  </a:lnTo>
                  <a:lnTo>
                    <a:pt x="1191146" y="108785"/>
                  </a:lnTo>
                  <a:lnTo>
                    <a:pt x="1198931" y="109797"/>
                  </a:lnTo>
                  <a:lnTo>
                    <a:pt x="1206716" y="110715"/>
                  </a:lnTo>
                  <a:lnTo>
                    <a:pt x="1214502" y="111571"/>
                  </a:lnTo>
                  <a:lnTo>
                    <a:pt x="1222287" y="112423"/>
                  </a:lnTo>
                  <a:lnTo>
                    <a:pt x="1230072" y="113409"/>
                  </a:lnTo>
                  <a:lnTo>
                    <a:pt x="1237857" y="114523"/>
                  </a:lnTo>
                  <a:lnTo>
                    <a:pt x="1245643" y="115466"/>
                  </a:lnTo>
                  <a:lnTo>
                    <a:pt x="1253428" y="116394"/>
                  </a:lnTo>
                  <a:lnTo>
                    <a:pt x="1261213" y="117171"/>
                  </a:lnTo>
                  <a:lnTo>
                    <a:pt x="1268999" y="118112"/>
                  </a:lnTo>
                  <a:lnTo>
                    <a:pt x="1276784" y="118946"/>
                  </a:lnTo>
                  <a:lnTo>
                    <a:pt x="1284569" y="119850"/>
                  </a:lnTo>
                  <a:lnTo>
                    <a:pt x="1292354" y="120829"/>
                  </a:lnTo>
                  <a:lnTo>
                    <a:pt x="1300140" y="121553"/>
                  </a:lnTo>
                  <a:lnTo>
                    <a:pt x="1307925" y="122310"/>
                  </a:lnTo>
                  <a:lnTo>
                    <a:pt x="1315710" y="123350"/>
                  </a:lnTo>
                  <a:lnTo>
                    <a:pt x="1323495" y="124285"/>
                  </a:lnTo>
                  <a:lnTo>
                    <a:pt x="1331281" y="125271"/>
                  </a:lnTo>
                  <a:lnTo>
                    <a:pt x="1339066" y="126300"/>
                  </a:lnTo>
                  <a:lnTo>
                    <a:pt x="1346851" y="127397"/>
                  </a:lnTo>
                  <a:lnTo>
                    <a:pt x="1354637" y="128410"/>
                  </a:lnTo>
                  <a:lnTo>
                    <a:pt x="1362422" y="129497"/>
                  </a:lnTo>
                  <a:lnTo>
                    <a:pt x="1370207" y="130372"/>
                  </a:lnTo>
                  <a:lnTo>
                    <a:pt x="1377992" y="131331"/>
                  </a:lnTo>
                  <a:lnTo>
                    <a:pt x="1385778" y="132084"/>
                  </a:lnTo>
                  <a:lnTo>
                    <a:pt x="1393563" y="132908"/>
                  </a:lnTo>
                  <a:lnTo>
                    <a:pt x="1401348" y="133852"/>
                  </a:lnTo>
                  <a:lnTo>
                    <a:pt x="1409133" y="135063"/>
                  </a:lnTo>
                  <a:lnTo>
                    <a:pt x="1416919" y="135604"/>
                  </a:lnTo>
                  <a:lnTo>
                    <a:pt x="1424704" y="136413"/>
                  </a:lnTo>
                  <a:lnTo>
                    <a:pt x="1432489" y="137326"/>
                  </a:lnTo>
                  <a:lnTo>
                    <a:pt x="1440275" y="138343"/>
                  </a:lnTo>
                  <a:lnTo>
                    <a:pt x="1448060" y="139238"/>
                  </a:lnTo>
                  <a:lnTo>
                    <a:pt x="1455845" y="140280"/>
                  </a:lnTo>
                  <a:lnTo>
                    <a:pt x="1463630" y="141400"/>
                  </a:lnTo>
                  <a:lnTo>
                    <a:pt x="1471416" y="142385"/>
                  </a:lnTo>
                  <a:lnTo>
                    <a:pt x="1479201" y="143465"/>
                  </a:lnTo>
                  <a:lnTo>
                    <a:pt x="1486986" y="144508"/>
                  </a:lnTo>
                  <a:lnTo>
                    <a:pt x="1494771" y="145604"/>
                  </a:lnTo>
                  <a:lnTo>
                    <a:pt x="1502557" y="146640"/>
                  </a:lnTo>
                  <a:lnTo>
                    <a:pt x="1510342" y="147691"/>
                  </a:lnTo>
                  <a:lnTo>
                    <a:pt x="1518127" y="148758"/>
                  </a:lnTo>
                  <a:lnTo>
                    <a:pt x="1525912" y="149842"/>
                  </a:lnTo>
                  <a:lnTo>
                    <a:pt x="1533698" y="150841"/>
                  </a:lnTo>
                  <a:lnTo>
                    <a:pt x="1541483" y="151980"/>
                  </a:lnTo>
                  <a:lnTo>
                    <a:pt x="1549268" y="153153"/>
                  </a:lnTo>
                  <a:lnTo>
                    <a:pt x="1557054" y="154240"/>
                  </a:lnTo>
                  <a:lnTo>
                    <a:pt x="1564839" y="155299"/>
                  </a:lnTo>
                  <a:lnTo>
                    <a:pt x="1572624" y="156178"/>
                  </a:lnTo>
                  <a:lnTo>
                    <a:pt x="1580409" y="157237"/>
                  </a:lnTo>
                  <a:lnTo>
                    <a:pt x="1588195" y="158159"/>
                  </a:lnTo>
                  <a:lnTo>
                    <a:pt x="1595980" y="159201"/>
                  </a:lnTo>
                  <a:lnTo>
                    <a:pt x="1603765" y="160311"/>
                  </a:lnTo>
                  <a:lnTo>
                    <a:pt x="1611550" y="161340"/>
                  </a:lnTo>
                  <a:lnTo>
                    <a:pt x="1619336" y="162479"/>
                  </a:lnTo>
                  <a:lnTo>
                    <a:pt x="1627121" y="163476"/>
                  </a:lnTo>
                  <a:lnTo>
                    <a:pt x="1634906" y="164594"/>
                  </a:lnTo>
                  <a:lnTo>
                    <a:pt x="1642692" y="165697"/>
                  </a:lnTo>
                  <a:lnTo>
                    <a:pt x="1650477" y="166841"/>
                  </a:lnTo>
                  <a:lnTo>
                    <a:pt x="1658262" y="167936"/>
                  </a:lnTo>
                  <a:lnTo>
                    <a:pt x="1666047" y="168894"/>
                  </a:lnTo>
                  <a:lnTo>
                    <a:pt x="1673833" y="169895"/>
                  </a:lnTo>
                  <a:lnTo>
                    <a:pt x="1681618" y="170956"/>
                  </a:lnTo>
                  <a:lnTo>
                    <a:pt x="1689403" y="172059"/>
                  </a:lnTo>
                  <a:lnTo>
                    <a:pt x="1697188" y="173187"/>
                  </a:lnTo>
                  <a:lnTo>
                    <a:pt x="1704974" y="174377"/>
                  </a:lnTo>
                  <a:lnTo>
                    <a:pt x="1712759" y="175455"/>
                  </a:lnTo>
                  <a:lnTo>
                    <a:pt x="1720544" y="176635"/>
                  </a:lnTo>
                  <a:lnTo>
                    <a:pt x="1728330" y="177806"/>
                  </a:lnTo>
                  <a:lnTo>
                    <a:pt x="1736115" y="178887"/>
                  </a:lnTo>
                  <a:lnTo>
                    <a:pt x="1743900" y="179940"/>
                  </a:lnTo>
                  <a:lnTo>
                    <a:pt x="1751685" y="180916"/>
                  </a:lnTo>
                  <a:lnTo>
                    <a:pt x="1759471" y="181995"/>
                  </a:lnTo>
                  <a:lnTo>
                    <a:pt x="1767256" y="183055"/>
                  </a:lnTo>
                  <a:lnTo>
                    <a:pt x="1775041" y="184047"/>
                  </a:lnTo>
                  <a:lnTo>
                    <a:pt x="1782826" y="185170"/>
                  </a:lnTo>
                  <a:lnTo>
                    <a:pt x="1790612" y="186276"/>
                  </a:lnTo>
                  <a:lnTo>
                    <a:pt x="1798397" y="187459"/>
                  </a:lnTo>
                  <a:lnTo>
                    <a:pt x="1806182" y="188486"/>
                  </a:lnTo>
                  <a:lnTo>
                    <a:pt x="1813967" y="189594"/>
                  </a:lnTo>
                  <a:lnTo>
                    <a:pt x="1821753" y="190755"/>
                  </a:lnTo>
                  <a:lnTo>
                    <a:pt x="1829538" y="191833"/>
                  </a:lnTo>
                  <a:lnTo>
                    <a:pt x="1837323" y="192815"/>
                  </a:lnTo>
                  <a:lnTo>
                    <a:pt x="1845109" y="194076"/>
                  </a:lnTo>
                  <a:lnTo>
                    <a:pt x="1852894" y="195219"/>
                  </a:lnTo>
                  <a:lnTo>
                    <a:pt x="1860679" y="196442"/>
                  </a:lnTo>
                  <a:lnTo>
                    <a:pt x="1868464" y="197582"/>
                  </a:lnTo>
                  <a:lnTo>
                    <a:pt x="1876250" y="198616"/>
                  </a:lnTo>
                  <a:lnTo>
                    <a:pt x="1884035" y="199624"/>
                  </a:lnTo>
                  <a:lnTo>
                    <a:pt x="1891820" y="200855"/>
                  </a:lnTo>
                  <a:lnTo>
                    <a:pt x="1899605" y="202198"/>
                  </a:lnTo>
                  <a:lnTo>
                    <a:pt x="1907391" y="203351"/>
                  </a:lnTo>
                  <a:lnTo>
                    <a:pt x="1915176" y="204531"/>
                  </a:lnTo>
                  <a:lnTo>
                    <a:pt x="1922961" y="205785"/>
                  </a:lnTo>
                  <a:lnTo>
                    <a:pt x="1930747" y="206990"/>
                  </a:lnTo>
                  <a:lnTo>
                    <a:pt x="1938532" y="208080"/>
                  </a:lnTo>
                  <a:lnTo>
                    <a:pt x="1946317" y="209198"/>
                  </a:lnTo>
                  <a:lnTo>
                    <a:pt x="1954102" y="210103"/>
                  </a:lnTo>
                  <a:lnTo>
                    <a:pt x="1961888" y="211176"/>
                  </a:lnTo>
                  <a:lnTo>
                    <a:pt x="1969673" y="212346"/>
                  </a:lnTo>
                  <a:lnTo>
                    <a:pt x="1977458" y="213426"/>
                  </a:lnTo>
                  <a:lnTo>
                    <a:pt x="1985243" y="214567"/>
                  </a:lnTo>
                  <a:lnTo>
                    <a:pt x="1993029" y="215742"/>
                  </a:lnTo>
                  <a:lnTo>
                    <a:pt x="2000814" y="216917"/>
                  </a:lnTo>
                  <a:lnTo>
                    <a:pt x="2008599" y="218094"/>
                  </a:lnTo>
                  <a:lnTo>
                    <a:pt x="2016385" y="219207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247627" y="2521673"/>
              <a:ext cx="2016385" cy="150881"/>
            </a:xfrm>
            <a:custGeom>
              <a:avLst/>
              <a:pathLst>
                <a:path w="2016385" h="150881">
                  <a:moveTo>
                    <a:pt x="0" y="0"/>
                  </a:moveTo>
                  <a:lnTo>
                    <a:pt x="7785" y="400"/>
                  </a:lnTo>
                  <a:lnTo>
                    <a:pt x="15570" y="767"/>
                  </a:lnTo>
                  <a:lnTo>
                    <a:pt x="23355" y="1140"/>
                  </a:lnTo>
                  <a:lnTo>
                    <a:pt x="31141" y="1478"/>
                  </a:lnTo>
                  <a:lnTo>
                    <a:pt x="38926" y="1853"/>
                  </a:lnTo>
                  <a:lnTo>
                    <a:pt x="46711" y="2417"/>
                  </a:lnTo>
                  <a:lnTo>
                    <a:pt x="54496" y="2852"/>
                  </a:lnTo>
                  <a:lnTo>
                    <a:pt x="62282" y="3210"/>
                  </a:lnTo>
                  <a:lnTo>
                    <a:pt x="70067" y="3680"/>
                  </a:lnTo>
                  <a:lnTo>
                    <a:pt x="77852" y="4109"/>
                  </a:lnTo>
                  <a:lnTo>
                    <a:pt x="85637" y="4545"/>
                  </a:lnTo>
                  <a:lnTo>
                    <a:pt x="93423" y="4854"/>
                  </a:lnTo>
                  <a:lnTo>
                    <a:pt x="101208" y="5130"/>
                  </a:lnTo>
                  <a:lnTo>
                    <a:pt x="108993" y="5585"/>
                  </a:lnTo>
                  <a:lnTo>
                    <a:pt x="116779" y="5993"/>
                  </a:lnTo>
                  <a:lnTo>
                    <a:pt x="124564" y="6364"/>
                  </a:lnTo>
                  <a:lnTo>
                    <a:pt x="132349" y="6757"/>
                  </a:lnTo>
                  <a:lnTo>
                    <a:pt x="140134" y="7115"/>
                  </a:lnTo>
                  <a:lnTo>
                    <a:pt x="147920" y="7587"/>
                  </a:lnTo>
                  <a:lnTo>
                    <a:pt x="155705" y="8037"/>
                  </a:lnTo>
                  <a:lnTo>
                    <a:pt x="163490" y="8482"/>
                  </a:lnTo>
                  <a:lnTo>
                    <a:pt x="171275" y="8982"/>
                  </a:lnTo>
                  <a:lnTo>
                    <a:pt x="179061" y="9463"/>
                  </a:lnTo>
                  <a:lnTo>
                    <a:pt x="186846" y="10071"/>
                  </a:lnTo>
                  <a:lnTo>
                    <a:pt x="194631" y="10607"/>
                  </a:lnTo>
                  <a:lnTo>
                    <a:pt x="202417" y="10911"/>
                  </a:lnTo>
                  <a:lnTo>
                    <a:pt x="210202" y="11282"/>
                  </a:lnTo>
                  <a:lnTo>
                    <a:pt x="217987" y="11745"/>
                  </a:lnTo>
                  <a:lnTo>
                    <a:pt x="225772" y="12224"/>
                  </a:lnTo>
                  <a:lnTo>
                    <a:pt x="233558" y="12792"/>
                  </a:lnTo>
                  <a:lnTo>
                    <a:pt x="241343" y="13394"/>
                  </a:lnTo>
                  <a:lnTo>
                    <a:pt x="249128" y="13906"/>
                  </a:lnTo>
                  <a:lnTo>
                    <a:pt x="256913" y="14335"/>
                  </a:lnTo>
                  <a:lnTo>
                    <a:pt x="264699" y="14830"/>
                  </a:lnTo>
                  <a:lnTo>
                    <a:pt x="272484" y="15197"/>
                  </a:lnTo>
                  <a:lnTo>
                    <a:pt x="280269" y="15802"/>
                  </a:lnTo>
                  <a:lnTo>
                    <a:pt x="288055" y="16250"/>
                  </a:lnTo>
                  <a:lnTo>
                    <a:pt x="295840" y="16695"/>
                  </a:lnTo>
                  <a:lnTo>
                    <a:pt x="303625" y="17129"/>
                  </a:lnTo>
                  <a:lnTo>
                    <a:pt x="311410" y="17701"/>
                  </a:lnTo>
                  <a:lnTo>
                    <a:pt x="319196" y="18130"/>
                  </a:lnTo>
                  <a:lnTo>
                    <a:pt x="326981" y="18639"/>
                  </a:lnTo>
                  <a:lnTo>
                    <a:pt x="334766" y="19002"/>
                  </a:lnTo>
                  <a:lnTo>
                    <a:pt x="342551" y="19482"/>
                  </a:lnTo>
                  <a:lnTo>
                    <a:pt x="350337" y="19885"/>
                  </a:lnTo>
                  <a:lnTo>
                    <a:pt x="358122" y="20391"/>
                  </a:lnTo>
                  <a:lnTo>
                    <a:pt x="365907" y="20817"/>
                  </a:lnTo>
                  <a:lnTo>
                    <a:pt x="373692" y="21245"/>
                  </a:lnTo>
                  <a:lnTo>
                    <a:pt x="381478" y="21697"/>
                  </a:lnTo>
                  <a:lnTo>
                    <a:pt x="389263" y="22223"/>
                  </a:lnTo>
                  <a:lnTo>
                    <a:pt x="397048" y="22649"/>
                  </a:lnTo>
                  <a:lnTo>
                    <a:pt x="404834" y="23106"/>
                  </a:lnTo>
                  <a:lnTo>
                    <a:pt x="412619" y="23554"/>
                  </a:lnTo>
                  <a:lnTo>
                    <a:pt x="420404" y="24089"/>
                  </a:lnTo>
                  <a:lnTo>
                    <a:pt x="428189" y="24526"/>
                  </a:lnTo>
                  <a:lnTo>
                    <a:pt x="435975" y="25024"/>
                  </a:lnTo>
                  <a:lnTo>
                    <a:pt x="443760" y="25548"/>
                  </a:lnTo>
                  <a:lnTo>
                    <a:pt x="451545" y="26125"/>
                  </a:lnTo>
                  <a:lnTo>
                    <a:pt x="459330" y="26545"/>
                  </a:lnTo>
                  <a:lnTo>
                    <a:pt x="467116" y="27153"/>
                  </a:lnTo>
                  <a:lnTo>
                    <a:pt x="474901" y="27635"/>
                  </a:lnTo>
                  <a:lnTo>
                    <a:pt x="482686" y="28134"/>
                  </a:lnTo>
                  <a:lnTo>
                    <a:pt x="490472" y="28726"/>
                  </a:lnTo>
                  <a:lnTo>
                    <a:pt x="498257" y="29211"/>
                  </a:lnTo>
                  <a:lnTo>
                    <a:pt x="506042" y="29790"/>
                  </a:lnTo>
                  <a:lnTo>
                    <a:pt x="513827" y="30161"/>
                  </a:lnTo>
                  <a:lnTo>
                    <a:pt x="521613" y="30776"/>
                  </a:lnTo>
                  <a:lnTo>
                    <a:pt x="529398" y="31166"/>
                  </a:lnTo>
                  <a:lnTo>
                    <a:pt x="537183" y="31606"/>
                  </a:lnTo>
                  <a:lnTo>
                    <a:pt x="544968" y="31984"/>
                  </a:lnTo>
                  <a:lnTo>
                    <a:pt x="552754" y="32566"/>
                  </a:lnTo>
                  <a:lnTo>
                    <a:pt x="560539" y="33000"/>
                  </a:lnTo>
                  <a:lnTo>
                    <a:pt x="568324" y="33509"/>
                  </a:lnTo>
                  <a:lnTo>
                    <a:pt x="576110" y="33973"/>
                  </a:lnTo>
                  <a:lnTo>
                    <a:pt x="583895" y="34486"/>
                  </a:lnTo>
                  <a:lnTo>
                    <a:pt x="591680" y="34887"/>
                  </a:lnTo>
                  <a:lnTo>
                    <a:pt x="599465" y="35374"/>
                  </a:lnTo>
                  <a:lnTo>
                    <a:pt x="607251" y="35799"/>
                  </a:lnTo>
                  <a:lnTo>
                    <a:pt x="615036" y="36457"/>
                  </a:lnTo>
                  <a:lnTo>
                    <a:pt x="622821" y="36952"/>
                  </a:lnTo>
                  <a:lnTo>
                    <a:pt x="630606" y="37379"/>
                  </a:lnTo>
                  <a:lnTo>
                    <a:pt x="638392" y="37835"/>
                  </a:lnTo>
                  <a:lnTo>
                    <a:pt x="646177" y="38310"/>
                  </a:lnTo>
                  <a:lnTo>
                    <a:pt x="653962" y="38833"/>
                  </a:lnTo>
                  <a:lnTo>
                    <a:pt x="661747" y="39285"/>
                  </a:lnTo>
                  <a:lnTo>
                    <a:pt x="669533" y="39819"/>
                  </a:lnTo>
                  <a:lnTo>
                    <a:pt x="677318" y="40495"/>
                  </a:lnTo>
                  <a:lnTo>
                    <a:pt x="685103" y="41021"/>
                  </a:lnTo>
                  <a:lnTo>
                    <a:pt x="692889" y="41547"/>
                  </a:lnTo>
                  <a:lnTo>
                    <a:pt x="700674" y="41998"/>
                  </a:lnTo>
                  <a:lnTo>
                    <a:pt x="708459" y="42416"/>
                  </a:lnTo>
                  <a:lnTo>
                    <a:pt x="716244" y="42930"/>
                  </a:lnTo>
                  <a:lnTo>
                    <a:pt x="724030" y="43441"/>
                  </a:lnTo>
                  <a:lnTo>
                    <a:pt x="731815" y="44107"/>
                  </a:lnTo>
                  <a:lnTo>
                    <a:pt x="739600" y="44605"/>
                  </a:lnTo>
                  <a:lnTo>
                    <a:pt x="747385" y="45234"/>
                  </a:lnTo>
                  <a:lnTo>
                    <a:pt x="755171" y="45719"/>
                  </a:lnTo>
                  <a:lnTo>
                    <a:pt x="762956" y="46349"/>
                  </a:lnTo>
                  <a:lnTo>
                    <a:pt x="770741" y="46959"/>
                  </a:lnTo>
                  <a:lnTo>
                    <a:pt x="778527" y="47587"/>
                  </a:lnTo>
                  <a:lnTo>
                    <a:pt x="786312" y="47953"/>
                  </a:lnTo>
                  <a:lnTo>
                    <a:pt x="794097" y="48494"/>
                  </a:lnTo>
                  <a:lnTo>
                    <a:pt x="801882" y="49031"/>
                  </a:lnTo>
                  <a:lnTo>
                    <a:pt x="809668" y="49595"/>
                  </a:lnTo>
                  <a:lnTo>
                    <a:pt x="817453" y="50033"/>
                  </a:lnTo>
                  <a:lnTo>
                    <a:pt x="825238" y="50667"/>
                  </a:lnTo>
                  <a:lnTo>
                    <a:pt x="833023" y="51123"/>
                  </a:lnTo>
                  <a:lnTo>
                    <a:pt x="840809" y="51847"/>
                  </a:lnTo>
                  <a:lnTo>
                    <a:pt x="848594" y="52585"/>
                  </a:lnTo>
                  <a:lnTo>
                    <a:pt x="856379" y="53176"/>
                  </a:lnTo>
                  <a:lnTo>
                    <a:pt x="864165" y="53812"/>
                  </a:lnTo>
                  <a:lnTo>
                    <a:pt x="871950" y="54367"/>
                  </a:lnTo>
                  <a:lnTo>
                    <a:pt x="879735" y="54865"/>
                  </a:lnTo>
                  <a:lnTo>
                    <a:pt x="887520" y="55405"/>
                  </a:lnTo>
                  <a:lnTo>
                    <a:pt x="895306" y="55939"/>
                  </a:lnTo>
                  <a:lnTo>
                    <a:pt x="903091" y="56373"/>
                  </a:lnTo>
                  <a:lnTo>
                    <a:pt x="910876" y="57028"/>
                  </a:lnTo>
                  <a:lnTo>
                    <a:pt x="918661" y="57643"/>
                  </a:lnTo>
                  <a:lnTo>
                    <a:pt x="926447" y="58362"/>
                  </a:lnTo>
                  <a:lnTo>
                    <a:pt x="934232" y="58911"/>
                  </a:lnTo>
                  <a:lnTo>
                    <a:pt x="942017" y="59529"/>
                  </a:lnTo>
                  <a:lnTo>
                    <a:pt x="949802" y="60066"/>
                  </a:lnTo>
                  <a:lnTo>
                    <a:pt x="957588" y="60724"/>
                  </a:lnTo>
                  <a:lnTo>
                    <a:pt x="965373" y="61253"/>
                  </a:lnTo>
                  <a:lnTo>
                    <a:pt x="973158" y="61832"/>
                  </a:lnTo>
                  <a:lnTo>
                    <a:pt x="980944" y="62403"/>
                  </a:lnTo>
                  <a:lnTo>
                    <a:pt x="988729" y="62940"/>
                  </a:lnTo>
                  <a:lnTo>
                    <a:pt x="996514" y="63441"/>
                  </a:lnTo>
                  <a:lnTo>
                    <a:pt x="1004299" y="63965"/>
                  </a:lnTo>
                  <a:lnTo>
                    <a:pt x="1012085" y="64470"/>
                  </a:lnTo>
                  <a:lnTo>
                    <a:pt x="1019870" y="65051"/>
                  </a:lnTo>
                  <a:lnTo>
                    <a:pt x="1027655" y="65634"/>
                  </a:lnTo>
                  <a:lnTo>
                    <a:pt x="1035440" y="66009"/>
                  </a:lnTo>
                  <a:lnTo>
                    <a:pt x="1043226" y="66564"/>
                  </a:lnTo>
                  <a:lnTo>
                    <a:pt x="1051011" y="67041"/>
                  </a:lnTo>
                  <a:lnTo>
                    <a:pt x="1058796" y="67573"/>
                  </a:lnTo>
                  <a:lnTo>
                    <a:pt x="1066582" y="68119"/>
                  </a:lnTo>
                  <a:lnTo>
                    <a:pt x="1074367" y="68838"/>
                  </a:lnTo>
                  <a:lnTo>
                    <a:pt x="1082152" y="69519"/>
                  </a:lnTo>
                  <a:lnTo>
                    <a:pt x="1089937" y="70075"/>
                  </a:lnTo>
                  <a:lnTo>
                    <a:pt x="1097723" y="70759"/>
                  </a:lnTo>
                  <a:lnTo>
                    <a:pt x="1105508" y="71325"/>
                  </a:lnTo>
                  <a:lnTo>
                    <a:pt x="1113293" y="71989"/>
                  </a:lnTo>
                  <a:lnTo>
                    <a:pt x="1121078" y="72566"/>
                  </a:lnTo>
                  <a:lnTo>
                    <a:pt x="1128864" y="73311"/>
                  </a:lnTo>
                  <a:lnTo>
                    <a:pt x="1136649" y="73772"/>
                  </a:lnTo>
                  <a:lnTo>
                    <a:pt x="1144434" y="74479"/>
                  </a:lnTo>
                  <a:lnTo>
                    <a:pt x="1152220" y="75038"/>
                  </a:lnTo>
                  <a:lnTo>
                    <a:pt x="1160005" y="75649"/>
                  </a:lnTo>
                  <a:lnTo>
                    <a:pt x="1167790" y="76373"/>
                  </a:lnTo>
                  <a:lnTo>
                    <a:pt x="1175575" y="76868"/>
                  </a:lnTo>
                  <a:lnTo>
                    <a:pt x="1183361" y="77552"/>
                  </a:lnTo>
                  <a:lnTo>
                    <a:pt x="1191146" y="78173"/>
                  </a:lnTo>
                  <a:lnTo>
                    <a:pt x="1198931" y="78816"/>
                  </a:lnTo>
                  <a:lnTo>
                    <a:pt x="1206716" y="79461"/>
                  </a:lnTo>
                  <a:lnTo>
                    <a:pt x="1214502" y="80141"/>
                  </a:lnTo>
                  <a:lnTo>
                    <a:pt x="1222287" y="80875"/>
                  </a:lnTo>
                  <a:lnTo>
                    <a:pt x="1230072" y="81394"/>
                  </a:lnTo>
                  <a:lnTo>
                    <a:pt x="1237857" y="82062"/>
                  </a:lnTo>
                  <a:lnTo>
                    <a:pt x="1245643" y="82746"/>
                  </a:lnTo>
                  <a:lnTo>
                    <a:pt x="1253428" y="83376"/>
                  </a:lnTo>
                  <a:lnTo>
                    <a:pt x="1261213" y="83977"/>
                  </a:lnTo>
                  <a:lnTo>
                    <a:pt x="1268999" y="84644"/>
                  </a:lnTo>
                  <a:lnTo>
                    <a:pt x="1276784" y="85216"/>
                  </a:lnTo>
                  <a:lnTo>
                    <a:pt x="1284569" y="85742"/>
                  </a:lnTo>
                  <a:lnTo>
                    <a:pt x="1292354" y="86590"/>
                  </a:lnTo>
                  <a:lnTo>
                    <a:pt x="1300140" y="87182"/>
                  </a:lnTo>
                  <a:lnTo>
                    <a:pt x="1307925" y="87647"/>
                  </a:lnTo>
                  <a:lnTo>
                    <a:pt x="1315710" y="88264"/>
                  </a:lnTo>
                  <a:lnTo>
                    <a:pt x="1323495" y="88952"/>
                  </a:lnTo>
                  <a:lnTo>
                    <a:pt x="1331281" y="89667"/>
                  </a:lnTo>
                  <a:lnTo>
                    <a:pt x="1339066" y="90458"/>
                  </a:lnTo>
                  <a:lnTo>
                    <a:pt x="1346851" y="90990"/>
                  </a:lnTo>
                  <a:lnTo>
                    <a:pt x="1354637" y="91666"/>
                  </a:lnTo>
                  <a:lnTo>
                    <a:pt x="1362422" y="92306"/>
                  </a:lnTo>
                  <a:lnTo>
                    <a:pt x="1370207" y="93033"/>
                  </a:lnTo>
                  <a:lnTo>
                    <a:pt x="1377992" y="93788"/>
                  </a:lnTo>
                  <a:lnTo>
                    <a:pt x="1385778" y="94549"/>
                  </a:lnTo>
                  <a:lnTo>
                    <a:pt x="1393563" y="95311"/>
                  </a:lnTo>
                  <a:lnTo>
                    <a:pt x="1401348" y="95959"/>
                  </a:lnTo>
                  <a:lnTo>
                    <a:pt x="1409133" y="96677"/>
                  </a:lnTo>
                  <a:lnTo>
                    <a:pt x="1416919" y="97439"/>
                  </a:lnTo>
                  <a:lnTo>
                    <a:pt x="1424704" y="98225"/>
                  </a:lnTo>
                  <a:lnTo>
                    <a:pt x="1432489" y="98844"/>
                  </a:lnTo>
                  <a:lnTo>
                    <a:pt x="1440275" y="99509"/>
                  </a:lnTo>
                  <a:lnTo>
                    <a:pt x="1448060" y="100274"/>
                  </a:lnTo>
                  <a:lnTo>
                    <a:pt x="1455845" y="100842"/>
                  </a:lnTo>
                  <a:lnTo>
                    <a:pt x="1463630" y="101426"/>
                  </a:lnTo>
                  <a:lnTo>
                    <a:pt x="1471416" y="102104"/>
                  </a:lnTo>
                  <a:lnTo>
                    <a:pt x="1479201" y="102668"/>
                  </a:lnTo>
                  <a:lnTo>
                    <a:pt x="1486986" y="103287"/>
                  </a:lnTo>
                  <a:lnTo>
                    <a:pt x="1494771" y="103941"/>
                  </a:lnTo>
                  <a:lnTo>
                    <a:pt x="1502557" y="104597"/>
                  </a:lnTo>
                  <a:lnTo>
                    <a:pt x="1510342" y="105147"/>
                  </a:lnTo>
                  <a:lnTo>
                    <a:pt x="1518127" y="105648"/>
                  </a:lnTo>
                  <a:lnTo>
                    <a:pt x="1525912" y="106236"/>
                  </a:lnTo>
                  <a:lnTo>
                    <a:pt x="1533698" y="106917"/>
                  </a:lnTo>
                  <a:lnTo>
                    <a:pt x="1541483" y="107741"/>
                  </a:lnTo>
                  <a:lnTo>
                    <a:pt x="1549268" y="108331"/>
                  </a:lnTo>
                  <a:lnTo>
                    <a:pt x="1557054" y="109003"/>
                  </a:lnTo>
                  <a:lnTo>
                    <a:pt x="1564839" y="109715"/>
                  </a:lnTo>
                  <a:lnTo>
                    <a:pt x="1572624" y="110444"/>
                  </a:lnTo>
                  <a:lnTo>
                    <a:pt x="1580409" y="111058"/>
                  </a:lnTo>
                  <a:lnTo>
                    <a:pt x="1588195" y="111800"/>
                  </a:lnTo>
                  <a:lnTo>
                    <a:pt x="1595980" y="112424"/>
                  </a:lnTo>
                  <a:lnTo>
                    <a:pt x="1603765" y="113115"/>
                  </a:lnTo>
                  <a:lnTo>
                    <a:pt x="1611550" y="113764"/>
                  </a:lnTo>
                  <a:lnTo>
                    <a:pt x="1619336" y="114634"/>
                  </a:lnTo>
                  <a:lnTo>
                    <a:pt x="1627121" y="115539"/>
                  </a:lnTo>
                  <a:lnTo>
                    <a:pt x="1634906" y="116055"/>
                  </a:lnTo>
                  <a:lnTo>
                    <a:pt x="1642692" y="116505"/>
                  </a:lnTo>
                  <a:lnTo>
                    <a:pt x="1650477" y="117165"/>
                  </a:lnTo>
                  <a:lnTo>
                    <a:pt x="1658262" y="117778"/>
                  </a:lnTo>
                  <a:lnTo>
                    <a:pt x="1666047" y="118467"/>
                  </a:lnTo>
                  <a:lnTo>
                    <a:pt x="1673833" y="119110"/>
                  </a:lnTo>
                  <a:lnTo>
                    <a:pt x="1681618" y="119783"/>
                  </a:lnTo>
                  <a:lnTo>
                    <a:pt x="1689403" y="120562"/>
                  </a:lnTo>
                  <a:lnTo>
                    <a:pt x="1697188" y="121214"/>
                  </a:lnTo>
                  <a:lnTo>
                    <a:pt x="1704974" y="121983"/>
                  </a:lnTo>
                  <a:lnTo>
                    <a:pt x="1712759" y="122885"/>
                  </a:lnTo>
                  <a:lnTo>
                    <a:pt x="1720544" y="123440"/>
                  </a:lnTo>
                  <a:lnTo>
                    <a:pt x="1728330" y="123923"/>
                  </a:lnTo>
                  <a:lnTo>
                    <a:pt x="1736115" y="124474"/>
                  </a:lnTo>
                  <a:lnTo>
                    <a:pt x="1743900" y="125020"/>
                  </a:lnTo>
                  <a:lnTo>
                    <a:pt x="1751685" y="125581"/>
                  </a:lnTo>
                  <a:lnTo>
                    <a:pt x="1759471" y="126346"/>
                  </a:lnTo>
                  <a:lnTo>
                    <a:pt x="1767256" y="127195"/>
                  </a:lnTo>
                  <a:lnTo>
                    <a:pt x="1775041" y="127808"/>
                  </a:lnTo>
                  <a:lnTo>
                    <a:pt x="1782826" y="128387"/>
                  </a:lnTo>
                  <a:lnTo>
                    <a:pt x="1790612" y="129004"/>
                  </a:lnTo>
                  <a:lnTo>
                    <a:pt x="1798397" y="129664"/>
                  </a:lnTo>
                  <a:lnTo>
                    <a:pt x="1806182" y="130370"/>
                  </a:lnTo>
                  <a:lnTo>
                    <a:pt x="1813967" y="131142"/>
                  </a:lnTo>
                  <a:lnTo>
                    <a:pt x="1821753" y="131978"/>
                  </a:lnTo>
                  <a:lnTo>
                    <a:pt x="1829538" y="132654"/>
                  </a:lnTo>
                  <a:lnTo>
                    <a:pt x="1837323" y="133393"/>
                  </a:lnTo>
                  <a:lnTo>
                    <a:pt x="1845109" y="134130"/>
                  </a:lnTo>
                  <a:lnTo>
                    <a:pt x="1852894" y="134936"/>
                  </a:lnTo>
                  <a:lnTo>
                    <a:pt x="1860679" y="135739"/>
                  </a:lnTo>
                  <a:lnTo>
                    <a:pt x="1868464" y="136357"/>
                  </a:lnTo>
                  <a:lnTo>
                    <a:pt x="1876250" y="137285"/>
                  </a:lnTo>
                  <a:lnTo>
                    <a:pt x="1884035" y="138073"/>
                  </a:lnTo>
                  <a:lnTo>
                    <a:pt x="1891820" y="138824"/>
                  </a:lnTo>
                  <a:lnTo>
                    <a:pt x="1899605" y="139734"/>
                  </a:lnTo>
                  <a:lnTo>
                    <a:pt x="1907391" y="140503"/>
                  </a:lnTo>
                  <a:lnTo>
                    <a:pt x="1915176" y="141355"/>
                  </a:lnTo>
                  <a:lnTo>
                    <a:pt x="1922961" y="142076"/>
                  </a:lnTo>
                  <a:lnTo>
                    <a:pt x="1930747" y="142721"/>
                  </a:lnTo>
                  <a:lnTo>
                    <a:pt x="1938532" y="143340"/>
                  </a:lnTo>
                  <a:lnTo>
                    <a:pt x="1946317" y="144036"/>
                  </a:lnTo>
                  <a:lnTo>
                    <a:pt x="1954102" y="144880"/>
                  </a:lnTo>
                  <a:lnTo>
                    <a:pt x="1961888" y="145554"/>
                  </a:lnTo>
                  <a:lnTo>
                    <a:pt x="1969673" y="146294"/>
                  </a:lnTo>
                  <a:lnTo>
                    <a:pt x="1977458" y="147062"/>
                  </a:lnTo>
                  <a:lnTo>
                    <a:pt x="1985243" y="147919"/>
                  </a:lnTo>
                  <a:lnTo>
                    <a:pt x="1993029" y="148644"/>
                  </a:lnTo>
                  <a:lnTo>
                    <a:pt x="2000814" y="149375"/>
                  </a:lnTo>
                  <a:lnTo>
                    <a:pt x="2008599" y="150212"/>
                  </a:lnTo>
                  <a:lnTo>
                    <a:pt x="2016385" y="15088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247627" y="2602123"/>
              <a:ext cx="2016385" cy="35994"/>
            </a:xfrm>
            <a:custGeom>
              <a:avLst/>
              <a:pathLst>
                <a:path w="2016385" h="35994">
                  <a:moveTo>
                    <a:pt x="0" y="35994"/>
                  </a:moveTo>
                  <a:lnTo>
                    <a:pt x="7785" y="35883"/>
                  </a:lnTo>
                  <a:lnTo>
                    <a:pt x="15570" y="35677"/>
                  </a:lnTo>
                  <a:lnTo>
                    <a:pt x="23355" y="35390"/>
                  </a:lnTo>
                  <a:lnTo>
                    <a:pt x="31141" y="35474"/>
                  </a:lnTo>
                  <a:lnTo>
                    <a:pt x="38926" y="35319"/>
                  </a:lnTo>
                  <a:lnTo>
                    <a:pt x="46711" y="35353"/>
                  </a:lnTo>
                  <a:lnTo>
                    <a:pt x="54496" y="35173"/>
                  </a:lnTo>
                  <a:lnTo>
                    <a:pt x="62282" y="35184"/>
                  </a:lnTo>
                  <a:lnTo>
                    <a:pt x="70067" y="35254"/>
                  </a:lnTo>
                  <a:lnTo>
                    <a:pt x="77852" y="34926"/>
                  </a:lnTo>
                  <a:lnTo>
                    <a:pt x="85637" y="34842"/>
                  </a:lnTo>
                  <a:lnTo>
                    <a:pt x="93423" y="35021"/>
                  </a:lnTo>
                  <a:lnTo>
                    <a:pt x="101208" y="34908"/>
                  </a:lnTo>
                  <a:lnTo>
                    <a:pt x="108993" y="34868"/>
                  </a:lnTo>
                  <a:lnTo>
                    <a:pt x="116779" y="34798"/>
                  </a:lnTo>
                  <a:lnTo>
                    <a:pt x="124564" y="34611"/>
                  </a:lnTo>
                  <a:lnTo>
                    <a:pt x="132349" y="34300"/>
                  </a:lnTo>
                  <a:lnTo>
                    <a:pt x="140134" y="34077"/>
                  </a:lnTo>
                  <a:lnTo>
                    <a:pt x="147920" y="33393"/>
                  </a:lnTo>
                  <a:lnTo>
                    <a:pt x="155705" y="33573"/>
                  </a:lnTo>
                  <a:lnTo>
                    <a:pt x="163490" y="33438"/>
                  </a:lnTo>
                  <a:lnTo>
                    <a:pt x="171275" y="33639"/>
                  </a:lnTo>
                  <a:lnTo>
                    <a:pt x="179061" y="33670"/>
                  </a:lnTo>
                  <a:lnTo>
                    <a:pt x="186846" y="33471"/>
                  </a:lnTo>
                  <a:lnTo>
                    <a:pt x="194631" y="32893"/>
                  </a:lnTo>
                  <a:lnTo>
                    <a:pt x="202417" y="32419"/>
                  </a:lnTo>
                  <a:lnTo>
                    <a:pt x="210202" y="32572"/>
                  </a:lnTo>
                  <a:lnTo>
                    <a:pt x="217987" y="32173"/>
                  </a:lnTo>
                  <a:lnTo>
                    <a:pt x="225772" y="32192"/>
                  </a:lnTo>
                  <a:lnTo>
                    <a:pt x="233558" y="31501"/>
                  </a:lnTo>
                  <a:lnTo>
                    <a:pt x="241343" y="30962"/>
                  </a:lnTo>
                  <a:lnTo>
                    <a:pt x="249128" y="30752"/>
                  </a:lnTo>
                  <a:lnTo>
                    <a:pt x="256913" y="30808"/>
                  </a:lnTo>
                  <a:lnTo>
                    <a:pt x="264699" y="31025"/>
                  </a:lnTo>
                  <a:lnTo>
                    <a:pt x="272484" y="30707"/>
                  </a:lnTo>
                  <a:lnTo>
                    <a:pt x="280269" y="30709"/>
                  </a:lnTo>
                  <a:lnTo>
                    <a:pt x="288055" y="30702"/>
                  </a:lnTo>
                  <a:lnTo>
                    <a:pt x="295840" y="30636"/>
                  </a:lnTo>
                  <a:lnTo>
                    <a:pt x="303625" y="30579"/>
                  </a:lnTo>
                  <a:lnTo>
                    <a:pt x="311410" y="30450"/>
                  </a:lnTo>
                  <a:lnTo>
                    <a:pt x="319196" y="30363"/>
                  </a:lnTo>
                  <a:lnTo>
                    <a:pt x="326981" y="30442"/>
                  </a:lnTo>
                  <a:lnTo>
                    <a:pt x="334766" y="30234"/>
                  </a:lnTo>
                  <a:lnTo>
                    <a:pt x="342551" y="30538"/>
                  </a:lnTo>
                  <a:lnTo>
                    <a:pt x="350337" y="30130"/>
                  </a:lnTo>
                  <a:lnTo>
                    <a:pt x="358122" y="30194"/>
                  </a:lnTo>
                  <a:lnTo>
                    <a:pt x="365907" y="30248"/>
                  </a:lnTo>
                  <a:lnTo>
                    <a:pt x="373692" y="30188"/>
                  </a:lnTo>
                  <a:lnTo>
                    <a:pt x="381478" y="30424"/>
                  </a:lnTo>
                  <a:lnTo>
                    <a:pt x="389263" y="30418"/>
                  </a:lnTo>
                  <a:lnTo>
                    <a:pt x="397048" y="30242"/>
                  </a:lnTo>
                  <a:lnTo>
                    <a:pt x="404834" y="30341"/>
                  </a:lnTo>
                  <a:lnTo>
                    <a:pt x="412619" y="30387"/>
                  </a:lnTo>
                  <a:lnTo>
                    <a:pt x="420404" y="30133"/>
                  </a:lnTo>
                  <a:lnTo>
                    <a:pt x="428189" y="30106"/>
                  </a:lnTo>
                  <a:lnTo>
                    <a:pt x="435975" y="30056"/>
                  </a:lnTo>
                  <a:lnTo>
                    <a:pt x="443760" y="30038"/>
                  </a:lnTo>
                  <a:lnTo>
                    <a:pt x="451545" y="29959"/>
                  </a:lnTo>
                  <a:lnTo>
                    <a:pt x="459330" y="30074"/>
                  </a:lnTo>
                  <a:lnTo>
                    <a:pt x="467116" y="30029"/>
                  </a:lnTo>
                  <a:lnTo>
                    <a:pt x="474901" y="29471"/>
                  </a:lnTo>
                  <a:lnTo>
                    <a:pt x="482686" y="29648"/>
                  </a:lnTo>
                  <a:lnTo>
                    <a:pt x="490472" y="29391"/>
                  </a:lnTo>
                  <a:lnTo>
                    <a:pt x="498257" y="29443"/>
                  </a:lnTo>
                  <a:lnTo>
                    <a:pt x="506042" y="29059"/>
                  </a:lnTo>
                  <a:lnTo>
                    <a:pt x="513827" y="29018"/>
                  </a:lnTo>
                  <a:lnTo>
                    <a:pt x="521613" y="29002"/>
                  </a:lnTo>
                  <a:lnTo>
                    <a:pt x="529398" y="28873"/>
                  </a:lnTo>
                  <a:lnTo>
                    <a:pt x="537183" y="28836"/>
                  </a:lnTo>
                  <a:lnTo>
                    <a:pt x="544968" y="28697"/>
                  </a:lnTo>
                  <a:lnTo>
                    <a:pt x="552754" y="28709"/>
                  </a:lnTo>
                  <a:lnTo>
                    <a:pt x="560539" y="28851"/>
                  </a:lnTo>
                  <a:lnTo>
                    <a:pt x="568324" y="28945"/>
                  </a:lnTo>
                  <a:lnTo>
                    <a:pt x="576110" y="29103"/>
                  </a:lnTo>
                  <a:lnTo>
                    <a:pt x="583895" y="29261"/>
                  </a:lnTo>
                  <a:lnTo>
                    <a:pt x="591680" y="29393"/>
                  </a:lnTo>
                  <a:lnTo>
                    <a:pt x="599465" y="29141"/>
                  </a:lnTo>
                  <a:lnTo>
                    <a:pt x="607251" y="28992"/>
                  </a:lnTo>
                  <a:lnTo>
                    <a:pt x="615036" y="28610"/>
                  </a:lnTo>
                  <a:lnTo>
                    <a:pt x="622821" y="28437"/>
                  </a:lnTo>
                  <a:lnTo>
                    <a:pt x="630606" y="28598"/>
                  </a:lnTo>
                  <a:lnTo>
                    <a:pt x="638392" y="27767"/>
                  </a:lnTo>
                  <a:lnTo>
                    <a:pt x="646177" y="27141"/>
                  </a:lnTo>
                  <a:lnTo>
                    <a:pt x="653962" y="27026"/>
                  </a:lnTo>
                  <a:lnTo>
                    <a:pt x="661747" y="26710"/>
                  </a:lnTo>
                  <a:lnTo>
                    <a:pt x="669533" y="26740"/>
                  </a:lnTo>
                  <a:lnTo>
                    <a:pt x="677318" y="26485"/>
                  </a:lnTo>
                  <a:lnTo>
                    <a:pt x="685103" y="26370"/>
                  </a:lnTo>
                  <a:lnTo>
                    <a:pt x="692889" y="26475"/>
                  </a:lnTo>
                  <a:lnTo>
                    <a:pt x="700674" y="26350"/>
                  </a:lnTo>
                  <a:lnTo>
                    <a:pt x="708459" y="25953"/>
                  </a:lnTo>
                  <a:lnTo>
                    <a:pt x="716244" y="25630"/>
                  </a:lnTo>
                  <a:lnTo>
                    <a:pt x="724030" y="26104"/>
                  </a:lnTo>
                  <a:lnTo>
                    <a:pt x="731815" y="25904"/>
                  </a:lnTo>
                  <a:lnTo>
                    <a:pt x="739600" y="25422"/>
                  </a:lnTo>
                  <a:lnTo>
                    <a:pt x="747385" y="25037"/>
                  </a:lnTo>
                  <a:lnTo>
                    <a:pt x="755171" y="24736"/>
                  </a:lnTo>
                  <a:lnTo>
                    <a:pt x="762956" y="24484"/>
                  </a:lnTo>
                  <a:lnTo>
                    <a:pt x="770741" y="24020"/>
                  </a:lnTo>
                  <a:lnTo>
                    <a:pt x="778527" y="23642"/>
                  </a:lnTo>
                  <a:lnTo>
                    <a:pt x="786312" y="23296"/>
                  </a:lnTo>
                  <a:lnTo>
                    <a:pt x="794097" y="22978"/>
                  </a:lnTo>
                  <a:lnTo>
                    <a:pt x="801882" y="22746"/>
                  </a:lnTo>
                  <a:lnTo>
                    <a:pt x="809668" y="22662"/>
                  </a:lnTo>
                  <a:lnTo>
                    <a:pt x="817453" y="22634"/>
                  </a:lnTo>
                  <a:lnTo>
                    <a:pt x="825238" y="22578"/>
                  </a:lnTo>
                  <a:lnTo>
                    <a:pt x="833023" y="22672"/>
                  </a:lnTo>
                  <a:lnTo>
                    <a:pt x="840809" y="22699"/>
                  </a:lnTo>
                  <a:lnTo>
                    <a:pt x="848594" y="22627"/>
                  </a:lnTo>
                  <a:lnTo>
                    <a:pt x="856379" y="22254"/>
                  </a:lnTo>
                  <a:lnTo>
                    <a:pt x="864165" y="21874"/>
                  </a:lnTo>
                  <a:lnTo>
                    <a:pt x="871950" y="21731"/>
                  </a:lnTo>
                  <a:lnTo>
                    <a:pt x="879735" y="21623"/>
                  </a:lnTo>
                  <a:lnTo>
                    <a:pt x="887520" y="21246"/>
                  </a:lnTo>
                  <a:lnTo>
                    <a:pt x="895306" y="20821"/>
                  </a:lnTo>
                  <a:lnTo>
                    <a:pt x="903091" y="20493"/>
                  </a:lnTo>
                  <a:lnTo>
                    <a:pt x="910876" y="20398"/>
                  </a:lnTo>
                  <a:lnTo>
                    <a:pt x="918661" y="20110"/>
                  </a:lnTo>
                  <a:lnTo>
                    <a:pt x="926447" y="20075"/>
                  </a:lnTo>
                  <a:lnTo>
                    <a:pt x="934232" y="19958"/>
                  </a:lnTo>
                  <a:lnTo>
                    <a:pt x="942017" y="19953"/>
                  </a:lnTo>
                  <a:lnTo>
                    <a:pt x="949802" y="19733"/>
                  </a:lnTo>
                  <a:lnTo>
                    <a:pt x="957588" y="19522"/>
                  </a:lnTo>
                  <a:lnTo>
                    <a:pt x="965373" y="19869"/>
                  </a:lnTo>
                  <a:lnTo>
                    <a:pt x="973158" y="19936"/>
                  </a:lnTo>
                  <a:lnTo>
                    <a:pt x="980944" y="20004"/>
                  </a:lnTo>
                  <a:lnTo>
                    <a:pt x="988729" y="19688"/>
                  </a:lnTo>
                  <a:lnTo>
                    <a:pt x="996514" y="19705"/>
                  </a:lnTo>
                  <a:lnTo>
                    <a:pt x="1004299" y="19403"/>
                  </a:lnTo>
                  <a:lnTo>
                    <a:pt x="1012085" y="19148"/>
                  </a:lnTo>
                  <a:lnTo>
                    <a:pt x="1019870" y="19177"/>
                  </a:lnTo>
                  <a:lnTo>
                    <a:pt x="1027655" y="19154"/>
                  </a:lnTo>
                  <a:lnTo>
                    <a:pt x="1035440" y="18964"/>
                  </a:lnTo>
                  <a:lnTo>
                    <a:pt x="1043226" y="18860"/>
                  </a:lnTo>
                  <a:lnTo>
                    <a:pt x="1051011" y="18729"/>
                  </a:lnTo>
                  <a:lnTo>
                    <a:pt x="1058796" y="18768"/>
                  </a:lnTo>
                  <a:lnTo>
                    <a:pt x="1066582" y="18671"/>
                  </a:lnTo>
                  <a:lnTo>
                    <a:pt x="1074367" y="18039"/>
                  </a:lnTo>
                  <a:lnTo>
                    <a:pt x="1082152" y="17850"/>
                  </a:lnTo>
                  <a:lnTo>
                    <a:pt x="1089937" y="17800"/>
                  </a:lnTo>
                  <a:lnTo>
                    <a:pt x="1097723" y="17825"/>
                  </a:lnTo>
                  <a:lnTo>
                    <a:pt x="1105508" y="17656"/>
                  </a:lnTo>
                  <a:lnTo>
                    <a:pt x="1113293" y="17455"/>
                  </a:lnTo>
                  <a:lnTo>
                    <a:pt x="1121078" y="17467"/>
                  </a:lnTo>
                  <a:lnTo>
                    <a:pt x="1128864" y="17207"/>
                  </a:lnTo>
                  <a:lnTo>
                    <a:pt x="1136649" y="16849"/>
                  </a:lnTo>
                  <a:lnTo>
                    <a:pt x="1144434" y="16856"/>
                  </a:lnTo>
                  <a:lnTo>
                    <a:pt x="1152220" y="17180"/>
                  </a:lnTo>
                  <a:lnTo>
                    <a:pt x="1160005" y="17355"/>
                  </a:lnTo>
                  <a:lnTo>
                    <a:pt x="1167790" y="17453"/>
                  </a:lnTo>
                  <a:lnTo>
                    <a:pt x="1175575" y="17464"/>
                  </a:lnTo>
                  <a:lnTo>
                    <a:pt x="1183361" y="17040"/>
                  </a:lnTo>
                  <a:lnTo>
                    <a:pt x="1191146" y="16942"/>
                  </a:lnTo>
                  <a:lnTo>
                    <a:pt x="1198931" y="16893"/>
                  </a:lnTo>
                  <a:lnTo>
                    <a:pt x="1206716" y="16641"/>
                  </a:lnTo>
                  <a:lnTo>
                    <a:pt x="1214502" y="16599"/>
                  </a:lnTo>
                  <a:lnTo>
                    <a:pt x="1222287" y="16946"/>
                  </a:lnTo>
                  <a:lnTo>
                    <a:pt x="1230072" y="16835"/>
                  </a:lnTo>
                  <a:lnTo>
                    <a:pt x="1237857" y="16711"/>
                  </a:lnTo>
                  <a:lnTo>
                    <a:pt x="1245643" y="16578"/>
                  </a:lnTo>
                  <a:lnTo>
                    <a:pt x="1253428" y="16455"/>
                  </a:lnTo>
                  <a:lnTo>
                    <a:pt x="1261213" y="16156"/>
                  </a:lnTo>
                  <a:lnTo>
                    <a:pt x="1268999" y="15706"/>
                  </a:lnTo>
                  <a:lnTo>
                    <a:pt x="1276784" y="15448"/>
                  </a:lnTo>
                  <a:lnTo>
                    <a:pt x="1284569" y="15330"/>
                  </a:lnTo>
                  <a:lnTo>
                    <a:pt x="1292354" y="15212"/>
                  </a:lnTo>
                  <a:lnTo>
                    <a:pt x="1300140" y="14850"/>
                  </a:lnTo>
                  <a:lnTo>
                    <a:pt x="1307925" y="14659"/>
                  </a:lnTo>
                  <a:lnTo>
                    <a:pt x="1315710" y="14620"/>
                  </a:lnTo>
                  <a:lnTo>
                    <a:pt x="1323495" y="14346"/>
                  </a:lnTo>
                  <a:lnTo>
                    <a:pt x="1331281" y="14216"/>
                  </a:lnTo>
                  <a:lnTo>
                    <a:pt x="1339066" y="14075"/>
                  </a:lnTo>
                  <a:lnTo>
                    <a:pt x="1346851" y="13919"/>
                  </a:lnTo>
                  <a:lnTo>
                    <a:pt x="1354637" y="13467"/>
                  </a:lnTo>
                  <a:lnTo>
                    <a:pt x="1362422" y="13486"/>
                  </a:lnTo>
                  <a:lnTo>
                    <a:pt x="1370207" y="13531"/>
                  </a:lnTo>
                  <a:lnTo>
                    <a:pt x="1377992" y="13399"/>
                  </a:lnTo>
                  <a:lnTo>
                    <a:pt x="1385778" y="13454"/>
                  </a:lnTo>
                  <a:lnTo>
                    <a:pt x="1393563" y="13522"/>
                  </a:lnTo>
                  <a:lnTo>
                    <a:pt x="1401348" y="13543"/>
                  </a:lnTo>
                  <a:lnTo>
                    <a:pt x="1409133" y="13629"/>
                  </a:lnTo>
                  <a:lnTo>
                    <a:pt x="1416919" y="13780"/>
                  </a:lnTo>
                  <a:lnTo>
                    <a:pt x="1424704" y="13844"/>
                  </a:lnTo>
                  <a:lnTo>
                    <a:pt x="1432489" y="13696"/>
                  </a:lnTo>
                  <a:lnTo>
                    <a:pt x="1440275" y="13681"/>
                  </a:lnTo>
                  <a:lnTo>
                    <a:pt x="1448060" y="13606"/>
                  </a:lnTo>
                  <a:lnTo>
                    <a:pt x="1455845" y="13324"/>
                  </a:lnTo>
                  <a:lnTo>
                    <a:pt x="1463630" y="12853"/>
                  </a:lnTo>
                  <a:lnTo>
                    <a:pt x="1471416" y="12596"/>
                  </a:lnTo>
                  <a:lnTo>
                    <a:pt x="1479201" y="12233"/>
                  </a:lnTo>
                  <a:lnTo>
                    <a:pt x="1486986" y="11959"/>
                  </a:lnTo>
                  <a:lnTo>
                    <a:pt x="1494771" y="11592"/>
                  </a:lnTo>
                  <a:lnTo>
                    <a:pt x="1502557" y="11290"/>
                  </a:lnTo>
                  <a:lnTo>
                    <a:pt x="1510342" y="10866"/>
                  </a:lnTo>
                  <a:lnTo>
                    <a:pt x="1518127" y="10577"/>
                  </a:lnTo>
                  <a:lnTo>
                    <a:pt x="1525912" y="10343"/>
                  </a:lnTo>
                  <a:lnTo>
                    <a:pt x="1533698" y="9943"/>
                  </a:lnTo>
                  <a:lnTo>
                    <a:pt x="1541483" y="9518"/>
                  </a:lnTo>
                  <a:lnTo>
                    <a:pt x="1549268" y="9309"/>
                  </a:lnTo>
                  <a:lnTo>
                    <a:pt x="1557054" y="9136"/>
                  </a:lnTo>
                  <a:lnTo>
                    <a:pt x="1564839" y="9010"/>
                  </a:lnTo>
                  <a:lnTo>
                    <a:pt x="1572624" y="8824"/>
                  </a:lnTo>
                  <a:lnTo>
                    <a:pt x="1580409" y="8779"/>
                  </a:lnTo>
                  <a:lnTo>
                    <a:pt x="1588195" y="8433"/>
                  </a:lnTo>
                  <a:lnTo>
                    <a:pt x="1595980" y="8188"/>
                  </a:lnTo>
                  <a:lnTo>
                    <a:pt x="1603765" y="8078"/>
                  </a:lnTo>
                  <a:lnTo>
                    <a:pt x="1611550" y="8048"/>
                  </a:lnTo>
                  <a:lnTo>
                    <a:pt x="1619336" y="8019"/>
                  </a:lnTo>
                  <a:lnTo>
                    <a:pt x="1627121" y="7967"/>
                  </a:lnTo>
                  <a:lnTo>
                    <a:pt x="1634906" y="7823"/>
                  </a:lnTo>
                  <a:lnTo>
                    <a:pt x="1642692" y="7679"/>
                  </a:lnTo>
                  <a:lnTo>
                    <a:pt x="1650477" y="7536"/>
                  </a:lnTo>
                  <a:lnTo>
                    <a:pt x="1658262" y="7393"/>
                  </a:lnTo>
                  <a:lnTo>
                    <a:pt x="1666047" y="7299"/>
                  </a:lnTo>
                  <a:lnTo>
                    <a:pt x="1673833" y="7145"/>
                  </a:lnTo>
                  <a:lnTo>
                    <a:pt x="1681618" y="7070"/>
                  </a:lnTo>
                  <a:lnTo>
                    <a:pt x="1689403" y="6861"/>
                  </a:lnTo>
                  <a:lnTo>
                    <a:pt x="1697188" y="6600"/>
                  </a:lnTo>
                  <a:lnTo>
                    <a:pt x="1704974" y="6339"/>
                  </a:lnTo>
                  <a:lnTo>
                    <a:pt x="1712759" y="6117"/>
                  </a:lnTo>
                  <a:lnTo>
                    <a:pt x="1720544" y="5957"/>
                  </a:lnTo>
                  <a:lnTo>
                    <a:pt x="1728330" y="5797"/>
                  </a:lnTo>
                  <a:lnTo>
                    <a:pt x="1736115" y="5637"/>
                  </a:lnTo>
                  <a:lnTo>
                    <a:pt x="1743900" y="5504"/>
                  </a:lnTo>
                  <a:lnTo>
                    <a:pt x="1751685" y="5495"/>
                  </a:lnTo>
                  <a:lnTo>
                    <a:pt x="1759471" y="5417"/>
                  </a:lnTo>
                  <a:lnTo>
                    <a:pt x="1767256" y="5064"/>
                  </a:lnTo>
                  <a:lnTo>
                    <a:pt x="1775041" y="4641"/>
                  </a:lnTo>
                  <a:lnTo>
                    <a:pt x="1782826" y="4218"/>
                  </a:lnTo>
                  <a:lnTo>
                    <a:pt x="1790612" y="3911"/>
                  </a:lnTo>
                  <a:lnTo>
                    <a:pt x="1798397" y="3785"/>
                  </a:lnTo>
                  <a:lnTo>
                    <a:pt x="1806182" y="3649"/>
                  </a:lnTo>
                  <a:lnTo>
                    <a:pt x="1813967" y="3332"/>
                  </a:lnTo>
                  <a:lnTo>
                    <a:pt x="1821753" y="3150"/>
                  </a:lnTo>
                  <a:lnTo>
                    <a:pt x="1829538" y="2928"/>
                  </a:lnTo>
                  <a:lnTo>
                    <a:pt x="1837323" y="2725"/>
                  </a:lnTo>
                  <a:lnTo>
                    <a:pt x="1845109" y="2620"/>
                  </a:lnTo>
                  <a:lnTo>
                    <a:pt x="1852894" y="2557"/>
                  </a:lnTo>
                  <a:lnTo>
                    <a:pt x="1860679" y="2342"/>
                  </a:lnTo>
                  <a:lnTo>
                    <a:pt x="1868464" y="2113"/>
                  </a:lnTo>
                  <a:lnTo>
                    <a:pt x="1876250" y="1885"/>
                  </a:lnTo>
                  <a:lnTo>
                    <a:pt x="1884035" y="1656"/>
                  </a:lnTo>
                  <a:lnTo>
                    <a:pt x="1891820" y="1581"/>
                  </a:lnTo>
                  <a:lnTo>
                    <a:pt x="1899605" y="1472"/>
                  </a:lnTo>
                  <a:lnTo>
                    <a:pt x="1907391" y="1364"/>
                  </a:lnTo>
                  <a:lnTo>
                    <a:pt x="1915176" y="1255"/>
                  </a:lnTo>
                  <a:lnTo>
                    <a:pt x="1922961" y="1147"/>
                  </a:lnTo>
                  <a:lnTo>
                    <a:pt x="1930747" y="1079"/>
                  </a:lnTo>
                  <a:lnTo>
                    <a:pt x="1938532" y="939"/>
                  </a:lnTo>
                  <a:lnTo>
                    <a:pt x="1946317" y="822"/>
                  </a:lnTo>
                  <a:lnTo>
                    <a:pt x="1954102" y="838"/>
                  </a:lnTo>
                  <a:lnTo>
                    <a:pt x="1961888" y="671"/>
                  </a:lnTo>
                  <a:lnTo>
                    <a:pt x="1969673" y="506"/>
                  </a:lnTo>
                  <a:lnTo>
                    <a:pt x="1977458" y="369"/>
                  </a:lnTo>
                  <a:lnTo>
                    <a:pt x="1985243" y="287"/>
                  </a:lnTo>
                  <a:lnTo>
                    <a:pt x="1993029" y="206"/>
                  </a:lnTo>
                  <a:lnTo>
                    <a:pt x="2000814" y="125"/>
                  </a:lnTo>
                  <a:lnTo>
                    <a:pt x="2008599" y="44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1146808" y="2396548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146808" y="3322206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1146808" y="403169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146808" y="386147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1146808" y="369125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1146808" y="352102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1146808" y="335080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1164969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168000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9503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271006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225101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247627" y="3527427"/>
              <a:ext cx="2016385" cy="363321"/>
            </a:xfrm>
            <a:custGeom>
              <a:avLst/>
              <a:pathLst>
                <a:path w="2016385" h="363321">
                  <a:moveTo>
                    <a:pt x="0" y="167745"/>
                  </a:moveTo>
                  <a:lnTo>
                    <a:pt x="7785" y="168505"/>
                  </a:lnTo>
                  <a:lnTo>
                    <a:pt x="15570" y="169265"/>
                  </a:lnTo>
                  <a:lnTo>
                    <a:pt x="23355" y="169742"/>
                  </a:lnTo>
                  <a:lnTo>
                    <a:pt x="31141" y="169646"/>
                  </a:lnTo>
                  <a:lnTo>
                    <a:pt x="38926" y="169543"/>
                  </a:lnTo>
                  <a:lnTo>
                    <a:pt x="46711" y="169153"/>
                  </a:lnTo>
                  <a:lnTo>
                    <a:pt x="54496" y="169362"/>
                  </a:lnTo>
                  <a:lnTo>
                    <a:pt x="62282" y="169289"/>
                  </a:lnTo>
                  <a:lnTo>
                    <a:pt x="70067" y="169950"/>
                  </a:lnTo>
                  <a:lnTo>
                    <a:pt x="77852" y="170332"/>
                  </a:lnTo>
                  <a:lnTo>
                    <a:pt x="85637" y="170196"/>
                  </a:lnTo>
                  <a:lnTo>
                    <a:pt x="93423" y="170039"/>
                  </a:lnTo>
                  <a:lnTo>
                    <a:pt x="101208" y="169912"/>
                  </a:lnTo>
                  <a:lnTo>
                    <a:pt x="108993" y="170272"/>
                  </a:lnTo>
                  <a:lnTo>
                    <a:pt x="116779" y="170196"/>
                  </a:lnTo>
                  <a:lnTo>
                    <a:pt x="124564" y="169978"/>
                  </a:lnTo>
                  <a:lnTo>
                    <a:pt x="132349" y="170252"/>
                  </a:lnTo>
                  <a:lnTo>
                    <a:pt x="140134" y="170165"/>
                  </a:lnTo>
                  <a:lnTo>
                    <a:pt x="147920" y="169652"/>
                  </a:lnTo>
                  <a:lnTo>
                    <a:pt x="155705" y="169218"/>
                  </a:lnTo>
                  <a:lnTo>
                    <a:pt x="163490" y="169126"/>
                  </a:lnTo>
                  <a:lnTo>
                    <a:pt x="171275" y="169044"/>
                  </a:lnTo>
                  <a:lnTo>
                    <a:pt x="179061" y="169605"/>
                  </a:lnTo>
                  <a:lnTo>
                    <a:pt x="186846" y="169334"/>
                  </a:lnTo>
                  <a:lnTo>
                    <a:pt x="194631" y="169319"/>
                  </a:lnTo>
                  <a:lnTo>
                    <a:pt x="202417" y="169571"/>
                  </a:lnTo>
                  <a:lnTo>
                    <a:pt x="210202" y="169836"/>
                  </a:lnTo>
                  <a:lnTo>
                    <a:pt x="217987" y="170041"/>
                  </a:lnTo>
                  <a:lnTo>
                    <a:pt x="225772" y="169757"/>
                  </a:lnTo>
                  <a:lnTo>
                    <a:pt x="233558" y="170020"/>
                  </a:lnTo>
                  <a:lnTo>
                    <a:pt x="241343" y="170065"/>
                  </a:lnTo>
                  <a:lnTo>
                    <a:pt x="249128" y="169603"/>
                  </a:lnTo>
                  <a:lnTo>
                    <a:pt x="256913" y="169145"/>
                  </a:lnTo>
                  <a:lnTo>
                    <a:pt x="264699" y="169031"/>
                  </a:lnTo>
                  <a:lnTo>
                    <a:pt x="272484" y="169072"/>
                  </a:lnTo>
                  <a:lnTo>
                    <a:pt x="280269" y="169121"/>
                  </a:lnTo>
                  <a:lnTo>
                    <a:pt x="288055" y="169180"/>
                  </a:lnTo>
                  <a:lnTo>
                    <a:pt x="295840" y="168717"/>
                  </a:lnTo>
                  <a:lnTo>
                    <a:pt x="303625" y="168465"/>
                  </a:lnTo>
                  <a:lnTo>
                    <a:pt x="311410" y="167911"/>
                  </a:lnTo>
                  <a:lnTo>
                    <a:pt x="319196" y="167357"/>
                  </a:lnTo>
                  <a:lnTo>
                    <a:pt x="326981" y="166803"/>
                  </a:lnTo>
                  <a:lnTo>
                    <a:pt x="334766" y="166268"/>
                  </a:lnTo>
                  <a:lnTo>
                    <a:pt x="342551" y="166044"/>
                  </a:lnTo>
                  <a:lnTo>
                    <a:pt x="350337" y="165739"/>
                  </a:lnTo>
                  <a:lnTo>
                    <a:pt x="358122" y="165190"/>
                  </a:lnTo>
                  <a:lnTo>
                    <a:pt x="365907" y="164984"/>
                  </a:lnTo>
                  <a:lnTo>
                    <a:pt x="373692" y="164862"/>
                  </a:lnTo>
                  <a:lnTo>
                    <a:pt x="381478" y="164223"/>
                  </a:lnTo>
                  <a:lnTo>
                    <a:pt x="389263" y="163521"/>
                  </a:lnTo>
                  <a:lnTo>
                    <a:pt x="397048" y="163384"/>
                  </a:lnTo>
                  <a:lnTo>
                    <a:pt x="404834" y="163382"/>
                  </a:lnTo>
                  <a:lnTo>
                    <a:pt x="412619" y="163477"/>
                  </a:lnTo>
                  <a:lnTo>
                    <a:pt x="420404" y="163180"/>
                  </a:lnTo>
                  <a:lnTo>
                    <a:pt x="428189" y="163039"/>
                  </a:lnTo>
                  <a:lnTo>
                    <a:pt x="435975" y="162974"/>
                  </a:lnTo>
                  <a:lnTo>
                    <a:pt x="443760" y="163340"/>
                  </a:lnTo>
                  <a:lnTo>
                    <a:pt x="451545" y="163422"/>
                  </a:lnTo>
                  <a:lnTo>
                    <a:pt x="459330" y="163181"/>
                  </a:lnTo>
                  <a:lnTo>
                    <a:pt x="467116" y="162265"/>
                  </a:lnTo>
                  <a:lnTo>
                    <a:pt x="474901" y="162507"/>
                  </a:lnTo>
                  <a:lnTo>
                    <a:pt x="482686" y="162171"/>
                  </a:lnTo>
                  <a:lnTo>
                    <a:pt x="490472" y="161429"/>
                  </a:lnTo>
                  <a:lnTo>
                    <a:pt x="498257" y="161507"/>
                  </a:lnTo>
                  <a:lnTo>
                    <a:pt x="506042" y="161175"/>
                  </a:lnTo>
                  <a:lnTo>
                    <a:pt x="513827" y="160842"/>
                  </a:lnTo>
                  <a:lnTo>
                    <a:pt x="521613" y="160502"/>
                  </a:lnTo>
                  <a:lnTo>
                    <a:pt x="529398" y="160171"/>
                  </a:lnTo>
                  <a:lnTo>
                    <a:pt x="537183" y="160113"/>
                  </a:lnTo>
                  <a:lnTo>
                    <a:pt x="544968" y="159930"/>
                  </a:lnTo>
                  <a:lnTo>
                    <a:pt x="552754" y="160001"/>
                  </a:lnTo>
                  <a:lnTo>
                    <a:pt x="560539" y="159961"/>
                  </a:lnTo>
                  <a:lnTo>
                    <a:pt x="568324" y="159538"/>
                  </a:lnTo>
                  <a:lnTo>
                    <a:pt x="576110" y="158524"/>
                  </a:lnTo>
                  <a:lnTo>
                    <a:pt x="583895" y="157797"/>
                  </a:lnTo>
                  <a:lnTo>
                    <a:pt x="591680" y="156732"/>
                  </a:lnTo>
                  <a:lnTo>
                    <a:pt x="599465" y="155555"/>
                  </a:lnTo>
                  <a:lnTo>
                    <a:pt x="607251" y="155084"/>
                  </a:lnTo>
                  <a:lnTo>
                    <a:pt x="615036" y="154776"/>
                  </a:lnTo>
                  <a:lnTo>
                    <a:pt x="622821" y="154480"/>
                  </a:lnTo>
                  <a:lnTo>
                    <a:pt x="630606" y="153632"/>
                  </a:lnTo>
                  <a:lnTo>
                    <a:pt x="638392" y="153234"/>
                  </a:lnTo>
                  <a:lnTo>
                    <a:pt x="646177" y="152876"/>
                  </a:lnTo>
                  <a:lnTo>
                    <a:pt x="653962" y="152307"/>
                  </a:lnTo>
                  <a:lnTo>
                    <a:pt x="661747" y="152011"/>
                  </a:lnTo>
                  <a:lnTo>
                    <a:pt x="669533" y="151716"/>
                  </a:lnTo>
                  <a:lnTo>
                    <a:pt x="677318" y="151429"/>
                  </a:lnTo>
                  <a:lnTo>
                    <a:pt x="685103" y="151151"/>
                  </a:lnTo>
                  <a:lnTo>
                    <a:pt x="692889" y="150626"/>
                  </a:lnTo>
                  <a:lnTo>
                    <a:pt x="700674" y="149993"/>
                  </a:lnTo>
                  <a:lnTo>
                    <a:pt x="708459" y="149496"/>
                  </a:lnTo>
                  <a:lnTo>
                    <a:pt x="716244" y="148936"/>
                  </a:lnTo>
                  <a:lnTo>
                    <a:pt x="724030" y="148570"/>
                  </a:lnTo>
                  <a:lnTo>
                    <a:pt x="731815" y="148912"/>
                  </a:lnTo>
                  <a:lnTo>
                    <a:pt x="739600" y="148336"/>
                  </a:lnTo>
                  <a:lnTo>
                    <a:pt x="747385" y="147723"/>
                  </a:lnTo>
                  <a:lnTo>
                    <a:pt x="755171" y="147091"/>
                  </a:lnTo>
                  <a:lnTo>
                    <a:pt x="762956" y="146436"/>
                  </a:lnTo>
                  <a:lnTo>
                    <a:pt x="770741" y="145796"/>
                  </a:lnTo>
                  <a:lnTo>
                    <a:pt x="778527" y="145161"/>
                  </a:lnTo>
                  <a:lnTo>
                    <a:pt x="786312" y="144525"/>
                  </a:lnTo>
                  <a:lnTo>
                    <a:pt x="794097" y="143890"/>
                  </a:lnTo>
                  <a:lnTo>
                    <a:pt x="801882" y="142892"/>
                  </a:lnTo>
                  <a:lnTo>
                    <a:pt x="809668" y="142195"/>
                  </a:lnTo>
                  <a:lnTo>
                    <a:pt x="817453" y="140952"/>
                  </a:lnTo>
                  <a:lnTo>
                    <a:pt x="825238" y="140490"/>
                  </a:lnTo>
                  <a:lnTo>
                    <a:pt x="833023" y="139558"/>
                  </a:lnTo>
                  <a:lnTo>
                    <a:pt x="840809" y="139401"/>
                  </a:lnTo>
                  <a:lnTo>
                    <a:pt x="848594" y="138779"/>
                  </a:lnTo>
                  <a:lnTo>
                    <a:pt x="856379" y="137560"/>
                  </a:lnTo>
                  <a:lnTo>
                    <a:pt x="864165" y="136628"/>
                  </a:lnTo>
                  <a:lnTo>
                    <a:pt x="871950" y="135518"/>
                  </a:lnTo>
                  <a:lnTo>
                    <a:pt x="879735" y="134409"/>
                  </a:lnTo>
                  <a:lnTo>
                    <a:pt x="887520" y="133083"/>
                  </a:lnTo>
                  <a:lnTo>
                    <a:pt x="895306" y="131748"/>
                  </a:lnTo>
                  <a:lnTo>
                    <a:pt x="903091" y="130856"/>
                  </a:lnTo>
                  <a:lnTo>
                    <a:pt x="910876" y="130326"/>
                  </a:lnTo>
                  <a:lnTo>
                    <a:pt x="918661" y="129847"/>
                  </a:lnTo>
                  <a:lnTo>
                    <a:pt x="926447" y="129389"/>
                  </a:lnTo>
                  <a:lnTo>
                    <a:pt x="934232" y="128753"/>
                  </a:lnTo>
                  <a:lnTo>
                    <a:pt x="942017" y="128226"/>
                  </a:lnTo>
                  <a:lnTo>
                    <a:pt x="949802" y="127243"/>
                  </a:lnTo>
                  <a:lnTo>
                    <a:pt x="957588" y="126344"/>
                  </a:lnTo>
                  <a:lnTo>
                    <a:pt x="965373" y="125250"/>
                  </a:lnTo>
                  <a:lnTo>
                    <a:pt x="973158" y="124192"/>
                  </a:lnTo>
                  <a:lnTo>
                    <a:pt x="980944" y="123644"/>
                  </a:lnTo>
                  <a:lnTo>
                    <a:pt x="988729" y="122372"/>
                  </a:lnTo>
                  <a:lnTo>
                    <a:pt x="996514" y="121278"/>
                  </a:lnTo>
                  <a:lnTo>
                    <a:pt x="1004299" y="120760"/>
                  </a:lnTo>
                  <a:lnTo>
                    <a:pt x="1012085" y="119623"/>
                  </a:lnTo>
                  <a:lnTo>
                    <a:pt x="1019870" y="118733"/>
                  </a:lnTo>
                  <a:lnTo>
                    <a:pt x="1027655" y="118598"/>
                  </a:lnTo>
                  <a:lnTo>
                    <a:pt x="1035440" y="118476"/>
                  </a:lnTo>
                  <a:lnTo>
                    <a:pt x="1043226" y="117649"/>
                  </a:lnTo>
                  <a:lnTo>
                    <a:pt x="1051011" y="116615"/>
                  </a:lnTo>
                  <a:lnTo>
                    <a:pt x="1058796" y="115549"/>
                  </a:lnTo>
                  <a:lnTo>
                    <a:pt x="1066582" y="114549"/>
                  </a:lnTo>
                  <a:lnTo>
                    <a:pt x="1074367" y="113507"/>
                  </a:lnTo>
                  <a:lnTo>
                    <a:pt x="1082152" y="112456"/>
                  </a:lnTo>
                  <a:lnTo>
                    <a:pt x="1089937" y="111406"/>
                  </a:lnTo>
                  <a:lnTo>
                    <a:pt x="1097723" y="110371"/>
                  </a:lnTo>
                  <a:lnTo>
                    <a:pt x="1105508" y="109578"/>
                  </a:lnTo>
                  <a:lnTo>
                    <a:pt x="1113293" y="109257"/>
                  </a:lnTo>
                  <a:lnTo>
                    <a:pt x="1121078" y="108937"/>
                  </a:lnTo>
                  <a:lnTo>
                    <a:pt x="1128864" y="108617"/>
                  </a:lnTo>
                  <a:lnTo>
                    <a:pt x="1136649" y="107885"/>
                  </a:lnTo>
                  <a:lnTo>
                    <a:pt x="1144434" y="107005"/>
                  </a:lnTo>
                  <a:lnTo>
                    <a:pt x="1152220" y="106127"/>
                  </a:lnTo>
                  <a:lnTo>
                    <a:pt x="1160005" y="105250"/>
                  </a:lnTo>
                  <a:lnTo>
                    <a:pt x="1167790" y="104374"/>
                  </a:lnTo>
                  <a:lnTo>
                    <a:pt x="1175575" y="103533"/>
                  </a:lnTo>
                  <a:lnTo>
                    <a:pt x="1183361" y="102600"/>
                  </a:lnTo>
                  <a:lnTo>
                    <a:pt x="1191146" y="101722"/>
                  </a:lnTo>
                  <a:lnTo>
                    <a:pt x="1198931" y="101027"/>
                  </a:lnTo>
                  <a:lnTo>
                    <a:pt x="1206716" y="100256"/>
                  </a:lnTo>
                  <a:lnTo>
                    <a:pt x="1214502" y="99201"/>
                  </a:lnTo>
                  <a:lnTo>
                    <a:pt x="1222287" y="98191"/>
                  </a:lnTo>
                  <a:lnTo>
                    <a:pt x="1230072" y="97306"/>
                  </a:lnTo>
                  <a:lnTo>
                    <a:pt x="1237857" y="96421"/>
                  </a:lnTo>
                  <a:lnTo>
                    <a:pt x="1245643" y="95545"/>
                  </a:lnTo>
                  <a:lnTo>
                    <a:pt x="1253428" y="94670"/>
                  </a:lnTo>
                  <a:lnTo>
                    <a:pt x="1261213" y="93797"/>
                  </a:lnTo>
                  <a:lnTo>
                    <a:pt x="1268999" y="92819"/>
                  </a:lnTo>
                  <a:lnTo>
                    <a:pt x="1276784" y="91990"/>
                  </a:lnTo>
                  <a:lnTo>
                    <a:pt x="1284569" y="90858"/>
                  </a:lnTo>
                  <a:lnTo>
                    <a:pt x="1292354" y="89877"/>
                  </a:lnTo>
                  <a:lnTo>
                    <a:pt x="1300140" y="88900"/>
                  </a:lnTo>
                  <a:lnTo>
                    <a:pt x="1307925" y="87688"/>
                  </a:lnTo>
                  <a:lnTo>
                    <a:pt x="1315710" y="86941"/>
                  </a:lnTo>
                  <a:lnTo>
                    <a:pt x="1323495" y="85985"/>
                  </a:lnTo>
                  <a:lnTo>
                    <a:pt x="1331281" y="85008"/>
                  </a:lnTo>
                  <a:lnTo>
                    <a:pt x="1339066" y="84035"/>
                  </a:lnTo>
                  <a:lnTo>
                    <a:pt x="1346851" y="82972"/>
                  </a:lnTo>
                  <a:lnTo>
                    <a:pt x="1354637" y="81901"/>
                  </a:lnTo>
                  <a:lnTo>
                    <a:pt x="1362422" y="80825"/>
                  </a:lnTo>
                  <a:lnTo>
                    <a:pt x="1370207" y="79618"/>
                  </a:lnTo>
                  <a:lnTo>
                    <a:pt x="1377992" y="78414"/>
                  </a:lnTo>
                  <a:lnTo>
                    <a:pt x="1385778" y="77212"/>
                  </a:lnTo>
                  <a:lnTo>
                    <a:pt x="1393563" y="76017"/>
                  </a:lnTo>
                  <a:lnTo>
                    <a:pt x="1401348" y="75020"/>
                  </a:lnTo>
                  <a:lnTo>
                    <a:pt x="1409133" y="73849"/>
                  </a:lnTo>
                  <a:lnTo>
                    <a:pt x="1416919" y="72615"/>
                  </a:lnTo>
                  <a:lnTo>
                    <a:pt x="1424704" y="71383"/>
                  </a:lnTo>
                  <a:lnTo>
                    <a:pt x="1432489" y="70579"/>
                  </a:lnTo>
                  <a:lnTo>
                    <a:pt x="1440275" y="69911"/>
                  </a:lnTo>
                  <a:lnTo>
                    <a:pt x="1448060" y="69178"/>
                  </a:lnTo>
                  <a:lnTo>
                    <a:pt x="1455845" y="68130"/>
                  </a:lnTo>
                  <a:lnTo>
                    <a:pt x="1463630" y="67084"/>
                  </a:lnTo>
                  <a:lnTo>
                    <a:pt x="1471416" y="66040"/>
                  </a:lnTo>
                  <a:lnTo>
                    <a:pt x="1479201" y="64884"/>
                  </a:lnTo>
                  <a:lnTo>
                    <a:pt x="1486986" y="63439"/>
                  </a:lnTo>
                  <a:lnTo>
                    <a:pt x="1494771" y="62061"/>
                  </a:lnTo>
                  <a:lnTo>
                    <a:pt x="1502557" y="60890"/>
                  </a:lnTo>
                  <a:lnTo>
                    <a:pt x="1510342" y="59718"/>
                  </a:lnTo>
                  <a:lnTo>
                    <a:pt x="1518127" y="58977"/>
                  </a:lnTo>
                  <a:lnTo>
                    <a:pt x="1525912" y="58051"/>
                  </a:lnTo>
                  <a:lnTo>
                    <a:pt x="1533698" y="57079"/>
                  </a:lnTo>
                  <a:lnTo>
                    <a:pt x="1541483" y="56085"/>
                  </a:lnTo>
                  <a:lnTo>
                    <a:pt x="1549268" y="55093"/>
                  </a:lnTo>
                  <a:lnTo>
                    <a:pt x="1557054" y="54102"/>
                  </a:lnTo>
                  <a:lnTo>
                    <a:pt x="1564839" y="53114"/>
                  </a:lnTo>
                  <a:lnTo>
                    <a:pt x="1572624" y="52128"/>
                  </a:lnTo>
                  <a:lnTo>
                    <a:pt x="1580409" y="51144"/>
                  </a:lnTo>
                  <a:lnTo>
                    <a:pt x="1588195" y="50164"/>
                  </a:lnTo>
                  <a:lnTo>
                    <a:pt x="1595980" y="49198"/>
                  </a:lnTo>
                  <a:lnTo>
                    <a:pt x="1603765" y="48234"/>
                  </a:lnTo>
                  <a:lnTo>
                    <a:pt x="1611550" y="47272"/>
                  </a:lnTo>
                  <a:lnTo>
                    <a:pt x="1619336" y="46367"/>
                  </a:lnTo>
                  <a:lnTo>
                    <a:pt x="1627121" y="45602"/>
                  </a:lnTo>
                  <a:lnTo>
                    <a:pt x="1634906" y="44604"/>
                  </a:lnTo>
                  <a:lnTo>
                    <a:pt x="1642692" y="43675"/>
                  </a:lnTo>
                  <a:lnTo>
                    <a:pt x="1650477" y="43198"/>
                  </a:lnTo>
                  <a:lnTo>
                    <a:pt x="1658262" y="42722"/>
                  </a:lnTo>
                  <a:lnTo>
                    <a:pt x="1666047" y="42246"/>
                  </a:lnTo>
                  <a:lnTo>
                    <a:pt x="1673833" y="41770"/>
                  </a:lnTo>
                  <a:lnTo>
                    <a:pt x="1681618" y="41295"/>
                  </a:lnTo>
                  <a:lnTo>
                    <a:pt x="1689403" y="40517"/>
                  </a:lnTo>
                  <a:lnTo>
                    <a:pt x="1697188" y="39444"/>
                  </a:lnTo>
                  <a:lnTo>
                    <a:pt x="1704974" y="38374"/>
                  </a:lnTo>
                  <a:lnTo>
                    <a:pt x="1712759" y="37307"/>
                  </a:lnTo>
                  <a:lnTo>
                    <a:pt x="1720544" y="36243"/>
                  </a:lnTo>
                  <a:lnTo>
                    <a:pt x="1728330" y="35181"/>
                  </a:lnTo>
                  <a:lnTo>
                    <a:pt x="1736115" y="34123"/>
                  </a:lnTo>
                  <a:lnTo>
                    <a:pt x="1743900" y="33067"/>
                  </a:lnTo>
                  <a:lnTo>
                    <a:pt x="1751685" y="32014"/>
                  </a:lnTo>
                  <a:lnTo>
                    <a:pt x="1759471" y="30965"/>
                  </a:lnTo>
                  <a:lnTo>
                    <a:pt x="1767256" y="29918"/>
                  </a:lnTo>
                  <a:lnTo>
                    <a:pt x="1775041" y="28874"/>
                  </a:lnTo>
                  <a:lnTo>
                    <a:pt x="1782826" y="27834"/>
                  </a:lnTo>
                  <a:lnTo>
                    <a:pt x="1790612" y="26796"/>
                  </a:lnTo>
                  <a:lnTo>
                    <a:pt x="1798397" y="25761"/>
                  </a:lnTo>
                  <a:lnTo>
                    <a:pt x="1806182" y="24729"/>
                  </a:lnTo>
                  <a:lnTo>
                    <a:pt x="1813967" y="23701"/>
                  </a:lnTo>
                  <a:lnTo>
                    <a:pt x="1821753" y="22675"/>
                  </a:lnTo>
                  <a:lnTo>
                    <a:pt x="1829538" y="21653"/>
                  </a:lnTo>
                  <a:lnTo>
                    <a:pt x="1837323" y="20634"/>
                  </a:lnTo>
                  <a:lnTo>
                    <a:pt x="1845109" y="19625"/>
                  </a:lnTo>
                  <a:lnTo>
                    <a:pt x="1852894" y="18977"/>
                  </a:lnTo>
                  <a:lnTo>
                    <a:pt x="1860679" y="18431"/>
                  </a:lnTo>
                  <a:lnTo>
                    <a:pt x="1868464" y="17886"/>
                  </a:lnTo>
                  <a:lnTo>
                    <a:pt x="1876250" y="17344"/>
                  </a:lnTo>
                  <a:lnTo>
                    <a:pt x="1884035" y="16804"/>
                  </a:lnTo>
                  <a:lnTo>
                    <a:pt x="1891820" y="16265"/>
                  </a:lnTo>
                  <a:lnTo>
                    <a:pt x="1899605" y="15726"/>
                  </a:lnTo>
                  <a:lnTo>
                    <a:pt x="1907391" y="14828"/>
                  </a:lnTo>
                  <a:lnTo>
                    <a:pt x="1915176" y="13932"/>
                  </a:lnTo>
                  <a:lnTo>
                    <a:pt x="1922961" y="13010"/>
                  </a:lnTo>
                  <a:lnTo>
                    <a:pt x="1930747" y="11895"/>
                  </a:lnTo>
                  <a:lnTo>
                    <a:pt x="1938532" y="10784"/>
                  </a:lnTo>
                  <a:lnTo>
                    <a:pt x="1946317" y="9677"/>
                  </a:lnTo>
                  <a:lnTo>
                    <a:pt x="1954102" y="8575"/>
                  </a:lnTo>
                  <a:lnTo>
                    <a:pt x="1961888" y="7476"/>
                  </a:lnTo>
                  <a:lnTo>
                    <a:pt x="1969673" y="6381"/>
                  </a:lnTo>
                  <a:lnTo>
                    <a:pt x="1977458" y="5291"/>
                  </a:lnTo>
                  <a:lnTo>
                    <a:pt x="1985243" y="4205"/>
                  </a:lnTo>
                  <a:lnTo>
                    <a:pt x="1993029" y="3122"/>
                  </a:lnTo>
                  <a:lnTo>
                    <a:pt x="2000814" y="2045"/>
                  </a:lnTo>
                  <a:lnTo>
                    <a:pt x="2008599" y="971"/>
                  </a:lnTo>
                  <a:lnTo>
                    <a:pt x="2016385" y="0"/>
                  </a:lnTo>
                  <a:lnTo>
                    <a:pt x="2016385" y="360385"/>
                  </a:lnTo>
                  <a:lnTo>
                    <a:pt x="2008599" y="360136"/>
                  </a:lnTo>
                  <a:lnTo>
                    <a:pt x="2000814" y="359829"/>
                  </a:lnTo>
                  <a:lnTo>
                    <a:pt x="1993029" y="359521"/>
                  </a:lnTo>
                  <a:lnTo>
                    <a:pt x="1985243" y="359212"/>
                  </a:lnTo>
                  <a:lnTo>
                    <a:pt x="1977458" y="359078"/>
                  </a:lnTo>
                  <a:lnTo>
                    <a:pt x="1969673" y="358963"/>
                  </a:lnTo>
                  <a:lnTo>
                    <a:pt x="1961888" y="358796"/>
                  </a:lnTo>
                  <a:lnTo>
                    <a:pt x="1954102" y="358571"/>
                  </a:lnTo>
                  <a:lnTo>
                    <a:pt x="1946317" y="358344"/>
                  </a:lnTo>
                  <a:lnTo>
                    <a:pt x="1938532" y="358111"/>
                  </a:lnTo>
                  <a:lnTo>
                    <a:pt x="1930747" y="357782"/>
                  </a:lnTo>
                  <a:lnTo>
                    <a:pt x="1922961" y="357656"/>
                  </a:lnTo>
                  <a:lnTo>
                    <a:pt x="1915176" y="357427"/>
                  </a:lnTo>
                  <a:lnTo>
                    <a:pt x="1907391" y="357209"/>
                  </a:lnTo>
                  <a:lnTo>
                    <a:pt x="1899605" y="356969"/>
                  </a:lnTo>
                  <a:lnTo>
                    <a:pt x="1891820" y="356739"/>
                  </a:lnTo>
                  <a:lnTo>
                    <a:pt x="1884035" y="356507"/>
                  </a:lnTo>
                  <a:lnTo>
                    <a:pt x="1876250" y="356261"/>
                  </a:lnTo>
                  <a:lnTo>
                    <a:pt x="1868464" y="355805"/>
                  </a:lnTo>
                  <a:lnTo>
                    <a:pt x="1860679" y="355344"/>
                  </a:lnTo>
                  <a:lnTo>
                    <a:pt x="1852894" y="354880"/>
                  </a:lnTo>
                  <a:lnTo>
                    <a:pt x="1845109" y="354429"/>
                  </a:lnTo>
                  <a:lnTo>
                    <a:pt x="1837323" y="354075"/>
                  </a:lnTo>
                  <a:lnTo>
                    <a:pt x="1829538" y="353689"/>
                  </a:lnTo>
                  <a:lnTo>
                    <a:pt x="1821753" y="353209"/>
                  </a:lnTo>
                  <a:lnTo>
                    <a:pt x="1813967" y="352727"/>
                  </a:lnTo>
                  <a:lnTo>
                    <a:pt x="1806182" y="352245"/>
                  </a:lnTo>
                  <a:lnTo>
                    <a:pt x="1798397" y="351762"/>
                  </a:lnTo>
                  <a:lnTo>
                    <a:pt x="1790612" y="351561"/>
                  </a:lnTo>
                  <a:lnTo>
                    <a:pt x="1782826" y="351501"/>
                  </a:lnTo>
                  <a:lnTo>
                    <a:pt x="1775041" y="351250"/>
                  </a:lnTo>
                  <a:lnTo>
                    <a:pt x="1767256" y="350892"/>
                  </a:lnTo>
                  <a:lnTo>
                    <a:pt x="1759471" y="350533"/>
                  </a:lnTo>
                  <a:lnTo>
                    <a:pt x="1751685" y="350140"/>
                  </a:lnTo>
                  <a:lnTo>
                    <a:pt x="1743900" y="349704"/>
                  </a:lnTo>
                  <a:lnTo>
                    <a:pt x="1736115" y="349268"/>
                  </a:lnTo>
                  <a:lnTo>
                    <a:pt x="1728330" y="349107"/>
                  </a:lnTo>
                  <a:lnTo>
                    <a:pt x="1720544" y="348759"/>
                  </a:lnTo>
                  <a:lnTo>
                    <a:pt x="1712759" y="348713"/>
                  </a:lnTo>
                  <a:lnTo>
                    <a:pt x="1704974" y="348507"/>
                  </a:lnTo>
                  <a:lnTo>
                    <a:pt x="1697188" y="348109"/>
                  </a:lnTo>
                  <a:lnTo>
                    <a:pt x="1689403" y="347917"/>
                  </a:lnTo>
                  <a:lnTo>
                    <a:pt x="1681618" y="347724"/>
                  </a:lnTo>
                  <a:lnTo>
                    <a:pt x="1673833" y="347531"/>
                  </a:lnTo>
                  <a:lnTo>
                    <a:pt x="1666047" y="347329"/>
                  </a:lnTo>
                  <a:lnTo>
                    <a:pt x="1658262" y="347128"/>
                  </a:lnTo>
                  <a:lnTo>
                    <a:pt x="1650477" y="346926"/>
                  </a:lnTo>
                  <a:lnTo>
                    <a:pt x="1642692" y="346724"/>
                  </a:lnTo>
                  <a:lnTo>
                    <a:pt x="1634906" y="346522"/>
                  </a:lnTo>
                  <a:lnTo>
                    <a:pt x="1627121" y="346319"/>
                  </a:lnTo>
                  <a:lnTo>
                    <a:pt x="1619336" y="346117"/>
                  </a:lnTo>
                  <a:lnTo>
                    <a:pt x="1611550" y="345914"/>
                  </a:lnTo>
                  <a:lnTo>
                    <a:pt x="1603765" y="345711"/>
                  </a:lnTo>
                  <a:lnTo>
                    <a:pt x="1595980" y="345438"/>
                  </a:lnTo>
                  <a:lnTo>
                    <a:pt x="1588195" y="344768"/>
                  </a:lnTo>
                  <a:lnTo>
                    <a:pt x="1580409" y="344063"/>
                  </a:lnTo>
                  <a:lnTo>
                    <a:pt x="1572624" y="343357"/>
                  </a:lnTo>
                  <a:lnTo>
                    <a:pt x="1564839" y="343066"/>
                  </a:lnTo>
                  <a:lnTo>
                    <a:pt x="1557054" y="342950"/>
                  </a:lnTo>
                  <a:lnTo>
                    <a:pt x="1549268" y="342832"/>
                  </a:lnTo>
                  <a:lnTo>
                    <a:pt x="1541483" y="342710"/>
                  </a:lnTo>
                  <a:lnTo>
                    <a:pt x="1533698" y="342219"/>
                  </a:lnTo>
                  <a:lnTo>
                    <a:pt x="1525912" y="341671"/>
                  </a:lnTo>
                  <a:lnTo>
                    <a:pt x="1518127" y="341409"/>
                  </a:lnTo>
                  <a:lnTo>
                    <a:pt x="1510342" y="341270"/>
                  </a:lnTo>
                  <a:lnTo>
                    <a:pt x="1502557" y="341132"/>
                  </a:lnTo>
                  <a:lnTo>
                    <a:pt x="1494771" y="340993"/>
                  </a:lnTo>
                  <a:lnTo>
                    <a:pt x="1486986" y="340683"/>
                  </a:lnTo>
                  <a:lnTo>
                    <a:pt x="1479201" y="340631"/>
                  </a:lnTo>
                  <a:lnTo>
                    <a:pt x="1471416" y="340487"/>
                  </a:lnTo>
                  <a:lnTo>
                    <a:pt x="1463630" y="339981"/>
                  </a:lnTo>
                  <a:lnTo>
                    <a:pt x="1455845" y="339674"/>
                  </a:lnTo>
                  <a:lnTo>
                    <a:pt x="1448060" y="339704"/>
                  </a:lnTo>
                  <a:lnTo>
                    <a:pt x="1440275" y="339544"/>
                  </a:lnTo>
                  <a:lnTo>
                    <a:pt x="1432489" y="339565"/>
                  </a:lnTo>
                  <a:lnTo>
                    <a:pt x="1424704" y="339473"/>
                  </a:lnTo>
                  <a:lnTo>
                    <a:pt x="1416919" y="339025"/>
                  </a:lnTo>
                  <a:lnTo>
                    <a:pt x="1409133" y="338675"/>
                  </a:lnTo>
                  <a:lnTo>
                    <a:pt x="1401348" y="338375"/>
                  </a:lnTo>
                  <a:lnTo>
                    <a:pt x="1393563" y="338073"/>
                  </a:lnTo>
                  <a:lnTo>
                    <a:pt x="1385778" y="337770"/>
                  </a:lnTo>
                  <a:lnTo>
                    <a:pt x="1377992" y="337561"/>
                  </a:lnTo>
                  <a:lnTo>
                    <a:pt x="1370207" y="337649"/>
                  </a:lnTo>
                  <a:lnTo>
                    <a:pt x="1362422" y="337728"/>
                  </a:lnTo>
                  <a:lnTo>
                    <a:pt x="1354637" y="337585"/>
                  </a:lnTo>
                  <a:lnTo>
                    <a:pt x="1346851" y="336850"/>
                  </a:lnTo>
                  <a:lnTo>
                    <a:pt x="1339066" y="336512"/>
                  </a:lnTo>
                  <a:lnTo>
                    <a:pt x="1331281" y="336427"/>
                  </a:lnTo>
                  <a:lnTo>
                    <a:pt x="1323495" y="336335"/>
                  </a:lnTo>
                  <a:lnTo>
                    <a:pt x="1315710" y="336243"/>
                  </a:lnTo>
                  <a:lnTo>
                    <a:pt x="1307925" y="336243"/>
                  </a:lnTo>
                  <a:lnTo>
                    <a:pt x="1300140" y="336197"/>
                  </a:lnTo>
                  <a:lnTo>
                    <a:pt x="1292354" y="335997"/>
                  </a:lnTo>
                  <a:lnTo>
                    <a:pt x="1284569" y="335917"/>
                  </a:lnTo>
                  <a:lnTo>
                    <a:pt x="1276784" y="335986"/>
                  </a:lnTo>
                  <a:lnTo>
                    <a:pt x="1268999" y="335728"/>
                  </a:lnTo>
                  <a:lnTo>
                    <a:pt x="1261213" y="335407"/>
                  </a:lnTo>
                  <a:lnTo>
                    <a:pt x="1253428" y="334880"/>
                  </a:lnTo>
                  <a:lnTo>
                    <a:pt x="1245643" y="334343"/>
                  </a:lnTo>
                  <a:lnTo>
                    <a:pt x="1237857" y="334006"/>
                  </a:lnTo>
                  <a:lnTo>
                    <a:pt x="1230072" y="334020"/>
                  </a:lnTo>
                  <a:lnTo>
                    <a:pt x="1222287" y="334008"/>
                  </a:lnTo>
                  <a:lnTo>
                    <a:pt x="1214502" y="333695"/>
                  </a:lnTo>
                  <a:lnTo>
                    <a:pt x="1206716" y="333729"/>
                  </a:lnTo>
                  <a:lnTo>
                    <a:pt x="1198931" y="333562"/>
                  </a:lnTo>
                  <a:lnTo>
                    <a:pt x="1191146" y="333118"/>
                  </a:lnTo>
                  <a:lnTo>
                    <a:pt x="1183361" y="332815"/>
                  </a:lnTo>
                  <a:lnTo>
                    <a:pt x="1175575" y="332765"/>
                  </a:lnTo>
                  <a:lnTo>
                    <a:pt x="1167790" y="332715"/>
                  </a:lnTo>
                  <a:lnTo>
                    <a:pt x="1160005" y="332665"/>
                  </a:lnTo>
                  <a:lnTo>
                    <a:pt x="1152220" y="332605"/>
                  </a:lnTo>
                  <a:lnTo>
                    <a:pt x="1144434" y="332545"/>
                  </a:lnTo>
                  <a:lnTo>
                    <a:pt x="1136649" y="332482"/>
                  </a:lnTo>
                  <a:lnTo>
                    <a:pt x="1128864" y="332419"/>
                  </a:lnTo>
                  <a:lnTo>
                    <a:pt x="1121078" y="332318"/>
                  </a:lnTo>
                  <a:lnTo>
                    <a:pt x="1113293" y="331847"/>
                  </a:lnTo>
                  <a:lnTo>
                    <a:pt x="1105508" y="331305"/>
                  </a:lnTo>
                  <a:lnTo>
                    <a:pt x="1097723" y="331061"/>
                  </a:lnTo>
                  <a:lnTo>
                    <a:pt x="1089937" y="331056"/>
                  </a:lnTo>
                  <a:lnTo>
                    <a:pt x="1082152" y="331068"/>
                  </a:lnTo>
                  <a:lnTo>
                    <a:pt x="1074367" y="331070"/>
                  </a:lnTo>
                  <a:lnTo>
                    <a:pt x="1066582" y="330927"/>
                  </a:lnTo>
                  <a:lnTo>
                    <a:pt x="1058796" y="330644"/>
                  </a:lnTo>
                  <a:lnTo>
                    <a:pt x="1051011" y="330393"/>
                  </a:lnTo>
                  <a:lnTo>
                    <a:pt x="1043226" y="330209"/>
                  </a:lnTo>
                  <a:lnTo>
                    <a:pt x="1035440" y="330230"/>
                  </a:lnTo>
                  <a:lnTo>
                    <a:pt x="1027655" y="329615"/>
                  </a:lnTo>
                  <a:lnTo>
                    <a:pt x="1019870" y="329507"/>
                  </a:lnTo>
                  <a:lnTo>
                    <a:pt x="1012085" y="329684"/>
                  </a:lnTo>
                  <a:lnTo>
                    <a:pt x="1004299" y="329824"/>
                  </a:lnTo>
                  <a:lnTo>
                    <a:pt x="996514" y="329502"/>
                  </a:lnTo>
                  <a:lnTo>
                    <a:pt x="988729" y="329411"/>
                  </a:lnTo>
                  <a:lnTo>
                    <a:pt x="980944" y="329421"/>
                  </a:lnTo>
                  <a:lnTo>
                    <a:pt x="973158" y="329431"/>
                  </a:lnTo>
                  <a:lnTo>
                    <a:pt x="965373" y="329639"/>
                  </a:lnTo>
                  <a:lnTo>
                    <a:pt x="957588" y="329886"/>
                  </a:lnTo>
                  <a:lnTo>
                    <a:pt x="949802" y="329991"/>
                  </a:lnTo>
                  <a:lnTo>
                    <a:pt x="942017" y="330109"/>
                  </a:lnTo>
                  <a:lnTo>
                    <a:pt x="934232" y="330346"/>
                  </a:lnTo>
                  <a:lnTo>
                    <a:pt x="926447" y="330582"/>
                  </a:lnTo>
                  <a:lnTo>
                    <a:pt x="918661" y="330810"/>
                  </a:lnTo>
                  <a:lnTo>
                    <a:pt x="910876" y="330771"/>
                  </a:lnTo>
                  <a:lnTo>
                    <a:pt x="903091" y="330630"/>
                  </a:lnTo>
                  <a:lnTo>
                    <a:pt x="895306" y="330495"/>
                  </a:lnTo>
                  <a:lnTo>
                    <a:pt x="887520" y="330462"/>
                  </a:lnTo>
                  <a:lnTo>
                    <a:pt x="879735" y="330621"/>
                  </a:lnTo>
                  <a:lnTo>
                    <a:pt x="871950" y="330591"/>
                  </a:lnTo>
                  <a:lnTo>
                    <a:pt x="864165" y="330531"/>
                  </a:lnTo>
                  <a:lnTo>
                    <a:pt x="856379" y="330394"/>
                  </a:lnTo>
                  <a:lnTo>
                    <a:pt x="848594" y="330419"/>
                  </a:lnTo>
                  <a:lnTo>
                    <a:pt x="840809" y="330369"/>
                  </a:lnTo>
                  <a:lnTo>
                    <a:pt x="833023" y="330689"/>
                  </a:lnTo>
                  <a:lnTo>
                    <a:pt x="825238" y="330909"/>
                  </a:lnTo>
                  <a:lnTo>
                    <a:pt x="817453" y="331054"/>
                  </a:lnTo>
                  <a:lnTo>
                    <a:pt x="809668" y="331291"/>
                  </a:lnTo>
                  <a:lnTo>
                    <a:pt x="801882" y="331525"/>
                  </a:lnTo>
                  <a:lnTo>
                    <a:pt x="794097" y="331771"/>
                  </a:lnTo>
                  <a:lnTo>
                    <a:pt x="786312" y="331929"/>
                  </a:lnTo>
                  <a:lnTo>
                    <a:pt x="778527" y="332196"/>
                  </a:lnTo>
                  <a:lnTo>
                    <a:pt x="770741" y="332299"/>
                  </a:lnTo>
                  <a:lnTo>
                    <a:pt x="762956" y="332403"/>
                  </a:lnTo>
                  <a:lnTo>
                    <a:pt x="755171" y="332506"/>
                  </a:lnTo>
                  <a:lnTo>
                    <a:pt x="747385" y="332658"/>
                  </a:lnTo>
                  <a:lnTo>
                    <a:pt x="739600" y="333237"/>
                  </a:lnTo>
                  <a:lnTo>
                    <a:pt x="731815" y="333088"/>
                  </a:lnTo>
                  <a:lnTo>
                    <a:pt x="724030" y="333836"/>
                  </a:lnTo>
                  <a:lnTo>
                    <a:pt x="716244" y="333445"/>
                  </a:lnTo>
                  <a:lnTo>
                    <a:pt x="708459" y="333836"/>
                  </a:lnTo>
                  <a:lnTo>
                    <a:pt x="700674" y="334217"/>
                  </a:lnTo>
                  <a:lnTo>
                    <a:pt x="692889" y="334056"/>
                  </a:lnTo>
                  <a:lnTo>
                    <a:pt x="685103" y="334216"/>
                  </a:lnTo>
                  <a:lnTo>
                    <a:pt x="677318" y="334408"/>
                  </a:lnTo>
                  <a:lnTo>
                    <a:pt x="669533" y="334991"/>
                  </a:lnTo>
                  <a:lnTo>
                    <a:pt x="661747" y="335674"/>
                  </a:lnTo>
                  <a:lnTo>
                    <a:pt x="653962" y="335500"/>
                  </a:lnTo>
                  <a:lnTo>
                    <a:pt x="646177" y="335713"/>
                  </a:lnTo>
                  <a:lnTo>
                    <a:pt x="638392" y="335843"/>
                  </a:lnTo>
                  <a:lnTo>
                    <a:pt x="630606" y="335885"/>
                  </a:lnTo>
                  <a:lnTo>
                    <a:pt x="622821" y="335985"/>
                  </a:lnTo>
                  <a:lnTo>
                    <a:pt x="615036" y="335916"/>
                  </a:lnTo>
                  <a:lnTo>
                    <a:pt x="607251" y="336284"/>
                  </a:lnTo>
                  <a:lnTo>
                    <a:pt x="599465" y="336365"/>
                  </a:lnTo>
                  <a:lnTo>
                    <a:pt x="591680" y="336396"/>
                  </a:lnTo>
                  <a:lnTo>
                    <a:pt x="583895" y="336676"/>
                  </a:lnTo>
                  <a:lnTo>
                    <a:pt x="576110" y="336879"/>
                  </a:lnTo>
                  <a:lnTo>
                    <a:pt x="568324" y="337060"/>
                  </a:lnTo>
                  <a:lnTo>
                    <a:pt x="560539" y="337239"/>
                  </a:lnTo>
                  <a:lnTo>
                    <a:pt x="552754" y="337487"/>
                  </a:lnTo>
                  <a:lnTo>
                    <a:pt x="544968" y="337888"/>
                  </a:lnTo>
                  <a:lnTo>
                    <a:pt x="537183" y="338271"/>
                  </a:lnTo>
                  <a:lnTo>
                    <a:pt x="529398" y="338657"/>
                  </a:lnTo>
                  <a:lnTo>
                    <a:pt x="521613" y="339051"/>
                  </a:lnTo>
                  <a:lnTo>
                    <a:pt x="513827" y="339441"/>
                  </a:lnTo>
                  <a:lnTo>
                    <a:pt x="506042" y="339828"/>
                  </a:lnTo>
                  <a:lnTo>
                    <a:pt x="498257" y="340210"/>
                  </a:lnTo>
                  <a:lnTo>
                    <a:pt x="490472" y="340588"/>
                  </a:lnTo>
                  <a:lnTo>
                    <a:pt x="482686" y="341249"/>
                  </a:lnTo>
                  <a:lnTo>
                    <a:pt x="474901" y="341637"/>
                  </a:lnTo>
                  <a:lnTo>
                    <a:pt x="467116" y="341876"/>
                  </a:lnTo>
                  <a:lnTo>
                    <a:pt x="459330" y="342102"/>
                  </a:lnTo>
                  <a:lnTo>
                    <a:pt x="451545" y="342299"/>
                  </a:lnTo>
                  <a:lnTo>
                    <a:pt x="443760" y="342252"/>
                  </a:lnTo>
                  <a:lnTo>
                    <a:pt x="435975" y="342204"/>
                  </a:lnTo>
                  <a:lnTo>
                    <a:pt x="428189" y="342156"/>
                  </a:lnTo>
                  <a:lnTo>
                    <a:pt x="420404" y="342313"/>
                  </a:lnTo>
                  <a:lnTo>
                    <a:pt x="412619" y="343052"/>
                  </a:lnTo>
                  <a:lnTo>
                    <a:pt x="404834" y="343743"/>
                  </a:lnTo>
                  <a:lnTo>
                    <a:pt x="397048" y="344162"/>
                  </a:lnTo>
                  <a:lnTo>
                    <a:pt x="389263" y="344333"/>
                  </a:lnTo>
                  <a:lnTo>
                    <a:pt x="381478" y="344636"/>
                  </a:lnTo>
                  <a:lnTo>
                    <a:pt x="373692" y="344788"/>
                  </a:lnTo>
                  <a:lnTo>
                    <a:pt x="365907" y="344928"/>
                  </a:lnTo>
                  <a:lnTo>
                    <a:pt x="358122" y="345136"/>
                  </a:lnTo>
                  <a:lnTo>
                    <a:pt x="350337" y="345302"/>
                  </a:lnTo>
                  <a:lnTo>
                    <a:pt x="342551" y="345529"/>
                  </a:lnTo>
                  <a:lnTo>
                    <a:pt x="334766" y="345850"/>
                  </a:lnTo>
                  <a:lnTo>
                    <a:pt x="326981" y="346629"/>
                  </a:lnTo>
                  <a:lnTo>
                    <a:pt x="319196" y="346900"/>
                  </a:lnTo>
                  <a:lnTo>
                    <a:pt x="311410" y="347121"/>
                  </a:lnTo>
                  <a:lnTo>
                    <a:pt x="303625" y="347331"/>
                  </a:lnTo>
                  <a:lnTo>
                    <a:pt x="295840" y="348060"/>
                  </a:lnTo>
                  <a:lnTo>
                    <a:pt x="288055" y="348121"/>
                  </a:lnTo>
                  <a:lnTo>
                    <a:pt x="280269" y="348174"/>
                  </a:lnTo>
                  <a:lnTo>
                    <a:pt x="272484" y="348227"/>
                  </a:lnTo>
                  <a:lnTo>
                    <a:pt x="264699" y="348412"/>
                  </a:lnTo>
                  <a:lnTo>
                    <a:pt x="256913" y="349345"/>
                  </a:lnTo>
                  <a:lnTo>
                    <a:pt x="249128" y="350006"/>
                  </a:lnTo>
                  <a:lnTo>
                    <a:pt x="241343" y="350254"/>
                  </a:lnTo>
                  <a:lnTo>
                    <a:pt x="233558" y="350502"/>
                  </a:lnTo>
                  <a:lnTo>
                    <a:pt x="225772" y="350750"/>
                  </a:lnTo>
                  <a:lnTo>
                    <a:pt x="217987" y="350998"/>
                  </a:lnTo>
                  <a:lnTo>
                    <a:pt x="210202" y="351338"/>
                  </a:lnTo>
                  <a:lnTo>
                    <a:pt x="202417" y="351492"/>
                  </a:lnTo>
                  <a:lnTo>
                    <a:pt x="194631" y="351800"/>
                  </a:lnTo>
                  <a:lnTo>
                    <a:pt x="186846" y="352014"/>
                  </a:lnTo>
                  <a:lnTo>
                    <a:pt x="179061" y="352236"/>
                  </a:lnTo>
                  <a:lnTo>
                    <a:pt x="171275" y="352492"/>
                  </a:lnTo>
                  <a:lnTo>
                    <a:pt x="163490" y="353202"/>
                  </a:lnTo>
                  <a:lnTo>
                    <a:pt x="155705" y="353366"/>
                  </a:lnTo>
                  <a:lnTo>
                    <a:pt x="147920" y="353873"/>
                  </a:lnTo>
                  <a:lnTo>
                    <a:pt x="140134" y="354430"/>
                  </a:lnTo>
                  <a:lnTo>
                    <a:pt x="132349" y="354966"/>
                  </a:lnTo>
                  <a:lnTo>
                    <a:pt x="124564" y="355316"/>
                  </a:lnTo>
                  <a:lnTo>
                    <a:pt x="116779" y="355965"/>
                  </a:lnTo>
                  <a:lnTo>
                    <a:pt x="108993" y="356064"/>
                  </a:lnTo>
                  <a:lnTo>
                    <a:pt x="101208" y="356153"/>
                  </a:lnTo>
                  <a:lnTo>
                    <a:pt x="93423" y="356244"/>
                  </a:lnTo>
                  <a:lnTo>
                    <a:pt x="85637" y="356473"/>
                  </a:lnTo>
                  <a:lnTo>
                    <a:pt x="77852" y="357017"/>
                  </a:lnTo>
                  <a:lnTo>
                    <a:pt x="70067" y="357621"/>
                  </a:lnTo>
                  <a:lnTo>
                    <a:pt x="62282" y="358434"/>
                  </a:lnTo>
                  <a:lnTo>
                    <a:pt x="54496" y="359292"/>
                  </a:lnTo>
                  <a:lnTo>
                    <a:pt x="46711" y="359995"/>
                  </a:lnTo>
                  <a:lnTo>
                    <a:pt x="38926" y="360445"/>
                  </a:lnTo>
                  <a:lnTo>
                    <a:pt x="31141" y="360831"/>
                  </a:lnTo>
                  <a:lnTo>
                    <a:pt x="23355" y="361674"/>
                  </a:lnTo>
                  <a:lnTo>
                    <a:pt x="15570" y="362513"/>
                  </a:lnTo>
                  <a:lnTo>
                    <a:pt x="7785" y="363086"/>
                  </a:lnTo>
                  <a:lnTo>
                    <a:pt x="0" y="363321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1247627" y="3527427"/>
              <a:ext cx="2016385" cy="170332"/>
            </a:xfrm>
            <a:custGeom>
              <a:avLst/>
              <a:pathLst>
                <a:path w="2016385" h="170332">
                  <a:moveTo>
                    <a:pt x="0" y="167745"/>
                  </a:moveTo>
                  <a:lnTo>
                    <a:pt x="7785" y="168505"/>
                  </a:lnTo>
                  <a:lnTo>
                    <a:pt x="15570" y="169265"/>
                  </a:lnTo>
                  <a:lnTo>
                    <a:pt x="23355" y="169742"/>
                  </a:lnTo>
                  <a:lnTo>
                    <a:pt x="31141" y="169646"/>
                  </a:lnTo>
                  <a:lnTo>
                    <a:pt x="38926" y="169543"/>
                  </a:lnTo>
                  <a:lnTo>
                    <a:pt x="46711" y="169153"/>
                  </a:lnTo>
                  <a:lnTo>
                    <a:pt x="54496" y="169362"/>
                  </a:lnTo>
                  <a:lnTo>
                    <a:pt x="62282" y="169289"/>
                  </a:lnTo>
                  <a:lnTo>
                    <a:pt x="70067" y="169950"/>
                  </a:lnTo>
                  <a:lnTo>
                    <a:pt x="77852" y="170332"/>
                  </a:lnTo>
                  <a:lnTo>
                    <a:pt x="85637" y="170196"/>
                  </a:lnTo>
                  <a:lnTo>
                    <a:pt x="93423" y="170039"/>
                  </a:lnTo>
                  <a:lnTo>
                    <a:pt x="101208" y="169912"/>
                  </a:lnTo>
                  <a:lnTo>
                    <a:pt x="108993" y="170272"/>
                  </a:lnTo>
                  <a:lnTo>
                    <a:pt x="116779" y="170196"/>
                  </a:lnTo>
                  <a:lnTo>
                    <a:pt x="124564" y="169978"/>
                  </a:lnTo>
                  <a:lnTo>
                    <a:pt x="132349" y="170252"/>
                  </a:lnTo>
                  <a:lnTo>
                    <a:pt x="140134" y="170165"/>
                  </a:lnTo>
                  <a:lnTo>
                    <a:pt x="147920" y="169652"/>
                  </a:lnTo>
                  <a:lnTo>
                    <a:pt x="155705" y="169218"/>
                  </a:lnTo>
                  <a:lnTo>
                    <a:pt x="163490" y="169126"/>
                  </a:lnTo>
                  <a:lnTo>
                    <a:pt x="171275" y="169044"/>
                  </a:lnTo>
                  <a:lnTo>
                    <a:pt x="179061" y="169605"/>
                  </a:lnTo>
                  <a:lnTo>
                    <a:pt x="186846" y="169334"/>
                  </a:lnTo>
                  <a:lnTo>
                    <a:pt x="194631" y="169319"/>
                  </a:lnTo>
                  <a:lnTo>
                    <a:pt x="202417" y="169571"/>
                  </a:lnTo>
                  <a:lnTo>
                    <a:pt x="210202" y="169836"/>
                  </a:lnTo>
                  <a:lnTo>
                    <a:pt x="217987" y="170041"/>
                  </a:lnTo>
                  <a:lnTo>
                    <a:pt x="225772" y="169757"/>
                  </a:lnTo>
                  <a:lnTo>
                    <a:pt x="233558" y="170020"/>
                  </a:lnTo>
                  <a:lnTo>
                    <a:pt x="241343" y="170065"/>
                  </a:lnTo>
                  <a:lnTo>
                    <a:pt x="249128" y="169603"/>
                  </a:lnTo>
                  <a:lnTo>
                    <a:pt x="256913" y="169145"/>
                  </a:lnTo>
                  <a:lnTo>
                    <a:pt x="264699" y="169031"/>
                  </a:lnTo>
                  <a:lnTo>
                    <a:pt x="272484" y="169072"/>
                  </a:lnTo>
                  <a:lnTo>
                    <a:pt x="280269" y="169121"/>
                  </a:lnTo>
                  <a:lnTo>
                    <a:pt x="288055" y="169180"/>
                  </a:lnTo>
                  <a:lnTo>
                    <a:pt x="295840" y="168717"/>
                  </a:lnTo>
                  <a:lnTo>
                    <a:pt x="303625" y="168465"/>
                  </a:lnTo>
                  <a:lnTo>
                    <a:pt x="311410" y="167911"/>
                  </a:lnTo>
                  <a:lnTo>
                    <a:pt x="319196" y="167357"/>
                  </a:lnTo>
                  <a:lnTo>
                    <a:pt x="326981" y="166803"/>
                  </a:lnTo>
                  <a:lnTo>
                    <a:pt x="334766" y="166268"/>
                  </a:lnTo>
                  <a:lnTo>
                    <a:pt x="342551" y="166044"/>
                  </a:lnTo>
                  <a:lnTo>
                    <a:pt x="350337" y="165739"/>
                  </a:lnTo>
                  <a:lnTo>
                    <a:pt x="358122" y="165190"/>
                  </a:lnTo>
                  <a:lnTo>
                    <a:pt x="365907" y="164984"/>
                  </a:lnTo>
                  <a:lnTo>
                    <a:pt x="373692" y="164862"/>
                  </a:lnTo>
                  <a:lnTo>
                    <a:pt x="381478" y="164223"/>
                  </a:lnTo>
                  <a:lnTo>
                    <a:pt x="389263" y="163521"/>
                  </a:lnTo>
                  <a:lnTo>
                    <a:pt x="397048" y="163384"/>
                  </a:lnTo>
                  <a:lnTo>
                    <a:pt x="404834" y="163382"/>
                  </a:lnTo>
                  <a:lnTo>
                    <a:pt x="412619" y="163477"/>
                  </a:lnTo>
                  <a:lnTo>
                    <a:pt x="420404" y="163180"/>
                  </a:lnTo>
                  <a:lnTo>
                    <a:pt x="428189" y="163039"/>
                  </a:lnTo>
                  <a:lnTo>
                    <a:pt x="435975" y="162974"/>
                  </a:lnTo>
                  <a:lnTo>
                    <a:pt x="443760" y="163340"/>
                  </a:lnTo>
                  <a:lnTo>
                    <a:pt x="451545" y="163422"/>
                  </a:lnTo>
                  <a:lnTo>
                    <a:pt x="459330" y="163181"/>
                  </a:lnTo>
                  <a:lnTo>
                    <a:pt x="467116" y="162265"/>
                  </a:lnTo>
                  <a:lnTo>
                    <a:pt x="474901" y="162507"/>
                  </a:lnTo>
                  <a:lnTo>
                    <a:pt x="482686" y="162171"/>
                  </a:lnTo>
                  <a:lnTo>
                    <a:pt x="490472" y="161429"/>
                  </a:lnTo>
                  <a:lnTo>
                    <a:pt x="498257" y="161507"/>
                  </a:lnTo>
                  <a:lnTo>
                    <a:pt x="506042" y="161175"/>
                  </a:lnTo>
                  <a:lnTo>
                    <a:pt x="513827" y="160842"/>
                  </a:lnTo>
                  <a:lnTo>
                    <a:pt x="521613" y="160502"/>
                  </a:lnTo>
                  <a:lnTo>
                    <a:pt x="529398" y="160171"/>
                  </a:lnTo>
                  <a:lnTo>
                    <a:pt x="537183" y="160113"/>
                  </a:lnTo>
                  <a:lnTo>
                    <a:pt x="544968" y="159930"/>
                  </a:lnTo>
                  <a:lnTo>
                    <a:pt x="552754" y="160001"/>
                  </a:lnTo>
                  <a:lnTo>
                    <a:pt x="560539" y="159961"/>
                  </a:lnTo>
                  <a:lnTo>
                    <a:pt x="568324" y="159538"/>
                  </a:lnTo>
                  <a:lnTo>
                    <a:pt x="576110" y="158524"/>
                  </a:lnTo>
                  <a:lnTo>
                    <a:pt x="583895" y="157797"/>
                  </a:lnTo>
                  <a:lnTo>
                    <a:pt x="591680" y="156732"/>
                  </a:lnTo>
                  <a:lnTo>
                    <a:pt x="599465" y="155555"/>
                  </a:lnTo>
                  <a:lnTo>
                    <a:pt x="607251" y="155084"/>
                  </a:lnTo>
                  <a:lnTo>
                    <a:pt x="615036" y="154776"/>
                  </a:lnTo>
                  <a:lnTo>
                    <a:pt x="622821" y="154480"/>
                  </a:lnTo>
                  <a:lnTo>
                    <a:pt x="630606" y="153632"/>
                  </a:lnTo>
                  <a:lnTo>
                    <a:pt x="638392" y="153234"/>
                  </a:lnTo>
                  <a:lnTo>
                    <a:pt x="646177" y="152876"/>
                  </a:lnTo>
                  <a:lnTo>
                    <a:pt x="653962" y="152307"/>
                  </a:lnTo>
                  <a:lnTo>
                    <a:pt x="661747" y="152011"/>
                  </a:lnTo>
                  <a:lnTo>
                    <a:pt x="669533" y="151716"/>
                  </a:lnTo>
                  <a:lnTo>
                    <a:pt x="677318" y="151429"/>
                  </a:lnTo>
                  <a:lnTo>
                    <a:pt x="685103" y="151151"/>
                  </a:lnTo>
                  <a:lnTo>
                    <a:pt x="692889" y="150626"/>
                  </a:lnTo>
                  <a:lnTo>
                    <a:pt x="700674" y="149993"/>
                  </a:lnTo>
                  <a:lnTo>
                    <a:pt x="708459" y="149496"/>
                  </a:lnTo>
                  <a:lnTo>
                    <a:pt x="716244" y="148936"/>
                  </a:lnTo>
                  <a:lnTo>
                    <a:pt x="724030" y="148570"/>
                  </a:lnTo>
                  <a:lnTo>
                    <a:pt x="731815" y="148912"/>
                  </a:lnTo>
                  <a:lnTo>
                    <a:pt x="739600" y="148336"/>
                  </a:lnTo>
                  <a:lnTo>
                    <a:pt x="747385" y="147723"/>
                  </a:lnTo>
                  <a:lnTo>
                    <a:pt x="755171" y="147091"/>
                  </a:lnTo>
                  <a:lnTo>
                    <a:pt x="762956" y="146436"/>
                  </a:lnTo>
                  <a:lnTo>
                    <a:pt x="770741" y="145796"/>
                  </a:lnTo>
                  <a:lnTo>
                    <a:pt x="778527" y="145161"/>
                  </a:lnTo>
                  <a:lnTo>
                    <a:pt x="786312" y="144525"/>
                  </a:lnTo>
                  <a:lnTo>
                    <a:pt x="794097" y="143890"/>
                  </a:lnTo>
                  <a:lnTo>
                    <a:pt x="801882" y="142892"/>
                  </a:lnTo>
                  <a:lnTo>
                    <a:pt x="809668" y="142195"/>
                  </a:lnTo>
                  <a:lnTo>
                    <a:pt x="817453" y="140952"/>
                  </a:lnTo>
                  <a:lnTo>
                    <a:pt x="825238" y="140490"/>
                  </a:lnTo>
                  <a:lnTo>
                    <a:pt x="833023" y="139558"/>
                  </a:lnTo>
                  <a:lnTo>
                    <a:pt x="840809" y="139401"/>
                  </a:lnTo>
                  <a:lnTo>
                    <a:pt x="848594" y="138779"/>
                  </a:lnTo>
                  <a:lnTo>
                    <a:pt x="856379" y="137560"/>
                  </a:lnTo>
                  <a:lnTo>
                    <a:pt x="864165" y="136628"/>
                  </a:lnTo>
                  <a:lnTo>
                    <a:pt x="871950" y="135518"/>
                  </a:lnTo>
                  <a:lnTo>
                    <a:pt x="879735" y="134409"/>
                  </a:lnTo>
                  <a:lnTo>
                    <a:pt x="887520" y="133083"/>
                  </a:lnTo>
                  <a:lnTo>
                    <a:pt x="895306" y="131748"/>
                  </a:lnTo>
                  <a:lnTo>
                    <a:pt x="903091" y="130856"/>
                  </a:lnTo>
                  <a:lnTo>
                    <a:pt x="910876" y="130326"/>
                  </a:lnTo>
                  <a:lnTo>
                    <a:pt x="918661" y="129847"/>
                  </a:lnTo>
                  <a:lnTo>
                    <a:pt x="926447" y="129389"/>
                  </a:lnTo>
                  <a:lnTo>
                    <a:pt x="934232" y="128753"/>
                  </a:lnTo>
                  <a:lnTo>
                    <a:pt x="942017" y="128226"/>
                  </a:lnTo>
                  <a:lnTo>
                    <a:pt x="949802" y="127243"/>
                  </a:lnTo>
                  <a:lnTo>
                    <a:pt x="957588" y="126344"/>
                  </a:lnTo>
                  <a:lnTo>
                    <a:pt x="965373" y="125250"/>
                  </a:lnTo>
                  <a:lnTo>
                    <a:pt x="973158" y="124192"/>
                  </a:lnTo>
                  <a:lnTo>
                    <a:pt x="980944" y="123644"/>
                  </a:lnTo>
                  <a:lnTo>
                    <a:pt x="988729" y="122372"/>
                  </a:lnTo>
                  <a:lnTo>
                    <a:pt x="996514" y="121278"/>
                  </a:lnTo>
                  <a:lnTo>
                    <a:pt x="1004299" y="120760"/>
                  </a:lnTo>
                  <a:lnTo>
                    <a:pt x="1012085" y="119623"/>
                  </a:lnTo>
                  <a:lnTo>
                    <a:pt x="1019870" y="118733"/>
                  </a:lnTo>
                  <a:lnTo>
                    <a:pt x="1027655" y="118598"/>
                  </a:lnTo>
                  <a:lnTo>
                    <a:pt x="1035440" y="118476"/>
                  </a:lnTo>
                  <a:lnTo>
                    <a:pt x="1043226" y="117649"/>
                  </a:lnTo>
                  <a:lnTo>
                    <a:pt x="1051011" y="116615"/>
                  </a:lnTo>
                  <a:lnTo>
                    <a:pt x="1058796" y="115549"/>
                  </a:lnTo>
                  <a:lnTo>
                    <a:pt x="1066582" y="114549"/>
                  </a:lnTo>
                  <a:lnTo>
                    <a:pt x="1074367" y="113507"/>
                  </a:lnTo>
                  <a:lnTo>
                    <a:pt x="1082152" y="112456"/>
                  </a:lnTo>
                  <a:lnTo>
                    <a:pt x="1089937" y="111406"/>
                  </a:lnTo>
                  <a:lnTo>
                    <a:pt x="1097723" y="110371"/>
                  </a:lnTo>
                  <a:lnTo>
                    <a:pt x="1105508" y="109578"/>
                  </a:lnTo>
                  <a:lnTo>
                    <a:pt x="1113293" y="109257"/>
                  </a:lnTo>
                  <a:lnTo>
                    <a:pt x="1121078" y="108937"/>
                  </a:lnTo>
                  <a:lnTo>
                    <a:pt x="1128864" y="108617"/>
                  </a:lnTo>
                  <a:lnTo>
                    <a:pt x="1136649" y="107885"/>
                  </a:lnTo>
                  <a:lnTo>
                    <a:pt x="1144434" y="107005"/>
                  </a:lnTo>
                  <a:lnTo>
                    <a:pt x="1152220" y="106127"/>
                  </a:lnTo>
                  <a:lnTo>
                    <a:pt x="1160005" y="105250"/>
                  </a:lnTo>
                  <a:lnTo>
                    <a:pt x="1167790" y="104374"/>
                  </a:lnTo>
                  <a:lnTo>
                    <a:pt x="1175575" y="103533"/>
                  </a:lnTo>
                  <a:lnTo>
                    <a:pt x="1183361" y="102600"/>
                  </a:lnTo>
                  <a:lnTo>
                    <a:pt x="1191146" y="101722"/>
                  </a:lnTo>
                  <a:lnTo>
                    <a:pt x="1198931" y="101027"/>
                  </a:lnTo>
                  <a:lnTo>
                    <a:pt x="1206716" y="100256"/>
                  </a:lnTo>
                  <a:lnTo>
                    <a:pt x="1214502" y="99201"/>
                  </a:lnTo>
                  <a:lnTo>
                    <a:pt x="1222287" y="98191"/>
                  </a:lnTo>
                  <a:lnTo>
                    <a:pt x="1230072" y="97306"/>
                  </a:lnTo>
                  <a:lnTo>
                    <a:pt x="1237857" y="96421"/>
                  </a:lnTo>
                  <a:lnTo>
                    <a:pt x="1245643" y="95545"/>
                  </a:lnTo>
                  <a:lnTo>
                    <a:pt x="1253428" y="94670"/>
                  </a:lnTo>
                  <a:lnTo>
                    <a:pt x="1261213" y="93797"/>
                  </a:lnTo>
                  <a:lnTo>
                    <a:pt x="1268999" y="92819"/>
                  </a:lnTo>
                  <a:lnTo>
                    <a:pt x="1276784" y="91990"/>
                  </a:lnTo>
                  <a:lnTo>
                    <a:pt x="1284569" y="90858"/>
                  </a:lnTo>
                  <a:lnTo>
                    <a:pt x="1292354" y="89877"/>
                  </a:lnTo>
                  <a:lnTo>
                    <a:pt x="1300140" y="88900"/>
                  </a:lnTo>
                  <a:lnTo>
                    <a:pt x="1307925" y="87688"/>
                  </a:lnTo>
                  <a:lnTo>
                    <a:pt x="1315710" y="86941"/>
                  </a:lnTo>
                  <a:lnTo>
                    <a:pt x="1323495" y="85985"/>
                  </a:lnTo>
                  <a:lnTo>
                    <a:pt x="1331281" y="85008"/>
                  </a:lnTo>
                  <a:lnTo>
                    <a:pt x="1339066" y="84035"/>
                  </a:lnTo>
                  <a:lnTo>
                    <a:pt x="1346851" y="82972"/>
                  </a:lnTo>
                  <a:lnTo>
                    <a:pt x="1354637" y="81901"/>
                  </a:lnTo>
                  <a:lnTo>
                    <a:pt x="1362422" y="80825"/>
                  </a:lnTo>
                  <a:lnTo>
                    <a:pt x="1370207" y="79618"/>
                  </a:lnTo>
                  <a:lnTo>
                    <a:pt x="1377992" y="78414"/>
                  </a:lnTo>
                  <a:lnTo>
                    <a:pt x="1385778" y="77212"/>
                  </a:lnTo>
                  <a:lnTo>
                    <a:pt x="1393563" y="76017"/>
                  </a:lnTo>
                  <a:lnTo>
                    <a:pt x="1401348" y="75020"/>
                  </a:lnTo>
                  <a:lnTo>
                    <a:pt x="1409133" y="73849"/>
                  </a:lnTo>
                  <a:lnTo>
                    <a:pt x="1416919" y="72615"/>
                  </a:lnTo>
                  <a:lnTo>
                    <a:pt x="1424704" y="71383"/>
                  </a:lnTo>
                  <a:lnTo>
                    <a:pt x="1432489" y="70579"/>
                  </a:lnTo>
                  <a:lnTo>
                    <a:pt x="1440275" y="69911"/>
                  </a:lnTo>
                  <a:lnTo>
                    <a:pt x="1448060" y="69178"/>
                  </a:lnTo>
                  <a:lnTo>
                    <a:pt x="1455845" y="68130"/>
                  </a:lnTo>
                  <a:lnTo>
                    <a:pt x="1463630" y="67084"/>
                  </a:lnTo>
                  <a:lnTo>
                    <a:pt x="1471416" y="66040"/>
                  </a:lnTo>
                  <a:lnTo>
                    <a:pt x="1479201" y="64884"/>
                  </a:lnTo>
                  <a:lnTo>
                    <a:pt x="1486986" y="63439"/>
                  </a:lnTo>
                  <a:lnTo>
                    <a:pt x="1494771" y="62061"/>
                  </a:lnTo>
                  <a:lnTo>
                    <a:pt x="1502557" y="60890"/>
                  </a:lnTo>
                  <a:lnTo>
                    <a:pt x="1510342" y="59718"/>
                  </a:lnTo>
                  <a:lnTo>
                    <a:pt x="1518127" y="58977"/>
                  </a:lnTo>
                  <a:lnTo>
                    <a:pt x="1525912" y="58051"/>
                  </a:lnTo>
                  <a:lnTo>
                    <a:pt x="1533698" y="57079"/>
                  </a:lnTo>
                  <a:lnTo>
                    <a:pt x="1541483" y="56085"/>
                  </a:lnTo>
                  <a:lnTo>
                    <a:pt x="1549268" y="55093"/>
                  </a:lnTo>
                  <a:lnTo>
                    <a:pt x="1557054" y="54102"/>
                  </a:lnTo>
                  <a:lnTo>
                    <a:pt x="1564839" y="53114"/>
                  </a:lnTo>
                  <a:lnTo>
                    <a:pt x="1572624" y="52128"/>
                  </a:lnTo>
                  <a:lnTo>
                    <a:pt x="1580409" y="51144"/>
                  </a:lnTo>
                  <a:lnTo>
                    <a:pt x="1588195" y="50164"/>
                  </a:lnTo>
                  <a:lnTo>
                    <a:pt x="1595980" y="49198"/>
                  </a:lnTo>
                  <a:lnTo>
                    <a:pt x="1603765" y="48234"/>
                  </a:lnTo>
                  <a:lnTo>
                    <a:pt x="1611550" y="47272"/>
                  </a:lnTo>
                  <a:lnTo>
                    <a:pt x="1619336" y="46367"/>
                  </a:lnTo>
                  <a:lnTo>
                    <a:pt x="1627121" y="45602"/>
                  </a:lnTo>
                  <a:lnTo>
                    <a:pt x="1634906" y="44604"/>
                  </a:lnTo>
                  <a:lnTo>
                    <a:pt x="1642692" y="43675"/>
                  </a:lnTo>
                  <a:lnTo>
                    <a:pt x="1650477" y="43198"/>
                  </a:lnTo>
                  <a:lnTo>
                    <a:pt x="1658262" y="42722"/>
                  </a:lnTo>
                  <a:lnTo>
                    <a:pt x="1666047" y="42246"/>
                  </a:lnTo>
                  <a:lnTo>
                    <a:pt x="1673833" y="41770"/>
                  </a:lnTo>
                  <a:lnTo>
                    <a:pt x="1681618" y="41295"/>
                  </a:lnTo>
                  <a:lnTo>
                    <a:pt x="1689403" y="40517"/>
                  </a:lnTo>
                  <a:lnTo>
                    <a:pt x="1697188" y="39444"/>
                  </a:lnTo>
                  <a:lnTo>
                    <a:pt x="1704974" y="38374"/>
                  </a:lnTo>
                  <a:lnTo>
                    <a:pt x="1712759" y="37307"/>
                  </a:lnTo>
                  <a:lnTo>
                    <a:pt x="1720544" y="36243"/>
                  </a:lnTo>
                  <a:lnTo>
                    <a:pt x="1728330" y="35181"/>
                  </a:lnTo>
                  <a:lnTo>
                    <a:pt x="1736115" y="34123"/>
                  </a:lnTo>
                  <a:lnTo>
                    <a:pt x="1743900" y="33067"/>
                  </a:lnTo>
                  <a:lnTo>
                    <a:pt x="1751685" y="32014"/>
                  </a:lnTo>
                  <a:lnTo>
                    <a:pt x="1759471" y="30965"/>
                  </a:lnTo>
                  <a:lnTo>
                    <a:pt x="1767256" y="29918"/>
                  </a:lnTo>
                  <a:lnTo>
                    <a:pt x="1775041" y="28874"/>
                  </a:lnTo>
                  <a:lnTo>
                    <a:pt x="1782826" y="27834"/>
                  </a:lnTo>
                  <a:lnTo>
                    <a:pt x="1790612" y="26796"/>
                  </a:lnTo>
                  <a:lnTo>
                    <a:pt x="1798397" y="25761"/>
                  </a:lnTo>
                  <a:lnTo>
                    <a:pt x="1806182" y="24729"/>
                  </a:lnTo>
                  <a:lnTo>
                    <a:pt x="1813967" y="23701"/>
                  </a:lnTo>
                  <a:lnTo>
                    <a:pt x="1821753" y="22675"/>
                  </a:lnTo>
                  <a:lnTo>
                    <a:pt x="1829538" y="21653"/>
                  </a:lnTo>
                  <a:lnTo>
                    <a:pt x="1837323" y="20634"/>
                  </a:lnTo>
                  <a:lnTo>
                    <a:pt x="1845109" y="19625"/>
                  </a:lnTo>
                  <a:lnTo>
                    <a:pt x="1852894" y="18977"/>
                  </a:lnTo>
                  <a:lnTo>
                    <a:pt x="1860679" y="18431"/>
                  </a:lnTo>
                  <a:lnTo>
                    <a:pt x="1868464" y="17886"/>
                  </a:lnTo>
                  <a:lnTo>
                    <a:pt x="1876250" y="17344"/>
                  </a:lnTo>
                  <a:lnTo>
                    <a:pt x="1884035" y="16804"/>
                  </a:lnTo>
                  <a:lnTo>
                    <a:pt x="1891820" y="16265"/>
                  </a:lnTo>
                  <a:lnTo>
                    <a:pt x="1899605" y="15726"/>
                  </a:lnTo>
                  <a:lnTo>
                    <a:pt x="1907391" y="14828"/>
                  </a:lnTo>
                  <a:lnTo>
                    <a:pt x="1915176" y="13932"/>
                  </a:lnTo>
                  <a:lnTo>
                    <a:pt x="1922961" y="13010"/>
                  </a:lnTo>
                  <a:lnTo>
                    <a:pt x="1930747" y="11895"/>
                  </a:lnTo>
                  <a:lnTo>
                    <a:pt x="1938532" y="10784"/>
                  </a:lnTo>
                  <a:lnTo>
                    <a:pt x="1946317" y="9677"/>
                  </a:lnTo>
                  <a:lnTo>
                    <a:pt x="1954102" y="8575"/>
                  </a:lnTo>
                  <a:lnTo>
                    <a:pt x="1961888" y="7476"/>
                  </a:lnTo>
                  <a:lnTo>
                    <a:pt x="1969673" y="6381"/>
                  </a:lnTo>
                  <a:lnTo>
                    <a:pt x="1977458" y="5291"/>
                  </a:lnTo>
                  <a:lnTo>
                    <a:pt x="1985243" y="4205"/>
                  </a:lnTo>
                  <a:lnTo>
                    <a:pt x="1993029" y="3122"/>
                  </a:lnTo>
                  <a:lnTo>
                    <a:pt x="2000814" y="2045"/>
                  </a:lnTo>
                  <a:lnTo>
                    <a:pt x="2008599" y="971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1247627" y="3856838"/>
              <a:ext cx="2016385" cy="33909"/>
            </a:xfrm>
            <a:custGeom>
              <a:avLst/>
              <a:pathLst>
                <a:path w="2016385" h="33909">
                  <a:moveTo>
                    <a:pt x="2016385" y="30973"/>
                  </a:moveTo>
                  <a:lnTo>
                    <a:pt x="2008599" y="30725"/>
                  </a:lnTo>
                  <a:lnTo>
                    <a:pt x="2000814" y="30418"/>
                  </a:lnTo>
                  <a:lnTo>
                    <a:pt x="1993029" y="30110"/>
                  </a:lnTo>
                  <a:lnTo>
                    <a:pt x="1985243" y="29801"/>
                  </a:lnTo>
                  <a:lnTo>
                    <a:pt x="1977458" y="29667"/>
                  </a:lnTo>
                  <a:lnTo>
                    <a:pt x="1969673" y="29552"/>
                  </a:lnTo>
                  <a:lnTo>
                    <a:pt x="1961888" y="29385"/>
                  </a:lnTo>
                  <a:lnTo>
                    <a:pt x="1954102" y="29160"/>
                  </a:lnTo>
                  <a:lnTo>
                    <a:pt x="1946317" y="28932"/>
                  </a:lnTo>
                  <a:lnTo>
                    <a:pt x="1938532" y="28700"/>
                  </a:lnTo>
                  <a:lnTo>
                    <a:pt x="1930747" y="28371"/>
                  </a:lnTo>
                  <a:lnTo>
                    <a:pt x="1922961" y="28245"/>
                  </a:lnTo>
                  <a:lnTo>
                    <a:pt x="1915176" y="28015"/>
                  </a:lnTo>
                  <a:lnTo>
                    <a:pt x="1907391" y="27798"/>
                  </a:lnTo>
                  <a:lnTo>
                    <a:pt x="1899605" y="27558"/>
                  </a:lnTo>
                  <a:lnTo>
                    <a:pt x="1891820" y="27328"/>
                  </a:lnTo>
                  <a:lnTo>
                    <a:pt x="1884035" y="27096"/>
                  </a:lnTo>
                  <a:lnTo>
                    <a:pt x="1876250" y="26850"/>
                  </a:lnTo>
                  <a:lnTo>
                    <a:pt x="1868464" y="26394"/>
                  </a:lnTo>
                  <a:lnTo>
                    <a:pt x="1860679" y="25933"/>
                  </a:lnTo>
                  <a:lnTo>
                    <a:pt x="1852894" y="25469"/>
                  </a:lnTo>
                  <a:lnTo>
                    <a:pt x="1845109" y="25017"/>
                  </a:lnTo>
                  <a:lnTo>
                    <a:pt x="1837323" y="24663"/>
                  </a:lnTo>
                  <a:lnTo>
                    <a:pt x="1829538" y="24277"/>
                  </a:lnTo>
                  <a:lnTo>
                    <a:pt x="1821753" y="23797"/>
                  </a:lnTo>
                  <a:lnTo>
                    <a:pt x="1813967" y="23316"/>
                  </a:lnTo>
                  <a:lnTo>
                    <a:pt x="1806182" y="22834"/>
                  </a:lnTo>
                  <a:lnTo>
                    <a:pt x="1798397" y="22350"/>
                  </a:lnTo>
                  <a:lnTo>
                    <a:pt x="1790612" y="22150"/>
                  </a:lnTo>
                  <a:lnTo>
                    <a:pt x="1782826" y="22090"/>
                  </a:lnTo>
                  <a:lnTo>
                    <a:pt x="1775041" y="21839"/>
                  </a:lnTo>
                  <a:lnTo>
                    <a:pt x="1767256" y="21481"/>
                  </a:lnTo>
                  <a:lnTo>
                    <a:pt x="1759471" y="21122"/>
                  </a:lnTo>
                  <a:lnTo>
                    <a:pt x="1751685" y="20729"/>
                  </a:lnTo>
                  <a:lnTo>
                    <a:pt x="1743900" y="20293"/>
                  </a:lnTo>
                  <a:lnTo>
                    <a:pt x="1736115" y="19857"/>
                  </a:lnTo>
                  <a:lnTo>
                    <a:pt x="1728330" y="19695"/>
                  </a:lnTo>
                  <a:lnTo>
                    <a:pt x="1720544" y="19347"/>
                  </a:lnTo>
                  <a:lnTo>
                    <a:pt x="1712759" y="19302"/>
                  </a:lnTo>
                  <a:lnTo>
                    <a:pt x="1704974" y="19096"/>
                  </a:lnTo>
                  <a:lnTo>
                    <a:pt x="1697188" y="18698"/>
                  </a:lnTo>
                  <a:lnTo>
                    <a:pt x="1689403" y="18505"/>
                  </a:lnTo>
                  <a:lnTo>
                    <a:pt x="1681618" y="18313"/>
                  </a:lnTo>
                  <a:lnTo>
                    <a:pt x="1673833" y="18120"/>
                  </a:lnTo>
                  <a:lnTo>
                    <a:pt x="1666047" y="17918"/>
                  </a:lnTo>
                  <a:lnTo>
                    <a:pt x="1658262" y="17716"/>
                  </a:lnTo>
                  <a:lnTo>
                    <a:pt x="1650477" y="17515"/>
                  </a:lnTo>
                  <a:lnTo>
                    <a:pt x="1642692" y="17313"/>
                  </a:lnTo>
                  <a:lnTo>
                    <a:pt x="1634906" y="17110"/>
                  </a:lnTo>
                  <a:lnTo>
                    <a:pt x="1627121" y="16908"/>
                  </a:lnTo>
                  <a:lnTo>
                    <a:pt x="1619336" y="16705"/>
                  </a:lnTo>
                  <a:lnTo>
                    <a:pt x="1611550" y="16503"/>
                  </a:lnTo>
                  <a:lnTo>
                    <a:pt x="1603765" y="16300"/>
                  </a:lnTo>
                  <a:lnTo>
                    <a:pt x="1595980" y="16026"/>
                  </a:lnTo>
                  <a:lnTo>
                    <a:pt x="1588195" y="15357"/>
                  </a:lnTo>
                  <a:lnTo>
                    <a:pt x="1580409" y="14652"/>
                  </a:lnTo>
                  <a:lnTo>
                    <a:pt x="1572624" y="13945"/>
                  </a:lnTo>
                  <a:lnTo>
                    <a:pt x="1564839" y="13654"/>
                  </a:lnTo>
                  <a:lnTo>
                    <a:pt x="1557054" y="13539"/>
                  </a:lnTo>
                  <a:lnTo>
                    <a:pt x="1549268" y="13420"/>
                  </a:lnTo>
                  <a:lnTo>
                    <a:pt x="1541483" y="13299"/>
                  </a:lnTo>
                  <a:lnTo>
                    <a:pt x="1533698" y="12807"/>
                  </a:lnTo>
                  <a:lnTo>
                    <a:pt x="1525912" y="12259"/>
                  </a:lnTo>
                  <a:lnTo>
                    <a:pt x="1518127" y="11998"/>
                  </a:lnTo>
                  <a:lnTo>
                    <a:pt x="1510342" y="11859"/>
                  </a:lnTo>
                  <a:lnTo>
                    <a:pt x="1502557" y="11720"/>
                  </a:lnTo>
                  <a:lnTo>
                    <a:pt x="1494771" y="11582"/>
                  </a:lnTo>
                  <a:lnTo>
                    <a:pt x="1486986" y="11272"/>
                  </a:lnTo>
                  <a:lnTo>
                    <a:pt x="1479201" y="11220"/>
                  </a:lnTo>
                  <a:lnTo>
                    <a:pt x="1471416" y="11075"/>
                  </a:lnTo>
                  <a:lnTo>
                    <a:pt x="1463630" y="10570"/>
                  </a:lnTo>
                  <a:lnTo>
                    <a:pt x="1455845" y="10263"/>
                  </a:lnTo>
                  <a:lnTo>
                    <a:pt x="1448060" y="10292"/>
                  </a:lnTo>
                  <a:lnTo>
                    <a:pt x="1440275" y="10133"/>
                  </a:lnTo>
                  <a:lnTo>
                    <a:pt x="1432489" y="10154"/>
                  </a:lnTo>
                  <a:lnTo>
                    <a:pt x="1424704" y="10062"/>
                  </a:lnTo>
                  <a:lnTo>
                    <a:pt x="1416919" y="9613"/>
                  </a:lnTo>
                  <a:lnTo>
                    <a:pt x="1409133" y="9264"/>
                  </a:lnTo>
                  <a:lnTo>
                    <a:pt x="1401348" y="8964"/>
                  </a:lnTo>
                  <a:lnTo>
                    <a:pt x="1393563" y="8662"/>
                  </a:lnTo>
                  <a:lnTo>
                    <a:pt x="1385778" y="8358"/>
                  </a:lnTo>
                  <a:lnTo>
                    <a:pt x="1377992" y="8150"/>
                  </a:lnTo>
                  <a:lnTo>
                    <a:pt x="1370207" y="8238"/>
                  </a:lnTo>
                  <a:lnTo>
                    <a:pt x="1362422" y="8317"/>
                  </a:lnTo>
                  <a:lnTo>
                    <a:pt x="1354637" y="8174"/>
                  </a:lnTo>
                  <a:lnTo>
                    <a:pt x="1346851" y="7439"/>
                  </a:lnTo>
                  <a:lnTo>
                    <a:pt x="1339066" y="7101"/>
                  </a:lnTo>
                  <a:lnTo>
                    <a:pt x="1331281" y="7015"/>
                  </a:lnTo>
                  <a:lnTo>
                    <a:pt x="1323495" y="6924"/>
                  </a:lnTo>
                  <a:lnTo>
                    <a:pt x="1315710" y="6832"/>
                  </a:lnTo>
                  <a:lnTo>
                    <a:pt x="1307925" y="6832"/>
                  </a:lnTo>
                  <a:lnTo>
                    <a:pt x="1300140" y="6786"/>
                  </a:lnTo>
                  <a:lnTo>
                    <a:pt x="1292354" y="6585"/>
                  </a:lnTo>
                  <a:lnTo>
                    <a:pt x="1284569" y="6506"/>
                  </a:lnTo>
                  <a:lnTo>
                    <a:pt x="1276784" y="6575"/>
                  </a:lnTo>
                  <a:lnTo>
                    <a:pt x="1268999" y="6316"/>
                  </a:lnTo>
                  <a:lnTo>
                    <a:pt x="1261213" y="5996"/>
                  </a:lnTo>
                  <a:lnTo>
                    <a:pt x="1253428" y="5468"/>
                  </a:lnTo>
                  <a:lnTo>
                    <a:pt x="1245643" y="4932"/>
                  </a:lnTo>
                  <a:lnTo>
                    <a:pt x="1237857" y="4595"/>
                  </a:lnTo>
                  <a:lnTo>
                    <a:pt x="1230072" y="4608"/>
                  </a:lnTo>
                  <a:lnTo>
                    <a:pt x="1222287" y="4597"/>
                  </a:lnTo>
                  <a:lnTo>
                    <a:pt x="1214502" y="4284"/>
                  </a:lnTo>
                  <a:lnTo>
                    <a:pt x="1206716" y="4318"/>
                  </a:lnTo>
                  <a:lnTo>
                    <a:pt x="1198931" y="4151"/>
                  </a:lnTo>
                  <a:lnTo>
                    <a:pt x="1191146" y="3707"/>
                  </a:lnTo>
                  <a:lnTo>
                    <a:pt x="1183361" y="3404"/>
                  </a:lnTo>
                  <a:lnTo>
                    <a:pt x="1175575" y="3354"/>
                  </a:lnTo>
                  <a:lnTo>
                    <a:pt x="1167790" y="3304"/>
                  </a:lnTo>
                  <a:lnTo>
                    <a:pt x="1160005" y="3253"/>
                  </a:lnTo>
                  <a:lnTo>
                    <a:pt x="1152220" y="3194"/>
                  </a:lnTo>
                  <a:lnTo>
                    <a:pt x="1144434" y="3134"/>
                  </a:lnTo>
                  <a:lnTo>
                    <a:pt x="1136649" y="3071"/>
                  </a:lnTo>
                  <a:lnTo>
                    <a:pt x="1128864" y="3007"/>
                  </a:lnTo>
                  <a:lnTo>
                    <a:pt x="1121078" y="2907"/>
                  </a:lnTo>
                  <a:lnTo>
                    <a:pt x="1113293" y="2435"/>
                  </a:lnTo>
                  <a:lnTo>
                    <a:pt x="1105508" y="1894"/>
                  </a:lnTo>
                  <a:lnTo>
                    <a:pt x="1097723" y="1650"/>
                  </a:lnTo>
                  <a:lnTo>
                    <a:pt x="1089937" y="1644"/>
                  </a:lnTo>
                  <a:lnTo>
                    <a:pt x="1082152" y="1657"/>
                  </a:lnTo>
                  <a:lnTo>
                    <a:pt x="1074367" y="1659"/>
                  </a:lnTo>
                  <a:lnTo>
                    <a:pt x="1066582" y="1516"/>
                  </a:lnTo>
                  <a:lnTo>
                    <a:pt x="1058796" y="1232"/>
                  </a:lnTo>
                  <a:lnTo>
                    <a:pt x="1051011" y="981"/>
                  </a:lnTo>
                  <a:lnTo>
                    <a:pt x="1043226" y="797"/>
                  </a:lnTo>
                  <a:lnTo>
                    <a:pt x="1035440" y="819"/>
                  </a:lnTo>
                  <a:lnTo>
                    <a:pt x="1027655" y="204"/>
                  </a:lnTo>
                  <a:lnTo>
                    <a:pt x="1019870" y="96"/>
                  </a:lnTo>
                  <a:lnTo>
                    <a:pt x="1012085" y="273"/>
                  </a:lnTo>
                  <a:lnTo>
                    <a:pt x="1004299" y="412"/>
                  </a:lnTo>
                  <a:lnTo>
                    <a:pt x="996514" y="91"/>
                  </a:lnTo>
                  <a:lnTo>
                    <a:pt x="988729" y="0"/>
                  </a:lnTo>
                  <a:lnTo>
                    <a:pt x="980944" y="10"/>
                  </a:lnTo>
                  <a:lnTo>
                    <a:pt x="973158" y="20"/>
                  </a:lnTo>
                  <a:lnTo>
                    <a:pt x="965373" y="228"/>
                  </a:lnTo>
                  <a:lnTo>
                    <a:pt x="957588" y="475"/>
                  </a:lnTo>
                  <a:lnTo>
                    <a:pt x="949802" y="580"/>
                  </a:lnTo>
                  <a:lnTo>
                    <a:pt x="942017" y="697"/>
                  </a:lnTo>
                  <a:lnTo>
                    <a:pt x="934232" y="935"/>
                  </a:lnTo>
                  <a:lnTo>
                    <a:pt x="926447" y="1170"/>
                  </a:lnTo>
                  <a:lnTo>
                    <a:pt x="918661" y="1399"/>
                  </a:lnTo>
                  <a:lnTo>
                    <a:pt x="910876" y="1360"/>
                  </a:lnTo>
                  <a:lnTo>
                    <a:pt x="903091" y="1219"/>
                  </a:lnTo>
                  <a:lnTo>
                    <a:pt x="895306" y="1084"/>
                  </a:lnTo>
                  <a:lnTo>
                    <a:pt x="887520" y="1051"/>
                  </a:lnTo>
                  <a:lnTo>
                    <a:pt x="879735" y="1210"/>
                  </a:lnTo>
                  <a:lnTo>
                    <a:pt x="871950" y="1179"/>
                  </a:lnTo>
                  <a:lnTo>
                    <a:pt x="864165" y="1119"/>
                  </a:lnTo>
                  <a:lnTo>
                    <a:pt x="856379" y="983"/>
                  </a:lnTo>
                  <a:lnTo>
                    <a:pt x="848594" y="1008"/>
                  </a:lnTo>
                  <a:lnTo>
                    <a:pt x="840809" y="957"/>
                  </a:lnTo>
                  <a:lnTo>
                    <a:pt x="833023" y="1278"/>
                  </a:lnTo>
                  <a:lnTo>
                    <a:pt x="825238" y="1498"/>
                  </a:lnTo>
                  <a:lnTo>
                    <a:pt x="817453" y="1643"/>
                  </a:lnTo>
                  <a:lnTo>
                    <a:pt x="809668" y="1880"/>
                  </a:lnTo>
                  <a:lnTo>
                    <a:pt x="801882" y="2114"/>
                  </a:lnTo>
                  <a:lnTo>
                    <a:pt x="794097" y="2360"/>
                  </a:lnTo>
                  <a:lnTo>
                    <a:pt x="786312" y="2518"/>
                  </a:lnTo>
                  <a:lnTo>
                    <a:pt x="778527" y="2785"/>
                  </a:lnTo>
                  <a:lnTo>
                    <a:pt x="770741" y="2888"/>
                  </a:lnTo>
                  <a:lnTo>
                    <a:pt x="762956" y="2992"/>
                  </a:lnTo>
                  <a:lnTo>
                    <a:pt x="755171" y="3095"/>
                  </a:lnTo>
                  <a:lnTo>
                    <a:pt x="747385" y="3247"/>
                  </a:lnTo>
                  <a:lnTo>
                    <a:pt x="739600" y="3826"/>
                  </a:lnTo>
                  <a:lnTo>
                    <a:pt x="731815" y="3677"/>
                  </a:lnTo>
                  <a:lnTo>
                    <a:pt x="724030" y="4425"/>
                  </a:lnTo>
                  <a:lnTo>
                    <a:pt x="716244" y="4033"/>
                  </a:lnTo>
                  <a:lnTo>
                    <a:pt x="708459" y="4425"/>
                  </a:lnTo>
                  <a:lnTo>
                    <a:pt x="700674" y="4806"/>
                  </a:lnTo>
                  <a:lnTo>
                    <a:pt x="692889" y="4645"/>
                  </a:lnTo>
                  <a:lnTo>
                    <a:pt x="685103" y="4805"/>
                  </a:lnTo>
                  <a:lnTo>
                    <a:pt x="677318" y="4997"/>
                  </a:lnTo>
                  <a:lnTo>
                    <a:pt x="669533" y="5580"/>
                  </a:lnTo>
                  <a:lnTo>
                    <a:pt x="661747" y="6263"/>
                  </a:lnTo>
                  <a:lnTo>
                    <a:pt x="653962" y="6089"/>
                  </a:lnTo>
                  <a:lnTo>
                    <a:pt x="646177" y="6302"/>
                  </a:lnTo>
                  <a:lnTo>
                    <a:pt x="638392" y="6432"/>
                  </a:lnTo>
                  <a:lnTo>
                    <a:pt x="630606" y="6474"/>
                  </a:lnTo>
                  <a:lnTo>
                    <a:pt x="622821" y="6574"/>
                  </a:lnTo>
                  <a:lnTo>
                    <a:pt x="615036" y="6505"/>
                  </a:lnTo>
                  <a:lnTo>
                    <a:pt x="607251" y="6873"/>
                  </a:lnTo>
                  <a:lnTo>
                    <a:pt x="599465" y="6954"/>
                  </a:lnTo>
                  <a:lnTo>
                    <a:pt x="591680" y="6985"/>
                  </a:lnTo>
                  <a:lnTo>
                    <a:pt x="583895" y="7264"/>
                  </a:lnTo>
                  <a:lnTo>
                    <a:pt x="576110" y="7468"/>
                  </a:lnTo>
                  <a:lnTo>
                    <a:pt x="568324" y="7649"/>
                  </a:lnTo>
                  <a:lnTo>
                    <a:pt x="560539" y="7828"/>
                  </a:lnTo>
                  <a:lnTo>
                    <a:pt x="552754" y="8076"/>
                  </a:lnTo>
                  <a:lnTo>
                    <a:pt x="544968" y="8477"/>
                  </a:lnTo>
                  <a:lnTo>
                    <a:pt x="537183" y="8860"/>
                  </a:lnTo>
                  <a:lnTo>
                    <a:pt x="529398" y="9246"/>
                  </a:lnTo>
                  <a:lnTo>
                    <a:pt x="521613" y="9640"/>
                  </a:lnTo>
                  <a:lnTo>
                    <a:pt x="513827" y="10030"/>
                  </a:lnTo>
                  <a:lnTo>
                    <a:pt x="506042" y="10417"/>
                  </a:lnTo>
                  <a:lnTo>
                    <a:pt x="498257" y="10798"/>
                  </a:lnTo>
                  <a:lnTo>
                    <a:pt x="490472" y="11177"/>
                  </a:lnTo>
                  <a:lnTo>
                    <a:pt x="482686" y="11838"/>
                  </a:lnTo>
                  <a:lnTo>
                    <a:pt x="474901" y="12226"/>
                  </a:lnTo>
                  <a:lnTo>
                    <a:pt x="467116" y="12464"/>
                  </a:lnTo>
                  <a:lnTo>
                    <a:pt x="459330" y="12690"/>
                  </a:lnTo>
                  <a:lnTo>
                    <a:pt x="451545" y="12888"/>
                  </a:lnTo>
                  <a:lnTo>
                    <a:pt x="443760" y="12841"/>
                  </a:lnTo>
                  <a:lnTo>
                    <a:pt x="435975" y="12793"/>
                  </a:lnTo>
                  <a:lnTo>
                    <a:pt x="428189" y="12745"/>
                  </a:lnTo>
                  <a:lnTo>
                    <a:pt x="420404" y="12901"/>
                  </a:lnTo>
                  <a:lnTo>
                    <a:pt x="412619" y="13640"/>
                  </a:lnTo>
                  <a:lnTo>
                    <a:pt x="404834" y="14331"/>
                  </a:lnTo>
                  <a:lnTo>
                    <a:pt x="397048" y="14751"/>
                  </a:lnTo>
                  <a:lnTo>
                    <a:pt x="389263" y="14922"/>
                  </a:lnTo>
                  <a:lnTo>
                    <a:pt x="381478" y="15225"/>
                  </a:lnTo>
                  <a:lnTo>
                    <a:pt x="373692" y="15376"/>
                  </a:lnTo>
                  <a:lnTo>
                    <a:pt x="365907" y="15516"/>
                  </a:lnTo>
                  <a:lnTo>
                    <a:pt x="358122" y="15724"/>
                  </a:lnTo>
                  <a:lnTo>
                    <a:pt x="350337" y="15891"/>
                  </a:lnTo>
                  <a:lnTo>
                    <a:pt x="342551" y="16118"/>
                  </a:lnTo>
                  <a:lnTo>
                    <a:pt x="334766" y="16439"/>
                  </a:lnTo>
                  <a:lnTo>
                    <a:pt x="326981" y="17218"/>
                  </a:lnTo>
                  <a:lnTo>
                    <a:pt x="319196" y="17489"/>
                  </a:lnTo>
                  <a:lnTo>
                    <a:pt x="311410" y="17709"/>
                  </a:lnTo>
                  <a:lnTo>
                    <a:pt x="303625" y="17920"/>
                  </a:lnTo>
                  <a:lnTo>
                    <a:pt x="295840" y="18649"/>
                  </a:lnTo>
                  <a:lnTo>
                    <a:pt x="288055" y="18710"/>
                  </a:lnTo>
                  <a:lnTo>
                    <a:pt x="280269" y="18763"/>
                  </a:lnTo>
                  <a:lnTo>
                    <a:pt x="272484" y="18816"/>
                  </a:lnTo>
                  <a:lnTo>
                    <a:pt x="264699" y="19000"/>
                  </a:lnTo>
                  <a:lnTo>
                    <a:pt x="256913" y="19934"/>
                  </a:lnTo>
                  <a:lnTo>
                    <a:pt x="249128" y="20595"/>
                  </a:lnTo>
                  <a:lnTo>
                    <a:pt x="241343" y="20843"/>
                  </a:lnTo>
                  <a:lnTo>
                    <a:pt x="233558" y="21091"/>
                  </a:lnTo>
                  <a:lnTo>
                    <a:pt x="225772" y="21339"/>
                  </a:lnTo>
                  <a:lnTo>
                    <a:pt x="217987" y="21587"/>
                  </a:lnTo>
                  <a:lnTo>
                    <a:pt x="210202" y="21927"/>
                  </a:lnTo>
                  <a:lnTo>
                    <a:pt x="202417" y="22081"/>
                  </a:lnTo>
                  <a:lnTo>
                    <a:pt x="194631" y="22389"/>
                  </a:lnTo>
                  <a:lnTo>
                    <a:pt x="186846" y="22603"/>
                  </a:lnTo>
                  <a:lnTo>
                    <a:pt x="179061" y="22824"/>
                  </a:lnTo>
                  <a:lnTo>
                    <a:pt x="171275" y="23081"/>
                  </a:lnTo>
                  <a:lnTo>
                    <a:pt x="163490" y="23791"/>
                  </a:lnTo>
                  <a:lnTo>
                    <a:pt x="155705" y="23954"/>
                  </a:lnTo>
                  <a:lnTo>
                    <a:pt x="147920" y="24462"/>
                  </a:lnTo>
                  <a:lnTo>
                    <a:pt x="140134" y="25019"/>
                  </a:lnTo>
                  <a:lnTo>
                    <a:pt x="132349" y="25555"/>
                  </a:lnTo>
                  <a:lnTo>
                    <a:pt x="124564" y="25905"/>
                  </a:lnTo>
                  <a:lnTo>
                    <a:pt x="116779" y="26553"/>
                  </a:lnTo>
                  <a:lnTo>
                    <a:pt x="108993" y="26653"/>
                  </a:lnTo>
                  <a:lnTo>
                    <a:pt x="101208" y="26742"/>
                  </a:lnTo>
                  <a:lnTo>
                    <a:pt x="93423" y="26832"/>
                  </a:lnTo>
                  <a:lnTo>
                    <a:pt x="85637" y="27062"/>
                  </a:lnTo>
                  <a:lnTo>
                    <a:pt x="77852" y="27606"/>
                  </a:lnTo>
                  <a:lnTo>
                    <a:pt x="70067" y="28210"/>
                  </a:lnTo>
                  <a:lnTo>
                    <a:pt x="62282" y="29022"/>
                  </a:lnTo>
                  <a:lnTo>
                    <a:pt x="54496" y="29881"/>
                  </a:lnTo>
                  <a:lnTo>
                    <a:pt x="46711" y="30584"/>
                  </a:lnTo>
                  <a:lnTo>
                    <a:pt x="38926" y="31034"/>
                  </a:lnTo>
                  <a:lnTo>
                    <a:pt x="31141" y="31419"/>
                  </a:lnTo>
                  <a:lnTo>
                    <a:pt x="23355" y="32263"/>
                  </a:lnTo>
                  <a:lnTo>
                    <a:pt x="15570" y="33102"/>
                  </a:lnTo>
                  <a:lnTo>
                    <a:pt x="7785" y="33674"/>
                  </a:lnTo>
                  <a:lnTo>
                    <a:pt x="0" y="33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1247627" y="3408335"/>
              <a:ext cx="2016385" cy="492418"/>
            </a:xfrm>
            <a:custGeom>
              <a:avLst/>
              <a:pathLst>
                <a:path w="2016385" h="492418">
                  <a:moveTo>
                    <a:pt x="0" y="294769"/>
                  </a:moveTo>
                  <a:lnTo>
                    <a:pt x="7785" y="294125"/>
                  </a:lnTo>
                  <a:lnTo>
                    <a:pt x="15570" y="293705"/>
                  </a:lnTo>
                  <a:lnTo>
                    <a:pt x="23355" y="293268"/>
                  </a:lnTo>
                  <a:lnTo>
                    <a:pt x="31141" y="292680"/>
                  </a:lnTo>
                  <a:lnTo>
                    <a:pt x="38926" y="292099"/>
                  </a:lnTo>
                  <a:lnTo>
                    <a:pt x="46711" y="291518"/>
                  </a:lnTo>
                  <a:lnTo>
                    <a:pt x="54496" y="291127"/>
                  </a:lnTo>
                  <a:lnTo>
                    <a:pt x="62282" y="291346"/>
                  </a:lnTo>
                  <a:lnTo>
                    <a:pt x="70067" y="291550"/>
                  </a:lnTo>
                  <a:lnTo>
                    <a:pt x="77852" y="291177"/>
                  </a:lnTo>
                  <a:lnTo>
                    <a:pt x="85637" y="290482"/>
                  </a:lnTo>
                  <a:lnTo>
                    <a:pt x="93423" y="288467"/>
                  </a:lnTo>
                  <a:lnTo>
                    <a:pt x="101208" y="287447"/>
                  </a:lnTo>
                  <a:lnTo>
                    <a:pt x="108993" y="286866"/>
                  </a:lnTo>
                  <a:lnTo>
                    <a:pt x="116779" y="286177"/>
                  </a:lnTo>
                  <a:lnTo>
                    <a:pt x="124564" y="285603"/>
                  </a:lnTo>
                  <a:lnTo>
                    <a:pt x="132349" y="284334"/>
                  </a:lnTo>
                  <a:lnTo>
                    <a:pt x="140134" y="282989"/>
                  </a:lnTo>
                  <a:lnTo>
                    <a:pt x="147920" y="283116"/>
                  </a:lnTo>
                  <a:lnTo>
                    <a:pt x="155705" y="283066"/>
                  </a:lnTo>
                  <a:lnTo>
                    <a:pt x="163490" y="282149"/>
                  </a:lnTo>
                  <a:lnTo>
                    <a:pt x="171275" y="281259"/>
                  </a:lnTo>
                  <a:lnTo>
                    <a:pt x="179061" y="280421"/>
                  </a:lnTo>
                  <a:lnTo>
                    <a:pt x="186846" y="279648"/>
                  </a:lnTo>
                  <a:lnTo>
                    <a:pt x="194631" y="279451"/>
                  </a:lnTo>
                  <a:lnTo>
                    <a:pt x="202417" y="279589"/>
                  </a:lnTo>
                  <a:lnTo>
                    <a:pt x="210202" y="278983"/>
                  </a:lnTo>
                  <a:lnTo>
                    <a:pt x="217987" y="278163"/>
                  </a:lnTo>
                  <a:lnTo>
                    <a:pt x="225772" y="277432"/>
                  </a:lnTo>
                  <a:lnTo>
                    <a:pt x="233558" y="276504"/>
                  </a:lnTo>
                  <a:lnTo>
                    <a:pt x="241343" y="275785"/>
                  </a:lnTo>
                  <a:lnTo>
                    <a:pt x="249128" y="274709"/>
                  </a:lnTo>
                  <a:lnTo>
                    <a:pt x="256913" y="273635"/>
                  </a:lnTo>
                  <a:lnTo>
                    <a:pt x="264699" y="273042"/>
                  </a:lnTo>
                  <a:lnTo>
                    <a:pt x="272484" y="272341"/>
                  </a:lnTo>
                  <a:lnTo>
                    <a:pt x="280269" y="270975"/>
                  </a:lnTo>
                  <a:lnTo>
                    <a:pt x="288055" y="270534"/>
                  </a:lnTo>
                  <a:lnTo>
                    <a:pt x="295840" y="269803"/>
                  </a:lnTo>
                  <a:lnTo>
                    <a:pt x="303625" y="269044"/>
                  </a:lnTo>
                  <a:lnTo>
                    <a:pt x="311410" y="268534"/>
                  </a:lnTo>
                  <a:lnTo>
                    <a:pt x="319196" y="268150"/>
                  </a:lnTo>
                  <a:lnTo>
                    <a:pt x="326981" y="267493"/>
                  </a:lnTo>
                  <a:lnTo>
                    <a:pt x="334766" y="266524"/>
                  </a:lnTo>
                  <a:lnTo>
                    <a:pt x="342551" y="265667"/>
                  </a:lnTo>
                  <a:lnTo>
                    <a:pt x="350337" y="265240"/>
                  </a:lnTo>
                  <a:lnTo>
                    <a:pt x="358122" y="264140"/>
                  </a:lnTo>
                  <a:lnTo>
                    <a:pt x="365907" y="262627"/>
                  </a:lnTo>
                  <a:lnTo>
                    <a:pt x="373692" y="261655"/>
                  </a:lnTo>
                  <a:lnTo>
                    <a:pt x="381478" y="260825"/>
                  </a:lnTo>
                  <a:lnTo>
                    <a:pt x="389263" y="260500"/>
                  </a:lnTo>
                  <a:lnTo>
                    <a:pt x="397048" y="259036"/>
                  </a:lnTo>
                  <a:lnTo>
                    <a:pt x="404834" y="258286"/>
                  </a:lnTo>
                  <a:lnTo>
                    <a:pt x="412619" y="257544"/>
                  </a:lnTo>
                  <a:lnTo>
                    <a:pt x="420404" y="256792"/>
                  </a:lnTo>
                  <a:lnTo>
                    <a:pt x="428189" y="255815"/>
                  </a:lnTo>
                  <a:lnTo>
                    <a:pt x="435975" y="255133"/>
                  </a:lnTo>
                  <a:lnTo>
                    <a:pt x="443760" y="254504"/>
                  </a:lnTo>
                  <a:lnTo>
                    <a:pt x="451545" y="253922"/>
                  </a:lnTo>
                  <a:lnTo>
                    <a:pt x="459330" y="253353"/>
                  </a:lnTo>
                  <a:lnTo>
                    <a:pt x="467116" y="252364"/>
                  </a:lnTo>
                  <a:lnTo>
                    <a:pt x="474901" y="250665"/>
                  </a:lnTo>
                  <a:lnTo>
                    <a:pt x="482686" y="248517"/>
                  </a:lnTo>
                  <a:lnTo>
                    <a:pt x="490472" y="247461"/>
                  </a:lnTo>
                  <a:lnTo>
                    <a:pt x="498257" y="245847"/>
                  </a:lnTo>
                  <a:lnTo>
                    <a:pt x="506042" y="244611"/>
                  </a:lnTo>
                  <a:lnTo>
                    <a:pt x="513827" y="243975"/>
                  </a:lnTo>
                  <a:lnTo>
                    <a:pt x="521613" y="242125"/>
                  </a:lnTo>
                  <a:lnTo>
                    <a:pt x="529398" y="240304"/>
                  </a:lnTo>
                  <a:lnTo>
                    <a:pt x="537183" y="238899"/>
                  </a:lnTo>
                  <a:lnTo>
                    <a:pt x="544968" y="237070"/>
                  </a:lnTo>
                  <a:lnTo>
                    <a:pt x="552754" y="235254"/>
                  </a:lnTo>
                  <a:lnTo>
                    <a:pt x="560539" y="234178"/>
                  </a:lnTo>
                  <a:lnTo>
                    <a:pt x="568324" y="233236"/>
                  </a:lnTo>
                  <a:lnTo>
                    <a:pt x="576110" y="231963"/>
                  </a:lnTo>
                  <a:lnTo>
                    <a:pt x="583895" y="230742"/>
                  </a:lnTo>
                  <a:lnTo>
                    <a:pt x="591680" y="229145"/>
                  </a:lnTo>
                  <a:lnTo>
                    <a:pt x="599465" y="227552"/>
                  </a:lnTo>
                  <a:lnTo>
                    <a:pt x="607251" y="225998"/>
                  </a:lnTo>
                  <a:lnTo>
                    <a:pt x="615036" y="224694"/>
                  </a:lnTo>
                  <a:lnTo>
                    <a:pt x="622821" y="223840"/>
                  </a:lnTo>
                  <a:lnTo>
                    <a:pt x="630606" y="223291"/>
                  </a:lnTo>
                  <a:lnTo>
                    <a:pt x="638392" y="222392"/>
                  </a:lnTo>
                  <a:lnTo>
                    <a:pt x="646177" y="220927"/>
                  </a:lnTo>
                  <a:lnTo>
                    <a:pt x="653962" y="219484"/>
                  </a:lnTo>
                  <a:lnTo>
                    <a:pt x="661747" y="218360"/>
                  </a:lnTo>
                  <a:lnTo>
                    <a:pt x="669533" y="217374"/>
                  </a:lnTo>
                  <a:lnTo>
                    <a:pt x="677318" y="215693"/>
                  </a:lnTo>
                  <a:lnTo>
                    <a:pt x="685103" y="214101"/>
                  </a:lnTo>
                  <a:lnTo>
                    <a:pt x="692889" y="212764"/>
                  </a:lnTo>
                  <a:lnTo>
                    <a:pt x="700674" y="210923"/>
                  </a:lnTo>
                  <a:lnTo>
                    <a:pt x="708459" y="208304"/>
                  </a:lnTo>
                  <a:lnTo>
                    <a:pt x="716244" y="205846"/>
                  </a:lnTo>
                  <a:lnTo>
                    <a:pt x="724030" y="205027"/>
                  </a:lnTo>
                  <a:lnTo>
                    <a:pt x="731815" y="204212"/>
                  </a:lnTo>
                  <a:lnTo>
                    <a:pt x="739600" y="202340"/>
                  </a:lnTo>
                  <a:lnTo>
                    <a:pt x="747385" y="200519"/>
                  </a:lnTo>
                  <a:lnTo>
                    <a:pt x="755171" y="200084"/>
                  </a:lnTo>
                  <a:lnTo>
                    <a:pt x="762956" y="198090"/>
                  </a:lnTo>
                  <a:lnTo>
                    <a:pt x="770741" y="196110"/>
                  </a:lnTo>
                  <a:lnTo>
                    <a:pt x="778527" y="194191"/>
                  </a:lnTo>
                  <a:lnTo>
                    <a:pt x="786312" y="193104"/>
                  </a:lnTo>
                  <a:lnTo>
                    <a:pt x="794097" y="192004"/>
                  </a:lnTo>
                  <a:lnTo>
                    <a:pt x="801882" y="190316"/>
                  </a:lnTo>
                  <a:lnTo>
                    <a:pt x="809668" y="188607"/>
                  </a:lnTo>
                  <a:lnTo>
                    <a:pt x="817453" y="186831"/>
                  </a:lnTo>
                  <a:lnTo>
                    <a:pt x="825238" y="185071"/>
                  </a:lnTo>
                  <a:lnTo>
                    <a:pt x="833023" y="183253"/>
                  </a:lnTo>
                  <a:lnTo>
                    <a:pt x="840809" y="181305"/>
                  </a:lnTo>
                  <a:lnTo>
                    <a:pt x="848594" y="179823"/>
                  </a:lnTo>
                  <a:lnTo>
                    <a:pt x="856379" y="178070"/>
                  </a:lnTo>
                  <a:lnTo>
                    <a:pt x="864165" y="176387"/>
                  </a:lnTo>
                  <a:lnTo>
                    <a:pt x="871950" y="174414"/>
                  </a:lnTo>
                  <a:lnTo>
                    <a:pt x="879735" y="172933"/>
                  </a:lnTo>
                  <a:lnTo>
                    <a:pt x="887520" y="171755"/>
                  </a:lnTo>
                  <a:lnTo>
                    <a:pt x="895306" y="170569"/>
                  </a:lnTo>
                  <a:lnTo>
                    <a:pt x="903091" y="168960"/>
                  </a:lnTo>
                  <a:lnTo>
                    <a:pt x="910876" y="167357"/>
                  </a:lnTo>
                  <a:lnTo>
                    <a:pt x="918661" y="165760"/>
                  </a:lnTo>
                  <a:lnTo>
                    <a:pt x="926447" y="164169"/>
                  </a:lnTo>
                  <a:lnTo>
                    <a:pt x="934232" y="162699"/>
                  </a:lnTo>
                  <a:lnTo>
                    <a:pt x="942017" y="161857"/>
                  </a:lnTo>
                  <a:lnTo>
                    <a:pt x="949802" y="161030"/>
                  </a:lnTo>
                  <a:lnTo>
                    <a:pt x="957588" y="160206"/>
                  </a:lnTo>
                  <a:lnTo>
                    <a:pt x="965373" y="158365"/>
                  </a:lnTo>
                  <a:lnTo>
                    <a:pt x="973158" y="156955"/>
                  </a:lnTo>
                  <a:lnTo>
                    <a:pt x="980944" y="155546"/>
                  </a:lnTo>
                  <a:lnTo>
                    <a:pt x="988729" y="153784"/>
                  </a:lnTo>
                  <a:lnTo>
                    <a:pt x="996514" y="152030"/>
                  </a:lnTo>
                  <a:lnTo>
                    <a:pt x="1004299" y="150272"/>
                  </a:lnTo>
                  <a:lnTo>
                    <a:pt x="1012085" y="148520"/>
                  </a:lnTo>
                  <a:lnTo>
                    <a:pt x="1019870" y="146894"/>
                  </a:lnTo>
                  <a:lnTo>
                    <a:pt x="1027655" y="145515"/>
                  </a:lnTo>
                  <a:lnTo>
                    <a:pt x="1035440" y="144141"/>
                  </a:lnTo>
                  <a:lnTo>
                    <a:pt x="1043226" y="142307"/>
                  </a:lnTo>
                  <a:lnTo>
                    <a:pt x="1051011" y="140394"/>
                  </a:lnTo>
                  <a:lnTo>
                    <a:pt x="1058796" y="139299"/>
                  </a:lnTo>
                  <a:lnTo>
                    <a:pt x="1066582" y="137652"/>
                  </a:lnTo>
                  <a:lnTo>
                    <a:pt x="1074367" y="136128"/>
                  </a:lnTo>
                  <a:lnTo>
                    <a:pt x="1082152" y="134986"/>
                  </a:lnTo>
                  <a:lnTo>
                    <a:pt x="1089937" y="133825"/>
                  </a:lnTo>
                  <a:lnTo>
                    <a:pt x="1097723" y="132155"/>
                  </a:lnTo>
                  <a:lnTo>
                    <a:pt x="1105508" y="130494"/>
                  </a:lnTo>
                  <a:lnTo>
                    <a:pt x="1113293" y="128841"/>
                  </a:lnTo>
                  <a:lnTo>
                    <a:pt x="1121078" y="127200"/>
                  </a:lnTo>
                  <a:lnTo>
                    <a:pt x="1128864" y="125570"/>
                  </a:lnTo>
                  <a:lnTo>
                    <a:pt x="1136649" y="123949"/>
                  </a:lnTo>
                  <a:lnTo>
                    <a:pt x="1144434" y="122338"/>
                  </a:lnTo>
                  <a:lnTo>
                    <a:pt x="1152220" y="121284"/>
                  </a:lnTo>
                  <a:lnTo>
                    <a:pt x="1160005" y="119294"/>
                  </a:lnTo>
                  <a:lnTo>
                    <a:pt x="1167790" y="117898"/>
                  </a:lnTo>
                  <a:lnTo>
                    <a:pt x="1175575" y="116379"/>
                  </a:lnTo>
                  <a:lnTo>
                    <a:pt x="1183361" y="114792"/>
                  </a:lnTo>
                  <a:lnTo>
                    <a:pt x="1191146" y="113644"/>
                  </a:lnTo>
                  <a:lnTo>
                    <a:pt x="1198931" y="112389"/>
                  </a:lnTo>
                  <a:lnTo>
                    <a:pt x="1206716" y="111030"/>
                  </a:lnTo>
                  <a:lnTo>
                    <a:pt x="1214502" y="109678"/>
                  </a:lnTo>
                  <a:lnTo>
                    <a:pt x="1222287" y="108333"/>
                  </a:lnTo>
                  <a:lnTo>
                    <a:pt x="1230072" y="106809"/>
                  </a:lnTo>
                  <a:lnTo>
                    <a:pt x="1237857" y="105153"/>
                  </a:lnTo>
                  <a:lnTo>
                    <a:pt x="1245643" y="103497"/>
                  </a:lnTo>
                  <a:lnTo>
                    <a:pt x="1253428" y="101983"/>
                  </a:lnTo>
                  <a:lnTo>
                    <a:pt x="1261213" y="100629"/>
                  </a:lnTo>
                  <a:lnTo>
                    <a:pt x="1268999" y="99107"/>
                  </a:lnTo>
                  <a:lnTo>
                    <a:pt x="1276784" y="97683"/>
                  </a:lnTo>
                  <a:lnTo>
                    <a:pt x="1284569" y="96208"/>
                  </a:lnTo>
                  <a:lnTo>
                    <a:pt x="1292354" y="94991"/>
                  </a:lnTo>
                  <a:lnTo>
                    <a:pt x="1300140" y="93223"/>
                  </a:lnTo>
                  <a:lnTo>
                    <a:pt x="1307925" y="91911"/>
                  </a:lnTo>
                  <a:lnTo>
                    <a:pt x="1315710" y="90158"/>
                  </a:lnTo>
                  <a:lnTo>
                    <a:pt x="1323495" y="88700"/>
                  </a:lnTo>
                  <a:lnTo>
                    <a:pt x="1331281" y="87145"/>
                  </a:lnTo>
                  <a:lnTo>
                    <a:pt x="1339066" y="85818"/>
                  </a:lnTo>
                  <a:lnTo>
                    <a:pt x="1346851" y="84393"/>
                  </a:lnTo>
                  <a:lnTo>
                    <a:pt x="1354637" y="82902"/>
                  </a:lnTo>
                  <a:lnTo>
                    <a:pt x="1362422" y="81330"/>
                  </a:lnTo>
                  <a:lnTo>
                    <a:pt x="1370207" y="79908"/>
                  </a:lnTo>
                  <a:lnTo>
                    <a:pt x="1377992" y="78543"/>
                  </a:lnTo>
                  <a:lnTo>
                    <a:pt x="1385778" y="77250"/>
                  </a:lnTo>
                  <a:lnTo>
                    <a:pt x="1393563" y="75967"/>
                  </a:lnTo>
                  <a:lnTo>
                    <a:pt x="1401348" y="74693"/>
                  </a:lnTo>
                  <a:lnTo>
                    <a:pt x="1409133" y="73374"/>
                  </a:lnTo>
                  <a:lnTo>
                    <a:pt x="1416919" y="72047"/>
                  </a:lnTo>
                  <a:lnTo>
                    <a:pt x="1424704" y="70728"/>
                  </a:lnTo>
                  <a:lnTo>
                    <a:pt x="1432489" y="69416"/>
                  </a:lnTo>
                  <a:lnTo>
                    <a:pt x="1440275" y="68116"/>
                  </a:lnTo>
                  <a:lnTo>
                    <a:pt x="1448060" y="66828"/>
                  </a:lnTo>
                  <a:lnTo>
                    <a:pt x="1455845" y="65626"/>
                  </a:lnTo>
                  <a:lnTo>
                    <a:pt x="1463630" y="64514"/>
                  </a:lnTo>
                  <a:lnTo>
                    <a:pt x="1471416" y="63411"/>
                  </a:lnTo>
                  <a:lnTo>
                    <a:pt x="1479201" y="62316"/>
                  </a:lnTo>
                  <a:lnTo>
                    <a:pt x="1486986" y="61229"/>
                  </a:lnTo>
                  <a:lnTo>
                    <a:pt x="1494771" y="60140"/>
                  </a:lnTo>
                  <a:lnTo>
                    <a:pt x="1502557" y="58995"/>
                  </a:lnTo>
                  <a:lnTo>
                    <a:pt x="1510342" y="57907"/>
                  </a:lnTo>
                  <a:lnTo>
                    <a:pt x="1518127" y="56977"/>
                  </a:lnTo>
                  <a:lnTo>
                    <a:pt x="1525912" y="55929"/>
                  </a:lnTo>
                  <a:lnTo>
                    <a:pt x="1533698" y="54889"/>
                  </a:lnTo>
                  <a:lnTo>
                    <a:pt x="1541483" y="53793"/>
                  </a:lnTo>
                  <a:lnTo>
                    <a:pt x="1549268" y="52663"/>
                  </a:lnTo>
                  <a:lnTo>
                    <a:pt x="1557054" y="51543"/>
                  </a:lnTo>
                  <a:lnTo>
                    <a:pt x="1564839" y="50302"/>
                  </a:lnTo>
                  <a:lnTo>
                    <a:pt x="1572624" y="49029"/>
                  </a:lnTo>
                  <a:lnTo>
                    <a:pt x="1580409" y="47958"/>
                  </a:lnTo>
                  <a:lnTo>
                    <a:pt x="1588195" y="46681"/>
                  </a:lnTo>
                  <a:lnTo>
                    <a:pt x="1595980" y="45689"/>
                  </a:lnTo>
                  <a:lnTo>
                    <a:pt x="1603765" y="44721"/>
                  </a:lnTo>
                  <a:lnTo>
                    <a:pt x="1611550" y="43761"/>
                  </a:lnTo>
                  <a:lnTo>
                    <a:pt x="1619336" y="42830"/>
                  </a:lnTo>
                  <a:lnTo>
                    <a:pt x="1627121" y="41876"/>
                  </a:lnTo>
                  <a:lnTo>
                    <a:pt x="1634906" y="40919"/>
                  </a:lnTo>
                  <a:lnTo>
                    <a:pt x="1642692" y="39985"/>
                  </a:lnTo>
                  <a:lnTo>
                    <a:pt x="1650477" y="38876"/>
                  </a:lnTo>
                  <a:lnTo>
                    <a:pt x="1658262" y="37944"/>
                  </a:lnTo>
                  <a:lnTo>
                    <a:pt x="1666047" y="37179"/>
                  </a:lnTo>
                  <a:lnTo>
                    <a:pt x="1673833" y="36189"/>
                  </a:lnTo>
                  <a:lnTo>
                    <a:pt x="1681618" y="35135"/>
                  </a:lnTo>
                  <a:lnTo>
                    <a:pt x="1689403" y="34092"/>
                  </a:lnTo>
                  <a:lnTo>
                    <a:pt x="1697188" y="33058"/>
                  </a:lnTo>
                  <a:lnTo>
                    <a:pt x="1704974" y="32089"/>
                  </a:lnTo>
                  <a:lnTo>
                    <a:pt x="1712759" y="31166"/>
                  </a:lnTo>
                  <a:lnTo>
                    <a:pt x="1720544" y="30252"/>
                  </a:lnTo>
                  <a:lnTo>
                    <a:pt x="1728330" y="29346"/>
                  </a:lnTo>
                  <a:lnTo>
                    <a:pt x="1736115" y="28448"/>
                  </a:lnTo>
                  <a:lnTo>
                    <a:pt x="1743900" y="27559"/>
                  </a:lnTo>
                  <a:lnTo>
                    <a:pt x="1751685" y="26677"/>
                  </a:lnTo>
                  <a:lnTo>
                    <a:pt x="1759471" y="25798"/>
                  </a:lnTo>
                  <a:lnTo>
                    <a:pt x="1767256" y="24885"/>
                  </a:lnTo>
                  <a:lnTo>
                    <a:pt x="1775041" y="23982"/>
                  </a:lnTo>
                  <a:lnTo>
                    <a:pt x="1782826" y="23088"/>
                  </a:lnTo>
                  <a:lnTo>
                    <a:pt x="1790612" y="22257"/>
                  </a:lnTo>
                  <a:lnTo>
                    <a:pt x="1798397" y="21487"/>
                  </a:lnTo>
                  <a:lnTo>
                    <a:pt x="1806182" y="20723"/>
                  </a:lnTo>
                  <a:lnTo>
                    <a:pt x="1813967" y="19902"/>
                  </a:lnTo>
                  <a:lnTo>
                    <a:pt x="1821753" y="19088"/>
                  </a:lnTo>
                  <a:lnTo>
                    <a:pt x="1829538" y="18275"/>
                  </a:lnTo>
                  <a:lnTo>
                    <a:pt x="1837323" y="17407"/>
                  </a:lnTo>
                  <a:lnTo>
                    <a:pt x="1845109" y="16532"/>
                  </a:lnTo>
                  <a:lnTo>
                    <a:pt x="1852894" y="15714"/>
                  </a:lnTo>
                  <a:lnTo>
                    <a:pt x="1860679" y="15012"/>
                  </a:lnTo>
                  <a:lnTo>
                    <a:pt x="1868464" y="14114"/>
                  </a:lnTo>
                  <a:lnTo>
                    <a:pt x="1876250" y="13226"/>
                  </a:lnTo>
                  <a:lnTo>
                    <a:pt x="1884035" y="12366"/>
                  </a:lnTo>
                  <a:lnTo>
                    <a:pt x="1891820" y="11579"/>
                  </a:lnTo>
                  <a:lnTo>
                    <a:pt x="1899605" y="10824"/>
                  </a:lnTo>
                  <a:lnTo>
                    <a:pt x="1907391" y="10078"/>
                  </a:lnTo>
                  <a:lnTo>
                    <a:pt x="1915176" y="9339"/>
                  </a:lnTo>
                  <a:lnTo>
                    <a:pt x="1922961" y="8609"/>
                  </a:lnTo>
                  <a:lnTo>
                    <a:pt x="1930747" y="7887"/>
                  </a:lnTo>
                  <a:lnTo>
                    <a:pt x="1938532" y="7228"/>
                  </a:lnTo>
                  <a:lnTo>
                    <a:pt x="1946317" y="6581"/>
                  </a:lnTo>
                  <a:lnTo>
                    <a:pt x="1954102" y="5940"/>
                  </a:lnTo>
                  <a:lnTo>
                    <a:pt x="1961888" y="5239"/>
                  </a:lnTo>
                  <a:lnTo>
                    <a:pt x="1969673" y="4476"/>
                  </a:lnTo>
                  <a:lnTo>
                    <a:pt x="1977458" y="3689"/>
                  </a:lnTo>
                  <a:lnTo>
                    <a:pt x="1985243" y="2972"/>
                  </a:lnTo>
                  <a:lnTo>
                    <a:pt x="1993029" y="2231"/>
                  </a:lnTo>
                  <a:lnTo>
                    <a:pt x="2000814" y="1498"/>
                  </a:lnTo>
                  <a:lnTo>
                    <a:pt x="2008599" y="767"/>
                  </a:lnTo>
                  <a:lnTo>
                    <a:pt x="2016385" y="0"/>
                  </a:lnTo>
                  <a:lnTo>
                    <a:pt x="2016385" y="390735"/>
                  </a:lnTo>
                  <a:lnTo>
                    <a:pt x="2008599" y="391034"/>
                  </a:lnTo>
                  <a:lnTo>
                    <a:pt x="2000814" y="391319"/>
                  </a:lnTo>
                  <a:lnTo>
                    <a:pt x="1993029" y="391603"/>
                  </a:lnTo>
                  <a:lnTo>
                    <a:pt x="1985243" y="391888"/>
                  </a:lnTo>
                  <a:lnTo>
                    <a:pt x="1977458" y="391585"/>
                  </a:lnTo>
                  <a:lnTo>
                    <a:pt x="1969673" y="391929"/>
                  </a:lnTo>
                  <a:lnTo>
                    <a:pt x="1961888" y="391887"/>
                  </a:lnTo>
                  <a:lnTo>
                    <a:pt x="1954102" y="391616"/>
                  </a:lnTo>
                  <a:lnTo>
                    <a:pt x="1946317" y="391341"/>
                  </a:lnTo>
                  <a:lnTo>
                    <a:pt x="1938532" y="391065"/>
                  </a:lnTo>
                  <a:lnTo>
                    <a:pt x="1930747" y="390828"/>
                  </a:lnTo>
                  <a:lnTo>
                    <a:pt x="1922961" y="390965"/>
                  </a:lnTo>
                  <a:lnTo>
                    <a:pt x="1915176" y="391080"/>
                  </a:lnTo>
                  <a:lnTo>
                    <a:pt x="1907391" y="390861"/>
                  </a:lnTo>
                  <a:lnTo>
                    <a:pt x="1899605" y="390643"/>
                  </a:lnTo>
                  <a:lnTo>
                    <a:pt x="1891820" y="390560"/>
                  </a:lnTo>
                  <a:lnTo>
                    <a:pt x="1884035" y="390751"/>
                  </a:lnTo>
                  <a:lnTo>
                    <a:pt x="1876250" y="390943"/>
                  </a:lnTo>
                  <a:lnTo>
                    <a:pt x="1868464" y="391135"/>
                  </a:lnTo>
                  <a:lnTo>
                    <a:pt x="1860679" y="391324"/>
                  </a:lnTo>
                  <a:lnTo>
                    <a:pt x="1852894" y="391505"/>
                  </a:lnTo>
                  <a:lnTo>
                    <a:pt x="1845109" y="391515"/>
                  </a:lnTo>
                  <a:lnTo>
                    <a:pt x="1837323" y="391282"/>
                  </a:lnTo>
                  <a:lnTo>
                    <a:pt x="1829538" y="391069"/>
                  </a:lnTo>
                  <a:lnTo>
                    <a:pt x="1821753" y="391180"/>
                  </a:lnTo>
                  <a:lnTo>
                    <a:pt x="1813967" y="391291"/>
                  </a:lnTo>
                  <a:lnTo>
                    <a:pt x="1806182" y="391403"/>
                  </a:lnTo>
                  <a:lnTo>
                    <a:pt x="1798397" y="391514"/>
                  </a:lnTo>
                  <a:lnTo>
                    <a:pt x="1790612" y="391618"/>
                  </a:lnTo>
                  <a:lnTo>
                    <a:pt x="1782826" y="391711"/>
                  </a:lnTo>
                  <a:lnTo>
                    <a:pt x="1775041" y="391733"/>
                  </a:lnTo>
                  <a:lnTo>
                    <a:pt x="1767256" y="391234"/>
                  </a:lnTo>
                  <a:lnTo>
                    <a:pt x="1759471" y="390735"/>
                  </a:lnTo>
                  <a:lnTo>
                    <a:pt x="1751685" y="390225"/>
                  </a:lnTo>
                  <a:lnTo>
                    <a:pt x="1743900" y="389710"/>
                  </a:lnTo>
                  <a:lnTo>
                    <a:pt x="1736115" y="389193"/>
                  </a:lnTo>
                  <a:lnTo>
                    <a:pt x="1728330" y="389192"/>
                  </a:lnTo>
                  <a:lnTo>
                    <a:pt x="1720544" y="389193"/>
                  </a:lnTo>
                  <a:lnTo>
                    <a:pt x="1712759" y="389194"/>
                  </a:lnTo>
                  <a:lnTo>
                    <a:pt x="1704974" y="388740"/>
                  </a:lnTo>
                  <a:lnTo>
                    <a:pt x="1697188" y="388248"/>
                  </a:lnTo>
                  <a:lnTo>
                    <a:pt x="1689403" y="388181"/>
                  </a:lnTo>
                  <a:lnTo>
                    <a:pt x="1681618" y="388371"/>
                  </a:lnTo>
                  <a:lnTo>
                    <a:pt x="1673833" y="388562"/>
                  </a:lnTo>
                  <a:lnTo>
                    <a:pt x="1666047" y="388753"/>
                  </a:lnTo>
                  <a:lnTo>
                    <a:pt x="1658262" y="388943"/>
                  </a:lnTo>
                  <a:lnTo>
                    <a:pt x="1650477" y="389134"/>
                  </a:lnTo>
                  <a:lnTo>
                    <a:pt x="1642692" y="389318"/>
                  </a:lnTo>
                  <a:lnTo>
                    <a:pt x="1634906" y="389334"/>
                  </a:lnTo>
                  <a:lnTo>
                    <a:pt x="1627121" y="389107"/>
                  </a:lnTo>
                  <a:lnTo>
                    <a:pt x="1619336" y="388730"/>
                  </a:lnTo>
                  <a:lnTo>
                    <a:pt x="1611550" y="388297"/>
                  </a:lnTo>
                  <a:lnTo>
                    <a:pt x="1603765" y="388140"/>
                  </a:lnTo>
                  <a:lnTo>
                    <a:pt x="1595980" y="388240"/>
                  </a:lnTo>
                  <a:lnTo>
                    <a:pt x="1588195" y="388680"/>
                  </a:lnTo>
                  <a:lnTo>
                    <a:pt x="1580409" y="388469"/>
                  </a:lnTo>
                  <a:lnTo>
                    <a:pt x="1572624" y="388762"/>
                  </a:lnTo>
                  <a:lnTo>
                    <a:pt x="1564839" y="389049"/>
                  </a:lnTo>
                  <a:lnTo>
                    <a:pt x="1557054" y="389335"/>
                  </a:lnTo>
                  <a:lnTo>
                    <a:pt x="1549268" y="389389"/>
                  </a:lnTo>
                  <a:lnTo>
                    <a:pt x="1541483" y="389078"/>
                  </a:lnTo>
                  <a:lnTo>
                    <a:pt x="1533698" y="388768"/>
                  </a:lnTo>
                  <a:lnTo>
                    <a:pt x="1525912" y="388636"/>
                  </a:lnTo>
                  <a:lnTo>
                    <a:pt x="1518127" y="388820"/>
                  </a:lnTo>
                  <a:lnTo>
                    <a:pt x="1510342" y="388994"/>
                  </a:lnTo>
                  <a:lnTo>
                    <a:pt x="1502557" y="388723"/>
                  </a:lnTo>
                  <a:lnTo>
                    <a:pt x="1494771" y="389085"/>
                  </a:lnTo>
                  <a:lnTo>
                    <a:pt x="1486986" y="389490"/>
                  </a:lnTo>
                  <a:lnTo>
                    <a:pt x="1479201" y="389611"/>
                  </a:lnTo>
                  <a:lnTo>
                    <a:pt x="1471416" y="389630"/>
                  </a:lnTo>
                  <a:lnTo>
                    <a:pt x="1463630" y="389648"/>
                  </a:lnTo>
                  <a:lnTo>
                    <a:pt x="1455845" y="389666"/>
                  </a:lnTo>
                  <a:lnTo>
                    <a:pt x="1448060" y="389682"/>
                  </a:lnTo>
                  <a:lnTo>
                    <a:pt x="1440275" y="389694"/>
                  </a:lnTo>
                  <a:lnTo>
                    <a:pt x="1432489" y="389706"/>
                  </a:lnTo>
                  <a:lnTo>
                    <a:pt x="1424704" y="389718"/>
                  </a:lnTo>
                  <a:lnTo>
                    <a:pt x="1416919" y="389730"/>
                  </a:lnTo>
                  <a:lnTo>
                    <a:pt x="1409133" y="389837"/>
                  </a:lnTo>
                  <a:lnTo>
                    <a:pt x="1401348" y="390037"/>
                  </a:lnTo>
                  <a:lnTo>
                    <a:pt x="1393563" y="389986"/>
                  </a:lnTo>
                  <a:lnTo>
                    <a:pt x="1385778" y="389936"/>
                  </a:lnTo>
                  <a:lnTo>
                    <a:pt x="1377992" y="389886"/>
                  </a:lnTo>
                  <a:lnTo>
                    <a:pt x="1370207" y="389860"/>
                  </a:lnTo>
                  <a:lnTo>
                    <a:pt x="1362422" y="389871"/>
                  </a:lnTo>
                  <a:lnTo>
                    <a:pt x="1354637" y="389882"/>
                  </a:lnTo>
                  <a:lnTo>
                    <a:pt x="1346851" y="389893"/>
                  </a:lnTo>
                  <a:lnTo>
                    <a:pt x="1339066" y="389904"/>
                  </a:lnTo>
                  <a:lnTo>
                    <a:pt x="1331281" y="390190"/>
                  </a:lnTo>
                  <a:lnTo>
                    <a:pt x="1323495" y="390640"/>
                  </a:lnTo>
                  <a:lnTo>
                    <a:pt x="1315710" y="391088"/>
                  </a:lnTo>
                  <a:lnTo>
                    <a:pt x="1307925" y="391542"/>
                  </a:lnTo>
                  <a:lnTo>
                    <a:pt x="1300140" y="392006"/>
                  </a:lnTo>
                  <a:lnTo>
                    <a:pt x="1292354" y="391761"/>
                  </a:lnTo>
                  <a:lnTo>
                    <a:pt x="1284569" y="391862"/>
                  </a:lnTo>
                  <a:lnTo>
                    <a:pt x="1276784" y="392205"/>
                  </a:lnTo>
                  <a:lnTo>
                    <a:pt x="1268999" y="392528"/>
                  </a:lnTo>
                  <a:lnTo>
                    <a:pt x="1261213" y="392941"/>
                  </a:lnTo>
                  <a:lnTo>
                    <a:pt x="1253428" y="393312"/>
                  </a:lnTo>
                  <a:lnTo>
                    <a:pt x="1245643" y="393674"/>
                  </a:lnTo>
                  <a:lnTo>
                    <a:pt x="1237857" y="393960"/>
                  </a:lnTo>
                  <a:lnTo>
                    <a:pt x="1230072" y="394160"/>
                  </a:lnTo>
                  <a:lnTo>
                    <a:pt x="1222287" y="394554"/>
                  </a:lnTo>
                  <a:lnTo>
                    <a:pt x="1214502" y="394948"/>
                  </a:lnTo>
                  <a:lnTo>
                    <a:pt x="1206716" y="395341"/>
                  </a:lnTo>
                  <a:lnTo>
                    <a:pt x="1198931" y="395734"/>
                  </a:lnTo>
                  <a:lnTo>
                    <a:pt x="1191146" y="396127"/>
                  </a:lnTo>
                  <a:lnTo>
                    <a:pt x="1183361" y="396519"/>
                  </a:lnTo>
                  <a:lnTo>
                    <a:pt x="1175575" y="396911"/>
                  </a:lnTo>
                  <a:lnTo>
                    <a:pt x="1167790" y="397230"/>
                  </a:lnTo>
                  <a:lnTo>
                    <a:pt x="1160005" y="397420"/>
                  </a:lnTo>
                  <a:lnTo>
                    <a:pt x="1152220" y="397610"/>
                  </a:lnTo>
                  <a:lnTo>
                    <a:pt x="1144434" y="397800"/>
                  </a:lnTo>
                  <a:lnTo>
                    <a:pt x="1136649" y="397989"/>
                  </a:lnTo>
                  <a:lnTo>
                    <a:pt x="1128864" y="398179"/>
                  </a:lnTo>
                  <a:lnTo>
                    <a:pt x="1121078" y="398369"/>
                  </a:lnTo>
                  <a:lnTo>
                    <a:pt x="1113293" y="398558"/>
                  </a:lnTo>
                  <a:lnTo>
                    <a:pt x="1105508" y="398747"/>
                  </a:lnTo>
                  <a:lnTo>
                    <a:pt x="1097723" y="398937"/>
                  </a:lnTo>
                  <a:lnTo>
                    <a:pt x="1089937" y="399126"/>
                  </a:lnTo>
                  <a:lnTo>
                    <a:pt x="1082152" y="399315"/>
                  </a:lnTo>
                  <a:lnTo>
                    <a:pt x="1074367" y="399555"/>
                  </a:lnTo>
                  <a:lnTo>
                    <a:pt x="1066582" y="400094"/>
                  </a:lnTo>
                  <a:lnTo>
                    <a:pt x="1058796" y="400624"/>
                  </a:lnTo>
                  <a:lnTo>
                    <a:pt x="1051011" y="400852"/>
                  </a:lnTo>
                  <a:lnTo>
                    <a:pt x="1043226" y="401470"/>
                  </a:lnTo>
                  <a:lnTo>
                    <a:pt x="1035440" y="402054"/>
                  </a:lnTo>
                  <a:lnTo>
                    <a:pt x="1027655" y="402118"/>
                  </a:lnTo>
                  <a:lnTo>
                    <a:pt x="1019870" y="402078"/>
                  </a:lnTo>
                  <a:lnTo>
                    <a:pt x="1012085" y="402371"/>
                  </a:lnTo>
                  <a:lnTo>
                    <a:pt x="1004299" y="402778"/>
                  </a:lnTo>
                  <a:lnTo>
                    <a:pt x="996514" y="403409"/>
                  </a:lnTo>
                  <a:lnTo>
                    <a:pt x="988729" y="404019"/>
                  </a:lnTo>
                  <a:lnTo>
                    <a:pt x="980944" y="404891"/>
                  </a:lnTo>
                  <a:lnTo>
                    <a:pt x="973158" y="405599"/>
                  </a:lnTo>
                  <a:lnTo>
                    <a:pt x="965373" y="405989"/>
                  </a:lnTo>
                  <a:lnTo>
                    <a:pt x="957588" y="406190"/>
                  </a:lnTo>
                  <a:lnTo>
                    <a:pt x="949802" y="406377"/>
                  </a:lnTo>
                  <a:lnTo>
                    <a:pt x="942017" y="406625"/>
                  </a:lnTo>
                  <a:lnTo>
                    <a:pt x="934232" y="407075"/>
                  </a:lnTo>
                  <a:lnTo>
                    <a:pt x="926447" y="407853"/>
                  </a:lnTo>
                  <a:lnTo>
                    <a:pt x="918661" y="408765"/>
                  </a:lnTo>
                  <a:lnTo>
                    <a:pt x="910876" y="408478"/>
                  </a:lnTo>
                  <a:lnTo>
                    <a:pt x="903091" y="408887"/>
                  </a:lnTo>
                  <a:lnTo>
                    <a:pt x="895306" y="409337"/>
                  </a:lnTo>
                  <a:lnTo>
                    <a:pt x="887520" y="409707"/>
                  </a:lnTo>
                  <a:lnTo>
                    <a:pt x="879735" y="409988"/>
                  </a:lnTo>
                  <a:lnTo>
                    <a:pt x="871950" y="409785"/>
                  </a:lnTo>
                  <a:lnTo>
                    <a:pt x="864165" y="410534"/>
                  </a:lnTo>
                  <a:lnTo>
                    <a:pt x="856379" y="410691"/>
                  </a:lnTo>
                  <a:lnTo>
                    <a:pt x="848594" y="410820"/>
                  </a:lnTo>
                  <a:lnTo>
                    <a:pt x="840809" y="410483"/>
                  </a:lnTo>
                  <a:lnTo>
                    <a:pt x="833023" y="410513"/>
                  </a:lnTo>
                  <a:lnTo>
                    <a:pt x="825238" y="411240"/>
                  </a:lnTo>
                  <a:lnTo>
                    <a:pt x="817453" y="411705"/>
                  </a:lnTo>
                  <a:lnTo>
                    <a:pt x="809668" y="412595"/>
                  </a:lnTo>
                  <a:lnTo>
                    <a:pt x="801882" y="413466"/>
                  </a:lnTo>
                  <a:lnTo>
                    <a:pt x="794097" y="414335"/>
                  </a:lnTo>
                  <a:lnTo>
                    <a:pt x="786312" y="414763"/>
                  </a:lnTo>
                  <a:lnTo>
                    <a:pt x="778527" y="415017"/>
                  </a:lnTo>
                  <a:lnTo>
                    <a:pt x="770741" y="415463"/>
                  </a:lnTo>
                  <a:lnTo>
                    <a:pt x="762956" y="415819"/>
                  </a:lnTo>
                  <a:lnTo>
                    <a:pt x="755171" y="416158"/>
                  </a:lnTo>
                  <a:lnTo>
                    <a:pt x="747385" y="416497"/>
                  </a:lnTo>
                  <a:lnTo>
                    <a:pt x="739600" y="416842"/>
                  </a:lnTo>
                  <a:lnTo>
                    <a:pt x="731815" y="417197"/>
                  </a:lnTo>
                  <a:lnTo>
                    <a:pt x="724030" y="417543"/>
                  </a:lnTo>
                  <a:lnTo>
                    <a:pt x="716244" y="417919"/>
                  </a:lnTo>
                  <a:lnTo>
                    <a:pt x="708459" y="418309"/>
                  </a:lnTo>
                  <a:lnTo>
                    <a:pt x="700674" y="418583"/>
                  </a:lnTo>
                  <a:lnTo>
                    <a:pt x="692889" y="418923"/>
                  </a:lnTo>
                  <a:lnTo>
                    <a:pt x="685103" y="419263"/>
                  </a:lnTo>
                  <a:lnTo>
                    <a:pt x="677318" y="419671"/>
                  </a:lnTo>
                  <a:lnTo>
                    <a:pt x="669533" y="420278"/>
                  </a:lnTo>
                  <a:lnTo>
                    <a:pt x="661747" y="421221"/>
                  </a:lnTo>
                  <a:lnTo>
                    <a:pt x="653962" y="421338"/>
                  </a:lnTo>
                  <a:lnTo>
                    <a:pt x="646177" y="421275"/>
                  </a:lnTo>
                  <a:lnTo>
                    <a:pt x="638392" y="421941"/>
                  </a:lnTo>
                  <a:lnTo>
                    <a:pt x="630606" y="422832"/>
                  </a:lnTo>
                  <a:lnTo>
                    <a:pt x="622821" y="423738"/>
                  </a:lnTo>
                  <a:lnTo>
                    <a:pt x="615036" y="424251"/>
                  </a:lnTo>
                  <a:lnTo>
                    <a:pt x="607251" y="424630"/>
                  </a:lnTo>
                  <a:lnTo>
                    <a:pt x="599465" y="425001"/>
                  </a:lnTo>
                  <a:lnTo>
                    <a:pt x="591680" y="425605"/>
                  </a:lnTo>
                  <a:lnTo>
                    <a:pt x="583895" y="426888"/>
                  </a:lnTo>
                  <a:lnTo>
                    <a:pt x="576110" y="427419"/>
                  </a:lnTo>
                  <a:lnTo>
                    <a:pt x="568324" y="427870"/>
                  </a:lnTo>
                  <a:lnTo>
                    <a:pt x="560539" y="428320"/>
                  </a:lnTo>
                  <a:lnTo>
                    <a:pt x="552754" y="428938"/>
                  </a:lnTo>
                  <a:lnTo>
                    <a:pt x="544968" y="429750"/>
                  </a:lnTo>
                  <a:lnTo>
                    <a:pt x="537183" y="430813"/>
                  </a:lnTo>
                  <a:lnTo>
                    <a:pt x="529398" y="431908"/>
                  </a:lnTo>
                  <a:lnTo>
                    <a:pt x="521613" y="432992"/>
                  </a:lnTo>
                  <a:lnTo>
                    <a:pt x="513827" y="433200"/>
                  </a:lnTo>
                  <a:lnTo>
                    <a:pt x="506042" y="434151"/>
                  </a:lnTo>
                  <a:lnTo>
                    <a:pt x="498257" y="434491"/>
                  </a:lnTo>
                  <a:lnTo>
                    <a:pt x="490472" y="435505"/>
                  </a:lnTo>
                  <a:lnTo>
                    <a:pt x="482686" y="436151"/>
                  </a:lnTo>
                  <a:lnTo>
                    <a:pt x="474901" y="437362"/>
                  </a:lnTo>
                  <a:lnTo>
                    <a:pt x="467116" y="437747"/>
                  </a:lnTo>
                  <a:lnTo>
                    <a:pt x="459330" y="438617"/>
                  </a:lnTo>
                  <a:lnTo>
                    <a:pt x="451545" y="439365"/>
                  </a:lnTo>
                  <a:lnTo>
                    <a:pt x="443760" y="440109"/>
                  </a:lnTo>
                  <a:lnTo>
                    <a:pt x="435975" y="440928"/>
                  </a:lnTo>
                  <a:lnTo>
                    <a:pt x="428189" y="441957"/>
                  </a:lnTo>
                  <a:lnTo>
                    <a:pt x="420404" y="442583"/>
                  </a:lnTo>
                  <a:lnTo>
                    <a:pt x="412619" y="443241"/>
                  </a:lnTo>
                  <a:lnTo>
                    <a:pt x="404834" y="444012"/>
                  </a:lnTo>
                  <a:lnTo>
                    <a:pt x="397048" y="444796"/>
                  </a:lnTo>
                  <a:lnTo>
                    <a:pt x="389263" y="445571"/>
                  </a:lnTo>
                  <a:lnTo>
                    <a:pt x="381478" y="446400"/>
                  </a:lnTo>
                  <a:lnTo>
                    <a:pt x="373692" y="447925"/>
                  </a:lnTo>
                  <a:lnTo>
                    <a:pt x="365907" y="448815"/>
                  </a:lnTo>
                  <a:lnTo>
                    <a:pt x="358122" y="449442"/>
                  </a:lnTo>
                  <a:lnTo>
                    <a:pt x="350337" y="450223"/>
                  </a:lnTo>
                  <a:lnTo>
                    <a:pt x="342551" y="451160"/>
                  </a:lnTo>
                  <a:lnTo>
                    <a:pt x="334766" y="452296"/>
                  </a:lnTo>
                  <a:lnTo>
                    <a:pt x="326981" y="452712"/>
                  </a:lnTo>
                  <a:lnTo>
                    <a:pt x="319196" y="452940"/>
                  </a:lnTo>
                  <a:lnTo>
                    <a:pt x="311410" y="453888"/>
                  </a:lnTo>
                  <a:lnTo>
                    <a:pt x="303625" y="454855"/>
                  </a:lnTo>
                  <a:lnTo>
                    <a:pt x="295840" y="455857"/>
                  </a:lnTo>
                  <a:lnTo>
                    <a:pt x="288055" y="456573"/>
                  </a:lnTo>
                  <a:lnTo>
                    <a:pt x="280269" y="456934"/>
                  </a:lnTo>
                  <a:lnTo>
                    <a:pt x="272484" y="457672"/>
                  </a:lnTo>
                  <a:lnTo>
                    <a:pt x="264699" y="458567"/>
                  </a:lnTo>
                  <a:lnTo>
                    <a:pt x="256913" y="459032"/>
                  </a:lnTo>
                  <a:lnTo>
                    <a:pt x="249128" y="459792"/>
                  </a:lnTo>
                  <a:lnTo>
                    <a:pt x="241343" y="460721"/>
                  </a:lnTo>
                  <a:lnTo>
                    <a:pt x="233558" y="461640"/>
                  </a:lnTo>
                  <a:lnTo>
                    <a:pt x="225772" y="462633"/>
                  </a:lnTo>
                  <a:lnTo>
                    <a:pt x="217987" y="463841"/>
                  </a:lnTo>
                  <a:lnTo>
                    <a:pt x="210202" y="464644"/>
                  </a:lnTo>
                  <a:lnTo>
                    <a:pt x="202417" y="465639"/>
                  </a:lnTo>
                  <a:lnTo>
                    <a:pt x="194631" y="466347"/>
                  </a:lnTo>
                  <a:lnTo>
                    <a:pt x="186846" y="467444"/>
                  </a:lnTo>
                  <a:lnTo>
                    <a:pt x="179061" y="468036"/>
                  </a:lnTo>
                  <a:lnTo>
                    <a:pt x="171275" y="468909"/>
                  </a:lnTo>
                  <a:lnTo>
                    <a:pt x="163490" y="470447"/>
                  </a:lnTo>
                  <a:lnTo>
                    <a:pt x="155705" y="471731"/>
                  </a:lnTo>
                  <a:lnTo>
                    <a:pt x="147920" y="472614"/>
                  </a:lnTo>
                  <a:lnTo>
                    <a:pt x="140134" y="473405"/>
                  </a:lnTo>
                  <a:lnTo>
                    <a:pt x="132349" y="474468"/>
                  </a:lnTo>
                  <a:lnTo>
                    <a:pt x="124564" y="475475"/>
                  </a:lnTo>
                  <a:lnTo>
                    <a:pt x="116779" y="476381"/>
                  </a:lnTo>
                  <a:lnTo>
                    <a:pt x="108993" y="477232"/>
                  </a:lnTo>
                  <a:lnTo>
                    <a:pt x="101208" y="478276"/>
                  </a:lnTo>
                  <a:lnTo>
                    <a:pt x="93423" y="479212"/>
                  </a:lnTo>
                  <a:lnTo>
                    <a:pt x="85637" y="480154"/>
                  </a:lnTo>
                  <a:lnTo>
                    <a:pt x="77852" y="481458"/>
                  </a:lnTo>
                  <a:lnTo>
                    <a:pt x="70067" y="482587"/>
                  </a:lnTo>
                  <a:lnTo>
                    <a:pt x="62282" y="483760"/>
                  </a:lnTo>
                  <a:lnTo>
                    <a:pt x="54496" y="484802"/>
                  </a:lnTo>
                  <a:lnTo>
                    <a:pt x="46711" y="485927"/>
                  </a:lnTo>
                  <a:lnTo>
                    <a:pt x="38926" y="487232"/>
                  </a:lnTo>
                  <a:lnTo>
                    <a:pt x="31141" y="488495"/>
                  </a:lnTo>
                  <a:lnTo>
                    <a:pt x="23355" y="489546"/>
                  </a:lnTo>
                  <a:lnTo>
                    <a:pt x="15570" y="490337"/>
                  </a:lnTo>
                  <a:lnTo>
                    <a:pt x="7785" y="491615"/>
                  </a:lnTo>
                  <a:lnTo>
                    <a:pt x="0" y="492418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1247627" y="3408335"/>
              <a:ext cx="2016385" cy="294769"/>
            </a:xfrm>
            <a:custGeom>
              <a:avLst/>
              <a:pathLst>
                <a:path w="2016385" h="294769">
                  <a:moveTo>
                    <a:pt x="0" y="294769"/>
                  </a:moveTo>
                  <a:lnTo>
                    <a:pt x="7785" y="294125"/>
                  </a:lnTo>
                  <a:lnTo>
                    <a:pt x="15570" y="293705"/>
                  </a:lnTo>
                  <a:lnTo>
                    <a:pt x="23355" y="293268"/>
                  </a:lnTo>
                  <a:lnTo>
                    <a:pt x="31141" y="292680"/>
                  </a:lnTo>
                  <a:lnTo>
                    <a:pt x="38926" y="292099"/>
                  </a:lnTo>
                  <a:lnTo>
                    <a:pt x="46711" y="291518"/>
                  </a:lnTo>
                  <a:lnTo>
                    <a:pt x="54496" y="291127"/>
                  </a:lnTo>
                  <a:lnTo>
                    <a:pt x="62282" y="291346"/>
                  </a:lnTo>
                  <a:lnTo>
                    <a:pt x="70067" y="291550"/>
                  </a:lnTo>
                  <a:lnTo>
                    <a:pt x="77852" y="291177"/>
                  </a:lnTo>
                  <a:lnTo>
                    <a:pt x="85637" y="290482"/>
                  </a:lnTo>
                  <a:lnTo>
                    <a:pt x="93423" y="288467"/>
                  </a:lnTo>
                  <a:lnTo>
                    <a:pt x="101208" y="287447"/>
                  </a:lnTo>
                  <a:lnTo>
                    <a:pt x="108993" y="286866"/>
                  </a:lnTo>
                  <a:lnTo>
                    <a:pt x="116779" y="286177"/>
                  </a:lnTo>
                  <a:lnTo>
                    <a:pt x="124564" y="285603"/>
                  </a:lnTo>
                  <a:lnTo>
                    <a:pt x="132349" y="284334"/>
                  </a:lnTo>
                  <a:lnTo>
                    <a:pt x="140134" y="282989"/>
                  </a:lnTo>
                  <a:lnTo>
                    <a:pt x="147920" y="283116"/>
                  </a:lnTo>
                  <a:lnTo>
                    <a:pt x="155705" y="283066"/>
                  </a:lnTo>
                  <a:lnTo>
                    <a:pt x="163490" y="282149"/>
                  </a:lnTo>
                  <a:lnTo>
                    <a:pt x="171275" y="281259"/>
                  </a:lnTo>
                  <a:lnTo>
                    <a:pt x="179061" y="280421"/>
                  </a:lnTo>
                  <a:lnTo>
                    <a:pt x="186846" y="279648"/>
                  </a:lnTo>
                  <a:lnTo>
                    <a:pt x="194631" y="279451"/>
                  </a:lnTo>
                  <a:lnTo>
                    <a:pt x="202417" y="279589"/>
                  </a:lnTo>
                  <a:lnTo>
                    <a:pt x="210202" y="278983"/>
                  </a:lnTo>
                  <a:lnTo>
                    <a:pt x="217987" y="278163"/>
                  </a:lnTo>
                  <a:lnTo>
                    <a:pt x="225772" y="277432"/>
                  </a:lnTo>
                  <a:lnTo>
                    <a:pt x="233558" y="276504"/>
                  </a:lnTo>
                  <a:lnTo>
                    <a:pt x="241343" y="275785"/>
                  </a:lnTo>
                  <a:lnTo>
                    <a:pt x="249128" y="274709"/>
                  </a:lnTo>
                  <a:lnTo>
                    <a:pt x="256913" y="273635"/>
                  </a:lnTo>
                  <a:lnTo>
                    <a:pt x="264699" y="273042"/>
                  </a:lnTo>
                  <a:lnTo>
                    <a:pt x="272484" y="272341"/>
                  </a:lnTo>
                  <a:lnTo>
                    <a:pt x="280269" y="270975"/>
                  </a:lnTo>
                  <a:lnTo>
                    <a:pt x="288055" y="270534"/>
                  </a:lnTo>
                  <a:lnTo>
                    <a:pt x="295840" y="269803"/>
                  </a:lnTo>
                  <a:lnTo>
                    <a:pt x="303625" y="269044"/>
                  </a:lnTo>
                  <a:lnTo>
                    <a:pt x="311410" y="268534"/>
                  </a:lnTo>
                  <a:lnTo>
                    <a:pt x="319196" y="268150"/>
                  </a:lnTo>
                  <a:lnTo>
                    <a:pt x="326981" y="267493"/>
                  </a:lnTo>
                  <a:lnTo>
                    <a:pt x="334766" y="266524"/>
                  </a:lnTo>
                  <a:lnTo>
                    <a:pt x="342551" y="265667"/>
                  </a:lnTo>
                  <a:lnTo>
                    <a:pt x="350337" y="265240"/>
                  </a:lnTo>
                  <a:lnTo>
                    <a:pt x="358122" y="264140"/>
                  </a:lnTo>
                  <a:lnTo>
                    <a:pt x="365907" y="262627"/>
                  </a:lnTo>
                  <a:lnTo>
                    <a:pt x="373692" y="261655"/>
                  </a:lnTo>
                  <a:lnTo>
                    <a:pt x="381478" y="260825"/>
                  </a:lnTo>
                  <a:lnTo>
                    <a:pt x="389263" y="260500"/>
                  </a:lnTo>
                  <a:lnTo>
                    <a:pt x="397048" y="259036"/>
                  </a:lnTo>
                  <a:lnTo>
                    <a:pt x="404834" y="258286"/>
                  </a:lnTo>
                  <a:lnTo>
                    <a:pt x="412619" y="257544"/>
                  </a:lnTo>
                  <a:lnTo>
                    <a:pt x="420404" y="256792"/>
                  </a:lnTo>
                  <a:lnTo>
                    <a:pt x="428189" y="255815"/>
                  </a:lnTo>
                  <a:lnTo>
                    <a:pt x="435975" y="255133"/>
                  </a:lnTo>
                  <a:lnTo>
                    <a:pt x="443760" y="254504"/>
                  </a:lnTo>
                  <a:lnTo>
                    <a:pt x="451545" y="253922"/>
                  </a:lnTo>
                  <a:lnTo>
                    <a:pt x="459330" y="253353"/>
                  </a:lnTo>
                  <a:lnTo>
                    <a:pt x="467116" y="252364"/>
                  </a:lnTo>
                  <a:lnTo>
                    <a:pt x="474901" y="250665"/>
                  </a:lnTo>
                  <a:lnTo>
                    <a:pt x="482686" y="248517"/>
                  </a:lnTo>
                  <a:lnTo>
                    <a:pt x="490472" y="247461"/>
                  </a:lnTo>
                  <a:lnTo>
                    <a:pt x="498257" y="245847"/>
                  </a:lnTo>
                  <a:lnTo>
                    <a:pt x="506042" y="244611"/>
                  </a:lnTo>
                  <a:lnTo>
                    <a:pt x="513827" y="243975"/>
                  </a:lnTo>
                  <a:lnTo>
                    <a:pt x="521613" y="242125"/>
                  </a:lnTo>
                  <a:lnTo>
                    <a:pt x="529398" y="240304"/>
                  </a:lnTo>
                  <a:lnTo>
                    <a:pt x="537183" y="238899"/>
                  </a:lnTo>
                  <a:lnTo>
                    <a:pt x="544968" y="237070"/>
                  </a:lnTo>
                  <a:lnTo>
                    <a:pt x="552754" y="235254"/>
                  </a:lnTo>
                  <a:lnTo>
                    <a:pt x="560539" y="234178"/>
                  </a:lnTo>
                  <a:lnTo>
                    <a:pt x="568324" y="233236"/>
                  </a:lnTo>
                  <a:lnTo>
                    <a:pt x="576110" y="231963"/>
                  </a:lnTo>
                  <a:lnTo>
                    <a:pt x="583895" y="230742"/>
                  </a:lnTo>
                  <a:lnTo>
                    <a:pt x="591680" y="229145"/>
                  </a:lnTo>
                  <a:lnTo>
                    <a:pt x="599465" y="227552"/>
                  </a:lnTo>
                  <a:lnTo>
                    <a:pt x="607251" y="225998"/>
                  </a:lnTo>
                  <a:lnTo>
                    <a:pt x="615036" y="224694"/>
                  </a:lnTo>
                  <a:lnTo>
                    <a:pt x="622821" y="223840"/>
                  </a:lnTo>
                  <a:lnTo>
                    <a:pt x="630606" y="223291"/>
                  </a:lnTo>
                  <a:lnTo>
                    <a:pt x="638392" y="222392"/>
                  </a:lnTo>
                  <a:lnTo>
                    <a:pt x="646177" y="220927"/>
                  </a:lnTo>
                  <a:lnTo>
                    <a:pt x="653962" y="219484"/>
                  </a:lnTo>
                  <a:lnTo>
                    <a:pt x="661747" y="218360"/>
                  </a:lnTo>
                  <a:lnTo>
                    <a:pt x="669533" y="217374"/>
                  </a:lnTo>
                  <a:lnTo>
                    <a:pt x="677318" y="215693"/>
                  </a:lnTo>
                  <a:lnTo>
                    <a:pt x="685103" y="214101"/>
                  </a:lnTo>
                  <a:lnTo>
                    <a:pt x="692889" y="212764"/>
                  </a:lnTo>
                  <a:lnTo>
                    <a:pt x="700674" y="210923"/>
                  </a:lnTo>
                  <a:lnTo>
                    <a:pt x="708459" y="208304"/>
                  </a:lnTo>
                  <a:lnTo>
                    <a:pt x="716244" y="205846"/>
                  </a:lnTo>
                  <a:lnTo>
                    <a:pt x="724030" y="205027"/>
                  </a:lnTo>
                  <a:lnTo>
                    <a:pt x="731815" y="204212"/>
                  </a:lnTo>
                  <a:lnTo>
                    <a:pt x="739600" y="202340"/>
                  </a:lnTo>
                  <a:lnTo>
                    <a:pt x="747385" y="200519"/>
                  </a:lnTo>
                  <a:lnTo>
                    <a:pt x="755171" y="200084"/>
                  </a:lnTo>
                  <a:lnTo>
                    <a:pt x="762956" y="198090"/>
                  </a:lnTo>
                  <a:lnTo>
                    <a:pt x="770741" y="196110"/>
                  </a:lnTo>
                  <a:lnTo>
                    <a:pt x="778527" y="194191"/>
                  </a:lnTo>
                  <a:lnTo>
                    <a:pt x="786312" y="193104"/>
                  </a:lnTo>
                  <a:lnTo>
                    <a:pt x="794097" y="192004"/>
                  </a:lnTo>
                  <a:lnTo>
                    <a:pt x="801882" y="190316"/>
                  </a:lnTo>
                  <a:lnTo>
                    <a:pt x="809668" y="188607"/>
                  </a:lnTo>
                  <a:lnTo>
                    <a:pt x="817453" y="186831"/>
                  </a:lnTo>
                  <a:lnTo>
                    <a:pt x="825238" y="185071"/>
                  </a:lnTo>
                  <a:lnTo>
                    <a:pt x="833023" y="183253"/>
                  </a:lnTo>
                  <a:lnTo>
                    <a:pt x="840809" y="181305"/>
                  </a:lnTo>
                  <a:lnTo>
                    <a:pt x="848594" y="179823"/>
                  </a:lnTo>
                  <a:lnTo>
                    <a:pt x="856379" y="178070"/>
                  </a:lnTo>
                  <a:lnTo>
                    <a:pt x="864165" y="176387"/>
                  </a:lnTo>
                  <a:lnTo>
                    <a:pt x="871950" y="174414"/>
                  </a:lnTo>
                  <a:lnTo>
                    <a:pt x="879735" y="172933"/>
                  </a:lnTo>
                  <a:lnTo>
                    <a:pt x="887520" y="171755"/>
                  </a:lnTo>
                  <a:lnTo>
                    <a:pt x="895306" y="170569"/>
                  </a:lnTo>
                  <a:lnTo>
                    <a:pt x="903091" y="168960"/>
                  </a:lnTo>
                  <a:lnTo>
                    <a:pt x="910876" y="167357"/>
                  </a:lnTo>
                  <a:lnTo>
                    <a:pt x="918661" y="165760"/>
                  </a:lnTo>
                  <a:lnTo>
                    <a:pt x="926447" y="164169"/>
                  </a:lnTo>
                  <a:lnTo>
                    <a:pt x="934232" y="162699"/>
                  </a:lnTo>
                  <a:lnTo>
                    <a:pt x="942017" y="161857"/>
                  </a:lnTo>
                  <a:lnTo>
                    <a:pt x="949802" y="161030"/>
                  </a:lnTo>
                  <a:lnTo>
                    <a:pt x="957588" y="160206"/>
                  </a:lnTo>
                  <a:lnTo>
                    <a:pt x="965373" y="158365"/>
                  </a:lnTo>
                  <a:lnTo>
                    <a:pt x="973158" y="156955"/>
                  </a:lnTo>
                  <a:lnTo>
                    <a:pt x="980944" y="155546"/>
                  </a:lnTo>
                  <a:lnTo>
                    <a:pt x="988729" y="153784"/>
                  </a:lnTo>
                  <a:lnTo>
                    <a:pt x="996514" y="152030"/>
                  </a:lnTo>
                  <a:lnTo>
                    <a:pt x="1004299" y="150272"/>
                  </a:lnTo>
                  <a:lnTo>
                    <a:pt x="1012085" y="148520"/>
                  </a:lnTo>
                  <a:lnTo>
                    <a:pt x="1019870" y="146894"/>
                  </a:lnTo>
                  <a:lnTo>
                    <a:pt x="1027655" y="145515"/>
                  </a:lnTo>
                  <a:lnTo>
                    <a:pt x="1035440" y="144141"/>
                  </a:lnTo>
                  <a:lnTo>
                    <a:pt x="1043226" y="142307"/>
                  </a:lnTo>
                  <a:lnTo>
                    <a:pt x="1051011" y="140394"/>
                  </a:lnTo>
                  <a:lnTo>
                    <a:pt x="1058796" y="139299"/>
                  </a:lnTo>
                  <a:lnTo>
                    <a:pt x="1066582" y="137652"/>
                  </a:lnTo>
                  <a:lnTo>
                    <a:pt x="1074367" y="136128"/>
                  </a:lnTo>
                  <a:lnTo>
                    <a:pt x="1082152" y="134986"/>
                  </a:lnTo>
                  <a:lnTo>
                    <a:pt x="1089937" y="133825"/>
                  </a:lnTo>
                  <a:lnTo>
                    <a:pt x="1097723" y="132155"/>
                  </a:lnTo>
                  <a:lnTo>
                    <a:pt x="1105508" y="130494"/>
                  </a:lnTo>
                  <a:lnTo>
                    <a:pt x="1113293" y="128841"/>
                  </a:lnTo>
                  <a:lnTo>
                    <a:pt x="1121078" y="127200"/>
                  </a:lnTo>
                  <a:lnTo>
                    <a:pt x="1128864" y="125570"/>
                  </a:lnTo>
                  <a:lnTo>
                    <a:pt x="1136649" y="123949"/>
                  </a:lnTo>
                  <a:lnTo>
                    <a:pt x="1144434" y="122338"/>
                  </a:lnTo>
                  <a:lnTo>
                    <a:pt x="1152220" y="121284"/>
                  </a:lnTo>
                  <a:lnTo>
                    <a:pt x="1160005" y="119294"/>
                  </a:lnTo>
                  <a:lnTo>
                    <a:pt x="1167790" y="117898"/>
                  </a:lnTo>
                  <a:lnTo>
                    <a:pt x="1175575" y="116379"/>
                  </a:lnTo>
                  <a:lnTo>
                    <a:pt x="1183361" y="114792"/>
                  </a:lnTo>
                  <a:lnTo>
                    <a:pt x="1191146" y="113644"/>
                  </a:lnTo>
                  <a:lnTo>
                    <a:pt x="1198931" y="112389"/>
                  </a:lnTo>
                  <a:lnTo>
                    <a:pt x="1206716" y="111030"/>
                  </a:lnTo>
                  <a:lnTo>
                    <a:pt x="1214502" y="109678"/>
                  </a:lnTo>
                  <a:lnTo>
                    <a:pt x="1222287" y="108333"/>
                  </a:lnTo>
                  <a:lnTo>
                    <a:pt x="1230072" y="106809"/>
                  </a:lnTo>
                  <a:lnTo>
                    <a:pt x="1237857" y="105153"/>
                  </a:lnTo>
                  <a:lnTo>
                    <a:pt x="1245643" y="103497"/>
                  </a:lnTo>
                  <a:lnTo>
                    <a:pt x="1253428" y="101983"/>
                  </a:lnTo>
                  <a:lnTo>
                    <a:pt x="1261213" y="100629"/>
                  </a:lnTo>
                  <a:lnTo>
                    <a:pt x="1268999" y="99107"/>
                  </a:lnTo>
                  <a:lnTo>
                    <a:pt x="1276784" y="97683"/>
                  </a:lnTo>
                  <a:lnTo>
                    <a:pt x="1284569" y="96208"/>
                  </a:lnTo>
                  <a:lnTo>
                    <a:pt x="1292354" y="94991"/>
                  </a:lnTo>
                  <a:lnTo>
                    <a:pt x="1300140" y="93223"/>
                  </a:lnTo>
                  <a:lnTo>
                    <a:pt x="1307925" y="91911"/>
                  </a:lnTo>
                  <a:lnTo>
                    <a:pt x="1315710" y="90158"/>
                  </a:lnTo>
                  <a:lnTo>
                    <a:pt x="1323495" y="88700"/>
                  </a:lnTo>
                  <a:lnTo>
                    <a:pt x="1331281" y="87145"/>
                  </a:lnTo>
                  <a:lnTo>
                    <a:pt x="1339066" y="85818"/>
                  </a:lnTo>
                  <a:lnTo>
                    <a:pt x="1346851" y="84393"/>
                  </a:lnTo>
                  <a:lnTo>
                    <a:pt x="1354637" y="82902"/>
                  </a:lnTo>
                  <a:lnTo>
                    <a:pt x="1362422" y="81330"/>
                  </a:lnTo>
                  <a:lnTo>
                    <a:pt x="1370207" y="79908"/>
                  </a:lnTo>
                  <a:lnTo>
                    <a:pt x="1377992" y="78543"/>
                  </a:lnTo>
                  <a:lnTo>
                    <a:pt x="1385778" y="77250"/>
                  </a:lnTo>
                  <a:lnTo>
                    <a:pt x="1393563" y="75967"/>
                  </a:lnTo>
                  <a:lnTo>
                    <a:pt x="1401348" y="74693"/>
                  </a:lnTo>
                  <a:lnTo>
                    <a:pt x="1409133" y="73374"/>
                  </a:lnTo>
                  <a:lnTo>
                    <a:pt x="1416919" y="72047"/>
                  </a:lnTo>
                  <a:lnTo>
                    <a:pt x="1424704" y="70728"/>
                  </a:lnTo>
                  <a:lnTo>
                    <a:pt x="1432489" y="69416"/>
                  </a:lnTo>
                  <a:lnTo>
                    <a:pt x="1440275" y="68116"/>
                  </a:lnTo>
                  <a:lnTo>
                    <a:pt x="1448060" y="66828"/>
                  </a:lnTo>
                  <a:lnTo>
                    <a:pt x="1455845" y="65626"/>
                  </a:lnTo>
                  <a:lnTo>
                    <a:pt x="1463630" y="64514"/>
                  </a:lnTo>
                  <a:lnTo>
                    <a:pt x="1471416" y="63411"/>
                  </a:lnTo>
                  <a:lnTo>
                    <a:pt x="1479201" y="62316"/>
                  </a:lnTo>
                  <a:lnTo>
                    <a:pt x="1486986" y="61229"/>
                  </a:lnTo>
                  <a:lnTo>
                    <a:pt x="1494771" y="60140"/>
                  </a:lnTo>
                  <a:lnTo>
                    <a:pt x="1502557" y="58995"/>
                  </a:lnTo>
                  <a:lnTo>
                    <a:pt x="1510342" y="57907"/>
                  </a:lnTo>
                  <a:lnTo>
                    <a:pt x="1518127" y="56977"/>
                  </a:lnTo>
                  <a:lnTo>
                    <a:pt x="1525912" y="55929"/>
                  </a:lnTo>
                  <a:lnTo>
                    <a:pt x="1533698" y="54889"/>
                  </a:lnTo>
                  <a:lnTo>
                    <a:pt x="1541483" y="53793"/>
                  </a:lnTo>
                  <a:lnTo>
                    <a:pt x="1549268" y="52663"/>
                  </a:lnTo>
                  <a:lnTo>
                    <a:pt x="1557054" y="51543"/>
                  </a:lnTo>
                  <a:lnTo>
                    <a:pt x="1564839" y="50302"/>
                  </a:lnTo>
                  <a:lnTo>
                    <a:pt x="1572624" y="49029"/>
                  </a:lnTo>
                  <a:lnTo>
                    <a:pt x="1580409" y="47958"/>
                  </a:lnTo>
                  <a:lnTo>
                    <a:pt x="1588195" y="46681"/>
                  </a:lnTo>
                  <a:lnTo>
                    <a:pt x="1595980" y="45689"/>
                  </a:lnTo>
                  <a:lnTo>
                    <a:pt x="1603765" y="44721"/>
                  </a:lnTo>
                  <a:lnTo>
                    <a:pt x="1611550" y="43761"/>
                  </a:lnTo>
                  <a:lnTo>
                    <a:pt x="1619336" y="42830"/>
                  </a:lnTo>
                  <a:lnTo>
                    <a:pt x="1627121" y="41876"/>
                  </a:lnTo>
                  <a:lnTo>
                    <a:pt x="1634906" y="40919"/>
                  </a:lnTo>
                  <a:lnTo>
                    <a:pt x="1642692" y="39985"/>
                  </a:lnTo>
                  <a:lnTo>
                    <a:pt x="1650477" y="38876"/>
                  </a:lnTo>
                  <a:lnTo>
                    <a:pt x="1658262" y="37944"/>
                  </a:lnTo>
                  <a:lnTo>
                    <a:pt x="1666047" y="37179"/>
                  </a:lnTo>
                  <a:lnTo>
                    <a:pt x="1673833" y="36189"/>
                  </a:lnTo>
                  <a:lnTo>
                    <a:pt x="1681618" y="35135"/>
                  </a:lnTo>
                  <a:lnTo>
                    <a:pt x="1689403" y="34092"/>
                  </a:lnTo>
                  <a:lnTo>
                    <a:pt x="1697188" y="33058"/>
                  </a:lnTo>
                  <a:lnTo>
                    <a:pt x="1704974" y="32089"/>
                  </a:lnTo>
                  <a:lnTo>
                    <a:pt x="1712759" y="31166"/>
                  </a:lnTo>
                  <a:lnTo>
                    <a:pt x="1720544" y="30252"/>
                  </a:lnTo>
                  <a:lnTo>
                    <a:pt x="1728330" y="29346"/>
                  </a:lnTo>
                  <a:lnTo>
                    <a:pt x="1736115" y="28448"/>
                  </a:lnTo>
                  <a:lnTo>
                    <a:pt x="1743900" y="27559"/>
                  </a:lnTo>
                  <a:lnTo>
                    <a:pt x="1751685" y="26677"/>
                  </a:lnTo>
                  <a:lnTo>
                    <a:pt x="1759471" y="25798"/>
                  </a:lnTo>
                  <a:lnTo>
                    <a:pt x="1767256" y="24885"/>
                  </a:lnTo>
                  <a:lnTo>
                    <a:pt x="1775041" y="23982"/>
                  </a:lnTo>
                  <a:lnTo>
                    <a:pt x="1782826" y="23088"/>
                  </a:lnTo>
                  <a:lnTo>
                    <a:pt x="1790612" y="22257"/>
                  </a:lnTo>
                  <a:lnTo>
                    <a:pt x="1798397" y="21487"/>
                  </a:lnTo>
                  <a:lnTo>
                    <a:pt x="1806182" y="20723"/>
                  </a:lnTo>
                  <a:lnTo>
                    <a:pt x="1813967" y="19902"/>
                  </a:lnTo>
                  <a:lnTo>
                    <a:pt x="1821753" y="19088"/>
                  </a:lnTo>
                  <a:lnTo>
                    <a:pt x="1829538" y="18275"/>
                  </a:lnTo>
                  <a:lnTo>
                    <a:pt x="1837323" y="17407"/>
                  </a:lnTo>
                  <a:lnTo>
                    <a:pt x="1845109" y="16532"/>
                  </a:lnTo>
                  <a:lnTo>
                    <a:pt x="1852894" y="15714"/>
                  </a:lnTo>
                  <a:lnTo>
                    <a:pt x="1860679" y="15012"/>
                  </a:lnTo>
                  <a:lnTo>
                    <a:pt x="1868464" y="14114"/>
                  </a:lnTo>
                  <a:lnTo>
                    <a:pt x="1876250" y="13226"/>
                  </a:lnTo>
                  <a:lnTo>
                    <a:pt x="1884035" y="12366"/>
                  </a:lnTo>
                  <a:lnTo>
                    <a:pt x="1891820" y="11579"/>
                  </a:lnTo>
                  <a:lnTo>
                    <a:pt x="1899605" y="10824"/>
                  </a:lnTo>
                  <a:lnTo>
                    <a:pt x="1907391" y="10078"/>
                  </a:lnTo>
                  <a:lnTo>
                    <a:pt x="1915176" y="9339"/>
                  </a:lnTo>
                  <a:lnTo>
                    <a:pt x="1922961" y="8609"/>
                  </a:lnTo>
                  <a:lnTo>
                    <a:pt x="1930747" y="7887"/>
                  </a:lnTo>
                  <a:lnTo>
                    <a:pt x="1938532" y="7228"/>
                  </a:lnTo>
                  <a:lnTo>
                    <a:pt x="1946317" y="6581"/>
                  </a:lnTo>
                  <a:lnTo>
                    <a:pt x="1954102" y="5940"/>
                  </a:lnTo>
                  <a:lnTo>
                    <a:pt x="1961888" y="5239"/>
                  </a:lnTo>
                  <a:lnTo>
                    <a:pt x="1969673" y="4476"/>
                  </a:lnTo>
                  <a:lnTo>
                    <a:pt x="1977458" y="3689"/>
                  </a:lnTo>
                  <a:lnTo>
                    <a:pt x="1985243" y="2972"/>
                  </a:lnTo>
                  <a:lnTo>
                    <a:pt x="1993029" y="2231"/>
                  </a:lnTo>
                  <a:lnTo>
                    <a:pt x="2000814" y="1498"/>
                  </a:lnTo>
                  <a:lnTo>
                    <a:pt x="2008599" y="76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1247627" y="3796476"/>
              <a:ext cx="2016385" cy="104277"/>
            </a:xfrm>
            <a:custGeom>
              <a:avLst/>
              <a:pathLst>
                <a:path w="2016385" h="104277">
                  <a:moveTo>
                    <a:pt x="2016385" y="2594"/>
                  </a:moveTo>
                  <a:lnTo>
                    <a:pt x="2008599" y="2893"/>
                  </a:lnTo>
                  <a:lnTo>
                    <a:pt x="2000814" y="3178"/>
                  </a:lnTo>
                  <a:lnTo>
                    <a:pt x="1993029" y="3463"/>
                  </a:lnTo>
                  <a:lnTo>
                    <a:pt x="1985243" y="3747"/>
                  </a:lnTo>
                  <a:lnTo>
                    <a:pt x="1977458" y="3444"/>
                  </a:lnTo>
                  <a:lnTo>
                    <a:pt x="1969673" y="3788"/>
                  </a:lnTo>
                  <a:lnTo>
                    <a:pt x="1961888" y="3746"/>
                  </a:lnTo>
                  <a:lnTo>
                    <a:pt x="1954102" y="3475"/>
                  </a:lnTo>
                  <a:lnTo>
                    <a:pt x="1946317" y="3200"/>
                  </a:lnTo>
                  <a:lnTo>
                    <a:pt x="1938532" y="2925"/>
                  </a:lnTo>
                  <a:lnTo>
                    <a:pt x="1930747" y="2687"/>
                  </a:lnTo>
                  <a:lnTo>
                    <a:pt x="1922961" y="2825"/>
                  </a:lnTo>
                  <a:lnTo>
                    <a:pt x="1915176" y="2939"/>
                  </a:lnTo>
                  <a:lnTo>
                    <a:pt x="1907391" y="2721"/>
                  </a:lnTo>
                  <a:lnTo>
                    <a:pt x="1899605" y="2502"/>
                  </a:lnTo>
                  <a:lnTo>
                    <a:pt x="1891820" y="2419"/>
                  </a:lnTo>
                  <a:lnTo>
                    <a:pt x="1884035" y="2611"/>
                  </a:lnTo>
                  <a:lnTo>
                    <a:pt x="1876250" y="2803"/>
                  </a:lnTo>
                  <a:lnTo>
                    <a:pt x="1868464" y="2995"/>
                  </a:lnTo>
                  <a:lnTo>
                    <a:pt x="1860679" y="3183"/>
                  </a:lnTo>
                  <a:lnTo>
                    <a:pt x="1852894" y="3365"/>
                  </a:lnTo>
                  <a:lnTo>
                    <a:pt x="1845109" y="3375"/>
                  </a:lnTo>
                  <a:lnTo>
                    <a:pt x="1837323" y="3141"/>
                  </a:lnTo>
                  <a:lnTo>
                    <a:pt x="1829538" y="2928"/>
                  </a:lnTo>
                  <a:lnTo>
                    <a:pt x="1821753" y="3040"/>
                  </a:lnTo>
                  <a:lnTo>
                    <a:pt x="1813967" y="3151"/>
                  </a:lnTo>
                  <a:lnTo>
                    <a:pt x="1806182" y="3262"/>
                  </a:lnTo>
                  <a:lnTo>
                    <a:pt x="1798397" y="3373"/>
                  </a:lnTo>
                  <a:lnTo>
                    <a:pt x="1790612" y="3477"/>
                  </a:lnTo>
                  <a:lnTo>
                    <a:pt x="1782826" y="3571"/>
                  </a:lnTo>
                  <a:lnTo>
                    <a:pt x="1775041" y="3592"/>
                  </a:lnTo>
                  <a:lnTo>
                    <a:pt x="1767256" y="3093"/>
                  </a:lnTo>
                  <a:lnTo>
                    <a:pt x="1759471" y="2594"/>
                  </a:lnTo>
                  <a:lnTo>
                    <a:pt x="1751685" y="2085"/>
                  </a:lnTo>
                  <a:lnTo>
                    <a:pt x="1743900" y="1569"/>
                  </a:lnTo>
                  <a:lnTo>
                    <a:pt x="1736115" y="1053"/>
                  </a:lnTo>
                  <a:lnTo>
                    <a:pt x="1728330" y="1051"/>
                  </a:lnTo>
                  <a:lnTo>
                    <a:pt x="1720544" y="1052"/>
                  </a:lnTo>
                  <a:lnTo>
                    <a:pt x="1712759" y="1053"/>
                  </a:lnTo>
                  <a:lnTo>
                    <a:pt x="1704974" y="600"/>
                  </a:lnTo>
                  <a:lnTo>
                    <a:pt x="1697188" y="107"/>
                  </a:lnTo>
                  <a:lnTo>
                    <a:pt x="1689403" y="40"/>
                  </a:lnTo>
                  <a:lnTo>
                    <a:pt x="1681618" y="231"/>
                  </a:lnTo>
                  <a:lnTo>
                    <a:pt x="1673833" y="422"/>
                  </a:lnTo>
                  <a:lnTo>
                    <a:pt x="1666047" y="612"/>
                  </a:lnTo>
                  <a:lnTo>
                    <a:pt x="1658262" y="803"/>
                  </a:lnTo>
                  <a:lnTo>
                    <a:pt x="1650477" y="993"/>
                  </a:lnTo>
                  <a:lnTo>
                    <a:pt x="1642692" y="1177"/>
                  </a:lnTo>
                  <a:lnTo>
                    <a:pt x="1634906" y="1193"/>
                  </a:lnTo>
                  <a:lnTo>
                    <a:pt x="1627121" y="967"/>
                  </a:lnTo>
                  <a:lnTo>
                    <a:pt x="1619336" y="589"/>
                  </a:lnTo>
                  <a:lnTo>
                    <a:pt x="1611550" y="156"/>
                  </a:lnTo>
                  <a:lnTo>
                    <a:pt x="1603765" y="0"/>
                  </a:lnTo>
                  <a:lnTo>
                    <a:pt x="1595980" y="99"/>
                  </a:lnTo>
                  <a:lnTo>
                    <a:pt x="1588195" y="540"/>
                  </a:lnTo>
                  <a:lnTo>
                    <a:pt x="1580409" y="328"/>
                  </a:lnTo>
                  <a:lnTo>
                    <a:pt x="1572624" y="622"/>
                  </a:lnTo>
                  <a:lnTo>
                    <a:pt x="1564839" y="908"/>
                  </a:lnTo>
                  <a:lnTo>
                    <a:pt x="1557054" y="1194"/>
                  </a:lnTo>
                  <a:lnTo>
                    <a:pt x="1549268" y="1248"/>
                  </a:lnTo>
                  <a:lnTo>
                    <a:pt x="1541483" y="938"/>
                  </a:lnTo>
                  <a:lnTo>
                    <a:pt x="1533698" y="627"/>
                  </a:lnTo>
                  <a:lnTo>
                    <a:pt x="1525912" y="495"/>
                  </a:lnTo>
                  <a:lnTo>
                    <a:pt x="1518127" y="680"/>
                  </a:lnTo>
                  <a:lnTo>
                    <a:pt x="1510342" y="854"/>
                  </a:lnTo>
                  <a:lnTo>
                    <a:pt x="1502557" y="583"/>
                  </a:lnTo>
                  <a:lnTo>
                    <a:pt x="1494771" y="944"/>
                  </a:lnTo>
                  <a:lnTo>
                    <a:pt x="1486986" y="1349"/>
                  </a:lnTo>
                  <a:lnTo>
                    <a:pt x="1479201" y="1471"/>
                  </a:lnTo>
                  <a:lnTo>
                    <a:pt x="1471416" y="1489"/>
                  </a:lnTo>
                  <a:lnTo>
                    <a:pt x="1463630" y="1507"/>
                  </a:lnTo>
                  <a:lnTo>
                    <a:pt x="1455845" y="1525"/>
                  </a:lnTo>
                  <a:lnTo>
                    <a:pt x="1448060" y="1542"/>
                  </a:lnTo>
                  <a:lnTo>
                    <a:pt x="1440275" y="1554"/>
                  </a:lnTo>
                  <a:lnTo>
                    <a:pt x="1432489" y="1565"/>
                  </a:lnTo>
                  <a:lnTo>
                    <a:pt x="1424704" y="1577"/>
                  </a:lnTo>
                  <a:lnTo>
                    <a:pt x="1416919" y="1589"/>
                  </a:lnTo>
                  <a:lnTo>
                    <a:pt x="1409133" y="1697"/>
                  </a:lnTo>
                  <a:lnTo>
                    <a:pt x="1401348" y="1896"/>
                  </a:lnTo>
                  <a:lnTo>
                    <a:pt x="1393563" y="1846"/>
                  </a:lnTo>
                  <a:lnTo>
                    <a:pt x="1385778" y="1795"/>
                  </a:lnTo>
                  <a:lnTo>
                    <a:pt x="1377992" y="1745"/>
                  </a:lnTo>
                  <a:lnTo>
                    <a:pt x="1370207" y="1720"/>
                  </a:lnTo>
                  <a:lnTo>
                    <a:pt x="1362422" y="1731"/>
                  </a:lnTo>
                  <a:lnTo>
                    <a:pt x="1354637" y="1742"/>
                  </a:lnTo>
                  <a:lnTo>
                    <a:pt x="1346851" y="1753"/>
                  </a:lnTo>
                  <a:lnTo>
                    <a:pt x="1339066" y="1764"/>
                  </a:lnTo>
                  <a:lnTo>
                    <a:pt x="1331281" y="2050"/>
                  </a:lnTo>
                  <a:lnTo>
                    <a:pt x="1323495" y="2499"/>
                  </a:lnTo>
                  <a:lnTo>
                    <a:pt x="1315710" y="2948"/>
                  </a:lnTo>
                  <a:lnTo>
                    <a:pt x="1307925" y="3401"/>
                  </a:lnTo>
                  <a:lnTo>
                    <a:pt x="1300140" y="3866"/>
                  </a:lnTo>
                  <a:lnTo>
                    <a:pt x="1292354" y="3620"/>
                  </a:lnTo>
                  <a:lnTo>
                    <a:pt x="1284569" y="3722"/>
                  </a:lnTo>
                  <a:lnTo>
                    <a:pt x="1276784" y="4064"/>
                  </a:lnTo>
                  <a:lnTo>
                    <a:pt x="1268999" y="4387"/>
                  </a:lnTo>
                  <a:lnTo>
                    <a:pt x="1261213" y="4801"/>
                  </a:lnTo>
                  <a:lnTo>
                    <a:pt x="1253428" y="5172"/>
                  </a:lnTo>
                  <a:lnTo>
                    <a:pt x="1245643" y="5533"/>
                  </a:lnTo>
                  <a:lnTo>
                    <a:pt x="1237857" y="5820"/>
                  </a:lnTo>
                  <a:lnTo>
                    <a:pt x="1230072" y="6019"/>
                  </a:lnTo>
                  <a:lnTo>
                    <a:pt x="1222287" y="6414"/>
                  </a:lnTo>
                  <a:lnTo>
                    <a:pt x="1214502" y="6807"/>
                  </a:lnTo>
                  <a:lnTo>
                    <a:pt x="1206716" y="7201"/>
                  </a:lnTo>
                  <a:lnTo>
                    <a:pt x="1198931" y="7594"/>
                  </a:lnTo>
                  <a:lnTo>
                    <a:pt x="1191146" y="7986"/>
                  </a:lnTo>
                  <a:lnTo>
                    <a:pt x="1183361" y="8379"/>
                  </a:lnTo>
                  <a:lnTo>
                    <a:pt x="1175575" y="8771"/>
                  </a:lnTo>
                  <a:lnTo>
                    <a:pt x="1167790" y="9089"/>
                  </a:lnTo>
                  <a:lnTo>
                    <a:pt x="1160005" y="9279"/>
                  </a:lnTo>
                  <a:lnTo>
                    <a:pt x="1152220" y="9469"/>
                  </a:lnTo>
                  <a:lnTo>
                    <a:pt x="1144434" y="9659"/>
                  </a:lnTo>
                  <a:lnTo>
                    <a:pt x="1136649" y="9849"/>
                  </a:lnTo>
                  <a:lnTo>
                    <a:pt x="1128864" y="10038"/>
                  </a:lnTo>
                  <a:lnTo>
                    <a:pt x="1121078" y="10228"/>
                  </a:lnTo>
                  <a:lnTo>
                    <a:pt x="1113293" y="10417"/>
                  </a:lnTo>
                  <a:lnTo>
                    <a:pt x="1105508" y="10607"/>
                  </a:lnTo>
                  <a:lnTo>
                    <a:pt x="1097723" y="10796"/>
                  </a:lnTo>
                  <a:lnTo>
                    <a:pt x="1089937" y="10985"/>
                  </a:lnTo>
                  <a:lnTo>
                    <a:pt x="1082152" y="11174"/>
                  </a:lnTo>
                  <a:lnTo>
                    <a:pt x="1074367" y="11414"/>
                  </a:lnTo>
                  <a:lnTo>
                    <a:pt x="1066582" y="11953"/>
                  </a:lnTo>
                  <a:lnTo>
                    <a:pt x="1058796" y="12483"/>
                  </a:lnTo>
                  <a:lnTo>
                    <a:pt x="1051011" y="12711"/>
                  </a:lnTo>
                  <a:lnTo>
                    <a:pt x="1043226" y="13329"/>
                  </a:lnTo>
                  <a:lnTo>
                    <a:pt x="1035440" y="13913"/>
                  </a:lnTo>
                  <a:lnTo>
                    <a:pt x="1027655" y="13977"/>
                  </a:lnTo>
                  <a:lnTo>
                    <a:pt x="1019870" y="13937"/>
                  </a:lnTo>
                  <a:lnTo>
                    <a:pt x="1012085" y="14231"/>
                  </a:lnTo>
                  <a:lnTo>
                    <a:pt x="1004299" y="14637"/>
                  </a:lnTo>
                  <a:lnTo>
                    <a:pt x="996514" y="15268"/>
                  </a:lnTo>
                  <a:lnTo>
                    <a:pt x="988729" y="15878"/>
                  </a:lnTo>
                  <a:lnTo>
                    <a:pt x="980944" y="16750"/>
                  </a:lnTo>
                  <a:lnTo>
                    <a:pt x="973158" y="17458"/>
                  </a:lnTo>
                  <a:lnTo>
                    <a:pt x="965373" y="17849"/>
                  </a:lnTo>
                  <a:lnTo>
                    <a:pt x="957588" y="18049"/>
                  </a:lnTo>
                  <a:lnTo>
                    <a:pt x="949802" y="18236"/>
                  </a:lnTo>
                  <a:lnTo>
                    <a:pt x="942017" y="18485"/>
                  </a:lnTo>
                  <a:lnTo>
                    <a:pt x="934232" y="18935"/>
                  </a:lnTo>
                  <a:lnTo>
                    <a:pt x="926447" y="19712"/>
                  </a:lnTo>
                  <a:lnTo>
                    <a:pt x="918661" y="20624"/>
                  </a:lnTo>
                  <a:lnTo>
                    <a:pt x="910876" y="20337"/>
                  </a:lnTo>
                  <a:lnTo>
                    <a:pt x="903091" y="20747"/>
                  </a:lnTo>
                  <a:lnTo>
                    <a:pt x="895306" y="21196"/>
                  </a:lnTo>
                  <a:lnTo>
                    <a:pt x="887520" y="21567"/>
                  </a:lnTo>
                  <a:lnTo>
                    <a:pt x="879735" y="21847"/>
                  </a:lnTo>
                  <a:lnTo>
                    <a:pt x="871950" y="21644"/>
                  </a:lnTo>
                  <a:lnTo>
                    <a:pt x="864165" y="22393"/>
                  </a:lnTo>
                  <a:lnTo>
                    <a:pt x="856379" y="22551"/>
                  </a:lnTo>
                  <a:lnTo>
                    <a:pt x="848594" y="22679"/>
                  </a:lnTo>
                  <a:lnTo>
                    <a:pt x="840809" y="22342"/>
                  </a:lnTo>
                  <a:lnTo>
                    <a:pt x="833023" y="22372"/>
                  </a:lnTo>
                  <a:lnTo>
                    <a:pt x="825238" y="23099"/>
                  </a:lnTo>
                  <a:lnTo>
                    <a:pt x="817453" y="23564"/>
                  </a:lnTo>
                  <a:lnTo>
                    <a:pt x="809668" y="24455"/>
                  </a:lnTo>
                  <a:lnTo>
                    <a:pt x="801882" y="25326"/>
                  </a:lnTo>
                  <a:lnTo>
                    <a:pt x="794097" y="26195"/>
                  </a:lnTo>
                  <a:lnTo>
                    <a:pt x="786312" y="26622"/>
                  </a:lnTo>
                  <a:lnTo>
                    <a:pt x="778527" y="26876"/>
                  </a:lnTo>
                  <a:lnTo>
                    <a:pt x="770741" y="27322"/>
                  </a:lnTo>
                  <a:lnTo>
                    <a:pt x="762956" y="27678"/>
                  </a:lnTo>
                  <a:lnTo>
                    <a:pt x="755171" y="28017"/>
                  </a:lnTo>
                  <a:lnTo>
                    <a:pt x="747385" y="28356"/>
                  </a:lnTo>
                  <a:lnTo>
                    <a:pt x="739600" y="28702"/>
                  </a:lnTo>
                  <a:lnTo>
                    <a:pt x="731815" y="29056"/>
                  </a:lnTo>
                  <a:lnTo>
                    <a:pt x="724030" y="29402"/>
                  </a:lnTo>
                  <a:lnTo>
                    <a:pt x="716244" y="29778"/>
                  </a:lnTo>
                  <a:lnTo>
                    <a:pt x="708459" y="30169"/>
                  </a:lnTo>
                  <a:lnTo>
                    <a:pt x="700674" y="30443"/>
                  </a:lnTo>
                  <a:lnTo>
                    <a:pt x="692889" y="30783"/>
                  </a:lnTo>
                  <a:lnTo>
                    <a:pt x="685103" y="31123"/>
                  </a:lnTo>
                  <a:lnTo>
                    <a:pt x="677318" y="31530"/>
                  </a:lnTo>
                  <a:lnTo>
                    <a:pt x="669533" y="32138"/>
                  </a:lnTo>
                  <a:lnTo>
                    <a:pt x="661747" y="33081"/>
                  </a:lnTo>
                  <a:lnTo>
                    <a:pt x="653962" y="33197"/>
                  </a:lnTo>
                  <a:lnTo>
                    <a:pt x="646177" y="33135"/>
                  </a:lnTo>
                  <a:lnTo>
                    <a:pt x="638392" y="33801"/>
                  </a:lnTo>
                  <a:lnTo>
                    <a:pt x="630606" y="34691"/>
                  </a:lnTo>
                  <a:lnTo>
                    <a:pt x="622821" y="35598"/>
                  </a:lnTo>
                  <a:lnTo>
                    <a:pt x="615036" y="36111"/>
                  </a:lnTo>
                  <a:lnTo>
                    <a:pt x="607251" y="36490"/>
                  </a:lnTo>
                  <a:lnTo>
                    <a:pt x="599465" y="36860"/>
                  </a:lnTo>
                  <a:lnTo>
                    <a:pt x="591680" y="37464"/>
                  </a:lnTo>
                  <a:lnTo>
                    <a:pt x="583895" y="38748"/>
                  </a:lnTo>
                  <a:lnTo>
                    <a:pt x="576110" y="39278"/>
                  </a:lnTo>
                  <a:lnTo>
                    <a:pt x="568324" y="39729"/>
                  </a:lnTo>
                  <a:lnTo>
                    <a:pt x="560539" y="40179"/>
                  </a:lnTo>
                  <a:lnTo>
                    <a:pt x="552754" y="40797"/>
                  </a:lnTo>
                  <a:lnTo>
                    <a:pt x="544968" y="41610"/>
                  </a:lnTo>
                  <a:lnTo>
                    <a:pt x="537183" y="42672"/>
                  </a:lnTo>
                  <a:lnTo>
                    <a:pt x="529398" y="43768"/>
                  </a:lnTo>
                  <a:lnTo>
                    <a:pt x="521613" y="44852"/>
                  </a:lnTo>
                  <a:lnTo>
                    <a:pt x="513827" y="45059"/>
                  </a:lnTo>
                  <a:lnTo>
                    <a:pt x="506042" y="46010"/>
                  </a:lnTo>
                  <a:lnTo>
                    <a:pt x="498257" y="46350"/>
                  </a:lnTo>
                  <a:lnTo>
                    <a:pt x="490472" y="47364"/>
                  </a:lnTo>
                  <a:lnTo>
                    <a:pt x="482686" y="48010"/>
                  </a:lnTo>
                  <a:lnTo>
                    <a:pt x="474901" y="49222"/>
                  </a:lnTo>
                  <a:lnTo>
                    <a:pt x="467116" y="49607"/>
                  </a:lnTo>
                  <a:lnTo>
                    <a:pt x="459330" y="50476"/>
                  </a:lnTo>
                  <a:lnTo>
                    <a:pt x="451545" y="51225"/>
                  </a:lnTo>
                  <a:lnTo>
                    <a:pt x="443760" y="51969"/>
                  </a:lnTo>
                  <a:lnTo>
                    <a:pt x="435975" y="52787"/>
                  </a:lnTo>
                  <a:lnTo>
                    <a:pt x="428189" y="53816"/>
                  </a:lnTo>
                  <a:lnTo>
                    <a:pt x="420404" y="54443"/>
                  </a:lnTo>
                  <a:lnTo>
                    <a:pt x="412619" y="55101"/>
                  </a:lnTo>
                  <a:lnTo>
                    <a:pt x="404834" y="55871"/>
                  </a:lnTo>
                  <a:lnTo>
                    <a:pt x="397048" y="56656"/>
                  </a:lnTo>
                  <a:lnTo>
                    <a:pt x="389263" y="57430"/>
                  </a:lnTo>
                  <a:lnTo>
                    <a:pt x="381478" y="58259"/>
                  </a:lnTo>
                  <a:lnTo>
                    <a:pt x="373692" y="59784"/>
                  </a:lnTo>
                  <a:lnTo>
                    <a:pt x="365907" y="60675"/>
                  </a:lnTo>
                  <a:lnTo>
                    <a:pt x="358122" y="61301"/>
                  </a:lnTo>
                  <a:lnTo>
                    <a:pt x="350337" y="62082"/>
                  </a:lnTo>
                  <a:lnTo>
                    <a:pt x="342551" y="63020"/>
                  </a:lnTo>
                  <a:lnTo>
                    <a:pt x="334766" y="64155"/>
                  </a:lnTo>
                  <a:lnTo>
                    <a:pt x="326981" y="64572"/>
                  </a:lnTo>
                  <a:lnTo>
                    <a:pt x="319196" y="64800"/>
                  </a:lnTo>
                  <a:lnTo>
                    <a:pt x="311410" y="65748"/>
                  </a:lnTo>
                  <a:lnTo>
                    <a:pt x="303625" y="66714"/>
                  </a:lnTo>
                  <a:lnTo>
                    <a:pt x="295840" y="67716"/>
                  </a:lnTo>
                  <a:lnTo>
                    <a:pt x="288055" y="68433"/>
                  </a:lnTo>
                  <a:lnTo>
                    <a:pt x="280269" y="68793"/>
                  </a:lnTo>
                  <a:lnTo>
                    <a:pt x="272484" y="69531"/>
                  </a:lnTo>
                  <a:lnTo>
                    <a:pt x="264699" y="70426"/>
                  </a:lnTo>
                  <a:lnTo>
                    <a:pt x="256913" y="70892"/>
                  </a:lnTo>
                  <a:lnTo>
                    <a:pt x="249128" y="71651"/>
                  </a:lnTo>
                  <a:lnTo>
                    <a:pt x="241343" y="72580"/>
                  </a:lnTo>
                  <a:lnTo>
                    <a:pt x="233558" y="73499"/>
                  </a:lnTo>
                  <a:lnTo>
                    <a:pt x="225772" y="74492"/>
                  </a:lnTo>
                  <a:lnTo>
                    <a:pt x="217987" y="75701"/>
                  </a:lnTo>
                  <a:lnTo>
                    <a:pt x="210202" y="76503"/>
                  </a:lnTo>
                  <a:lnTo>
                    <a:pt x="202417" y="77498"/>
                  </a:lnTo>
                  <a:lnTo>
                    <a:pt x="194631" y="78206"/>
                  </a:lnTo>
                  <a:lnTo>
                    <a:pt x="186846" y="79303"/>
                  </a:lnTo>
                  <a:lnTo>
                    <a:pt x="179061" y="79895"/>
                  </a:lnTo>
                  <a:lnTo>
                    <a:pt x="171275" y="80768"/>
                  </a:lnTo>
                  <a:lnTo>
                    <a:pt x="163490" y="82306"/>
                  </a:lnTo>
                  <a:lnTo>
                    <a:pt x="155705" y="83591"/>
                  </a:lnTo>
                  <a:lnTo>
                    <a:pt x="147920" y="84473"/>
                  </a:lnTo>
                  <a:lnTo>
                    <a:pt x="140134" y="85264"/>
                  </a:lnTo>
                  <a:lnTo>
                    <a:pt x="132349" y="86327"/>
                  </a:lnTo>
                  <a:lnTo>
                    <a:pt x="124564" y="87335"/>
                  </a:lnTo>
                  <a:lnTo>
                    <a:pt x="116779" y="88240"/>
                  </a:lnTo>
                  <a:lnTo>
                    <a:pt x="108993" y="89091"/>
                  </a:lnTo>
                  <a:lnTo>
                    <a:pt x="101208" y="90136"/>
                  </a:lnTo>
                  <a:lnTo>
                    <a:pt x="93423" y="91071"/>
                  </a:lnTo>
                  <a:lnTo>
                    <a:pt x="85637" y="92013"/>
                  </a:lnTo>
                  <a:lnTo>
                    <a:pt x="77852" y="93318"/>
                  </a:lnTo>
                  <a:lnTo>
                    <a:pt x="70067" y="94446"/>
                  </a:lnTo>
                  <a:lnTo>
                    <a:pt x="62282" y="95619"/>
                  </a:lnTo>
                  <a:lnTo>
                    <a:pt x="54496" y="96662"/>
                  </a:lnTo>
                  <a:lnTo>
                    <a:pt x="46711" y="97786"/>
                  </a:lnTo>
                  <a:lnTo>
                    <a:pt x="38926" y="99091"/>
                  </a:lnTo>
                  <a:lnTo>
                    <a:pt x="31141" y="100355"/>
                  </a:lnTo>
                  <a:lnTo>
                    <a:pt x="23355" y="101405"/>
                  </a:lnTo>
                  <a:lnTo>
                    <a:pt x="15570" y="102196"/>
                  </a:lnTo>
                  <a:lnTo>
                    <a:pt x="7785" y="103474"/>
                  </a:lnTo>
                  <a:lnTo>
                    <a:pt x="0" y="104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1247627" y="3503313"/>
              <a:ext cx="2016385" cy="375261"/>
            </a:xfrm>
            <a:custGeom>
              <a:avLst/>
              <a:pathLst>
                <a:path w="2016385" h="375261">
                  <a:moveTo>
                    <a:pt x="0" y="165915"/>
                  </a:moveTo>
                  <a:lnTo>
                    <a:pt x="7785" y="166053"/>
                  </a:lnTo>
                  <a:lnTo>
                    <a:pt x="15570" y="166008"/>
                  </a:lnTo>
                  <a:lnTo>
                    <a:pt x="23355" y="165848"/>
                  </a:lnTo>
                  <a:lnTo>
                    <a:pt x="31141" y="165825"/>
                  </a:lnTo>
                  <a:lnTo>
                    <a:pt x="38926" y="165463"/>
                  </a:lnTo>
                  <a:lnTo>
                    <a:pt x="46711" y="165527"/>
                  </a:lnTo>
                  <a:lnTo>
                    <a:pt x="54496" y="165411"/>
                  </a:lnTo>
                  <a:lnTo>
                    <a:pt x="62282" y="165751"/>
                  </a:lnTo>
                  <a:lnTo>
                    <a:pt x="70067" y="165723"/>
                  </a:lnTo>
                  <a:lnTo>
                    <a:pt x="77852" y="165698"/>
                  </a:lnTo>
                  <a:lnTo>
                    <a:pt x="85637" y="165677"/>
                  </a:lnTo>
                  <a:lnTo>
                    <a:pt x="93423" y="165439"/>
                  </a:lnTo>
                  <a:lnTo>
                    <a:pt x="101208" y="165408"/>
                  </a:lnTo>
                  <a:lnTo>
                    <a:pt x="108993" y="165129"/>
                  </a:lnTo>
                  <a:lnTo>
                    <a:pt x="116779" y="165055"/>
                  </a:lnTo>
                  <a:lnTo>
                    <a:pt x="124564" y="165068"/>
                  </a:lnTo>
                  <a:lnTo>
                    <a:pt x="132349" y="165081"/>
                  </a:lnTo>
                  <a:lnTo>
                    <a:pt x="140134" y="165095"/>
                  </a:lnTo>
                  <a:lnTo>
                    <a:pt x="147920" y="165207"/>
                  </a:lnTo>
                  <a:lnTo>
                    <a:pt x="155705" y="165121"/>
                  </a:lnTo>
                  <a:lnTo>
                    <a:pt x="163490" y="165102"/>
                  </a:lnTo>
                  <a:lnTo>
                    <a:pt x="171275" y="164828"/>
                  </a:lnTo>
                  <a:lnTo>
                    <a:pt x="179061" y="164615"/>
                  </a:lnTo>
                  <a:lnTo>
                    <a:pt x="186846" y="164565"/>
                  </a:lnTo>
                  <a:lnTo>
                    <a:pt x="194631" y="164514"/>
                  </a:lnTo>
                  <a:lnTo>
                    <a:pt x="202417" y="164476"/>
                  </a:lnTo>
                  <a:lnTo>
                    <a:pt x="210202" y="164438"/>
                  </a:lnTo>
                  <a:lnTo>
                    <a:pt x="217987" y="164382"/>
                  </a:lnTo>
                  <a:lnTo>
                    <a:pt x="225772" y="163854"/>
                  </a:lnTo>
                  <a:lnTo>
                    <a:pt x="233558" y="163066"/>
                  </a:lnTo>
                  <a:lnTo>
                    <a:pt x="241343" y="162653"/>
                  </a:lnTo>
                  <a:lnTo>
                    <a:pt x="249128" y="162777"/>
                  </a:lnTo>
                  <a:lnTo>
                    <a:pt x="256913" y="162904"/>
                  </a:lnTo>
                  <a:lnTo>
                    <a:pt x="264699" y="163028"/>
                  </a:lnTo>
                  <a:lnTo>
                    <a:pt x="272484" y="162765"/>
                  </a:lnTo>
                  <a:lnTo>
                    <a:pt x="280269" y="162505"/>
                  </a:lnTo>
                  <a:lnTo>
                    <a:pt x="288055" y="162250"/>
                  </a:lnTo>
                  <a:lnTo>
                    <a:pt x="295840" y="161995"/>
                  </a:lnTo>
                  <a:lnTo>
                    <a:pt x="303625" y="161344"/>
                  </a:lnTo>
                  <a:lnTo>
                    <a:pt x="311410" y="161082"/>
                  </a:lnTo>
                  <a:lnTo>
                    <a:pt x="319196" y="161227"/>
                  </a:lnTo>
                  <a:lnTo>
                    <a:pt x="326981" y="161129"/>
                  </a:lnTo>
                  <a:lnTo>
                    <a:pt x="334766" y="160936"/>
                  </a:lnTo>
                  <a:lnTo>
                    <a:pt x="342551" y="160442"/>
                  </a:lnTo>
                  <a:lnTo>
                    <a:pt x="350337" y="160277"/>
                  </a:lnTo>
                  <a:lnTo>
                    <a:pt x="358122" y="160336"/>
                  </a:lnTo>
                  <a:lnTo>
                    <a:pt x="365907" y="160185"/>
                  </a:lnTo>
                  <a:lnTo>
                    <a:pt x="373692" y="159401"/>
                  </a:lnTo>
                  <a:lnTo>
                    <a:pt x="381478" y="159125"/>
                  </a:lnTo>
                  <a:lnTo>
                    <a:pt x="389263" y="158852"/>
                  </a:lnTo>
                  <a:lnTo>
                    <a:pt x="397048" y="158602"/>
                  </a:lnTo>
                  <a:lnTo>
                    <a:pt x="404834" y="158352"/>
                  </a:lnTo>
                  <a:lnTo>
                    <a:pt x="412619" y="158455"/>
                  </a:lnTo>
                  <a:lnTo>
                    <a:pt x="420404" y="158321"/>
                  </a:lnTo>
                  <a:lnTo>
                    <a:pt x="428189" y="157551"/>
                  </a:lnTo>
                  <a:lnTo>
                    <a:pt x="435975" y="157291"/>
                  </a:lnTo>
                  <a:lnTo>
                    <a:pt x="443760" y="156728"/>
                  </a:lnTo>
                  <a:lnTo>
                    <a:pt x="451545" y="156674"/>
                  </a:lnTo>
                  <a:lnTo>
                    <a:pt x="459330" y="156624"/>
                  </a:lnTo>
                  <a:lnTo>
                    <a:pt x="467116" y="156004"/>
                  </a:lnTo>
                  <a:lnTo>
                    <a:pt x="474901" y="155370"/>
                  </a:lnTo>
                  <a:lnTo>
                    <a:pt x="482686" y="154872"/>
                  </a:lnTo>
                  <a:lnTo>
                    <a:pt x="490472" y="155243"/>
                  </a:lnTo>
                  <a:lnTo>
                    <a:pt x="498257" y="155176"/>
                  </a:lnTo>
                  <a:lnTo>
                    <a:pt x="506042" y="154906"/>
                  </a:lnTo>
                  <a:lnTo>
                    <a:pt x="513827" y="154415"/>
                  </a:lnTo>
                  <a:lnTo>
                    <a:pt x="521613" y="153444"/>
                  </a:lnTo>
                  <a:lnTo>
                    <a:pt x="529398" y="152381"/>
                  </a:lnTo>
                  <a:lnTo>
                    <a:pt x="537183" y="151852"/>
                  </a:lnTo>
                  <a:lnTo>
                    <a:pt x="544968" y="151435"/>
                  </a:lnTo>
                  <a:lnTo>
                    <a:pt x="552754" y="151144"/>
                  </a:lnTo>
                  <a:lnTo>
                    <a:pt x="560539" y="150872"/>
                  </a:lnTo>
                  <a:lnTo>
                    <a:pt x="568324" y="150609"/>
                  </a:lnTo>
                  <a:lnTo>
                    <a:pt x="576110" y="150334"/>
                  </a:lnTo>
                  <a:lnTo>
                    <a:pt x="583895" y="150053"/>
                  </a:lnTo>
                  <a:lnTo>
                    <a:pt x="591680" y="149804"/>
                  </a:lnTo>
                  <a:lnTo>
                    <a:pt x="599465" y="149720"/>
                  </a:lnTo>
                  <a:lnTo>
                    <a:pt x="607251" y="149839"/>
                  </a:lnTo>
                  <a:lnTo>
                    <a:pt x="615036" y="149551"/>
                  </a:lnTo>
                  <a:lnTo>
                    <a:pt x="622821" y="148883"/>
                  </a:lnTo>
                  <a:lnTo>
                    <a:pt x="630606" y="148389"/>
                  </a:lnTo>
                  <a:lnTo>
                    <a:pt x="638392" y="147697"/>
                  </a:lnTo>
                  <a:lnTo>
                    <a:pt x="646177" y="146985"/>
                  </a:lnTo>
                  <a:lnTo>
                    <a:pt x="653962" y="146311"/>
                  </a:lnTo>
                  <a:lnTo>
                    <a:pt x="661747" y="146119"/>
                  </a:lnTo>
                  <a:lnTo>
                    <a:pt x="669533" y="145939"/>
                  </a:lnTo>
                  <a:lnTo>
                    <a:pt x="677318" y="145767"/>
                  </a:lnTo>
                  <a:lnTo>
                    <a:pt x="685103" y="145519"/>
                  </a:lnTo>
                  <a:lnTo>
                    <a:pt x="692889" y="145308"/>
                  </a:lnTo>
                  <a:lnTo>
                    <a:pt x="700674" y="145191"/>
                  </a:lnTo>
                  <a:lnTo>
                    <a:pt x="708459" y="145042"/>
                  </a:lnTo>
                  <a:lnTo>
                    <a:pt x="716244" y="144670"/>
                  </a:lnTo>
                  <a:lnTo>
                    <a:pt x="724030" y="143932"/>
                  </a:lnTo>
                  <a:lnTo>
                    <a:pt x="731815" y="142701"/>
                  </a:lnTo>
                  <a:lnTo>
                    <a:pt x="739600" y="142100"/>
                  </a:lnTo>
                  <a:lnTo>
                    <a:pt x="747385" y="141792"/>
                  </a:lnTo>
                  <a:lnTo>
                    <a:pt x="755171" y="141157"/>
                  </a:lnTo>
                  <a:lnTo>
                    <a:pt x="762956" y="140419"/>
                  </a:lnTo>
                  <a:lnTo>
                    <a:pt x="770741" y="139516"/>
                  </a:lnTo>
                  <a:lnTo>
                    <a:pt x="778527" y="138686"/>
                  </a:lnTo>
                  <a:lnTo>
                    <a:pt x="786312" y="137625"/>
                  </a:lnTo>
                  <a:lnTo>
                    <a:pt x="794097" y="136363"/>
                  </a:lnTo>
                  <a:lnTo>
                    <a:pt x="801882" y="135293"/>
                  </a:lnTo>
                  <a:lnTo>
                    <a:pt x="809668" y="135078"/>
                  </a:lnTo>
                  <a:lnTo>
                    <a:pt x="817453" y="134418"/>
                  </a:lnTo>
                  <a:lnTo>
                    <a:pt x="825238" y="133520"/>
                  </a:lnTo>
                  <a:lnTo>
                    <a:pt x="833023" y="132557"/>
                  </a:lnTo>
                  <a:lnTo>
                    <a:pt x="840809" y="131595"/>
                  </a:lnTo>
                  <a:lnTo>
                    <a:pt x="848594" y="130653"/>
                  </a:lnTo>
                  <a:lnTo>
                    <a:pt x="856379" y="130538"/>
                  </a:lnTo>
                  <a:lnTo>
                    <a:pt x="864165" y="129905"/>
                  </a:lnTo>
                  <a:lnTo>
                    <a:pt x="871950" y="129230"/>
                  </a:lnTo>
                  <a:lnTo>
                    <a:pt x="879735" y="128615"/>
                  </a:lnTo>
                  <a:lnTo>
                    <a:pt x="887520" y="128278"/>
                  </a:lnTo>
                  <a:lnTo>
                    <a:pt x="895306" y="127399"/>
                  </a:lnTo>
                  <a:lnTo>
                    <a:pt x="903091" y="125895"/>
                  </a:lnTo>
                  <a:lnTo>
                    <a:pt x="910876" y="125490"/>
                  </a:lnTo>
                  <a:lnTo>
                    <a:pt x="918661" y="124856"/>
                  </a:lnTo>
                  <a:lnTo>
                    <a:pt x="926447" y="123908"/>
                  </a:lnTo>
                  <a:lnTo>
                    <a:pt x="934232" y="123255"/>
                  </a:lnTo>
                  <a:lnTo>
                    <a:pt x="942017" y="122155"/>
                  </a:lnTo>
                  <a:lnTo>
                    <a:pt x="949802" y="121643"/>
                  </a:lnTo>
                  <a:lnTo>
                    <a:pt x="957588" y="120882"/>
                  </a:lnTo>
                  <a:lnTo>
                    <a:pt x="965373" y="120265"/>
                  </a:lnTo>
                  <a:lnTo>
                    <a:pt x="973158" y="119513"/>
                  </a:lnTo>
                  <a:lnTo>
                    <a:pt x="980944" y="119066"/>
                  </a:lnTo>
                  <a:lnTo>
                    <a:pt x="988729" y="118021"/>
                  </a:lnTo>
                  <a:lnTo>
                    <a:pt x="996514" y="117628"/>
                  </a:lnTo>
                  <a:lnTo>
                    <a:pt x="1004299" y="117250"/>
                  </a:lnTo>
                  <a:lnTo>
                    <a:pt x="1012085" y="116873"/>
                  </a:lnTo>
                  <a:lnTo>
                    <a:pt x="1019870" y="116108"/>
                  </a:lnTo>
                  <a:lnTo>
                    <a:pt x="1027655" y="115160"/>
                  </a:lnTo>
                  <a:lnTo>
                    <a:pt x="1035440" y="114076"/>
                  </a:lnTo>
                  <a:lnTo>
                    <a:pt x="1043226" y="112987"/>
                  </a:lnTo>
                  <a:lnTo>
                    <a:pt x="1051011" y="111952"/>
                  </a:lnTo>
                  <a:lnTo>
                    <a:pt x="1058796" y="110890"/>
                  </a:lnTo>
                  <a:lnTo>
                    <a:pt x="1066582" y="109749"/>
                  </a:lnTo>
                  <a:lnTo>
                    <a:pt x="1074367" y="108669"/>
                  </a:lnTo>
                  <a:lnTo>
                    <a:pt x="1082152" y="107970"/>
                  </a:lnTo>
                  <a:lnTo>
                    <a:pt x="1089937" y="107377"/>
                  </a:lnTo>
                  <a:lnTo>
                    <a:pt x="1097723" y="106784"/>
                  </a:lnTo>
                  <a:lnTo>
                    <a:pt x="1105508" y="105478"/>
                  </a:lnTo>
                  <a:lnTo>
                    <a:pt x="1113293" y="104291"/>
                  </a:lnTo>
                  <a:lnTo>
                    <a:pt x="1121078" y="103492"/>
                  </a:lnTo>
                  <a:lnTo>
                    <a:pt x="1128864" y="102703"/>
                  </a:lnTo>
                  <a:lnTo>
                    <a:pt x="1136649" y="101711"/>
                  </a:lnTo>
                  <a:lnTo>
                    <a:pt x="1144434" y="100347"/>
                  </a:lnTo>
                  <a:lnTo>
                    <a:pt x="1152220" y="98903"/>
                  </a:lnTo>
                  <a:lnTo>
                    <a:pt x="1160005" y="97622"/>
                  </a:lnTo>
                  <a:lnTo>
                    <a:pt x="1167790" y="96549"/>
                  </a:lnTo>
                  <a:lnTo>
                    <a:pt x="1175575" y="95604"/>
                  </a:lnTo>
                  <a:lnTo>
                    <a:pt x="1183361" y="94792"/>
                  </a:lnTo>
                  <a:lnTo>
                    <a:pt x="1191146" y="93647"/>
                  </a:lnTo>
                  <a:lnTo>
                    <a:pt x="1198931" y="92506"/>
                  </a:lnTo>
                  <a:lnTo>
                    <a:pt x="1206716" y="91373"/>
                  </a:lnTo>
                  <a:lnTo>
                    <a:pt x="1214502" y="90375"/>
                  </a:lnTo>
                  <a:lnTo>
                    <a:pt x="1222287" y="89899"/>
                  </a:lnTo>
                  <a:lnTo>
                    <a:pt x="1230072" y="89426"/>
                  </a:lnTo>
                  <a:lnTo>
                    <a:pt x="1237857" y="88954"/>
                  </a:lnTo>
                  <a:lnTo>
                    <a:pt x="1245643" y="88334"/>
                  </a:lnTo>
                  <a:lnTo>
                    <a:pt x="1253428" y="87743"/>
                  </a:lnTo>
                  <a:lnTo>
                    <a:pt x="1261213" y="87153"/>
                  </a:lnTo>
                  <a:lnTo>
                    <a:pt x="1268999" y="85994"/>
                  </a:lnTo>
                  <a:lnTo>
                    <a:pt x="1276784" y="85074"/>
                  </a:lnTo>
                  <a:lnTo>
                    <a:pt x="1284569" y="84254"/>
                  </a:lnTo>
                  <a:lnTo>
                    <a:pt x="1292354" y="83447"/>
                  </a:lnTo>
                  <a:lnTo>
                    <a:pt x="1300140" y="82647"/>
                  </a:lnTo>
                  <a:lnTo>
                    <a:pt x="1307925" y="81838"/>
                  </a:lnTo>
                  <a:lnTo>
                    <a:pt x="1315710" y="81020"/>
                  </a:lnTo>
                  <a:lnTo>
                    <a:pt x="1323495" y="80167"/>
                  </a:lnTo>
                  <a:lnTo>
                    <a:pt x="1331281" y="79266"/>
                  </a:lnTo>
                  <a:lnTo>
                    <a:pt x="1339066" y="78249"/>
                  </a:lnTo>
                  <a:lnTo>
                    <a:pt x="1346851" y="77117"/>
                  </a:lnTo>
                  <a:lnTo>
                    <a:pt x="1354637" y="76276"/>
                  </a:lnTo>
                  <a:lnTo>
                    <a:pt x="1362422" y="75910"/>
                  </a:lnTo>
                  <a:lnTo>
                    <a:pt x="1370207" y="75011"/>
                  </a:lnTo>
                  <a:lnTo>
                    <a:pt x="1377992" y="73727"/>
                  </a:lnTo>
                  <a:lnTo>
                    <a:pt x="1385778" y="73435"/>
                  </a:lnTo>
                  <a:lnTo>
                    <a:pt x="1393563" y="72358"/>
                  </a:lnTo>
                  <a:lnTo>
                    <a:pt x="1401348" y="71301"/>
                  </a:lnTo>
                  <a:lnTo>
                    <a:pt x="1409133" y="70237"/>
                  </a:lnTo>
                  <a:lnTo>
                    <a:pt x="1416919" y="69181"/>
                  </a:lnTo>
                  <a:lnTo>
                    <a:pt x="1424704" y="68116"/>
                  </a:lnTo>
                  <a:lnTo>
                    <a:pt x="1432489" y="67054"/>
                  </a:lnTo>
                  <a:lnTo>
                    <a:pt x="1440275" y="65904"/>
                  </a:lnTo>
                  <a:lnTo>
                    <a:pt x="1448060" y="64590"/>
                  </a:lnTo>
                  <a:lnTo>
                    <a:pt x="1455845" y="63461"/>
                  </a:lnTo>
                  <a:lnTo>
                    <a:pt x="1463630" y="62345"/>
                  </a:lnTo>
                  <a:lnTo>
                    <a:pt x="1471416" y="61240"/>
                  </a:lnTo>
                  <a:lnTo>
                    <a:pt x="1479201" y="60283"/>
                  </a:lnTo>
                  <a:lnTo>
                    <a:pt x="1486986" y="59530"/>
                  </a:lnTo>
                  <a:lnTo>
                    <a:pt x="1494771" y="58425"/>
                  </a:lnTo>
                  <a:lnTo>
                    <a:pt x="1502557" y="57131"/>
                  </a:lnTo>
                  <a:lnTo>
                    <a:pt x="1510342" y="55992"/>
                  </a:lnTo>
                  <a:lnTo>
                    <a:pt x="1518127" y="55511"/>
                  </a:lnTo>
                  <a:lnTo>
                    <a:pt x="1525912" y="54524"/>
                  </a:lnTo>
                  <a:lnTo>
                    <a:pt x="1533698" y="53498"/>
                  </a:lnTo>
                  <a:lnTo>
                    <a:pt x="1541483" y="52476"/>
                  </a:lnTo>
                  <a:lnTo>
                    <a:pt x="1549268" y="51455"/>
                  </a:lnTo>
                  <a:lnTo>
                    <a:pt x="1557054" y="50438"/>
                  </a:lnTo>
                  <a:lnTo>
                    <a:pt x="1564839" y="49425"/>
                  </a:lnTo>
                  <a:lnTo>
                    <a:pt x="1572624" y="48420"/>
                  </a:lnTo>
                  <a:lnTo>
                    <a:pt x="1580409" y="47418"/>
                  </a:lnTo>
                  <a:lnTo>
                    <a:pt x="1588195" y="46419"/>
                  </a:lnTo>
                  <a:lnTo>
                    <a:pt x="1595980" y="45422"/>
                  </a:lnTo>
                  <a:lnTo>
                    <a:pt x="1603765" y="44429"/>
                  </a:lnTo>
                  <a:lnTo>
                    <a:pt x="1611550" y="43439"/>
                  </a:lnTo>
                  <a:lnTo>
                    <a:pt x="1619336" y="42479"/>
                  </a:lnTo>
                  <a:lnTo>
                    <a:pt x="1627121" y="41669"/>
                  </a:lnTo>
                  <a:lnTo>
                    <a:pt x="1634906" y="40862"/>
                  </a:lnTo>
                  <a:lnTo>
                    <a:pt x="1642692" y="40057"/>
                  </a:lnTo>
                  <a:lnTo>
                    <a:pt x="1650477" y="38924"/>
                  </a:lnTo>
                  <a:lnTo>
                    <a:pt x="1658262" y="37740"/>
                  </a:lnTo>
                  <a:lnTo>
                    <a:pt x="1666047" y="36563"/>
                  </a:lnTo>
                  <a:lnTo>
                    <a:pt x="1673833" y="35587"/>
                  </a:lnTo>
                  <a:lnTo>
                    <a:pt x="1681618" y="34621"/>
                  </a:lnTo>
                  <a:lnTo>
                    <a:pt x="1689403" y="33787"/>
                  </a:lnTo>
                  <a:lnTo>
                    <a:pt x="1697188" y="33090"/>
                  </a:lnTo>
                  <a:lnTo>
                    <a:pt x="1704974" y="32396"/>
                  </a:lnTo>
                  <a:lnTo>
                    <a:pt x="1712759" y="31696"/>
                  </a:lnTo>
                  <a:lnTo>
                    <a:pt x="1720544" y="30697"/>
                  </a:lnTo>
                  <a:lnTo>
                    <a:pt x="1728330" y="29760"/>
                  </a:lnTo>
                  <a:lnTo>
                    <a:pt x="1736115" y="28826"/>
                  </a:lnTo>
                  <a:lnTo>
                    <a:pt x="1743900" y="27894"/>
                  </a:lnTo>
                  <a:lnTo>
                    <a:pt x="1751685" y="26966"/>
                  </a:lnTo>
                  <a:lnTo>
                    <a:pt x="1759471" y="26041"/>
                  </a:lnTo>
                  <a:lnTo>
                    <a:pt x="1767256" y="25119"/>
                  </a:lnTo>
                  <a:lnTo>
                    <a:pt x="1775041" y="24201"/>
                  </a:lnTo>
                  <a:lnTo>
                    <a:pt x="1782826" y="23287"/>
                  </a:lnTo>
                  <a:lnTo>
                    <a:pt x="1790612" y="22377"/>
                  </a:lnTo>
                  <a:lnTo>
                    <a:pt x="1798397" y="21470"/>
                  </a:lnTo>
                  <a:lnTo>
                    <a:pt x="1806182" y="20566"/>
                  </a:lnTo>
                  <a:lnTo>
                    <a:pt x="1813967" y="19666"/>
                  </a:lnTo>
                  <a:lnTo>
                    <a:pt x="1821753" y="18768"/>
                  </a:lnTo>
                  <a:lnTo>
                    <a:pt x="1829538" y="17874"/>
                  </a:lnTo>
                  <a:lnTo>
                    <a:pt x="1837323" y="16983"/>
                  </a:lnTo>
                  <a:lnTo>
                    <a:pt x="1845109" y="16097"/>
                  </a:lnTo>
                  <a:lnTo>
                    <a:pt x="1852894" y="15220"/>
                  </a:lnTo>
                  <a:lnTo>
                    <a:pt x="1860679" y="14245"/>
                  </a:lnTo>
                  <a:lnTo>
                    <a:pt x="1868464" y="13374"/>
                  </a:lnTo>
                  <a:lnTo>
                    <a:pt x="1876250" y="12593"/>
                  </a:lnTo>
                  <a:lnTo>
                    <a:pt x="1884035" y="11727"/>
                  </a:lnTo>
                  <a:lnTo>
                    <a:pt x="1891820" y="10987"/>
                  </a:lnTo>
                  <a:lnTo>
                    <a:pt x="1899605" y="10085"/>
                  </a:lnTo>
                  <a:lnTo>
                    <a:pt x="1907391" y="9186"/>
                  </a:lnTo>
                  <a:lnTo>
                    <a:pt x="1915176" y="8291"/>
                  </a:lnTo>
                  <a:lnTo>
                    <a:pt x="1922961" y="7415"/>
                  </a:lnTo>
                  <a:lnTo>
                    <a:pt x="1930747" y="6561"/>
                  </a:lnTo>
                  <a:lnTo>
                    <a:pt x="1938532" y="5710"/>
                  </a:lnTo>
                  <a:lnTo>
                    <a:pt x="1946317" y="4862"/>
                  </a:lnTo>
                  <a:lnTo>
                    <a:pt x="1954102" y="4074"/>
                  </a:lnTo>
                  <a:lnTo>
                    <a:pt x="1961888" y="3530"/>
                  </a:lnTo>
                  <a:lnTo>
                    <a:pt x="1969673" y="2990"/>
                  </a:lnTo>
                  <a:lnTo>
                    <a:pt x="1977458" y="2452"/>
                  </a:lnTo>
                  <a:lnTo>
                    <a:pt x="1985243" y="1943"/>
                  </a:lnTo>
                  <a:lnTo>
                    <a:pt x="1993029" y="1455"/>
                  </a:lnTo>
                  <a:lnTo>
                    <a:pt x="2000814" y="969"/>
                  </a:lnTo>
                  <a:lnTo>
                    <a:pt x="2008599" y="484"/>
                  </a:lnTo>
                  <a:lnTo>
                    <a:pt x="2016385" y="0"/>
                  </a:lnTo>
                  <a:lnTo>
                    <a:pt x="2016385" y="355554"/>
                  </a:lnTo>
                  <a:lnTo>
                    <a:pt x="2008599" y="355341"/>
                  </a:lnTo>
                  <a:lnTo>
                    <a:pt x="2000814" y="355129"/>
                  </a:lnTo>
                  <a:lnTo>
                    <a:pt x="1993029" y="354917"/>
                  </a:lnTo>
                  <a:lnTo>
                    <a:pt x="1985243" y="354592"/>
                  </a:lnTo>
                  <a:lnTo>
                    <a:pt x="1977458" y="354168"/>
                  </a:lnTo>
                  <a:lnTo>
                    <a:pt x="1969673" y="353744"/>
                  </a:lnTo>
                  <a:lnTo>
                    <a:pt x="1961888" y="353319"/>
                  </a:lnTo>
                  <a:lnTo>
                    <a:pt x="1954102" y="352893"/>
                  </a:lnTo>
                  <a:lnTo>
                    <a:pt x="1946317" y="352466"/>
                  </a:lnTo>
                  <a:lnTo>
                    <a:pt x="1938532" y="352285"/>
                  </a:lnTo>
                  <a:lnTo>
                    <a:pt x="1930747" y="352168"/>
                  </a:lnTo>
                  <a:lnTo>
                    <a:pt x="1922961" y="352051"/>
                  </a:lnTo>
                  <a:lnTo>
                    <a:pt x="1915176" y="351934"/>
                  </a:lnTo>
                  <a:lnTo>
                    <a:pt x="1907391" y="351817"/>
                  </a:lnTo>
                  <a:lnTo>
                    <a:pt x="1899605" y="351700"/>
                  </a:lnTo>
                  <a:lnTo>
                    <a:pt x="1891820" y="351583"/>
                  </a:lnTo>
                  <a:lnTo>
                    <a:pt x="1884035" y="351462"/>
                  </a:lnTo>
                  <a:lnTo>
                    <a:pt x="1876250" y="351343"/>
                  </a:lnTo>
                  <a:lnTo>
                    <a:pt x="1868464" y="351231"/>
                  </a:lnTo>
                  <a:lnTo>
                    <a:pt x="1860679" y="351113"/>
                  </a:lnTo>
                  <a:lnTo>
                    <a:pt x="1852894" y="350996"/>
                  </a:lnTo>
                  <a:lnTo>
                    <a:pt x="1845109" y="350870"/>
                  </a:lnTo>
                  <a:lnTo>
                    <a:pt x="1837323" y="350357"/>
                  </a:lnTo>
                  <a:lnTo>
                    <a:pt x="1829538" y="350308"/>
                  </a:lnTo>
                  <a:lnTo>
                    <a:pt x="1821753" y="350259"/>
                  </a:lnTo>
                  <a:lnTo>
                    <a:pt x="1813967" y="350110"/>
                  </a:lnTo>
                  <a:lnTo>
                    <a:pt x="1806182" y="349903"/>
                  </a:lnTo>
                  <a:lnTo>
                    <a:pt x="1798397" y="349697"/>
                  </a:lnTo>
                  <a:lnTo>
                    <a:pt x="1790612" y="349525"/>
                  </a:lnTo>
                  <a:lnTo>
                    <a:pt x="1782826" y="349400"/>
                  </a:lnTo>
                  <a:lnTo>
                    <a:pt x="1775041" y="349096"/>
                  </a:lnTo>
                  <a:lnTo>
                    <a:pt x="1767256" y="348819"/>
                  </a:lnTo>
                  <a:lnTo>
                    <a:pt x="1759471" y="348459"/>
                  </a:lnTo>
                  <a:lnTo>
                    <a:pt x="1751685" y="348098"/>
                  </a:lnTo>
                  <a:lnTo>
                    <a:pt x="1743900" y="347736"/>
                  </a:lnTo>
                  <a:lnTo>
                    <a:pt x="1736115" y="347664"/>
                  </a:lnTo>
                  <a:lnTo>
                    <a:pt x="1728330" y="347781"/>
                  </a:lnTo>
                  <a:lnTo>
                    <a:pt x="1720544" y="347580"/>
                  </a:lnTo>
                  <a:lnTo>
                    <a:pt x="1712759" y="347366"/>
                  </a:lnTo>
                  <a:lnTo>
                    <a:pt x="1704974" y="347147"/>
                  </a:lnTo>
                  <a:lnTo>
                    <a:pt x="1697188" y="346928"/>
                  </a:lnTo>
                  <a:lnTo>
                    <a:pt x="1689403" y="346516"/>
                  </a:lnTo>
                  <a:lnTo>
                    <a:pt x="1681618" y="346073"/>
                  </a:lnTo>
                  <a:lnTo>
                    <a:pt x="1673833" y="345630"/>
                  </a:lnTo>
                  <a:lnTo>
                    <a:pt x="1666047" y="345187"/>
                  </a:lnTo>
                  <a:lnTo>
                    <a:pt x="1658262" y="344740"/>
                  </a:lnTo>
                  <a:lnTo>
                    <a:pt x="1650477" y="344288"/>
                  </a:lnTo>
                  <a:lnTo>
                    <a:pt x="1642692" y="343835"/>
                  </a:lnTo>
                  <a:lnTo>
                    <a:pt x="1634906" y="343382"/>
                  </a:lnTo>
                  <a:lnTo>
                    <a:pt x="1627121" y="342928"/>
                  </a:lnTo>
                  <a:lnTo>
                    <a:pt x="1619336" y="342473"/>
                  </a:lnTo>
                  <a:lnTo>
                    <a:pt x="1611550" y="342017"/>
                  </a:lnTo>
                  <a:lnTo>
                    <a:pt x="1603765" y="341618"/>
                  </a:lnTo>
                  <a:lnTo>
                    <a:pt x="1595980" y="341733"/>
                  </a:lnTo>
                  <a:lnTo>
                    <a:pt x="1588195" y="341328"/>
                  </a:lnTo>
                  <a:lnTo>
                    <a:pt x="1580409" y="340828"/>
                  </a:lnTo>
                  <a:lnTo>
                    <a:pt x="1572624" y="340327"/>
                  </a:lnTo>
                  <a:lnTo>
                    <a:pt x="1564839" y="339826"/>
                  </a:lnTo>
                  <a:lnTo>
                    <a:pt x="1557054" y="339460"/>
                  </a:lnTo>
                  <a:lnTo>
                    <a:pt x="1549268" y="339309"/>
                  </a:lnTo>
                  <a:lnTo>
                    <a:pt x="1541483" y="338961"/>
                  </a:lnTo>
                  <a:lnTo>
                    <a:pt x="1533698" y="338962"/>
                  </a:lnTo>
                  <a:lnTo>
                    <a:pt x="1525912" y="338952"/>
                  </a:lnTo>
                  <a:lnTo>
                    <a:pt x="1518127" y="338935"/>
                  </a:lnTo>
                  <a:lnTo>
                    <a:pt x="1510342" y="338396"/>
                  </a:lnTo>
                  <a:lnTo>
                    <a:pt x="1502557" y="338271"/>
                  </a:lnTo>
                  <a:lnTo>
                    <a:pt x="1494771" y="338258"/>
                  </a:lnTo>
                  <a:lnTo>
                    <a:pt x="1486986" y="338237"/>
                  </a:lnTo>
                  <a:lnTo>
                    <a:pt x="1479201" y="337807"/>
                  </a:lnTo>
                  <a:lnTo>
                    <a:pt x="1471416" y="337345"/>
                  </a:lnTo>
                  <a:lnTo>
                    <a:pt x="1463630" y="337127"/>
                  </a:lnTo>
                  <a:lnTo>
                    <a:pt x="1455845" y="337130"/>
                  </a:lnTo>
                  <a:lnTo>
                    <a:pt x="1448060" y="337051"/>
                  </a:lnTo>
                  <a:lnTo>
                    <a:pt x="1440275" y="336675"/>
                  </a:lnTo>
                  <a:lnTo>
                    <a:pt x="1432489" y="336665"/>
                  </a:lnTo>
                  <a:lnTo>
                    <a:pt x="1424704" y="336807"/>
                  </a:lnTo>
                  <a:lnTo>
                    <a:pt x="1416919" y="336674"/>
                  </a:lnTo>
                  <a:lnTo>
                    <a:pt x="1409133" y="336641"/>
                  </a:lnTo>
                  <a:lnTo>
                    <a:pt x="1401348" y="336633"/>
                  </a:lnTo>
                  <a:lnTo>
                    <a:pt x="1393563" y="336423"/>
                  </a:lnTo>
                  <a:lnTo>
                    <a:pt x="1385778" y="335729"/>
                  </a:lnTo>
                  <a:lnTo>
                    <a:pt x="1377992" y="335682"/>
                  </a:lnTo>
                  <a:lnTo>
                    <a:pt x="1370207" y="335635"/>
                  </a:lnTo>
                  <a:lnTo>
                    <a:pt x="1362422" y="335582"/>
                  </a:lnTo>
                  <a:lnTo>
                    <a:pt x="1354637" y="335522"/>
                  </a:lnTo>
                  <a:lnTo>
                    <a:pt x="1346851" y="335274"/>
                  </a:lnTo>
                  <a:lnTo>
                    <a:pt x="1339066" y="335189"/>
                  </a:lnTo>
                  <a:lnTo>
                    <a:pt x="1331281" y="335168"/>
                  </a:lnTo>
                  <a:lnTo>
                    <a:pt x="1323495" y="335154"/>
                  </a:lnTo>
                  <a:lnTo>
                    <a:pt x="1315710" y="335135"/>
                  </a:lnTo>
                  <a:lnTo>
                    <a:pt x="1307925" y="335117"/>
                  </a:lnTo>
                  <a:lnTo>
                    <a:pt x="1300140" y="335065"/>
                  </a:lnTo>
                  <a:lnTo>
                    <a:pt x="1292354" y="334660"/>
                  </a:lnTo>
                  <a:lnTo>
                    <a:pt x="1284569" y="334763"/>
                  </a:lnTo>
                  <a:lnTo>
                    <a:pt x="1276784" y="335038"/>
                  </a:lnTo>
                  <a:lnTo>
                    <a:pt x="1268999" y="334686"/>
                  </a:lnTo>
                  <a:lnTo>
                    <a:pt x="1261213" y="334282"/>
                  </a:lnTo>
                  <a:lnTo>
                    <a:pt x="1253428" y="333878"/>
                  </a:lnTo>
                  <a:lnTo>
                    <a:pt x="1245643" y="333728"/>
                  </a:lnTo>
                  <a:lnTo>
                    <a:pt x="1237857" y="333759"/>
                  </a:lnTo>
                  <a:lnTo>
                    <a:pt x="1230072" y="333790"/>
                  </a:lnTo>
                  <a:lnTo>
                    <a:pt x="1222287" y="333462"/>
                  </a:lnTo>
                  <a:lnTo>
                    <a:pt x="1214502" y="333089"/>
                  </a:lnTo>
                  <a:lnTo>
                    <a:pt x="1206716" y="332953"/>
                  </a:lnTo>
                  <a:lnTo>
                    <a:pt x="1198931" y="332885"/>
                  </a:lnTo>
                  <a:lnTo>
                    <a:pt x="1191146" y="332737"/>
                  </a:lnTo>
                  <a:lnTo>
                    <a:pt x="1183361" y="332610"/>
                  </a:lnTo>
                  <a:lnTo>
                    <a:pt x="1175575" y="332697"/>
                  </a:lnTo>
                  <a:lnTo>
                    <a:pt x="1167790" y="332706"/>
                  </a:lnTo>
                  <a:lnTo>
                    <a:pt x="1160005" y="332922"/>
                  </a:lnTo>
                  <a:lnTo>
                    <a:pt x="1152220" y="333139"/>
                  </a:lnTo>
                  <a:lnTo>
                    <a:pt x="1144434" y="333361"/>
                  </a:lnTo>
                  <a:lnTo>
                    <a:pt x="1136649" y="333434"/>
                  </a:lnTo>
                  <a:lnTo>
                    <a:pt x="1128864" y="333398"/>
                  </a:lnTo>
                  <a:lnTo>
                    <a:pt x="1121078" y="332711"/>
                  </a:lnTo>
                  <a:lnTo>
                    <a:pt x="1113293" y="332541"/>
                  </a:lnTo>
                  <a:lnTo>
                    <a:pt x="1105508" y="332488"/>
                  </a:lnTo>
                  <a:lnTo>
                    <a:pt x="1097723" y="332722"/>
                  </a:lnTo>
                  <a:lnTo>
                    <a:pt x="1089937" y="332767"/>
                  </a:lnTo>
                  <a:lnTo>
                    <a:pt x="1082152" y="332839"/>
                  </a:lnTo>
                  <a:lnTo>
                    <a:pt x="1074367" y="333218"/>
                  </a:lnTo>
                  <a:lnTo>
                    <a:pt x="1066582" y="333591"/>
                  </a:lnTo>
                  <a:lnTo>
                    <a:pt x="1058796" y="333702"/>
                  </a:lnTo>
                  <a:lnTo>
                    <a:pt x="1051011" y="333656"/>
                  </a:lnTo>
                  <a:lnTo>
                    <a:pt x="1043226" y="333707"/>
                  </a:lnTo>
                  <a:lnTo>
                    <a:pt x="1035440" y="333561"/>
                  </a:lnTo>
                  <a:lnTo>
                    <a:pt x="1027655" y="333520"/>
                  </a:lnTo>
                  <a:lnTo>
                    <a:pt x="1019870" y="333468"/>
                  </a:lnTo>
                  <a:lnTo>
                    <a:pt x="1012085" y="333410"/>
                  </a:lnTo>
                  <a:lnTo>
                    <a:pt x="1004299" y="333366"/>
                  </a:lnTo>
                  <a:lnTo>
                    <a:pt x="996514" y="333321"/>
                  </a:lnTo>
                  <a:lnTo>
                    <a:pt x="988729" y="333277"/>
                  </a:lnTo>
                  <a:lnTo>
                    <a:pt x="980944" y="333271"/>
                  </a:lnTo>
                  <a:lnTo>
                    <a:pt x="973158" y="333171"/>
                  </a:lnTo>
                  <a:lnTo>
                    <a:pt x="965373" y="333125"/>
                  </a:lnTo>
                  <a:lnTo>
                    <a:pt x="957588" y="333079"/>
                  </a:lnTo>
                  <a:lnTo>
                    <a:pt x="949802" y="333393"/>
                  </a:lnTo>
                  <a:lnTo>
                    <a:pt x="942017" y="333443"/>
                  </a:lnTo>
                  <a:lnTo>
                    <a:pt x="934232" y="333308"/>
                  </a:lnTo>
                  <a:lnTo>
                    <a:pt x="926447" y="333117"/>
                  </a:lnTo>
                  <a:lnTo>
                    <a:pt x="918661" y="332924"/>
                  </a:lnTo>
                  <a:lnTo>
                    <a:pt x="910876" y="333064"/>
                  </a:lnTo>
                  <a:lnTo>
                    <a:pt x="903091" y="333435"/>
                  </a:lnTo>
                  <a:lnTo>
                    <a:pt x="895306" y="333662"/>
                  </a:lnTo>
                  <a:lnTo>
                    <a:pt x="887520" y="333705"/>
                  </a:lnTo>
                  <a:lnTo>
                    <a:pt x="879735" y="333740"/>
                  </a:lnTo>
                  <a:lnTo>
                    <a:pt x="871950" y="333774"/>
                  </a:lnTo>
                  <a:lnTo>
                    <a:pt x="864165" y="333809"/>
                  </a:lnTo>
                  <a:lnTo>
                    <a:pt x="856379" y="333844"/>
                  </a:lnTo>
                  <a:lnTo>
                    <a:pt x="848594" y="333878"/>
                  </a:lnTo>
                  <a:lnTo>
                    <a:pt x="840809" y="334030"/>
                  </a:lnTo>
                  <a:lnTo>
                    <a:pt x="833023" y="334016"/>
                  </a:lnTo>
                  <a:lnTo>
                    <a:pt x="825238" y="333983"/>
                  </a:lnTo>
                  <a:lnTo>
                    <a:pt x="817453" y="334164"/>
                  </a:lnTo>
                  <a:lnTo>
                    <a:pt x="809668" y="334132"/>
                  </a:lnTo>
                  <a:lnTo>
                    <a:pt x="801882" y="334183"/>
                  </a:lnTo>
                  <a:lnTo>
                    <a:pt x="794097" y="334142"/>
                  </a:lnTo>
                  <a:lnTo>
                    <a:pt x="786312" y="334178"/>
                  </a:lnTo>
                  <a:lnTo>
                    <a:pt x="778527" y="334295"/>
                  </a:lnTo>
                  <a:lnTo>
                    <a:pt x="770741" y="334426"/>
                  </a:lnTo>
                  <a:lnTo>
                    <a:pt x="762956" y="334566"/>
                  </a:lnTo>
                  <a:lnTo>
                    <a:pt x="755171" y="334637"/>
                  </a:lnTo>
                  <a:lnTo>
                    <a:pt x="747385" y="334490"/>
                  </a:lnTo>
                  <a:lnTo>
                    <a:pt x="739600" y="334393"/>
                  </a:lnTo>
                  <a:lnTo>
                    <a:pt x="731815" y="334426"/>
                  </a:lnTo>
                  <a:lnTo>
                    <a:pt x="724030" y="334518"/>
                  </a:lnTo>
                  <a:lnTo>
                    <a:pt x="716244" y="334924"/>
                  </a:lnTo>
                  <a:lnTo>
                    <a:pt x="708459" y="334759"/>
                  </a:lnTo>
                  <a:lnTo>
                    <a:pt x="700674" y="334919"/>
                  </a:lnTo>
                  <a:lnTo>
                    <a:pt x="692889" y="335176"/>
                  </a:lnTo>
                  <a:lnTo>
                    <a:pt x="685103" y="335590"/>
                  </a:lnTo>
                  <a:lnTo>
                    <a:pt x="677318" y="336064"/>
                  </a:lnTo>
                  <a:lnTo>
                    <a:pt x="669533" y="336266"/>
                  </a:lnTo>
                  <a:lnTo>
                    <a:pt x="661747" y="336480"/>
                  </a:lnTo>
                  <a:lnTo>
                    <a:pt x="653962" y="336693"/>
                  </a:lnTo>
                  <a:lnTo>
                    <a:pt x="646177" y="337014"/>
                  </a:lnTo>
                  <a:lnTo>
                    <a:pt x="638392" y="337102"/>
                  </a:lnTo>
                  <a:lnTo>
                    <a:pt x="630606" y="337508"/>
                  </a:lnTo>
                  <a:lnTo>
                    <a:pt x="622821" y="337986"/>
                  </a:lnTo>
                  <a:lnTo>
                    <a:pt x="615036" y="338163"/>
                  </a:lnTo>
                  <a:lnTo>
                    <a:pt x="607251" y="338260"/>
                  </a:lnTo>
                  <a:lnTo>
                    <a:pt x="599465" y="338492"/>
                  </a:lnTo>
                  <a:lnTo>
                    <a:pt x="591680" y="338620"/>
                  </a:lnTo>
                  <a:lnTo>
                    <a:pt x="583895" y="339119"/>
                  </a:lnTo>
                  <a:lnTo>
                    <a:pt x="576110" y="339719"/>
                  </a:lnTo>
                  <a:lnTo>
                    <a:pt x="568324" y="340047"/>
                  </a:lnTo>
                  <a:lnTo>
                    <a:pt x="560539" y="340487"/>
                  </a:lnTo>
                  <a:lnTo>
                    <a:pt x="552754" y="340680"/>
                  </a:lnTo>
                  <a:lnTo>
                    <a:pt x="544968" y="341255"/>
                  </a:lnTo>
                  <a:lnTo>
                    <a:pt x="537183" y="341567"/>
                  </a:lnTo>
                  <a:lnTo>
                    <a:pt x="529398" y="341896"/>
                  </a:lnTo>
                  <a:lnTo>
                    <a:pt x="521613" y="342635"/>
                  </a:lnTo>
                  <a:lnTo>
                    <a:pt x="513827" y="342686"/>
                  </a:lnTo>
                  <a:lnTo>
                    <a:pt x="506042" y="342873"/>
                  </a:lnTo>
                  <a:lnTo>
                    <a:pt x="498257" y="343174"/>
                  </a:lnTo>
                  <a:lnTo>
                    <a:pt x="490472" y="343571"/>
                  </a:lnTo>
                  <a:lnTo>
                    <a:pt x="482686" y="343872"/>
                  </a:lnTo>
                  <a:lnTo>
                    <a:pt x="474901" y="344151"/>
                  </a:lnTo>
                  <a:lnTo>
                    <a:pt x="467116" y="344477"/>
                  </a:lnTo>
                  <a:lnTo>
                    <a:pt x="459330" y="344954"/>
                  </a:lnTo>
                  <a:lnTo>
                    <a:pt x="451545" y="345546"/>
                  </a:lnTo>
                  <a:lnTo>
                    <a:pt x="443760" y="346134"/>
                  </a:lnTo>
                  <a:lnTo>
                    <a:pt x="435975" y="346799"/>
                  </a:lnTo>
                  <a:lnTo>
                    <a:pt x="428189" y="347575"/>
                  </a:lnTo>
                  <a:lnTo>
                    <a:pt x="420404" y="348360"/>
                  </a:lnTo>
                  <a:lnTo>
                    <a:pt x="412619" y="349145"/>
                  </a:lnTo>
                  <a:lnTo>
                    <a:pt x="404834" y="349447"/>
                  </a:lnTo>
                  <a:lnTo>
                    <a:pt x="397048" y="349609"/>
                  </a:lnTo>
                  <a:lnTo>
                    <a:pt x="389263" y="349815"/>
                  </a:lnTo>
                  <a:lnTo>
                    <a:pt x="381478" y="350208"/>
                  </a:lnTo>
                  <a:lnTo>
                    <a:pt x="373692" y="350692"/>
                  </a:lnTo>
                  <a:lnTo>
                    <a:pt x="365907" y="351466"/>
                  </a:lnTo>
                  <a:lnTo>
                    <a:pt x="358122" y="351741"/>
                  </a:lnTo>
                  <a:lnTo>
                    <a:pt x="350337" y="352084"/>
                  </a:lnTo>
                  <a:lnTo>
                    <a:pt x="342551" y="352940"/>
                  </a:lnTo>
                  <a:lnTo>
                    <a:pt x="334766" y="353689"/>
                  </a:lnTo>
                  <a:lnTo>
                    <a:pt x="326981" y="354637"/>
                  </a:lnTo>
                  <a:lnTo>
                    <a:pt x="319196" y="355407"/>
                  </a:lnTo>
                  <a:lnTo>
                    <a:pt x="311410" y="355978"/>
                  </a:lnTo>
                  <a:lnTo>
                    <a:pt x="303625" y="356262"/>
                  </a:lnTo>
                  <a:lnTo>
                    <a:pt x="295840" y="356475"/>
                  </a:lnTo>
                  <a:lnTo>
                    <a:pt x="288055" y="356682"/>
                  </a:lnTo>
                  <a:lnTo>
                    <a:pt x="280269" y="356887"/>
                  </a:lnTo>
                  <a:lnTo>
                    <a:pt x="272484" y="357092"/>
                  </a:lnTo>
                  <a:lnTo>
                    <a:pt x="264699" y="357321"/>
                  </a:lnTo>
                  <a:lnTo>
                    <a:pt x="256913" y="357895"/>
                  </a:lnTo>
                  <a:lnTo>
                    <a:pt x="249128" y="358459"/>
                  </a:lnTo>
                  <a:lnTo>
                    <a:pt x="241343" y="358902"/>
                  </a:lnTo>
                  <a:lnTo>
                    <a:pt x="233558" y="359265"/>
                  </a:lnTo>
                  <a:lnTo>
                    <a:pt x="225772" y="359684"/>
                  </a:lnTo>
                  <a:lnTo>
                    <a:pt x="217987" y="359611"/>
                  </a:lnTo>
                  <a:lnTo>
                    <a:pt x="210202" y="359963"/>
                  </a:lnTo>
                  <a:lnTo>
                    <a:pt x="202417" y="360562"/>
                  </a:lnTo>
                  <a:lnTo>
                    <a:pt x="194631" y="361082"/>
                  </a:lnTo>
                  <a:lnTo>
                    <a:pt x="186846" y="361910"/>
                  </a:lnTo>
                  <a:lnTo>
                    <a:pt x="179061" y="362799"/>
                  </a:lnTo>
                  <a:lnTo>
                    <a:pt x="171275" y="363529"/>
                  </a:lnTo>
                  <a:lnTo>
                    <a:pt x="163490" y="364333"/>
                  </a:lnTo>
                  <a:lnTo>
                    <a:pt x="155705" y="364889"/>
                  </a:lnTo>
                  <a:lnTo>
                    <a:pt x="147920" y="365557"/>
                  </a:lnTo>
                  <a:lnTo>
                    <a:pt x="140134" y="366196"/>
                  </a:lnTo>
                  <a:lnTo>
                    <a:pt x="132349" y="366368"/>
                  </a:lnTo>
                  <a:lnTo>
                    <a:pt x="124564" y="366541"/>
                  </a:lnTo>
                  <a:lnTo>
                    <a:pt x="116779" y="366713"/>
                  </a:lnTo>
                  <a:lnTo>
                    <a:pt x="108993" y="367029"/>
                  </a:lnTo>
                  <a:lnTo>
                    <a:pt x="101208" y="367857"/>
                  </a:lnTo>
                  <a:lnTo>
                    <a:pt x="93423" y="368682"/>
                  </a:lnTo>
                  <a:lnTo>
                    <a:pt x="85637" y="369424"/>
                  </a:lnTo>
                  <a:lnTo>
                    <a:pt x="77852" y="369916"/>
                  </a:lnTo>
                  <a:lnTo>
                    <a:pt x="70067" y="370915"/>
                  </a:lnTo>
                  <a:lnTo>
                    <a:pt x="62282" y="371721"/>
                  </a:lnTo>
                  <a:lnTo>
                    <a:pt x="54496" y="372033"/>
                  </a:lnTo>
                  <a:lnTo>
                    <a:pt x="46711" y="372344"/>
                  </a:lnTo>
                  <a:lnTo>
                    <a:pt x="38926" y="372656"/>
                  </a:lnTo>
                  <a:lnTo>
                    <a:pt x="31141" y="372966"/>
                  </a:lnTo>
                  <a:lnTo>
                    <a:pt x="23355" y="373289"/>
                  </a:lnTo>
                  <a:lnTo>
                    <a:pt x="15570" y="373836"/>
                  </a:lnTo>
                  <a:lnTo>
                    <a:pt x="7785" y="374602"/>
                  </a:lnTo>
                  <a:lnTo>
                    <a:pt x="0" y="375261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1247627" y="3503313"/>
              <a:ext cx="2016385" cy="166053"/>
            </a:xfrm>
            <a:custGeom>
              <a:avLst/>
              <a:pathLst>
                <a:path w="2016385" h="166053">
                  <a:moveTo>
                    <a:pt x="0" y="165915"/>
                  </a:moveTo>
                  <a:lnTo>
                    <a:pt x="7785" y="166053"/>
                  </a:lnTo>
                  <a:lnTo>
                    <a:pt x="15570" y="166008"/>
                  </a:lnTo>
                  <a:lnTo>
                    <a:pt x="23355" y="165848"/>
                  </a:lnTo>
                  <a:lnTo>
                    <a:pt x="31141" y="165825"/>
                  </a:lnTo>
                  <a:lnTo>
                    <a:pt x="38926" y="165463"/>
                  </a:lnTo>
                  <a:lnTo>
                    <a:pt x="46711" y="165527"/>
                  </a:lnTo>
                  <a:lnTo>
                    <a:pt x="54496" y="165411"/>
                  </a:lnTo>
                  <a:lnTo>
                    <a:pt x="62282" y="165751"/>
                  </a:lnTo>
                  <a:lnTo>
                    <a:pt x="70067" y="165723"/>
                  </a:lnTo>
                  <a:lnTo>
                    <a:pt x="77852" y="165698"/>
                  </a:lnTo>
                  <a:lnTo>
                    <a:pt x="85637" y="165677"/>
                  </a:lnTo>
                  <a:lnTo>
                    <a:pt x="93423" y="165439"/>
                  </a:lnTo>
                  <a:lnTo>
                    <a:pt x="101208" y="165408"/>
                  </a:lnTo>
                  <a:lnTo>
                    <a:pt x="108993" y="165129"/>
                  </a:lnTo>
                  <a:lnTo>
                    <a:pt x="116779" y="165055"/>
                  </a:lnTo>
                  <a:lnTo>
                    <a:pt x="124564" y="165068"/>
                  </a:lnTo>
                  <a:lnTo>
                    <a:pt x="132349" y="165081"/>
                  </a:lnTo>
                  <a:lnTo>
                    <a:pt x="140134" y="165095"/>
                  </a:lnTo>
                  <a:lnTo>
                    <a:pt x="147920" y="165207"/>
                  </a:lnTo>
                  <a:lnTo>
                    <a:pt x="155705" y="165121"/>
                  </a:lnTo>
                  <a:lnTo>
                    <a:pt x="163490" y="165102"/>
                  </a:lnTo>
                  <a:lnTo>
                    <a:pt x="171275" y="164828"/>
                  </a:lnTo>
                  <a:lnTo>
                    <a:pt x="179061" y="164615"/>
                  </a:lnTo>
                  <a:lnTo>
                    <a:pt x="186846" y="164565"/>
                  </a:lnTo>
                  <a:lnTo>
                    <a:pt x="194631" y="164514"/>
                  </a:lnTo>
                  <a:lnTo>
                    <a:pt x="202417" y="164476"/>
                  </a:lnTo>
                  <a:lnTo>
                    <a:pt x="210202" y="164438"/>
                  </a:lnTo>
                  <a:lnTo>
                    <a:pt x="217987" y="164382"/>
                  </a:lnTo>
                  <a:lnTo>
                    <a:pt x="225772" y="163854"/>
                  </a:lnTo>
                  <a:lnTo>
                    <a:pt x="233558" y="163066"/>
                  </a:lnTo>
                  <a:lnTo>
                    <a:pt x="241343" y="162653"/>
                  </a:lnTo>
                  <a:lnTo>
                    <a:pt x="249128" y="162777"/>
                  </a:lnTo>
                  <a:lnTo>
                    <a:pt x="256913" y="162904"/>
                  </a:lnTo>
                  <a:lnTo>
                    <a:pt x="264699" y="163028"/>
                  </a:lnTo>
                  <a:lnTo>
                    <a:pt x="272484" y="162765"/>
                  </a:lnTo>
                  <a:lnTo>
                    <a:pt x="280269" y="162505"/>
                  </a:lnTo>
                  <a:lnTo>
                    <a:pt x="288055" y="162250"/>
                  </a:lnTo>
                  <a:lnTo>
                    <a:pt x="295840" y="161995"/>
                  </a:lnTo>
                  <a:lnTo>
                    <a:pt x="303625" y="161344"/>
                  </a:lnTo>
                  <a:lnTo>
                    <a:pt x="311410" y="161082"/>
                  </a:lnTo>
                  <a:lnTo>
                    <a:pt x="319196" y="161227"/>
                  </a:lnTo>
                  <a:lnTo>
                    <a:pt x="326981" y="161129"/>
                  </a:lnTo>
                  <a:lnTo>
                    <a:pt x="334766" y="160936"/>
                  </a:lnTo>
                  <a:lnTo>
                    <a:pt x="342551" y="160442"/>
                  </a:lnTo>
                  <a:lnTo>
                    <a:pt x="350337" y="160277"/>
                  </a:lnTo>
                  <a:lnTo>
                    <a:pt x="358122" y="160336"/>
                  </a:lnTo>
                  <a:lnTo>
                    <a:pt x="365907" y="160185"/>
                  </a:lnTo>
                  <a:lnTo>
                    <a:pt x="373692" y="159401"/>
                  </a:lnTo>
                  <a:lnTo>
                    <a:pt x="381478" y="159125"/>
                  </a:lnTo>
                  <a:lnTo>
                    <a:pt x="389263" y="158852"/>
                  </a:lnTo>
                  <a:lnTo>
                    <a:pt x="397048" y="158602"/>
                  </a:lnTo>
                  <a:lnTo>
                    <a:pt x="404834" y="158352"/>
                  </a:lnTo>
                  <a:lnTo>
                    <a:pt x="412619" y="158455"/>
                  </a:lnTo>
                  <a:lnTo>
                    <a:pt x="420404" y="158321"/>
                  </a:lnTo>
                  <a:lnTo>
                    <a:pt x="428189" y="157551"/>
                  </a:lnTo>
                  <a:lnTo>
                    <a:pt x="435975" y="157291"/>
                  </a:lnTo>
                  <a:lnTo>
                    <a:pt x="443760" y="156728"/>
                  </a:lnTo>
                  <a:lnTo>
                    <a:pt x="451545" y="156674"/>
                  </a:lnTo>
                  <a:lnTo>
                    <a:pt x="459330" y="156624"/>
                  </a:lnTo>
                  <a:lnTo>
                    <a:pt x="467116" y="156004"/>
                  </a:lnTo>
                  <a:lnTo>
                    <a:pt x="474901" y="155370"/>
                  </a:lnTo>
                  <a:lnTo>
                    <a:pt x="482686" y="154872"/>
                  </a:lnTo>
                  <a:lnTo>
                    <a:pt x="490472" y="155243"/>
                  </a:lnTo>
                  <a:lnTo>
                    <a:pt x="498257" y="155176"/>
                  </a:lnTo>
                  <a:lnTo>
                    <a:pt x="506042" y="154906"/>
                  </a:lnTo>
                  <a:lnTo>
                    <a:pt x="513827" y="154415"/>
                  </a:lnTo>
                  <a:lnTo>
                    <a:pt x="521613" y="153444"/>
                  </a:lnTo>
                  <a:lnTo>
                    <a:pt x="529398" y="152381"/>
                  </a:lnTo>
                  <a:lnTo>
                    <a:pt x="537183" y="151852"/>
                  </a:lnTo>
                  <a:lnTo>
                    <a:pt x="544968" y="151435"/>
                  </a:lnTo>
                  <a:lnTo>
                    <a:pt x="552754" y="151144"/>
                  </a:lnTo>
                  <a:lnTo>
                    <a:pt x="560539" y="150872"/>
                  </a:lnTo>
                  <a:lnTo>
                    <a:pt x="568324" y="150609"/>
                  </a:lnTo>
                  <a:lnTo>
                    <a:pt x="576110" y="150334"/>
                  </a:lnTo>
                  <a:lnTo>
                    <a:pt x="583895" y="150053"/>
                  </a:lnTo>
                  <a:lnTo>
                    <a:pt x="591680" y="149804"/>
                  </a:lnTo>
                  <a:lnTo>
                    <a:pt x="599465" y="149720"/>
                  </a:lnTo>
                  <a:lnTo>
                    <a:pt x="607251" y="149839"/>
                  </a:lnTo>
                  <a:lnTo>
                    <a:pt x="615036" y="149551"/>
                  </a:lnTo>
                  <a:lnTo>
                    <a:pt x="622821" y="148883"/>
                  </a:lnTo>
                  <a:lnTo>
                    <a:pt x="630606" y="148389"/>
                  </a:lnTo>
                  <a:lnTo>
                    <a:pt x="638392" y="147697"/>
                  </a:lnTo>
                  <a:lnTo>
                    <a:pt x="646177" y="146985"/>
                  </a:lnTo>
                  <a:lnTo>
                    <a:pt x="653962" y="146311"/>
                  </a:lnTo>
                  <a:lnTo>
                    <a:pt x="661747" y="146119"/>
                  </a:lnTo>
                  <a:lnTo>
                    <a:pt x="669533" y="145939"/>
                  </a:lnTo>
                  <a:lnTo>
                    <a:pt x="677318" y="145767"/>
                  </a:lnTo>
                  <a:lnTo>
                    <a:pt x="685103" y="145519"/>
                  </a:lnTo>
                  <a:lnTo>
                    <a:pt x="692889" y="145308"/>
                  </a:lnTo>
                  <a:lnTo>
                    <a:pt x="700674" y="145191"/>
                  </a:lnTo>
                  <a:lnTo>
                    <a:pt x="708459" y="145042"/>
                  </a:lnTo>
                  <a:lnTo>
                    <a:pt x="716244" y="144670"/>
                  </a:lnTo>
                  <a:lnTo>
                    <a:pt x="724030" y="143932"/>
                  </a:lnTo>
                  <a:lnTo>
                    <a:pt x="731815" y="142701"/>
                  </a:lnTo>
                  <a:lnTo>
                    <a:pt x="739600" y="142100"/>
                  </a:lnTo>
                  <a:lnTo>
                    <a:pt x="747385" y="141792"/>
                  </a:lnTo>
                  <a:lnTo>
                    <a:pt x="755171" y="141157"/>
                  </a:lnTo>
                  <a:lnTo>
                    <a:pt x="762956" y="140419"/>
                  </a:lnTo>
                  <a:lnTo>
                    <a:pt x="770741" y="139516"/>
                  </a:lnTo>
                  <a:lnTo>
                    <a:pt x="778527" y="138686"/>
                  </a:lnTo>
                  <a:lnTo>
                    <a:pt x="786312" y="137625"/>
                  </a:lnTo>
                  <a:lnTo>
                    <a:pt x="794097" y="136363"/>
                  </a:lnTo>
                  <a:lnTo>
                    <a:pt x="801882" y="135293"/>
                  </a:lnTo>
                  <a:lnTo>
                    <a:pt x="809668" y="135078"/>
                  </a:lnTo>
                  <a:lnTo>
                    <a:pt x="817453" y="134418"/>
                  </a:lnTo>
                  <a:lnTo>
                    <a:pt x="825238" y="133520"/>
                  </a:lnTo>
                  <a:lnTo>
                    <a:pt x="833023" y="132557"/>
                  </a:lnTo>
                  <a:lnTo>
                    <a:pt x="840809" y="131595"/>
                  </a:lnTo>
                  <a:lnTo>
                    <a:pt x="848594" y="130653"/>
                  </a:lnTo>
                  <a:lnTo>
                    <a:pt x="856379" y="130538"/>
                  </a:lnTo>
                  <a:lnTo>
                    <a:pt x="864165" y="129905"/>
                  </a:lnTo>
                  <a:lnTo>
                    <a:pt x="871950" y="129230"/>
                  </a:lnTo>
                  <a:lnTo>
                    <a:pt x="879735" y="128615"/>
                  </a:lnTo>
                  <a:lnTo>
                    <a:pt x="887520" y="128278"/>
                  </a:lnTo>
                  <a:lnTo>
                    <a:pt x="895306" y="127399"/>
                  </a:lnTo>
                  <a:lnTo>
                    <a:pt x="903091" y="125895"/>
                  </a:lnTo>
                  <a:lnTo>
                    <a:pt x="910876" y="125490"/>
                  </a:lnTo>
                  <a:lnTo>
                    <a:pt x="918661" y="124856"/>
                  </a:lnTo>
                  <a:lnTo>
                    <a:pt x="926447" y="123908"/>
                  </a:lnTo>
                  <a:lnTo>
                    <a:pt x="934232" y="123255"/>
                  </a:lnTo>
                  <a:lnTo>
                    <a:pt x="942017" y="122155"/>
                  </a:lnTo>
                  <a:lnTo>
                    <a:pt x="949802" y="121643"/>
                  </a:lnTo>
                  <a:lnTo>
                    <a:pt x="957588" y="120882"/>
                  </a:lnTo>
                  <a:lnTo>
                    <a:pt x="965373" y="120265"/>
                  </a:lnTo>
                  <a:lnTo>
                    <a:pt x="973158" y="119513"/>
                  </a:lnTo>
                  <a:lnTo>
                    <a:pt x="980944" y="119066"/>
                  </a:lnTo>
                  <a:lnTo>
                    <a:pt x="988729" y="118021"/>
                  </a:lnTo>
                  <a:lnTo>
                    <a:pt x="996514" y="117628"/>
                  </a:lnTo>
                  <a:lnTo>
                    <a:pt x="1004299" y="117250"/>
                  </a:lnTo>
                  <a:lnTo>
                    <a:pt x="1012085" y="116873"/>
                  </a:lnTo>
                  <a:lnTo>
                    <a:pt x="1019870" y="116108"/>
                  </a:lnTo>
                  <a:lnTo>
                    <a:pt x="1027655" y="115160"/>
                  </a:lnTo>
                  <a:lnTo>
                    <a:pt x="1035440" y="114076"/>
                  </a:lnTo>
                  <a:lnTo>
                    <a:pt x="1043226" y="112987"/>
                  </a:lnTo>
                  <a:lnTo>
                    <a:pt x="1051011" y="111952"/>
                  </a:lnTo>
                  <a:lnTo>
                    <a:pt x="1058796" y="110890"/>
                  </a:lnTo>
                  <a:lnTo>
                    <a:pt x="1066582" y="109749"/>
                  </a:lnTo>
                  <a:lnTo>
                    <a:pt x="1074367" y="108669"/>
                  </a:lnTo>
                  <a:lnTo>
                    <a:pt x="1082152" y="107970"/>
                  </a:lnTo>
                  <a:lnTo>
                    <a:pt x="1089937" y="107377"/>
                  </a:lnTo>
                  <a:lnTo>
                    <a:pt x="1097723" y="106784"/>
                  </a:lnTo>
                  <a:lnTo>
                    <a:pt x="1105508" y="105478"/>
                  </a:lnTo>
                  <a:lnTo>
                    <a:pt x="1113293" y="104291"/>
                  </a:lnTo>
                  <a:lnTo>
                    <a:pt x="1121078" y="103492"/>
                  </a:lnTo>
                  <a:lnTo>
                    <a:pt x="1128864" y="102703"/>
                  </a:lnTo>
                  <a:lnTo>
                    <a:pt x="1136649" y="101711"/>
                  </a:lnTo>
                  <a:lnTo>
                    <a:pt x="1144434" y="100347"/>
                  </a:lnTo>
                  <a:lnTo>
                    <a:pt x="1152220" y="98903"/>
                  </a:lnTo>
                  <a:lnTo>
                    <a:pt x="1160005" y="97622"/>
                  </a:lnTo>
                  <a:lnTo>
                    <a:pt x="1167790" y="96549"/>
                  </a:lnTo>
                  <a:lnTo>
                    <a:pt x="1175575" y="95604"/>
                  </a:lnTo>
                  <a:lnTo>
                    <a:pt x="1183361" y="94792"/>
                  </a:lnTo>
                  <a:lnTo>
                    <a:pt x="1191146" y="93647"/>
                  </a:lnTo>
                  <a:lnTo>
                    <a:pt x="1198931" y="92506"/>
                  </a:lnTo>
                  <a:lnTo>
                    <a:pt x="1206716" y="91373"/>
                  </a:lnTo>
                  <a:lnTo>
                    <a:pt x="1214502" y="90375"/>
                  </a:lnTo>
                  <a:lnTo>
                    <a:pt x="1222287" y="89899"/>
                  </a:lnTo>
                  <a:lnTo>
                    <a:pt x="1230072" y="89426"/>
                  </a:lnTo>
                  <a:lnTo>
                    <a:pt x="1237857" y="88954"/>
                  </a:lnTo>
                  <a:lnTo>
                    <a:pt x="1245643" y="88334"/>
                  </a:lnTo>
                  <a:lnTo>
                    <a:pt x="1253428" y="87743"/>
                  </a:lnTo>
                  <a:lnTo>
                    <a:pt x="1261213" y="87153"/>
                  </a:lnTo>
                  <a:lnTo>
                    <a:pt x="1268999" y="85994"/>
                  </a:lnTo>
                  <a:lnTo>
                    <a:pt x="1276784" y="85074"/>
                  </a:lnTo>
                  <a:lnTo>
                    <a:pt x="1284569" y="84254"/>
                  </a:lnTo>
                  <a:lnTo>
                    <a:pt x="1292354" y="83447"/>
                  </a:lnTo>
                  <a:lnTo>
                    <a:pt x="1300140" y="82647"/>
                  </a:lnTo>
                  <a:lnTo>
                    <a:pt x="1307925" y="81838"/>
                  </a:lnTo>
                  <a:lnTo>
                    <a:pt x="1315710" y="81020"/>
                  </a:lnTo>
                  <a:lnTo>
                    <a:pt x="1323495" y="80167"/>
                  </a:lnTo>
                  <a:lnTo>
                    <a:pt x="1331281" y="79266"/>
                  </a:lnTo>
                  <a:lnTo>
                    <a:pt x="1339066" y="78249"/>
                  </a:lnTo>
                  <a:lnTo>
                    <a:pt x="1346851" y="77117"/>
                  </a:lnTo>
                  <a:lnTo>
                    <a:pt x="1354637" y="76276"/>
                  </a:lnTo>
                  <a:lnTo>
                    <a:pt x="1362422" y="75910"/>
                  </a:lnTo>
                  <a:lnTo>
                    <a:pt x="1370207" y="75011"/>
                  </a:lnTo>
                  <a:lnTo>
                    <a:pt x="1377992" y="73727"/>
                  </a:lnTo>
                  <a:lnTo>
                    <a:pt x="1385778" y="73435"/>
                  </a:lnTo>
                  <a:lnTo>
                    <a:pt x="1393563" y="72358"/>
                  </a:lnTo>
                  <a:lnTo>
                    <a:pt x="1401348" y="71301"/>
                  </a:lnTo>
                  <a:lnTo>
                    <a:pt x="1409133" y="70237"/>
                  </a:lnTo>
                  <a:lnTo>
                    <a:pt x="1416919" y="69181"/>
                  </a:lnTo>
                  <a:lnTo>
                    <a:pt x="1424704" y="68116"/>
                  </a:lnTo>
                  <a:lnTo>
                    <a:pt x="1432489" y="67054"/>
                  </a:lnTo>
                  <a:lnTo>
                    <a:pt x="1440275" y="65904"/>
                  </a:lnTo>
                  <a:lnTo>
                    <a:pt x="1448060" y="64590"/>
                  </a:lnTo>
                  <a:lnTo>
                    <a:pt x="1455845" y="63461"/>
                  </a:lnTo>
                  <a:lnTo>
                    <a:pt x="1463630" y="62345"/>
                  </a:lnTo>
                  <a:lnTo>
                    <a:pt x="1471416" y="61240"/>
                  </a:lnTo>
                  <a:lnTo>
                    <a:pt x="1479201" y="60283"/>
                  </a:lnTo>
                  <a:lnTo>
                    <a:pt x="1486986" y="59530"/>
                  </a:lnTo>
                  <a:lnTo>
                    <a:pt x="1494771" y="58425"/>
                  </a:lnTo>
                  <a:lnTo>
                    <a:pt x="1502557" y="57131"/>
                  </a:lnTo>
                  <a:lnTo>
                    <a:pt x="1510342" y="55992"/>
                  </a:lnTo>
                  <a:lnTo>
                    <a:pt x="1518127" y="55511"/>
                  </a:lnTo>
                  <a:lnTo>
                    <a:pt x="1525912" y="54524"/>
                  </a:lnTo>
                  <a:lnTo>
                    <a:pt x="1533698" y="53498"/>
                  </a:lnTo>
                  <a:lnTo>
                    <a:pt x="1541483" y="52476"/>
                  </a:lnTo>
                  <a:lnTo>
                    <a:pt x="1549268" y="51455"/>
                  </a:lnTo>
                  <a:lnTo>
                    <a:pt x="1557054" y="50438"/>
                  </a:lnTo>
                  <a:lnTo>
                    <a:pt x="1564839" y="49425"/>
                  </a:lnTo>
                  <a:lnTo>
                    <a:pt x="1572624" y="48420"/>
                  </a:lnTo>
                  <a:lnTo>
                    <a:pt x="1580409" y="47418"/>
                  </a:lnTo>
                  <a:lnTo>
                    <a:pt x="1588195" y="46419"/>
                  </a:lnTo>
                  <a:lnTo>
                    <a:pt x="1595980" y="45422"/>
                  </a:lnTo>
                  <a:lnTo>
                    <a:pt x="1603765" y="44429"/>
                  </a:lnTo>
                  <a:lnTo>
                    <a:pt x="1611550" y="43439"/>
                  </a:lnTo>
                  <a:lnTo>
                    <a:pt x="1619336" y="42479"/>
                  </a:lnTo>
                  <a:lnTo>
                    <a:pt x="1627121" y="41669"/>
                  </a:lnTo>
                  <a:lnTo>
                    <a:pt x="1634906" y="40862"/>
                  </a:lnTo>
                  <a:lnTo>
                    <a:pt x="1642692" y="40057"/>
                  </a:lnTo>
                  <a:lnTo>
                    <a:pt x="1650477" y="38924"/>
                  </a:lnTo>
                  <a:lnTo>
                    <a:pt x="1658262" y="37740"/>
                  </a:lnTo>
                  <a:lnTo>
                    <a:pt x="1666047" y="36563"/>
                  </a:lnTo>
                  <a:lnTo>
                    <a:pt x="1673833" y="35587"/>
                  </a:lnTo>
                  <a:lnTo>
                    <a:pt x="1681618" y="34621"/>
                  </a:lnTo>
                  <a:lnTo>
                    <a:pt x="1689403" y="33787"/>
                  </a:lnTo>
                  <a:lnTo>
                    <a:pt x="1697188" y="33090"/>
                  </a:lnTo>
                  <a:lnTo>
                    <a:pt x="1704974" y="32396"/>
                  </a:lnTo>
                  <a:lnTo>
                    <a:pt x="1712759" y="31696"/>
                  </a:lnTo>
                  <a:lnTo>
                    <a:pt x="1720544" y="30697"/>
                  </a:lnTo>
                  <a:lnTo>
                    <a:pt x="1728330" y="29760"/>
                  </a:lnTo>
                  <a:lnTo>
                    <a:pt x="1736115" y="28826"/>
                  </a:lnTo>
                  <a:lnTo>
                    <a:pt x="1743900" y="27894"/>
                  </a:lnTo>
                  <a:lnTo>
                    <a:pt x="1751685" y="26966"/>
                  </a:lnTo>
                  <a:lnTo>
                    <a:pt x="1759471" y="26041"/>
                  </a:lnTo>
                  <a:lnTo>
                    <a:pt x="1767256" y="25119"/>
                  </a:lnTo>
                  <a:lnTo>
                    <a:pt x="1775041" y="24201"/>
                  </a:lnTo>
                  <a:lnTo>
                    <a:pt x="1782826" y="23287"/>
                  </a:lnTo>
                  <a:lnTo>
                    <a:pt x="1790612" y="22377"/>
                  </a:lnTo>
                  <a:lnTo>
                    <a:pt x="1798397" y="21470"/>
                  </a:lnTo>
                  <a:lnTo>
                    <a:pt x="1806182" y="20566"/>
                  </a:lnTo>
                  <a:lnTo>
                    <a:pt x="1813967" y="19666"/>
                  </a:lnTo>
                  <a:lnTo>
                    <a:pt x="1821753" y="18768"/>
                  </a:lnTo>
                  <a:lnTo>
                    <a:pt x="1829538" y="17874"/>
                  </a:lnTo>
                  <a:lnTo>
                    <a:pt x="1837323" y="16983"/>
                  </a:lnTo>
                  <a:lnTo>
                    <a:pt x="1845109" y="16097"/>
                  </a:lnTo>
                  <a:lnTo>
                    <a:pt x="1852894" y="15220"/>
                  </a:lnTo>
                  <a:lnTo>
                    <a:pt x="1860679" y="14245"/>
                  </a:lnTo>
                  <a:lnTo>
                    <a:pt x="1868464" y="13374"/>
                  </a:lnTo>
                  <a:lnTo>
                    <a:pt x="1876250" y="12593"/>
                  </a:lnTo>
                  <a:lnTo>
                    <a:pt x="1884035" y="11727"/>
                  </a:lnTo>
                  <a:lnTo>
                    <a:pt x="1891820" y="10987"/>
                  </a:lnTo>
                  <a:lnTo>
                    <a:pt x="1899605" y="10085"/>
                  </a:lnTo>
                  <a:lnTo>
                    <a:pt x="1907391" y="9186"/>
                  </a:lnTo>
                  <a:lnTo>
                    <a:pt x="1915176" y="8291"/>
                  </a:lnTo>
                  <a:lnTo>
                    <a:pt x="1922961" y="7415"/>
                  </a:lnTo>
                  <a:lnTo>
                    <a:pt x="1930747" y="6561"/>
                  </a:lnTo>
                  <a:lnTo>
                    <a:pt x="1938532" y="5710"/>
                  </a:lnTo>
                  <a:lnTo>
                    <a:pt x="1946317" y="4862"/>
                  </a:lnTo>
                  <a:lnTo>
                    <a:pt x="1954102" y="4074"/>
                  </a:lnTo>
                  <a:lnTo>
                    <a:pt x="1961888" y="3530"/>
                  </a:lnTo>
                  <a:lnTo>
                    <a:pt x="1969673" y="2990"/>
                  </a:lnTo>
                  <a:lnTo>
                    <a:pt x="1977458" y="2452"/>
                  </a:lnTo>
                  <a:lnTo>
                    <a:pt x="1985243" y="1943"/>
                  </a:lnTo>
                  <a:lnTo>
                    <a:pt x="1993029" y="1455"/>
                  </a:lnTo>
                  <a:lnTo>
                    <a:pt x="2000814" y="969"/>
                  </a:lnTo>
                  <a:lnTo>
                    <a:pt x="2008599" y="484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1247627" y="3835802"/>
              <a:ext cx="2016385" cy="42772"/>
            </a:xfrm>
            <a:custGeom>
              <a:avLst/>
              <a:pathLst>
                <a:path w="2016385" h="42772">
                  <a:moveTo>
                    <a:pt x="2016385" y="23065"/>
                  </a:moveTo>
                  <a:lnTo>
                    <a:pt x="2008599" y="22853"/>
                  </a:lnTo>
                  <a:lnTo>
                    <a:pt x="2000814" y="22640"/>
                  </a:lnTo>
                  <a:lnTo>
                    <a:pt x="1993029" y="22428"/>
                  </a:lnTo>
                  <a:lnTo>
                    <a:pt x="1985243" y="22103"/>
                  </a:lnTo>
                  <a:lnTo>
                    <a:pt x="1977458" y="21680"/>
                  </a:lnTo>
                  <a:lnTo>
                    <a:pt x="1969673" y="21255"/>
                  </a:lnTo>
                  <a:lnTo>
                    <a:pt x="1961888" y="20830"/>
                  </a:lnTo>
                  <a:lnTo>
                    <a:pt x="1954102" y="20404"/>
                  </a:lnTo>
                  <a:lnTo>
                    <a:pt x="1946317" y="19978"/>
                  </a:lnTo>
                  <a:lnTo>
                    <a:pt x="1938532" y="19797"/>
                  </a:lnTo>
                  <a:lnTo>
                    <a:pt x="1930747" y="19680"/>
                  </a:lnTo>
                  <a:lnTo>
                    <a:pt x="1922961" y="19563"/>
                  </a:lnTo>
                  <a:lnTo>
                    <a:pt x="1915176" y="19446"/>
                  </a:lnTo>
                  <a:lnTo>
                    <a:pt x="1907391" y="19328"/>
                  </a:lnTo>
                  <a:lnTo>
                    <a:pt x="1899605" y="19211"/>
                  </a:lnTo>
                  <a:lnTo>
                    <a:pt x="1891820" y="19094"/>
                  </a:lnTo>
                  <a:lnTo>
                    <a:pt x="1884035" y="18974"/>
                  </a:lnTo>
                  <a:lnTo>
                    <a:pt x="1876250" y="18855"/>
                  </a:lnTo>
                  <a:lnTo>
                    <a:pt x="1868464" y="18742"/>
                  </a:lnTo>
                  <a:lnTo>
                    <a:pt x="1860679" y="18625"/>
                  </a:lnTo>
                  <a:lnTo>
                    <a:pt x="1852894" y="18507"/>
                  </a:lnTo>
                  <a:lnTo>
                    <a:pt x="1845109" y="18381"/>
                  </a:lnTo>
                  <a:lnTo>
                    <a:pt x="1837323" y="17868"/>
                  </a:lnTo>
                  <a:lnTo>
                    <a:pt x="1829538" y="17819"/>
                  </a:lnTo>
                  <a:lnTo>
                    <a:pt x="1821753" y="17771"/>
                  </a:lnTo>
                  <a:lnTo>
                    <a:pt x="1813967" y="17622"/>
                  </a:lnTo>
                  <a:lnTo>
                    <a:pt x="1806182" y="17415"/>
                  </a:lnTo>
                  <a:lnTo>
                    <a:pt x="1798397" y="17208"/>
                  </a:lnTo>
                  <a:lnTo>
                    <a:pt x="1790612" y="17037"/>
                  </a:lnTo>
                  <a:lnTo>
                    <a:pt x="1782826" y="16912"/>
                  </a:lnTo>
                  <a:lnTo>
                    <a:pt x="1775041" y="16608"/>
                  </a:lnTo>
                  <a:lnTo>
                    <a:pt x="1767256" y="16330"/>
                  </a:lnTo>
                  <a:lnTo>
                    <a:pt x="1759471" y="15970"/>
                  </a:lnTo>
                  <a:lnTo>
                    <a:pt x="1751685" y="15609"/>
                  </a:lnTo>
                  <a:lnTo>
                    <a:pt x="1743900" y="15248"/>
                  </a:lnTo>
                  <a:lnTo>
                    <a:pt x="1736115" y="15175"/>
                  </a:lnTo>
                  <a:lnTo>
                    <a:pt x="1728330" y="15293"/>
                  </a:lnTo>
                  <a:lnTo>
                    <a:pt x="1720544" y="15091"/>
                  </a:lnTo>
                  <a:lnTo>
                    <a:pt x="1712759" y="14877"/>
                  </a:lnTo>
                  <a:lnTo>
                    <a:pt x="1704974" y="14658"/>
                  </a:lnTo>
                  <a:lnTo>
                    <a:pt x="1697188" y="14439"/>
                  </a:lnTo>
                  <a:lnTo>
                    <a:pt x="1689403" y="14027"/>
                  </a:lnTo>
                  <a:lnTo>
                    <a:pt x="1681618" y="13585"/>
                  </a:lnTo>
                  <a:lnTo>
                    <a:pt x="1673833" y="13142"/>
                  </a:lnTo>
                  <a:lnTo>
                    <a:pt x="1666047" y="12698"/>
                  </a:lnTo>
                  <a:lnTo>
                    <a:pt x="1658262" y="12251"/>
                  </a:lnTo>
                  <a:lnTo>
                    <a:pt x="1650477" y="11799"/>
                  </a:lnTo>
                  <a:lnTo>
                    <a:pt x="1642692" y="11347"/>
                  </a:lnTo>
                  <a:lnTo>
                    <a:pt x="1634906" y="10893"/>
                  </a:lnTo>
                  <a:lnTo>
                    <a:pt x="1627121" y="10439"/>
                  </a:lnTo>
                  <a:lnTo>
                    <a:pt x="1619336" y="9984"/>
                  </a:lnTo>
                  <a:lnTo>
                    <a:pt x="1611550" y="9528"/>
                  </a:lnTo>
                  <a:lnTo>
                    <a:pt x="1603765" y="9130"/>
                  </a:lnTo>
                  <a:lnTo>
                    <a:pt x="1595980" y="9245"/>
                  </a:lnTo>
                  <a:lnTo>
                    <a:pt x="1588195" y="8839"/>
                  </a:lnTo>
                  <a:lnTo>
                    <a:pt x="1580409" y="8339"/>
                  </a:lnTo>
                  <a:lnTo>
                    <a:pt x="1572624" y="7839"/>
                  </a:lnTo>
                  <a:lnTo>
                    <a:pt x="1564839" y="7337"/>
                  </a:lnTo>
                  <a:lnTo>
                    <a:pt x="1557054" y="6971"/>
                  </a:lnTo>
                  <a:lnTo>
                    <a:pt x="1549268" y="6820"/>
                  </a:lnTo>
                  <a:lnTo>
                    <a:pt x="1541483" y="6473"/>
                  </a:lnTo>
                  <a:lnTo>
                    <a:pt x="1533698" y="6473"/>
                  </a:lnTo>
                  <a:lnTo>
                    <a:pt x="1525912" y="6463"/>
                  </a:lnTo>
                  <a:lnTo>
                    <a:pt x="1518127" y="6446"/>
                  </a:lnTo>
                  <a:lnTo>
                    <a:pt x="1510342" y="5907"/>
                  </a:lnTo>
                  <a:lnTo>
                    <a:pt x="1502557" y="5783"/>
                  </a:lnTo>
                  <a:lnTo>
                    <a:pt x="1494771" y="5769"/>
                  </a:lnTo>
                  <a:lnTo>
                    <a:pt x="1486986" y="5748"/>
                  </a:lnTo>
                  <a:lnTo>
                    <a:pt x="1479201" y="5318"/>
                  </a:lnTo>
                  <a:lnTo>
                    <a:pt x="1471416" y="4856"/>
                  </a:lnTo>
                  <a:lnTo>
                    <a:pt x="1463630" y="4638"/>
                  </a:lnTo>
                  <a:lnTo>
                    <a:pt x="1455845" y="4641"/>
                  </a:lnTo>
                  <a:lnTo>
                    <a:pt x="1448060" y="4562"/>
                  </a:lnTo>
                  <a:lnTo>
                    <a:pt x="1440275" y="4186"/>
                  </a:lnTo>
                  <a:lnTo>
                    <a:pt x="1432489" y="4176"/>
                  </a:lnTo>
                  <a:lnTo>
                    <a:pt x="1424704" y="4318"/>
                  </a:lnTo>
                  <a:lnTo>
                    <a:pt x="1416919" y="4185"/>
                  </a:lnTo>
                  <a:lnTo>
                    <a:pt x="1409133" y="4153"/>
                  </a:lnTo>
                  <a:lnTo>
                    <a:pt x="1401348" y="4144"/>
                  </a:lnTo>
                  <a:lnTo>
                    <a:pt x="1393563" y="3934"/>
                  </a:lnTo>
                  <a:lnTo>
                    <a:pt x="1385778" y="3240"/>
                  </a:lnTo>
                  <a:lnTo>
                    <a:pt x="1377992" y="3193"/>
                  </a:lnTo>
                  <a:lnTo>
                    <a:pt x="1370207" y="3147"/>
                  </a:lnTo>
                  <a:lnTo>
                    <a:pt x="1362422" y="3093"/>
                  </a:lnTo>
                  <a:lnTo>
                    <a:pt x="1354637" y="3034"/>
                  </a:lnTo>
                  <a:lnTo>
                    <a:pt x="1346851" y="2786"/>
                  </a:lnTo>
                  <a:lnTo>
                    <a:pt x="1339066" y="2701"/>
                  </a:lnTo>
                  <a:lnTo>
                    <a:pt x="1331281" y="2680"/>
                  </a:lnTo>
                  <a:lnTo>
                    <a:pt x="1323495" y="2666"/>
                  </a:lnTo>
                  <a:lnTo>
                    <a:pt x="1315710" y="2647"/>
                  </a:lnTo>
                  <a:lnTo>
                    <a:pt x="1307925" y="2628"/>
                  </a:lnTo>
                  <a:lnTo>
                    <a:pt x="1300140" y="2576"/>
                  </a:lnTo>
                  <a:lnTo>
                    <a:pt x="1292354" y="2171"/>
                  </a:lnTo>
                  <a:lnTo>
                    <a:pt x="1284569" y="2275"/>
                  </a:lnTo>
                  <a:lnTo>
                    <a:pt x="1276784" y="2549"/>
                  </a:lnTo>
                  <a:lnTo>
                    <a:pt x="1268999" y="2197"/>
                  </a:lnTo>
                  <a:lnTo>
                    <a:pt x="1261213" y="1793"/>
                  </a:lnTo>
                  <a:lnTo>
                    <a:pt x="1253428" y="1389"/>
                  </a:lnTo>
                  <a:lnTo>
                    <a:pt x="1245643" y="1240"/>
                  </a:lnTo>
                  <a:lnTo>
                    <a:pt x="1237857" y="1271"/>
                  </a:lnTo>
                  <a:lnTo>
                    <a:pt x="1230072" y="1302"/>
                  </a:lnTo>
                  <a:lnTo>
                    <a:pt x="1222287" y="973"/>
                  </a:lnTo>
                  <a:lnTo>
                    <a:pt x="1214502" y="601"/>
                  </a:lnTo>
                  <a:lnTo>
                    <a:pt x="1206716" y="464"/>
                  </a:lnTo>
                  <a:lnTo>
                    <a:pt x="1198931" y="396"/>
                  </a:lnTo>
                  <a:lnTo>
                    <a:pt x="1191146" y="248"/>
                  </a:lnTo>
                  <a:lnTo>
                    <a:pt x="1183361" y="121"/>
                  </a:lnTo>
                  <a:lnTo>
                    <a:pt x="1175575" y="208"/>
                  </a:lnTo>
                  <a:lnTo>
                    <a:pt x="1167790" y="217"/>
                  </a:lnTo>
                  <a:lnTo>
                    <a:pt x="1160005" y="434"/>
                  </a:lnTo>
                  <a:lnTo>
                    <a:pt x="1152220" y="650"/>
                  </a:lnTo>
                  <a:lnTo>
                    <a:pt x="1144434" y="873"/>
                  </a:lnTo>
                  <a:lnTo>
                    <a:pt x="1136649" y="946"/>
                  </a:lnTo>
                  <a:lnTo>
                    <a:pt x="1128864" y="909"/>
                  </a:lnTo>
                  <a:lnTo>
                    <a:pt x="1121078" y="223"/>
                  </a:lnTo>
                  <a:lnTo>
                    <a:pt x="1113293" y="53"/>
                  </a:lnTo>
                  <a:lnTo>
                    <a:pt x="1105508" y="0"/>
                  </a:lnTo>
                  <a:lnTo>
                    <a:pt x="1097723" y="233"/>
                  </a:lnTo>
                  <a:lnTo>
                    <a:pt x="1089937" y="278"/>
                  </a:lnTo>
                  <a:lnTo>
                    <a:pt x="1082152" y="350"/>
                  </a:lnTo>
                  <a:lnTo>
                    <a:pt x="1074367" y="730"/>
                  </a:lnTo>
                  <a:lnTo>
                    <a:pt x="1066582" y="1102"/>
                  </a:lnTo>
                  <a:lnTo>
                    <a:pt x="1058796" y="1213"/>
                  </a:lnTo>
                  <a:lnTo>
                    <a:pt x="1051011" y="1167"/>
                  </a:lnTo>
                  <a:lnTo>
                    <a:pt x="1043226" y="1218"/>
                  </a:lnTo>
                  <a:lnTo>
                    <a:pt x="1035440" y="1073"/>
                  </a:lnTo>
                  <a:lnTo>
                    <a:pt x="1027655" y="1031"/>
                  </a:lnTo>
                  <a:lnTo>
                    <a:pt x="1019870" y="979"/>
                  </a:lnTo>
                  <a:lnTo>
                    <a:pt x="1012085" y="922"/>
                  </a:lnTo>
                  <a:lnTo>
                    <a:pt x="1004299" y="877"/>
                  </a:lnTo>
                  <a:lnTo>
                    <a:pt x="996514" y="833"/>
                  </a:lnTo>
                  <a:lnTo>
                    <a:pt x="988729" y="788"/>
                  </a:lnTo>
                  <a:lnTo>
                    <a:pt x="980944" y="782"/>
                  </a:lnTo>
                  <a:lnTo>
                    <a:pt x="973158" y="682"/>
                  </a:lnTo>
                  <a:lnTo>
                    <a:pt x="965373" y="636"/>
                  </a:lnTo>
                  <a:lnTo>
                    <a:pt x="957588" y="590"/>
                  </a:lnTo>
                  <a:lnTo>
                    <a:pt x="949802" y="905"/>
                  </a:lnTo>
                  <a:lnTo>
                    <a:pt x="942017" y="955"/>
                  </a:lnTo>
                  <a:lnTo>
                    <a:pt x="934232" y="819"/>
                  </a:lnTo>
                  <a:lnTo>
                    <a:pt x="926447" y="628"/>
                  </a:lnTo>
                  <a:lnTo>
                    <a:pt x="918661" y="435"/>
                  </a:lnTo>
                  <a:lnTo>
                    <a:pt x="910876" y="575"/>
                  </a:lnTo>
                  <a:lnTo>
                    <a:pt x="903091" y="946"/>
                  </a:lnTo>
                  <a:lnTo>
                    <a:pt x="895306" y="1173"/>
                  </a:lnTo>
                  <a:lnTo>
                    <a:pt x="887520" y="1216"/>
                  </a:lnTo>
                  <a:lnTo>
                    <a:pt x="879735" y="1251"/>
                  </a:lnTo>
                  <a:lnTo>
                    <a:pt x="871950" y="1286"/>
                  </a:lnTo>
                  <a:lnTo>
                    <a:pt x="864165" y="1320"/>
                  </a:lnTo>
                  <a:lnTo>
                    <a:pt x="856379" y="1355"/>
                  </a:lnTo>
                  <a:lnTo>
                    <a:pt x="848594" y="1390"/>
                  </a:lnTo>
                  <a:lnTo>
                    <a:pt x="840809" y="1541"/>
                  </a:lnTo>
                  <a:lnTo>
                    <a:pt x="833023" y="1527"/>
                  </a:lnTo>
                  <a:lnTo>
                    <a:pt x="825238" y="1494"/>
                  </a:lnTo>
                  <a:lnTo>
                    <a:pt x="817453" y="1675"/>
                  </a:lnTo>
                  <a:lnTo>
                    <a:pt x="809668" y="1643"/>
                  </a:lnTo>
                  <a:lnTo>
                    <a:pt x="801882" y="1694"/>
                  </a:lnTo>
                  <a:lnTo>
                    <a:pt x="794097" y="1653"/>
                  </a:lnTo>
                  <a:lnTo>
                    <a:pt x="786312" y="1689"/>
                  </a:lnTo>
                  <a:lnTo>
                    <a:pt x="778527" y="1807"/>
                  </a:lnTo>
                  <a:lnTo>
                    <a:pt x="770741" y="1937"/>
                  </a:lnTo>
                  <a:lnTo>
                    <a:pt x="762956" y="2078"/>
                  </a:lnTo>
                  <a:lnTo>
                    <a:pt x="755171" y="2149"/>
                  </a:lnTo>
                  <a:lnTo>
                    <a:pt x="747385" y="2002"/>
                  </a:lnTo>
                  <a:lnTo>
                    <a:pt x="739600" y="1905"/>
                  </a:lnTo>
                  <a:lnTo>
                    <a:pt x="731815" y="1937"/>
                  </a:lnTo>
                  <a:lnTo>
                    <a:pt x="724030" y="2029"/>
                  </a:lnTo>
                  <a:lnTo>
                    <a:pt x="716244" y="2435"/>
                  </a:lnTo>
                  <a:lnTo>
                    <a:pt x="708459" y="2270"/>
                  </a:lnTo>
                  <a:lnTo>
                    <a:pt x="700674" y="2431"/>
                  </a:lnTo>
                  <a:lnTo>
                    <a:pt x="692889" y="2687"/>
                  </a:lnTo>
                  <a:lnTo>
                    <a:pt x="685103" y="3102"/>
                  </a:lnTo>
                  <a:lnTo>
                    <a:pt x="677318" y="3576"/>
                  </a:lnTo>
                  <a:lnTo>
                    <a:pt x="669533" y="3777"/>
                  </a:lnTo>
                  <a:lnTo>
                    <a:pt x="661747" y="3992"/>
                  </a:lnTo>
                  <a:lnTo>
                    <a:pt x="653962" y="4205"/>
                  </a:lnTo>
                  <a:lnTo>
                    <a:pt x="646177" y="4525"/>
                  </a:lnTo>
                  <a:lnTo>
                    <a:pt x="638392" y="4613"/>
                  </a:lnTo>
                  <a:lnTo>
                    <a:pt x="630606" y="5020"/>
                  </a:lnTo>
                  <a:lnTo>
                    <a:pt x="622821" y="5497"/>
                  </a:lnTo>
                  <a:lnTo>
                    <a:pt x="615036" y="5675"/>
                  </a:lnTo>
                  <a:lnTo>
                    <a:pt x="607251" y="5771"/>
                  </a:lnTo>
                  <a:lnTo>
                    <a:pt x="599465" y="6004"/>
                  </a:lnTo>
                  <a:lnTo>
                    <a:pt x="591680" y="6131"/>
                  </a:lnTo>
                  <a:lnTo>
                    <a:pt x="583895" y="6631"/>
                  </a:lnTo>
                  <a:lnTo>
                    <a:pt x="576110" y="7231"/>
                  </a:lnTo>
                  <a:lnTo>
                    <a:pt x="568324" y="7558"/>
                  </a:lnTo>
                  <a:lnTo>
                    <a:pt x="560539" y="7998"/>
                  </a:lnTo>
                  <a:lnTo>
                    <a:pt x="552754" y="8191"/>
                  </a:lnTo>
                  <a:lnTo>
                    <a:pt x="544968" y="8766"/>
                  </a:lnTo>
                  <a:lnTo>
                    <a:pt x="537183" y="9079"/>
                  </a:lnTo>
                  <a:lnTo>
                    <a:pt x="529398" y="9407"/>
                  </a:lnTo>
                  <a:lnTo>
                    <a:pt x="521613" y="10146"/>
                  </a:lnTo>
                  <a:lnTo>
                    <a:pt x="513827" y="10198"/>
                  </a:lnTo>
                  <a:lnTo>
                    <a:pt x="506042" y="10384"/>
                  </a:lnTo>
                  <a:lnTo>
                    <a:pt x="498257" y="10685"/>
                  </a:lnTo>
                  <a:lnTo>
                    <a:pt x="490472" y="11082"/>
                  </a:lnTo>
                  <a:lnTo>
                    <a:pt x="482686" y="11384"/>
                  </a:lnTo>
                  <a:lnTo>
                    <a:pt x="474901" y="11662"/>
                  </a:lnTo>
                  <a:lnTo>
                    <a:pt x="467116" y="11989"/>
                  </a:lnTo>
                  <a:lnTo>
                    <a:pt x="459330" y="12465"/>
                  </a:lnTo>
                  <a:lnTo>
                    <a:pt x="451545" y="13058"/>
                  </a:lnTo>
                  <a:lnTo>
                    <a:pt x="443760" y="13646"/>
                  </a:lnTo>
                  <a:lnTo>
                    <a:pt x="435975" y="14310"/>
                  </a:lnTo>
                  <a:lnTo>
                    <a:pt x="428189" y="15087"/>
                  </a:lnTo>
                  <a:lnTo>
                    <a:pt x="420404" y="15871"/>
                  </a:lnTo>
                  <a:lnTo>
                    <a:pt x="412619" y="16656"/>
                  </a:lnTo>
                  <a:lnTo>
                    <a:pt x="404834" y="16958"/>
                  </a:lnTo>
                  <a:lnTo>
                    <a:pt x="397048" y="17121"/>
                  </a:lnTo>
                  <a:lnTo>
                    <a:pt x="389263" y="17327"/>
                  </a:lnTo>
                  <a:lnTo>
                    <a:pt x="381478" y="17720"/>
                  </a:lnTo>
                  <a:lnTo>
                    <a:pt x="373692" y="18203"/>
                  </a:lnTo>
                  <a:lnTo>
                    <a:pt x="365907" y="18978"/>
                  </a:lnTo>
                  <a:lnTo>
                    <a:pt x="358122" y="19252"/>
                  </a:lnTo>
                  <a:lnTo>
                    <a:pt x="350337" y="19596"/>
                  </a:lnTo>
                  <a:lnTo>
                    <a:pt x="342551" y="20451"/>
                  </a:lnTo>
                  <a:lnTo>
                    <a:pt x="334766" y="21201"/>
                  </a:lnTo>
                  <a:lnTo>
                    <a:pt x="326981" y="22149"/>
                  </a:lnTo>
                  <a:lnTo>
                    <a:pt x="319196" y="22919"/>
                  </a:lnTo>
                  <a:lnTo>
                    <a:pt x="311410" y="23489"/>
                  </a:lnTo>
                  <a:lnTo>
                    <a:pt x="303625" y="23774"/>
                  </a:lnTo>
                  <a:lnTo>
                    <a:pt x="295840" y="23986"/>
                  </a:lnTo>
                  <a:lnTo>
                    <a:pt x="288055" y="24194"/>
                  </a:lnTo>
                  <a:lnTo>
                    <a:pt x="280269" y="24399"/>
                  </a:lnTo>
                  <a:lnTo>
                    <a:pt x="272484" y="24604"/>
                  </a:lnTo>
                  <a:lnTo>
                    <a:pt x="264699" y="24833"/>
                  </a:lnTo>
                  <a:lnTo>
                    <a:pt x="256913" y="25406"/>
                  </a:lnTo>
                  <a:lnTo>
                    <a:pt x="249128" y="25971"/>
                  </a:lnTo>
                  <a:lnTo>
                    <a:pt x="241343" y="26413"/>
                  </a:lnTo>
                  <a:lnTo>
                    <a:pt x="233558" y="26776"/>
                  </a:lnTo>
                  <a:lnTo>
                    <a:pt x="225772" y="27195"/>
                  </a:lnTo>
                  <a:lnTo>
                    <a:pt x="217987" y="27123"/>
                  </a:lnTo>
                  <a:lnTo>
                    <a:pt x="210202" y="27474"/>
                  </a:lnTo>
                  <a:lnTo>
                    <a:pt x="202417" y="28074"/>
                  </a:lnTo>
                  <a:lnTo>
                    <a:pt x="194631" y="28594"/>
                  </a:lnTo>
                  <a:lnTo>
                    <a:pt x="186846" y="29421"/>
                  </a:lnTo>
                  <a:lnTo>
                    <a:pt x="179061" y="30310"/>
                  </a:lnTo>
                  <a:lnTo>
                    <a:pt x="171275" y="31040"/>
                  </a:lnTo>
                  <a:lnTo>
                    <a:pt x="163490" y="31845"/>
                  </a:lnTo>
                  <a:lnTo>
                    <a:pt x="155705" y="32400"/>
                  </a:lnTo>
                  <a:lnTo>
                    <a:pt x="147920" y="33068"/>
                  </a:lnTo>
                  <a:lnTo>
                    <a:pt x="140134" y="33707"/>
                  </a:lnTo>
                  <a:lnTo>
                    <a:pt x="132349" y="33880"/>
                  </a:lnTo>
                  <a:lnTo>
                    <a:pt x="124564" y="34052"/>
                  </a:lnTo>
                  <a:lnTo>
                    <a:pt x="116779" y="34225"/>
                  </a:lnTo>
                  <a:lnTo>
                    <a:pt x="108993" y="34540"/>
                  </a:lnTo>
                  <a:lnTo>
                    <a:pt x="101208" y="35369"/>
                  </a:lnTo>
                  <a:lnTo>
                    <a:pt x="93423" y="36194"/>
                  </a:lnTo>
                  <a:lnTo>
                    <a:pt x="85637" y="36936"/>
                  </a:lnTo>
                  <a:lnTo>
                    <a:pt x="77852" y="37428"/>
                  </a:lnTo>
                  <a:lnTo>
                    <a:pt x="70067" y="38427"/>
                  </a:lnTo>
                  <a:lnTo>
                    <a:pt x="62282" y="39232"/>
                  </a:lnTo>
                  <a:lnTo>
                    <a:pt x="54496" y="39544"/>
                  </a:lnTo>
                  <a:lnTo>
                    <a:pt x="46711" y="39856"/>
                  </a:lnTo>
                  <a:lnTo>
                    <a:pt x="38926" y="40167"/>
                  </a:lnTo>
                  <a:lnTo>
                    <a:pt x="31141" y="40478"/>
                  </a:lnTo>
                  <a:lnTo>
                    <a:pt x="23355" y="40801"/>
                  </a:lnTo>
                  <a:lnTo>
                    <a:pt x="15570" y="41348"/>
                  </a:lnTo>
                  <a:lnTo>
                    <a:pt x="7785" y="42114"/>
                  </a:lnTo>
                  <a:lnTo>
                    <a:pt x="0" y="42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1247627" y="3480953"/>
              <a:ext cx="2016385" cy="381549"/>
            </a:xfrm>
            <a:custGeom>
              <a:avLst/>
              <a:pathLst>
                <a:path w="2016385" h="381549">
                  <a:moveTo>
                    <a:pt x="0" y="164075"/>
                  </a:moveTo>
                  <a:lnTo>
                    <a:pt x="7785" y="164081"/>
                  </a:lnTo>
                  <a:lnTo>
                    <a:pt x="15570" y="164317"/>
                  </a:lnTo>
                  <a:lnTo>
                    <a:pt x="23355" y="164490"/>
                  </a:lnTo>
                  <a:lnTo>
                    <a:pt x="31141" y="163874"/>
                  </a:lnTo>
                  <a:lnTo>
                    <a:pt x="38926" y="163702"/>
                  </a:lnTo>
                  <a:lnTo>
                    <a:pt x="46711" y="163941"/>
                  </a:lnTo>
                  <a:lnTo>
                    <a:pt x="54496" y="164447"/>
                  </a:lnTo>
                  <a:lnTo>
                    <a:pt x="62282" y="164806"/>
                  </a:lnTo>
                  <a:lnTo>
                    <a:pt x="70067" y="164554"/>
                  </a:lnTo>
                  <a:lnTo>
                    <a:pt x="77852" y="164303"/>
                  </a:lnTo>
                  <a:lnTo>
                    <a:pt x="85637" y="164052"/>
                  </a:lnTo>
                  <a:lnTo>
                    <a:pt x="93423" y="163801"/>
                  </a:lnTo>
                  <a:lnTo>
                    <a:pt x="101208" y="163550"/>
                  </a:lnTo>
                  <a:lnTo>
                    <a:pt x="108993" y="163313"/>
                  </a:lnTo>
                  <a:lnTo>
                    <a:pt x="116779" y="163079"/>
                  </a:lnTo>
                  <a:lnTo>
                    <a:pt x="124564" y="163281"/>
                  </a:lnTo>
                  <a:lnTo>
                    <a:pt x="132349" y="163749"/>
                  </a:lnTo>
                  <a:lnTo>
                    <a:pt x="140134" y="163780"/>
                  </a:lnTo>
                  <a:lnTo>
                    <a:pt x="147920" y="163305"/>
                  </a:lnTo>
                  <a:lnTo>
                    <a:pt x="155705" y="162831"/>
                  </a:lnTo>
                  <a:lnTo>
                    <a:pt x="163490" y="162357"/>
                  </a:lnTo>
                  <a:lnTo>
                    <a:pt x="171275" y="161883"/>
                  </a:lnTo>
                  <a:lnTo>
                    <a:pt x="179061" y="161413"/>
                  </a:lnTo>
                  <a:lnTo>
                    <a:pt x="186846" y="161341"/>
                  </a:lnTo>
                  <a:lnTo>
                    <a:pt x="194631" y="161468"/>
                  </a:lnTo>
                  <a:lnTo>
                    <a:pt x="202417" y="161603"/>
                  </a:lnTo>
                  <a:lnTo>
                    <a:pt x="210202" y="161511"/>
                  </a:lnTo>
                  <a:lnTo>
                    <a:pt x="217987" y="161310"/>
                  </a:lnTo>
                  <a:lnTo>
                    <a:pt x="225772" y="160783"/>
                  </a:lnTo>
                  <a:lnTo>
                    <a:pt x="233558" y="160113"/>
                  </a:lnTo>
                  <a:lnTo>
                    <a:pt x="241343" y="159454"/>
                  </a:lnTo>
                  <a:lnTo>
                    <a:pt x="249128" y="159124"/>
                  </a:lnTo>
                  <a:lnTo>
                    <a:pt x="256913" y="159705"/>
                  </a:lnTo>
                  <a:lnTo>
                    <a:pt x="264699" y="159882"/>
                  </a:lnTo>
                  <a:lnTo>
                    <a:pt x="272484" y="159567"/>
                  </a:lnTo>
                  <a:lnTo>
                    <a:pt x="280269" y="159298"/>
                  </a:lnTo>
                  <a:lnTo>
                    <a:pt x="288055" y="158800"/>
                  </a:lnTo>
                  <a:lnTo>
                    <a:pt x="295840" y="158301"/>
                  </a:lnTo>
                  <a:lnTo>
                    <a:pt x="303625" y="158145"/>
                  </a:lnTo>
                  <a:lnTo>
                    <a:pt x="311410" y="158365"/>
                  </a:lnTo>
                  <a:lnTo>
                    <a:pt x="319196" y="158051"/>
                  </a:lnTo>
                  <a:lnTo>
                    <a:pt x="326981" y="157512"/>
                  </a:lnTo>
                  <a:lnTo>
                    <a:pt x="334766" y="157421"/>
                  </a:lnTo>
                  <a:lnTo>
                    <a:pt x="342551" y="157872"/>
                  </a:lnTo>
                  <a:lnTo>
                    <a:pt x="350337" y="157468"/>
                  </a:lnTo>
                  <a:lnTo>
                    <a:pt x="358122" y="157365"/>
                  </a:lnTo>
                  <a:lnTo>
                    <a:pt x="365907" y="156878"/>
                  </a:lnTo>
                  <a:lnTo>
                    <a:pt x="373692" y="156835"/>
                  </a:lnTo>
                  <a:lnTo>
                    <a:pt x="381478" y="156841"/>
                  </a:lnTo>
                  <a:lnTo>
                    <a:pt x="389263" y="156848"/>
                  </a:lnTo>
                  <a:lnTo>
                    <a:pt x="397048" y="156788"/>
                  </a:lnTo>
                  <a:lnTo>
                    <a:pt x="404834" y="156451"/>
                  </a:lnTo>
                  <a:lnTo>
                    <a:pt x="412619" y="156114"/>
                  </a:lnTo>
                  <a:lnTo>
                    <a:pt x="420404" y="155128"/>
                  </a:lnTo>
                  <a:lnTo>
                    <a:pt x="428189" y="154786"/>
                  </a:lnTo>
                  <a:lnTo>
                    <a:pt x="435975" y="154118"/>
                  </a:lnTo>
                  <a:lnTo>
                    <a:pt x="443760" y="153915"/>
                  </a:lnTo>
                  <a:lnTo>
                    <a:pt x="451545" y="153368"/>
                  </a:lnTo>
                  <a:lnTo>
                    <a:pt x="459330" y="153088"/>
                  </a:lnTo>
                  <a:lnTo>
                    <a:pt x="467116" y="153224"/>
                  </a:lnTo>
                  <a:lnTo>
                    <a:pt x="474901" y="152722"/>
                  </a:lnTo>
                  <a:lnTo>
                    <a:pt x="482686" y="152007"/>
                  </a:lnTo>
                  <a:lnTo>
                    <a:pt x="490472" y="151292"/>
                  </a:lnTo>
                  <a:lnTo>
                    <a:pt x="498257" y="150764"/>
                  </a:lnTo>
                  <a:lnTo>
                    <a:pt x="506042" y="150513"/>
                  </a:lnTo>
                  <a:lnTo>
                    <a:pt x="513827" y="150091"/>
                  </a:lnTo>
                  <a:lnTo>
                    <a:pt x="521613" y="149993"/>
                  </a:lnTo>
                  <a:lnTo>
                    <a:pt x="529398" y="149721"/>
                  </a:lnTo>
                  <a:lnTo>
                    <a:pt x="537183" y="149466"/>
                  </a:lnTo>
                  <a:lnTo>
                    <a:pt x="544968" y="149220"/>
                  </a:lnTo>
                  <a:lnTo>
                    <a:pt x="552754" y="148973"/>
                  </a:lnTo>
                  <a:lnTo>
                    <a:pt x="560539" y="148629"/>
                  </a:lnTo>
                  <a:lnTo>
                    <a:pt x="568324" y="147697"/>
                  </a:lnTo>
                  <a:lnTo>
                    <a:pt x="576110" y="146766"/>
                  </a:lnTo>
                  <a:lnTo>
                    <a:pt x="583895" y="146504"/>
                  </a:lnTo>
                  <a:lnTo>
                    <a:pt x="591680" y="146371"/>
                  </a:lnTo>
                  <a:lnTo>
                    <a:pt x="599465" y="146245"/>
                  </a:lnTo>
                  <a:lnTo>
                    <a:pt x="607251" y="146217"/>
                  </a:lnTo>
                  <a:lnTo>
                    <a:pt x="615036" y="146287"/>
                  </a:lnTo>
                  <a:lnTo>
                    <a:pt x="622821" y="145835"/>
                  </a:lnTo>
                  <a:lnTo>
                    <a:pt x="630606" y="145050"/>
                  </a:lnTo>
                  <a:lnTo>
                    <a:pt x="638392" y="144430"/>
                  </a:lnTo>
                  <a:lnTo>
                    <a:pt x="646177" y="143896"/>
                  </a:lnTo>
                  <a:lnTo>
                    <a:pt x="653962" y="143190"/>
                  </a:lnTo>
                  <a:lnTo>
                    <a:pt x="661747" y="142335"/>
                  </a:lnTo>
                  <a:lnTo>
                    <a:pt x="669533" y="141235"/>
                  </a:lnTo>
                  <a:lnTo>
                    <a:pt x="677318" y="140132"/>
                  </a:lnTo>
                  <a:lnTo>
                    <a:pt x="685103" y="139729"/>
                  </a:lnTo>
                  <a:lnTo>
                    <a:pt x="692889" y="139215"/>
                  </a:lnTo>
                  <a:lnTo>
                    <a:pt x="700674" y="138347"/>
                  </a:lnTo>
                  <a:lnTo>
                    <a:pt x="708459" y="137665"/>
                  </a:lnTo>
                  <a:lnTo>
                    <a:pt x="716244" y="136893"/>
                  </a:lnTo>
                  <a:lnTo>
                    <a:pt x="724030" y="136134"/>
                  </a:lnTo>
                  <a:lnTo>
                    <a:pt x="731815" y="135861"/>
                  </a:lnTo>
                  <a:lnTo>
                    <a:pt x="739600" y="135006"/>
                  </a:lnTo>
                  <a:lnTo>
                    <a:pt x="747385" y="133821"/>
                  </a:lnTo>
                  <a:lnTo>
                    <a:pt x="755171" y="133262"/>
                  </a:lnTo>
                  <a:lnTo>
                    <a:pt x="762956" y="133086"/>
                  </a:lnTo>
                  <a:lnTo>
                    <a:pt x="770741" y="132766"/>
                  </a:lnTo>
                  <a:lnTo>
                    <a:pt x="778527" y="132548"/>
                  </a:lnTo>
                  <a:lnTo>
                    <a:pt x="786312" y="131218"/>
                  </a:lnTo>
                  <a:lnTo>
                    <a:pt x="794097" y="129977"/>
                  </a:lnTo>
                  <a:lnTo>
                    <a:pt x="801882" y="130218"/>
                  </a:lnTo>
                  <a:lnTo>
                    <a:pt x="809668" y="130462"/>
                  </a:lnTo>
                  <a:lnTo>
                    <a:pt x="817453" y="129452"/>
                  </a:lnTo>
                  <a:lnTo>
                    <a:pt x="825238" y="127969"/>
                  </a:lnTo>
                  <a:lnTo>
                    <a:pt x="833023" y="127357"/>
                  </a:lnTo>
                  <a:lnTo>
                    <a:pt x="840809" y="126825"/>
                  </a:lnTo>
                  <a:lnTo>
                    <a:pt x="848594" y="125880"/>
                  </a:lnTo>
                  <a:lnTo>
                    <a:pt x="856379" y="125168"/>
                  </a:lnTo>
                  <a:lnTo>
                    <a:pt x="864165" y="124223"/>
                  </a:lnTo>
                  <a:lnTo>
                    <a:pt x="871950" y="123124"/>
                  </a:lnTo>
                  <a:lnTo>
                    <a:pt x="879735" y="122026"/>
                  </a:lnTo>
                  <a:lnTo>
                    <a:pt x="887520" y="121482"/>
                  </a:lnTo>
                  <a:lnTo>
                    <a:pt x="895306" y="121303"/>
                  </a:lnTo>
                  <a:lnTo>
                    <a:pt x="903091" y="120703"/>
                  </a:lnTo>
                  <a:lnTo>
                    <a:pt x="910876" y="120082"/>
                  </a:lnTo>
                  <a:lnTo>
                    <a:pt x="918661" y="119675"/>
                  </a:lnTo>
                  <a:lnTo>
                    <a:pt x="926447" y="119114"/>
                  </a:lnTo>
                  <a:lnTo>
                    <a:pt x="934232" y="119156"/>
                  </a:lnTo>
                  <a:lnTo>
                    <a:pt x="942017" y="118715"/>
                  </a:lnTo>
                  <a:lnTo>
                    <a:pt x="949802" y="117847"/>
                  </a:lnTo>
                  <a:lnTo>
                    <a:pt x="957588" y="117523"/>
                  </a:lnTo>
                  <a:lnTo>
                    <a:pt x="965373" y="117186"/>
                  </a:lnTo>
                  <a:lnTo>
                    <a:pt x="973158" y="116554"/>
                  </a:lnTo>
                  <a:lnTo>
                    <a:pt x="980944" y="115910"/>
                  </a:lnTo>
                  <a:lnTo>
                    <a:pt x="988729" y="115083"/>
                  </a:lnTo>
                  <a:lnTo>
                    <a:pt x="996514" y="114569"/>
                  </a:lnTo>
                  <a:lnTo>
                    <a:pt x="1004299" y="113847"/>
                  </a:lnTo>
                  <a:lnTo>
                    <a:pt x="1012085" y="112887"/>
                  </a:lnTo>
                  <a:lnTo>
                    <a:pt x="1019870" y="111850"/>
                  </a:lnTo>
                  <a:lnTo>
                    <a:pt x="1027655" y="111343"/>
                  </a:lnTo>
                  <a:lnTo>
                    <a:pt x="1035440" y="110809"/>
                  </a:lnTo>
                  <a:lnTo>
                    <a:pt x="1043226" y="109837"/>
                  </a:lnTo>
                  <a:lnTo>
                    <a:pt x="1051011" y="109377"/>
                  </a:lnTo>
                  <a:lnTo>
                    <a:pt x="1058796" y="108941"/>
                  </a:lnTo>
                  <a:lnTo>
                    <a:pt x="1066582" y="108494"/>
                  </a:lnTo>
                  <a:lnTo>
                    <a:pt x="1074367" y="108009"/>
                  </a:lnTo>
                  <a:lnTo>
                    <a:pt x="1082152" y="107160"/>
                  </a:lnTo>
                  <a:lnTo>
                    <a:pt x="1089937" y="106284"/>
                  </a:lnTo>
                  <a:lnTo>
                    <a:pt x="1097723" y="105178"/>
                  </a:lnTo>
                  <a:lnTo>
                    <a:pt x="1105508" y="103944"/>
                  </a:lnTo>
                  <a:lnTo>
                    <a:pt x="1113293" y="102942"/>
                  </a:lnTo>
                  <a:lnTo>
                    <a:pt x="1121078" y="101855"/>
                  </a:lnTo>
                  <a:lnTo>
                    <a:pt x="1128864" y="100702"/>
                  </a:lnTo>
                  <a:lnTo>
                    <a:pt x="1136649" y="99449"/>
                  </a:lnTo>
                  <a:lnTo>
                    <a:pt x="1144434" y="98552"/>
                  </a:lnTo>
                  <a:lnTo>
                    <a:pt x="1152220" y="97457"/>
                  </a:lnTo>
                  <a:lnTo>
                    <a:pt x="1160005" y="96318"/>
                  </a:lnTo>
                  <a:lnTo>
                    <a:pt x="1167790" y="95168"/>
                  </a:lnTo>
                  <a:lnTo>
                    <a:pt x="1175575" y="94190"/>
                  </a:lnTo>
                  <a:lnTo>
                    <a:pt x="1183361" y="93130"/>
                  </a:lnTo>
                  <a:lnTo>
                    <a:pt x="1191146" y="92014"/>
                  </a:lnTo>
                  <a:lnTo>
                    <a:pt x="1198931" y="90976"/>
                  </a:lnTo>
                  <a:lnTo>
                    <a:pt x="1206716" y="90055"/>
                  </a:lnTo>
                  <a:lnTo>
                    <a:pt x="1214502" y="89348"/>
                  </a:lnTo>
                  <a:lnTo>
                    <a:pt x="1222287" y="88770"/>
                  </a:lnTo>
                  <a:lnTo>
                    <a:pt x="1230072" y="87929"/>
                  </a:lnTo>
                  <a:lnTo>
                    <a:pt x="1237857" y="87214"/>
                  </a:lnTo>
                  <a:lnTo>
                    <a:pt x="1245643" y="86218"/>
                  </a:lnTo>
                  <a:lnTo>
                    <a:pt x="1253428" y="85308"/>
                  </a:lnTo>
                  <a:lnTo>
                    <a:pt x="1261213" y="84193"/>
                  </a:lnTo>
                  <a:lnTo>
                    <a:pt x="1268999" y="83081"/>
                  </a:lnTo>
                  <a:lnTo>
                    <a:pt x="1276784" y="81972"/>
                  </a:lnTo>
                  <a:lnTo>
                    <a:pt x="1284569" y="81470"/>
                  </a:lnTo>
                  <a:lnTo>
                    <a:pt x="1292354" y="80942"/>
                  </a:lnTo>
                  <a:lnTo>
                    <a:pt x="1300140" y="79839"/>
                  </a:lnTo>
                  <a:lnTo>
                    <a:pt x="1307925" y="79025"/>
                  </a:lnTo>
                  <a:lnTo>
                    <a:pt x="1315710" y="78039"/>
                  </a:lnTo>
                  <a:lnTo>
                    <a:pt x="1323495" y="77056"/>
                  </a:lnTo>
                  <a:lnTo>
                    <a:pt x="1331281" y="76083"/>
                  </a:lnTo>
                  <a:lnTo>
                    <a:pt x="1339066" y="75121"/>
                  </a:lnTo>
                  <a:lnTo>
                    <a:pt x="1346851" y="74162"/>
                  </a:lnTo>
                  <a:lnTo>
                    <a:pt x="1354637" y="73193"/>
                  </a:lnTo>
                  <a:lnTo>
                    <a:pt x="1362422" y="72216"/>
                  </a:lnTo>
                  <a:lnTo>
                    <a:pt x="1370207" y="71242"/>
                  </a:lnTo>
                  <a:lnTo>
                    <a:pt x="1377992" y="70278"/>
                  </a:lnTo>
                  <a:lnTo>
                    <a:pt x="1385778" y="69328"/>
                  </a:lnTo>
                  <a:lnTo>
                    <a:pt x="1393563" y="68048"/>
                  </a:lnTo>
                  <a:lnTo>
                    <a:pt x="1401348" y="67418"/>
                  </a:lnTo>
                  <a:lnTo>
                    <a:pt x="1409133" y="66506"/>
                  </a:lnTo>
                  <a:lnTo>
                    <a:pt x="1416919" y="65590"/>
                  </a:lnTo>
                  <a:lnTo>
                    <a:pt x="1424704" y="65021"/>
                  </a:lnTo>
                  <a:lnTo>
                    <a:pt x="1432489" y="63970"/>
                  </a:lnTo>
                  <a:lnTo>
                    <a:pt x="1440275" y="62823"/>
                  </a:lnTo>
                  <a:lnTo>
                    <a:pt x="1448060" y="61814"/>
                  </a:lnTo>
                  <a:lnTo>
                    <a:pt x="1455845" y="60837"/>
                  </a:lnTo>
                  <a:lnTo>
                    <a:pt x="1463630" y="59687"/>
                  </a:lnTo>
                  <a:lnTo>
                    <a:pt x="1471416" y="58393"/>
                  </a:lnTo>
                  <a:lnTo>
                    <a:pt x="1479201" y="57127"/>
                  </a:lnTo>
                  <a:lnTo>
                    <a:pt x="1486986" y="55996"/>
                  </a:lnTo>
                  <a:lnTo>
                    <a:pt x="1494771" y="54878"/>
                  </a:lnTo>
                  <a:lnTo>
                    <a:pt x="1502557" y="54216"/>
                  </a:lnTo>
                  <a:lnTo>
                    <a:pt x="1510342" y="53290"/>
                  </a:lnTo>
                  <a:lnTo>
                    <a:pt x="1518127" y="52228"/>
                  </a:lnTo>
                  <a:lnTo>
                    <a:pt x="1525912" y="51177"/>
                  </a:lnTo>
                  <a:lnTo>
                    <a:pt x="1533698" y="50132"/>
                  </a:lnTo>
                  <a:lnTo>
                    <a:pt x="1541483" y="49304"/>
                  </a:lnTo>
                  <a:lnTo>
                    <a:pt x="1549268" y="48573"/>
                  </a:lnTo>
                  <a:lnTo>
                    <a:pt x="1557054" y="47844"/>
                  </a:lnTo>
                  <a:lnTo>
                    <a:pt x="1564839" y="47133"/>
                  </a:lnTo>
                  <a:lnTo>
                    <a:pt x="1572624" y="46244"/>
                  </a:lnTo>
                  <a:lnTo>
                    <a:pt x="1580409" y="45703"/>
                  </a:lnTo>
                  <a:lnTo>
                    <a:pt x="1588195" y="44983"/>
                  </a:lnTo>
                  <a:lnTo>
                    <a:pt x="1595980" y="44265"/>
                  </a:lnTo>
                  <a:lnTo>
                    <a:pt x="1603765" y="43336"/>
                  </a:lnTo>
                  <a:lnTo>
                    <a:pt x="1611550" y="42304"/>
                  </a:lnTo>
                  <a:lnTo>
                    <a:pt x="1619336" y="41276"/>
                  </a:lnTo>
                  <a:lnTo>
                    <a:pt x="1627121" y="40252"/>
                  </a:lnTo>
                  <a:lnTo>
                    <a:pt x="1634906" y="39232"/>
                  </a:lnTo>
                  <a:lnTo>
                    <a:pt x="1642692" y="38216"/>
                  </a:lnTo>
                  <a:lnTo>
                    <a:pt x="1650477" y="37204"/>
                  </a:lnTo>
                  <a:lnTo>
                    <a:pt x="1658262" y="36196"/>
                  </a:lnTo>
                  <a:lnTo>
                    <a:pt x="1666047" y="35142"/>
                  </a:lnTo>
                  <a:lnTo>
                    <a:pt x="1673833" y="34209"/>
                  </a:lnTo>
                  <a:lnTo>
                    <a:pt x="1681618" y="33452"/>
                  </a:lnTo>
                  <a:lnTo>
                    <a:pt x="1689403" y="32707"/>
                  </a:lnTo>
                  <a:lnTo>
                    <a:pt x="1697188" y="31960"/>
                  </a:lnTo>
                  <a:lnTo>
                    <a:pt x="1704974" y="31210"/>
                  </a:lnTo>
                  <a:lnTo>
                    <a:pt x="1712759" y="30463"/>
                  </a:lnTo>
                  <a:lnTo>
                    <a:pt x="1720544" y="29724"/>
                  </a:lnTo>
                  <a:lnTo>
                    <a:pt x="1728330" y="28987"/>
                  </a:lnTo>
                  <a:lnTo>
                    <a:pt x="1736115" y="28254"/>
                  </a:lnTo>
                  <a:lnTo>
                    <a:pt x="1743900" y="27525"/>
                  </a:lnTo>
                  <a:lnTo>
                    <a:pt x="1751685" y="26799"/>
                  </a:lnTo>
                  <a:lnTo>
                    <a:pt x="1759471" y="26075"/>
                  </a:lnTo>
                  <a:lnTo>
                    <a:pt x="1767256" y="25053"/>
                  </a:lnTo>
                  <a:lnTo>
                    <a:pt x="1775041" y="24339"/>
                  </a:lnTo>
                  <a:lnTo>
                    <a:pt x="1782826" y="23714"/>
                  </a:lnTo>
                  <a:lnTo>
                    <a:pt x="1790612" y="23094"/>
                  </a:lnTo>
                  <a:lnTo>
                    <a:pt x="1798397" y="22153"/>
                  </a:lnTo>
                  <a:lnTo>
                    <a:pt x="1806182" y="21143"/>
                  </a:lnTo>
                  <a:lnTo>
                    <a:pt x="1813967" y="20118"/>
                  </a:lnTo>
                  <a:lnTo>
                    <a:pt x="1821753" y="19300"/>
                  </a:lnTo>
                  <a:lnTo>
                    <a:pt x="1829538" y="18080"/>
                  </a:lnTo>
                  <a:lnTo>
                    <a:pt x="1837323" y="17355"/>
                  </a:lnTo>
                  <a:lnTo>
                    <a:pt x="1845109" y="16483"/>
                  </a:lnTo>
                  <a:lnTo>
                    <a:pt x="1852894" y="15315"/>
                  </a:lnTo>
                  <a:lnTo>
                    <a:pt x="1860679" y="14153"/>
                  </a:lnTo>
                  <a:lnTo>
                    <a:pt x="1868464" y="13072"/>
                  </a:lnTo>
                  <a:lnTo>
                    <a:pt x="1876250" y="12313"/>
                  </a:lnTo>
                  <a:lnTo>
                    <a:pt x="1884035" y="11556"/>
                  </a:lnTo>
                  <a:lnTo>
                    <a:pt x="1891820" y="10812"/>
                  </a:lnTo>
                  <a:lnTo>
                    <a:pt x="1899605" y="10073"/>
                  </a:lnTo>
                  <a:lnTo>
                    <a:pt x="1907391" y="9334"/>
                  </a:lnTo>
                  <a:lnTo>
                    <a:pt x="1915176" y="8689"/>
                  </a:lnTo>
                  <a:lnTo>
                    <a:pt x="1922961" y="8109"/>
                  </a:lnTo>
                  <a:lnTo>
                    <a:pt x="1930747" y="7530"/>
                  </a:lnTo>
                  <a:lnTo>
                    <a:pt x="1938532" y="6954"/>
                  </a:lnTo>
                  <a:lnTo>
                    <a:pt x="1946317" y="6348"/>
                  </a:lnTo>
                  <a:lnTo>
                    <a:pt x="1954102" y="5462"/>
                  </a:lnTo>
                  <a:lnTo>
                    <a:pt x="1961888" y="4581"/>
                  </a:lnTo>
                  <a:lnTo>
                    <a:pt x="1969673" y="3704"/>
                  </a:lnTo>
                  <a:lnTo>
                    <a:pt x="1977458" y="2915"/>
                  </a:lnTo>
                  <a:lnTo>
                    <a:pt x="1985243" y="2326"/>
                  </a:lnTo>
                  <a:lnTo>
                    <a:pt x="1993029" y="1741"/>
                  </a:lnTo>
                  <a:lnTo>
                    <a:pt x="2000814" y="1158"/>
                  </a:lnTo>
                  <a:lnTo>
                    <a:pt x="2008599" y="577"/>
                  </a:lnTo>
                  <a:lnTo>
                    <a:pt x="2016385" y="0"/>
                  </a:lnTo>
                  <a:lnTo>
                    <a:pt x="2016385" y="355482"/>
                  </a:lnTo>
                  <a:lnTo>
                    <a:pt x="2008599" y="355241"/>
                  </a:lnTo>
                  <a:lnTo>
                    <a:pt x="2000814" y="354984"/>
                  </a:lnTo>
                  <a:lnTo>
                    <a:pt x="1993029" y="354743"/>
                  </a:lnTo>
                  <a:lnTo>
                    <a:pt x="1985243" y="354496"/>
                  </a:lnTo>
                  <a:lnTo>
                    <a:pt x="1977458" y="354357"/>
                  </a:lnTo>
                  <a:lnTo>
                    <a:pt x="1969673" y="354285"/>
                  </a:lnTo>
                  <a:lnTo>
                    <a:pt x="1961888" y="354212"/>
                  </a:lnTo>
                  <a:lnTo>
                    <a:pt x="1954102" y="353910"/>
                  </a:lnTo>
                  <a:lnTo>
                    <a:pt x="1946317" y="353592"/>
                  </a:lnTo>
                  <a:lnTo>
                    <a:pt x="1938532" y="353274"/>
                  </a:lnTo>
                  <a:lnTo>
                    <a:pt x="1930747" y="352956"/>
                  </a:lnTo>
                  <a:lnTo>
                    <a:pt x="1922961" y="352637"/>
                  </a:lnTo>
                  <a:lnTo>
                    <a:pt x="1915176" y="352318"/>
                  </a:lnTo>
                  <a:lnTo>
                    <a:pt x="1907391" y="351999"/>
                  </a:lnTo>
                  <a:lnTo>
                    <a:pt x="1899605" y="351742"/>
                  </a:lnTo>
                  <a:lnTo>
                    <a:pt x="1891820" y="351491"/>
                  </a:lnTo>
                  <a:lnTo>
                    <a:pt x="1884035" y="351239"/>
                  </a:lnTo>
                  <a:lnTo>
                    <a:pt x="1876250" y="350987"/>
                  </a:lnTo>
                  <a:lnTo>
                    <a:pt x="1868464" y="350735"/>
                  </a:lnTo>
                  <a:lnTo>
                    <a:pt x="1860679" y="350483"/>
                  </a:lnTo>
                  <a:lnTo>
                    <a:pt x="1852894" y="350231"/>
                  </a:lnTo>
                  <a:lnTo>
                    <a:pt x="1845109" y="349978"/>
                  </a:lnTo>
                  <a:lnTo>
                    <a:pt x="1837323" y="349725"/>
                  </a:lnTo>
                  <a:lnTo>
                    <a:pt x="1829538" y="349472"/>
                  </a:lnTo>
                  <a:lnTo>
                    <a:pt x="1821753" y="349356"/>
                  </a:lnTo>
                  <a:lnTo>
                    <a:pt x="1813967" y="349236"/>
                  </a:lnTo>
                  <a:lnTo>
                    <a:pt x="1806182" y="348712"/>
                  </a:lnTo>
                  <a:lnTo>
                    <a:pt x="1798397" y="348459"/>
                  </a:lnTo>
                  <a:lnTo>
                    <a:pt x="1790612" y="348205"/>
                  </a:lnTo>
                  <a:lnTo>
                    <a:pt x="1782826" y="347951"/>
                  </a:lnTo>
                  <a:lnTo>
                    <a:pt x="1775041" y="347696"/>
                  </a:lnTo>
                  <a:lnTo>
                    <a:pt x="1767256" y="347442"/>
                  </a:lnTo>
                  <a:lnTo>
                    <a:pt x="1759471" y="347187"/>
                  </a:lnTo>
                  <a:lnTo>
                    <a:pt x="1751685" y="346933"/>
                  </a:lnTo>
                  <a:lnTo>
                    <a:pt x="1743900" y="346678"/>
                  </a:lnTo>
                  <a:lnTo>
                    <a:pt x="1736115" y="346422"/>
                  </a:lnTo>
                  <a:lnTo>
                    <a:pt x="1728330" y="346202"/>
                  </a:lnTo>
                  <a:lnTo>
                    <a:pt x="1720544" y="345911"/>
                  </a:lnTo>
                  <a:lnTo>
                    <a:pt x="1712759" y="345539"/>
                  </a:lnTo>
                  <a:lnTo>
                    <a:pt x="1704974" y="345208"/>
                  </a:lnTo>
                  <a:lnTo>
                    <a:pt x="1697188" y="344877"/>
                  </a:lnTo>
                  <a:lnTo>
                    <a:pt x="1689403" y="344545"/>
                  </a:lnTo>
                  <a:lnTo>
                    <a:pt x="1681618" y="344212"/>
                  </a:lnTo>
                  <a:lnTo>
                    <a:pt x="1673833" y="344120"/>
                  </a:lnTo>
                  <a:lnTo>
                    <a:pt x="1666047" y="344025"/>
                  </a:lnTo>
                  <a:lnTo>
                    <a:pt x="1658262" y="343780"/>
                  </a:lnTo>
                  <a:lnTo>
                    <a:pt x="1650477" y="343613"/>
                  </a:lnTo>
                  <a:lnTo>
                    <a:pt x="1642692" y="343357"/>
                  </a:lnTo>
                  <a:lnTo>
                    <a:pt x="1634906" y="342917"/>
                  </a:lnTo>
                  <a:lnTo>
                    <a:pt x="1627121" y="342639"/>
                  </a:lnTo>
                  <a:lnTo>
                    <a:pt x="1619336" y="342361"/>
                  </a:lnTo>
                  <a:lnTo>
                    <a:pt x="1611550" y="342079"/>
                  </a:lnTo>
                  <a:lnTo>
                    <a:pt x="1603765" y="341711"/>
                  </a:lnTo>
                  <a:lnTo>
                    <a:pt x="1595980" y="341291"/>
                  </a:lnTo>
                  <a:lnTo>
                    <a:pt x="1588195" y="340866"/>
                  </a:lnTo>
                  <a:lnTo>
                    <a:pt x="1580409" y="340439"/>
                  </a:lnTo>
                  <a:lnTo>
                    <a:pt x="1572624" y="339981"/>
                  </a:lnTo>
                  <a:lnTo>
                    <a:pt x="1564839" y="339592"/>
                  </a:lnTo>
                  <a:lnTo>
                    <a:pt x="1557054" y="339174"/>
                  </a:lnTo>
                  <a:lnTo>
                    <a:pt x="1549268" y="338755"/>
                  </a:lnTo>
                  <a:lnTo>
                    <a:pt x="1541483" y="338729"/>
                  </a:lnTo>
                  <a:lnTo>
                    <a:pt x="1533698" y="338876"/>
                  </a:lnTo>
                  <a:lnTo>
                    <a:pt x="1525912" y="338501"/>
                  </a:lnTo>
                  <a:lnTo>
                    <a:pt x="1518127" y="338237"/>
                  </a:lnTo>
                  <a:lnTo>
                    <a:pt x="1510342" y="338140"/>
                  </a:lnTo>
                  <a:lnTo>
                    <a:pt x="1502557" y="338044"/>
                  </a:lnTo>
                  <a:lnTo>
                    <a:pt x="1494771" y="337876"/>
                  </a:lnTo>
                  <a:lnTo>
                    <a:pt x="1486986" y="337671"/>
                  </a:lnTo>
                  <a:lnTo>
                    <a:pt x="1479201" y="337768"/>
                  </a:lnTo>
                  <a:lnTo>
                    <a:pt x="1471416" y="337656"/>
                  </a:lnTo>
                  <a:lnTo>
                    <a:pt x="1463630" y="337399"/>
                  </a:lnTo>
                  <a:lnTo>
                    <a:pt x="1455845" y="337142"/>
                  </a:lnTo>
                  <a:lnTo>
                    <a:pt x="1448060" y="336885"/>
                  </a:lnTo>
                  <a:lnTo>
                    <a:pt x="1440275" y="336987"/>
                  </a:lnTo>
                  <a:lnTo>
                    <a:pt x="1432489" y="337120"/>
                  </a:lnTo>
                  <a:lnTo>
                    <a:pt x="1424704" y="336630"/>
                  </a:lnTo>
                  <a:lnTo>
                    <a:pt x="1416919" y="336637"/>
                  </a:lnTo>
                  <a:lnTo>
                    <a:pt x="1409133" y="336667"/>
                  </a:lnTo>
                  <a:lnTo>
                    <a:pt x="1401348" y="336396"/>
                  </a:lnTo>
                  <a:lnTo>
                    <a:pt x="1393563" y="336100"/>
                  </a:lnTo>
                  <a:lnTo>
                    <a:pt x="1385778" y="335800"/>
                  </a:lnTo>
                  <a:lnTo>
                    <a:pt x="1377992" y="335494"/>
                  </a:lnTo>
                  <a:lnTo>
                    <a:pt x="1370207" y="335310"/>
                  </a:lnTo>
                  <a:lnTo>
                    <a:pt x="1362422" y="335393"/>
                  </a:lnTo>
                  <a:lnTo>
                    <a:pt x="1354637" y="335362"/>
                  </a:lnTo>
                  <a:lnTo>
                    <a:pt x="1346851" y="335407"/>
                  </a:lnTo>
                  <a:lnTo>
                    <a:pt x="1339066" y="335449"/>
                  </a:lnTo>
                  <a:lnTo>
                    <a:pt x="1331281" y="335487"/>
                  </a:lnTo>
                  <a:lnTo>
                    <a:pt x="1323495" y="335525"/>
                  </a:lnTo>
                  <a:lnTo>
                    <a:pt x="1315710" y="335416"/>
                  </a:lnTo>
                  <a:lnTo>
                    <a:pt x="1307925" y="335471"/>
                  </a:lnTo>
                  <a:lnTo>
                    <a:pt x="1300140" y="335650"/>
                  </a:lnTo>
                  <a:lnTo>
                    <a:pt x="1292354" y="335694"/>
                  </a:lnTo>
                  <a:lnTo>
                    <a:pt x="1284569" y="335748"/>
                  </a:lnTo>
                  <a:lnTo>
                    <a:pt x="1276784" y="335532"/>
                  </a:lnTo>
                  <a:lnTo>
                    <a:pt x="1268999" y="335295"/>
                  </a:lnTo>
                  <a:lnTo>
                    <a:pt x="1261213" y="335202"/>
                  </a:lnTo>
                  <a:lnTo>
                    <a:pt x="1253428" y="335103"/>
                  </a:lnTo>
                  <a:lnTo>
                    <a:pt x="1245643" y="334822"/>
                  </a:lnTo>
                  <a:lnTo>
                    <a:pt x="1237857" y="334721"/>
                  </a:lnTo>
                  <a:lnTo>
                    <a:pt x="1230072" y="334822"/>
                  </a:lnTo>
                  <a:lnTo>
                    <a:pt x="1222287" y="334737"/>
                  </a:lnTo>
                  <a:lnTo>
                    <a:pt x="1214502" y="334653"/>
                  </a:lnTo>
                  <a:lnTo>
                    <a:pt x="1206716" y="334568"/>
                  </a:lnTo>
                  <a:lnTo>
                    <a:pt x="1198931" y="334762"/>
                  </a:lnTo>
                  <a:lnTo>
                    <a:pt x="1191146" y="335013"/>
                  </a:lnTo>
                  <a:lnTo>
                    <a:pt x="1183361" y="335091"/>
                  </a:lnTo>
                  <a:lnTo>
                    <a:pt x="1175575" y="334509"/>
                  </a:lnTo>
                  <a:lnTo>
                    <a:pt x="1167790" y="334012"/>
                  </a:lnTo>
                  <a:lnTo>
                    <a:pt x="1160005" y="333486"/>
                  </a:lnTo>
                  <a:lnTo>
                    <a:pt x="1152220" y="333498"/>
                  </a:lnTo>
                  <a:lnTo>
                    <a:pt x="1144434" y="333802"/>
                  </a:lnTo>
                  <a:lnTo>
                    <a:pt x="1136649" y="333716"/>
                  </a:lnTo>
                  <a:lnTo>
                    <a:pt x="1128864" y="333630"/>
                  </a:lnTo>
                  <a:lnTo>
                    <a:pt x="1121078" y="333556"/>
                  </a:lnTo>
                  <a:lnTo>
                    <a:pt x="1113293" y="333608"/>
                  </a:lnTo>
                  <a:lnTo>
                    <a:pt x="1105508" y="333665"/>
                  </a:lnTo>
                  <a:lnTo>
                    <a:pt x="1097723" y="333721"/>
                  </a:lnTo>
                  <a:lnTo>
                    <a:pt x="1089937" y="333778"/>
                  </a:lnTo>
                  <a:lnTo>
                    <a:pt x="1082152" y="333803"/>
                  </a:lnTo>
                  <a:lnTo>
                    <a:pt x="1074367" y="333889"/>
                  </a:lnTo>
                  <a:lnTo>
                    <a:pt x="1066582" y="333782"/>
                  </a:lnTo>
                  <a:lnTo>
                    <a:pt x="1058796" y="334002"/>
                  </a:lnTo>
                  <a:lnTo>
                    <a:pt x="1051011" y="334062"/>
                  </a:lnTo>
                  <a:lnTo>
                    <a:pt x="1043226" y="334119"/>
                  </a:lnTo>
                  <a:lnTo>
                    <a:pt x="1035440" y="334171"/>
                  </a:lnTo>
                  <a:lnTo>
                    <a:pt x="1027655" y="333826"/>
                  </a:lnTo>
                  <a:lnTo>
                    <a:pt x="1019870" y="333987"/>
                  </a:lnTo>
                  <a:lnTo>
                    <a:pt x="1012085" y="334298"/>
                  </a:lnTo>
                  <a:lnTo>
                    <a:pt x="1004299" y="334399"/>
                  </a:lnTo>
                  <a:lnTo>
                    <a:pt x="996514" y="334759"/>
                  </a:lnTo>
                  <a:lnTo>
                    <a:pt x="988729" y="334909"/>
                  </a:lnTo>
                  <a:lnTo>
                    <a:pt x="980944" y="334993"/>
                  </a:lnTo>
                  <a:lnTo>
                    <a:pt x="973158" y="335260"/>
                  </a:lnTo>
                  <a:lnTo>
                    <a:pt x="965373" y="335396"/>
                  </a:lnTo>
                  <a:lnTo>
                    <a:pt x="957588" y="335291"/>
                  </a:lnTo>
                  <a:lnTo>
                    <a:pt x="949802" y="335437"/>
                  </a:lnTo>
                  <a:lnTo>
                    <a:pt x="942017" y="335603"/>
                  </a:lnTo>
                  <a:lnTo>
                    <a:pt x="934232" y="335866"/>
                  </a:lnTo>
                  <a:lnTo>
                    <a:pt x="926447" y="336413"/>
                  </a:lnTo>
                  <a:lnTo>
                    <a:pt x="918661" y="336490"/>
                  </a:lnTo>
                  <a:lnTo>
                    <a:pt x="910876" y="336262"/>
                  </a:lnTo>
                  <a:lnTo>
                    <a:pt x="903091" y="336403"/>
                  </a:lnTo>
                  <a:lnTo>
                    <a:pt x="895306" y="335934"/>
                  </a:lnTo>
                  <a:lnTo>
                    <a:pt x="887520" y="336133"/>
                  </a:lnTo>
                  <a:lnTo>
                    <a:pt x="879735" y="336332"/>
                  </a:lnTo>
                  <a:lnTo>
                    <a:pt x="871950" y="336529"/>
                  </a:lnTo>
                  <a:lnTo>
                    <a:pt x="864165" y="336679"/>
                  </a:lnTo>
                  <a:lnTo>
                    <a:pt x="856379" y="336924"/>
                  </a:lnTo>
                  <a:lnTo>
                    <a:pt x="848594" y="336900"/>
                  </a:lnTo>
                  <a:lnTo>
                    <a:pt x="840809" y="336410"/>
                  </a:lnTo>
                  <a:lnTo>
                    <a:pt x="833023" y="336212"/>
                  </a:lnTo>
                  <a:lnTo>
                    <a:pt x="825238" y="336485"/>
                  </a:lnTo>
                  <a:lnTo>
                    <a:pt x="817453" y="336449"/>
                  </a:lnTo>
                  <a:lnTo>
                    <a:pt x="809668" y="336672"/>
                  </a:lnTo>
                  <a:lnTo>
                    <a:pt x="801882" y="336905"/>
                  </a:lnTo>
                  <a:lnTo>
                    <a:pt x="794097" y="337147"/>
                  </a:lnTo>
                  <a:lnTo>
                    <a:pt x="786312" y="337377"/>
                  </a:lnTo>
                  <a:lnTo>
                    <a:pt x="778527" y="337597"/>
                  </a:lnTo>
                  <a:lnTo>
                    <a:pt x="770741" y="337715"/>
                  </a:lnTo>
                  <a:lnTo>
                    <a:pt x="762956" y="337511"/>
                  </a:lnTo>
                  <a:lnTo>
                    <a:pt x="755171" y="337876"/>
                  </a:lnTo>
                  <a:lnTo>
                    <a:pt x="747385" y="338255"/>
                  </a:lnTo>
                  <a:lnTo>
                    <a:pt x="739600" y="338626"/>
                  </a:lnTo>
                  <a:lnTo>
                    <a:pt x="731815" y="338934"/>
                  </a:lnTo>
                  <a:lnTo>
                    <a:pt x="724030" y="339061"/>
                  </a:lnTo>
                  <a:lnTo>
                    <a:pt x="716244" y="338943"/>
                  </a:lnTo>
                  <a:lnTo>
                    <a:pt x="708459" y="339610"/>
                  </a:lnTo>
                  <a:lnTo>
                    <a:pt x="700674" y="340164"/>
                  </a:lnTo>
                  <a:lnTo>
                    <a:pt x="692889" y="340212"/>
                  </a:lnTo>
                  <a:lnTo>
                    <a:pt x="685103" y="340627"/>
                  </a:lnTo>
                  <a:lnTo>
                    <a:pt x="677318" y="341030"/>
                  </a:lnTo>
                  <a:lnTo>
                    <a:pt x="669533" y="341465"/>
                  </a:lnTo>
                  <a:lnTo>
                    <a:pt x="661747" y="341883"/>
                  </a:lnTo>
                  <a:lnTo>
                    <a:pt x="653962" y="342089"/>
                  </a:lnTo>
                  <a:lnTo>
                    <a:pt x="646177" y="342438"/>
                  </a:lnTo>
                  <a:lnTo>
                    <a:pt x="638392" y="342557"/>
                  </a:lnTo>
                  <a:lnTo>
                    <a:pt x="630606" y="342730"/>
                  </a:lnTo>
                  <a:lnTo>
                    <a:pt x="622821" y="342891"/>
                  </a:lnTo>
                  <a:lnTo>
                    <a:pt x="615036" y="343092"/>
                  </a:lnTo>
                  <a:lnTo>
                    <a:pt x="607251" y="343579"/>
                  </a:lnTo>
                  <a:lnTo>
                    <a:pt x="599465" y="344042"/>
                  </a:lnTo>
                  <a:lnTo>
                    <a:pt x="591680" y="344797"/>
                  </a:lnTo>
                  <a:lnTo>
                    <a:pt x="583895" y="345548"/>
                  </a:lnTo>
                  <a:lnTo>
                    <a:pt x="576110" y="346039"/>
                  </a:lnTo>
                  <a:lnTo>
                    <a:pt x="568324" y="346606"/>
                  </a:lnTo>
                  <a:lnTo>
                    <a:pt x="560539" y="346780"/>
                  </a:lnTo>
                  <a:lnTo>
                    <a:pt x="552754" y="346950"/>
                  </a:lnTo>
                  <a:lnTo>
                    <a:pt x="544968" y="347125"/>
                  </a:lnTo>
                  <a:lnTo>
                    <a:pt x="537183" y="347346"/>
                  </a:lnTo>
                  <a:lnTo>
                    <a:pt x="529398" y="348011"/>
                  </a:lnTo>
                  <a:lnTo>
                    <a:pt x="521613" y="348675"/>
                  </a:lnTo>
                  <a:lnTo>
                    <a:pt x="513827" y="349202"/>
                  </a:lnTo>
                  <a:lnTo>
                    <a:pt x="506042" y="349595"/>
                  </a:lnTo>
                  <a:lnTo>
                    <a:pt x="498257" y="349988"/>
                  </a:lnTo>
                  <a:lnTo>
                    <a:pt x="490472" y="350380"/>
                  </a:lnTo>
                  <a:lnTo>
                    <a:pt x="482686" y="350772"/>
                  </a:lnTo>
                  <a:lnTo>
                    <a:pt x="474901" y="351127"/>
                  </a:lnTo>
                  <a:lnTo>
                    <a:pt x="467116" y="351492"/>
                  </a:lnTo>
                  <a:lnTo>
                    <a:pt x="459330" y="351878"/>
                  </a:lnTo>
                  <a:lnTo>
                    <a:pt x="451545" y="352240"/>
                  </a:lnTo>
                  <a:lnTo>
                    <a:pt x="443760" y="352602"/>
                  </a:lnTo>
                  <a:lnTo>
                    <a:pt x="435975" y="352963"/>
                  </a:lnTo>
                  <a:lnTo>
                    <a:pt x="428189" y="353324"/>
                  </a:lnTo>
                  <a:lnTo>
                    <a:pt x="420404" y="353900"/>
                  </a:lnTo>
                  <a:lnTo>
                    <a:pt x="412619" y="354539"/>
                  </a:lnTo>
                  <a:lnTo>
                    <a:pt x="404834" y="354928"/>
                  </a:lnTo>
                  <a:lnTo>
                    <a:pt x="397048" y="355061"/>
                  </a:lnTo>
                  <a:lnTo>
                    <a:pt x="389263" y="355439"/>
                  </a:lnTo>
                  <a:lnTo>
                    <a:pt x="381478" y="355834"/>
                  </a:lnTo>
                  <a:lnTo>
                    <a:pt x="373692" y="356225"/>
                  </a:lnTo>
                  <a:lnTo>
                    <a:pt x="365907" y="356614"/>
                  </a:lnTo>
                  <a:lnTo>
                    <a:pt x="358122" y="356992"/>
                  </a:lnTo>
                  <a:lnTo>
                    <a:pt x="350337" y="357254"/>
                  </a:lnTo>
                  <a:lnTo>
                    <a:pt x="342551" y="357527"/>
                  </a:lnTo>
                  <a:lnTo>
                    <a:pt x="334766" y="357763"/>
                  </a:lnTo>
                  <a:lnTo>
                    <a:pt x="326981" y="358427"/>
                  </a:lnTo>
                  <a:lnTo>
                    <a:pt x="319196" y="358911"/>
                  </a:lnTo>
                  <a:lnTo>
                    <a:pt x="311410" y="358967"/>
                  </a:lnTo>
                  <a:lnTo>
                    <a:pt x="303625" y="359435"/>
                  </a:lnTo>
                  <a:lnTo>
                    <a:pt x="295840" y="359967"/>
                  </a:lnTo>
                  <a:lnTo>
                    <a:pt x="288055" y="360396"/>
                  </a:lnTo>
                  <a:lnTo>
                    <a:pt x="280269" y="360844"/>
                  </a:lnTo>
                  <a:lnTo>
                    <a:pt x="272484" y="361526"/>
                  </a:lnTo>
                  <a:lnTo>
                    <a:pt x="264699" y="362610"/>
                  </a:lnTo>
                  <a:lnTo>
                    <a:pt x="256913" y="363069"/>
                  </a:lnTo>
                  <a:lnTo>
                    <a:pt x="249128" y="363779"/>
                  </a:lnTo>
                  <a:lnTo>
                    <a:pt x="241343" y="364001"/>
                  </a:lnTo>
                  <a:lnTo>
                    <a:pt x="233558" y="364252"/>
                  </a:lnTo>
                  <a:lnTo>
                    <a:pt x="225772" y="364699"/>
                  </a:lnTo>
                  <a:lnTo>
                    <a:pt x="217987" y="365035"/>
                  </a:lnTo>
                  <a:lnTo>
                    <a:pt x="210202" y="365440"/>
                  </a:lnTo>
                  <a:lnTo>
                    <a:pt x="202417" y="366000"/>
                  </a:lnTo>
                  <a:lnTo>
                    <a:pt x="194631" y="366233"/>
                  </a:lnTo>
                  <a:lnTo>
                    <a:pt x="186846" y="366590"/>
                  </a:lnTo>
                  <a:lnTo>
                    <a:pt x="179061" y="366865"/>
                  </a:lnTo>
                  <a:lnTo>
                    <a:pt x="171275" y="367321"/>
                  </a:lnTo>
                  <a:lnTo>
                    <a:pt x="163490" y="367755"/>
                  </a:lnTo>
                  <a:lnTo>
                    <a:pt x="155705" y="368237"/>
                  </a:lnTo>
                  <a:lnTo>
                    <a:pt x="147920" y="368579"/>
                  </a:lnTo>
                  <a:lnTo>
                    <a:pt x="140134" y="369200"/>
                  </a:lnTo>
                  <a:lnTo>
                    <a:pt x="132349" y="370260"/>
                  </a:lnTo>
                  <a:lnTo>
                    <a:pt x="124564" y="370981"/>
                  </a:lnTo>
                  <a:lnTo>
                    <a:pt x="116779" y="371685"/>
                  </a:lnTo>
                  <a:lnTo>
                    <a:pt x="108993" y="372193"/>
                  </a:lnTo>
                  <a:lnTo>
                    <a:pt x="101208" y="372697"/>
                  </a:lnTo>
                  <a:lnTo>
                    <a:pt x="93423" y="373239"/>
                  </a:lnTo>
                  <a:lnTo>
                    <a:pt x="85637" y="374071"/>
                  </a:lnTo>
                  <a:lnTo>
                    <a:pt x="77852" y="374829"/>
                  </a:lnTo>
                  <a:lnTo>
                    <a:pt x="70067" y="375653"/>
                  </a:lnTo>
                  <a:lnTo>
                    <a:pt x="62282" y="376500"/>
                  </a:lnTo>
                  <a:lnTo>
                    <a:pt x="54496" y="377077"/>
                  </a:lnTo>
                  <a:lnTo>
                    <a:pt x="46711" y="378097"/>
                  </a:lnTo>
                  <a:lnTo>
                    <a:pt x="38926" y="379013"/>
                  </a:lnTo>
                  <a:lnTo>
                    <a:pt x="31141" y="379518"/>
                  </a:lnTo>
                  <a:lnTo>
                    <a:pt x="23355" y="380030"/>
                  </a:lnTo>
                  <a:lnTo>
                    <a:pt x="15570" y="380542"/>
                  </a:lnTo>
                  <a:lnTo>
                    <a:pt x="7785" y="381049"/>
                  </a:lnTo>
                  <a:lnTo>
                    <a:pt x="0" y="381549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8"/>
            <p:cNvSpPr/>
            <p:nvPr/>
          </p:nvSpPr>
          <p:spPr>
            <a:xfrm>
              <a:off x="1247627" y="3480953"/>
              <a:ext cx="2016385" cy="164806"/>
            </a:xfrm>
            <a:custGeom>
              <a:avLst/>
              <a:pathLst>
                <a:path w="2016385" h="164806">
                  <a:moveTo>
                    <a:pt x="0" y="164075"/>
                  </a:moveTo>
                  <a:lnTo>
                    <a:pt x="7785" y="164081"/>
                  </a:lnTo>
                  <a:lnTo>
                    <a:pt x="15570" y="164317"/>
                  </a:lnTo>
                  <a:lnTo>
                    <a:pt x="23355" y="164490"/>
                  </a:lnTo>
                  <a:lnTo>
                    <a:pt x="31141" y="163874"/>
                  </a:lnTo>
                  <a:lnTo>
                    <a:pt x="38926" y="163702"/>
                  </a:lnTo>
                  <a:lnTo>
                    <a:pt x="46711" y="163941"/>
                  </a:lnTo>
                  <a:lnTo>
                    <a:pt x="54496" y="164447"/>
                  </a:lnTo>
                  <a:lnTo>
                    <a:pt x="62282" y="164806"/>
                  </a:lnTo>
                  <a:lnTo>
                    <a:pt x="70067" y="164554"/>
                  </a:lnTo>
                  <a:lnTo>
                    <a:pt x="77852" y="164303"/>
                  </a:lnTo>
                  <a:lnTo>
                    <a:pt x="85637" y="164052"/>
                  </a:lnTo>
                  <a:lnTo>
                    <a:pt x="93423" y="163801"/>
                  </a:lnTo>
                  <a:lnTo>
                    <a:pt x="101208" y="163550"/>
                  </a:lnTo>
                  <a:lnTo>
                    <a:pt x="108993" y="163313"/>
                  </a:lnTo>
                  <a:lnTo>
                    <a:pt x="116779" y="163079"/>
                  </a:lnTo>
                  <a:lnTo>
                    <a:pt x="124564" y="163281"/>
                  </a:lnTo>
                  <a:lnTo>
                    <a:pt x="132349" y="163749"/>
                  </a:lnTo>
                  <a:lnTo>
                    <a:pt x="140134" y="163780"/>
                  </a:lnTo>
                  <a:lnTo>
                    <a:pt x="147920" y="163305"/>
                  </a:lnTo>
                  <a:lnTo>
                    <a:pt x="155705" y="162831"/>
                  </a:lnTo>
                  <a:lnTo>
                    <a:pt x="163490" y="162357"/>
                  </a:lnTo>
                  <a:lnTo>
                    <a:pt x="171275" y="161883"/>
                  </a:lnTo>
                  <a:lnTo>
                    <a:pt x="179061" y="161413"/>
                  </a:lnTo>
                  <a:lnTo>
                    <a:pt x="186846" y="161341"/>
                  </a:lnTo>
                  <a:lnTo>
                    <a:pt x="194631" y="161468"/>
                  </a:lnTo>
                  <a:lnTo>
                    <a:pt x="202417" y="161603"/>
                  </a:lnTo>
                  <a:lnTo>
                    <a:pt x="210202" y="161511"/>
                  </a:lnTo>
                  <a:lnTo>
                    <a:pt x="217987" y="161310"/>
                  </a:lnTo>
                  <a:lnTo>
                    <a:pt x="225772" y="160783"/>
                  </a:lnTo>
                  <a:lnTo>
                    <a:pt x="233558" y="160113"/>
                  </a:lnTo>
                  <a:lnTo>
                    <a:pt x="241343" y="159454"/>
                  </a:lnTo>
                  <a:lnTo>
                    <a:pt x="249128" y="159124"/>
                  </a:lnTo>
                  <a:lnTo>
                    <a:pt x="256913" y="159705"/>
                  </a:lnTo>
                  <a:lnTo>
                    <a:pt x="264699" y="159882"/>
                  </a:lnTo>
                  <a:lnTo>
                    <a:pt x="272484" y="159567"/>
                  </a:lnTo>
                  <a:lnTo>
                    <a:pt x="280269" y="159298"/>
                  </a:lnTo>
                  <a:lnTo>
                    <a:pt x="288055" y="158800"/>
                  </a:lnTo>
                  <a:lnTo>
                    <a:pt x="295840" y="158301"/>
                  </a:lnTo>
                  <a:lnTo>
                    <a:pt x="303625" y="158145"/>
                  </a:lnTo>
                  <a:lnTo>
                    <a:pt x="311410" y="158365"/>
                  </a:lnTo>
                  <a:lnTo>
                    <a:pt x="319196" y="158051"/>
                  </a:lnTo>
                  <a:lnTo>
                    <a:pt x="326981" y="157512"/>
                  </a:lnTo>
                  <a:lnTo>
                    <a:pt x="334766" y="157421"/>
                  </a:lnTo>
                  <a:lnTo>
                    <a:pt x="342551" y="157872"/>
                  </a:lnTo>
                  <a:lnTo>
                    <a:pt x="350337" y="157468"/>
                  </a:lnTo>
                  <a:lnTo>
                    <a:pt x="358122" y="157365"/>
                  </a:lnTo>
                  <a:lnTo>
                    <a:pt x="365907" y="156878"/>
                  </a:lnTo>
                  <a:lnTo>
                    <a:pt x="373692" y="156835"/>
                  </a:lnTo>
                  <a:lnTo>
                    <a:pt x="381478" y="156841"/>
                  </a:lnTo>
                  <a:lnTo>
                    <a:pt x="389263" y="156848"/>
                  </a:lnTo>
                  <a:lnTo>
                    <a:pt x="397048" y="156788"/>
                  </a:lnTo>
                  <a:lnTo>
                    <a:pt x="404834" y="156451"/>
                  </a:lnTo>
                  <a:lnTo>
                    <a:pt x="412619" y="156114"/>
                  </a:lnTo>
                  <a:lnTo>
                    <a:pt x="420404" y="155128"/>
                  </a:lnTo>
                  <a:lnTo>
                    <a:pt x="428189" y="154786"/>
                  </a:lnTo>
                  <a:lnTo>
                    <a:pt x="435975" y="154118"/>
                  </a:lnTo>
                  <a:lnTo>
                    <a:pt x="443760" y="153915"/>
                  </a:lnTo>
                  <a:lnTo>
                    <a:pt x="451545" y="153368"/>
                  </a:lnTo>
                  <a:lnTo>
                    <a:pt x="459330" y="153088"/>
                  </a:lnTo>
                  <a:lnTo>
                    <a:pt x="467116" y="153224"/>
                  </a:lnTo>
                  <a:lnTo>
                    <a:pt x="474901" y="152722"/>
                  </a:lnTo>
                  <a:lnTo>
                    <a:pt x="482686" y="152007"/>
                  </a:lnTo>
                  <a:lnTo>
                    <a:pt x="490472" y="151292"/>
                  </a:lnTo>
                  <a:lnTo>
                    <a:pt x="498257" y="150764"/>
                  </a:lnTo>
                  <a:lnTo>
                    <a:pt x="506042" y="150513"/>
                  </a:lnTo>
                  <a:lnTo>
                    <a:pt x="513827" y="150091"/>
                  </a:lnTo>
                  <a:lnTo>
                    <a:pt x="521613" y="149993"/>
                  </a:lnTo>
                  <a:lnTo>
                    <a:pt x="529398" y="149721"/>
                  </a:lnTo>
                  <a:lnTo>
                    <a:pt x="537183" y="149466"/>
                  </a:lnTo>
                  <a:lnTo>
                    <a:pt x="544968" y="149220"/>
                  </a:lnTo>
                  <a:lnTo>
                    <a:pt x="552754" y="148973"/>
                  </a:lnTo>
                  <a:lnTo>
                    <a:pt x="560539" y="148629"/>
                  </a:lnTo>
                  <a:lnTo>
                    <a:pt x="568324" y="147697"/>
                  </a:lnTo>
                  <a:lnTo>
                    <a:pt x="576110" y="146766"/>
                  </a:lnTo>
                  <a:lnTo>
                    <a:pt x="583895" y="146504"/>
                  </a:lnTo>
                  <a:lnTo>
                    <a:pt x="591680" y="146371"/>
                  </a:lnTo>
                  <a:lnTo>
                    <a:pt x="599465" y="146245"/>
                  </a:lnTo>
                  <a:lnTo>
                    <a:pt x="607251" y="146217"/>
                  </a:lnTo>
                  <a:lnTo>
                    <a:pt x="615036" y="146287"/>
                  </a:lnTo>
                  <a:lnTo>
                    <a:pt x="622821" y="145835"/>
                  </a:lnTo>
                  <a:lnTo>
                    <a:pt x="630606" y="145050"/>
                  </a:lnTo>
                  <a:lnTo>
                    <a:pt x="638392" y="144430"/>
                  </a:lnTo>
                  <a:lnTo>
                    <a:pt x="646177" y="143896"/>
                  </a:lnTo>
                  <a:lnTo>
                    <a:pt x="653962" y="143190"/>
                  </a:lnTo>
                  <a:lnTo>
                    <a:pt x="661747" y="142335"/>
                  </a:lnTo>
                  <a:lnTo>
                    <a:pt x="669533" y="141235"/>
                  </a:lnTo>
                  <a:lnTo>
                    <a:pt x="677318" y="140132"/>
                  </a:lnTo>
                  <a:lnTo>
                    <a:pt x="685103" y="139729"/>
                  </a:lnTo>
                  <a:lnTo>
                    <a:pt x="692889" y="139215"/>
                  </a:lnTo>
                  <a:lnTo>
                    <a:pt x="700674" y="138347"/>
                  </a:lnTo>
                  <a:lnTo>
                    <a:pt x="708459" y="137665"/>
                  </a:lnTo>
                  <a:lnTo>
                    <a:pt x="716244" y="136893"/>
                  </a:lnTo>
                  <a:lnTo>
                    <a:pt x="724030" y="136134"/>
                  </a:lnTo>
                  <a:lnTo>
                    <a:pt x="731815" y="135861"/>
                  </a:lnTo>
                  <a:lnTo>
                    <a:pt x="739600" y="135006"/>
                  </a:lnTo>
                  <a:lnTo>
                    <a:pt x="747385" y="133821"/>
                  </a:lnTo>
                  <a:lnTo>
                    <a:pt x="755171" y="133262"/>
                  </a:lnTo>
                  <a:lnTo>
                    <a:pt x="762956" y="133086"/>
                  </a:lnTo>
                  <a:lnTo>
                    <a:pt x="770741" y="132766"/>
                  </a:lnTo>
                  <a:lnTo>
                    <a:pt x="778527" y="132548"/>
                  </a:lnTo>
                  <a:lnTo>
                    <a:pt x="786312" y="131218"/>
                  </a:lnTo>
                  <a:lnTo>
                    <a:pt x="794097" y="129977"/>
                  </a:lnTo>
                  <a:lnTo>
                    <a:pt x="801882" y="130218"/>
                  </a:lnTo>
                  <a:lnTo>
                    <a:pt x="809668" y="130462"/>
                  </a:lnTo>
                  <a:lnTo>
                    <a:pt x="817453" y="129452"/>
                  </a:lnTo>
                  <a:lnTo>
                    <a:pt x="825238" y="127969"/>
                  </a:lnTo>
                  <a:lnTo>
                    <a:pt x="833023" y="127357"/>
                  </a:lnTo>
                  <a:lnTo>
                    <a:pt x="840809" y="126825"/>
                  </a:lnTo>
                  <a:lnTo>
                    <a:pt x="848594" y="125880"/>
                  </a:lnTo>
                  <a:lnTo>
                    <a:pt x="856379" y="125168"/>
                  </a:lnTo>
                  <a:lnTo>
                    <a:pt x="864165" y="124223"/>
                  </a:lnTo>
                  <a:lnTo>
                    <a:pt x="871950" y="123124"/>
                  </a:lnTo>
                  <a:lnTo>
                    <a:pt x="879735" y="122026"/>
                  </a:lnTo>
                  <a:lnTo>
                    <a:pt x="887520" y="121482"/>
                  </a:lnTo>
                  <a:lnTo>
                    <a:pt x="895306" y="121303"/>
                  </a:lnTo>
                  <a:lnTo>
                    <a:pt x="903091" y="120703"/>
                  </a:lnTo>
                  <a:lnTo>
                    <a:pt x="910876" y="120082"/>
                  </a:lnTo>
                  <a:lnTo>
                    <a:pt x="918661" y="119675"/>
                  </a:lnTo>
                  <a:lnTo>
                    <a:pt x="926447" y="119114"/>
                  </a:lnTo>
                  <a:lnTo>
                    <a:pt x="934232" y="119156"/>
                  </a:lnTo>
                  <a:lnTo>
                    <a:pt x="942017" y="118715"/>
                  </a:lnTo>
                  <a:lnTo>
                    <a:pt x="949802" y="117847"/>
                  </a:lnTo>
                  <a:lnTo>
                    <a:pt x="957588" y="117523"/>
                  </a:lnTo>
                  <a:lnTo>
                    <a:pt x="965373" y="117186"/>
                  </a:lnTo>
                  <a:lnTo>
                    <a:pt x="973158" y="116554"/>
                  </a:lnTo>
                  <a:lnTo>
                    <a:pt x="980944" y="115910"/>
                  </a:lnTo>
                  <a:lnTo>
                    <a:pt x="988729" y="115083"/>
                  </a:lnTo>
                  <a:lnTo>
                    <a:pt x="996514" y="114569"/>
                  </a:lnTo>
                  <a:lnTo>
                    <a:pt x="1004299" y="113847"/>
                  </a:lnTo>
                  <a:lnTo>
                    <a:pt x="1012085" y="112887"/>
                  </a:lnTo>
                  <a:lnTo>
                    <a:pt x="1019870" y="111850"/>
                  </a:lnTo>
                  <a:lnTo>
                    <a:pt x="1027655" y="111343"/>
                  </a:lnTo>
                  <a:lnTo>
                    <a:pt x="1035440" y="110809"/>
                  </a:lnTo>
                  <a:lnTo>
                    <a:pt x="1043226" y="109837"/>
                  </a:lnTo>
                  <a:lnTo>
                    <a:pt x="1051011" y="109377"/>
                  </a:lnTo>
                  <a:lnTo>
                    <a:pt x="1058796" y="108941"/>
                  </a:lnTo>
                  <a:lnTo>
                    <a:pt x="1066582" y="108494"/>
                  </a:lnTo>
                  <a:lnTo>
                    <a:pt x="1074367" y="108009"/>
                  </a:lnTo>
                  <a:lnTo>
                    <a:pt x="1082152" y="107160"/>
                  </a:lnTo>
                  <a:lnTo>
                    <a:pt x="1089937" y="106284"/>
                  </a:lnTo>
                  <a:lnTo>
                    <a:pt x="1097723" y="105178"/>
                  </a:lnTo>
                  <a:lnTo>
                    <a:pt x="1105508" y="103944"/>
                  </a:lnTo>
                  <a:lnTo>
                    <a:pt x="1113293" y="102942"/>
                  </a:lnTo>
                  <a:lnTo>
                    <a:pt x="1121078" y="101855"/>
                  </a:lnTo>
                  <a:lnTo>
                    <a:pt x="1128864" y="100702"/>
                  </a:lnTo>
                  <a:lnTo>
                    <a:pt x="1136649" y="99449"/>
                  </a:lnTo>
                  <a:lnTo>
                    <a:pt x="1144434" y="98552"/>
                  </a:lnTo>
                  <a:lnTo>
                    <a:pt x="1152220" y="97457"/>
                  </a:lnTo>
                  <a:lnTo>
                    <a:pt x="1160005" y="96318"/>
                  </a:lnTo>
                  <a:lnTo>
                    <a:pt x="1167790" y="95168"/>
                  </a:lnTo>
                  <a:lnTo>
                    <a:pt x="1175575" y="94190"/>
                  </a:lnTo>
                  <a:lnTo>
                    <a:pt x="1183361" y="93130"/>
                  </a:lnTo>
                  <a:lnTo>
                    <a:pt x="1191146" y="92014"/>
                  </a:lnTo>
                  <a:lnTo>
                    <a:pt x="1198931" y="90976"/>
                  </a:lnTo>
                  <a:lnTo>
                    <a:pt x="1206716" y="90055"/>
                  </a:lnTo>
                  <a:lnTo>
                    <a:pt x="1214502" y="89348"/>
                  </a:lnTo>
                  <a:lnTo>
                    <a:pt x="1222287" y="88770"/>
                  </a:lnTo>
                  <a:lnTo>
                    <a:pt x="1230072" y="87929"/>
                  </a:lnTo>
                  <a:lnTo>
                    <a:pt x="1237857" y="87214"/>
                  </a:lnTo>
                  <a:lnTo>
                    <a:pt x="1245643" y="86218"/>
                  </a:lnTo>
                  <a:lnTo>
                    <a:pt x="1253428" y="85308"/>
                  </a:lnTo>
                  <a:lnTo>
                    <a:pt x="1261213" y="84193"/>
                  </a:lnTo>
                  <a:lnTo>
                    <a:pt x="1268999" y="83081"/>
                  </a:lnTo>
                  <a:lnTo>
                    <a:pt x="1276784" y="81972"/>
                  </a:lnTo>
                  <a:lnTo>
                    <a:pt x="1284569" y="81470"/>
                  </a:lnTo>
                  <a:lnTo>
                    <a:pt x="1292354" y="80942"/>
                  </a:lnTo>
                  <a:lnTo>
                    <a:pt x="1300140" y="79839"/>
                  </a:lnTo>
                  <a:lnTo>
                    <a:pt x="1307925" y="79025"/>
                  </a:lnTo>
                  <a:lnTo>
                    <a:pt x="1315710" y="78039"/>
                  </a:lnTo>
                  <a:lnTo>
                    <a:pt x="1323495" y="77056"/>
                  </a:lnTo>
                  <a:lnTo>
                    <a:pt x="1331281" y="76083"/>
                  </a:lnTo>
                  <a:lnTo>
                    <a:pt x="1339066" y="75121"/>
                  </a:lnTo>
                  <a:lnTo>
                    <a:pt x="1346851" y="74162"/>
                  </a:lnTo>
                  <a:lnTo>
                    <a:pt x="1354637" y="73193"/>
                  </a:lnTo>
                  <a:lnTo>
                    <a:pt x="1362422" y="72216"/>
                  </a:lnTo>
                  <a:lnTo>
                    <a:pt x="1370207" y="71242"/>
                  </a:lnTo>
                  <a:lnTo>
                    <a:pt x="1377992" y="70278"/>
                  </a:lnTo>
                  <a:lnTo>
                    <a:pt x="1385778" y="69328"/>
                  </a:lnTo>
                  <a:lnTo>
                    <a:pt x="1393563" y="68048"/>
                  </a:lnTo>
                  <a:lnTo>
                    <a:pt x="1401348" y="67418"/>
                  </a:lnTo>
                  <a:lnTo>
                    <a:pt x="1409133" y="66506"/>
                  </a:lnTo>
                  <a:lnTo>
                    <a:pt x="1416919" y="65590"/>
                  </a:lnTo>
                  <a:lnTo>
                    <a:pt x="1424704" y="65021"/>
                  </a:lnTo>
                  <a:lnTo>
                    <a:pt x="1432489" y="63970"/>
                  </a:lnTo>
                  <a:lnTo>
                    <a:pt x="1440275" y="62823"/>
                  </a:lnTo>
                  <a:lnTo>
                    <a:pt x="1448060" y="61814"/>
                  </a:lnTo>
                  <a:lnTo>
                    <a:pt x="1455845" y="60837"/>
                  </a:lnTo>
                  <a:lnTo>
                    <a:pt x="1463630" y="59687"/>
                  </a:lnTo>
                  <a:lnTo>
                    <a:pt x="1471416" y="58393"/>
                  </a:lnTo>
                  <a:lnTo>
                    <a:pt x="1479201" y="57127"/>
                  </a:lnTo>
                  <a:lnTo>
                    <a:pt x="1486986" y="55996"/>
                  </a:lnTo>
                  <a:lnTo>
                    <a:pt x="1494771" y="54878"/>
                  </a:lnTo>
                  <a:lnTo>
                    <a:pt x="1502557" y="54216"/>
                  </a:lnTo>
                  <a:lnTo>
                    <a:pt x="1510342" y="53290"/>
                  </a:lnTo>
                  <a:lnTo>
                    <a:pt x="1518127" y="52228"/>
                  </a:lnTo>
                  <a:lnTo>
                    <a:pt x="1525912" y="51177"/>
                  </a:lnTo>
                  <a:lnTo>
                    <a:pt x="1533698" y="50132"/>
                  </a:lnTo>
                  <a:lnTo>
                    <a:pt x="1541483" y="49304"/>
                  </a:lnTo>
                  <a:lnTo>
                    <a:pt x="1549268" y="48573"/>
                  </a:lnTo>
                  <a:lnTo>
                    <a:pt x="1557054" y="47844"/>
                  </a:lnTo>
                  <a:lnTo>
                    <a:pt x="1564839" y="47133"/>
                  </a:lnTo>
                  <a:lnTo>
                    <a:pt x="1572624" y="46244"/>
                  </a:lnTo>
                  <a:lnTo>
                    <a:pt x="1580409" y="45703"/>
                  </a:lnTo>
                  <a:lnTo>
                    <a:pt x="1588195" y="44983"/>
                  </a:lnTo>
                  <a:lnTo>
                    <a:pt x="1595980" y="44265"/>
                  </a:lnTo>
                  <a:lnTo>
                    <a:pt x="1603765" y="43336"/>
                  </a:lnTo>
                  <a:lnTo>
                    <a:pt x="1611550" y="42304"/>
                  </a:lnTo>
                  <a:lnTo>
                    <a:pt x="1619336" y="41276"/>
                  </a:lnTo>
                  <a:lnTo>
                    <a:pt x="1627121" y="40252"/>
                  </a:lnTo>
                  <a:lnTo>
                    <a:pt x="1634906" y="39232"/>
                  </a:lnTo>
                  <a:lnTo>
                    <a:pt x="1642692" y="38216"/>
                  </a:lnTo>
                  <a:lnTo>
                    <a:pt x="1650477" y="37204"/>
                  </a:lnTo>
                  <a:lnTo>
                    <a:pt x="1658262" y="36196"/>
                  </a:lnTo>
                  <a:lnTo>
                    <a:pt x="1666047" y="35142"/>
                  </a:lnTo>
                  <a:lnTo>
                    <a:pt x="1673833" y="34209"/>
                  </a:lnTo>
                  <a:lnTo>
                    <a:pt x="1681618" y="33452"/>
                  </a:lnTo>
                  <a:lnTo>
                    <a:pt x="1689403" y="32707"/>
                  </a:lnTo>
                  <a:lnTo>
                    <a:pt x="1697188" y="31960"/>
                  </a:lnTo>
                  <a:lnTo>
                    <a:pt x="1704974" y="31210"/>
                  </a:lnTo>
                  <a:lnTo>
                    <a:pt x="1712759" y="30463"/>
                  </a:lnTo>
                  <a:lnTo>
                    <a:pt x="1720544" y="29724"/>
                  </a:lnTo>
                  <a:lnTo>
                    <a:pt x="1728330" y="28987"/>
                  </a:lnTo>
                  <a:lnTo>
                    <a:pt x="1736115" y="28254"/>
                  </a:lnTo>
                  <a:lnTo>
                    <a:pt x="1743900" y="27525"/>
                  </a:lnTo>
                  <a:lnTo>
                    <a:pt x="1751685" y="26799"/>
                  </a:lnTo>
                  <a:lnTo>
                    <a:pt x="1759471" y="26075"/>
                  </a:lnTo>
                  <a:lnTo>
                    <a:pt x="1767256" y="25053"/>
                  </a:lnTo>
                  <a:lnTo>
                    <a:pt x="1775041" y="24339"/>
                  </a:lnTo>
                  <a:lnTo>
                    <a:pt x="1782826" y="23714"/>
                  </a:lnTo>
                  <a:lnTo>
                    <a:pt x="1790612" y="23094"/>
                  </a:lnTo>
                  <a:lnTo>
                    <a:pt x="1798397" y="22153"/>
                  </a:lnTo>
                  <a:lnTo>
                    <a:pt x="1806182" y="21143"/>
                  </a:lnTo>
                  <a:lnTo>
                    <a:pt x="1813967" y="20118"/>
                  </a:lnTo>
                  <a:lnTo>
                    <a:pt x="1821753" y="19300"/>
                  </a:lnTo>
                  <a:lnTo>
                    <a:pt x="1829538" y="18080"/>
                  </a:lnTo>
                  <a:lnTo>
                    <a:pt x="1837323" y="17355"/>
                  </a:lnTo>
                  <a:lnTo>
                    <a:pt x="1845109" y="16483"/>
                  </a:lnTo>
                  <a:lnTo>
                    <a:pt x="1852894" y="15315"/>
                  </a:lnTo>
                  <a:lnTo>
                    <a:pt x="1860679" y="14153"/>
                  </a:lnTo>
                  <a:lnTo>
                    <a:pt x="1868464" y="13072"/>
                  </a:lnTo>
                  <a:lnTo>
                    <a:pt x="1876250" y="12313"/>
                  </a:lnTo>
                  <a:lnTo>
                    <a:pt x="1884035" y="11556"/>
                  </a:lnTo>
                  <a:lnTo>
                    <a:pt x="1891820" y="10812"/>
                  </a:lnTo>
                  <a:lnTo>
                    <a:pt x="1899605" y="10073"/>
                  </a:lnTo>
                  <a:lnTo>
                    <a:pt x="1907391" y="9334"/>
                  </a:lnTo>
                  <a:lnTo>
                    <a:pt x="1915176" y="8689"/>
                  </a:lnTo>
                  <a:lnTo>
                    <a:pt x="1922961" y="8109"/>
                  </a:lnTo>
                  <a:lnTo>
                    <a:pt x="1930747" y="7530"/>
                  </a:lnTo>
                  <a:lnTo>
                    <a:pt x="1938532" y="6954"/>
                  </a:lnTo>
                  <a:lnTo>
                    <a:pt x="1946317" y="6348"/>
                  </a:lnTo>
                  <a:lnTo>
                    <a:pt x="1954102" y="5462"/>
                  </a:lnTo>
                  <a:lnTo>
                    <a:pt x="1961888" y="4581"/>
                  </a:lnTo>
                  <a:lnTo>
                    <a:pt x="1969673" y="3704"/>
                  </a:lnTo>
                  <a:lnTo>
                    <a:pt x="1977458" y="2915"/>
                  </a:lnTo>
                  <a:lnTo>
                    <a:pt x="1985243" y="2326"/>
                  </a:lnTo>
                  <a:lnTo>
                    <a:pt x="1993029" y="1741"/>
                  </a:lnTo>
                  <a:lnTo>
                    <a:pt x="2000814" y="1158"/>
                  </a:lnTo>
                  <a:lnTo>
                    <a:pt x="2008599" y="57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1247627" y="3814440"/>
              <a:ext cx="2016385" cy="48062"/>
            </a:xfrm>
            <a:custGeom>
              <a:avLst/>
              <a:pathLst>
                <a:path w="2016385" h="48062">
                  <a:moveTo>
                    <a:pt x="2016385" y="21995"/>
                  </a:moveTo>
                  <a:lnTo>
                    <a:pt x="2008599" y="21754"/>
                  </a:lnTo>
                  <a:lnTo>
                    <a:pt x="2000814" y="21497"/>
                  </a:lnTo>
                  <a:lnTo>
                    <a:pt x="1993029" y="21256"/>
                  </a:lnTo>
                  <a:lnTo>
                    <a:pt x="1985243" y="21009"/>
                  </a:lnTo>
                  <a:lnTo>
                    <a:pt x="1977458" y="20871"/>
                  </a:lnTo>
                  <a:lnTo>
                    <a:pt x="1969673" y="20798"/>
                  </a:lnTo>
                  <a:lnTo>
                    <a:pt x="1961888" y="20726"/>
                  </a:lnTo>
                  <a:lnTo>
                    <a:pt x="1954102" y="20423"/>
                  </a:lnTo>
                  <a:lnTo>
                    <a:pt x="1946317" y="20105"/>
                  </a:lnTo>
                  <a:lnTo>
                    <a:pt x="1938532" y="19787"/>
                  </a:lnTo>
                  <a:lnTo>
                    <a:pt x="1930747" y="19469"/>
                  </a:lnTo>
                  <a:lnTo>
                    <a:pt x="1922961" y="19150"/>
                  </a:lnTo>
                  <a:lnTo>
                    <a:pt x="1915176" y="18831"/>
                  </a:lnTo>
                  <a:lnTo>
                    <a:pt x="1907391" y="18512"/>
                  </a:lnTo>
                  <a:lnTo>
                    <a:pt x="1899605" y="18256"/>
                  </a:lnTo>
                  <a:lnTo>
                    <a:pt x="1891820" y="18004"/>
                  </a:lnTo>
                  <a:lnTo>
                    <a:pt x="1884035" y="17753"/>
                  </a:lnTo>
                  <a:lnTo>
                    <a:pt x="1876250" y="17501"/>
                  </a:lnTo>
                  <a:lnTo>
                    <a:pt x="1868464" y="17249"/>
                  </a:lnTo>
                  <a:lnTo>
                    <a:pt x="1860679" y="16996"/>
                  </a:lnTo>
                  <a:lnTo>
                    <a:pt x="1852894" y="16744"/>
                  </a:lnTo>
                  <a:lnTo>
                    <a:pt x="1845109" y="16491"/>
                  </a:lnTo>
                  <a:lnTo>
                    <a:pt x="1837323" y="16239"/>
                  </a:lnTo>
                  <a:lnTo>
                    <a:pt x="1829538" y="15986"/>
                  </a:lnTo>
                  <a:lnTo>
                    <a:pt x="1821753" y="15869"/>
                  </a:lnTo>
                  <a:lnTo>
                    <a:pt x="1813967" y="15749"/>
                  </a:lnTo>
                  <a:lnTo>
                    <a:pt x="1806182" y="15226"/>
                  </a:lnTo>
                  <a:lnTo>
                    <a:pt x="1798397" y="14972"/>
                  </a:lnTo>
                  <a:lnTo>
                    <a:pt x="1790612" y="14718"/>
                  </a:lnTo>
                  <a:lnTo>
                    <a:pt x="1782826" y="14464"/>
                  </a:lnTo>
                  <a:lnTo>
                    <a:pt x="1775041" y="14210"/>
                  </a:lnTo>
                  <a:lnTo>
                    <a:pt x="1767256" y="13955"/>
                  </a:lnTo>
                  <a:lnTo>
                    <a:pt x="1759471" y="13701"/>
                  </a:lnTo>
                  <a:lnTo>
                    <a:pt x="1751685" y="13446"/>
                  </a:lnTo>
                  <a:lnTo>
                    <a:pt x="1743900" y="13191"/>
                  </a:lnTo>
                  <a:lnTo>
                    <a:pt x="1736115" y="12936"/>
                  </a:lnTo>
                  <a:lnTo>
                    <a:pt x="1728330" y="12715"/>
                  </a:lnTo>
                  <a:lnTo>
                    <a:pt x="1720544" y="12424"/>
                  </a:lnTo>
                  <a:lnTo>
                    <a:pt x="1712759" y="12052"/>
                  </a:lnTo>
                  <a:lnTo>
                    <a:pt x="1704974" y="11722"/>
                  </a:lnTo>
                  <a:lnTo>
                    <a:pt x="1697188" y="11390"/>
                  </a:lnTo>
                  <a:lnTo>
                    <a:pt x="1689403" y="11058"/>
                  </a:lnTo>
                  <a:lnTo>
                    <a:pt x="1681618" y="10726"/>
                  </a:lnTo>
                  <a:lnTo>
                    <a:pt x="1673833" y="10633"/>
                  </a:lnTo>
                  <a:lnTo>
                    <a:pt x="1666047" y="10538"/>
                  </a:lnTo>
                  <a:lnTo>
                    <a:pt x="1658262" y="10294"/>
                  </a:lnTo>
                  <a:lnTo>
                    <a:pt x="1650477" y="10127"/>
                  </a:lnTo>
                  <a:lnTo>
                    <a:pt x="1642692" y="9870"/>
                  </a:lnTo>
                  <a:lnTo>
                    <a:pt x="1634906" y="9430"/>
                  </a:lnTo>
                  <a:lnTo>
                    <a:pt x="1627121" y="9152"/>
                  </a:lnTo>
                  <a:lnTo>
                    <a:pt x="1619336" y="8874"/>
                  </a:lnTo>
                  <a:lnTo>
                    <a:pt x="1611550" y="8592"/>
                  </a:lnTo>
                  <a:lnTo>
                    <a:pt x="1603765" y="8224"/>
                  </a:lnTo>
                  <a:lnTo>
                    <a:pt x="1595980" y="7805"/>
                  </a:lnTo>
                  <a:lnTo>
                    <a:pt x="1588195" y="7379"/>
                  </a:lnTo>
                  <a:lnTo>
                    <a:pt x="1580409" y="6952"/>
                  </a:lnTo>
                  <a:lnTo>
                    <a:pt x="1572624" y="6494"/>
                  </a:lnTo>
                  <a:lnTo>
                    <a:pt x="1564839" y="6106"/>
                  </a:lnTo>
                  <a:lnTo>
                    <a:pt x="1557054" y="5687"/>
                  </a:lnTo>
                  <a:lnTo>
                    <a:pt x="1549268" y="5268"/>
                  </a:lnTo>
                  <a:lnTo>
                    <a:pt x="1541483" y="5243"/>
                  </a:lnTo>
                  <a:lnTo>
                    <a:pt x="1533698" y="5389"/>
                  </a:lnTo>
                  <a:lnTo>
                    <a:pt x="1525912" y="5015"/>
                  </a:lnTo>
                  <a:lnTo>
                    <a:pt x="1518127" y="4750"/>
                  </a:lnTo>
                  <a:lnTo>
                    <a:pt x="1510342" y="4654"/>
                  </a:lnTo>
                  <a:lnTo>
                    <a:pt x="1502557" y="4557"/>
                  </a:lnTo>
                  <a:lnTo>
                    <a:pt x="1494771" y="4389"/>
                  </a:lnTo>
                  <a:lnTo>
                    <a:pt x="1486986" y="4185"/>
                  </a:lnTo>
                  <a:lnTo>
                    <a:pt x="1479201" y="4282"/>
                  </a:lnTo>
                  <a:lnTo>
                    <a:pt x="1471416" y="4169"/>
                  </a:lnTo>
                  <a:lnTo>
                    <a:pt x="1463630" y="3912"/>
                  </a:lnTo>
                  <a:lnTo>
                    <a:pt x="1455845" y="3656"/>
                  </a:lnTo>
                  <a:lnTo>
                    <a:pt x="1448060" y="3399"/>
                  </a:lnTo>
                  <a:lnTo>
                    <a:pt x="1440275" y="3500"/>
                  </a:lnTo>
                  <a:lnTo>
                    <a:pt x="1432489" y="3633"/>
                  </a:lnTo>
                  <a:lnTo>
                    <a:pt x="1424704" y="3143"/>
                  </a:lnTo>
                  <a:lnTo>
                    <a:pt x="1416919" y="3151"/>
                  </a:lnTo>
                  <a:lnTo>
                    <a:pt x="1409133" y="3181"/>
                  </a:lnTo>
                  <a:lnTo>
                    <a:pt x="1401348" y="2909"/>
                  </a:lnTo>
                  <a:lnTo>
                    <a:pt x="1393563" y="2613"/>
                  </a:lnTo>
                  <a:lnTo>
                    <a:pt x="1385778" y="2313"/>
                  </a:lnTo>
                  <a:lnTo>
                    <a:pt x="1377992" y="2008"/>
                  </a:lnTo>
                  <a:lnTo>
                    <a:pt x="1370207" y="1823"/>
                  </a:lnTo>
                  <a:lnTo>
                    <a:pt x="1362422" y="1906"/>
                  </a:lnTo>
                  <a:lnTo>
                    <a:pt x="1354637" y="1875"/>
                  </a:lnTo>
                  <a:lnTo>
                    <a:pt x="1346851" y="1920"/>
                  </a:lnTo>
                  <a:lnTo>
                    <a:pt x="1339066" y="1963"/>
                  </a:lnTo>
                  <a:lnTo>
                    <a:pt x="1331281" y="2000"/>
                  </a:lnTo>
                  <a:lnTo>
                    <a:pt x="1323495" y="2038"/>
                  </a:lnTo>
                  <a:lnTo>
                    <a:pt x="1315710" y="1929"/>
                  </a:lnTo>
                  <a:lnTo>
                    <a:pt x="1307925" y="1984"/>
                  </a:lnTo>
                  <a:lnTo>
                    <a:pt x="1300140" y="2164"/>
                  </a:lnTo>
                  <a:lnTo>
                    <a:pt x="1292354" y="2207"/>
                  </a:lnTo>
                  <a:lnTo>
                    <a:pt x="1284569" y="2261"/>
                  </a:lnTo>
                  <a:lnTo>
                    <a:pt x="1276784" y="2045"/>
                  </a:lnTo>
                  <a:lnTo>
                    <a:pt x="1268999" y="1808"/>
                  </a:lnTo>
                  <a:lnTo>
                    <a:pt x="1261213" y="1715"/>
                  </a:lnTo>
                  <a:lnTo>
                    <a:pt x="1253428" y="1617"/>
                  </a:lnTo>
                  <a:lnTo>
                    <a:pt x="1245643" y="1335"/>
                  </a:lnTo>
                  <a:lnTo>
                    <a:pt x="1237857" y="1235"/>
                  </a:lnTo>
                  <a:lnTo>
                    <a:pt x="1230072" y="1336"/>
                  </a:lnTo>
                  <a:lnTo>
                    <a:pt x="1222287" y="1251"/>
                  </a:lnTo>
                  <a:lnTo>
                    <a:pt x="1214502" y="1166"/>
                  </a:lnTo>
                  <a:lnTo>
                    <a:pt x="1206716" y="1081"/>
                  </a:lnTo>
                  <a:lnTo>
                    <a:pt x="1198931" y="1275"/>
                  </a:lnTo>
                  <a:lnTo>
                    <a:pt x="1191146" y="1526"/>
                  </a:lnTo>
                  <a:lnTo>
                    <a:pt x="1183361" y="1605"/>
                  </a:lnTo>
                  <a:lnTo>
                    <a:pt x="1175575" y="1022"/>
                  </a:lnTo>
                  <a:lnTo>
                    <a:pt x="1167790" y="525"/>
                  </a:lnTo>
                  <a:lnTo>
                    <a:pt x="1160005" y="0"/>
                  </a:lnTo>
                  <a:lnTo>
                    <a:pt x="1152220" y="11"/>
                  </a:lnTo>
                  <a:lnTo>
                    <a:pt x="1144434" y="315"/>
                  </a:lnTo>
                  <a:lnTo>
                    <a:pt x="1136649" y="229"/>
                  </a:lnTo>
                  <a:lnTo>
                    <a:pt x="1128864" y="143"/>
                  </a:lnTo>
                  <a:lnTo>
                    <a:pt x="1121078" y="69"/>
                  </a:lnTo>
                  <a:lnTo>
                    <a:pt x="1113293" y="121"/>
                  </a:lnTo>
                  <a:lnTo>
                    <a:pt x="1105508" y="178"/>
                  </a:lnTo>
                  <a:lnTo>
                    <a:pt x="1097723" y="235"/>
                  </a:lnTo>
                  <a:lnTo>
                    <a:pt x="1089937" y="291"/>
                  </a:lnTo>
                  <a:lnTo>
                    <a:pt x="1082152" y="316"/>
                  </a:lnTo>
                  <a:lnTo>
                    <a:pt x="1074367" y="402"/>
                  </a:lnTo>
                  <a:lnTo>
                    <a:pt x="1066582" y="296"/>
                  </a:lnTo>
                  <a:lnTo>
                    <a:pt x="1058796" y="516"/>
                  </a:lnTo>
                  <a:lnTo>
                    <a:pt x="1051011" y="575"/>
                  </a:lnTo>
                  <a:lnTo>
                    <a:pt x="1043226" y="632"/>
                  </a:lnTo>
                  <a:lnTo>
                    <a:pt x="1035440" y="684"/>
                  </a:lnTo>
                  <a:lnTo>
                    <a:pt x="1027655" y="339"/>
                  </a:lnTo>
                  <a:lnTo>
                    <a:pt x="1019870" y="500"/>
                  </a:lnTo>
                  <a:lnTo>
                    <a:pt x="1012085" y="812"/>
                  </a:lnTo>
                  <a:lnTo>
                    <a:pt x="1004299" y="912"/>
                  </a:lnTo>
                  <a:lnTo>
                    <a:pt x="996514" y="1272"/>
                  </a:lnTo>
                  <a:lnTo>
                    <a:pt x="988729" y="1422"/>
                  </a:lnTo>
                  <a:lnTo>
                    <a:pt x="980944" y="1506"/>
                  </a:lnTo>
                  <a:lnTo>
                    <a:pt x="973158" y="1773"/>
                  </a:lnTo>
                  <a:lnTo>
                    <a:pt x="965373" y="1909"/>
                  </a:lnTo>
                  <a:lnTo>
                    <a:pt x="957588" y="1804"/>
                  </a:lnTo>
                  <a:lnTo>
                    <a:pt x="949802" y="1950"/>
                  </a:lnTo>
                  <a:lnTo>
                    <a:pt x="942017" y="2117"/>
                  </a:lnTo>
                  <a:lnTo>
                    <a:pt x="934232" y="2380"/>
                  </a:lnTo>
                  <a:lnTo>
                    <a:pt x="926447" y="2926"/>
                  </a:lnTo>
                  <a:lnTo>
                    <a:pt x="918661" y="3004"/>
                  </a:lnTo>
                  <a:lnTo>
                    <a:pt x="910876" y="2776"/>
                  </a:lnTo>
                  <a:lnTo>
                    <a:pt x="903091" y="2916"/>
                  </a:lnTo>
                  <a:lnTo>
                    <a:pt x="895306" y="2447"/>
                  </a:lnTo>
                  <a:lnTo>
                    <a:pt x="887520" y="2646"/>
                  </a:lnTo>
                  <a:lnTo>
                    <a:pt x="879735" y="2846"/>
                  </a:lnTo>
                  <a:lnTo>
                    <a:pt x="871950" y="3042"/>
                  </a:lnTo>
                  <a:lnTo>
                    <a:pt x="864165" y="3192"/>
                  </a:lnTo>
                  <a:lnTo>
                    <a:pt x="856379" y="3438"/>
                  </a:lnTo>
                  <a:lnTo>
                    <a:pt x="848594" y="3413"/>
                  </a:lnTo>
                  <a:lnTo>
                    <a:pt x="840809" y="2923"/>
                  </a:lnTo>
                  <a:lnTo>
                    <a:pt x="833023" y="2725"/>
                  </a:lnTo>
                  <a:lnTo>
                    <a:pt x="825238" y="2999"/>
                  </a:lnTo>
                  <a:lnTo>
                    <a:pt x="817453" y="2962"/>
                  </a:lnTo>
                  <a:lnTo>
                    <a:pt x="809668" y="3185"/>
                  </a:lnTo>
                  <a:lnTo>
                    <a:pt x="801882" y="3418"/>
                  </a:lnTo>
                  <a:lnTo>
                    <a:pt x="794097" y="3660"/>
                  </a:lnTo>
                  <a:lnTo>
                    <a:pt x="786312" y="3891"/>
                  </a:lnTo>
                  <a:lnTo>
                    <a:pt x="778527" y="4110"/>
                  </a:lnTo>
                  <a:lnTo>
                    <a:pt x="770741" y="4228"/>
                  </a:lnTo>
                  <a:lnTo>
                    <a:pt x="762956" y="4025"/>
                  </a:lnTo>
                  <a:lnTo>
                    <a:pt x="755171" y="4389"/>
                  </a:lnTo>
                  <a:lnTo>
                    <a:pt x="747385" y="4768"/>
                  </a:lnTo>
                  <a:lnTo>
                    <a:pt x="739600" y="5139"/>
                  </a:lnTo>
                  <a:lnTo>
                    <a:pt x="731815" y="5447"/>
                  </a:lnTo>
                  <a:lnTo>
                    <a:pt x="724030" y="5575"/>
                  </a:lnTo>
                  <a:lnTo>
                    <a:pt x="716244" y="5456"/>
                  </a:lnTo>
                  <a:lnTo>
                    <a:pt x="708459" y="6123"/>
                  </a:lnTo>
                  <a:lnTo>
                    <a:pt x="700674" y="6677"/>
                  </a:lnTo>
                  <a:lnTo>
                    <a:pt x="692889" y="6725"/>
                  </a:lnTo>
                  <a:lnTo>
                    <a:pt x="685103" y="7140"/>
                  </a:lnTo>
                  <a:lnTo>
                    <a:pt x="677318" y="7544"/>
                  </a:lnTo>
                  <a:lnTo>
                    <a:pt x="669533" y="7979"/>
                  </a:lnTo>
                  <a:lnTo>
                    <a:pt x="661747" y="8396"/>
                  </a:lnTo>
                  <a:lnTo>
                    <a:pt x="653962" y="8602"/>
                  </a:lnTo>
                  <a:lnTo>
                    <a:pt x="646177" y="8951"/>
                  </a:lnTo>
                  <a:lnTo>
                    <a:pt x="638392" y="9071"/>
                  </a:lnTo>
                  <a:lnTo>
                    <a:pt x="630606" y="9243"/>
                  </a:lnTo>
                  <a:lnTo>
                    <a:pt x="622821" y="9404"/>
                  </a:lnTo>
                  <a:lnTo>
                    <a:pt x="615036" y="9605"/>
                  </a:lnTo>
                  <a:lnTo>
                    <a:pt x="607251" y="10092"/>
                  </a:lnTo>
                  <a:lnTo>
                    <a:pt x="599465" y="10555"/>
                  </a:lnTo>
                  <a:lnTo>
                    <a:pt x="591680" y="11310"/>
                  </a:lnTo>
                  <a:lnTo>
                    <a:pt x="583895" y="12062"/>
                  </a:lnTo>
                  <a:lnTo>
                    <a:pt x="576110" y="12552"/>
                  </a:lnTo>
                  <a:lnTo>
                    <a:pt x="568324" y="13119"/>
                  </a:lnTo>
                  <a:lnTo>
                    <a:pt x="560539" y="13293"/>
                  </a:lnTo>
                  <a:lnTo>
                    <a:pt x="552754" y="13463"/>
                  </a:lnTo>
                  <a:lnTo>
                    <a:pt x="544968" y="13639"/>
                  </a:lnTo>
                  <a:lnTo>
                    <a:pt x="537183" y="13859"/>
                  </a:lnTo>
                  <a:lnTo>
                    <a:pt x="529398" y="14524"/>
                  </a:lnTo>
                  <a:lnTo>
                    <a:pt x="521613" y="15188"/>
                  </a:lnTo>
                  <a:lnTo>
                    <a:pt x="513827" y="15716"/>
                  </a:lnTo>
                  <a:lnTo>
                    <a:pt x="506042" y="16109"/>
                  </a:lnTo>
                  <a:lnTo>
                    <a:pt x="498257" y="16501"/>
                  </a:lnTo>
                  <a:lnTo>
                    <a:pt x="490472" y="16893"/>
                  </a:lnTo>
                  <a:lnTo>
                    <a:pt x="482686" y="17285"/>
                  </a:lnTo>
                  <a:lnTo>
                    <a:pt x="474901" y="17640"/>
                  </a:lnTo>
                  <a:lnTo>
                    <a:pt x="467116" y="18005"/>
                  </a:lnTo>
                  <a:lnTo>
                    <a:pt x="459330" y="18392"/>
                  </a:lnTo>
                  <a:lnTo>
                    <a:pt x="451545" y="18754"/>
                  </a:lnTo>
                  <a:lnTo>
                    <a:pt x="443760" y="19115"/>
                  </a:lnTo>
                  <a:lnTo>
                    <a:pt x="435975" y="19476"/>
                  </a:lnTo>
                  <a:lnTo>
                    <a:pt x="428189" y="19837"/>
                  </a:lnTo>
                  <a:lnTo>
                    <a:pt x="420404" y="20413"/>
                  </a:lnTo>
                  <a:lnTo>
                    <a:pt x="412619" y="21052"/>
                  </a:lnTo>
                  <a:lnTo>
                    <a:pt x="404834" y="21442"/>
                  </a:lnTo>
                  <a:lnTo>
                    <a:pt x="397048" y="21575"/>
                  </a:lnTo>
                  <a:lnTo>
                    <a:pt x="389263" y="21952"/>
                  </a:lnTo>
                  <a:lnTo>
                    <a:pt x="381478" y="22348"/>
                  </a:lnTo>
                  <a:lnTo>
                    <a:pt x="373692" y="22738"/>
                  </a:lnTo>
                  <a:lnTo>
                    <a:pt x="365907" y="23127"/>
                  </a:lnTo>
                  <a:lnTo>
                    <a:pt x="358122" y="23505"/>
                  </a:lnTo>
                  <a:lnTo>
                    <a:pt x="350337" y="23768"/>
                  </a:lnTo>
                  <a:lnTo>
                    <a:pt x="342551" y="24040"/>
                  </a:lnTo>
                  <a:lnTo>
                    <a:pt x="334766" y="24276"/>
                  </a:lnTo>
                  <a:lnTo>
                    <a:pt x="326981" y="24941"/>
                  </a:lnTo>
                  <a:lnTo>
                    <a:pt x="319196" y="25425"/>
                  </a:lnTo>
                  <a:lnTo>
                    <a:pt x="311410" y="25480"/>
                  </a:lnTo>
                  <a:lnTo>
                    <a:pt x="303625" y="25948"/>
                  </a:lnTo>
                  <a:lnTo>
                    <a:pt x="295840" y="26481"/>
                  </a:lnTo>
                  <a:lnTo>
                    <a:pt x="288055" y="26910"/>
                  </a:lnTo>
                  <a:lnTo>
                    <a:pt x="280269" y="27358"/>
                  </a:lnTo>
                  <a:lnTo>
                    <a:pt x="272484" y="28039"/>
                  </a:lnTo>
                  <a:lnTo>
                    <a:pt x="264699" y="29124"/>
                  </a:lnTo>
                  <a:lnTo>
                    <a:pt x="256913" y="29582"/>
                  </a:lnTo>
                  <a:lnTo>
                    <a:pt x="249128" y="30292"/>
                  </a:lnTo>
                  <a:lnTo>
                    <a:pt x="241343" y="30514"/>
                  </a:lnTo>
                  <a:lnTo>
                    <a:pt x="233558" y="30765"/>
                  </a:lnTo>
                  <a:lnTo>
                    <a:pt x="225772" y="31212"/>
                  </a:lnTo>
                  <a:lnTo>
                    <a:pt x="217987" y="31548"/>
                  </a:lnTo>
                  <a:lnTo>
                    <a:pt x="210202" y="31953"/>
                  </a:lnTo>
                  <a:lnTo>
                    <a:pt x="202417" y="32513"/>
                  </a:lnTo>
                  <a:lnTo>
                    <a:pt x="194631" y="32746"/>
                  </a:lnTo>
                  <a:lnTo>
                    <a:pt x="186846" y="33103"/>
                  </a:lnTo>
                  <a:lnTo>
                    <a:pt x="179061" y="33378"/>
                  </a:lnTo>
                  <a:lnTo>
                    <a:pt x="171275" y="33835"/>
                  </a:lnTo>
                  <a:lnTo>
                    <a:pt x="163490" y="34268"/>
                  </a:lnTo>
                  <a:lnTo>
                    <a:pt x="155705" y="34751"/>
                  </a:lnTo>
                  <a:lnTo>
                    <a:pt x="147920" y="35092"/>
                  </a:lnTo>
                  <a:lnTo>
                    <a:pt x="140134" y="35713"/>
                  </a:lnTo>
                  <a:lnTo>
                    <a:pt x="132349" y="36774"/>
                  </a:lnTo>
                  <a:lnTo>
                    <a:pt x="124564" y="37494"/>
                  </a:lnTo>
                  <a:lnTo>
                    <a:pt x="116779" y="38198"/>
                  </a:lnTo>
                  <a:lnTo>
                    <a:pt x="108993" y="38706"/>
                  </a:lnTo>
                  <a:lnTo>
                    <a:pt x="101208" y="39211"/>
                  </a:lnTo>
                  <a:lnTo>
                    <a:pt x="93423" y="39752"/>
                  </a:lnTo>
                  <a:lnTo>
                    <a:pt x="85637" y="40584"/>
                  </a:lnTo>
                  <a:lnTo>
                    <a:pt x="77852" y="41342"/>
                  </a:lnTo>
                  <a:lnTo>
                    <a:pt x="70067" y="42166"/>
                  </a:lnTo>
                  <a:lnTo>
                    <a:pt x="62282" y="43013"/>
                  </a:lnTo>
                  <a:lnTo>
                    <a:pt x="54496" y="43590"/>
                  </a:lnTo>
                  <a:lnTo>
                    <a:pt x="46711" y="44610"/>
                  </a:lnTo>
                  <a:lnTo>
                    <a:pt x="38926" y="45526"/>
                  </a:lnTo>
                  <a:lnTo>
                    <a:pt x="31141" y="46031"/>
                  </a:lnTo>
                  <a:lnTo>
                    <a:pt x="23355" y="46543"/>
                  </a:lnTo>
                  <a:lnTo>
                    <a:pt x="15570" y="47055"/>
                  </a:lnTo>
                  <a:lnTo>
                    <a:pt x="7785" y="47562"/>
                  </a:lnTo>
                  <a:lnTo>
                    <a:pt x="0" y="48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1247627" y="3383242"/>
              <a:ext cx="2016385" cy="641267"/>
            </a:xfrm>
            <a:custGeom>
              <a:avLst/>
              <a:pathLst>
                <a:path w="2016385" h="641267">
                  <a:moveTo>
                    <a:pt x="0" y="415458"/>
                  </a:moveTo>
                  <a:lnTo>
                    <a:pt x="7785" y="416333"/>
                  </a:lnTo>
                  <a:lnTo>
                    <a:pt x="15570" y="416898"/>
                  </a:lnTo>
                  <a:lnTo>
                    <a:pt x="23355" y="416784"/>
                  </a:lnTo>
                  <a:lnTo>
                    <a:pt x="31141" y="415862"/>
                  </a:lnTo>
                  <a:lnTo>
                    <a:pt x="38926" y="415051"/>
                  </a:lnTo>
                  <a:lnTo>
                    <a:pt x="46711" y="413868"/>
                  </a:lnTo>
                  <a:lnTo>
                    <a:pt x="54496" y="413776"/>
                  </a:lnTo>
                  <a:lnTo>
                    <a:pt x="62282" y="413610"/>
                  </a:lnTo>
                  <a:lnTo>
                    <a:pt x="70067" y="414106"/>
                  </a:lnTo>
                  <a:lnTo>
                    <a:pt x="77852" y="413952"/>
                  </a:lnTo>
                  <a:lnTo>
                    <a:pt x="85637" y="414169"/>
                  </a:lnTo>
                  <a:lnTo>
                    <a:pt x="93423" y="413853"/>
                  </a:lnTo>
                  <a:lnTo>
                    <a:pt x="101208" y="413344"/>
                  </a:lnTo>
                  <a:lnTo>
                    <a:pt x="108993" y="413945"/>
                  </a:lnTo>
                  <a:lnTo>
                    <a:pt x="116779" y="413756"/>
                  </a:lnTo>
                  <a:lnTo>
                    <a:pt x="124564" y="413290"/>
                  </a:lnTo>
                  <a:lnTo>
                    <a:pt x="132349" y="412705"/>
                  </a:lnTo>
                  <a:lnTo>
                    <a:pt x="140134" y="411925"/>
                  </a:lnTo>
                  <a:lnTo>
                    <a:pt x="147920" y="411584"/>
                  </a:lnTo>
                  <a:lnTo>
                    <a:pt x="155705" y="411403"/>
                  </a:lnTo>
                  <a:lnTo>
                    <a:pt x="163490" y="411861"/>
                  </a:lnTo>
                  <a:lnTo>
                    <a:pt x="171275" y="410618"/>
                  </a:lnTo>
                  <a:lnTo>
                    <a:pt x="179061" y="409971"/>
                  </a:lnTo>
                  <a:lnTo>
                    <a:pt x="186846" y="409687"/>
                  </a:lnTo>
                  <a:lnTo>
                    <a:pt x="194631" y="409131"/>
                  </a:lnTo>
                  <a:lnTo>
                    <a:pt x="202417" y="408527"/>
                  </a:lnTo>
                  <a:lnTo>
                    <a:pt x="210202" y="408046"/>
                  </a:lnTo>
                  <a:lnTo>
                    <a:pt x="217987" y="408460"/>
                  </a:lnTo>
                  <a:lnTo>
                    <a:pt x="225772" y="407334"/>
                  </a:lnTo>
                  <a:lnTo>
                    <a:pt x="233558" y="406177"/>
                  </a:lnTo>
                  <a:lnTo>
                    <a:pt x="241343" y="405468"/>
                  </a:lnTo>
                  <a:lnTo>
                    <a:pt x="249128" y="404171"/>
                  </a:lnTo>
                  <a:lnTo>
                    <a:pt x="256913" y="403481"/>
                  </a:lnTo>
                  <a:lnTo>
                    <a:pt x="264699" y="403194"/>
                  </a:lnTo>
                  <a:lnTo>
                    <a:pt x="272484" y="402307"/>
                  </a:lnTo>
                  <a:lnTo>
                    <a:pt x="280269" y="401756"/>
                  </a:lnTo>
                  <a:lnTo>
                    <a:pt x="288055" y="401197"/>
                  </a:lnTo>
                  <a:lnTo>
                    <a:pt x="295840" y="400178"/>
                  </a:lnTo>
                  <a:lnTo>
                    <a:pt x="303625" y="399569"/>
                  </a:lnTo>
                  <a:lnTo>
                    <a:pt x="311410" y="400353"/>
                  </a:lnTo>
                  <a:lnTo>
                    <a:pt x="319196" y="399626"/>
                  </a:lnTo>
                  <a:lnTo>
                    <a:pt x="326981" y="397665"/>
                  </a:lnTo>
                  <a:lnTo>
                    <a:pt x="334766" y="395439"/>
                  </a:lnTo>
                  <a:lnTo>
                    <a:pt x="342551" y="392979"/>
                  </a:lnTo>
                  <a:lnTo>
                    <a:pt x="350337" y="390398"/>
                  </a:lnTo>
                  <a:lnTo>
                    <a:pt x="358122" y="388185"/>
                  </a:lnTo>
                  <a:lnTo>
                    <a:pt x="365907" y="386622"/>
                  </a:lnTo>
                  <a:lnTo>
                    <a:pt x="373692" y="385198"/>
                  </a:lnTo>
                  <a:lnTo>
                    <a:pt x="381478" y="382872"/>
                  </a:lnTo>
                  <a:lnTo>
                    <a:pt x="389263" y="380444"/>
                  </a:lnTo>
                  <a:lnTo>
                    <a:pt x="397048" y="378009"/>
                  </a:lnTo>
                  <a:lnTo>
                    <a:pt x="404834" y="375566"/>
                  </a:lnTo>
                  <a:lnTo>
                    <a:pt x="412619" y="373841"/>
                  </a:lnTo>
                  <a:lnTo>
                    <a:pt x="420404" y="373111"/>
                  </a:lnTo>
                  <a:lnTo>
                    <a:pt x="428189" y="372020"/>
                  </a:lnTo>
                  <a:lnTo>
                    <a:pt x="435975" y="370934"/>
                  </a:lnTo>
                  <a:lnTo>
                    <a:pt x="443760" y="369809"/>
                  </a:lnTo>
                  <a:lnTo>
                    <a:pt x="451545" y="368698"/>
                  </a:lnTo>
                  <a:lnTo>
                    <a:pt x="459330" y="367041"/>
                  </a:lnTo>
                  <a:lnTo>
                    <a:pt x="467116" y="365346"/>
                  </a:lnTo>
                  <a:lnTo>
                    <a:pt x="474901" y="362637"/>
                  </a:lnTo>
                  <a:lnTo>
                    <a:pt x="482686" y="360108"/>
                  </a:lnTo>
                  <a:lnTo>
                    <a:pt x="490472" y="356005"/>
                  </a:lnTo>
                  <a:lnTo>
                    <a:pt x="498257" y="354500"/>
                  </a:lnTo>
                  <a:lnTo>
                    <a:pt x="506042" y="353211"/>
                  </a:lnTo>
                  <a:lnTo>
                    <a:pt x="513827" y="351140"/>
                  </a:lnTo>
                  <a:lnTo>
                    <a:pt x="521613" y="347926"/>
                  </a:lnTo>
                  <a:lnTo>
                    <a:pt x="529398" y="346133"/>
                  </a:lnTo>
                  <a:lnTo>
                    <a:pt x="537183" y="344299"/>
                  </a:lnTo>
                  <a:lnTo>
                    <a:pt x="544968" y="341221"/>
                  </a:lnTo>
                  <a:lnTo>
                    <a:pt x="552754" y="338181"/>
                  </a:lnTo>
                  <a:lnTo>
                    <a:pt x="560539" y="336921"/>
                  </a:lnTo>
                  <a:lnTo>
                    <a:pt x="568324" y="334149"/>
                  </a:lnTo>
                  <a:lnTo>
                    <a:pt x="576110" y="331380"/>
                  </a:lnTo>
                  <a:lnTo>
                    <a:pt x="583895" y="328639"/>
                  </a:lnTo>
                  <a:lnTo>
                    <a:pt x="591680" y="325895"/>
                  </a:lnTo>
                  <a:lnTo>
                    <a:pt x="599465" y="324137"/>
                  </a:lnTo>
                  <a:lnTo>
                    <a:pt x="607251" y="320345"/>
                  </a:lnTo>
                  <a:lnTo>
                    <a:pt x="615036" y="317516"/>
                  </a:lnTo>
                  <a:lnTo>
                    <a:pt x="622821" y="313872"/>
                  </a:lnTo>
                  <a:lnTo>
                    <a:pt x="630606" y="311996"/>
                  </a:lnTo>
                  <a:lnTo>
                    <a:pt x="638392" y="309856"/>
                  </a:lnTo>
                  <a:lnTo>
                    <a:pt x="646177" y="307894"/>
                  </a:lnTo>
                  <a:lnTo>
                    <a:pt x="653962" y="305193"/>
                  </a:lnTo>
                  <a:lnTo>
                    <a:pt x="661747" y="302473"/>
                  </a:lnTo>
                  <a:lnTo>
                    <a:pt x="669533" y="298888"/>
                  </a:lnTo>
                  <a:lnTo>
                    <a:pt x="677318" y="295327"/>
                  </a:lnTo>
                  <a:lnTo>
                    <a:pt x="685103" y="293087"/>
                  </a:lnTo>
                  <a:lnTo>
                    <a:pt x="692889" y="289952"/>
                  </a:lnTo>
                  <a:lnTo>
                    <a:pt x="700674" y="287974"/>
                  </a:lnTo>
                  <a:lnTo>
                    <a:pt x="708459" y="284403"/>
                  </a:lnTo>
                  <a:lnTo>
                    <a:pt x="716244" y="282045"/>
                  </a:lnTo>
                  <a:lnTo>
                    <a:pt x="724030" y="279693"/>
                  </a:lnTo>
                  <a:lnTo>
                    <a:pt x="731815" y="277343"/>
                  </a:lnTo>
                  <a:lnTo>
                    <a:pt x="739600" y="274755"/>
                  </a:lnTo>
                  <a:lnTo>
                    <a:pt x="747385" y="272678"/>
                  </a:lnTo>
                  <a:lnTo>
                    <a:pt x="755171" y="270324"/>
                  </a:lnTo>
                  <a:lnTo>
                    <a:pt x="762956" y="266983"/>
                  </a:lnTo>
                  <a:lnTo>
                    <a:pt x="770741" y="263542"/>
                  </a:lnTo>
                  <a:lnTo>
                    <a:pt x="778527" y="260109"/>
                  </a:lnTo>
                  <a:lnTo>
                    <a:pt x="786312" y="257583"/>
                  </a:lnTo>
                  <a:lnTo>
                    <a:pt x="794097" y="255716"/>
                  </a:lnTo>
                  <a:lnTo>
                    <a:pt x="801882" y="253852"/>
                  </a:lnTo>
                  <a:lnTo>
                    <a:pt x="809668" y="251992"/>
                  </a:lnTo>
                  <a:lnTo>
                    <a:pt x="817453" y="250079"/>
                  </a:lnTo>
                  <a:lnTo>
                    <a:pt x="825238" y="246929"/>
                  </a:lnTo>
                  <a:lnTo>
                    <a:pt x="833023" y="243790"/>
                  </a:lnTo>
                  <a:lnTo>
                    <a:pt x="840809" y="241070"/>
                  </a:lnTo>
                  <a:lnTo>
                    <a:pt x="848594" y="238055"/>
                  </a:lnTo>
                  <a:lnTo>
                    <a:pt x="856379" y="235051"/>
                  </a:lnTo>
                  <a:lnTo>
                    <a:pt x="864165" y="232058"/>
                  </a:lnTo>
                  <a:lnTo>
                    <a:pt x="871950" y="229079"/>
                  </a:lnTo>
                  <a:lnTo>
                    <a:pt x="879735" y="226112"/>
                  </a:lnTo>
                  <a:lnTo>
                    <a:pt x="887520" y="223180"/>
                  </a:lnTo>
                  <a:lnTo>
                    <a:pt x="895306" y="220283"/>
                  </a:lnTo>
                  <a:lnTo>
                    <a:pt x="903091" y="217341"/>
                  </a:lnTo>
                  <a:lnTo>
                    <a:pt x="910876" y="214421"/>
                  </a:lnTo>
                  <a:lnTo>
                    <a:pt x="918661" y="211632"/>
                  </a:lnTo>
                  <a:lnTo>
                    <a:pt x="926447" y="208647"/>
                  </a:lnTo>
                  <a:lnTo>
                    <a:pt x="934232" y="206172"/>
                  </a:lnTo>
                  <a:lnTo>
                    <a:pt x="942017" y="203841"/>
                  </a:lnTo>
                  <a:lnTo>
                    <a:pt x="949802" y="201522"/>
                  </a:lnTo>
                  <a:lnTo>
                    <a:pt x="957588" y="199126"/>
                  </a:lnTo>
                  <a:lnTo>
                    <a:pt x="965373" y="196655"/>
                  </a:lnTo>
                  <a:lnTo>
                    <a:pt x="973158" y="194521"/>
                  </a:lnTo>
                  <a:lnTo>
                    <a:pt x="980944" y="192122"/>
                  </a:lnTo>
                  <a:lnTo>
                    <a:pt x="988729" y="190162"/>
                  </a:lnTo>
                  <a:lnTo>
                    <a:pt x="996514" y="187917"/>
                  </a:lnTo>
                  <a:lnTo>
                    <a:pt x="1004299" y="185684"/>
                  </a:lnTo>
                  <a:lnTo>
                    <a:pt x="1012085" y="183320"/>
                  </a:lnTo>
                  <a:lnTo>
                    <a:pt x="1019870" y="180770"/>
                  </a:lnTo>
                  <a:lnTo>
                    <a:pt x="1027655" y="178236"/>
                  </a:lnTo>
                  <a:lnTo>
                    <a:pt x="1035440" y="175718"/>
                  </a:lnTo>
                  <a:lnTo>
                    <a:pt x="1043226" y="173205"/>
                  </a:lnTo>
                  <a:lnTo>
                    <a:pt x="1051011" y="170706"/>
                  </a:lnTo>
                  <a:lnTo>
                    <a:pt x="1058796" y="167876"/>
                  </a:lnTo>
                  <a:lnTo>
                    <a:pt x="1066582" y="165557"/>
                  </a:lnTo>
                  <a:lnTo>
                    <a:pt x="1074367" y="163259"/>
                  </a:lnTo>
                  <a:lnTo>
                    <a:pt x="1082152" y="160892"/>
                  </a:lnTo>
                  <a:lnTo>
                    <a:pt x="1089937" y="158503"/>
                  </a:lnTo>
                  <a:lnTo>
                    <a:pt x="1097723" y="156133"/>
                  </a:lnTo>
                  <a:lnTo>
                    <a:pt x="1105508" y="154097"/>
                  </a:lnTo>
                  <a:lnTo>
                    <a:pt x="1113293" y="152079"/>
                  </a:lnTo>
                  <a:lnTo>
                    <a:pt x="1121078" y="149886"/>
                  </a:lnTo>
                  <a:lnTo>
                    <a:pt x="1128864" y="147710"/>
                  </a:lnTo>
                  <a:lnTo>
                    <a:pt x="1136649" y="145550"/>
                  </a:lnTo>
                  <a:lnTo>
                    <a:pt x="1144434" y="143407"/>
                  </a:lnTo>
                  <a:lnTo>
                    <a:pt x="1152220" y="141281"/>
                  </a:lnTo>
                  <a:lnTo>
                    <a:pt x="1160005" y="138840"/>
                  </a:lnTo>
                  <a:lnTo>
                    <a:pt x="1167790" y="136330"/>
                  </a:lnTo>
                  <a:lnTo>
                    <a:pt x="1175575" y="133845"/>
                  </a:lnTo>
                  <a:lnTo>
                    <a:pt x="1183361" y="131384"/>
                  </a:lnTo>
                  <a:lnTo>
                    <a:pt x="1191146" y="128996"/>
                  </a:lnTo>
                  <a:lnTo>
                    <a:pt x="1198931" y="127199"/>
                  </a:lnTo>
                  <a:lnTo>
                    <a:pt x="1206716" y="125502"/>
                  </a:lnTo>
                  <a:lnTo>
                    <a:pt x="1214502" y="123239"/>
                  </a:lnTo>
                  <a:lnTo>
                    <a:pt x="1222287" y="120715"/>
                  </a:lnTo>
                  <a:lnTo>
                    <a:pt x="1230072" y="118508"/>
                  </a:lnTo>
                  <a:lnTo>
                    <a:pt x="1237857" y="116460"/>
                  </a:lnTo>
                  <a:lnTo>
                    <a:pt x="1245643" y="114432"/>
                  </a:lnTo>
                  <a:lnTo>
                    <a:pt x="1253428" y="112424"/>
                  </a:lnTo>
                  <a:lnTo>
                    <a:pt x="1261213" y="110440"/>
                  </a:lnTo>
                  <a:lnTo>
                    <a:pt x="1268999" y="108490"/>
                  </a:lnTo>
                  <a:lnTo>
                    <a:pt x="1276784" y="106559"/>
                  </a:lnTo>
                  <a:lnTo>
                    <a:pt x="1284569" y="104649"/>
                  </a:lnTo>
                  <a:lnTo>
                    <a:pt x="1292354" y="102757"/>
                  </a:lnTo>
                  <a:lnTo>
                    <a:pt x="1300140" y="100886"/>
                  </a:lnTo>
                  <a:lnTo>
                    <a:pt x="1307925" y="99034"/>
                  </a:lnTo>
                  <a:lnTo>
                    <a:pt x="1315710" y="97238"/>
                  </a:lnTo>
                  <a:lnTo>
                    <a:pt x="1323495" y="95663"/>
                  </a:lnTo>
                  <a:lnTo>
                    <a:pt x="1331281" y="94102"/>
                  </a:lnTo>
                  <a:lnTo>
                    <a:pt x="1339066" y="92556"/>
                  </a:lnTo>
                  <a:lnTo>
                    <a:pt x="1346851" y="90775"/>
                  </a:lnTo>
                  <a:lnTo>
                    <a:pt x="1354637" y="88400"/>
                  </a:lnTo>
                  <a:lnTo>
                    <a:pt x="1362422" y="86570"/>
                  </a:lnTo>
                  <a:lnTo>
                    <a:pt x="1370207" y="84860"/>
                  </a:lnTo>
                  <a:lnTo>
                    <a:pt x="1377992" y="83181"/>
                  </a:lnTo>
                  <a:lnTo>
                    <a:pt x="1385778" y="81521"/>
                  </a:lnTo>
                  <a:lnTo>
                    <a:pt x="1393563" y="79879"/>
                  </a:lnTo>
                  <a:lnTo>
                    <a:pt x="1401348" y="78257"/>
                  </a:lnTo>
                  <a:lnTo>
                    <a:pt x="1409133" y="76654"/>
                  </a:lnTo>
                  <a:lnTo>
                    <a:pt x="1416919" y="74850"/>
                  </a:lnTo>
                  <a:lnTo>
                    <a:pt x="1424704" y="73207"/>
                  </a:lnTo>
                  <a:lnTo>
                    <a:pt x="1432489" y="71258"/>
                  </a:lnTo>
                  <a:lnTo>
                    <a:pt x="1440275" y="69494"/>
                  </a:lnTo>
                  <a:lnTo>
                    <a:pt x="1448060" y="67755"/>
                  </a:lnTo>
                  <a:lnTo>
                    <a:pt x="1455845" y="66056"/>
                  </a:lnTo>
                  <a:lnTo>
                    <a:pt x="1463630" y="64559"/>
                  </a:lnTo>
                  <a:lnTo>
                    <a:pt x="1471416" y="63300"/>
                  </a:lnTo>
                  <a:lnTo>
                    <a:pt x="1479201" y="62078"/>
                  </a:lnTo>
                  <a:lnTo>
                    <a:pt x="1486986" y="60809"/>
                  </a:lnTo>
                  <a:lnTo>
                    <a:pt x="1494771" y="59579"/>
                  </a:lnTo>
                  <a:lnTo>
                    <a:pt x="1502557" y="58363"/>
                  </a:lnTo>
                  <a:lnTo>
                    <a:pt x="1510342" y="56862"/>
                  </a:lnTo>
                  <a:lnTo>
                    <a:pt x="1518127" y="55309"/>
                  </a:lnTo>
                  <a:lnTo>
                    <a:pt x="1525912" y="53779"/>
                  </a:lnTo>
                  <a:lnTo>
                    <a:pt x="1533698" y="52379"/>
                  </a:lnTo>
                  <a:lnTo>
                    <a:pt x="1541483" y="51357"/>
                  </a:lnTo>
                  <a:lnTo>
                    <a:pt x="1549268" y="50348"/>
                  </a:lnTo>
                  <a:lnTo>
                    <a:pt x="1557054" y="49088"/>
                  </a:lnTo>
                  <a:lnTo>
                    <a:pt x="1564839" y="47647"/>
                  </a:lnTo>
                  <a:lnTo>
                    <a:pt x="1572624" y="46228"/>
                  </a:lnTo>
                  <a:lnTo>
                    <a:pt x="1580409" y="45001"/>
                  </a:lnTo>
                  <a:lnTo>
                    <a:pt x="1588195" y="43849"/>
                  </a:lnTo>
                  <a:lnTo>
                    <a:pt x="1595980" y="42711"/>
                  </a:lnTo>
                  <a:lnTo>
                    <a:pt x="1603765" y="41589"/>
                  </a:lnTo>
                  <a:lnTo>
                    <a:pt x="1611550" y="40481"/>
                  </a:lnTo>
                  <a:lnTo>
                    <a:pt x="1619336" y="39388"/>
                  </a:lnTo>
                  <a:lnTo>
                    <a:pt x="1627121" y="38312"/>
                  </a:lnTo>
                  <a:lnTo>
                    <a:pt x="1634906" y="37257"/>
                  </a:lnTo>
                  <a:lnTo>
                    <a:pt x="1642692" y="36216"/>
                  </a:lnTo>
                  <a:lnTo>
                    <a:pt x="1650477" y="35189"/>
                  </a:lnTo>
                  <a:lnTo>
                    <a:pt x="1658262" y="34176"/>
                  </a:lnTo>
                  <a:lnTo>
                    <a:pt x="1666047" y="33176"/>
                  </a:lnTo>
                  <a:lnTo>
                    <a:pt x="1673833" y="32189"/>
                  </a:lnTo>
                  <a:lnTo>
                    <a:pt x="1681618" y="31216"/>
                  </a:lnTo>
                  <a:lnTo>
                    <a:pt x="1689403" y="30257"/>
                  </a:lnTo>
                  <a:lnTo>
                    <a:pt x="1697188" y="29425"/>
                  </a:lnTo>
                  <a:lnTo>
                    <a:pt x="1704974" y="28563"/>
                  </a:lnTo>
                  <a:lnTo>
                    <a:pt x="1712759" y="27603"/>
                  </a:lnTo>
                  <a:lnTo>
                    <a:pt x="1720544" y="26657"/>
                  </a:lnTo>
                  <a:lnTo>
                    <a:pt x="1728330" y="25724"/>
                  </a:lnTo>
                  <a:lnTo>
                    <a:pt x="1736115" y="24805"/>
                  </a:lnTo>
                  <a:lnTo>
                    <a:pt x="1743900" y="23899"/>
                  </a:lnTo>
                  <a:lnTo>
                    <a:pt x="1751685" y="23009"/>
                  </a:lnTo>
                  <a:lnTo>
                    <a:pt x="1759471" y="22158"/>
                  </a:lnTo>
                  <a:lnTo>
                    <a:pt x="1767256" y="21318"/>
                  </a:lnTo>
                  <a:lnTo>
                    <a:pt x="1775041" y="20491"/>
                  </a:lnTo>
                  <a:lnTo>
                    <a:pt x="1782826" y="19675"/>
                  </a:lnTo>
                  <a:lnTo>
                    <a:pt x="1790612" y="18871"/>
                  </a:lnTo>
                  <a:lnTo>
                    <a:pt x="1798397" y="18078"/>
                  </a:lnTo>
                  <a:lnTo>
                    <a:pt x="1806182" y="17297"/>
                  </a:lnTo>
                  <a:lnTo>
                    <a:pt x="1813967" y="16526"/>
                  </a:lnTo>
                  <a:lnTo>
                    <a:pt x="1821753" y="15767"/>
                  </a:lnTo>
                  <a:lnTo>
                    <a:pt x="1829538" y="15018"/>
                  </a:lnTo>
                  <a:lnTo>
                    <a:pt x="1837323" y="14281"/>
                  </a:lnTo>
                  <a:lnTo>
                    <a:pt x="1845109" y="13554"/>
                  </a:lnTo>
                  <a:lnTo>
                    <a:pt x="1852894" y="12837"/>
                  </a:lnTo>
                  <a:lnTo>
                    <a:pt x="1860679" y="12131"/>
                  </a:lnTo>
                  <a:lnTo>
                    <a:pt x="1868464" y="11435"/>
                  </a:lnTo>
                  <a:lnTo>
                    <a:pt x="1876250" y="10749"/>
                  </a:lnTo>
                  <a:lnTo>
                    <a:pt x="1884035" y="10074"/>
                  </a:lnTo>
                  <a:lnTo>
                    <a:pt x="1891820" y="9408"/>
                  </a:lnTo>
                  <a:lnTo>
                    <a:pt x="1899605" y="8752"/>
                  </a:lnTo>
                  <a:lnTo>
                    <a:pt x="1907391" y="7991"/>
                  </a:lnTo>
                  <a:lnTo>
                    <a:pt x="1915176" y="7200"/>
                  </a:lnTo>
                  <a:lnTo>
                    <a:pt x="1922961" y="6424"/>
                  </a:lnTo>
                  <a:lnTo>
                    <a:pt x="1930747" y="5724"/>
                  </a:lnTo>
                  <a:lnTo>
                    <a:pt x="1938532" y="5132"/>
                  </a:lnTo>
                  <a:lnTo>
                    <a:pt x="1946317" y="4611"/>
                  </a:lnTo>
                  <a:lnTo>
                    <a:pt x="1954102" y="4097"/>
                  </a:lnTo>
                  <a:lnTo>
                    <a:pt x="1961888" y="3590"/>
                  </a:lnTo>
                  <a:lnTo>
                    <a:pt x="1969673" y="3089"/>
                  </a:lnTo>
                  <a:lnTo>
                    <a:pt x="1977458" y="2595"/>
                  </a:lnTo>
                  <a:lnTo>
                    <a:pt x="1985243" y="2107"/>
                  </a:lnTo>
                  <a:lnTo>
                    <a:pt x="1993029" y="1595"/>
                  </a:lnTo>
                  <a:lnTo>
                    <a:pt x="2000814" y="1055"/>
                  </a:lnTo>
                  <a:lnTo>
                    <a:pt x="2008599" y="523"/>
                  </a:lnTo>
                  <a:lnTo>
                    <a:pt x="2016385" y="0"/>
                  </a:lnTo>
                  <a:lnTo>
                    <a:pt x="2016385" y="641267"/>
                  </a:lnTo>
                  <a:lnTo>
                    <a:pt x="2008599" y="641174"/>
                  </a:lnTo>
                  <a:lnTo>
                    <a:pt x="2000814" y="641079"/>
                  </a:lnTo>
                  <a:lnTo>
                    <a:pt x="1993029" y="640984"/>
                  </a:lnTo>
                  <a:lnTo>
                    <a:pt x="1985243" y="640887"/>
                  </a:lnTo>
                  <a:lnTo>
                    <a:pt x="1977458" y="640796"/>
                  </a:lnTo>
                  <a:lnTo>
                    <a:pt x="1969673" y="640718"/>
                  </a:lnTo>
                  <a:lnTo>
                    <a:pt x="1961888" y="640639"/>
                  </a:lnTo>
                  <a:lnTo>
                    <a:pt x="1954102" y="640559"/>
                  </a:lnTo>
                  <a:lnTo>
                    <a:pt x="1946317" y="640478"/>
                  </a:lnTo>
                  <a:lnTo>
                    <a:pt x="1938532" y="640397"/>
                  </a:lnTo>
                  <a:lnTo>
                    <a:pt x="1930747" y="640314"/>
                  </a:lnTo>
                  <a:lnTo>
                    <a:pt x="1922961" y="640208"/>
                  </a:lnTo>
                  <a:lnTo>
                    <a:pt x="1915176" y="640091"/>
                  </a:lnTo>
                  <a:lnTo>
                    <a:pt x="1907391" y="639973"/>
                  </a:lnTo>
                  <a:lnTo>
                    <a:pt x="1899605" y="639853"/>
                  </a:lnTo>
                  <a:lnTo>
                    <a:pt x="1891820" y="639731"/>
                  </a:lnTo>
                  <a:lnTo>
                    <a:pt x="1884035" y="639607"/>
                  </a:lnTo>
                  <a:lnTo>
                    <a:pt x="1876250" y="639481"/>
                  </a:lnTo>
                  <a:lnTo>
                    <a:pt x="1868464" y="639353"/>
                  </a:lnTo>
                  <a:lnTo>
                    <a:pt x="1860679" y="639223"/>
                  </a:lnTo>
                  <a:lnTo>
                    <a:pt x="1852894" y="639091"/>
                  </a:lnTo>
                  <a:lnTo>
                    <a:pt x="1845109" y="638957"/>
                  </a:lnTo>
                  <a:lnTo>
                    <a:pt x="1837323" y="638822"/>
                  </a:lnTo>
                  <a:lnTo>
                    <a:pt x="1829538" y="638684"/>
                  </a:lnTo>
                  <a:lnTo>
                    <a:pt x="1821753" y="638545"/>
                  </a:lnTo>
                  <a:lnTo>
                    <a:pt x="1813967" y="638404"/>
                  </a:lnTo>
                  <a:lnTo>
                    <a:pt x="1806182" y="638270"/>
                  </a:lnTo>
                  <a:lnTo>
                    <a:pt x="1798397" y="638138"/>
                  </a:lnTo>
                  <a:lnTo>
                    <a:pt x="1790612" y="637989"/>
                  </a:lnTo>
                  <a:lnTo>
                    <a:pt x="1782826" y="637825"/>
                  </a:lnTo>
                  <a:lnTo>
                    <a:pt x="1775041" y="637669"/>
                  </a:lnTo>
                  <a:lnTo>
                    <a:pt x="1767256" y="637516"/>
                  </a:lnTo>
                  <a:lnTo>
                    <a:pt x="1759471" y="637361"/>
                  </a:lnTo>
                  <a:lnTo>
                    <a:pt x="1751685" y="637204"/>
                  </a:lnTo>
                  <a:lnTo>
                    <a:pt x="1743900" y="637045"/>
                  </a:lnTo>
                  <a:lnTo>
                    <a:pt x="1736115" y="636883"/>
                  </a:lnTo>
                  <a:lnTo>
                    <a:pt x="1728330" y="636723"/>
                  </a:lnTo>
                  <a:lnTo>
                    <a:pt x="1720544" y="636599"/>
                  </a:lnTo>
                  <a:lnTo>
                    <a:pt x="1712759" y="636473"/>
                  </a:lnTo>
                  <a:lnTo>
                    <a:pt x="1704974" y="636347"/>
                  </a:lnTo>
                  <a:lnTo>
                    <a:pt x="1697188" y="636219"/>
                  </a:lnTo>
                  <a:lnTo>
                    <a:pt x="1689403" y="636089"/>
                  </a:lnTo>
                  <a:lnTo>
                    <a:pt x="1681618" y="635945"/>
                  </a:lnTo>
                  <a:lnTo>
                    <a:pt x="1673833" y="635815"/>
                  </a:lnTo>
                  <a:lnTo>
                    <a:pt x="1666047" y="635684"/>
                  </a:lnTo>
                  <a:lnTo>
                    <a:pt x="1658262" y="635552"/>
                  </a:lnTo>
                  <a:lnTo>
                    <a:pt x="1650477" y="635385"/>
                  </a:lnTo>
                  <a:lnTo>
                    <a:pt x="1642692" y="635194"/>
                  </a:lnTo>
                  <a:lnTo>
                    <a:pt x="1634906" y="635000"/>
                  </a:lnTo>
                  <a:lnTo>
                    <a:pt x="1627121" y="634803"/>
                  </a:lnTo>
                  <a:lnTo>
                    <a:pt x="1619336" y="634603"/>
                  </a:lnTo>
                  <a:lnTo>
                    <a:pt x="1611550" y="634424"/>
                  </a:lnTo>
                  <a:lnTo>
                    <a:pt x="1603765" y="634244"/>
                  </a:lnTo>
                  <a:lnTo>
                    <a:pt x="1595980" y="634084"/>
                  </a:lnTo>
                  <a:lnTo>
                    <a:pt x="1588195" y="633953"/>
                  </a:lnTo>
                  <a:lnTo>
                    <a:pt x="1580409" y="633822"/>
                  </a:lnTo>
                  <a:lnTo>
                    <a:pt x="1572624" y="633689"/>
                  </a:lnTo>
                  <a:lnTo>
                    <a:pt x="1564839" y="633555"/>
                  </a:lnTo>
                  <a:lnTo>
                    <a:pt x="1557054" y="633420"/>
                  </a:lnTo>
                  <a:lnTo>
                    <a:pt x="1549268" y="633283"/>
                  </a:lnTo>
                  <a:lnTo>
                    <a:pt x="1541483" y="633146"/>
                  </a:lnTo>
                  <a:lnTo>
                    <a:pt x="1533698" y="633007"/>
                  </a:lnTo>
                  <a:lnTo>
                    <a:pt x="1525912" y="632867"/>
                  </a:lnTo>
                  <a:lnTo>
                    <a:pt x="1518127" y="632725"/>
                  </a:lnTo>
                  <a:lnTo>
                    <a:pt x="1510342" y="632582"/>
                  </a:lnTo>
                  <a:lnTo>
                    <a:pt x="1502557" y="632437"/>
                  </a:lnTo>
                  <a:lnTo>
                    <a:pt x="1494771" y="632292"/>
                  </a:lnTo>
                  <a:lnTo>
                    <a:pt x="1486986" y="632107"/>
                  </a:lnTo>
                  <a:lnTo>
                    <a:pt x="1479201" y="631904"/>
                  </a:lnTo>
                  <a:lnTo>
                    <a:pt x="1471416" y="631699"/>
                  </a:lnTo>
                  <a:lnTo>
                    <a:pt x="1463630" y="631491"/>
                  </a:lnTo>
                  <a:lnTo>
                    <a:pt x="1455845" y="631280"/>
                  </a:lnTo>
                  <a:lnTo>
                    <a:pt x="1448060" y="631067"/>
                  </a:lnTo>
                  <a:lnTo>
                    <a:pt x="1440275" y="630850"/>
                  </a:lnTo>
                  <a:lnTo>
                    <a:pt x="1432489" y="630630"/>
                  </a:lnTo>
                  <a:lnTo>
                    <a:pt x="1424704" y="630408"/>
                  </a:lnTo>
                  <a:lnTo>
                    <a:pt x="1416919" y="630182"/>
                  </a:lnTo>
                  <a:lnTo>
                    <a:pt x="1409133" y="629953"/>
                  </a:lnTo>
                  <a:lnTo>
                    <a:pt x="1401348" y="629752"/>
                  </a:lnTo>
                  <a:lnTo>
                    <a:pt x="1393563" y="629581"/>
                  </a:lnTo>
                  <a:lnTo>
                    <a:pt x="1385778" y="629409"/>
                  </a:lnTo>
                  <a:lnTo>
                    <a:pt x="1377992" y="629168"/>
                  </a:lnTo>
                  <a:lnTo>
                    <a:pt x="1370207" y="628894"/>
                  </a:lnTo>
                  <a:lnTo>
                    <a:pt x="1362422" y="628615"/>
                  </a:lnTo>
                  <a:lnTo>
                    <a:pt x="1354637" y="628332"/>
                  </a:lnTo>
                  <a:lnTo>
                    <a:pt x="1346851" y="628045"/>
                  </a:lnTo>
                  <a:lnTo>
                    <a:pt x="1339066" y="627773"/>
                  </a:lnTo>
                  <a:lnTo>
                    <a:pt x="1331281" y="627515"/>
                  </a:lnTo>
                  <a:lnTo>
                    <a:pt x="1323495" y="627255"/>
                  </a:lnTo>
                  <a:lnTo>
                    <a:pt x="1315710" y="626991"/>
                  </a:lnTo>
                  <a:lnTo>
                    <a:pt x="1307925" y="626725"/>
                  </a:lnTo>
                  <a:lnTo>
                    <a:pt x="1300140" y="626455"/>
                  </a:lnTo>
                  <a:lnTo>
                    <a:pt x="1292354" y="626182"/>
                  </a:lnTo>
                  <a:lnTo>
                    <a:pt x="1284569" y="625905"/>
                  </a:lnTo>
                  <a:lnTo>
                    <a:pt x="1276784" y="625625"/>
                  </a:lnTo>
                  <a:lnTo>
                    <a:pt x="1268999" y="625342"/>
                  </a:lnTo>
                  <a:lnTo>
                    <a:pt x="1261213" y="625055"/>
                  </a:lnTo>
                  <a:lnTo>
                    <a:pt x="1253428" y="624751"/>
                  </a:lnTo>
                  <a:lnTo>
                    <a:pt x="1245643" y="624447"/>
                  </a:lnTo>
                  <a:lnTo>
                    <a:pt x="1237857" y="624176"/>
                  </a:lnTo>
                  <a:lnTo>
                    <a:pt x="1230072" y="623876"/>
                  </a:lnTo>
                  <a:lnTo>
                    <a:pt x="1222287" y="623572"/>
                  </a:lnTo>
                  <a:lnTo>
                    <a:pt x="1214502" y="623265"/>
                  </a:lnTo>
                  <a:lnTo>
                    <a:pt x="1206716" y="622946"/>
                  </a:lnTo>
                  <a:lnTo>
                    <a:pt x="1198931" y="622640"/>
                  </a:lnTo>
                  <a:lnTo>
                    <a:pt x="1191146" y="622323"/>
                  </a:lnTo>
                  <a:lnTo>
                    <a:pt x="1183361" y="622002"/>
                  </a:lnTo>
                  <a:lnTo>
                    <a:pt x="1175575" y="621678"/>
                  </a:lnTo>
                  <a:lnTo>
                    <a:pt x="1167790" y="621347"/>
                  </a:lnTo>
                  <a:lnTo>
                    <a:pt x="1160005" y="620897"/>
                  </a:lnTo>
                  <a:lnTo>
                    <a:pt x="1152220" y="620540"/>
                  </a:lnTo>
                  <a:lnTo>
                    <a:pt x="1144434" y="620179"/>
                  </a:lnTo>
                  <a:lnTo>
                    <a:pt x="1136649" y="619814"/>
                  </a:lnTo>
                  <a:lnTo>
                    <a:pt x="1128864" y="619444"/>
                  </a:lnTo>
                  <a:lnTo>
                    <a:pt x="1121078" y="619130"/>
                  </a:lnTo>
                  <a:lnTo>
                    <a:pt x="1113293" y="618847"/>
                  </a:lnTo>
                  <a:lnTo>
                    <a:pt x="1105508" y="618560"/>
                  </a:lnTo>
                  <a:lnTo>
                    <a:pt x="1097723" y="618199"/>
                  </a:lnTo>
                  <a:lnTo>
                    <a:pt x="1089937" y="617807"/>
                  </a:lnTo>
                  <a:lnTo>
                    <a:pt x="1082152" y="617419"/>
                  </a:lnTo>
                  <a:lnTo>
                    <a:pt x="1074367" y="616984"/>
                  </a:lnTo>
                  <a:lnTo>
                    <a:pt x="1066582" y="616517"/>
                  </a:lnTo>
                  <a:lnTo>
                    <a:pt x="1058796" y="616075"/>
                  </a:lnTo>
                  <a:lnTo>
                    <a:pt x="1051011" y="615628"/>
                  </a:lnTo>
                  <a:lnTo>
                    <a:pt x="1043226" y="615211"/>
                  </a:lnTo>
                  <a:lnTo>
                    <a:pt x="1035440" y="614858"/>
                  </a:lnTo>
                  <a:lnTo>
                    <a:pt x="1027655" y="614582"/>
                  </a:lnTo>
                  <a:lnTo>
                    <a:pt x="1019870" y="614295"/>
                  </a:lnTo>
                  <a:lnTo>
                    <a:pt x="1012085" y="613883"/>
                  </a:lnTo>
                  <a:lnTo>
                    <a:pt x="1004299" y="613466"/>
                  </a:lnTo>
                  <a:lnTo>
                    <a:pt x="996514" y="613044"/>
                  </a:lnTo>
                  <a:lnTo>
                    <a:pt x="988729" y="612650"/>
                  </a:lnTo>
                  <a:lnTo>
                    <a:pt x="980944" y="612491"/>
                  </a:lnTo>
                  <a:lnTo>
                    <a:pt x="973158" y="611987"/>
                  </a:lnTo>
                  <a:lnTo>
                    <a:pt x="965373" y="611487"/>
                  </a:lnTo>
                  <a:lnTo>
                    <a:pt x="957588" y="611082"/>
                  </a:lnTo>
                  <a:lnTo>
                    <a:pt x="949802" y="610701"/>
                  </a:lnTo>
                  <a:lnTo>
                    <a:pt x="942017" y="610305"/>
                  </a:lnTo>
                  <a:lnTo>
                    <a:pt x="934232" y="609901"/>
                  </a:lnTo>
                  <a:lnTo>
                    <a:pt x="926447" y="609492"/>
                  </a:lnTo>
                  <a:lnTo>
                    <a:pt x="918661" y="609079"/>
                  </a:lnTo>
                  <a:lnTo>
                    <a:pt x="910876" y="608662"/>
                  </a:lnTo>
                  <a:lnTo>
                    <a:pt x="903091" y="608241"/>
                  </a:lnTo>
                  <a:lnTo>
                    <a:pt x="895306" y="607909"/>
                  </a:lnTo>
                  <a:lnTo>
                    <a:pt x="887520" y="607697"/>
                  </a:lnTo>
                  <a:lnTo>
                    <a:pt x="879735" y="607260"/>
                  </a:lnTo>
                  <a:lnTo>
                    <a:pt x="871950" y="606820"/>
                  </a:lnTo>
                  <a:lnTo>
                    <a:pt x="864165" y="606368"/>
                  </a:lnTo>
                  <a:lnTo>
                    <a:pt x="856379" y="605949"/>
                  </a:lnTo>
                  <a:lnTo>
                    <a:pt x="848594" y="605673"/>
                  </a:lnTo>
                  <a:lnTo>
                    <a:pt x="840809" y="605395"/>
                  </a:lnTo>
                  <a:lnTo>
                    <a:pt x="833023" y="605030"/>
                  </a:lnTo>
                  <a:lnTo>
                    <a:pt x="825238" y="604843"/>
                  </a:lnTo>
                  <a:lnTo>
                    <a:pt x="817453" y="604569"/>
                  </a:lnTo>
                  <a:lnTo>
                    <a:pt x="809668" y="604295"/>
                  </a:lnTo>
                  <a:lnTo>
                    <a:pt x="801882" y="604018"/>
                  </a:lnTo>
                  <a:lnTo>
                    <a:pt x="794097" y="603738"/>
                  </a:lnTo>
                  <a:lnTo>
                    <a:pt x="786312" y="603443"/>
                  </a:lnTo>
                  <a:lnTo>
                    <a:pt x="778527" y="602894"/>
                  </a:lnTo>
                  <a:lnTo>
                    <a:pt x="770741" y="602581"/>
                  </a:lnTo>
                  <a:lnTo>
                    <a:pt x="762956" y="602266"/>
                  </a:lnTo>
                  <a:lnTo>
                    <a:pt x="755171" y="601898"/>
                  </a:lnTo>
                  <a:lnTo>
                    <a:pt x="747385" y="601511"/>
                  </a:lnTo>
                  <a:lnTo>
                    <a:pt x="739600" y="601196"/>
                  </a:lnTo>
                  <a:lnTo>
                    <a:pt x="731815" y="600977"/>
                  </a:lnTo>
                  <a:lnTo>
                    <a:pt x="724030" y="600654"/>
                  </a:lnTo>
                  <a:lnTo>
                    <a:pt x="716244" y="600325"/>
                  </a:lnTo>
                  <a:lnTo>
                    <a:pt x="708459" y="600046"/>
                  </a:lnTo>
                  <a:lnTo>
                    <a:pt x="700674" y="599665"/>
                  </a:lnTo>
                  <a:lnTo>
                    <a:pt x="692889" y="599328"/>
                  </a:lnTo>
                  <a:lnTo>
                    <a:pt x="685103" y="598993"/>
                  </a:lnTo>
                  <a:lnTo>
                    <a:pt x="677318" y="598740"/>
                  </a:lnTo>
                  <a:lnTo>
                    <a:pt x="669533" y="598491"/>
                  </a:lnTo>
                  <a:lnTo>
                    <a:pt x="661747" y="597975"/>
                  </a:lnTo>
                  <a:lnTo>
                    <a:pt x="653962" y="597625"/>
                  </a:lnTo>
                  <a:lnTo>
                    <a:pt x="646177" y="596948"/>
                  </a:lnTo>
                  <a:lnTo>
                    <a:pt x="638392" y="596189"/>
                  </a:lnTo>
                  <a:lnTo>
                    <a:pt x="630606" y="595516"/>
                  </a:lnTo>
                  <a:lnTo>
                    <a:pt x="622821" y="594977"/>
                  </a:lnTo>
                  <a:lnTo>
                    <a:pt x="615036" y="594495"/>
                  </a:lnTo>
                  <a:lnTo>
                    <a:pt x="607251" y="593966"/>
                  </a:lnTo>
                  <a:lnTo>
                    <a:pt x="599465" y="593421"/>
                  </a:lnTo>
                  <a:lnTo>
                    <a:pt x="591680" y="592905"/>
                  </a:lnTo>
                  <a:lnTo>
                    <a:pt x="583895" y="592371"/>
                  </a:lnTo>
                  <a:lnTo>
                    <a:pt x="576110" y="591667"/>
                  </a:lnTo>
                  <a:lnTo>
                    <a:pt x="568324" y="591157"/>
                  </a:lnTo>
                  <a:lnTo>
                    <a:pt x="560539" y="590741"/>
                  </a:lnTo>
                  <a:lnTo>
                    <a:pt x="552754" y="590243"/>
                  </a:lnTo>
                  <a:lnTo>
                    <a:pt x="544968" y="589709"/>
                  </a:lnTo>
                  <a:lnTo>
                    <a:pt x="537183" y="589242"/>
                  </a:lnTo>
                  <a:lnTo>
                    <a:pt x="529398" y="588665"/>
                  </a:lnTo>
                  <a:lnTo>
                    <a:pt x="521613" y="588060"/>
                  </a:lnTo>
                  <a:lnTo>
                    <a:pt x="513827" y="587353"/>
                  </a:lnTo>
                  <a:lnTo>
                    <a:pt x="506042" y="586771"/>
                  </a:lnTo>
                  <a:lnTo>
                    <a:pt x="498257" y="586390"/>
                  </a:lnTo>
                  <a:lnTo>
                    <a:pt x="490472" y="585916"/>
                  </a:lnTo>
                  <a:lnTo>
                    <a:pt x="482686" y="584996"/>
                  </a:lnTo>
                  <a:lnTo>
                    <a:pt x="474901" y="584771"/>
                  </a:lnTo>
                  <a:lnTo>
                    <a:pt x="467116" y="584346"/>
                  </a:lnTo>
                  <a:lnTo>
                    <a:pt x="459330" y="584015"/>
                  </a:lnTo>
                  <a:lnTo>
                    <a:pt x="451545" y="583713"/>
                  </a:lnTo>
                  <a:lnTo>
                    <a:pt x="443760" y="583248"/>
                  </a:lnTo>
                  <a:lnTo>
                    <a:pt x="435975" y="582890"/>
                  </a:lnTo>
                  <a:lnTo>
                    <a:pt x="428189" y="582751"/>
                  </a:lnTo>
                  <a:lnTo>
                    <a:pt x="420404" y="582428"/>
                  </a:lnTo>
                  <a:lnTo>
                    <a:pt x="412619" y="582108"/>
                  </a:lnTo>
                  <a:lnTo>
                    <a:pt x="404834" y="581778"/>
                  </a:lnTo>
                  <a:lnTo>
                    <a:pt x="397048" y="581263"/>
                  </a:lnTo>
                  <a:lnTo>
                    <a:pt x="389263" y="581120"/>
                  </a:lnTo>
                  <a:lnTo>
                    <a:pt x="381478" y="580804"/>
                  </a:lnTo>
                  <a:lnTo>
                    <a:pt x="373692" y="580721"/>
                  </a:lnTo>
                  <a:lnTo>
                    <a:pt x="365907" y="580333"/>
                  </a:lnTo>
                  <a:lnTo>
                    <a:pt x="358122" y="580159"/>
                  </a:lnTo>
                  <a:lnTo>
                    <a:pt x="350337" y="579474"/>
                  </a:lnTo>
                  <a:lnTo>
                    <a:pt x="342551" y="579140"/>
                  </a:lnTo>
                  <a:lnTo>
                    <a:pt x="334766" y="578802"/>
                  </a:lnTo>
                  <a:lnTo>
                    <a:pt x="326981" y="578972"/>
                  </a:lnTo>
                  <a:lnTo>
                    <a:pt x="319196" y="578573"/>
                  </a:lnTo>
                  <a:lnTo>
                    <a:pt x="311410" y="578120"/>
                  </a:lnTo>
                  <a:lnTo>
                    <a:pt x="303625" y="577989"/>
                  </a:lnTo>
                  <a:lnTo>
                    <a:pt x="295840" y="577566"/>
                  </a:lnTo>
                  <a:lnTo>
                    <a:pt x="288055" y="577142"/>
                  </a:lnTo>
                  <a:lnTo>
                    <a:pt x="280269" y="576604"/>
                  </a:lnTo>
                  <a:lnTo>
                    <a:pt x="272484" y="576295"/>
                  </a:lnTo>
                  <a:lnTo>
                    <a:pt x="264699" y="575850"/>
                  </a:lnTo>
                  <a:lnTo>
                    <a:pt x="256913" y="575387"/>
                  </a:lnTo>
                  <a:lnTo>
                    <a:pt x="249128" y="575177"/>
                  </a:lnTo>
                  <a:lnTo>
                    <a:pt x="241343" y="575666"/>
                  </a:lnTo>
                  <a:lnTo>
                    <a:pt x="233558" y="576106"/>
                  </a:lnTo>
                  <a:lnTo>
                    <a:pt x="225772" y="576516"/>
                  </a:lnTo>
                  <a:lnTo>
                    <a:pt x="217987" y="576436"/>
                  </a:lnTo>
                  <a:lnTo>
                    <a:pt x="210202" y="576439"/>
                  </a:lnTo>
                  <a:lnTo>
                    <a:pt x="202417" y="576798"/>
                  </a:lnTo>
                  <a:lnTo>
                    <a:pt x="194631" y="576716"/>
                  </a:lnTo>
                  <a:lnTo>
                    <a:pt x="186846" y="576242"/>
                  </a:lnTo>
                  <a:lnTo>
                    <a:pt x="179061" y="576133"/>
                  </a:lnTo>
                  <a:lnTo>
                    <a:pt x="171275" y="576557"/>
                  </a:lnTo>
                  <a:lnTo>
                    <a:pt x="163490" y="576386"/>
                  </a:lnTo>
                  <a:lnTo>
                    <a:pt x="155705" y="576744"/>
                  </a:lnTo>
                  <a:lnTo>
                    <a:pt x="147920" y="576718"/>
                  </a:lnTo>
                  <a:lnTo>
                    <a:pt x="140134" y="576893"/>
                  </a:lnTo>
                  <a:lnTo>
                    <a:pt x="132349" y="577272"/>
                  </a:lnTo>
                  <a:lnTo>
                    <a:pt x="124564" y="577403"/>
                  </a:lnTo>
                  <a:lnTo>
                    <a:pt x="116779" y="577745"/>
                  </a:lnTo>
                  <a:lnTo>
                    <a:pt x="108993" y="577830"/>
                  </a:lnTo>
                  <a:lnTo>
                    <a:pt x="101208" y="578025"/>
                  </a:lnTo>
                  <a:lnTo>
                    <a:pt x="93423" y="578417"/>
                  </a:lnTo>
                  <a:lnTo>
                    <a:pt x="85637" y="578845"/>
                  </a:lnTo>
                  <a:lnTo>
                    <a:pt x="77852" y="579431"/>
                  </a:lnTo>
                  <a:lnTo>
                    <a:pt x="70067" y="580082"/>
                  </a:lnTo>
                  <a:lnTo>
                    <a:pt x="62282" y="580659"/>
                  </a:lnTo>
                  <a:lnTo>
                    <a:pt x="54496" y="581374"/>
                  </a:lnTo>
                  <a:lnTo>
                    <a:pt x="46711" y="581664"/>
                  </a:lnTo>
                  <a:lnTo>
                    <a:pt x="38926" y="582503"/>
                  </a:lnTo>
                  <a:lnTo>
                    <a:pt x="31141" y="583095"/>
                  </a:lnTo>
                  <a:lnTo>
                    <a:pt x="23355" y="583908"/>
                  </a:lnTo>
                  <a:lnTo>
                    <a:pt x="15570" y="583846"/>
                  </a:lnTo>
                  <a:lnTo>
                    <a:pt x="7785" y="584395"/>
                  </a:lnTo>
                  <a:lnTo>
                    <a:pt x="0" y="585168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247627" y="3383242"/>
              <a:ext cx="2016385" cy="416898"/>
            </a:xfrm>
            <a:custGeom>
              <a:avLst/>
              <a:pathLst>
                <a:path w="2016385" h="416898">
                  <a:moveTo>
                    <a:pt x="0" y="415458"/>
                  </a:moveTo>
                  <a:lnTo>
                    <a:pt x="7785" y="416333"/>
                  </a:lnTo>
                  <a:lnTo>
                    <a:pt x="15570" y="416898"/>
                  </a:lnTo>
                  <a:lnTo>
                    <a:pt x="23355" y="416784"/>
                  </a:lnTo>
                  <a:lnTo>
                    <a:pt x="31141" y="415862"/>
                  </a:lnTo>
                  <a:lnTo>
                    <a:pt x="38926" y="415051"/>
                  </a:lnTo>
                  <a:lnTo>
                    <a:pt x="46711" y="413868"/>
                  </a:lnTo>
                  <a:lnTo>
                    <a:pt x="54496" y="413776"/>
                  </a:lnTo>
                  <a:lnTo>
                    <a:pt x="62282" y="413610"/>
                  </a:lnTo>
                  <a:lnTo>
                    <a:pt x="70067" y="414106"/>
                  </a:lnTo>
                  <a:lnTo>
                    <a:pt x="77852" y="413952"/>
                  </a:lnTo>
                  <a:lnTo>
                    <a:pt x="85637" y="414169"/>
                  </a:lnTo>
                  <a:lnTo>
                    <a:pt x="93423" y="413853"/>
                  </a:lnTo>
                  <a:lnTo>
                    <a:pt x="101208" y="413344"/>
                  </a:lnTo>
                  <a:lnTo>
                    <a:pt x="108993" y="413945"/>
                  </a:lnTo>
                  <a:lnTo>
                    <a:pt x="116779" y="413756"/>
                  </a:lnTo>
                  <a:lnTo>
                    <a:pt x="124564" y="413290"/>
                  </a:lnTo>
                  <a:lnTo>
                    <a:pt x="132349" y="412705"/>
                  </a:lnTo>
                  <a:lnTo>
                    <a:pt x="140134" y="411925"/>
                  </a:lnTo>
                  <a:lnTo>
                    <a:pt x="147920" y="411584"/>
                  </a:lnTo>
                  <a:lnTo>
                    <a:pt x="155705" y="411403"/>
                  </a:lnTo>
                  <a:lnTo>
                    <a:pt x="163490" y="411861"/>
                  </a:lnTo>
                  <a:lnTo>
                    <a:pt x="171275" y="410618"/>
                  </a:lnTo>
                  <a:lnTo>
                    <a:pt x="179061" y="409971"/>
                  </a:lnTo>
                  <a:lnTo>
                    <a:pt x="186846" y="409687"/>
                  </a:lnTo>
                  <a:lnTo>
                    <a:pt x="194631" y="409131"/>
                  </a:lnTo>
                  <a:lnTo>
                    <a:pt x="202417" y="408527"/>
                  </a:lnTo>
                  <a:lnTo>
                    <a:pt x="210202" y="408046"/>
                  </a:lnTo>
                  <a:lnTo>
                    <a:pt x="217987" y="408460"/>
                  </a:lnTo>
                  <a:lnTo>
                    <a:pt x="225772" y="407334"/>
                  </a:lnTo>
                  <a:lnTo>
                    <a:pt x="233558" y="406177"/>
                  </a:lnTo>
                  <a:lnTo>
                    <a:pt x="241343" y="405468"/>
                  </a:lnTo>
                  <a:lnTo>
                    <a:pt x="249128" y="404171"/>
                  </a:lnTo>
                  <a:lnTo>
                    <a:pt x="256913" y="403481"/>
                  </a:lnTo>
                  <a:lnTo>
                    <a:pt x="264699" y="403194"/>
                  </a:lnTo>
                  <a:lnTo>
                    <a:pt x="272484" y="402307"/>
                  </a:lnTo>
                  <a:lnTo>
                    <a:pt x="280269" y="401756"/>
                  </a:lnTo>
                  <a:lnTo>
                    <a:pt x="288055" y="401197"/>
                  </a:lnTo>
                  <a:lnTo>
                    <a:pt x="295840" y="400178"/>
                  </a:lnTo>
                  <a:lnTo>
                    <a:pt x="303625" y="399569"/>
                  </a:lnTo>
                  <a:lnTo>
                    <a:pt x="311410" y="400353"/>
                  </a:lnTo>
                  <a:lnTo>
                    <a:pt x="319196" y="399626"/>
                  </a:lnTo>
                  <a:lnTo>
                    <a:pt x="326981" y="397665"/>
                  </a:lnTo>
                  <a:lnTo>
                    <a:pt x="334766" y="395439"/>
                  </a:lnTo>
                  <a:lnTo>
                    <a:pt x="342551" y="392979"/>
                  </a:lnTo>
                  <a:lnTo>
                    <a:pt x="350337" y="390398"/>
                  </a:lnTo>
                  <a:lnTo>
                    <a:pt x="358122" y="388185"/>
                  </a:lnTo>
                  <a:lnTo>
                    <a:pt x="365907" y="386622"/>
                  </a:lnTo>
                  <a:lnTo>
                    <a:pt x="373692" y="385198"/>
                  </a:lnTo>
                  <a:lnTo>
                    <a:pt x="381478" y="382872"/>
                  </a:lnTo>
                  <a:lnTo>
                    <a:pt x="389263" y="380444"/>
                  </a:lnTo>
                  <a:lnTo>
                    <a:pt x="397048" y="378009"/>
                  </a:lnTo>
                  <a:lnTo>
                    <a:pt x="404834" y="375566"/>
                  </a:lnTo>
                  <a:lnTo>
                    <a:pt x="412619" y="373841"/>
                  </a:lnTo>
                  <a:lnTo>
                    <a:pt x="420404" y="373111"/>
                  </a:lnTo>
                  <a:lnTo>
                    <a:pt x="428189" y="372020"/>
                  </a:lnTo>
                  <a:lnTo>
                    <a:pt x="435975" y="370934"/>
                  </a:lnTo>
                  <a:lnTo>
                    <a:pt x="443760" y="369809"/>
                  </a:lnTo>
                  <a:lnTo>
                    <a:pt x="451545" y="368698"/>
                  </a:lnTo>
                  <a:lnTo>
                    <a:pt x="459330" y="367041"/>
                  </a:lnTo>
                  <a:lnTo>
                    <a:pt x="467116" y="365346"/>
                  </a:lnTo>
                  <a:lnTo>
                    <a:pt x="474901" y="362637"/>
                  </a:lnTo>
                  <a:lnTo>
                    <a:pt x="482686" y="360108"/>
                  </a:lnTo>
                  <a:lnTo>
                    <a:pt x="490472" y="356005"/>
                  </a:lnTo>
                  <a:lnTo>
                    <a:pt x="498257" y="354500"/>
                  </a:lnTo>
                  <a:lnTo>
                    <a:pt x="506042" y="353211"/>
                  </a:lnTo>
                  <a:lnTo>
                    <a:pt x="513827" y="351140"/>
                  </a:lnTo>
                  <a:lnTo>
                    <a:pt x="521613" y="347926"/>
                  </a:lnTo>
                  <a:lnTo>
                    <a:pt x="529398" y="346133"/>
                  </a:lnTo>
                  <a:lnTo>
                    <a:pt x="537183" y="344299"/>
                  </a:lnTo>
                  <a:lnTo>
                    <a:pt x="544968" y="341221"/>
                  </a:lnTo>
                  <a:lnTo>
                    <a:pt x="552754" y="338181"/>
                  </a:lnTo>
                  <a:lnTo>
                    <a:pt x="560539" y="336921"/>
                  </a:lnTo>
                  <a:lnTo>
                    <a:pt x="568324" y="334149"/>
                  </a:lnTo>
                  <a:lnTo>
                    <a:pt x="576110" y="331380"/>
                  </a:lnTo>
                  <a:lnTo>
                    <a:pt x="583895" y="328639"/>
                  </a:lnTo>
                  <a:lnTo>
                    <a:pt x="591680" y="325895"/>
                  </a:lnTo>
                  <a:lnTo>
                    <a:pt x="599465" y="324137"/>
                  </a:lnTo>
                  <a:lnTo>
                    <a:pt x="607251" y="320345"/>
                  </a:lnTo>
                  <a:lnTo>
                    <a:pt x="615036" y="317516"/>
                  </a:lnTo>
                  <a:lnTo>
                    <a:pt x="622821" y="313872"/>
                  </a:lnTo>
                  <a:lnTo>
                    <a:pt x="630606" y="311996"/>
                  </a:lnTo>
                  <a:lnTo>
                    <a:pt x="638392" y="309856"/>
                  </a:lnTo>
                  <a:lnTo>
                    <a:pt x="646177" y="307894"/>
                  </a:lnTo>
                  <a:lnTo>
                    <a:pt x="653962" y="305193"/>
                  </a:lnTo>
                  <a:lnTo>
                    <a:pt x="661747" y="302473"/>
                  </a:lnTo>
                  <a:lnTo>
                    <a:pt x="669533" y="298888"/>
                  </a:lnTo>
                  <a:lnTo>
                    <a:pt x="677318" y="295327"/>
                  </a:lnTo>
                  <a:lnTo>
                    <a:pt x="685103" y="293087"/>
                  </a:lnTo>
                  <a:lnTo>
                    <a:pt x="692889" y="289952"/>
                  </a:lnTo>
                  <a:lnTo>
                    <a:pt x="700674" y="287974"/>
                  </a:lnTo>
                  <a:lnTo>
                    <a:pt x="708459" y="284403"/>
                  </a:lnTo>
                  <a:lnTo>
                    <a:pt x="716244" y="282045"/>
                  </a:lnTo>
                  <a:lnTo>
                    <a:pt x="724030" y="279693"/>
                  </a:lnTo>
                  <a:lnTo>
                    <a:pt x="731815" y="277343"/>
                  </a:lnTo>
                  <a:lnTo>
                    <a:pt x="739600" y="274755"/>
                  </a:lnTo>
                  <a:lnTo>
                    <a:pt x="747385" y="272678"/>
                  </a:lnTo>
                  <a:lnTo>
                    <a:pt x="755171" y="270324"/>
                  </a:lnTo>
                  <a:lnTo>
                    <a:pt x="762956" y="266983"/>
                  </a:lnTo>
                  <a:lnTo>
                    <a:pt x="770741" y="263542"/>
                  </a:lnTo>
                  <a:lnTo>
                    <a:pt x="778527" y="260109"/>
                  </a:lnTo>
                  <a:lnTo>
                    <a:pt x="786312" y="257583"/>
                  </a:lnTo>
                  <a:lnTo>
                    <a:pt x="794097" y="255716"/>
                  </a:lnTo>
                  <a:lnTo>
                    <a:pt x="801882" y="253852"/>
                  </a:lnTo>
                  <a:lnTo>
                    <a:pt x="809668" y="251992"/>
                  </a:lnTo>
                  <a:lnTo>
                    <a:pt x="817453" y="250079"/>
                  </a:lnTo>
                  <a:lnTo>
                    <a:pt x="825238" y="246929"/>
                  </a:lnTo>
                  <a:lnTo>
                    <a:pt x="833023" y="243790"/>
                  </a:lnTo>
                  <a:lnTo>
                    <a:pt x="840809" y="241070"/>
                  </a:lnTo>
                  <a:lnTo>
                    <a:pt x="848594" y="238055"/>
                  </a:lnTo>
                  <a:lnTo>
                    <a:pt x="856379" y="235051"/>
                  </a:lnTo>
                  <a:lnTo>
                    <a:pt x="864165" y="232058"/>
                  </a:lnTo>
                  <a:lnTo>
                    <a:pt x="871950" y="229079"/>
                  </a:lnTo>
                  <a:lnTo>
                    <a:pt x="879735" y="226112"/>
                  </a:lnTo>
                  <a:lnTo>
                    <a:pt x="887520" y="223180"/>
                  </a:lnTo>
                  <a:lnTo>
                    <a:pt x="895306" y="220283"/>
                  </a:lnTo>
                  <a:lnTo>
                    <a:pt x="903091" y="217341"/>
                  </a:lnTo>
                  <a:lnTo>
                    <a:pt x="910876" y="214421"/>
                  </a:lnTo>
                  <a:lnTo>
                    <a:pt x="918661" y="211632"/>
                  </a:lnTo>
                  <a:lnTo>
                    <a:pt x="926447" y="208647"/>
                  </a:lnTo>
                  <a:lnTo>
                    <a:pt x="934232" y="206172"/>
                  </a:lnTo>
                  <a:lnTo>
                    <a:pt x="942017" y="203841"/>
                  </a:lnTo>
                  <a:lnTo>
                    <a:pt x="949802" y="201522"/>
                  </a:lnTo>
                  <a:lnTo>
                    <a:pt x="957588" y="199126"/>
                  </a:lnTo>
                  <a:lnTo>
                    <a:pt x="965373" y="196655"/>
                  </a:lnTo>
                  <a:lnTo>
                    <a:pt x="973158" y="194521"/>
                  </a:lnTo>
                  <a:lnTo>
                    <a:pt x="980944" y="192122"/>
                  </a:lnTo>
                  <a:lnTo>
                    <a:pt x="988729" y="190162"/>
                  </a:lnTo>
                  <a:lnTo>
                    <a:pt x="996514" y="187917"/>
                  </a:lnTo>
                  <a:lnTo>
                    <a:pt x="1004299" y="185684"/>
                  </a:lnTo>
                  <a:lnTo>
                    <a:pt x="1012085" y="183320"/>
                  </a:lnTo>
                  <a:lnTo>
                    <a:pt x="1019870" y="180770"/>
                  </a:lnTo>
                  <a:lnTo>
                    <a:pt x="1027655" y="178236"/>
                  </a:lnTo>
                  <a:lnTo>
                    <a:pt x="1035440" y="175718"/>
                  </a:lnTo>
                  <a:lnTo>
                    <a:pt x="1043226" y="173205"/>
                  </a:lnTo>
                  <a:lnTo>
                    <a:pt x="1051011" y="170706"/>
                  </a:lnTo>
                  <a:lnTo>
                    <a:pt x="1058796" y="167876"/>
                  </a:lnTo>
                  <a:lnTo>
                    <a:pt x="1066582" y="165557"/>
                  </a:lnTo>
                  <a:lnTo>
                    <a:pt x="1074367" y="163259"/>
                  </a:lnTo>
                  <a:lnTo>
                    <a:pt x="1082152" y="160892"/>
                  </a:lnTo>
                  <a:lnTo>
                    <a:pt x="1089937" y="158503"/>
                  </a:lnTo>
                  <a:lnTo>
                    <a:pt x="1097723" y="156133"/>
                  </a:lnTo>
                  <a:lnTo>
                    <a:pt x="1105508" y="154097"/>
                  </a:lnTo>
                  <a:lnTo>
                    <a:pt x="1113293" y="152079"/>
                  </a:lnTo>
                  <a:lnTo>
                    <a:pt x="1121078" y="149886"/>
                  </a:lnTo>
                  <a:lnTo>
                    <a:pt x="1128864" y="147710"/>
                  </a:lnTo>
                  <a:lnTo>
                    <a:pt x="1136649" y="145550"/>
                  </a:lnTo>
                  <a:lnTo>
                    <a:pt x="1144434" y="143407"/>
                  </a:lnTo>
                  <a:lnTo>
                    <a:pt x="1152220" y="141281"/>
                  </a:lnTo>
                  <a:lnTo>
                    <a:pt x="1160005" y="138840"/>
                  </a:lnTo>
                  <a:lnTo>
                    <a:pt x="1167790" y="136330"/>
                  </a:lnTo>
                  <a:lnTo>
                    <a:pt x="1175575" y="133845"/>
                  </a:lnTo>
                  <a:lnTo>
                    <a:pt x="1183361" y="131384"/>
                  </a:lnTo>
                  <a:lnTo>
                    <a:pt x="1191146" y="128996"/>
                  </a:lnTo>
                  <a:lnTo>
                    <a:pt x="1198931" y="127199"/>
                  </a:lnTo>
                  <a:lnTo>
                    <a:pt x="1206716" y="125502"/>
                  </a:lnTo>
                  <a:lnTo>
                    <a:pt x="1214502" y="123239"/>
                  </a:lnTo>
                  <a:lnTo>
                    <a:pt x="1222287" y="120715"/>
                  </a:lnTo>
                  <a:lnTo>
                    <a:pt x="1230072" y="118508"/>
                  </a:lnTo>
                  <a:lnTo>
                    <a:pt x="1237857" y="116460"/>
                  </a:lnTo>
                  <a:lnTo>
                    <a:pt x="1245643" y="114432"/>
                  </a:lnTo>
                  <a:lnTo>
                    <a:pt x="1253428" y="112424"/>
                  </a:lnTo>
                  <a:lnTo>
                    <a:pt x="1261213" y="110440"/>
                  </a:lnTo>
                  <a:lnTo>
                    <a:pt x="1268999" y="108490"/>
                  </a:lnTo>
                  <a:lnTo>
                    <a:pt x="1276784" y="106559"/>
                  </a:lnTo>
                  <a:lnTo>
                    <a:pt x="1284569" y="104649"/>
                  </a:lnTo>
                  <a:lnTo>
                    <a:pt x="1292354" y="102757"/>
                  </a:lnTo>
                  <a:lnTo>
                    <a:pt x="1300140" y="100886"/>
                  </a:lnTo>
                  <a:lnTo>
                    <a:pt x="1307925" y="99034"/>
                  </a:lnTo>
                  <a:lnTo>
                    <a:pt x="1315710" y="97238"/>
                  </a:lnTo>
                  <a:lnTo>
                    <a:pt x="1323495" y="95663"/>
                  </a:lnTo>
                  <a:lnTo>
                    <a:pt x="1331281" y="94102"/>
                  </a:lnTo>
                  <a:lnTo>
                    <a:pt x="1339066" y="92556"/>
                  </a:lnTo>
                  <a:lnTo>
                    <a:pt x="1346851" y="90775"/>
                  </a:lnTo>
                  <a:lnTo>
                    <a:pt x="1354637" y="88400"/>
                  </a:lnTo>
                  <a:lnTo>
                    <a:pt x="1362422" y="86570"/>
                  </a:lnTo>
                  <a:lnTo>
                    <a:pt x="1370207" y="84860"/>
                  </a:lnTo>
                  <a:lnTo>
                    <a:pt x="1377992" y="83181"/>
                  </a:lnTo>
                  <a:lnTo>
                    <a:pt x="1385778" y="81521"/>
                  </a:lnTo>
                  <a:lnTo>
                    <a:pt x="1393563" y="79879"/>
                  </a:lnTo>
                  <a:lnTo>
                    <a:pt x="1401348" y="78257"/>
                  </a:lnTo>
                  <a:lnTo>
                    <a:pt x="1409133" y="76654"/>
                  </a:lnTo>
                  <a:lnTo>
                    <a:pt x="1416919" y="74850"/>
                  </a:lnTo>
                  <a:lnTo>
                    <a:pt x="1424704" y="73207"/>
                  </a:lnTo>
                  <a:lnTo>
                    <a:pt x="1432489" y="71258"/>
                  </a:lnTo>
                  <a:lnTo>
                    <a:pt x="1440275" y="69494"/>
                  </a:lnTo>
                  <a:lnTo>
                    <a:pt x="1448060" y="67755"/>
                  </a:lnTo>
                  <a:lnTo>
                    <a:pt x="1455845" y="66056"/>
                  </a:lnTo>
                  <a:lnTo>
                    <a:pt x="1463630" y="64559"/>
                  </a:lnTo>
                  <a:lnTo>
                    <a:pt x="1471416" y="63300"/>
                  </a:lnTo>
                  <a:lnTo>
                    <a:pt x="1479201" y="62078"/>
                  </a:lnTo>
                  <a:lnTo>
                    <a:pt x="1486986" y="60809"/>
                  </a:lnTo>
                  <a:lnTo>
                    <a:pt x="1494771" y="59579"/>
                  </a:lnTo>
                  <a:lnTo>
                    <a:pt x="1502557" y="58363"/>
                  </a:lnTo>
                  <a:lnTo>
                    <a:pt x="1510342" y="56862"/>
                  </a:lnTo>
                  <a:lnTo>
                    <a:pt x="1518127" y="55309"/>
                  </a:lnTo>
                  <a:lnTo>
                    <a:pt x="1525912" y="53779"/>
                  </a:lnTo>
                  <a:lnTo>
                    <a:pt x="1533698" y="52379"/>
                  </a:lnTo>
                  <a:lnTo>
                    <a:pt x="1541483" y="51357"/>
                  </a:lnTo>
                  <a:lnTo>
                    <a:pt x="1549268" y="50348"/>
                  </a:lnTo>
                  <a:lnTo>
                    <a:pt x="1557054" y="49088"/>
                  </a:lnTo>
                  <a:lnTo>
                    <a:pt x="1564839" y="47647"/>
                  </a:lnTo>
                  <a:lnTo>
                    <a:pt x="1572624" y="46228"/>
                  </a:lnTo>
                  <a:lnTo>
                    <a:pt x="1580409" y="45001"/>
                  </a:lnTo>
                  <a:lnTo>
                    <a:pt x="1588195" y="43849"/>
                  </a:lnTo>
                  <a:lnTo>
                    <a:pt x="1595980" y="42711"/>
                  </a:lnTo>
                  <a:lnTo>
                    <a:pt x="1603765" y="41589"/>
                  </a:lnTo>
                  <a:lnTo>
                    <a:pt x="1611550" y="40481"/>
                  </a:lnTo>
                  <a:lnTo>
                    <a:pt x="1619336" y="39388"/>
                  </a:lnTo>
                  <a:lnTo>
                    <a:pt x="1627121" y="38312"/>
                  </a:lnTo>
                  <a:lnTo>
                    <a:pt x="1634906" y="37257"/>
                  </a:lnTo>
                  <a:lnTo>
                    <a:pt x="1642692" y="36216"/>
                  </a:lnTo>
                  <a:lnTo>
                    <a:pt x="1650477" y="35189"/>
                  </a:lnTo>
                  <a:lnTo>
                    <a:pt x="1658262" y="34176"/>
                  </a:lnTo>
                  <a:lnTo>
                    <a:pt x="1666047" y="33176"/>
                  </a:lnTo>
                  <a:lnTo>
                    <a:pt x="1673833" y="32189"/>
                  </a:lnTo>
                  <a:lnTo>
                    <a:pt x="1681618" y="31216"/>
                  </a:lnTo>
                  <a:lnTo>
                    <a:pt x="1689403" y="30257"/>
                  </a:lnTo>
                  <a:lnTo>
                    <a:pt x="1697188" y="29425"/>
                  </a:lnTo>
                  <a:lnTo>
                    <a:pt x="1704974" y="28563"/>
                  </a:lnTo>
                  <a:lnTo>
                    <a:pt x="1712759" y="27603"/>
                  </a:lnTo>
                  <a:lnTo>
                    <a:pt x="1720544" y="26657"/>
                  </a:lnTo>
                  <a:lnTo>
                    <a:pt x="1728330" y="25724"/>
                  </a:lnTo>
                  <a:lnTo>
                    <a:pt x="1736115" y="24805"/>
                  </a:lnTo>
                  <a:lnTo>
                    <a:pt x="1743900" y="23899"/>
                  </a:lnTo>
                  <a:lnTo>
                    <a:pt x="1751685" y="23009"/>
                  </a:lnTo>
                  <a:lnTo>
                    <a:pt x="1759471" y="22158"/>
                  </a:lnTo>
                  <a:lnTo>
                    <a:pt x="1767256" y="21318"/>
                  </a:lnTo>
                  <a:lnTo>
                    <a:pt x="1775041" y="20491"/>
                  </a:lnTo>
                  <a:lnTo>
                    <a:pt x="1782826" y="19675"/>
                  </a:lnTo>
                  <a:lnTo>
                    <a:pt x="1790612" y="18871"/>
                  </a:lnTo>
                  <a:lnTo>
                    <a:pt x="1798397" y="18078"/>
                  </a:lnTo>
                  <a:lnTo>
                    <a:pt x="1806182" y="17297"/>
                  </a:lnTo>
                  <a:lnTo>
                    <a:pt x="1813967" y="16526"/>
                  </a:lnTo>
                  <a:lnTo>
                    <a:pt x="1821753" y="15767"/>
                  </a:lnTo>
                  <a:lnTo>
                    <a:pt x="1829538" y="15018"/>
                  </a:lnTo>
                  <a:lnTo>
                    <a:pt x="1837323" y="14281"/>
                  </a:lnTo>
                  <a:lnTo>
                    <a:pt x="1845109" y="13554"/>
                  </a:lnTo>
                  <a:lnTo>
                    <a:pt x="1852894" y="12837"/>
                  </a:lnTo>
                  <a:lnTo>
                    <a:pt x="1860679" y="12131"/>
                  </a:lnTo>
                  <a:lnTo>
                    <a:pt x="1868464" y="11435"/>
                  </a:lnTo>
                  <a:lnTo>
                    <a:pt x="1876250" y="10749"/>
                  </a:lnTo>
                  <a:lnTo>
                    <a:pt x="1884035" y="10074"/>
                  </a:lnTo>
                  <a:lnTo>
                    <a:pt x="1891820" y="9408"/>
                  </a:lnTo>
                  <a:lnTo>
                    <a:pt x="1899605" y="8752"/>
                  </a:lnTo>
                  <a:lnTo>
                    <a:pt x="1907391" y="7991"/>
                  </a:lnTo>
                  <a:lnTo>
                    <a:pt x="1915176" y="7200"/>
                  </a:lnTo>
                  <a:lnTo>
                    <a:pt x="1922961" y="6424"/>
                  </a:lnTo>
                  <a:lnTo>
                    <a:pt x="1930747" y="5724"/>
                  </a:lnTo>
                  <a:lnTo>
                    <a:pt x="1938532" y="5132"/>
                  </a:lnTo>
                  <a:lnTo>
                    <a:pt x="1946317" y="4611"/>
                  </a:lnTo>
                  <a:lnTo>
                    <a:pt x="1954102" y="4097"/>
                  </a:lnTo>
                  <a:lnTo>
                    <a:pt x="1961888" y="3590"/>
                  </a:lnTo>
                  <a:lnTo>
                    <a:pt x="1969673" y="3089"/>
                  </a:lnTo>
                  <a:lnTo>
                    <a:pt x="1977458" y="2595"/>
                  </a:lnTo>
                  <a:lnTo>
                    <a:pt x="1985243" y="2107"/>
                  </a:lnTo>
                  <a:lnTo>
                    <a:pt x="1993029" y="1595"/>
                  </a:lnTo>
                  <a:lnTo>
                    <a:pt x="2000814" y="1055"/>
                  </a:lnTo>
                  <a:lnTo>
                    <a:pt x="2008599" y="523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247627" y="3958420"/>
              <a:ext cx="2016385" cy="66089"/>
            </a:xfrm>
            <a:custGeom>
              <a:avLst/>
              <a:pathLst>
                <a:path w="2016385" h="66089">
                  <a:moveTo>
                    <a:pt x="2016385" y="66089"/>
                  </a:moveTo>
                  <a:lnTo>
                    <a:pt x="2008599" y="65996"/>
                  </a:lnTo>
                  <a:lnTo>
                    <a:pt x="2000814" y="65901"/>
                  </a:lnTo>
                  <a:lnTo>
                    <a:pt x="1993029" y="65806"/>
                  </a:lnTo>
                  <a:lnTo>
                    <a:pt x="1985243" y="65709"/>
                  </a:lnTo>
                  <a:lnTo>
                    <a:pt x="1977458" y="65618"/>
                  </a:lnTo>
                  <a:lnTo>
                    <a:pt x="1969673" y="65540"/>
                  </a:lnTo>
                  <a:lnTo>
                    <a:pt x="1961888" y="65461"/>
                  </a:lnTo>
                  <a:lnTo>
                    <a:pt x="1954102" y="65381"/>
                  </a:lnTo>
                  <a:lnTo>
                    <a:pt x="1946317" y="65300"/>
                  </a:lnTo>
                  <a:lnTo>
                    <a:pt x="1938532" y="65219"/>
                  </a:lnTo>
                  <a:lnTo>
                    <a:pt x="1930747" y="65136"/>
                  </a:lnTo>
                  <a:lnTo>
                    <a:pt x="1922961" y="65030"/>
                  </a:lnTo>
                  <a:lnTo>
                    <a:pt x="1915176" y="64913"/>
                  </a:lnTo>
                  <a:lnTo>
                    <a:pt x="1907391" y="64795"/>
                  </a:lnTo>
                  <a:lnTo>
                    <a:pt x="1899605" y="64675"/>
                  </a:lnTo>
                  <a:lnTo>
                    <a:pt x="1891820" y="64553"/>
                  </a:lnTo>
                  <a:lnTo>
                    <a:pt x="1884035" y="64429"/>
                  </a:lnTo>
                  <a:lnTo>
                    <a:pt x="1876250" y="64303"/>
                  </a:lnTo>
                  <a:lnTo>
                    <a:pt x="1868464" y="64175"/>
                  </a:lnTo>
                  <a:lnTo>
                    <a:pt x="1860679" y="64045"/>
                  </a:lnTo>
                  <a:lnTo>
                    <a:pt x="1852894" y="63913"/>
                  </a:lnTo>
                  <a:lnTo>
                    <a:pt x="1845109" y="63779"/>
                  </a:lnTo>
                  <a:lnTo>
                    <a:pt x="1837323" y="63644"/>
                  </a:lnTo>
                  <a:lnTo>
                    <a:pt x="1829538" y="63506"/>
                  </a:lnTo>
                  <a:lnTo>
                    <a:pt x="1821753" y="63367"/>
                  </a:lnTo>
                  <a:lnTo>
                    <a:pt x="1813967" y="63226"/>
                  </a:lnTo>
                  <a:lnTo>
                    <a:pt x="1806182" y="63092"/>
                  </a:lnTo>
                  <a:lnTo>
                    <a:pt x="1798397" y="62960"/>
                  </a:lnTo>
                  <a:lnTo>
                    <a:pt x="1790612" y="62811"/>
                  </a:lnTo>
                  <a:lnTo>
                    <a:pt x="1782826" y="62647"/>
                  </a:lnTo>
                  <a:lnTo>
                    <a:pt x="1775041" y="62491"/>
                  </a:lnTo>
                  <a:lnTo>
                    <a:pt x="1767256" y="62338"/>
                  </a:lnTo>
                  <a:lnTo>
                    <a:pt x="1759471" y="62183"/>
                  </a:lnTo>
                  <a:lnTo>
                    <a:pt x="1751685" y="62026"/>
                  </a:lnTo>
                  <a:lnTo>
                    <a:pt x="1743900" y="61867"/>
                  </a:lnTo>
                  <a:lnTo>
                    <a:pt x="1736115" y="61705"/>
                  </a:lnTo>
                  <a:lnTo>
                    <a:pt x="1728330" y="61545"/>
                  </a:lnTo>
                  <a:lnTo>
                    <a:pt x="1720544" y="61421"/>
                  </a:lnTo>
                  <a:lnTo>
                    <a:pt x="1712759" y="61295"/>
                  </a:lnTo>
                  <a:lnTo>
                    <a:pt x="1704974" y="61169"/>
                  </a:lnTo>
                  <a:lnTo>
                    <a:pt x="1697188" y="61041"/>
                  </a:lnTo>
                  <a:lnTo>
                    <a:pt x="1689403" y="60911"/>
                  </a:lnTo>
                  <a:lnTo>
                    <a:pt x="1681618" y="60767"/>
                  </a:lnTo>
                  <a:lnTo>
                    <a:pt x="1673833" y="60637"/>
                  </a:lnTo>
                  <a:lnTo>
                    <a:pt x="1666047" y="60506"/>
                  </a:lnTo>
                  <a:lnTo>
                    <a:pt x="1658262" y="60374"/>
                  </a:lnTo>
                  <a:lnTo>
                    <a:pt x="1650477" y="60207"/>
                  </a:lnTo>
                  <a:lnTo>
                    <a:pt x="1642692" y="60016"/>
                  </a:lnTo>
                  <a:lnTo>
                    <a:pt x="1634906" y="59822"/>
                  </a:lnTo>
                  <a:lnTo>
                    <a:pt x="1627121" y="59625"/>
                  </a:lnTo>
                  <a:lnTo>
                    <a:pt x="1619336" y="59425"/>
                  </a:lnTo>
                  <a:lnTo>
                    <a:pt x="1611550" y="59246"/>
                  </a:lnTo>
                  <a:lnTo>
                    <a:pt x="1603765" y="59066"/>
                  </a:lnTo>
                  <a:lnTo>
                    <a:pt x="1595980" y="58906"/>
                  </a:lnTo>
                  <a:lnTo>
                    <a:pt x="1588195" y="58776"/>
                  </a:lnTo>
                  <a:lnTo>
                    <a:pt x="1580409" y="58644"/>
                  </a:lnTo>
                  <a:lnTo>
                    <a:pt x="1572624" y="58511"/>
                  </a:lnTo>
                  <a:lnTo>
                    <a:pt x="1564839" y="58377"/>
                  </a:lnTo>
                  <a:lnTo>
                    <a:pt x="1557054" y="58242"/>
                  </a:lnTo>
                  <a:lnTo>
                    <a:pt x="1549268" y="58105"/>
                  </a:lnTo>
                  <a:lnTo>
                    <a:pt x="1541483" y="57968"/>
                  </a:lnTo>
                  <a:lnTo>
                    <a:pt x="1533698" y="57829"/>
                  </a:lnTo>
                  <a:lnTo>
                    <a:pt x="1525912" y="57689"/>
                  </a:lnTo>
                  <a:lnTo>
                    <a:pt x="1518127" y="57547"/>
                  </a:lnTo>
                  <a:lnTo>
                    <a:pt x="1510342" y="57404"/>
                  </a:lnTo>
                  <a:lnTo>
                    <a:pt x="1502557" y="57259"/>
                  </a:lnTo>
                  <a:lnTo>
                    <a:pt x="1494771" y="57114"/>
                  </a:lnTo>
                  <a:lnTo>
                    <a:pt x="1486986" y="56929"/>
                  </a:lnTo>
                  <a:lnTo>
                    <a:pt x="1479201" y="56726"/>
                  </a:lnTo>
                  <a:lnTo>
                    <a:pt x="1471416" y="56521"/>
                  </a:lnTo>
                  <a:lnTo>
                    <a:pt x="1463630" y="56313"/>
                  </a:lnTo>
                  <a:lnTo>
                    <a:pt x="1455845" y="56102"/>
                  </a:lnTo>
                  <a:lnTo>
                    <a:pt x="1448060" y="55889"/>
                  </a:lnTo>
                  <a:lnTo>
                    <a:pt x="1440275" y="55672"/>
                  </a:lnTo>
                  <a:lnTo>
                    <a:pt x="1432489" y="55452"/>
                  </a:lnTo>
                  <a:lnTo>
                    <a:pt x="1424704" y="55230"/>
                  </a:lnTo>
                  <a:lnTo>
                    <a:pt x="1416919" y="55004"/>
                  </a:lnTo>
                  <a:lnTo>
                    <a:pt x="1409133" y="54775"/>
                  </a:lnTo>
                  <a:lnTo>
                    <a:pt x="1401348" y="54574"/>
                  </a:lnTo>
                  <a:lnTo>
                    <a:pt x="1393563" y="54403"/>
                  </a:lnTo>
                  <a:lnTo>
                    <a:pt x="1385778" y="54231"/>
                  </a:lnTo>
                  <a:lnTo>
                    <a:pt x="1377992" y="53990"/>
                  </a:lnTo>
                  <a:lnTo>
                    <a:pt x="1370207" y="53716"/>
                  </a:lnTo>
                  <a:lnTo>
                    <a:pt x="1362422" y="53437"/>
                  </a:lnTo>
                  <a:lnTo>
                    <a:pt x="1354637" y="53154"/>
                  </a:lnTo>
                  <a:lnTo>
                    <a:pt x="1346851" y="52867"/>
                  </a:lnTo>
                  <a:lnTo>
                    <a:pt x="1339066" y="52595"/>
                  </a:lnTo>
                  <a:lnTo>
                    <a:pt x="1331281" y="52337"/>
                  </a:lnTo>
                  <a:lnTo>
                    <a:pt x="1323495" y="52077"/>
                  </a:lnTo>
                  <a:lnTo>
                    <a:pt x="1315710" y="51813"/>
                  </a:lnTo>
                  <a:lnTo>
                    <a:pt x="1307925" y="51547"/>
                  </a:lnTo>
                  <a:lnTo>
                    <a:pt x="1300140" y="51277"/>
                  </a:lnTo>
                  <a:lnTo>
                    <a:pt x="1292354" y="51004"/>
                  </a:lnTo>
                  <a:lnTo>
                    <a:pt x="1284569" y="50727"/>
                  </a:lnTo>
                  <a:lnTo>
                    <a:pt x="1276784" y="50447"/>
                  </a:lnTo>
                  <a:lnTo>
                    <a:pt x="1268999" y="50164"/>
                  </a:lnTo>
                  <a:lnTo>
                    <a:pt x="1261213" y="49877"/>
                  </a:lnTo>
                  <a:lnTo>
                    <a:pt x="1253428" y="49573"/>
                  </a:lnTo>
                  <a:lnTo>
                    <a:pt x="1245643" y="49269"/>
                  </a:lnTo>
                  <a:lnTo>
                    <a:pt x="1237857" y="48998"/>
                  </a:lnTo>
                  <a:lnTo>
                    <a:pt x="1230072" y="48698"/>
                  </a:lnTo>
                  <a:lnTo>
                    <a:pt x="1222287" y="48394"/>
                  </a:lnTo>
                  <a:lnTo>
                    <a:pt x="1214502" y="48087"/>
                  </a:lnTo>
                  <a:lnTo>
                    <a:pt x="1206716" y="47768"/>
                  </a:lnTo>
                  <a:lnTo>
                    <a:pt x="1198931" y="47462"/>
                  </a:lnTo>
                  <a:lnTo>
                    <a:pt x="1191146" y="47145"/>
                  </a:lnTo>
                  <a:lnTo>
                    <a:pt x="1183361" y="46824"/>
                  </a:lnTo>
                  <a:lnTo>
                    <a:pt x="1175575" y="46500"/>
                  </a:lnTo>
                  <a:lnTo>
                    <a:pt x="1167790" y="46169"/>
                  </a:lnTo>
                  <a:lnTo>
                    <a:pt x="1160005" y="45719"/>
                  </a:lnTo>
                  <a:lnTo>
                    <a:pt x="1152220" y="45362"/>
                  </a:lnTo>
                  <a:lnTo>
                    <a:pt x="1144434" y="45001"/>
                  </a:lnTo>
                  <a:lnTo>
                    <a:pt x="1136649" y="44636"/>
                  </a:lnTo>
                  <a:lnTo>
                    <a:pt x="1128864" y="44266"/>
                  </a:lnTo>
                  <a:lnTo>
                    <a:pt x="1121078" y="43952"/>
                  </a:lnTo>
                  <a:lnTo>
                    <a:pt x="1113293" y="43669"/>
                  </a:lnTo>
                  <a:lnTo>
                    <a:pt x="1105508" y="43382"/>
                  </a:lnTo>
                  <a:lnTo>
                    <a:pt x="1097723" y="43021"/>
                  </a:lnTo>
                  <a:lnTo>
                    <a:pt x="1089937" y="42629"/>
                  </a:lnTo>
                  <a:lnTo>
                    <a:pt x="1082152" y="42241"/>
                  </a:lnTo>
                  <a:lnTo>
                    <a:pt x="1074367" y="41806"/>
                  </a:lnTo>
                  <a:lnTo>
                    <a:pt x="1066582" y="41339"/>
                  </a:lnTo>
                  <a:lnTo>
                    <a:pt x="1058796" y="40897"/>
                  </a:lnTo>
                  <a:lnTo>
                    <a:pt x="1051011" y="40450"/>
                  </a:lnTo>
                  <a:lnTo>
                    <a:pt x="1043226" y="40034"/>
                  </a:lnTo>
                  <a:lnTo>
                    <a:pt x="1035440" y="39680"/>
                  </a:lnTo>
                  <a:lnTo>
                    <a:pt x="1027655" y="39404"/>
                  </a:lnTo>
                  <a:lnTo>
                    <a:pt x="1019870" y="39117"/>
                  </a:lnTo>
                  <a:lnTo>
                    <a:pt x="1012085" y="38705"/>
                  </a:lnTo>
                  <a:lnTo>
                    <a:pt x="1004299" y="38288"/>
                  </a:lnTo>
                  <a:lnTo>
                    <a:pt x="996514" y="37866"/>
                  </a:lnTo>
                  <a:lnTo>
                    <a:pt x="988729" y="37472"/>
                  </a:lnTo>
                  <a:lnTo>
                    <a:pt x="980944" y="37313"/>
                  </a:lnTo>
                  <a:lnTo>
                    <a:pt x="973158" y="36809"/>
                  </a:lnTo>
                  <a:lnTo>
                    <a:pt x="965373" y="36309"/>
                  </a:lnTo>
                  <a:lnTo>
                    <a:pt x="957588" y="35904"/>
                  </a:lnTo>
                  <a:lnTo>
                    <a:pt x="949802" y="35523"/>
                  </a:lnTo>
                  <a:lnTo>
                    <a:pt x="942017" y="35127"/>
                  </a:lnTo>
                  <a:lnTo>
                    <a:pt x="934232" y="34723"/>
                  </a:lnTo>
                  <a:lnTo>
                    <a:pt x="926447" y="34314"/>
                  </a:lnTo>
                  <a:lnTo>
                    <a:pt x="918661" y="33901"/>
                  </a:lnTo>
                  <a:lnTo>
                    <a:pt x="910876" y="33484"/>
                  </a:lnTo>
                  <a:lnTo>
                    <a:pt x="903091" y="33063"/>
                  </a:lnTo>
                  <a:lnTo>
                    <a:pt x="895306" y="32731"/>
                  </a:lnTo>
                  <a:lnTo>
                    <a:pt x="887520" y="32519"/>
                  </a:lnTo>
                  <a:lnTo>
                    <a:pt x="879735" y="32082"/>
                  </a:lnTo>
                  <a:lnTo>
                    <a:pt x="871950" y="31642"/>
                  </a:lnTo>
                  <a:lnTo>
                    <a:pt x="864165" y="31190"/>
                  </a:lnTo>
                  <a:lnTo>
                    <a:pt x="856379" y="30771"/>
                  </a:lnTo>
                  <a:lnTo>
                    <a:pt x="848594" y="30495"/>
                  </a:lnTo>
                  <a:lnTo>
                    <a:pt x="840809" y="30217"/>
                  </a:lnTo>
                  <a:lnTo>
                    <a:pt x="833023" y="29852"/>
                  </a:lnTo>
                  <a:lnTo>
                    <a:pt x="825238" y="29665"/>
                  </a:lnTo>
                  <a:lnTo>
                    <a:pt x="817453" y="29391"/>
                  </a:lnTo>
                  <a:lnTo>
                    <a:pt x="809668" y="29117"/>
                  </a:lnTo>
                  <a:lnTo>
                    <a:pt x="801882" y="28840"/>
                  </a:lnTo>
                  <a:lnTo>
                    <a:pt x="794097" y="28560"/>
                  </a:lnTo>
                  <a:lnTo>
                    <a:pt x="786312" y="28265"/>
                  </a:lnTo>
                  <a:lnTo>
                    <a:pt x="778527" y="27716"/>
                  </a:lnTo>
                  <a:lnTo>
                    <a:pt x="770741" y="27403"/>
                  </a:lnTo>
                  <a:lnTo>
                    <a:pt x="762956" y="27088"/>
                  </a:lnTo>
                  <a:lnTo>
                    <a:pt x="755171" y="26721"/>
                  </a:lnTo>
                  <a:lnTo>
                    <a:pt x="747385" y="26333"/>
                  </a:lnTo>
                  <a:lnTo>
                    <a:pt x="739600" y="26018"/>
                  </a:lnTo>
                  <a:lnTo>
                    <a:pt x="731815" y="25799"/>
                  </a:lnTo>
                  <a:lnTo>
                    <a:pt x="724030" y="25477"/>
                  </a:lnTo>
                  <a:lnTo>
                    <a:pt x="716244" y="25147"/>
                  </a:lnTo>
                  <a:lnTo>
                    <a:pt x="708459" y="24868"/>
                  </a:lnTo>
                  <a:lnTo>
                    <a:pt x="700674" y="24487"/>
                  </a:lnTo>
                  <a:lnTo>
                    <a:pt x="692889" y="24150"/>
                  </a:lnTo>
                  <a:lnTo>
                    <a:pt x="685103" y="23815"/>
                  </a:lnTo>
                  <a:lnTo>
                    <a:pt x="677318" y="23562"/>
                  </a:lnTo>
                  <a:lnTo>
                    <a:pt x="669533" y="23313"/>
                  </a:lnTo>
                  <a:lnTo>
                    <a:pt x="661747" y="22797"/>
                  </a:lnTo>
                  <a:lnTo>
                    <a:pt x="653962" y="22447"/>
                  </a:lnTo>
                  <a:lnTo>
                    <a:pt x="646177" y="21770"/>
                  </a:lnTo>
                  <a:lnTo>
                    <a:pt x="638392" y="21011"/>
                  </a:lnTo>
                  <a:lnTo>
                    <a:pt x="630606" y="20338"/>
                  </a:lnTo>
                  <a:lnTo>
                    <a:pt x="622821" y="19799"/>
                  </a:lnTo>
                  <a:lnTo>
                    <a:pt x="615036" y="19317"/>
                  </a:lnTo>
                  <a:lnTo>
                    <a:pt x="607251" y="18788"/>
                  </a:lnTo>
                  <a:lnTo>
                    <a:pt x="599465" y="18243"/>
                  </a:lnTo>
                  <a:lnTo>
                    <a:pt x="591680" y="17727"/>
                  </a:lnTo>
                  <a:lnTo>
                    <a:pt x="583895" y="17193"/>
                  </a:lnTo>
                  <a:lnTo>
                    <a:pt x="576110" y="16489"/>
                  </a:lnTo>
                  <a:lnTo>
                    <a:pt x="568324" y="15979"/>
                  </a:lnTo>
                  <a:lnTo>
                    <a:pt x="560539" y="15563"/>
                  </a:lnTo>
                  <a:lnTo>
                    <a:pt x="552754" y="15065"/>
                  </a:lnTo>
                  <a:lnTo>
                    <a:pt x="544968" y="14531"/>
                  </a:lnTo>
                  <a:lnTo>
                    <a:pt x="537183" y="14064"/>
                  </a:lnTo>
                  <a:lnTo>
                    <a:pt x="529398" y="13487"/>
                  </a:lnTo>
                  <a:lnTo>
                    <a:pt x="521613" y="12882"/>
                  </a:lnTo>
                  <a:lnTo>
                    <a:pt x="513827" y="12175"/>
                  </a:lnTo>
                  <a:lnTo>
                    <a:pt x="506042" y="11593"/>
                  </a:lnTo>
                  <a:lnTo>
                    <a:pt x="498257" y="11212"/>
                  </a:lnTo>
                  <a:lnTo>
                    <a:pt x="490472" y="10738"/>
                  </a:lnTo>
                  <a:lnTo>
                    <a:pt x="482686" y="9818"/>
                  </a:lnTo>
                  <a:lnTo>
                    <a:pt x="474901" y="9593"/>
                  </a:lnTo>
                  <a:lnTo>
                    <a:pt x="467116" y="9168"/>
                  </a:lnTo>
                  <a:lnTo>
                    <a:pt x="459330" y="8837"/>
                  </a:lnTo>
                  <a:lnTo>
                    <a:pt x="451545" y="8535"/>
                  </a:lnTo>
                  <a:lnTo>
                    <a:pt x="443760" y="8071"/>
                  </a:lnTo>
                  <a:lnTo>
                    <a:pt x="435975" y="7712"/>
                  </a:lnTo>
                  <a:lnTo>
                    <a:pt x="428189" y="7573"/>
                  </a:lnTo>
                  <a:lnTo>
                    <a:pt x="420404" y="7250"/>
                  </a:lnTo>
                  <a:lnTo>
                    <a:pt x="412619" y="6930"/>
                  </a:lnTo>
                  <a:lnTo>
                    <a:pt x="404834" y="6600"/>
                  </a:lnTo>
                  <a:lnTo>
                    <a:pt x="397048" y="6085"/>
                  </a:lnTo>
                  <a:lnTo>
                    <a:pt x="389263" y="5942"/>
                  </a:lnTo>
                  <a:lnTo>
                    <a:pt x="381478" y="5626"/>
                  </a:lnTo>
                  <a:lnTo>
                    <a:pt x="373692" y="5543"/>
                  </a:lnTo>
                  <a:lnTo>
                    <a:pt x="365907" y="5155"/>
                  </a:lnTo>
                  <a:lnTo>
                    <a:pt x="358122" y="4981"/>
                  </a:lnTo>
                  <a:lnTo>
                    <a:pt x="350337" y="4296"/>
                  </a:lnTo>
                  <a:lnTo>
                    <a:pt x="342551" y="3962"/>
                  </a:lnTo>
                  <a:lnTo>
                    <a:pt x="334766" y="3624"/>
                  </a:lnTo>
                  <a:lnTo>
                    <a:pt x="326981" y="3794"/>
                  </a:lnTo>
                  <a:lnTo>
                    <a:pt x="319196" y="3395"/>
                  </a:lnTo>
                  <a:lnTo>
                    <a:pt x="311410" y="2942"/>
                  </a:lnTo>
                  <a:lnTo>
                    <a:pt x="303625" y="2811"/>
                  </a:lnTo>
                  <a:lnTo>
                    <a:pt x="295840" y="2388"/>
                  </a:lnTo>
                  <a:lnTo>
                    <a:pt x="288055" y="1964"/>
                  </a:lnTo>
                  <a:lnTo>
                    <a:pt x="280269" y="1426"/>
                  </a:lnTo>
                  <a:lnTo>
                    <a:pt x="272484" y="1117"/>
                  </a:lnTo>
                  <a:lnTo>
                    <a:pt x="264699" y="672"/>
                  </a:lnTo>
                  <a:lnTo>
                    <a:pt x="256913" y="209"/>
                  </a:lnTo>
                  <a:lnTo>
                    <a:pt x="249128" y="0"/>
                  </a:lnTo>
                  <a:lnTo>
                    <a:pt x="241343" y="488"/>
                  </a:lnTo>
                  <a:lnTo>
                    <a:pt x="233558" y="928"/>
                  </a:lnTo>
                  <a:lnTo>
                    <a:pt x="225772" y="1338"/>
                  </a:lnTo>
                  <a:lnTo>
                    <a:pt x="217987" y="1258"/>
                  </a:lnTo>
                  <a:lnTo>
                    <a:pt x="210202" y="1261"/>
                  </a:lnTo>
                  <a:lnTo>
                    <a:pt x="202417" y="1620"/>
                  </a:lnTo>
                  <a:lnTo>
                    <a:pt x="194631" y="1538"/>
                  </a:lnTo>
                  <a:lnTo>
                    <a:pt x="186846" y="1064"/>
                  </a:lnTo>
                  <a:lnTo>
                    <a:pt x="179061" y="955"/>
                  </a:lnTo>
                  <a:lnTo>
                    <a:pt x="171275" y="1379"/>
                  </a:lnTo>
                  <a:lnTo>
                    <a:pt x="163490" y="1208"/>
                  </a:lnTo>
                  <a:lnTo>
                    <a:pt x="155705" y="1566"/>
                  </a:lnTo>
                  <a:lnTo>
                    <a:pt x="147920" y="1540"/>
                  </a:lnTo>
                  <a:lnTo>
                    <a:pt x="140134" y="1715"/>
                  </a:lnTo>
                  <a:lnTo>
                    <a:pt x="132349" y="2094"/>
                  </a:lnTo>
                  <a:lnTo>
                    <a:pt x="124564" y="2225"/>
                  </a:lnTo>
                  <a:lnTo>
                    <a:pt x="116779" y="2567"/>
                  </a:lnTo>
                  <a:lnTo>
                    <a:pt x="108993" y="2652"/>
                  </a:lnTo>
                  <a:lnTo>
                    <a:pt x="101208" y="2847"/>
                  </a:lnTo>
                  <a:lnTo>
                    <a:pt x="93423" y="3239"/>
                  </a:lnTo>
                  <a:lnTo>
                    <a:pt x="85637" y="3667"/>
                  </a:lnTo>
                  <a:lnTo>
                    <a:pt x="77852" y="4253"/>
                  </a:lnTo>
                  <a:lnTo>
                    <a:pt x="70067" y="4904"/>
                  </a:lnTo>
                  <a:lnTo>
                    <a:pt x="62282" y="5481"/>
                  </a:lnTo>
                  <a:lnTo>
                    <a:pt x="54496" y="6196"/>
                  </a:lnTo>
                  <a:lnTo>
                    <a:pt x="46711" y="6486"/>
                  </a:lnTo>
                  <a:lnTo>
                    <a:pt x="38926" y="7325"/>
                  </a:lnTo>
                  <a:lnTo>
                    <a:pt x="31141" y="7917"/>
                  </a:lnTo>
                  <a:lnTo>
                    <a:pt x="23355" y="8730"/>
                  </a:lnTo>
                  <a:lnTo>
                    <a:pt x="15570" y="8668"/>
                  </a:lnTo>
                  <a:lnTo>
                    <a:pt x="7785" y="9217"/>
                  </a:lnTo>
                  <a:lnTo>
                    <a:pt x="0" y="9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247627" y="3718708"/>
              <a:ext cx="2016385" cy="85476"/>
            </a:xfrm>
            <a:custGeom>
              <a:avLst/>
              <a:pathLst>
                <a:path w="2016385" h="85476">
                  <a:moveTo>
                    <a:pt x="0" y="85476"/>
                  </a:moveTo>
                  <a:lnTo>
                    <a:pt x="7785" y="85073"/>
                  </a:lnTo>
                  <a:lnTo>
                    <a:pt x="15570" y="84749"/>
                  </a:lnTo>
                  <a:lnTo>
                    <a:pt x="23355" y="84511"/>
                  </a:lnTo>
                  <a:lnTo>
                    <a:pt x="31141" y="84062"/>
                  </a:lnTo>
                  <a:lnTo>
                    <a:pt x="38926" y="83934"/>
                  </a:lnTo>
                  <a:lnTo>
                    <a:pt x="46711" y="83787"/>
                  </a:lnTo>
                  <a:lnTo>
                    <a:pt x="54496" y="83557"/>
                  </a:lnTo>
                  <a:lnTo>
                    <a:pt x="62282" y="83261"/>
                  </a:lnTo>
                  <a:lnTo>
                    <a:pt x="70067" y="83129"/>
                  </a:lnTo>
                  <a:lnTo>
                    <a:pt x="77852" y="82776"/>
                  </a:lnTo>
                  <a:lnTo>
                    <a:pt x="85637" y="82437"/>
                  </a:lnTo>
                  <a:lnTo>
                    <a:pt x="93423" y="82138"/>
                  </a:lnTo>
                  <a:lnTo>
                    <a:pt x="101208" y="81560"/>
                  </a:lnTo>
                  <a:lnTo>
                    <a:pt x="108993" y="81448"/>
                  </a:lnTo>
                  <a:lnTo>
                    <a:pt x="116779" y="81198"/>
                  </a:lnTo>
                  <a:lnTo>
                    <a:pt x="124564" y="80848"/>
                  </a:lnTo>
                  <a:lnTo>
                    <a:pt x="132349" y="80505"/>
                  </a:lnTo>
                  <a:lnTo>
                    <a:pt x="140134" y="80295"/>
                  </a:lnTo>
                  <a:lnTo>
                    <a:pt x="147920" y="79988"/>
                  </a:lnTo>
                  <a:lnTo>
                    <a:pt x="155705" y="79722"/>
                  </a:lnTo>
                  <a:lnTo>
                    <a:pt x="163490" y="79385"/>
                  </a:lnTo>
                  <a:lnTo>
                    <a:pt x="171275" y="79186"/>
                  </a:lnTo>
                  <a:lnTo>
                    <a:pt x="179061" y="78789"/>
                  </a:lnTo>
                  <a:lnTo>
                    <a:pt x="186846" y="78424"/>
                  </a:lnTo>
                  <a:lnTo>
                    <a:pt x="194631" y="77925"/>
                  </a:lnTo>
                  <a:lnTo>
                    <a:pt x="202417" y="77614"/>
                  </a:lnTo>
                  <a:lnTo>
                    <a:pt x="210202" y="77292"/>
                  </a:lnTo>
                  <a:lnTo>
                    <a:pt x="217987" y="76923"/>
                  </a:lnTo>
                  <a:lnTo>
                    <a:pt x="225772" y="76388"/>
                  </a:lnTo>
                  <a:lnTo>
                    <a:pt x="233558" y="76070"/>
                  </a:lnTo>
                  <a:lnTo>
                    <a:pt x="241343" y="75618"/>
                  </a:lnTo>
                  <a:lnTo>
                    <a:pt x="249128" y="75357"/>
                  </a:lnTo>
                  <a:lnTo>
                    <a:pt x="256913" y="74995"/>
                  </a:lnTo>
                  <a:lnTo>
                    <a:pt x="264699" y="74902"/>
                  </a:lnTo>
                  <a:lnTo>
                    <a:pt x="272484" y="74730"/>
                  </a:lnTo>
                  <a:lnTo>
                    <a:pt x="280269" y="74430"/>
                  </a:lnTo>
                  <a:lnTo>
                    <a:pt x="288055" y="74129"/>
                  </a:lnTo>
                  <a:lnTo>
                    <a:pt x="295840" y="73799"/>
                  </a:lnTo>
                  <a:lnTo>
                    <a:pt x="303625" y="73372"/>
                  </a:lnTo>
                  <a:lnTo>
                    <a:pt x="311410" y="73024"/>
                  </a:lnTo>
                  <a:lnTo>
                    <a:pt x="319196" y="72538"/>
                  </a:lnTo>
                  <a:lnTo>
                    <a:pt x="326981" y="72272"/>
                  </a:lnTo>
                  <a:lnTo>
                    <a:pt x="334766" y="72030"/>
                  </a:lnTo>
                  <a:lnTo>
                    <a:pt x="342551" y="71733"/>
                  </a:lnTo>
                  <a:lnTo>
                    <a:pt x="350337" y="71256"/>
                  </a:lnTo>
                  <a:lnTo>
                    <a:pt x="358122" y="70754"/>
                  </a:lnTo>
                  <a:lnTo>
                    <a:pt x="365907" y="70480"/>
                  </a:lnTo>
                  <a:lnTo>
                    <a:pt x="373692" y="70258"/>
                  </a:lnTo>
                  <a:lnTo>
                    <a:pt x="381478" y="70052"/>
                  </a:lnTo>
                  <a:lnTo>
                    <a:pt x="389263" y="69879"/>
                  </a:lnTo>
                  <a:lnTo>
                    <a:pt x="397048" y="69778"/>
                  </a:lnTo>
                  <a:lnTo>
                    <a:pt x="404834" y="69676"/>
                  </a:lnTo>
                  <a:lnTo>
                    <a:pt x="412619" y="69228"/>
                  </a:lnTo>
                  <a:lnTo>
                    <a:pt x="420404" y="68829"/>
                  </a:lnTo>
                  <a:lnTo>
                    <a:pt x="428189" y="68493"/>
                  </a:lnTo>
                  <a:lnTo>
                    <a:pt x="435975" y="68340"/>
                  </a:lnTo>
                  <a:lnTo>
                    <a:pt x="443760" y="68140"/>
                  </a:lnTo>
                  <a:lnTo>
                    <a:pt x="451545" y="67858"/>
                  </a:lnTo>
                  <a:lnTo>
                    <a:pt x="459330" y="67557"/>
                  </a:lnTo>
                  <a:lnTo>
                    <a:pt x="467116" y="67402"/>
                  </a:lnTo>
                  <a:lnTo>
                    <a:pt x="474901" y="66998"/>
                  </a:lnTo>
                  <a:lnTo>
                    <a:pt x="482686" y="66808"/>
                  </a:lnTo>
                  <a:lnTo>
                    <a:pt x="490472" y="66305"/>
                  </a:lnTo>
                  <a:lnTo>
                    <a:pt x="498257" y="65959"/>
                  </a:lnTo>
                  <a:lnTo>
                    <a:pt x="506042" y="65840"/>
                  </a:lnTo>
                  <a:lnTo>
                    <a:pt x="513827" y="65706"/>
                  </a:lnTo>
                  <a:lnTo>
                    <a:pt x="521613" y="65337"/>
                  </a:lnTo>
                  <a:lnTo>
                    <a:pt x="529398" y="64893"/>
                  </a:lnTo>
                  <a:lnTo>
                    <a:pt x="537183" y="64512"/>
                  </a:lnTo>
                  <a:lnTo>
                    <a:pt x="544968" y="64359"/>
                  </a:lnTo>
                  <a:lnTo>
                    <a:pt x="552754" y="64117"/>
                  </a:lnTo>
                  <a:lnTo>
                    <a:pt x="560539" y="63670"/>
                  </a:lnTo>
                  <a:lnTo>
                    <a:pt x="568324" y="63240"/>
                  </a:lnTo>
                  <a:lnTo>
                    <a:pt x="576110" y="62869"/>
                  </a:lnTo>
                  <a:lnTo>
                    <a:pt x="583895" y="62541"/>
                  </a:lnTo>
                  <a:lnTo>
                    <a:pt x="591680" y="62311"/>
                  </a:lnTo>
                  <a:lnTo>
                    <a:pt x="599465" y="62072"/>
                  </a:lnTo>
                  <a:lnTo>
                    <a:pt x="607251" y="61702"/>
                  </a:lnTo>
                  <a:lnTo>
                    <a:pt x="615036" y="61187"/>
                  </a:lnTo>
                  <a:lnTo>
                    <a:pt x="622821" y="60872"/>
                  </a:lnTo>
                  <a:lnTo>
                    <a:pt x="630606" y="60512"/>
                  </a:lnTo>
                  <a:lnTo>
                    <a:pt x="638392" y="60235"/>
                  </a:lnTo>
                  <a:lnTo>
                    <a:pt x="646177" y="60052"/>
                  </a:lnTo>
                  <a:lnTo>
                    <a:pt x="653962" y="59899"/>
                  </a:lnTo>
                  <a:lnTo>
                    <a:pt x="661747" y="59843"/>
                  </a:lnTo>
                  <a:lnTo>
                    <a:pt x="669533" y="59303"/>
                  </a:lnTo>
                  <a:lnTo>
                    <a:pt x="677318" y="58971"/>
                  </a:lnTo>
                  <a:lnTo>
                    <a:pt x="685103" y="58543"/>
                  </a:lnTo>
                  <a:lnTo>
                    <a:pt x="692889" y="58185"/>
                  </a:lnTo>
                  <a:lnTo>
                    <a:pt x="700674" y="58094"/>
                  </a:lnTo>
                  <a:lnTo>
                    <a:pt x="708459" y="57571"/>
                  </a:lnTo>
                  <a:lnTo>
                    <a:pt x="716244" y="57136"/>
                  </a:lnTo>
                  <a:lnTo>
                    <a:pt x="724030" y="56597"/>
                  </a:lnTo>
                  <a:lnTo>
                    <a:pt x="731815" y="56070"/>
                  </a:lnTo>
                  <a:lnTo>
                    <a:pt x="739600" y="55742"/>
                  </a:lnTo>
                  <a:lnTo>
                    <a:pt x="747385" y="55460"/>
                  </a:lnTo>
                  <a:lnTo>
                    <a:pt x="755171" y="55061"/>
                  </a:lnTo>
                  <a:lnTo>
                    <a:pt x="762956" y="54994"/>
                  </a:lnTo>
                  <a:lnTo>
                    <a:pt x="770741" y="54663"/>
                  </a:lnTo>
                  <a:lnTo>
                    <a:pt x="778527" y="54221"/>
                  </a:lnTo>
                  <a:lnTo>
                    <a:pt x="786312" y="53926"/>
                  </a:lnTo>
                  <a:lnTo>
                    <a:pt x="794097" y="53793"/>
                  </a:lnTo>
                  <a:lnTo>
                    <a:pt x="801882" y="53385"/>
                  </a:lnTo>
                  <a:lnTo>
                    <a:pt x="809668" y="53021"/>
                  </a:lnTo>
                  <a:lnTo>
                    <a:pt x="817453" y="52525"/>
                  </a:lnTo>
                  <a:lnTo>
                    <a:pt x="825238" y="52178"/>
                  </a:lnTo>
                  <a:lnTo>
                    <a:pt x="833023" y="52114"/>
                  </a:lnTo>
                  <a:lnTo>
                    <a:pt x="840809" y="51827"/>
                  </a:lnTo>
                  <a:lnTo>
                    <a:pt x="848594" y="51504"/>
                  </a:lnTo>
                  <a:lnTo>
                    <a:pt x="856379" y="51109"/>
                  </a:lnTo>
                  <a:lnTo>
                    <a:pt x="864165" y="50694"/>
                  </a:lnTo>
                  <a:lnTo>
                    <a:pt x="871950" y="50340"/>
                  </a:lnTo>
                  <a:lnTo>
                    <a:pt x="879735" y="49943"/>
                  </a:lnTo>
                  <a:lnTo>
                    <a:pt x="887520" y="49842"/>
                  </a:lnTo>
                  <a:lnTo>
                    <a:pt x="895306" y="49303"/>
                  </a:lnTo>
                  <a:lnTo>
                    <a:pt x="903091" y="49104"/>
                  </a:lnTo>
                  <a:lnTo>
                    <a:pt x="910876" y="48792"/>
                  </a:lnTo>
                  <a:lnTo>
                    <a:pt x="918661" y="48491"/>
                  </a:lnTo>
                  <a:lnTo>
                    <a:pt x="926447" y="47929"/>
                  </a:lnTo>
                  <a:lnTo>
                    <a:pt x="934232" y="47572"/>
                  </a:lnTo>
                  <a:lnTo>
                    <a:pt x="942017" y="47249"/>
                  </a:lnTo>
                  <a:lnTo>
                    <a:pt x="949802" y="46765"/>
                  </a:lnTo>
                  <a:lnTo>
                    <a:pt x="957588" y="46185"/>
                  </a:lnTo>
                  <a:lnTo>
                    <a:pt x="965373" y="45772"/>
                  </a:lnTo>
                  <a:lnTo>
                    <a:pt x="973158" y="45484"/>
                  </a:lnTo>
                  <a:lnTo>
                    <a:pt x="980944" y="45116"/>
                  </a:lnTo>
                  <a:lnTo>
                    <a:pt x="988729" y="44459"/>
                  </a:lnTo>
                  <a:lnTo>
                    <a:pt x="996514" y="44140"/>
                  </a:lnTo>
                  <a:lnTo>
                    <a:pt x="1004299" y="43945"/>
                  </a:lnTo>
                  <a:lnTo>
                    <a:pt x="1012085" y="43647"/>
                  </a:lnTo>
                  <a:lnTo>
                    <a:pt x="1019870" y="43429"/>
                  </a:lnTo>
                  <a:lnTo>
                    <a:pt x="1027655" y="42942"/>
                  </a:lnTo>
                  <a:lnTo>
                    <a:pt x="1035440" y="42579"/>
                  </a:lnTo>
                  <a:lnTo>
                    <a:pt x="1043226" y="42198"/>
                  </a:lnTo>
                  <a:lnTo>
                    <a:pt x="1051011" y="42062"/>
                  </a:lnTo>
                  <a:lnTo>
                    <a:pt x="1058796" y="41870"/>
                  </a:lnTo>
                  <a:lnTo>
                    <a:pt x="1066582" y="41691"/>
                  </a:lnTo>
                  <a:lnTo>
                    <a:pt x="1074367" y="41403"/>
                  </a:lnTo>
                  <a:lnTo>
                    <a:pt x="1082152" y="41145"/>
                  </a:lnTo>
                  <a:lnTo>
                    <a:pt x="1089937" y="40842"/>
                  </a:lnTo>
                  <a:lnTo>
                    <a:pt x="1097723" y="40342"/>
                  </a:lnTo>
                  <a:lnTo>
                    <a:pt x="1105508" y="40058"/>
                  </a:lnTo>
                  <a:lnTo>
                    <a:pt x="1113293" y="39871"/>
                  </a:lnTo>
                  <a:lnTo>
                    <a:pt x="1121078" y="39668"/>
                  </a:lnTo>
                  <a:lnTo>
                    <a:pt x="1128864" y="39273"/>
                  </a:lnTo>
                  <a:lnTo>
                    <a:pt x="1136649" y="38987"/>
                  </a:lnTo>
                  <a:lnTo>
                    <a:pt x="1144434" y="38572"/>
                  </a:lnTo>
                  <a:lnTo>
                    <a:pt x="1152220" y="38106"/>
                  </a:lnTo>
                  <a:lnTo>
                    <a:pt x="1160005" y="37547"/>
                  </a:lnTo>
                  <a:lnTo>
                    <a:pt x="1167790" y="36894"/>
                  </a:lnTo>
                  <a:lnTo>
                    <a:pt x="1175575" y="36498"/>
                  </a:lnTo>
                  <a:lnTo>
                    <a:pt x="1183361" y="36120"/>
                  </a:lnTo>
                  <a:lnTo>
                    <a:pt x="1191146" y="35415"/>
                  </a:lnTo>
                  <a:lnTo>
                    <a:pt x="1198931" y="35019"/>
                  </a:lnTo>
                  <a:lnTo>
                    <a:pt x="1206716" y="34730"/>
                  </a:lnTo>
                  <a:lnTo>
                    <a:pt x="1214502" y="34376"/>
                  </a:lnTo>
                  <a:lnTo>
                    <a:pt x="1222287" y="34184"/>
                  </a:lnTo>
                  <a:lnTo>
                    <a:pt x="1230072" y="33972"/>
                  </a:lnTo>
                  <a:lnTo>
                    <a:pt x="1237857" y="33508"/>
                  </a:lnTo>
                  <a:lnTo>
                    <a:pt x="1245643" y="33141"/>
                  </a:lnTo>
                  <a:lnTo>
                    <a:pt x="1253428" y="32770"/>
                  </a:lnTo>
                  <a:lnTo>
                    <a:pt x="1261213" y="32505"/>
                  </a:lnTo>
                  <a:lnTo>
                    <a:pt x="1268999" y="32074"/>
                  </a:lnTo>
                  <a:lnTo>
                    <a:pt x="1276784" y="32087"/>
                  </a:lnTo>
                  <a:lnTo>
                    <a:pt x="1284569" y="31546"/>
                  </a:lnTo>
                  <a:lnTo>
                    <a:pt x="1292354" y="31082"/>
                  </a:lnTo>
                  <a:lnTo>
                    <a:pt x="1300140" y="30514"/>
                  </a:lnTo>
                  <a:lnTo>
                    <a:pt x="1307925" y="30213"/>
                  </a:lnTo>
                  <a:lnTo>
                    <a:pt x="1315710" y="29968"/>
                  </a:lnTo>
                  <a:lnTo>
                    <a:pt x="1323495" y="29600"/>
                  </a:lnTo>
                  <a:lnTo>
                    <a:pt x="1331281" y="29238"/>
                  </a:lnTo>
                  <a:lnTo>
                    <a:pt x="1339066" y="28964"/>
                  </a:lnTo>
                  <a:lnTo>
                    <a:pt x="1346851" y="28643"/>
                  </a:lnTo>
                  <a:lnTo>
                    <a:pt x="1354637" y="28341"/>
                  </a:lnTo>
                  <a:lnTo>
                    <a:pt x="1362422" y="27995"/>
                  </a:lnTo>
                  <a:lnTo>
                    <a:pt x="1370207" y="27652"/>
                  </a:lnTo>
                  <a:lnTo>
                    <a:pt x="1377992" y="27346"/>
                  </a:lnTo>
                  <a:lnTo>
                    <a:pt x="1385778" y="26945"/>
                  </a:lnTo>
                  <a:lnTo>
                    <a:pt x="1393563" y="26684"/>
                  </a:lnTo>
                  <a:lnTo>
                    <a:pt x="1401348" y="26394"/>
                  </a:lnTo>
                  <a:lnTo>
                    <a:pt x="1409133" y="26210"/>
                  </a:lnTo>
                  <a:lnTo>
                    <a:pt x="1416919" y="26198"/>
                  </a:lnTo>
                  <a:lnTo>
                    <a:pt x="1424704" y="26115"/>
                  </a:lnTo>
                  <a:lnTo>
                    <a:pt x="1432489" y="25636"/>
                  </a:lnTo>
                  <a:lnTo>
                    <a:pt x="1440275" y="25318"/>
                  </a:lnTo>
                  <a:lnTo>
                    <a:pt x="1448060" y="24947"/>
                  </a:lnTo>
                  <a:lnTo>
                    <a:pt x="1455845" y="24703"/>
                  </a:lnTo>
                  <a:lnTo>
                    <a:pt x="1463630" y="24363"/>
                  </a:lnTo>
                  <a:lnTo>
                    <a:pt x="1471416" y="23943"/>
                  </a:lnTo>
                  <a:lnTo>
                    <a:pt x="1479201" y="23558"/>
                  </a:lnTo>
                  <a:lnTo>
                    <a:pt x="1486986" y="23239"/>
                  </a:lnTo>
                  <a:lnTo>
                    <a:pt x="1494771" y="23156"/>
                  </a:lnTo>
                  <a:lnTo>
                    <a:pt x="1502557" y="22936"/>
                  </a:lnTo>
                  <a:lnTo>
                    <a:pt x="1510342" y="22700"/>
                  </a:lnTo>
                  <a:lnTo>
                    <a:pt x="1518127" y="22355"/>
                  </a:lnTo>
                  <a:lnTo>
                    <a:pt x="1525912" y="22067"/>
                  </a:lnTo>
                  <a:lnTo>
                    <a:pt x="1533698" y="21722"/>
                  </a:lnTo>
                  <a:lnTo>
                    <a:pt x="1541483" y="21356"/>
                  </a:lnTo>
                  <a:lnTo>
                    <a:pt x="1549268" y="21072"/>
                  </a:lnTo>
                  <a:lnTo>
                    <a:pt x="1557054" y="20722"/>
                  </a:lnTo>
                  <a:lnTo>
                    <a:pt x="1564839" y="20307"/>
                  </a:lnTo>
                  <a:lnTo>
                    <a:pt x="1572624" y="19865"/>
                  </a:lnTo>
                  <a:lnTo>
                    <a:pt x="1580409" y="19418"/>
                  </a:lnTo>
                  <a:lnTo>
                    <a:pt x="1588195" y="19068"/>
                  </a:lnTo>
                  <a:lnTo>
                    <a:pt x="1595980" y="18460"/>
                  </a:lnTo>
                  <a:lnTo>
                    <a:pt x="1603765" y="18071"/>
                  </a:lnTo>
                  <a:lnTo>
                    <a:pt x="1611550" y="17709"/>
                  </a:lnTo>
                  <a:lnTo>
                    <a:pt x="1619336" y="17263"/>
                  </a:lnTo>
                  <a:lnTo>
                    <a:pt x="1627121" y="16909"/>
                  </a:lnTo>
                  <a:lnTo>
                    <a:pt x="1634906" y="16470"/>
                  </a:lnTo>
                  <a:lnTo>
                    <a:pt x="1642692" y="16223"/>
                  </a:lnTo>
                  <a:lnTo>
                    <a:pt x="1650477" y="15777"/>
                  </a:lnTo>
                  <a:lnTo>
                    <a:pt x="1658262" y="15406"/>
                  </a:lnTo>
                  <a:lnTo>
                    <a:pt x="1666047" y="15029"/>
                  </a:lnTo>
                  <a:lnTo>
                    <a:pt x="1673833" y="14691"/>
                  </a:lnTo>
                  <a:lnTo>
                    <a:pt x="1681618" y="14379"/>
                  </a:lnTo>
                  <a:lnTo>
                    <a:pt x="1689403" y="14165"/>
                  </a:lnTo>
                  <a:lnTo>
                    <a:pt x="1697188" y="13825"/>
                  </a:lnTo>
                  <a:lnTo>
                    <a:pt x="1704974" y="13630"/>
                  </a:lnTo>
                  <a:lnTo>
                    <a:pt x="1712759" y="13367"/>
                  </a:lnTo>
                  <a:lnTo>
                    <a:pt x="1720544" y="13258"/>
                  </a:lnTo>
                  <a:lnTo>
                    <a:pt x="1728330" y="12950"/>
                  </a:lnTo>
                  <a:lnTo>
                    <a:pt x="1736115" y="12710"/>
                  </a:lnTo>
                  <a:lnTo>
                    <a:pt x="1743900" y="12522"/>
                  </a:lnTo>
                  <a:lnTo>
                    <a:pt x="1751685" y="12143"/>
                  </a:lnTo>
                  <a:lnTo>
                    <a:pt x="1759471" y="11736"/>
                  </a:lnTo>
                  <a:lnTo>
                    <a:pt x="1767256" y="11448"/>
                  </a:lnTo>
                  <a:lnTo>
                    <a:pt x="1775041" y="11073"/>
                  </a:lnTo>
                  <a:lnTo>
                    <a:pt x="1782826" y="10735"/>
                  </a:lnTo>
                  <a:lnTo>
                    <a:pt x="1790612" y="10358"/>
                  </a:lnTo>
                  <a:lnTo>
                    <a:pt x="1798397" y="9889"/>
                  </a:lnTo>
                  <a:lnTo>
                    <a:pt x="1806182" y="9517"/>
                  </a:lnTo>
                  <a:lnTo>
                    <a:pt x="1813967" y="9213"/>
                  </a:lnTo>
                  <a:lnTo>
                    <a:pt x="1821753" y="8775"/>
                  </a:lnTo>
                  <a:lnTo>
                    <a:pt x="1829538" y="8484"/>
                  </a:lnTo>
                  <a:lnTo>
                    <a:pt x="1837323" y="8208"/>
                  </a:lnTo>
                  <a:lnTo>
                    <a:pt x="1845109" y="7876"/>
                  </a:lnTo>
                  <a:lnTo>
                    <a:pt x="1852894" y="7603"/>
                  </a:lnTo>
                  <a:lnTo>
                    <a:pt x="1860679" y="7265"/>
                  </a:lnTo>
                  <a:lnTo>
                    <a:pt x="1868464" y="7046"/>
                  </a:lnTo>
                  <a:lnTo>
                    <a:pt x="1876250" y="6758"/>
                  </a:lnTo>
                  <a:lnTo>
                    <a:pt x="1884035" y="6423"/>
                  </a:lnTo>
                  <a:lnTo>
                    <a:pt x="1891820" y="5966"/>
                  </a:lnTo>
                  <a:lnTo>
                    <a:pt x="1899605" y="5690"/>
                  </a:lnTo>
                  <a:lnTo>
                    <a:pt x="1907391" y="5371"/>
                  </a:lnTo>
                  <a:lnTo>
                    <a:pt x="1915176" y="5094"/>
                  </a:lnTo>
                  <a:lnTo>
                    <a:pt x="1922961" y="4675"/>
                  </a:lnTo>
                  <a:lnTo>
                    <a:pt x="1930747" y="4067"/>
                  </a:lnTo>
                  <a:lnTo>
                    <a:pt x="1938532" y="3415"/>
                  </a:lnTo>
                  <a:lnTo>
                    <a:pt x="1946317" y="3074"/>
                  </a:lnTo>
                  <a:lnTo>
                    <a:pt x="1954102" y="2932"/>
                  </a:lnTo>
                  <a:lnTo>
                    <a:pt x="1961888" y="2621"/>
                  </a:lnTo>
                  <a:lnTo>
                    <a:pt x="1969673" y="2177"/>
                  </a:lnTo>
                  <a:lnTo>
                    <a:pt x="1977458" y="1770"/>
                  </a:lnTo>
                  <a:lnTo>
                    <a:pt x="1985243" y="1209"/>
                  </a:lnTo>
                  <a:lnTo>
                    <a:pt x="1993029" y="1042"/>
                  </a:lnTo>
                  <a:lnTo>
                    <a:pt x="2000814" y="753"/>
                  </a:lnTo>
                  <a:lnTo>
                    <a:pt x="2008599" y="364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247627" y="3550002"/>
              <a:ext cx="2016385" cy="265546"/>
            </a:xfrm>
            <a:custGeom>
              <a:avLst/>
              <a:pathLst>
                <a:path w="2016385" h="265546">
                  <a:moveTo>
                    <a:pt x="0" y="265546"/>
                  </a:moveTo>
                  <a:lnTo>
                    <a:pt x="7785" y="264574"/>
                  </a:lnTo>
                  <a:lnTo>
                    <a:pt x="15570" y="263661"/>
                  </a:lnTo>
                  <a:lnTo>
                    <a:pt x="23355" y="262604"/>
                  </a:lnTo>
                  <a:lnTo>
                    <a:pt x="31141" y="261775"/>
                  </a:lnTo>
                  <a:lnTo>
                    <a:pt x="38926" y="260916"/>
                  </a:lnTo>
                  <a:lnTo>
                    <a:pt x="46711" y="259963"/>
                  </a:lnTo>
                  <a:lnTo>
                    <a:pt x="54496" y="259206"/>
                  </a:lnTo>
                  <a:lnTo>
                    <a:pt x="62282" y="258213"/>
                  </a:lnTo>
                  <a:lnTo>
                    <a:pt x="70067" y="257145"/>
                  </a:lnTo>
                  <a:lnTo>
                    <a:pt x="77852" y="256031"/>
                  </a:lnTo>
                  <a:lnTo>
                    <a:pt x="85637" y="255001"/>
                  </a:lnTo>
                  <a:lnTo>
                    <a:pt x="93423" y="253983"/>
                  </a:lnTo>
                  <a:lnTo>
                    <a:pt x="101208" y="253036"/>
                  </a:lnTo>
                  <a:lnTo>
                    <a:pt x="108993" y="252038"/>
                  </a:lnTo>
                  <a:lnTo>
                    <a:pt x="116779" y="250972"/>
                  </a:lnTo>
                  <a:lnTo>
                    <a:pt x="124564" y="250059"/>
                  </a:lnTo>
                  <a:lnTo>
                    <a:pt x="132349" y="248968"/>
                  </a:lnTo>
                  <a:lnTo>
                    <a:pt x="140134" y="247932"/>
                  </a:lnTo>
                  <a:lnTo>
                    <a:pt x="147920" y="246888"/>
                  </a:lnTo>
                  <a:lnTo>
                    <a:pt x="155705" y="245938"/>
                  </a:lnTo>
                  <a:lnTo>
                    <a:pt x="163490" y="244763"/>
                  </a:lnTo>
                  <a:lnTo>
                    <a:pt x="171275" y="243653"/>
                  </a:lnTo>
                  <a:lnTo>
                    <a:pt x="179061" y="242613"/>
                  </a:lnTo>
                  <a:lnTo>
                    <a:pt x="186846" y="241740"/>
                  </a:lnTo>
                  <a:lnTo>
                    <a:pt x="194631" y="240658"/>
                  </a:lnTo>
                  <a:lnTo>
                    <a:pt x="202417" y="239471"/>
                  </a:lnTo>
                  <a:lnTo>
                    <a:pt x="210202" y="238295"/>
                  </a:lnTo>
                  <a:lnTo>
                    <a:pt x="217987" y="237082"/>
                  </a:lnTo>
                  <a:lnTo>
                    <a:pt x="225772" y="235952"/>
                  </a:lnTo>
                  <a:lnTo>
                    <a:pt x="233558" y="235159"/>
                  </a:lnTo>
                  <a:lnTo>
                    <a:pt x="241343" y="233871"/>
                  </a:lnTo>
                  <a:lnTo>
                    <a:pt x="249128" y="233036"/>
                  </a:lnTo>
                  <a:lnTo>
                    <a:pt x="256913" y="232029"/>
                  </a:lnTo>
                  <a:lnTo>
                    <a:pt x="264699" y="230802"/>
                  </a:lnTo>
                  <a:lnTo>
                    <a:pt x="272484" y="229708"/>
                  </a:lnTo>
                  <a:lnTo>
                    <a:pt x="280269" y="228527"/>
                  </a:lnTo>
                  <a:lnTo>
                    <a:pt x="288055" y="227490"/>
                  </a:lnTo>
                  <a:lnTo>
                    <a:pt x="295840" y="226598"/>
                  </a:lnTo>
                  <a:lnTo>
                    <a:pt x="303625" y="225761"/>
                  </a:lnTo>
                  <a:lnTo>
                    <a:pt x="311410" y="224786"/>
                  </a:lnTo>
                  <a:lnTo>
                    <a:pt x="319196" y="223705"/>
                  </a:lnTo>
                  <a:lnTo>
                    <a:pt x="326981" y="222782"/>
                  </a:lnTo>
                  <a:lnTo>
                    <a:pt x="334766" y="221872"/>
                  </a:lnTo>
                  <a:lnTo>
                    <a:pt x="342551" y="220894"/>
                  </a:lnTo>
                  <a:lnTo>
                    <a:pt x="350337" y="219887"/>
                  </a:lnTo>
                  <a:lnTo>
                    <a:pt x="358122" y="218722"/>
                  </a:lnTo>
                  <a:lnTo>
                    <a:pt x="365907" y="217816"/>
                  </a:lnTo>
                  <a:lnTo>
                    <a:pt x="373692" y="216705"/>
                  </a:lnTo>
                  <a:lnTo>
                    <a:pt x="381478" y="215791"/>
                  </a:lnTo>
                  <a:lnTo>
                    <a:pt x="389263" y="214665"/>
                  </a:lnTo>
                  <a:lnTo>
                    <a:pt x="397048" y="213735"/>
                  </a:lnTo>
                  <a:lnTo>
                    <a:pt x="404834" y="212697"/>
                  </a:lnTo>
                  <a:lnTo>
                    <a:pt x="412619" y="211498"/>
                  </a:lnTo>
                  <a:lnTo>
                    <a:pt x="420404" y="210316"/>
                  </a:lnTo>
                  <a:lnTo>
                    <a:pt x="428189" y="209326"/>
                  </a:lnTo>
                  <a:lnTo>
                    <a:pt x="435975" y="208070"/>
                  </a:lnTo>
                  <a:lnTo>
                    <a:pt x="443760" y="207092"/>
                  </a:lnTo>
                  <a:lnTo>
                    <a:pt x="451545" y="206201"/>
                  </a:lnTo>
                  <a:lnTo>
                    <a:pt x="459330" y="205170"/>
                  </a:lnTo>
                  <a:lnTo>
                    <a:pt x="467116" y="203778"/>
                  </a:lnTo>
                  <a:lnTo>
                    <a:pt x="474901" y="202776"/>
                  </a:lnTo>
                  <a:lnTo>
                    <a:pt x="482686" y="201516"/>
                  </a:lnTo>
                  <a:lnTo>
                    <a:pt x="490472" y="200517"/>
                  </a:lnTo>
                  <a:lnTo>
                    <a:pt x="498257" y="199440"/>
                  </a:lnTo>
                  <a:lnTo>
                    <a:pt x="506042" y="198353"/>
                  </a:lnTo>
                  <a:lnTo>
                    <a:pt x="513827" y="197389"/>
                  </a:lnTo>
                  <a:lnTo>
                    <a:pt x="521613" y="196489"/>
                  </a:lnTo>
                  <a:lnTo>
                    <a:pt x="529398" y="195395"/>
                  </a:lnTo>
                  <a:lnTo>
                    <a:pt x="537183" y="194207"/>
                  </a:lnTo>
                  <a:lnTo>
                    <a:pt x="544968" y="193101"/>
                  </a:lnTo>
                  <a:lnTo>
                    <a:pt x="552754" y="192115"/>
                  </a:lnTo>
                  <a:lnTo>
                    <a:pt x="560539" y="191302"/>
                  </a:lnTo>
                  <a:lnTo>
                    <a:pt x="568324" y="190178"/>
                  </a:lnTo>
                  <a:lnTo>
                    <a:pt x="576110" y="189000"/>
                  </a:lnTo>
                  <a:lnTo>
                    <a:pt x="583895" y="188133"/>
                  </a:lnTo>
                  <a:lnTo>
                    <a:pt x="591680" y="186758"/>
                  </a:lnTo>
                  <a:lnTo>
                    <a:pt x="599465" y="185797"/>
                  </a:lnTo>
                  <a:lnTo>
                    <a:pt x="607251" y="184738"/>
                  </a:lnTo>
                  <a:lnTo>
                    <a:pt x="615036" y="183598"/>
                  </a:lnTo>
                  <a:lnTo>
                    <a:pt x="622821" y="182677"/>
                  </a:lnTo>
                  <a:lnTo>
                    <a:pt x="630606" y="181536"/>
                  </a:lnTo>
                  <a:lnTo>
                    <a:pt x="638392" y="180474"/>
                  </a:lnTo>
                  <a:lnTo>
                    <a:pt x="646177" y="179567"/>
                  </a:lnTo>
                  <a:lnTo>
                    <a:pt x="653962" y="178654"/>
                  </a:lnTo>
                  <a:lnTo>
                    <a:pt x="661747" y="177586"/>
                  </a:lnTo>
                  <a:lnTo>
                    <a:pt x="669533" y="176428"/>
                  </a:lnTo>
                  <a:lnTo>
                    <a:pt x="677318" y="175150"/>
                  </a:lnTo>
                  <a:lnTo>
                    <a:pt x="685103" y="174171"/>
                  </a:lnTo>
                  <a:lnTo>
                    <a:pt x="692889" y="173356"/>
                  </a:lnTo>
                  <a:lnTo>
                    <a:pt x="700674" y="172297"/>
                  </a:lnTo>
                  <a:lnTo>
                    <a:pt x="708459" y="171187"/>
                  </a:lnTo>
                  <a:lnTo>
                    <a:pt x="716244" y="170264"/>
                  </a:lnTo>
                  <a:lnTo>
                    <a:pt x="724030" y="169320"/>
                  </a:lnTo>
                  <a:lnTo>
                    <a:pt x="731815" y="168196"/>
                  </a:lnTo>
                  <a:lnTo>
                    <a:pt x="739600" y="167345"/>
                  </a:lnTo>
                  <a:lnTo>
                    <a:pt x="747385" y="166535"/>
                  </a:lnTo>
                  <a:lnTo>
                    <a:pt x="755171" y="165563"/>
                  </a:lnTo>
                  <a:lnTo>
                    <a:pt x="762956" y="164365"/>
                  </a:lnTo>
                  <a:lnTo>
                    <a:pt x="770741" y="163281"/>
                  </a:lnTo>
                  <a:lnTo>
                    <a:pt x="778527" y="162177"/>
                  </a:lnTo>
                  <a:lnTo>
                    <a:pt x="786312" y="161188"/>
                  </a:lnTo>
                  <a:lnTo>
                    <a:pt x="794097" y="160048"/>
                  </a:lnTo>
                  <a:lnTo>
                    <a:pt x="801882" y="158673"/>
                  </a:lnTo>
                  <a:lnTo>
                    <a:pt x="809668" y="157377"/>
                  </a:lnTo>
                  <a:lnTo>
                    <a:pt x="817453" y="156335"/>
                  </a:lnTo>
                  <a:lnTo>
                    <a:pt x="825238" y="155272"/>
                  </a:lnTo>
                  <a:lnTo>
                    <a:pt x="833023" y="154152"/>
                  </a:lnTo>
                  <a:lnTo>
                    <a:pt x="840809" y="153246"/>
                  </a:lnTo>
                  <a:lnTo>
                    <a:pt x="848594" y="152319"/>
                  </a:lnTo>
                  <a:lnTo>
                    <a:pt x="856379" y="151132"/>
                  </a:lnTo>
                  <a:lnTo>
                    <a:pt x="864165" y="150095"/>
                  </a:lnTo>
                  <a:lnTo>
                    <a:pt x="871950" y="148649"/>
                  </a:lnTo>
                  <a:lnTo>
                    <a:pt x="879735" y="147307"/>
                  </a:lnTo>
                  <a:lnTo>
                    <a:pt x="887520" y="146359"/>
                  </a:lnTo>
                  <a:lnTo>
                    <a:pt x="895306" y="145237"/>
                  </a:lnTo>
                  <a:lnTo>
                    <a:pt x="903091" y="143990"/>
                  </a:lnTo>
                  <a:lnTo>
                    <a:pt x="910876" y="142962"/>
                  </a:lnTo>
                  <a:lnTo>
                    <a:pt x="918661" y="141924"/>
                  </a:lnTo>
                  <a:lnTo>
                    <a:pt x="926447" y="141085"/>
                  </a:lnTo>
                  <a:lnTo>
                    <a:pt x="934232" y="140010"/>
                  </a:lnTo>
                  <a:lnTo>
                    <a:pt x="942017" y="139183"/>
                  </a:lnTo>
                  <a:lnTo>
                    <a:pt x="949802" y="138007"/>
                  </a:lnTo>
                  <a:lnTo>
                    <a:pt x="957588" y="136982"/>
                  </a:lnTo>
                  <a:lnTo>
                    <a:pt x="965373" y="135839"/>
                  </a:lnTo>
                  <a:lnTo>
                    <a:pt x="973158" y="134749"/>
                  </a:lnTo>
                  <a:lnTo>
                    <a:pt x="980944" y="133589"/>
                  </a:lnTo>
                  <a:lnTo>
                    <a:pt x="988729" y="132372"/>
                  </a:lnTo>
                  <a:lnTo>
                    <a:pt x="996514" y="131416"/>
                  </a:lnTo>
                  <a:lnTo>
                    <a:pt x="1004299" y="130425"/>
                  </a:lnTo>
                  <a:lnTo>
                    <a:pt x="1012085" y="129341"/>
                  </a:lnTo>
                  <a:lnTo>
                    <a:pt x="1019870" y="128343"/>
                  </a:lnTo>
                  <a:lnTo>
                    <a:pt x="1027655" y="127268"/>
                  </a:lnTo>
                  <a:lnTo>
                    <a:pt x="1035440" y="126124"/>
                  </a:lnTo>
                  <a:lnTo>
                    <a:pt x="1043226" y="125077"/>
                  </a:lnTo>
                  <a:lnTo>
                    <a:pt x="1051011" y="124068"/>
                  </a:lnTo>
                  <a:lnTo>
                    <a:pt x="1058796" y="122913"/>
                  </a:lnTo>
                  <a:lnTo>
                    <a:pt x="1066582" y="121987"/>
                  </a:lnTo>
                  <a:lnTo>
                    <a:pt x="1074367" y="121023"/>
                  </a:lnTo>
                  <a:lnTo>
                    <a:pt x="1082152" y="120100"/>
                  </a:lnTo>
                  <a:lnTo>
                    <a:pt x="1089937" y="119014"/>
                  </a:lnTo>
                  <a:lnTo>
                    <a:pt x="1097723" y="118152"/>
                  </a:lnTo>
                  <a:lnTo>
                    <a:pt x="1105508" y="117085"/>
                  </a:lnTo>
                  <a:lnTo>
                    <a:pt x="1113293" y="115979"/>
                  </a:lnTo>
                  <a:lnTo>
                    <a:pt x="1121078" y="114755"/>
                  </a:lnTo>
                  <a:lnTo>
                    <a:pt x="1128864" y="113823"/>
                  </a:lnTo>
                  <a:lnTo>
                    <a:pt x="1136649" y="112854"/>
                  </a:lnTo>
                  <a:lnTo>
                    <a:pt x="1144434" y="111748"/>
                  </a:lnTo>
                  <a:lnTo>
                    <a:pt x="1152220" y="110716"/>
                  </a:lnTo>
                  <a:lnTo>
                    <a:pt x="1160005" y="109679"/>
                  </a:lnTo>
                  <a:lnTo>
                    <a:pt x="1167790" y="108758"/>
                  </a:lnTo>
                  <a:lnTo>
                    <a:pt x="1175575" y="107690"/>
                  </a:lnTo>
                  <a:lnTo>
                    <a:pt x="1183361" y="106768"/>
                  </a:lnTo>
                  <a:lnTo>
                    <a:pt x="1191146" y="105848"/>
                  </a:lnTo>
                  <a:lnTo>
                    <a:pt x="1198931" y="104512"/>
                  </a:lnTo>
                  <a:lnTo>
                    <a:pt x="1206716" y="103433"/>
                  </a:lnTo>
                  <a:lnTo>
                    <a:pt x="1214502" y="102586"/>
                  </a:lnTo>
                  <a:lnTo>
                    <a:pt x="1222287" y="101778"/>
                  </a:lnTo>
                  <a:lnTo>
                    <a:pt x="1230072" y="100823"/>
                  </a:lnTo>
                  <a:lnTo>
                    <a:pt x="1237857" y="99784"/>
                  </a:lnTo>
                  <a:lnTo>
                    <a:pt x="1245643" y="98758"/>
                  </a:lnTo>
                  <a:lnTo>
                    <a:pt x="1253428" y="97741"/>
                  </a:lnTo>
                  <a:lnTo>
                    <a:pt x="1261213" y="96559"/>
                  </a:lnTo>
                  <a:lnTo>
                    <a:pt x="1268999" y="95684"/>
                  </a:lnTo>
                  <a:lnTo>
                    <a:pt x="1276784" y="94768"/>
                  </a:lnTo>
                  <a:lnTo>
                    <a:pt x="1284569" y="93928"/>
                  </a:lnTo>
                  <a:lnTo>
                    <a:pt x="1292354" y="92866"/>
                  </a:lnTo>
                  <a:lnTo>
                    <a:pt x="1300140" y="91869"/>
                  </a:lnTo>
                  <a:lnTo>
                    <a:pt x="1307925" y="90773"/>
                  </a:lnTo>
                  <a:lnTo>
                    <a:pt x="1315710" y="89590"/>
                  </a:lnTo>
                  <a:lnTo>
                    <a:pt x="1323495" y="88343"/>
                  </a:lnTo>
                  <a:lnTo>
                    <a:pt x="1331281" y="87090"/>
                  </a:lnTo>
                  <a:lnTo>
                    <a:pt x="1339066" y="86169"/>
                  </a:lnTo>
                  <a:lnTo>
                    <a:pt x="1346851" y="85329"/>
                  </a:lnTo>
                  <a:lnTo>
                    <a:pt x="1354637" y="84309"/>
                  </a:lnTo>
                  <a:lnTo>
                    <a:pt x="1362422" y="83255"/>
                  </a:lnTo>
                  <a:lnTo>
                    <a:pt x="1370207" y="82306"/>
                  </a:lnTo>
                  <a:lnTo>
                    <a:pt x="1377992" y="81407"/>
                  </a:lnTo>
                  <a:lnTo>
                    <a:pt x="1385778" y="80406"/>
                  </a:lnTo>
                  <a:lnTo>
                    <a:pt x="1393563" y="79412"/>
                  </a:lnTo>
                  <a:lnTo>
                    <a:pt x="1401348" y="78388"/>
                  </a:lnTo>
                  <a:lnTo>
                    <a:pt x="1409133" y="77386"/>
                  </a:lnTo>
                  <a:lnTo>
                    <a:pt x="1416919" y="76384"/>
                  </a:lnTo>
                  <a:lnTo>
                    <a:pt x="1424704" y="75222"/>
                  </a:lnTo>
                  <a:lnTo>
                    <a:pt x="1432489" y="74215"/>
                  </a:lnTo>
                  <a:lnTo>
                    <a:pt x="1440275" y="73271"/>
                  </a:lnTo>
                  <a:lnTo>
                    <a:pt x="1448060" y="72449"/>
                  </a:lnTo>
                  <a:lnTo>
                    <a:pt x="1455845" y="71583"/>
                  </a:lnTo>
                  <a:lnTo>
                    <a:pt x="1463630" y="70350"/>
                  </a:lnTo>
                  <a:lnTo>
                    <a:pt x="1471416" y="69283"/>
                  </a:lnTo>
                  <a:lnTo>
                    <a:pt x="1479201" y="68248"/>
                  </a:lnTo>
                  <a:lnTo>
                    <a:pt x="1486986" y="67250"/>
                  </a:lnTo>
                  <a:lnTo>
                    <a:pt x="1494771" y="66327"/>
                  </a:lnTo>
                  <a:lnTo>
                    <a:pt x="1502557" y="65401"/>
                  </a:lnTo>
                  <a:lnTo>
                    <a:pt x="1510342" y="64299"/>
                  </a:lnTo>
                  <a:lnTo>
                    <a:pt x="1518127" y="63430"/>
                  </a:lnTo>
                  <a:lnTo>
                    <a:pt x="1525912" y="62388"/>
                  </a:lnTo>
                  <a:lnTo>
                    <a:pt x="1533698" y="61280"/>
                  </a:lnTo>
                  <a:lnTo>
                    <a:pt x="1541483" y="60125"/>
                  </a:lnTo>
                  <a:lnTo>
                    <a:pt x="1549268" y="58909"/>
                  </a:lnTo>
                  <a:lnTo>
                    <a:pt x="1557054" y="57627"/>
                  </a:lnTo>
                  <a:lnTo>
                    <a:pt x="1564839" y="56651"/>
                  </a:lnTo>
                  <a:lnTo>
                    <a:pt x="1572624" y="55331"/>
                  </a:lnTo>
                  <a:lnTo>
                    <a:pt x="1580409" y="53997"/>
                  </a:lnTo>
                  <a:lnTo>
                    <a:pt x="1588195" y="52716"/>
                  </a:lnTo>
                  <a:lnTo>
                    <a:pt x="1595980" y="51718"/>
                  </a:lnTo>
                  <a:lnTo>
                    <a:pt x="1603765" y="50812"/>
                  </a:lnTo>
                  <a:lnTo>
                    <a:pt x="1611550" y="49747"/>
                  </a:lnTo>
                  <a:lnTo>
                    <a:pt x="1619336" y="48505"/>
                  </a:lnTo>
                  <a:lnTo>
                    <a:pt x="1627121" y="47493"/>
                  </a:lnTo>
                  <a:lnTo>
                    <a:pt x="1634906" y="46418"/>
                  </a:lnTo>
                  <a:lnTo>
                    <a:pt x="1642692" y="45508"/>
                  </a:lnTo>
                  <a:lnTo>
                    <a:pt x="1650477" y="44691"/>
                  </a:lnTo>
                  <a:lnTo>
                    <a:pt x="1658262" y="43783"/>
                  </a:lnTo>
                  <a:lnTo>
                    <a:pt x="1666047" y="43045"/>
                  </a:lnTo>
                  <a:lnTo>
                    <a:pt x="1673833" y="42197"/>
                  </a:lnTo>
                  <a:lnTo>
                    <a:pt x="1681618" y="41169"/>
                  </a:lnTo>
                  <a:lnTo>
                    <a:pt x="1689403" y="40212"/>
                  </a:lnTo>
                  <a:lnTo>
                    <a:pt x="1697188" y="39463"/>
                  </a:lnTo>
                  <a:lnTo>
                    <a:pt x="1704974" y="38382"/>
                  </a:lnTo>
                  <a:lnTo>
                    <a:pt x="1712759" y="37250"/>
                  </a:lnTo>
                  <a:lnTo>
                    <a:pt x="1720544" y="36319"/>
                  </a:lnTo>
                  <a:lnTo>
                    <a:pt x="1728330" y="35399"/>
                  </a:lnTo>
                  <a:lnTo>
                    <a:pt x="1736115" y="34483"/>
                  </a:lnTo>
                  <a:lnTo>
                    <a:pt x="1743900" y="33429"/>
                  </a:lnTo>
                  <a:lnTo>
                    <a:pt x="1751685" y="32522"/>
                  </a:lnTo>
                  <a:lnTo>
                    <a:pt x="1759471" y="31642"/>
                  </a:lnTo>
                  <a:lnTo>
                    <a:pt x="1767256" y="30718"/>
                  </a:lnTo>
                  <a:lnTo>
                    <a:pt x="1775041" y="29606"/>
                  </a:lnTo>
                  <a:lnTo>
                    <a:pt x="1782826" y="28508"/>
                  </a:lnTo>
                  <a:lnTo>
                    <a:pt x="1790612" y="27462"/>
                  </a:lnTo>
                  <a:lnTo>
                    <a:pt x="1798397" y="26597"/>
                  </a:lnTo>
                  <a:lnTo>
                    <a:pt x="1806182" y="25699"/>
                  </a:lnTo>
                  <a:lnTo>
                    <a:pt x="1813967" y="24641"/>
                  </a:lnTo>
                  <a:lnTo>
                    <a:pt x="1821753" y="23508"/>
                  </a:lnTo>
                  <a:lnTo>
                    <a:pt x="1829538" y="22465"/>
                  </a:lnTo>
                  <a:lnTo>
                    <a:pt x="1837323" y="21443"/>
                  </a:lnTo>
                  <a:lnTo>
                    <a:pt x="1845109" y="20605"/>
                  </a:lnTo>
                  <a:lnTo>
                    <a:pt x="1852894" y="19642"/>
                  </a:lnTo>
                  <a:lnTo>
                    <a:pt x="1860679" y="18569"/>
                  </a:lnTo>
                  <a:lnTo>
                    <a:pt x="1868464" y="17642"/>
                  </a:lnTo>
                  <a:lnTo>
                    <a:pt x="1876250" y="16734"/>
                  </a:lnTo>
                  <a:lnTo>
                    <a:pt x="1884035" y="15810"/>
                  </a:lnTo>
                  <a:lnTo>
                    <a:pt x="1891820" y="14957"/>
                  </a:lnTo>
                  <a:lnTo>
                    <a:pt x="1899605" y="14115"/>
                  </a:lnTo>
                  <a:lnTo>
                    <a:pt x="1907391" y="13219"/>
                  </a:lnTo>
                  <a:lnTo>
                    <a:pt x="1915176" y="12207"/>
                  </a:lnTo>
                  <a:lnTo>
                    <a:pt x="1922961" y="11314"/>
                  </a:lnTo>
                  <a:lnTo>
                    <a:pt x="1930747" y="10390"/>
                  </a:lnTo>
                  <a:lnTo>
                    <a:pt x="1938532" y="9447"/>
                  </a:lnTo>
                  <a:lnTo>
                    <a:pt x="1946317" y="8471"/>
                  </a:lnTo>
                  <a:lnTo>
                    <a:pt x="1954102" y="7555"/>
                  </a:lnTo>
                  <a:lnTo>
                    <a:pt x="1961888" y="6634"/>
                  </a:lnTo>
                  <a:lnTo>
                    <a:pt x="1969673" y="5697"/>
                  </a:lnTo>
                  <a:lnTo>
                    <a:pt x="1977458" y="4590"/>
                  </a:lnTo>
                  <a:lnTo>
                    <a:pt x="1985243" y="3607"/>
                  </a:lnTo>
                  <a:lnTo>
                    <a:pt x="1993029" y="2554"/>
                  </a:lnTo>
                  <a:lnTo>
                    <a:pt x="2000814" y="1649"/>
                  </a:lnTo>
                  <a:lnTo>
                    <a:pt x="2008599" y="793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247627" y="3678233"/>
              <a:ext cx="2016385" cy="103485"/>
            </a:xfrm>
            <a:custGeom>
              <a:avLst/>
              <a:pathLst>
                <a:path w="2016385" h="103485">
                  <a:moveTo>
                    <a:pt x="0" y="103485"/>
                  </a:moveTo>
                  <a:lnTo>
                    <a:pt x="7785" y="103007"/>
                  </a:lnTo>
                  <a:lnTo>
                    <a:pt x="15570" y="102771"/>
                  </a:lnTo>
                  <a:lnTo>
                    <a:pt x="23355" y="102689"/>
                  </a:lnTo>
                  <a:lnTo>
                    <a:pt x="31141" y="102341"/>
                  </a:lnTo>
                  <a:lnTo>
                    <a:pt x="38926" y="101964"/>
                  </a:lnTo>
                  <a:lnTo>
                    <a:pt x="46711" y="101517"/>
                  </a:lnTo>
                  <a:lnTo>
                    <a:pt x="54496" y="101168"/>
                  </a:lnTo>
                  <a:lnTo>
                    <a:pt x="62282" y="100573"/>
                  </a:lnTo>
                  <a:lnTo>
                    <a:pt x="70067" y="100071"/>
                  </a:lnTo>
                  <a:lnTo>
                    <a:pt x="77852" y="99592"/>
                  </a:lnTo>
                  <a:lnTo>
                    <a:pt x="85637" y="99369"/>
                  </a:lnTo>
                  <a:lnTo>
                    <a:pt x="93423" y="99072"/>
                  </a:lnTo>
                  <a:lnTo>
                    <a:pt x="101208" y="98557"/>
                  </a:lnTo>
                  <a:lnTo>
                    <a:pt x="108993" y="98008"/>
                  </a:lnTo>
                  <a:lnTo>
                    <a:pt x="116779" y="97711"/>
                  </a:lnTo>
                  <a:lnTo>
                    <a:pt x="124564" y="97270"/>
                  </a:lnTo>
                  <a:lnTo>
                    <a:pt x="132349" y="96860"/>
                  </a:lnTo>
                  <a:lnTo>
                    <a:pt x="140134" y="96449"/>
                  </a:lnTo>
                  <a:lnTo>
                    <a:pt x="147920" y="96185"/>
                  </a:lnTo>
                  <a:lnTo>
                    <a:pt x="155705" y="95789"/>
                  </a:lnTo>
                  <a:lnTo>
                    <a:pt x="163490" y="95468"/>
                  </a:lnTo>
                  <a:lnTo>
                    <a:pt x="171275" y="94972"/>
                  </a:lnTo>
                  <a:lnTo>
                    <a:pt x="179061" y="94600"/>
                  </a:lnTo>
                  <a:lnTo>
                    <a:pt x="186846" y="94315"/>
                  </a:lnTo>
                  <a:lnTo>
                    <a:pt x="194631" y="94008"/>
                  </a:lnTo>
                  <a:lnTo>
                    <a:pt x="202417" y="93637"/>
                  </a:lnTo>
                  <a:lnTo>
                    <a:pt x="210202" y="93261"/>
                  </a:lnTo>
                  <a:lnTo>
                    <a:pt x="217987" y="93033"/>
                  </a:lnTo>
                  <a:lnTo>
                    <a:pt x="225772" y="92514"/>
                  </a:lnTo>
                  <a:lnTo>
                    <a:pt x="233558" y="92320"/>
                  </a:lnTo>
                  <a:lnTo>
                    <a:pt x="241343" y="92111"/>
                  </a:lnTo>
                  <a:lnTo>
                    <a:pt x="249128" y="91669"/>
                  </a:lnTo>
                  <a:lnTo>
                    <a:pt x="256913" y="91140"/>
                  </a:lnTo>
                  <a:lnTo>
                    <a:pt x="264699" y="91006"/>
                  </a:lnTo>
                  <a:lnTo>
                    <a:pt x="272484" y="90655"/>
                  </a:lnTo>
                  <a:lnTo>
                    <a:pt x="280269" y="90273"/>
                  </a:lnTo>
                  <a:lnTo>
                    <a:pt x="288055" y="89914"/>
                  </a:lnTo>
                  <a:lnTo>
                    <a:pt x="295840" y="89394"/>
                  </a:lnTo>
                  <a:lnTo>
                    <a:pt x="303625" y="88928"/>
                  </a:lnTo>
                  <a:lnTo>
                    <a:pt x="311410" y="88419"/>
                  </a:lnTo>
                  <a:lnTo>
                    <a:pt x="319196" y="88091"/>
                  </a:lnTo>
                  <a:lnTo>
                    <a:pt x="326981" y="87280"/>
                  </a:lnTo>
                  <a:lnTo>
                    <a:pt x="334766" y="86928"/>
                  </a:lnTo>
                  <a:lnTo>
                    <a:pt x="342551" y="86579"/>
                  </a:lnTo>
                  <a:lnTo>
                    <a:pt x="350337" y="86193"/>
                  </a:lnTo>
                  <a:lnTo>
                    <a:pt x="358122" y="85829"/>
                  </a:lnTo>
                  <a:lnTo>
                    <a:pt x="365907" y="85516"/>
                  </a:lnTo>
                  <a:lnTo>
                    <a:pt x="373692" y="85225"/>
                  </a:lnTo>
                  <a:lnTo>
                    <a:pt x="381478" y="85031"/>
                  </a:lnTo>
                  <a:lnTo>
                    <a:pt x="389263" y="84575"/>
                  </a:lnTo>
                  <a:lnTo>
                    <a:pt x="397048" y="84474"/>
                  </a:lnTo>
                  <a:lnTo>
                    <a:pt x="404834" y="83794"/>
                  </a:lnTo>
                  <a:lnTo>
                    <a:pt x="412619" y="83265"/>
                  </a:lnTo>
                  <a:lnTo>
                    <a:pt x="420404" y="82820"/>
                  </a:lnTo>
                  <a:lnTo>
                    <a:pt x="428189" y="82573"/>
                  </a:lnTo>
                  <a:lnTo>
                    <a:pt x="435975" y="82354"/>
                  </a:lnTo>
                  <a:lnTo>
                    <a:pt x="443760" y="81841"/>
                  </a:lnTo>
                  <a:lnTo>
                    <a:pt x="451545" y="81371"/>
                  </a:lnTo>
                  <a:lnTo>
                    <a:pt x="459330" y="80823"/>
                  </a:lnTo>
                  <a:lnTo>
                    <a:pt x="467116" y="80636"/>
                  </a:lnTo>
                  <a:lnTo>
                    <a:pt x="474901" y="80117"/>
                  </a:lnTo>
                  <a:lnTo>
                    <a:pt x="482686" y="79928"/>
                  </a:lnTo>
                  <a:lnTo>
                    <a:pt x="490472" y="79408"/>
                  </a:lnTo>
                  <a:lnTo>
                    <a:pt x="498257" y="78965"/>
                  </a:lnTo>
                  <a:lnTo>
                    <a:pt x="506042" y="78825"/>
                  </a:lnTo>
                  <a:lnTo>
                    <a:pt x="513827" y="78614"/>
                  </a:lnTo>
                  <a:lnTo>
                    <a:pt x="521613" y="77923"/>
                  </a:lnTo>
                  <a:lnTo>
                    <a:pt x="529398" y="77255"/>
                  </a:lnTo>
                  <a:lnTo>
                    <a:pt x="537183" y="76906"/>
                  </a:lnTo>
                  <a:lnTo>
                    <a:pt x="544968" y="76434"/>
                  </a:lnTo>
                  <a:lnTo>
                    <a:pt x="552754" y="76063"/>
                  </a:lnTo>
                  <a:lnTo>
                    <a:pt x="560539" y="75576"/>
                  </a:lnTo>
                  <a:lnTo>
                    <a:pt x="568324" y="75279"/>
                  </a:lnTo>
                  <a:lnTo>
                    <a:pt x="576110" y="74831"/>
                  </a:lnTo>
                  <a:lnTo>
                    <a:pt x="583895" y="74337"/>
                  </a:lnTo>
                  <a:lnTo>
                    <a:pt x="591680" y="74162"/>
                  </a:lnTo>
                  <a:lnTo>
                    <a:pt x="599465" y="73882"/>
                  </a:lnTo>
                  <a:lnTo>
                    <a:pt x="607251" y="73435"/>
                  </a:lnTo>
                  <a:lnTo>
                    <a:pt x="615036" y="72954"/>
                  </a:lnTo>
                  <a:lnTo>
                    <a:pt x="622821" y="72590"/>
                  </a:lnTo>
                  <a:lnTo>
                    <a:pt x="630606" y="72098"/>
                  </a:lnTo>
                  <a:lnTo>
                    <a:pt x="638392" y="71636"/>
                  </a:lnTo>
                  <a:lnTo>
                    <a:pt x="646177" y="71448"/>
                  </a:lnTo>
                  <a:lnTo>
                    <a:pt x="653962" y="71026"/>
                  </a:lnTo>
                  <a:lnTo>
                    <a:pt x="661747" y="70800"/>
                  </a:lnTo>
                  <a:lnTo>
                    <a:pt x="669533" y="70592"/>
                  </a:lnTo>
                  <a:lnTo>
                    <a:pt x="677318" y="70034"/>
                  </a:lnTo>
                  <a:lnTo>
                    <a:pt x="685103" y="69477"/>
                  </a:lnTo>
                  <a:lnTo>
                    <a:pt x="692889" y="68923"/>
                  </a:lnTo>
                  <a:lnTo>
                    <a:pt x="700674" y="68660"/>
                  </a:lnTo>
                  <a:lnTo>
                    <a:pt x="708459" y="68543"/>
                  </a:lnTo>
                  <a:lnTo>
                    <a:pt x="716244" y="68159"/>
                  </a:lnTo>
                  <a:lnTo>
                    <a:pt x="724030" y="67694"/>
                  </a:lnTo>
                  <a:lnTo>
                    <a:pt x="731815" y="67121"/>
                  </a:lnTo>
                  <a:lnTo>
                    <a:pt x="739600" y="66619"/>
                  </a:lnTo>
                  <a:lnTo>
                    <a:pt x="747385" y="66285"/>
                  </a:lnTo>
                  <a:lnTo>
                    <a:pt x="755171" y="65922"/>
                  </a:lnTo>
                  <a:lnTo>
                    <a:pt x="762956" y="65550"/>
                  </a:lnTo>
                  <a:lnTo>
                    <a:pt x="770741" y="65103"/>
                  </a:lnTo>
                  <a:lnTo>
                    <a:pt x="778527" y="64845"/>
                  </a:lnTo>
                  <a:lnTo>
                    <a:pt x="786312" y="64692"/>
                  </a:lnTo>
                  <a:lnTo>
                    <a:pt x="794097" y="64289"/>
                  </a:lnTo>
                  <a:lnTo>
                    <a:pt x="801882" y="63674"/>
                  </a:lnTo>
                  <a:lnTo>
                    <a:pt x="809668" y="63236"/>
                  </a:lnTo>
                  <a:lnTo>
                    <a:pt x="817453" y="62661"/>
                  </a:lnTo>
                  <a:lnTo>
                    <a:pt x="825238" y="62405"/>
                  </a:lnTo>
                  <a:lnTo>
                    <a:pt x="833023" y="62012"/>
                  </a:lnTo>
                  <a:lnTo>
                    <a:pt x="840809" y="61858"/>
                  </a:lnTo>
                  <a:lnTo>
                    <a:pt x="848594" y="61533"/>
                  </a:lnTo>
                  <a:lnTo>
                    <a:pt x="856379" y="61116"/>
                  </a:lnTo>
                  <a:lnTo>
                    <a:pt x="864165" y="60747"/>
                  </a:lnTo>
                  <a:lnTo>
                    <a:pt x="871950" y="60509"/>
                  </a:lnTo>
                  <a:lnTo>
                    <a:pt x="879735" y="60287"/>
                  </a:lnTo>
                  <a:lnTo>
                    <a:pt x="887520" y="59620"/>
                  </a:lnTo>
                  <a:lnTo>
                    <a:pt x="895306" y="58964"/>
                  </a:lnTo>
                  <a:lnTo>
                    <a:pt x="903091" y="58617"/>
                  </a:lnTo>
                  <a:lnTo>
                    <a:pt x="910876" y="58282"/>
                  </a:lnTo>
                  <a:lnTo>
                    <a:pt x="918661" y="57920"/>
                  </a:lnTo>
                  <a:lnTo>
                    <a:pt x="926447" y="57579"/>
                  </a:lnTo>
                  <a:lnTo>
                    <a:pt x="934232" y="57283"/>
                  </a:lnTo>
                  <a:lnTo>
                    <a:pt x="942017" y="56786"/>
                  </a:lnTo>
                  <a:lnTo>
                    <a:pt x="949802" y="56260"/>
                  </a:lnTo>
                  <a:lnTo>
                    <a:pt x="957588" y="55716"/>
                  </a:lnTo>
                  <a:lnTo>
                    <a:pt x="965373" y="55373"/>
                  </a:lnTo>
                  <a:lnTo>
                    <a:pt x="973158" y="54838"/>
                  </a:lnTo>
                  <a:lnTo>
                    <a:pt x="980944" y="54202"/>
                  </a:lnTo>
                  <a:lnTo>
                    <a:pt x="988729" y="53865"/>
                  </a:lnTo>
                  <a:lnTo>
                    <a:pt x="996514" y="53706"/>
                  </a:lnTo>
                  <a:lnTo>
                    <a:pt x="1004299" y="53315"/>
                  </a:lnTo>
                  <a:lnTo>
                    <a:pt x="1012085" y="53085"/>
                  </a:lnTo>
                  <a:lnTo>
                    <a:pt x="1019870" y="52858"/>
                  </a:lnTo>
                  <a:lnTo>
                    <a:pt x="1027655" y="52316"/>
                  </a:lnTo>
                  <a:lnTo>
                    <a:pt x="1035440" y="51658"/>
                  </a:lnTo>
                  <a:lnTo>
                    <a:pt x="1043226" y="51193"/>
                  </a:lnTo>
                  <a:lnTo>
                    <a:pt x="1051011" y="50795"/>
                  </a:lnTo>
                  <a:lnTo>
                    <a:pt x="1058796" y="50325"/>
                  </a:lnTo>
                  <a:lnTo>
                    <a:pt x="1066582" y="50036"/>
                  </a:lnTo>
                  <a:lnTo>
                    <a:pt x="1074367" y="49511"/>
                  </a:lnTo>
                  <a:lnTo>
                    <a:pt x="1082152" y="49129"/>
                  </a:lnTo>
                  <a:lnTo>
                    <a:pt x="1089937" y="48726"/>
                  </a:lnTo>
                  <a:lnTo>
                    <a:pt x="1097723" y="48381"/>
                  </a:lnTo>
                  <a:lnTo>
                    <a:pt x="1105508" y="47884"/>
                  </a:lnTo>
                  <a:lnTo>
                    <a:pt x="1113293" y="47341"/>
                  </a:lnTo>
                  <a:lnTo>
                    <a:pt x="1121078" y="46923"/>
                  </a:lnTo>
                  <a:lnTo>
                    <a:pt x="1128864" y="46480"/>
                  </a:lnTo>
                  <a:lnTo>
                    <a:pt x="1136649" y="46042"/>
                  </a:lnTo>
                  <a:lnTo>
                    <a:pt x="1144434" y="45541"/>
                  </a:lnTo>
                  <a:lnTo>
                    <a:pt x="1152220" y="45166"/>
                  </a:lnTo>
                  <a:lnTo>
                    <a:pt x="1160005" y="44940"/>
                  </a:lnTo>
                  <a:lnTo>
                    <a:pt x="1167790" y="44430"/>
                  </a:lnTo>
                  <a:lnTo>
                    <a:pt x="1175575" y="44122"/>
                  </a:lnTo>
                  <a:lnTo>
                    <a:pt x="1183361" y="43816"/>
                  </a:lnTo>
                  <a:lnTo>
                    <a:pt x="1191146" y="43670"/>
                  </a:lnTo>
                  <a:lnTo>
                    <a:pt x="1198931" y="43111"/>
                  </a:lnTo>
                  <a:lnTo>
                    <a:pt x="1206716" y="42735"/>
                  </a:lnTo>
                  <a:lnTo>
                    <a:pt x="1214502" y="42238"/>
                  </a:lnTo>
                  <a:lnTo>
                    <a:pt x="1222287" y="41790"/>
                  </a:lnTo>
                  <a:lnTo>
                    <a:pt x="1230072" y="41563"/>
                  </a:lnTo>
                  <a:lnTo>
                    <a:pt x="1237857" y="41245"/>
                  </a:lnTo>
                  <a:lnTo>
                    <a:pt x="1245643" y="40785"/>
                  </a:lnTo>
                  <a:lnTo>
                    <a:pt x="1253428" y="40295"/>
                  </a:lnTo>
                  <a:lnTo>
                    <a:pt x="1261213" y="39920"/>
                  </a:lnTo>
                  <a:lnTo>
                    <a:pt x="1268999" y="39367"/>
                  </a:lnTo>
                  <a:lnTo>
                    <a:pt x="1276784" y="38696"/>
                  </a:lnTo>
                  <a:lnTo>
                    <a:pt x="1284569" y="37957"/>
                  </a:lnTo>
                  <a:lnTo>
                    <a:pt x="1292354" y="37542"/>
                  </a:lnTo>
                  <a:lnTo>
                    <a:pt x="1300140" y="36982"/>
                  </a:lnTo>
                  <a:lnTo>
                    <a:pt x="1307925" y="36632"/>
                  </a:lnTo>
                  <a:lnTo>
                    <a:pt x="1315710" y="36440"/>
                  </a:lnTo>
                  <a:lnTo>
                    <a:pt x="1323495" y="35893"/>
                  </a:lnTo>
                  <a:lnTo>
                    <a:pt x="1331281" y="35560"/>
                  </a:lnTo>
                  <a:lnTo>
                    <a:pt x="1339066" y="35049"/>
                  </a:lnTo>
                  <a:lnTo>
                    <a:pt x="1346851" y="34845"/>
                  </a:lnTo>
                  <a:lnTo>
                    <a:pt x="1354637" y="34594"/>
                  </a:lnTo>
                  <a:lnTo>
                    <a:pt x="1362422" y="34064"/>
                  </a:lnTo>
                  <a:lnTo>
                    <a:pt x="1370207" y="33432"/>
                  </a:lnTo>
                  <a:lnTo>
                    <a:pt x="1377992" y="32810"/>
                  </a:lnTo>
                  <a:lnTo>
                    <a:pt x="1385778" y="32375"/>
                  </a:lnTo>
                  <a:lnTo>
                    <a:pt x="1393563" y="31968"/>
                  </a:lnTo>
                  <a:lnTo>
                    <a:pt x="1401348" y="31570"/>
                  </a:lnTo>
                  <a:lnTo>
                    <a:pt x="1409133" y="31096"/>
                  </a:lnTo>
                  <a:lnTo>
                    <a:pt x="1416919" y="30885"/>
                  </a:lnTo>
                  <a:lnTo>
                    <a:pt x="1424704" y="30457"/>
                  </a:lnTo>
                  <a:lnTo>
                    <a:pt x="1432489" y="30019"/>
                  </a:lnTo>
                  <a:lnTo>
                    <a:pt x="1440275" y="29587"/>
                  </a:lnTo>
                  <a:lnTo>
                    <a:pt x="1448060" y="29255"/>
                  </a:lnTo>
                  <a:lnTo>
                    <a:pt x="1455845" y="28852"/>
                  </a:lnTo>
                  <a:lnTo>
                    <a:pt x="1463630" y="28495"/>
                  </a:lnTo>
                  <a:lnTo>
                    <a:pt x="1471416" y="28211"/>
                  </a:lnTo>
                  <a:lnTo>
                    <a:pt x="1479201" y="27938"/>
                  </a:lnTo>
                  <a:lnTo>
                    <a:pt x="1486986" y="27477"/>
                  </a:lnTo>
                  <a:lnTo>
                    <a:pt x="1494771" y="27195"/>
                  </a:lnTo>
                  <a:lnTo>
                    <a:pt x="1502557" y="26726"/>
                  </a:lnTo>
                  <a:lnTo>
                    <a:pt x="1510342" y="26211"/>
                  </a:lnTo>
                  <a:lnTo>
                    <a:pt x="1518127" y="25699"/>
                  </a:lnTo>
                  <a:lnTo>
                    <a:pt x="1525912" y="25231"/>
                  </a:lnTo>
                  <a:lnTo>
                    <a:pt x="1533698" y="24765"/>
                  </a:lnTo>
                  <a:lnTo>
                    <a:pt x="1541483" y="24241"/>
                  </a:lnTo>
                  <a:lnTo>
                    <a:pt x="1549268" y="23722"/>
                  </a:lnTo>
                  <a:lnTo>
                    <a:pt x="1557054" y="23302"/>
                  </a:lnTo>
                  <a:lnTo>
                    <a:pt x="1564839" y="22894"/>
                  </a:lnTo>
                  <a:lnTo>
                    <a:pt x="1572624" y="22729"/>
                  </a:lnTo>
                  <a:lnTo>
                    <a:pt x="1580409" y="22230"/>
                  </a:lnTo>
                  <a:lnTo>
                    <a:pt x="1588195" y="21709"/>
                  </a:lnTo>
                  <a:lnTo>
                    <a:pt x="1595980" y="21195"/>
                  </a:lnTo>
                  <a:lnTo>
                    <a:pt x="1603765" y="20870"/>
                  </a:lnTo>
                  <a:lnTo>
                    <a:pt x="1611550" y="20757"/>
                  </a:lnTo>
                  <a:lnTo>
                    <a:pt x="1619336" y="20489"/>
                  </a:lnTo>
                  <a:lnTo>
                    <a:pt x="1627121" y="19836"/>
                  </a:lnTo>
                  <a:lnTo>
                    <a:pt x="1634906" y="19397"/>
                  </a:lnTo>
                  <a:lnTo>
                    <a:pt x="1642692" y="18905"/>
                  </a:lnTo>
                  <a:lnTo>
                    <a:pt x="1650477" y="18713"/>
                  </a:lnTo>
                  <a:lnTo>
                    <a:pt x="1658262" y="18581"/>
                  </a:lnTo>
                  <a:lnTo>
                    <a:pt x="1666047" y="18304"/>
                  </a:lnTo>
                  <a:lnTo>
                    <a:pt x="1673833" y="17932"/>
                  </a:lnTo>
                  <a:lnTo>
                    <a:pt x="1681618" y="17625"/>
                  </a:lnTo>
                  <a:lnTo>
                    <a:pt x="1689403" y="17021"/>
                  </a:lnTo>
                  <a:lnTo>
                    <a:pt x="1697188" y="16474"/>
                  </a:lnTo>
                  <a:lnTo>
                    <a:pt x="1704974" y="16122"/>
                  </a:lnTo>
                  <a:lnTo>
                    <a:pt x="1712759" y="15840"/>
                  </a:lnTo>
                  <a:lnTo>
                    <a:pt x="1720544" y="15430"/>
                  </a:lnTo>
                  <a:lnTo>
                    <a:pt x="1728330" y="15099"/>
                  </a:lnTo>
                  <a:lnTo>
                    <a:pt x="1736115" y="14503"/>
                  </a:lnTo>
                  <a:lnTo>
                    <a:pt x="1743900" y="14281"/>
                  </a:lnTo>
                  <a:lnTo>
                    <a:pt x="1751685" y="13907"/>
                  </a:lnTo>
                  <a:lnTo>
                    <a:pt x="1759471" y="13631"/>
                  </a:lnTo>
                  <a:lnTo>
                    <a:pt x="1767256" y="13315"/>
                  </a:lnTo>
                  <a:lnTo>
                    <a:pt x="1775041" y="13021"/>
                  </a:lnTo>
                  <a:lnTo>
                    <a:pt x="1782826" y="12754"/>
                  </a:lnTo>
                  <a:lnTo>
                    <a:pt x="1790612" y="12431"/>
                  </a:lnTo>
                  <a:lnTo>
                    <a:pt x="1798397" y="11760"/>
                  </a:lnTo>
                  <a:lnTo>
                    <a:pt x="1806182" y="11071"/>
                  </a:lnTo>
                  <a:lnTo>
                    <a:pt x="1813967" y="10619"/>
                  </a:lnTo>
                  <a:lnTo>
                    <a:pt x="1821753" y="10218"/>
                  </a:lnTo>
                  <a:lnTo>
                    <a:pt x="1829538" y="9777"/>
                  </a:lnTo>
                  <a:lnTo>
                    <a:pt x="1837323" y="9282"/>
                  </a:lnTo>
                  <a:lnTo>
                    <a:pt x="1845109" y="8923"/>
                  </a:lnTo>
                  <a:lnTo>
                    <a:pt x="1852894" y="8714"/>
                  </a:lnTo>
                  <a:lnTo>
                    <a:pt x="1860679" y="8302"/>
                  </a:lnTo>
                  <a:lnTo>
                    <a:pt x="1868464" y="7663"/>
                  </a:lnTo>
                  <a:lnTo>
                    <a:pt x="1876250" y="6977"/>
                  </a:lnTo>
                  <a:lnTo>
                    <a:pt x="1884035" y="6649"/>
                  </a:lnTo>
                  <a:lnTo>
                    <a:pt x="1891820" y="6332"/>
                  </a:lnTo>
                  <a:lnTo>
                    <a:pt x="1899605" y="6156"/>
                  </a:lnTo>
                  <a:lnTo>
                    <a:pt x="1907391" y="5812"/>
                  </a:lnTo>
                  <a:lnTo>
                    <a:pt x="1915176" y="5265"/>
                  </a:lnTo>
                  <a:lnTo>
                    <a:pt x="1922961" y="4617"/>
                  </a:lnTo>
                  <a:lnTo>
                    <a:pt x="1930747" y="4149"/>
                  </a:lnTo>
                  <a:lnTo>
                    <a:pt x="1938532" y="3709"/>
                  </a:lnTo>
                  <a:lnTo>
                    <a:pt x="1946317" y="3419"/>
                  </a:lnTo>
                  <a:lnTo>
                    <a:pt x="1954102" y="3146"/>
                  </a:lnTo>
                  <a:lnTo>
                    <a:pt x="1961888" y="2842"/>
                  </a:lnTo>
                  <a:lnTo>
                    <a:pt x="1969673" y="2439"/>
                  </a:lnTo>
                  <a:lnTo>
                    <a:pt x="1977458" y="2194"/>
                  </a:lnTo>
                  <a:lnTo>
                    <a:pt x="1985243" y="1860"/>
                  </a:lnTo>
                  <a:lnTo>
                    <a:pt x="1993029" y="1358"/>
                  </a:lnTo>
                  <a:lnTo>
                    <a:pt x="2000814" y="759"/>
                  </a:lnTo>
                  <a:lnTo>
                    <a:pt x="2008599" y="364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247627" y="3644047"/>
              <a:ext cx="2016385" cy="120209"/>
            </a:xfrm>
            <a:custGeom>
              <a:avLst/>
              <a:pathLst>
                <a:path w="2016385" h="120209">
                  <a:moveTo>
                    <a:pt x="0" y="120209"/>
                  </a:moveTo>
                  <a:lnTo>
                    <a:pt x="7785" y="119890"/>
                  </a:lnTo>
                  <a:lnTo>
                    <a:pt x="15570" y="119410"/>
                  </a:lnTo>
                  <a:lnTo>
                    <a:pt x="23355" y="118725"/>
                  </a:lnTo>
                  <a:lnTo>
                    <a:pt x="31141" y="118290"/>
                  </a:lnTo>
                  <a:lnTo>
                    <a:pt x="38926" y="117980"/>
                  </a:lnTo>
                  <a:lnTo>
                    <a:pt x="46711" y="117501"/>
                  </a:lnTo>
                  <a:lnTo>
                    <a:pt x="54496" y="116961"/>
                  </a:lnTo>
                  <a:lnTo>
                    <a:pt x="62282" y="116369"/>
                  </a:lnTo>
                  <a:lnTo>
                    <a:pt x="70067" y="115853"/>
                  </a:lnTo>
                  <a:lnTo>
                    <a:pt x="77852" y="115457"/>
                  </a:lnTo>
                  <a:lnTo>
                    <a:pt x="85637" y="114908"/>
                  </a:lnTo>
                  <a:lnTo>
                    <a:pt x="93423" y="114374"/>
                  </a:lnTo>
                  <a:lnTo>
                    <a:pt x="101208" y="113799"/>
                  </a:lnTo>
                  <a:lnTo>
                    <a:pt x="108993" y="113304"/>
                  </a:lnTo>
                  <a:lnTo>
                    <a:pt x="116779" y="112870"/>
                  </a:lnTo>
                  <a:lnTo>
                    <a:pt x="124564" y="112611"/>
                  </a:lnTo>
                  <a:lnTo>
                    <a:pt x="132349" y="112032"/>
                  </a:lnTo>
                  <a:lnTo>
                    <a:pt x="140134" y="111542"/>
                  </a:lnTo>
                  <a:lnTo>
                    <a:pt x="147920" y="110986"/>
                  </a:lnTo>
                  <a:lnTo>
                    <a:pt x="155705" y="110521"/>
                  </a:lnTo>
                  <a:lnTo>
                    <a:pt x="163490" y="110235"/>
                  </a:lnTo>
                  <a:lnTo>
                    <a:pt x="171275" y="110042"/>
                  </a:lnTo>
                  <a:lnTo>
                    <a:pt x="179061" y="109609"/>
                  </a:lnTo>
                  <a:lnTo>
                    <a:pt x="186846" y="109103"/>
                  </a:lnTo>
                  <a:lnTo>
                    <a:pt x="194631" y="108758"/>
                  </a:lnTo>
                  <a:lnTo>
                    <a:pt x="202417" y="108545"/>
                  </a:lnTo>
                  <a:lnTo>
                    <a:pt x="210202" y="108091"/>
                  </a:lnTo>
                  <a:lnTo>
                    <a:pt x="217987" y="107656"/>
                  </a:lnTo>
                  <a:lnTo>
                    <a:pt x="225772" y="107090"/>
                  </a:lnTo>
                  <a:lnTo>
                    <a:pt x="233558" y="106620"/>
                  </a:lnTo>
                  <a:lnTo>
                    <a:pt x="241343" y="106232"/>
                  </a:lnTo>
                  <a:lnTo>
                    <a:pt x="249128" y="105616"/>
                  </a:lnTo>
                  <a:lnTo>
                    <a:pt x="256913" y="105128"/>
                  </a:lnTo>
                  <a:lnTo>
                    <a:pt x="264699" y="104543"/>
                  </a:lnTo>
                  <a:lnTo>
                    <a:pt x="272484" y="104282"/>
                  </a:lnTo>
                  <a:lnTo>
                    <a:pt x="280269" y="103563"/>
                  </a:lnTo>
                  <a:lnTo>
                    <a:pt x="288055" y="103211"/>
                  </a:lnTo>
                  <a:lnTo>
                    <a:pt x="295840" y="102564"/>
                  </a:lnTo>
                  <a:lnTo>
                    <a:pt x="303625" y="102044"/>
                  </a:lnTo>
                  <a:lnTo>
                    <a:pt x="311410" y="101578"/>
                  </a:lnTo>
                  <a:lnTo>
                    <a:pt x="319196" y="101434"/>
                  </a:lnTo>
                  <a:lnTo>
                    <a:pt x="326981" y="101055"/>
                  </a:lnTo>
                  <a:lnTo>
                    <a:pt x="334766" y="100682"/>
                  </a:lnTo>
                  <a:lnTo>
                    <a:pt x="342551" y="100230"/>
                  </a:lnTo>
                  <a:lnTo>
                    <a:pt x="350337" y="99759"/>
                  </a:lnTo>
                  <a:lnTo>
                    <a:pt x="358122" y="99183"/>
                  </a:lnTo>
                  <a:lnTo>
                    <a:pt x="365907" y="98751"/>
                  </a:lnTo>
                  <a:lnTo>
                    <a:pt x="373692" y="98191"/>
                  </a:lnTo>
                  <a:lnTo>
                    <a:pt x="381478" y="97749"/>
                  </a:lnTo>
                  <a:lnTo>
                    <a:pt x="389263" y="97296"/>
                  </a:lnTo>
                  <a:lnTo>
                    <a:pt x="397048" y="96712"/>
                  </a:lnTo>
                  <a:lnTo>
                    <a:pt x="404834" y="95976"/>
                  </a:lnTo>
                  <a:lnTo>
                    <a:pt x="412619" y="95606"/>
                  </a:lnTo>
                  <a:lnTo>
                    <a:pt x="420404" y="95094"/>
                  </a:lnTo>
                  <a:lnTo>
                    <a:pt x="428189" y="94509"/>
                  </a:lnTo>
                  <a:lnTo>
                    <a:pt x="435975" y="94135"/>
                  </a:lnTo>
                  <a:lnTo>
                    <a:pt x="443760" y="93966"/>
                  </a:lnTo>
                  <a:lnTo>
                    <a:pt x="451545" y="93615"/>
                  </a:lnTo>
                  <a:lnTo>
                    <a:pt x="459330" y="93120"/>
                  </a:lnTo>
                  <a:lnTo>
                    <a:pt x="467116" y="92600"/>
                  </a:lnTo>
                  <a:lnTo>
                    <a:pt x="474901" y="92007"/>
                  </a:lnTo>
                  <a:lnTo>
                    <a:pt x="482686" y="91562"/>
                  </a:lnTo>
                  <a:lnTo>
                    <a:pt x="490472" y="91313"/>
                  </a:lnTo>
                  <a:lnTo>
                    <a:pt x="498257" y="91030"/>
                  </a:lnTo>
                  <a:lnTo>
                    <a:pt x="506042" y="90506"/>
                  </a:lnTo>
                  <a:lnTo>
                    <a:pt x="513827" y="90165"/>
                  </a:lnTo>
                  <a:lnTo>
                    <a:pt x="521613" y="89820"/>
                  </a:lnTo>
                  <a:lnTo>
                    <a:pt x="529398" y="89646"/>
                  </a:lnTo>
                  <a:lnTo>
                    <a:pt x="537183" y="89068"/>
                  </a:lnTo>
                  <a:lnTo>
                    <a:pt x="544968" y="88578"/>
                  </a:lnTo>
                  <a:lnTo>
                    <a:pt x="552754" y="88055"/>
                  </a:lnTo>
                  <a:lnTo>
                    <a:pt x="560539" y="87566"/>
                  </a:lnTo>
                  <a:lnTo>
                    <a:pt x="568324" y="87195"/>
                  </a:lnTo>
                  <a:lnTo>
                    <a:pt x="576110" y="86669"/>
                  </a:lnTo>
                  <a:lnTo>
                    <a:pt x="583895" y="86189"/>
                  </a:lnTo>
                  <a:lnTo>
                    <a:pt x="591680" y="85560"/>
                  </a:lnTo>
                  <a:lnTo>
                    <a:pt x="599465" y="85142"/>
                  </a:lnTo>
                  <a:lnTo>
                    <a:pt x="607251" y="84445"/>
                  </a:lnTo>
                  <a:lnTo>
                    <a:pt x="615036" y="83844"/>
                  </a:lnTo>
                  <a:lnTo>
                    <a:pt x="622821" y="83513"/>
                  </a:lnTo>
                  <a:lnTo>
                    <a:pt x="630606" y="83360"/>
                  </a:lnTo>
                  <a:lnTo>
                    <a:pt x="638392" y="82985"/>
                  </a:lnTo>
                  <a:lnTo>
                    <a:pt x="646177" y="82458"/>
                  </a:lnTo>
                  <a:lnTo>
                    <a:pt x="653962" y="81814"/>
                  </a:lnTo>
                  <a:lnTo>
                    <a:pt x="661747" y="81294"/>
                  </a:lnTo>
                  <a:lnTo>
                    <a:pt x="669533" y="80781"/>
                  </a:lnTo>
                  <a:lnTo>
                    <a:pt x="677318" y="80419"/>
                  </a:lnTo>
                  <a:lnTo>
                    <a:pt x="685103" y="79843"/>
                  </a:lnTo>
                  <a:lnTo>
                    <a:pt x="692889" y="79646"/>
                  </a:lnTo>
                  <a:lnTo>
                    <a:pt x="700674" y="79234"/>
                  </a:lnTo>
                  <a:lnTo>
                    <a:pt x="708459" y="78691"/>
                  </a:lnTo>
                  <a:lnTo>
                    <a:pt x="716244" y="78400"/>
                  </a:lnTo>
                  <a:lnTo>
                    <a:pt x="724030" y="77810"/>
                  </a:lnTo>
                  <a:lnTo>
                    <a:pt x="731815" y="77239"/>
                  </a:lnTo>
                  <a:lnTo>
                    <a:pt x="739600" y="76782"/>
                  </a:lnTo>
                  <a:lnTo>
                    <a:pt x="747385" y="76268"/>
                  </a:lnTo>
                  <a:lnTo>
                    <a:pt x="755171" y="75761"/>
                  </a:lnTo>
                  <a:lnTo>
                    <a:pt x="762956" y="75303"/>
                  </a:lnTo>
                  <a:lnTo>
                    <a:pt x="770741" y="74850"/>
                  </a:lnTo>
                  <a:lnTo>
                    <a:pt x="778527" y="74565"/>
                  </a:lnTo>
                  <a:lnTo>
                    <a:pt x="786312" y="74024"/>
                  </a:lnTo>
                  <a:lnTo>
                    <a:pt x="794097" y="73913"/>
                  </a:lnTo>
                  <a:lnTo>
                    <a:pt x="801882" y="73426"/>
                  </a:lnTo>
                  <a:lnTo>
                    <a:pt x="809668" y="72884"/>
                  </a:lnTo>
                  <a:lnTo>
                    <a:pt x="817453" y="72588"/>
                  </a:lnTo>
                  <a:lnTo>
                    <a:pt x="825238" y="72137"/>
                  </a:lnTo>
                  <a:lnTo>
                    <a:pt x="833023" y="71602"/>
                  </a:lnTo>
                  <a:lnTo>
                    <a:pt x="840809" y="71228"/>
                  </a:lnTo>
                  <a:lnTo>
                    <a:pt x="848594" y="70546"/>
                  </a:lnTo>
                  <a:lnTo>
                    <a:pt x="856379" y="70029"/>
                  </a:lnTo>
                  <a:lnTo>
                    <a:pt x="864165" y="69557"/>
                  </a:lnTo>
                  <a:lnTo>
                    <a:pt x="871950" y="69289"/>
                  </a:lnTo>
                  <a:lnTo>
                    <a:pt x="879735" y="68724"/>
                  </a:lnTo>
                  <a:lnTo>
                    <a:pt x="887520" y="68329"/>
                  </a:lnTo>
                  <a:lnTo>
                    <a:pt x="895306" y="67854"/>
                  </a:lnTo>
                  <a:lnTo>
                    <a:pt x="903091" y="67330"/>
                  </a:lnTo>
                  <a:lnTo>
                    <a:pt x="910876" y="66830"/>
                  </a:lnTo>
                  <a:lnTo>
                    <a:pt x="918661" y="66296"/>
                  </a:lnTo>
                  <a:lnTo>
                    <a:pt x="926447" y="65628"/>
                  </a:lnTo>
                  <a:lnTo>
                    <a:pt x="934232" y="65161"/>
                  </a:lnTo>
                  <a:lnTo>
                    <a:pt x="942017" y="64647"/>
                  </a:lnTo>
                  <a:lnTo>
                    <a:pt x="949802" y="64012"/>
                  </a:lnTo>
                  <a:lnTo>
                    <a:pt x="957588" y="63652"/>
                  </a:lnTo>
                  <a:lnTo>
                    <a:pt x="965373" y="63201"/>
                  </a:lnTo>
                  <a:lnTo>
                    <a:pt x="973158" y="62756"/>
                  </a:lnTo>
                  <a:lnTo>
                    <a:pt x="980944" y="61959"/>
                  </a:lnTo>
                  <a:lnTo>
                    <a:pt x="988729" y="61441"/>
                  </a:lnTo>
                  <a:lnTo>
                    <a:pt x="996514" y="61054"/>
                  </a:lnTo>
                  <a:lnTo>
                    <a:pt x="1004299" y="60515"/>
                  </a:lnTo>
                  <a:lnTo>
                    <a:pt x="1012085" y="60036"/>
                  </a:lnTo>
                  <a:lnTo>
                    <a:pt x="1019870" y="59690"/>
                  </a:lnTo>
                  <a:lnTo>
                    <a:pt x="1027655" y="59470"/>
                  </a:lnTo>
                  <a:lnTo>
                    <a:pt x="1035440" y="59131"/>
                  </a:lnTo>
                  <a:lnTo>
                    <a:pt x="1043226" y="58567"/>
                  </a:lnTo>
                  <a:lnTo>
                    <a:pt x="1051011" y="57985"/>
                  </a:lnTo>
                  <a:lnTo>
                    <a:pt x="1058796" y="57607"/>
                  </a:lnTo>
                  <a:lnTo>
                    <a:pt x="1066582" y="57143"/>
                  </a:lnTo>
                  <a:lnTo>
                    <a:pt x="1074367" y="56541"/>
                  </a:lnTo>
                  <a:lnTo>
                    <a:pt x="1082152" y="56016"/>
                  </a:lnTo>
                  <a:lnTo>
                    <a:pt x="1089937" y="55507"/>
                  </a:lnTo>
                  <a:lnTo>
                    <a:pt x="1097723" y="55068"/>
                  </a:lnTo>
                  <a:lnTo>
                    <a:pt x="1105508" y="54683"/>
                  </a:lnTo>
                  <a:lnTo>
                    <a:pt x="1113293" y="54224"/>
                  </a:lnTo>
                  <a:lnTo>
                    <a:pt x="1121078" y="53761"/>
                  </a:lnTo>
                  <a:lnTo>
                    <a:pt x="1128864" y="53338"/>
                  </a:lnTo>
                  <a:lnTo>
                    <a:pt x="1136649" y="52877"/>
                  </a:lnTo>
                  <a:lnTo>
                    <a:pt x="1144434" y="52326"/>
                  </a:lnTo>
                  <a:lnTo>
                    <a:pt x="1152220" y="51957"/>
                  </a:lnTo>
                  <a:lnTo>
                    <a:pt x="1160005" y="51643"/>
                  </a:lnTo>
                  <a:lnTo>
                    <a:pt x="1167790" y="51200"/>
                  </a:lnTo>
                  <a:lnTo>
                    <a:pt x="1175575" y="50632"/>
                  </a:lnTo>
                  <a:lnTo>
                    <a:pt x="1183361" y="50001"/>
                  </a:lnTo>
                  <a:lnTo>
                    <a:pt x="1191146" y="49384"/>
                  </a:lnTo>
                  <a:lnTo>
                    <a:pt x="1198931" y="48923"/>
                  </a:lnTo>
                  <a:lnTo>
                    <a:pt x="1206716" y="48496"/>
                  </a:lnTo>
                  <a:lnTo>
                    <a:pt x="1214502" y="48068"/>
                  </a:lnTo>
                  <a:lnTo>
                    <a:pt x="1222287" y="47524"/>
                  </a:lnTo>
                  <a:lnTo>
                    <a:pt x="1230072" y="46963"/>
                  </a:lnTo>
                  <a:lnTo>
                    <a:pt x="1237857" y="46302"/>
                  </a:lnTo>
                  <a:lnTo>
                    <a:pt x="1245643" y="45482"/>
                  </a:lnTo>
                  <a:lnTo>
                    <a:pt x="1253428" y="45173"/>
                  </a:lnTo>
                  <a:lnTo>
                    <a:pt x="1261213" y="44598"/>
                  </a:lnTo>
                  <a:lnTo>
                    <a:pt x="1268999" y="44250"/>
                  </a:lnTo>
                  <a:lnTo>
                    <a:pt x="1276784" y="43737"/>
                  </a:lnTo>
                  <a:lnTo>
                    <a:pt x="1284569" y="42840"/>
                  </a:lnTo>
                  <a:lnTo>
                    <a:pt x="1292354" y="41937"/>
                  </a:lnTo>
                  <a:lnTo>
                    <a:pt x="1300140" y="41299"/>
                  </a:lnTo>
                  <a:lnTo>
                    <a:pt x="1307925" y="40970"/>
                  </a:lnTo>
                  <a:lnTo>
                    <a:pt x="1315710" y="40645"/>
                  </a:lnTo>
                  <a:lnTo>
                    <a:pt x="1323495" y="40057"/>
                  </a:lnTo>
                  <a:lnTo>
                    <a:pt x="1331281" y="39538"/>
                  </a:lnTo>
                  <a:lnTo>
                    <a:pt x="1339066" y="38893"/>
                  </a:lnTo>
                  <a:lnTo>
                    <a:pt x="1346851" y="38325"/>
                  </a:lnTo>
                  <a:lnTo>
                    <a:pt x="1354637" y="38228"/>
                  </a:lnTo>
                  <a:lnTo>
                    <a:pt x="1362422" y="37841"/>
                  </a:lnTo>
                  <a:lnTo>
                    <a:pt x="1370207" y="37131"/>
                  </a:lnTo>
                  <a:lnTo>
                    <a:pt x="1377992" y="36746"/>
                  </a:lnTo>
                  <a:lnTo>
                    <a:pt x="1385778" y="36264"/>
                  </a:lnTo>
                  <a:lnTo>
                    <a:pt x="1393563" y="35876"/>
                  </a:lnTo>
                  <a:lnTo>
                    <a:pt x="1401348" y="35524"/>
                  </a:lnTo>
                  <a:lnTo>
                    <a:pt x="1409133" y="35224"/>
                  </a:lnTo>
                  <a:lnTo>
                    <a:pt x="1416919" y="34872"/>
                  </a:lnTo>
                  <a:lnTo>
                    <a:pt x="1424704" y="34357"/>
                  </a:lnTo>
                  <a:lnTo>
                    <a:pt x="1432489" y="33925"/>
                  </a:lnTo>
                  <a:lnTo>
                    <a:pt x="1440275" y="33513"/>
                  </a:lnTo>
                  <a:lnTo>
                    <a:pt x="1448060" y="33086"/>
                  </a:lnTo>
                  <a:lnTo>
                    <a:pt x="1455845" y="32608"/>
                  </a:lnTo>
                  <a:lnTo>
                    <a:pt x="1463630" y="32193"/>
                  </a:lnTo>
                  <a:lnTo>
                    <a:pt x="1471416" y="31750"/>
                  </a:lnTo>
                  <a:lnTo>
                    <a:pt x="1479201" y="31086"/>
                  </a:lnTo>
                  <a:lnTo>
                    <a:pt x="1486986" y="30239"/>
                  </a:lnTo>
                  <a:lnTo>
                    <a:pt x="1494771" y="29577"/>
                  </a:lnTo>
                  <a:lnTo>
                    <a:pt x="1502557" y="29169"/>
                  </a:lnTo>
                  <a:lnTo>
                    <a:pt x="1510342" y="28792"/>
                  </a:lnTo>
                  <a:lnTo>
                    <a:pt x="1518127" y="28299"/>
                  </a:lnTo>
                  <a:lnTo>
                    <a:pt x="1525912" y="27824"/>
                  </a:lnTo>
                  <a:lnTo>
                    <a:pt x="1533698" y="27514"/>
                  </a:lnTo>
                  <a:lnTo>
                    <a:pt x="1541483" y="26915"/>
                  </a:lnTo>
                  <a:lnTo>
                    <a:pt x="1549268" y="26400"/>
                  </a:lnTo>
                  <a:lnTo>
                    <a:pt x="1557054" y="25879"/>
                  </a:lnTo>
                  <a:lnTo>
                    <a:pt x="1564839" y="25503"/>
                  </a:lnTo>
                  <a:lnTo>
                    <a:pt x="1572624" y="24962"/>
                  </a:lnTo>
                  <a:lnTo>
                    <a:pt x="1580409" y="24555"/>
                  </a:lnTo>
                  <a:lnTo>
                    <a:pt x="1588195" y="24088"/>
                  </a:lnTo>
                  <a:lnTo>
                    <a:pt x="1595980" y="23751"/>
                  </a:lnTo>
                  <a:lnTo>
                    <a:pt x="1603765" y="23280"/>
                  </a:lnTo>
                  <a:lnTo>
                    <a:pt x="1611550" y="22733"/>
                  </a:lnTo>
                  <a:lnTo>
                    <a:pt x="1619336" y="22132"/>
                  </a:lnTo>
                  <a:lnTo>
                    <a:pt x="1627121" y="21453"/>
                  </a:lnTo>
                  <a:lnTo>
                    <a:pt x="1634906" y="21040"/>
                  </a:lnTo>
                  <a:lnTo>
                    <a:pt x="1642692" y="20758"/>
                  </a:lnTo>
                  <a:lnTo>
                    <a:pt x="1650477" y="20636"/>
                  </a:lnTo>
                  <a:lnTo>
                    <a:pt x="1658262" y="20187"/>
                  </a:lnTo>
                  <a:lnTo>
                    <a:pt x="1666047" y="19564"/>
                  </a:lnTo>
                  <a:lnTo>
                    <a:pt x="1673833" y="19165"/>
                  </a:lnTo>
                  <a:lnTo>
                    <a:pt x="1681618" y="18480"/>
                  </a:lnTo>
                  <a:lnTo>
                    <a:pt x="1689403" y="17949"/>
                  </a:lnTo>
                  <a:lnTo>
                    <a:pt x="1697188" y="17841"/>
                  </a:lnTo>
                  <a:lnTo>
                    <a:pt x="1704974" y="17410"/>
                  </a:lnTo>
                  <a:lnTo>
                    <a:pt x="1712759" y="16843"/>
                  </a:lnTo>
                  <a:lnTo>
                    <a:pt x="1720544" y="16407"/>
                  </a:lnTo>
                  <a:lnTo>
                    <a:pt x="1728330" y="16146"/>
                  </a:lnTo>
                  <a:lnTo>
                    <a:pt x="1736115" y="15452"/>
                  </a:lnTo>
                  <a:lnTo>
                    <a:pt x="1743900" y="14777"/>
                  </a:lnTo>
                  <a:lnTo>
                    <a:pt x="1751685" y="14192"/>
                  </a:lnTo>
                  <a:lnTo>
                    <a:pt x="1759471" y="13638"/>
                  </a:lnTo>
                  <a:lnTo>
                    <a:pt x="1767256" y="13338"/>
                  </a:lnTo>
                  <a:lnTo>
                    <a:pt x="1775041" y="12985"/>
                  </a:lnTo>
                  <a:lnTo>
                    <a:pt x="1782826" y="12536"/>
                  </a:lnTo>
                  <a:lnTo>
                    <a:pt x="1790612" y="11996"/>
                  </a:lnTo>
                  <a:lnTo>
                    <a:pt x="1798397" y="11600"/>
                  </a:lnTo>
                  <a:lnTo>
                    <a:pt x="1806182" y="11400"/>
                  </a:lnTo>
                  <a:lnTo>
                    <a:pt x="1813967" y="10993"/>
                  </a:lnTo>
                  <a:lnTo>
                    <a:pt x="1821753" y="10450"/>
                  </a:lnTo>
                  <a:lnTo>
                    <a:pt x="1829538" y="10014"/>
                  </a:lnTo>
                  <a:lnTo>
                    <a:pt x="1837323" y="9729"/>
                  </a:lnTo>
                  <a:lnTo>
                    <a:pt x="1845109" y="9405"/>
                  </a:lnTo>
                  <a:lnTo>
                    <a:pt x="1852894" y="9086"/>
                  </a:lnTo>
                  <a:lnTo>
                    <a:pt x="1860679" y="8848"/>
                  </a:lnTo>
                  <a:lnTo>
                    <a:pt x="1868464" y="8488"/>
                  </a:lnTo>
                  <a:lnTo>
                    <a:pt x="1876250" y="8099"/>
                  </a:lnTo>
                  <a:lnTo>
                    <a:pt x="1884035" y="7845"/>
                  </a:lnTo>
                  <a:lnTo>
                    <a:pt x="1891820" y="7546"/>
                  </a:lnTo>
                  <a:lnTo>
                    <a:pt x="1899605" y="7076"/>
                  </a:lnTo>
                  <a:lnTo>
                    <a:pt x="1907391" y="6562"/>
                  </a:lnTo>
                  <a:lnTo>
                    <a:pt x="1915176" y="5802"/>
                  </a:lnTo>
                  <a:lnTo>
                    <a:pt x="1922961" y="5394"/>
                  </a:lnTo>
                  <a:lnTo>
                    <a:pt x="1930747" y="5084"/>
                  </a:lnTo>
                  <a:lnTo>
                    <a:pt x="1938532" y="4867"/>
                  </a:lnTo>
                  <a:lnTo>
                    <a:pt x="1946317" y="4521"/>
                  </a:lnTo>
                  <a:lnTo>
                    <a:pt x="1954102" y="4102"/>
                  </a:lnTo>
                  <a:lnTo>
                    <a:pt x="1961888" y="3639"/>
                  </a:lnTo>
                  <a:lnTo>
                    <a:pt x="1969673" y="3111"/>
                  </a:lnTo>
                  <a:lnTo>
                    <a:pt x="1977458" y="2550"/>
                  </a:lnTo>
                  <a:lnTo>
                    <a:pt x="1985243" y="1945"/>
                  </a:lnTo>
                  <a:lnTo>
                    <a:pt x="1993029" y="1467"/>
                  </a:lnTo>
                  <a:lnTo>
                    <a:pt x="2000814" y="1010"/>
                  </a:lnTo>
                  <a:lnTo>
                    <a:pt x="2008599" y="475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247627" y="3824074"/>
              <a:ext cx="2016385" cy="77470"/>
            </a:xfrm>
            <a:custGeom>
              <a:avLst/>
              <a:pathLst>
                <a:path w="2016385" h="77470">
                  <a:moveTo>
                    <a:pt x="0" y="77470"/>
                  </a:moveTo>
                  <a:lnTo>
                    <a:pt x="7785" y="77224"/>
                  </a:lnTo>
                  <a:lnTo>
                    <a:pt x="15570" y="77089"/>
                  </a:lnTo>
                  <a:lnTo>
                    <a:pt x="23355" y="76912"/>
                  </a:lnTo>
                  <a:lnTo>
                    <a:pt x="31141" y="76671"/>
                  </a:lnTo>
                  <a:lnTo>
                    <a:pt x="38926" y="76689"/>
                  </a:lnTo>
                  <a:lnTo>
                    <a:pt x="46711" y="76724"/>
                  </a:lnTo>
                  <a:lnTo>
                    <a:pt x="54496" y="76608"/>
                  </a:lnTo>
                  <a:lnTo>
                    <a:pt x="62282" y="76289"/>
                  </a:lnTo>
                  <a:lnTo>
                    <a:pt x="70067" y="75714"/>
                  </a:lnTo>
                  <a:lnTo>
                    <a:pt x="77852" y="75390"/>
                  </a:lnTo>
                  <a:lnTo>
                    <a:pt x="85637" y="75139"/>
                  </a:lnTo>
                  <a:lnTo>
                    <a:pt x="93423" y="74497"/>
                  </a:lnTo>
                  <a:lnTo>
                    <a:pt x="101208" y="74514"/>
                  </a:lnTo>
                  <a:lnTo>
                    <a:pt x="108993" y="74087"/>
                  </a:lnTo>
                  <a:lnTo>
                    <a:pt x="116779" y="73800"/>
                  </a:lnTo>
                  <a:lnTo>
                    <a:pt x="124564" y="73481"/>
                  </a:lnTo>
                  <a:lnTo>
                    <a:pt x="132349" y="73205"/>
                  </a:lnTo>
                  <a:lnTo>
                    <a:pt x="140134" y="72974"/>
                  </a:lnTo>
                  <a:lnTo>
                    <a:pt x="147920" y="72622"/>
                  </a:lnTo>
                  <a:lnTo>
                    <a:pt x="155705" y="72444"/>
                  </a:lnTo>
                  <a:lnTo>
                    <a:pt x="163490" y="72072"/>
                  </a:lnTo>
                  <a:lnTo>
                    <a:pt x="171275" y="71813"/>
                  </a:lnTo>
                  <a:lnTo>
                    <a:pt x="179061" y="71478"/>
                  </a:lnTo>
                  <a:lnTo>
                    <a:pt x="186846" y="71286"/>
                  </a:lnTo>
                  <a:lnTo>
                    <a:pt x="194631" y="70961"/>
                  </a:lnTo>
                  <a:lnTo>
                    <a:pt x="202417" y="70866"/>
                  </a:lnTo>
                  <a:lnTo>
                    <a:pt x="210202" y="70471"/>
                  </a:lnTo>
                  <a:lnTo>
                    <a:pt x="217987" y="70270"/>
                  </a:lnTo>
                  <a:lnTo>
                    <a:pt x="225772" y="70035"/>
                  </a:lnTo>
                  <a:lnTo>
                    <a:pt x="233558" y="69589"/>
                  </a:lnTo>
                  <a:lnTo>
                    <a:pt x="241343" y="69231"/>
                  </a:lnTo>
                  <a:lnTo>
                    <a:pt x="249128" y="68839"/>
                  </a:lnTo>
                  <a:lnTo>
                    <a:pt x="256913" y="68422"/>
                  </a:lnTo>
                  <a:lnTo>
                    <a:pt x="264699" y="68138"/>
                  </a:lnTo>
                  <a:lnTo>
                    <a:pt x="272484" y="67874"/>
                  </a:lnTo>
                  <a:lnTo>
                    <a:pt x="280269" y="67279"/>
                  </a:lnTo>
                  <a:lnTo>
                    <a:pt x="288055" y="66974"/>
                  </a:lnTo>
                  <a:lnTo>
                    <a:pt x="295840" y="66722"/>
                  </a:lnTo>
                  <a:lnTo>
                    <a:pt x="303625" y="66857"/>
                  </a:lnTo>
                  <a:lnTo>
                    <a:pt x="311410" y="66288"/>
                  </a:lnTo>
                  <a:lnTo>
                    <a:pt x="319196" y="65809"/>
                  </a:lnTo>
                  <a:lnTo>
                    <a:pt x="326981" y="65762"/>
                  </a:lnTo>
                  <a:lnTo>
                    <a:pt x="334766" y="65621"/>
                  </a:lnTo>
                  <a:lnTo>
                    <a:pt x="342551" y="65606"/>
                  </a:lnTo>
                  <a:lnTo>
                    <a:pt x="350337" y="65243"/>
                  </a:lnTo>
                  <a:lnTo>
                    <a:pt x="358122" y="65186"/>
                  </a:lnTo>
                  <a:lnTo>
                    <a:pt x="365907" y="64603"/>
                  </a:lnTo>
                  <a:lnTo>
                    <a:pt x="373692" y="64521"/>
                  </a:lnTo>
                  <a:lnTo>
                    <a:pt x="381478" y="64565"/>
                  </a:lnTo>
                  <a:lnTo>
                    <a:pt x="389263" y="64026"/>
                  </a:lnTo>
                  <a:lnTo>
                    <a:pt x="397048" y="63478"/>
                  </a:lnTo>
                  <a:lnTo>
                    <a:pt x="404834" y="62981"/>
                  </a:lnTo>
                  <a:lnTo>
                    <a:pt x="412619" y="62813"/>
                  </a:lnTo>
                  <a:lnTo>
                    <a:pt x="420404" y="62507"/>
                  </a:lnTo>
                  <a:lnTo>
                    <a:pt x="428189" y="62020"/>
                  </a:lnTo>
                  <a:lnTo>
                    <a:pt x="435975" y="61777"/>
                  </a:lnTo>
                  <a:lnTo>
                    <a:pt x="443760" y="61502"/>
                  </a:lnTo>
                  <a:lnTo>
                    <a:pt x="451545" y="61306"/>
                  </a:lnTo>
                  <a:lnTo>
                    <a:pt x="459330" y="61145"/>
                  </a:lnTo>
                  <a:lnTo>
                    <a:pt x="467116" y="61401"/>
                  </a:lnTo>
                  <a:lnTo>
                    <a:pt x="474901" y="61089"/>
                  </a:lnTo>
                  <a:lnTo>
                    <a:pt x="482686" y="60897"/>
                  </a:lnTo>
                  <a:lnTo>
                    <a:pt x="490472" y="60478"/>
                  </a:lnTo>
                  <a:lnTo>
                    <a:pt x="498257" y="60343"/>
                  </a:lnTo>
                  <a:lnTo>
                    <a:pt x="506042" y="60003"/>
                  </a:lnTo>
                  <a:lnTo>
                    <a:pt x="513827" y="59893"/>
                  </a:lnTo>
                  <a:lnTo>
                    <a:pt x="521613" y="59758"/>
                  </a:lnTo>
                  <a:lnTo>
                    <a:pt x="529398" y="59591"/>
                  </a:lnTo>
                  <a:lnTo>
                    <a:pt x="537183" y="59494"/>
                  </a:lnTo>
                  <a:lnTo>
                    <a:pt x="544968" y="59194"/>
                  </a:lnTo>
                  <a:lnTo>
                    <a:pt x="552754" y="58948"/>
                  </a:lnTo>
                  <a:lnTo>
                    <a:pt x="560539" y="58683"/>
                  </a:lnTo>
                  <a:lnTo>
                    <a:pt x="568324" y="58381"/>
                  </a:lnTo>
                  <a:lnTo>
                    <a:pt x="576110" y="57779"/>
                  </a:lnTo>
                  <a:lnTo>
                    <a:pt x="583895" y="57522"/>
                  </a:lnTo>
                  <a:lnTo>
                    <a:pt x="591680" y="57113"/>
                  </a:lnTo>
                  <a:lnTo>
                    <a:pt x="599465" y="56827"/>
                  </a:lnTo>
                  <a:lnTo>
                    <a:pt x="607251" y="56523"/>
                  </a:lnTo>
                  <a:lnTo>
                    <a:pt x="615036" y="56316"/>
                  </a:lnTo>
                  <a:lnTo>
                    <a:pt x="622821" y="55756"/>
                  </a:lnTo>
                  <a:lnTo>
                    <a:pt x="630606" y="55246"/>
                  </a:lnTo>
                  <a:lnTo>
                    <a:pt x="638392" y="55121"/>
                  </a:lnTo>
                  <a:lnTo>
                    <a:pt x="646177" y="54719"/>
                  </a:lnTo>
                  <a:lnTo>
                    <a:pt x="653962" y="54289"/>
                  </a:lnTo>
                  <a:lnTo>
                    <a:pt x="661747" y="54375"/>
                  </a:lnTo>
                  <a:lnTo>
                    <a:pt x="669533" y="54171"/>
                  </a:lnTo>
                  <a:lnTo>
                    <a:pt x="677318" y="53894"/>
                  </a:lnTo>
                  <a:lnTo>
                    <a:pt x="685103" y="53725"/>
                  </a:lnTo>
                  <a:lnTo>
                    <a:pt x="692889" y="53137"/>
                  </a:lnTo>
                  <a:lnTo>
                    <a:pt x="700674" y="53016"/>
                  </a:lnTo>
                  <a:lnTo>
                    <a:pt x="708459" y="52541"/>
                  </a:lnTo>
                  <a:lnTo>
                    <a:pt x="716244" y="51997"/>
                  </a:lnTo>
                  <a:lnTo>
                    <a:pt x="724030" y="51627"/>
                  </a:lnTo>
                  <a:lnTo>
                    <a:pt x="731815" y="51332"/>
                  </a:lnTo>
                  <a:lnTo>
                    <a:pt x="739600" y="51364"/>
                  </a:lnTo>
                  <a:lnTo>
                    <a:pt x="747385" y="51220"/>
                  </a:lnTo>
                  <a:lnTo>
                    <a:pt x="755171" y="50559"/>
                  </a:lnTo>
                  <a:lnTo>
                    <a:pt x="762956" y="50080"/>
                  </a:lnTo>
                  <a:lnTo>
                    <a:pt x="770741" y="49527"/>
                  </a:lnTo>
                  <a:lnTo>
                    <a:pt x="778527" y="49546"/>
                  </a:lnTo>
                  <a:lnTo>
                    <a:pt x="786312" y="49311"/>
                  </a:lnTo>
                  <a:lnTo>
                    <a:pt x="794097" y="49105"/>
                  </a:lnTo>
                  <a:lnTo>
                    <a:pt x="801882" y="48552"/>
                  </a:lnTo>
                  <a:lnTo>
                    <a:pt x="809668" y="48050"/>
                  </a:lnTo>
                  <a:lnTo>
                    <a:pt x="817453" y="47694"/>
                  </a:lnTo>
                  <a:lnTo>
                    <a:pt x="825238" y="47328"/>
                  </a:lnTo>
                  <a:lnTo>
                    <a:pt x="833023" y="46849"/>
                  </a:lnTo>
                  <a:lnTo>
                    <a:pt x="840809" y="46765"/>
                  </a:lnTo>
                  <a:lnTo>
                    <a:pt x="848594" y="46478"/>
                  </a:lnTo>
                  <a:lnTo>
                    <a:pt x="856379" y="46151"/>
                  </a:lnTo>
                  <a:lnTo>
                    <a:pt x="864165" y="45852"/>
                  </a:lnTo>
                  <a:lnTo>
                    <a:pt x="871950" y="45695"/>
                  </a:lnTo>
                  <a:lnTo>
                    <a:pt x="879735" y="45331"/>
                  </a:lnTo>
                  <a:lnTo>
                    <a:pt x="887520" y="44541"/>
                  </a:lnTo>
                  <a:lnTo>
                    <a:pt x="895306" y="44174"/>
                  </a:lnTo>
                  <a:lnTo>
                    <a:pt x="903091" y="43744"/>
                  </a:lnTo>
                  <a:lnTo>
                    <a:pt x="910876" y="43436"/>
                  </a:lnTo>
                  <a:lnTo>
                    <a:pt x="918661" y="43085"/>
                  </a:lnTo>
                  <a:lnTo>
                    <a:pt x="926447" y="42421"/>
                  </a:lnTo>
                  <a:lnTo>
                    <a:pt x="934232" y="42093"/>
                  </a:lnTo>
                  <a:lnTo>
                    <a:pt x="942017" y="41635"/>
                  </a:lnTo>
                  <a:lnTo>
                    <a:pt x="949802" y="41269"/>
                  </a:lnTo>
                  <a:lnTo>
                    <a:pt x="957588" y="41129"/>
                  </a:lnTo>
                  <a:lnTo>
                    <a:pt x="965373" y="40724"/>
                  </a:lnTo>
                  <a:lnTo>
                    <a:pt x="973158" y="40752"/>
                  </a:lnTo>
                  <a:lnTo>
                    <a:pt x="980944" y="40559"/>
                  </a:lnTo>
                  <a:lnTo>
                    <a:pt x="988729" y="40683"/>
                  </a:lnTo>
                  <a:lnTo>
                    <a:pt x="996514" y="40645"/>
                  </a:lnTo>
                  <a:lnTo>
                    <a:pt x="1004299" y="40553"/>
                  </a:lnTo>
                  <a:lnTo>
                    <a:pt x="1012085" y="40292"/>
                  </a:lnTo>
                  <a:lnTo>
                    <a:pt x="1019870" y="39923"/>
                  </a:lnTo>
                  <a:lnTo>
                    <a:pt x="1027655" y="39458"/>
                  </a:lnTo>
                  <a:lnTo>
                    <a:pt x="1035440" y="39002"/>
                  </a:lnTo>
                  <a:lnTo>
                    <a:pt x="1043226" y="39039"/>
                  </a:lnTo>
                  <a:lnTo>
                    <a:pt x="1051011" y="38949"/>
                  </a:lnTo>
                  <a:lnTo>
                    <a:pt x="1058796" y="38571"/>
                  </a:lnTo>
                  <a:lnTo>
                    <a:pt x="1066582" y="38178"/>
                  </a:lnTo>
                  <a:lnTo>
                    <a:pt x="1074367" y="37819"/>
                  </a:lnTo>
                  <a:lnTo>
                    <a:pt x="1082152" y="37384"/>
                  </a:lnTo>
                  <a:lnTo>
                    <a:pt x="1089937" y="37152"/>
                  </a:lnTo>
                  <a:lnTo>
                    <a:pt x="1097723" y="36921"/>
                  </a:lnTo>
                  <a:lnTo>
                    <a:pt x="1105508" y="36796"/>
                  </a:lnTo>
                  <a:lnTo>
                    <a:pt x="1113293" y="36705"/>
                  </a:lnTo>
                  <a:lnTo>
                    <a:pt x="1121078" y="36584"/>
                  </a:lnTo>
                  <a:lnTo>
                    <a:pt x="1128864" y="36415"/>
                  </a:lnTo>
                  <a:lnTo>
                    <a:pt x="1136649" y="36200"/>
                  </a:lnTo>
                  <a:lnTo>
                    <a:pt x="1144434" y="35726"/>
                  </a:lnTo>
                  <a:lnTo>
                    <a:pt x="1152220" y="35746"/>
                  </a:lnTo>
                  <a:lnTo>
                    <a:pt x="1160005" y="35547"/>
                  </a:lnTo>
                  <a:lnTo>
                    <a:pt x="1167790" y="35348"/>
                  </a:lnTo>
                  <a:lnTo>
                    <a:pt x="1175575" y="34862"/>
                  </a:lnTo>
                  <a:lnTo>
                    <a:pt x="1183361" y="34168"/>
                  </a:lnTo>
                  <a:lnTo>
                    <a:pt x="1191146" y="34002"/>
                  </a:lnTo>
                  <a:lnTo>
                    <a:pt x="1198931" y="33528"/>
                  </a:lnTo>
                  <a:lnTo>
                    <a:pt x="1206716" y="33306"/>
                  </a:lnTo>
                  <a:lnTo>
                    <a:pt x="1214502" y="33179"/>
                  </a:lnTo>
                  <a:lnTo>
                    <a:pt x="1222287" y="32627"/>
                  </a:lnTo>
                  <a:lnTo>
                    <a:pt x="1230072" y="32141"/>
                  </a:lnTo>
                  <a:lnTo>
                    <a:pt x="1237857" y="31939"/>
                  </a:lnTo>
                  <a:lnTo>
                    <a:pt x="1245643" y="31582"/>
                  </a:lnTo>
                  <a:lnTo>
                    <a:pt x="1253428" y="31077"/>
                  </a:lnTo>
                  <a:lnTo>
                    <a:pt x="1261213" y="31311"/>
                  </a:lnTo>
                  <a:lnTo>
                    <a:pt x="1268999" y="30642"/>
                  </a:lnTo>
                  <a:lnTo>
                    <a:pt x="1276784" y="30028"/>
                  </a:lnTo>
                  <a:lnTo>
                    <a:pt x="1284569" y="29653"/>
                  </a:lnTo>
                  <a:lnTo>
                    <a:pt x="1292354" y="29474"/>
                  </a:lnTo>
                  <a:lnTo>
                    <a:pt x="1300140" y="28915"/>
                  </a:lnTo>
                  <a:lnTo>
                    <a:pt x="1307925" y="28593"/>
                  </a:lnTo>
                  <a:lnTo>
                    <a:pt x="1315710" y="28227"/>
                  </a:lnTo>
                  <a:lnTo>
                    <a:pt x="1323495" y="27882"/>
                  </a:lnTo>
                  <a:lnTo>
                    <a:pt x="1331281" y="27360"/>
                  </a:lnTo>
                  <a:lnTo>
                    <a:pt x="1339066" y="27150"/>
                  </a:lnTo>
                  <a:lnTo>
                    <a:pt x="1346851" y="26874"/>
                  </a:lnTo>
                  <a:lnTo>
                    <a:pt x="1354637" y="26498"/>
                  </a:lnTo>
                  <a:lnTo>
                    <a:pt x="1362422" y="26151"/>
                  </a:lnTo>
                  <a:lnTo>
                    <a:pt x="1370207" y="25831"/>
                  </a:lnTo>
                  <a:lnTo>
                    <a:pt x="1377992" y="25588"/>
                  </a:lnTo>
                  <a:lnTo>
                    <a:pt x="1385778" y="25119"/>
                  </a:lnTo>
                  <a:lnTo>
                    <a:pt x="1393563" y="24863"/>
                  </a:lnTo>
                  <a:lnTo>
                    <a:pt x="1401348" y="24458"/>
                  </a:lnTo>
                  <a:lnTo>
                    <a:pt x="1409133" y="24204"/>
                  </a:lnTo>
                  <a:lnTo>
                    <a:pt x="1416919" y="24076"/>
                  </a:lnTo>
                  <a:lnTo>
                    <a:pt x="1424704" y="24031"/>
                  </a:lnTo>
                  <a:lnTo>
                    <a:pt x="1432489" y="23986"/>
                  </a:lnTo>
                  <a:lnTo>
                    <a:pt x="1440275" y="23893"/>
                  </a:lnTo>
                  <a:lnTo>
                    <a:pt x="1448060" y="23625"/>
                  </a:lnTo>
                  <a:lnTo>
                    <a:pt x="1455845" y="23357"/>
                  </a:lnTo>
                  <a:lnTo>
                    <a:pt x="1463630" y="23174"/>
                  </a:lnTo>
                  <a:lnTo>
                    <a:pt x="1471416" y="23046"/>
                  </a:lnTo>
                  <a:lnTo>
                    <a:pt x="1479201" y="22917"/>
                  </a:lnTo>
                  <a:lnTo>
                    <a:pt x="1486986" y="22750"/>
                  </a:lnTo>
                  <a:lnTo>
                    <a:pt x="1494771" y="22426"/>
                  </a:lnTo>
                  <a:lnTo>
                    <a:pt x="1502557" y="22101"/>
                  </a:lnTo>
                  <a:lnTo>
                    <a:pt x="1510342" y="21775"/>
                  </a:lnTo>
                  <a:lnTo>
                    <a:pt x="1518127" y="21635"/>
                  </a:lnTo>
                  <a:lnTo>
                    <a:pt x="1525912" y="21445"/>
                  </a:lnTo>
                  <a:lnTo>
                    <a:pt x="1533698" y="21146"/>
                  </a:lnTo>
                  <a:lnTo>
                    <a:pt x="1541483" y="20717"/>
                  </a:lnTo>
                  <a:lnTo>
                    <a:pt x="1549268" y="20129"/>
                  </a:lnTo>
                  <a:lnTo>
                    <a:pt x="1557054" y="19540"/>
                  </a:lnTo>
                  <a:lnTo>
                    <a:pt x="1564839" y="18949"/>
                  </a:lnTo>
                  <a:lnTo>
                    <a:pt x="1572624" y="18391"/>
                  </a:lnTo>
                  <a:lnTo>
                    <a:pt x="1580409" y="17975"/>
                  </a:lnTo>
                  <a:lnTo>
                    <a:pt x="1588195" y="17671"/>
                  </a:lnTo>
                  <a:lnTo>
                    <a:pt x="1595980" y="17544"/>
                  </a:lnTo>
                  <a:lnTo>
                    <a:pt x="1603765" y="17417"/>
                  </a:lnTo>
                  <a:lnTo>
                    <a:pt x="1611550" y="17290"/>
                  </a:lnTo>
                  <a:lnTo>
                    <a:pt x="1619336" y="16794"/>
                  </a:lnTo>
                  <a:lnTo>
                    <a:pt x="1627121" y="16706"/>
                  </a:lnTo>
                  <a:lnTo>
                    <a:pt x="1634906" y="16773"/>
                  </a:lnTo>
                  <a:lnTo>
                    <a:pt x="1642692" y="16707"/>
                  </a:lnTo>
                  <a:lnTo>
                    <a:pt x="1650477" y="16036"/>
                  </a:lnTo>
                  <a:lnTo>
                    <a:pt x="1658262" y="15506"/>
                  </a:lnTo>
                  <a:lnTo>
                    <a:pt x="1666047" y="15204"/>
                  </a:lnTo>
                  <a:lnTo>
                    <a:pt x="1673833" y="14624"/>
                  </a:lnTo>
                  <a:lnTo>
                    <a:pt x="1681618" y="14043"/>
                  </a:lnTo>
                  <a:lnTo>
                    <a:pt x="1689403" y="13626"/>
                  </a:lnTo>
                  <a:lnTo>
                    <a:pt x="1697188" y="13311"/>
                  </a:lnTo>
                  <a:lnTo>
                    <a:pt x="1704974" y="12995"/>
                  </a:lnTo>
                  <a:lnTo>
                    <a:pt x="1712759" y="12517"/>
                  </a:lnTo>
                  <a:lnTo>
                    <a:pt x="1720544" y="12035"/>
                  </a:lnTo>
                  <a:lnTo>
                    <a:pt x="1728330" y="11269"/>
                  </a:lnTo>
                  <a:lnTo>
                    <a:pt x="1736115" y="10554"/>
                  </a:lnTo>
                  <a:lnTo>
                    <a:pt x="1743900" y="10129"/>
                  </a:lnTo>
                  <a:lnTo>
                    <a:pt x="1751685" y="9707"/>
                  </a:lnTo>
                  <a:lnTo>
                    <a:pt x="1759471" y="9285"/>
                  </a:lnTo>
                  <a:lnTo>
                    <a:pt x="1767256" y="9147"/>
                  </a:lnTo>
                  <a:lnTo>
                    <a:pt x="1775041" y="9039"/>
                  </a:lnTo>
                  <a:lnTo>
                    <a:pt x="1782826" y="8624"/>
                  </a:lnTo>
                  <a:lnTo>
                    <a:pt x="1790612" y="8228"/>
                  </a:lnTo>
                  <a:lnTo>
                    <a:pt x="1798397" y="8101"/>
                  </a:lnTo>
                  <a:lnTo>
                    <a:pt x="1806182" y="7875"/>
                  </a:lnTo>
                  <a:lnTo>
                    <a:pt x="1813967" y="7690"/>
                  </a:lnTo>
                  <a:lnTo>
                    <a:pt x="1821753" y="7526"/>
                  </a:lnTo>
                  <a:lnTo>
                    <a:pt x="1829538" y="7422"/>
                  </a:lnTo>
                  <a:lnTo>
                    <a:pt x="1837323" y="7341"/>
                  </a:lnTo>
                  <a:lnTo>
                    <a:pt x="1845109" y="7257"/>
                  </a:lnTo>
                  <a:lnTo>
                    <a:pt x="1852894" y="7156"/>
                  </a:lnTo>
                  <a:lnTo>
                    <a:pt x="1860679" y="7063"/>
                  </a:lnTo>
                  <a:lnTo>
                    <a:pt x="1868464" y="6893"/>
                  </a:lnTo>
                  <a:lnTo>
                    <a:pt x="1876250" y="6235"/>
                  </a:lnTo>
                  <a:lnTo>
                    <a:pt x="1884035" y="5532"/>
                  </a:lnTo>
                  <a:lnTo>
                    <a:pt x="1891820" y="5179"/>
                  </a:lnTo>
                  <a:lnTo>
                    <a:pt x="1899605" y="4827"/>
                  </a:lnTo>
                  <a:lnTo>
                    <a:pt x="1907391" y="4474"/>
                  </a:lnTo>
                  <a:lnTo>
                    <a:pt x="1915176" y="4120"/>
                  </a:lnTo>
                  <a:lnTo>
                    <a:pt x="1922961" y="3823"/>
                  </a:lnTo>
                  <a:lnTo>
                    <a:pt x="1930747" y="3489"/>
                  </a:lnTo>
                  <a:lnTo>
                    <a:pt x="1938532" y="3297"/>
                  </a:lnTo>
                  <a:lnTo>
                    <a:pt x="1946317" y="3291"/>
                  </a:lnTo>
                  <a:lnTo>
                    <a:pt x="1954102" y="3154"/>
                  </a:lnTo>
                  <a:lnTo>
                    <a:pt x="1961888" y="2845"/>
                  </a:lnTo>
                  <a:lnTo>
                    <a:pt x="1969673" y="2536"/>
                  </a:lnTo>
                  <a:lnTo>
                    <a:pt x="1977458" y="2305"/>
                  </a:lnTo>
                  <a:lnTo>
                    <a:pt x="1985243" y="2119"/>
                  </a:lnTo>
                  <a:lnTo>
                    <a:pt x="1993029" y="1567"/>
                  </a:lnTo>
                  <a:lnTo>
                    <a:pt x="2000814" y="1164"/>
                  </a:lnTo>
                  <a:lnTo>
                    <a:pt x="2008599" y="671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1146808" y="3322206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1146808" y="4247864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146808" y="495735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146808" y="478713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146808" y="461690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1146808" y="444668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1146808" y="427646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1164969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168000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219503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271006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3225101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1247627" y="4769895"/>
              <a:ext cx="2016385" cy="183731"/>
            </a:xfrm>
            <a:custGeom>
              <a:avLst/>
              <a:pathLst>
                <a:path w="2016385" h="183731">
                  <a:moveTo>
                    <a:pt x="0" y="0"/>
                  </a:moveTo>
                  <a:lnTo>
                    <a:pt x="7785" y="1496"/>
                  </a:lnTo>
                  <a:lnTo>
                    <a:pt x="15570" y="2985"/>
                  </a:lnTo>
                  <a:lnTo>
                    <a:pt x="23355" y="4452"/>
                  </a:lnTo>
                  <a:lnTo>
                    <a:pt x="31141" y="5907"/>
                  </a:lnTo>
                  <a:lnTo>
                    <a:pt x="38926" y="7356"/>
                  </a:lnTo>
                  <a:lnTo>
                    <a:pt x="46711" y="9198"/>
                  </a:lnTo>
                  <a:lnTo>
                    <a:pt x="54496" y="10574"/>
                  </a:lnTo>
                  <a:lnTo>
                    <a:pt x="62282" y="11913"/>
                  </a:lnTo>
                  <a:lnTo>
                    <a:pt x="70067" y="13224"/>
                  </a:lnTo>
                  <a:lnTo>
                    <a:pt x="77852" y="14776"/>
                  </a:lnTo>
                  <a:lnTo>
                    <a:pt x="85637" y="16375"/>
                  </a:lnTo>
                  <a:lnTo>
                    <a:pt x="93423" y="17962"/>
                  </a:lnTo>
                  <a:lnTo>
                    <a:pt x="101208" y="19543"/>
                  </a:lnTo>
                  <a:lnTo>
                    <a:pt x="108993" y="21101"/>
                  </a:lnTo>
                  <a:lnTo>
                    <a:pt x="116779" y="22104"/>
                  </a:lnTo>
                  <a:lnTo>
                    <a:pt x="124564" y="23170"/>
                  </a:lnTo>
                  <a:lnTo>
                    <a:pt x="132349" y="24620"/>
                  </a:lnTo>
                  <a:lnTo>
                    <a:pt x="140134" y="26067"/>
                  </a:lnTo>
                  <a:lnTo>
                    <a:pt x="147920" y="27246"/>
                  </a:lnTo>
                  <a:lnTo>
                    <a:pt x="155705" y="28644"/>
                  </a:lnTo>
                  <a:lnTo>
                    <a:pt x="163490" y="30063"/>
                  </a:lnTo>
                  <a:lnTo>
                    <a:pt x="171275" y="31477"/>
                  </a:lnTo>
                  <a:lnTo>
                    <a:pt x="179061" y="32882"/>
                  </a:lnTo>
                  <a:lnTo>
                    <a:pt x="186846" y="34229"/>
                  </a:lnTo>
                  <a:lnTo>
                    <a:pt x="194631" y="35234"/>
                  </a:lnTo>
                  <a:lnTo>
                    <a:pt x="202417" y="36500"/>
                  </a:lnTo>
                  <a:lnTo>
                    <a:pt x="210202" y="37939"/>
                  </a:lnTo>
                  <a:lnTo>
                    <a:pt x="217987" y="38908"/>
                  </a:lnTo>
                  <a:lnTo>
                    <a:pt x="225772" y="40336"/>
                  </a:lnTo>
                  <a:lnTo>
                    <a:pt x="233558" y="41764"/>
                  </a:lnTo>
                  <a:lnTo>
                    <a:pt x="241343" y="43208"/>
                  </a:lnTo>
                  <a:lnTo>
                    <a:pt x="249128" y="44791"/>
                  </a:lnTo>
                  <a:lnTo>
                    <a:pt x="256913" y="45830"/>
                  </a:lnTo>
                  <a:lnTo>
                    <a:pt x="264699" y="46793"/>
                  </a:lnTo>
                  <a:lnTo>
                    <a:pt x="272484" y="47699"/>
                  </a:lnTo>
                  <a:lnTo>
                    <a:pt x="280269" y="48675"/>
                  </a:lnTo>
                  <a:lnTo>
                    <a:pt x="288055" y="50188"/>
                  </a:lnTo>
                  <a:lnTo>
                    <a:pt x="295840" y="50985"/>
                  </a:lnTo>
                  <a:lnTo>
                    <a:pt x="303625" y="51779"/>
                  </a:lnTo>
                  <a:lnTo>
                    <a:pt x="311410" y="52595"/>
                  </a:lnTo>
                  <a:lnTo>
                    <a:pt x="319196" y="53539"/>
                  </a:lnTo>
                  <a:lnTo>
                    <a:pt x="326981" y="54479"/>
                  </a:lnTo>
                  <a:lnTo>
                    <a:pt x="334766" y="55424"/>
                  </a:lnTo>
                  <a:lnTo>
                    <a:pt x="342551" y="56396"/>
                  </a:lnTo>
                  <a:lnTo>
                    <a:pt x="350337" y="57605"/>
                  </a:lnTo>
                  <a:lnTo>
                    <a:pt x="358122" y="58209"/>
                  </a:lnTo>
                  <a:lnTo>
                    <a:pt x="365907" y="58725"/>
                  </a:lnTo>
                  <a:lnTo>
                    <a:pt x="373692" y="59339"/>
                  </a:lnTo>
                  <a:lnTo>
                    <a:pt x="381478" y="60699"/>
                  </a:lnTo>
                  <a:lnTo>
                    <a:pt x="389263" y="62018"/>
                  </a:lnTo>
                  <a:lnTo>
                    <a:pt x="397048" y="62723"/>
                  </a:lnTo>
                  <a:lnTo>
                    <a:pt x="404834" y="63346"/>
                  </a:lnTo>
                  <a:lnTo>
                    <a:pt x="412619" y="64351"/>
                  </a:lnTo>
                  <a:lnTo>
                    <a:pt x="420404" y="65081"/>
                  </a:lnTo>
                  <a:lnTo>
                    <a:pt x="428189" y="65736"/>
                  </a:lnTo>
                  <a:lnTo>
                    <a:pt x="435975" y="66813"/>
                  </a:lnTo>
                  <a:lnTo>
                    <a:pt x="443760" y="67471"/>
                  </a:lnTo>
                  <a:lnTo>
                    <a:pt x="451545" y="68554"/>
                  </a:lnTo>
                  <a:lnTo>
                    <a:pt x="459330" y="69517"/>
                  </a:lnTo>
                  <a:lnTo>
                    <a:pt x="467116" y="70310"/>
                  </a:lnTo>
                  <a:lnTo>
                    <a:pt x="474901" y="70880"/>
                  </a:lnTo>
                  <a:lnTo>
                    <a:pt x="482686" y="71669"/>
                  </a:lnTo>
                  <a:lnTo>
                    <a:pt x="490472" y="72613"/>
                  </a:lnTo>
                  <a:lnTo>
                    <a:pt x="498257" y="73356"/>
                  </a:lnTo>
                  <a:lnTo>
                    <a:pt x="506042" y="74038"/>
                  </a:lnTo>
                  <a:lnTo>
                    <a:pt x="513827" y="74696"/>
                  </a:lnTo>
                  <a:lnTo>
                    <a:pt x="521613" y="75298"/>
                  </a:lnTo>
                  <a:lnTo>
                    <a:pt x="529398" y="75954"/>
                  </a:lnTo>
                  <a:lnTo>
                    <a:pt x="537183" y="76677"/>
                  </a:lnTo>
                  <a:lnTo>
                    <a:pt x="544968" y="77375"/>
                  </a:lnTo>
                  <a:lnTo>
                    <a:pt x="552754" y="78067"/>
                  </a:lnTo>
                  <a:lnTo>
                    <a:pt x="560539" y="78727"/>
                  </a:lnTo>
                  <a:lnTo>
                    <a:pt x="568324" y="79876"/>
                  </a:lnTo>
                  <a:lnTo>
                    <a:pt x="576110" y="80700"/>
                  </a:lnTo>
                  <a:lnTo>
                    <a:pt x="583895" y="81526"/>
                  </a:lnTo>
                  <a:lnTo>
                    <a:pt x="591680" y="82339"/>
                  </a:lnTo>
                  <a:lnTo>
                    <a:pt x="599465" y="83061"/>
                  </a:lnTo>
                  <a:lnTo>
                    <a:pt x="607251" y="83588"/>
                  </a:lnTo>
                  <a:lnTo>
                    <a:pt x="615036" y="83912"/>
                  </a:lnTo>
                  <a:lnTo>
                    <a:pt x="622821" y="84555"/>
                  </a:lnTo>
                  <a:lnTo>
                    <a:pt x="630606" y="85152"/>
                  </a:lnTo>
                  <a:lnTo>
                    <a:pt x="638392" y="85804"/>
                  </a:lnTo>
                  <a:lnTo>
                    <a:pt x="646177" y="86628"/>
                  </a:lnTo>
                  <a:lnTo>
                    <a:pt x="653962" y="87168"/>
                  </a:lnTo>
                  <a:lnTo>
                    <a:pt x="661747" y="87955"/>
                  </a:lnTo>
                  <a:lnTo>
                    <a:pt x="669533" y="88743"/>
                  </a:lnTo>
                  <a:lnTo>
                    <a:pt x="677318" y="88955"/>
                  </a:lnTo>
                  <a:lnTo>
                    <a:pt x="685103" y="89627"/>
                  </a:lnTo>
                  <a:lnTo>
                    <a:pt x="692889" y="90306"/>
                  </a:lnTo>
                  <a:lnTo>
                    <a:pt x="700674" y="90821"/>
                  </a:lnTo>
                  <a:lnTo>
                    <a:pt x="708459" y="91255"/>
                  </a:lnTo>
                  <a:lnTo>
                    <a:pt x="716244" y="91716"/>
                  </a:lnTo>
                  <a:lnTo>
                    <a:pt x="724030" y="92180"/>
                  </a:lnTo>
                  <a:lnTo>
                    <a:pt x="731815" y="92782"/>
                  </a:lnTo>
                  <a:lnTo>
                    <a:pt x="739600" y="93501"/>
                  </a:lnTo>
                  <a:lnTo>
                    <a:pt x="747385" y="93983"/>
                  </a:lnTo>
                  <a:lnTo>
                    <a:pt x="755171" y="94344"/>
                  </a:lnTo>
                  <a:lnTo>
                    <a:pt x="762956" y="95037"/>
                  </a:lnTo>
                  <a:lnTo>
                    <a:pt x="770741" y="95334"/>
                  </a:lnTo>
                  <a:lnTo>
                    <a:pt x="778527" y="95901"/>
                  </a:lnTo>
                  <a:lnTo>
                    <a:pt x="786312" y="96476"/>
                  </a:lnTo>
                  <a:lnTo>
                    <a:pt x="794097" y="97048"/>
                  </a:lnTo>
                  <a:lnTo>
                    <a:pt x="801882" y="97827"/>
                  </a:lnTo>
                  <a:lnTo>
                    <a:pt x="809668" y="98187"/>
                  </a:lnTo>
                  <a:lnTo>
                    <a:pt x="817453" y="98721"/>
                  </a:lnTo>
                  <a:lnTo>
                    <a:pt x="825238" y="99277"/>
                  </a:lnTo>
                  <a:lnTo>
                    <a:pt x="833023" y="99834"/>
                  </a:lnTo>
                  <a:lnTo>
                    <a:pt x="840809" y="100559"/>
                  </a:lnTo>
                  <a:lnTo>
                    <a:pt x="848594" y="101040"/>
                  </a:lnTo>
                  <a:lnTo>
                    <a:pt x="856379" y="101465"/>
                  </a:lnTo>
                  <a:lnTo>
                    <a:pt x="864165" y="102003"/>
                  </a:lnTo>
                  <a:lnTo>
                    <a:pt x="871950" y="102541"/>
                  </a:lnTo>
                  <a:lnTo>
                    <a:pt x="879735" y="103076"/>
                  </a:lnTo>
                  <a:lnTo>
                    <a:pt x="887520" y="103429"/>
                  </a:lnTo>
                  <a:lnTo>
                    <a:pt x="895306" y="103978"/>
                  </a:lnTo>
                  <a:lnTo>
                    <a:pt x="903091" y="104525"/>
                  </a:lnTo>
                  <a:lnTo>
                    <a:pt x="910876" y="105080"/>
                  </a:lnTo>
                  <a:lnTo>
                    <a:pt x="918661" y="105639"/>
                  </a:lnTo>
                  <a:lnTo>
                    <a:pt x="926447" y="106188"/>
                  </a:lnTo>
                  <a:lnTo>
                    <a:pt x="934232" y="106708"/>
                  </a:lnTo>
                  <a:lnTo>
                    <a:pt x="942017" y="107224"/>
                  </a:lnTo>
                  <a:lnTo>
                    <a:pt x="949802" y="107738"/>
                  </a:lnTo>
                  <a:lnTo>
                    <a:pt x="957588" y="108249"/>
                  </a:lnTo>
                  <a:lnTo>
                    <a:pt x="965373" y="108533"/>
                  </a:lnTo>
                  <a:lnTo>
                    <a:pt x="973158" y="108799"/>
                  </a:lnTo>
                  <a:lnTo>
                    <a:pt x="980944" y="109328"/>
                  </a:lnTo>
                  <a:lnTo>
                    <a:pt x="988729" y="109719"/>
                  </a:lnTo>
                  <a:lnTo>
                    <a:pt x="996514" y="109899"/>
                  </a:lnTo>
                  <a:lnTo>
                    <a:pt x="1004299" y="110001"/>
                  </a:lnTo>
                  <a:lnTo>
                    <a:pt x="1012085" y="110104"/>
                  </a:lnTo>
                  <a:lnTo>
                    <a:pt x="1019870" y="110390"/>
                  </a:lnTo>
                  <a:lnTo>
                    <a:pt x="1027655" y="110756"/>
                  </a:lnTo>
                  <a:lnTo>
                    <a:pt x="1035440" y="111044"/>
                  </a:lnTo>
                  <a:lnTo>
                    <a:pt x="1043226" y="111259"/>
                  </a:lnTo>
                  <a:lnTo>
                    <a:pt x="1051011" y="111475"/>
                  </a:lnTo>
                  <a:lnTo>
                    <a:pt x="1058796" y="111700"/>
                  </a:lnTo>
                  <a:lnTo>
                    <a:pt x="1066582" y="112053"/>
                  </a:lnTo>
                  <a:lnTo>
                    <a:pt x="1074367" y="112131"/>
                  </a:lnTo>
                  <a:lnTo>
                    <a:pt x="1082152" y="112290"/>
                  </a:lnTo>
                  <a:lnTo>
                    <a:pt x="1089937" y="112563"/>
                  </a:lnTo>
                  <a:lnTo>
                    <a:pt x="1097723" y="112849"/>
                  </a:lnTo>
                  <a:lnTo>
                    <a:pt x="1105508" y="112988"/>
                  </a:lnTo>
                  <a:lnTo>
                    <a:pt x="1113293" y="113203"/>
                  </a:lnTo>
                  <a:lnTo>
                    <a:pt x="1121078" y="113742"/>
                  </a:lnTo>
                  <a:lnTo>
                    <a:pt x="1128864" y="114324"/>
                  </a:lnTo>
                  <a:lnTo>
                    <a:pt x="1136649" y="114698"/>
                  </a:lnTo>
                  <a:lnTo>
                    <a:pt x="1144434" y="114955"/>
                  </a:lnTo>
                  <a:lnTo>
                    <a:pt x="1152220" y="115116"/>
                  </a:lnTo>
                  <a:lnTo>
                    <a:pt x="1160005" y="115239"/>
                  </a:lnTo>
                  <a:lnTo>
                    <a:pt x="1167790" y="115100"/>
                  </a:lnTo>
                  <a:lnTo>
                    <a:pt x="1175575" y="114963"/>
                  </a:lnTo>
                  <a:lnTo>
                    <a:pt x="1183361" y="115091"/>
                  </a:lnTo>
                  <a:lnTo>
                    <a:pt x="1191146" y="115295"/>
                  </a:lnTo>
                  <a:lnTo>
                    <a:pt x="1198931" y="115505"/>
                  </a:lnTo>
                  <a:lnTo>
                    <a:pt x="1206716" y="115715"/>
                  </a:lnTo>
                  <a:lnTo>
                    <a:pt x="1214502" y="115924"/>
                  </a:lnTo>
                  <a:lnTo>
                    <a:pt x="1222287" y="116222"/>
                  </a:lnTo>
                  <a:lnTo>
                    <a:pt x="1230072" y="116549"/>
                  </a:lnTo>
                  <a:lnTo>
                    <a:pt x="1237857" y="116875"/>
                  </a:lnTo>
                  <a:lnTo>
                    <a:pt x="1245643" y="117063"/>
                  </a:lnTo>
                  <a:lnTo>
                    <a:pt x="1253428" y="117224"/>
                  </a:lnTo>
                  <a:lnTo>
                    <a:pt x="1261213" y="117385"/>
                  </a:lnTo>
                  <a:lnTo>
                    <a:pt x="1268999" y="117548"/>
                  </a:lnTo>
                  <a:lnTo>
                    <a:pt x="1276784" y="117827"/>
                  </a:lnTo>
                  <a:lnTo>
                    <a:pt x="1284569" y="118187"/>
                  </a:lnTo>
                  <a:lnTo>
                    <a:pt x="1292354" y="118266"/>
                  </a:lnTo>
                  <a:lnTo>
                    <a:pt x="1300140" y="118184"/>
                  </a:lnTo>
                  <a:lnTo>
                    <a:pt x="1307925" y="118452"/>
                  </a:lnTo>
                  <a:lnTo>
                    <a:pt x="1315710" y="118756"/>
                  </a:lnTo>
                  <a:lnTo>
                    <a:pt x="1323495" y="118928"/>
                  </a:lnTo>
                  <a:lnTo>
                    <a:pt x="1331281" y="119049"/>
                  </a:lnTo>
                  <a:lnTo>
                    <a:pt x="1339066" y="119163"/>
                  </a:lnTo>
                  <a:lnTo>
                    <a:pt x="1346851" y="119348"/>
                  </a:lnTo>
                  <a:lnTo>
                    <a:pt x="1354637" y="119501"/>
                  </a:lnTo>
                  <a:lnTo>
                    <a:pt x="1362422" y="119643"/>
                  </a:lnTo>
                  <a:lnTo>
                    <a:pt x="1370207" y="119785"/>
                  </a:lnTo>
                  <a:lnTo>
                    <a:pt x="1377992" y="119927"/>
                  </a:lnTo>
                  <a:lnTo>
                    <a:pt x="1385778" y="120070"/>
                  </a:lnTo>
                  <a:lnTo>
                    <a:pt x="1393563" y="120212"/>
                  </a:lnTo>
                  <a:lnTo>
                    <a:pt x="1401348" y="120212"/>
                  </a:lnTo>
                  <a:lnTo>
                    <a:pt x="1409133" y="120361"/>
                  </a:lnTo>
                  <a:lnTo>
                    <a:pt x="1416919" y="120514"/>
                  </a:lnTo>
                  <a:lnTo>
                    <a:pt x="1424704" y="120668"/>
                  </a:lnTo>
                  <a:lnTo>
                    <a:pt x="1432489" y="120822"/>
                  </a:lnTo>
                  <a:lnTo>
                    <a:pt x="1440275" y="120975"/>
                  </a:lnTo>
                  <a:lnTo>
                    <a:pt x="1448060" y="121145"/>
                  </a:lnTo>
                  <a:lnTo>
                    <a:pt x="1455845" y="121339"/>
                  </a:lnTo>
                  <a:lnTo>
                    <a:pt x="1463630" y="121478"/>
                  </a:lnTo>
                  <a:lnTo>
                    <a:pt x="1471416" y="121621"/>
                  </a:lnTo>
                  <a:lnTo>
                    <a:pt x="1479201" y="121804"/>
                  </a:lnTo>
                  <a:lnTo>
                    <a:pt x="1486986" y="121987"/>
                  </a:lnTo>
                  <a:lnTo>
                    <a:pt x="1494771" y="122170"/>
                  </a:lnTo>
                  <a:lnTo>
                    <a:pt x="1502557" y="122353"/>
                  </a:lnTo>
                  <a:lnTo>
                    <a:pt x="1510342" y="122421"/>
                  </a:lnTo>
                  <a:lnTo>
                    <a:pt x="1518127" y="122584"/>
                  </a:lnTo>
                  <a:lnTo>
                    <a:pt x="1525912" y="122846"/>
                  </a:lnTo>
                  <a:lnTo>
                    <a:pt x="1533698" y="123078"/>
                  </a:lnTo>
                  <a:lnTo>
                    <a:pt x="1541483" y="123258"/>
                  </a:lnTo>
                  <a:lnTo>
                    <a:pt x="1549268" y="123438"/>
                  </a:lnTo>
                  <a:lnTo>
                    <a:pt x="1557054" y="123619"/>
                  </a:lnTo>
                  <a:lnTo>
                    <a:pt x="1564839" y="123801"/>
                  </a:lnTo>
                  <a:lnTo>
                    <a:pt x="1572624" y="123982"/>
                  </a:lnTo>
                  <a:lnTo>
                    <a:pt x="1580409" y="124163"/>
                  </a:lnTo>
                  <a:lnTo>
                    <a:pt x="1588195" y="124348"/>
                  </a:lnTo>
                  <a:lnTo>
                    <a:pt x="1595980" y="124603"/>
                  </a:lnTo>
                  <a:lnTo>
                    <a:pt x="1603765" y="124858"/>
                  </a:lnTo>
                  <a:lnTo>
                    <a:pt x="1611550" y="125061"/>
                  </a:lnTo>
                  <a:lnTo>
                    <a:pt x="1619336" y="125152"/>
                  </a:lnTo>
                  <a:lnTo>
                    <a:pt x="1627121" y="125271"/>
                  </a:lnTo>
                  <a:lnTo>
                    <a:pt x="1634906" y="125504"/>
                  </a:lnTo>
                  <a:lnTo>
                    <a:pt x="1642692" y="125736"/>
                  </a:lnTo>
                  <a:lnTo>
                    <a:pt x="1650477" y="125968"/>
                  </a:lnTo>
                  <a:lnTo>
                    <a:pt x="1658262" y="126199"/>
                  </a:lnTo>
                  <a:lnTo>
                    <a:pt x="1666047" y="126429"/>
                  </a:lnTo>
                  <a:lnTo>
                    <a:pt x="1673833" y="126658"/>
                  </a:lnTo>
                  <a:lnTo>
                    <a:pt x="1681618" y="126886"/>
                  </a:lnTo>
                  <a:lnTo>
                    <a:pt x="1689403" y="127114"/>
                  </a:lnTo>
                  <a:lnTo>
                    <a:pt x="1697188" y="127243"/>
                  </a:lnTo>
                  <a:lnTo>
                    <a:pt x="1704974" y="127314"/>
                  </a:lnTo>
                  <a:lnTo>
                    <a:pt x="1712759" y="127385"/>
                  </a:lnTo>
                  <a:lnTo>
                    <a:pt x="1720544" y="127456"/>
                  </a:lnTo>
                  <a:lnTo>
                    <a:pt x="1728330" y="127527"/>
                  </a:lnTo>
                  <a:lnTo>
                    <a:pt x="1736115" y="127644"/>
                  </a:lnTo>
                  <a:lnTo>
                    <a:pt x="1743900" y="127766"/>
                  </a:lnTo>
                  <a:lnTo>
                    <a:pt x="1751685" y="127835"/>
                  </a:lnTo>
                  <a:lnTo>
                    <a:pt x="1759471" y="127903"/>
                  </a:lnTo>
                  <a:lnTo>
                    <a:pt x="1767256" y="127972"/>
                  </a:lnTo>
                  <a:lnTo>
                    <a:pt x="1775041" y="128040"/>
                  </a:lnTo>
                  <a:lnTo>
                    <a:pt x="1782826" y="128108"/>
                  </a:lnTo>
                  <a:lnTo>
                    <a:pt x="1790612" y="128176"/>
                  </a:lnTo>
                  <a:lnTo>
                    <a:pt x="1798397" y="128269"/>
                  </a:lnTo>
                  <a:lnTo>
                    <a:pt x="1806182" y="128539"/>
                  </a:lnTo>
                  <a:lnTo>
                    <a:pt x="1813967" y="128810"/>
                  </a:lnTo>
                  <a:lnTo>
                    <a:pt x="1821753" y="129081"/>
                  </a:lnTo>
                  <a:lnTo>
                    <a:pt x="1829538" y="129264"/>
                  </a:lnTo>
                  <a:lnTo>
                    <a:pt x="1837323" y="129334"/>
                  </a:lnTo>
                  <a:lnTo>
                    <a:pt x="1845109" y="129538"/>
                  </a:lnTo>
                  <a:lnTo>
                    <a:pt x="1852894" y="129873"/>
                  </a:lnTo>
                  <a:lnTo>
                    <a:pt x="1860679" y="130207"/>
                  </a:lnTo>
                  <a:lnTo>
                    <a:pt x="1868464" y="130455"/>
                  </a:lnTo>
                  <a:lnTo>
                    <a:pt x="1876250" y="130619"/>
                  </a:lnTo>
                  <a:lnTo>
                    <a:pt x="1884035" y="130783"/>
                  </a:lnTo>
                  <a:lnTo>
                    <a:pt x="1891820" y="130947"/>
                  </a:lnTo>
                  <a:lnTo>
                    <a:pt x="1899605" y="131111"/>
                  </a:lnTo>
                  <a:lnTo>
                    <a:pt x="1907391" y="131294"/>
                  </a:lnTo>
                  <a:lnTo>
                    <a:pt x="1915176" y="131555"/>
                  </a:lnTo>
                  <a:lnTo>
                    <a:pt x="1922961" y="131694"/>
                  </a:lnTo>
                  <a:lnTo>
                    <a:pt x="1930747" y="131806"/>
                  </a:lnTo>
                  <a:lnTo>
                    <a:pt x="1938532" y="132048"/>
                  </a:lnTo>
                  <a:lnTo>
                    <a:pt x="1946317" y="132290"/>
                  </a:lnTo>
                  <a:lnTo>
                    <a:pt x="1954102" y="132532"/>
                  </a:lnTo>
                  <a:lnTo>
                    <a:pt x="1961888" y="132765"/>
                  </a:lnTo>
                  <a:lnTo>
                    <a:pt x="1969673" y="132787"/>
                  </a:lnTo>
                  <a:lnTo>
                    <a:pt x="1977458" y="132943"/>
                  </a:lnTo>
                  <a:lnTo>
                    <a:pt x="1985243" y="133144"/>
                  </a:lnTo>
                  <a:lnTo>
                    <a:pt x="1993029" y="133347"/>
                  </a:lnTo>
                  <a:lnTo>
                    <a:pt x="2000814" y="133550"/>
                  </a:lnTo>
                  <a:lnTo>
                    <a:pt x="2008599" y="133597"/>
                  </a:lnTo>
                  <a:lnTo>
                    <a:pt x="2016385" y="133616"/>
                  </a:lnTo>
                  <a:lnTo>
                    <a:pt x="2016385" y="183731"/>
                  </a:lnTo>
                  <a:lnTo>
                    <a:pt x="2008599" y="183688"/>
                  </a:lnTo>
                  <a:lnTo>
                    <a:pt x="2000814" y="183634"/>
                  </a:lnTo>
                  <a:lnTo>
                    <a:pt x="1993029" y="183577"/>
                  </a:lnTo>
                  <a:lnTo>
                    <a:pt x="1985243" y="183519"/>
                  </a:lnTo>
                  <a:lnTo>
                    <a:pt x="1977458" y="183461"/>
                  </a:lnTo>
                  <a:lnTo>
                    <a:pt x="1969673" y="183407"/>
                  </a:lnTo>
                  <a:lnTo>
                    <a:pt x="1961888" y="183351"/>
                  </a:lnTo>
                  <a:lnTo>
                    <a:pt x="1954102" y="183295"/>
                  </a:lnTo>
                  <a:lnTo>
                    <a:pt x="1946317" y="183237"/>
                  </a:lnTo>
                  <a:lnTo>
                    <a:pt x="1938532" y="183180"/>
                  </a:lnTo>
                  <a:lnTo>
                    <a:pt x="1930747" y="183121"/>
                  </a:lnTo>
                  <a:lnTo>
                    <a:pt x="1922961" y="183061"/>
                  </a:lnTo>
                  <a:lnTo>
                    <a:pt x="1915176" y="183001"/>
                  </a:lnTo>
                  <a:lnTo>
                    <a:pt x="1907391" y="182940"/>
                  </a:lnTo>
                  <a:lnTo>
                    <a:pt x="1899605" y="182878"/>
                  </a:lnTo>
                  <a:lnTo>
                    <a:pt x="1891820" y="182819"/>
                  </a:lnTo>
                  <a:lnTo>
                    <a:pt x="1884035" y="182773"/>
                  </a:lnTo>
                  <a:lnTo>
                    <a:pt x="1876250" y="182727"/>
                  </a:lnTo>
                  <a:lnTo>
                    <a:pt x="1868464" y="182667"/>
                  </a:lnTo>
                  <a:lnTo>
                    <a:pt x="1860679" y="182600"/>
                  </a:lnTo>
                  <a:lnTo>
                    <a:pt x="1852894" y="182531"/>
                  </a:lnTo>
                  <a:lnTo>
                    <a:pt x="1845109" y="182462"/>
                  </a:lnTo>
                  <a:lnTo>
                    <a:pt x="1837323" y="182392"/>
                  </a:lnTo>
                  <a:lnTo>
                    <a:pt x="1829538" y="182321"/>
                  </a:lnTo>
                  <a:lnTo>
                    <a:pt x="1821753" y="182261"/>
                  </a:lnTo>
                  <a:lnTo>
                    <a:pt x="1813967" y="182200"/>
                  </a:lnTo>
                  <a:lnTo>
                    <a:pt x="1806182" y="182138"/>
                  </a:lnTo>
                  <a:lnTo>
                    <a:pt x="1798397" y="182076"/>
                  </a:lnTo>
                  <a:lnTo>
                    <a:pt x="1790612" y="182012"/>
                  </a:lnTo>
                  <a:lnTo>
                    <a:pt x="1782826" y="181948"/>
                  </a:lnTo>
                  <a:lnTo>
                    <a:pt x="1775041" y="181883"/>
                  </a:lnTo>
                  <a:lnTo>
                    <a:pt x="1767256" y="181818"/>
                  </a:lnTo>
                  <a:lnTo>
                    <a:pt x="1759471" y="181742"/>
                  </a:lnTo>
                  <a:lnTo>
                    <a:pt x="1751685" y="181680"/>
                  </a:lnTo>
                  <a:lnTo>
                    <a:pt x="1743900" y="181618"/>
                  </a:lnTo>
                  <a:lnTo>
                    <a:pt x="1736115" y="181550"/>
                  </a:lnTo>
                  <a:lnTo>
                    <a:pt x="1728330" y="181481"/>
                  </a:lnTo>
                  <a:lnTo>
                    <a:pt x="1720544" y="181411"/>
                  </a:lnTo>
                  <a:lnTo>
                    <a:pt x="1712759" y="181324"/>
                  </a:lnTo>
                  <a:lnTo>
                    <a:pt x="1704974" y="181250"/>
                  </a:lnTo>
                  <a:lnTo>
                    <a:pt x="1697188" y="181178"/>
                  </a:lnTo>
                  <a:lnTo>
                    <a:pt x="1689403" y="181105"/>
                  </a:lnTo>
                  <a:lnTo>
                    <a:pt x="1681618" y="181032"/>
                  </a:lnTo>
                  <a:lnTo>
                    <a:pt x="1673833" y="180951"/>
                  </a:lnTo>
                  <a:lnTo>
                    <a:pt x="1666047" y="180849"/>
                  </a:lnTo>
                  <a:lnTo>
                    <a:pt x="1658262" y="180745"/>
                  </a:lnTo>
                  <a:lnTo>
                    <a:pt x="1650477" y="180640"/>
                  </a:lnTo>
                  <a:lnTo>
                    <a:pt x="1642692" y="180541"/>
                  </a:lnTo>
                  <a:lnTo>
                    <a:pt x="1634906" y="180460"/>
                  </a:lnTo>
                  <a:lnTo>
                    <a:pt x="1627121" y="180379"/>
                  </a:lnTo>
                  <a:lnTo>
                    <a:pt x="1619336" y="180284"/>
                  </a:lnTo>
                  <a:lnTo>
                    <a:pt x="1611550" y="180181"/>
                  </a:lnTo>
                  <a:lnTo>
                    <a:pt x="1603765" y="180077"/>
                  </a:lnTo>
                  <a:lnTo>
                    <a:pt x="1595980" y="179971"/>
                  </a:lnTo>
                  <a:lnTo>
                    <a:pt x="1588195" y="179863"/>
                  </a:lnTo>
                  <a:lnTo>
                    <a:pt x="1580409" y="179753"/>
                  </a:lnTo>
                  <a:lnTo>
                    <a:pt x="1572624" y="179642"/>
                  </a:lnTo>
                  <a:lnTo>
                    <a:pt x="1564839" y="179529"/>
                  </a:lnTo>
                  <a:lnTo>
                    <a:pt x="1557054" y="179440"/>
                  </a:lnTo>
                  <a:lnTo>
                    <a:pt x="1549268" y="179358"/>
                  </a:lnTo>
                  <a:lnTo>
                    <a:pt x="1541483" y="179276"/>
                  </a:lnTo>
                  <a:lnTo>
                    <a:pt x="1533698" y="179177"/>
                  </a:lnTo>
                  <a:lnTo>
                    <a:pt x="1525912" y="179037"/>
                  </a:lnTo>
                  <a:lnTo>
                    <a:pt x="1518127" y="178888"/>
                  </a:lnTo>
                  <a:lnTo>
                    <a:pt x="1510342" y="178775"/>
                  </a:lnTo>
                  <a:lnTo>
                    <a:pt x="1502557" y="178696"/>
                  </a:lnTo>
                  <a:lnTo>
                    <a:pt x="1494771" y="178575"/>
                  </a:lnTo>
                  <a:lnTo>
                    <a:pt x="1486986" y="178473"/>
                  </a:lnTo>
                  <a:lnTo>
                    <a:pt x="1479201" y="178350"/>
                  </a:lnTo>
                  <a:lnTo>
                    <a:pt x="1471416" y="178219"/>
                  </a:lnTo>
                  <a:lnTo>
                    <a:pt x="1463630" y="178111"/>
                  </a:lnTo>
                  <a:lnTo>
                    <a:pt x="1455845" y="178002"/>
                  </a:lnTo>
                  <a:lnTo>
                    <a:pt x="1448060" y="177891"/>
                  </a:lnTo>
                  <a:lnTo>
                    <a:pt x="1440275" y="177779"/>
                  </a:lnTo>
                  <a:lnTo>
                    <a:pt x="1432489" y="177665"/>
                  </a:lnTo>
                  <a:lnTo>
                    <a:pt x="1424704" y="177550"/>
                  </a:lnTo>
                  <a:lnTo>
                    <a:pt x="1416919" y="177434"/>
                  </a:lnTo>
                  <a:lnTo>
                    <a:pt x="1409133" y="177317"/>
                  </a:lnTo>
                  <a:lnTo>
                    <a:pt x="1401348" y="177176"/>
                  </a:lnTo>
                  <a:lnTo>
                    <a:pt x="1393563" y="177035"/>
                  </a:lnTo>
                  <a:lnTo>
                    <a:pt x="1385778" y="176923"/>
                  </a:lnTo>
                  <a:lnTo>
                    <a:pt x="1377992" y="176753"/>
                  </a:lnTo>
                  <a:lnTo>
                    <a:pt x="1370207" y="176609"/>
                  </a:lnTo>
                  <a:lnTo>
                    <a:pt x="1362422" y="176479"/>
                  </a:lnTo>
                  <a:lnTo>
                    <a:pt x="1354637" y="176367"/>
                  </a:lnTo>
                  <a:lnTo>
                    <a:pt x="1346851" y="176253"/>
                  </a:lnTo>
                  <a:lnTo>
                    <a:pt x="1339066" y="176135"/>
                  </a:lnTo>
                  <a:lnTo>
                    <a:pt x="1331281" y="175967"/>
                  </a:lnTo>
                  <a:lnTo>
                    <a:pt x="1323495" y="175816"/>
                  </a:lnTo>
                  <a:lnTo>
                    <a:pt x="1315710" y="175668"/>
                  </a:lnTo>
                  <a:lnTo>
                    <a:pt x="1307925" y="175531"/>
                  </a:lnTo>
                  <a:lnTo>
                    <a:pt x="1300140" y="175377"/>
                  </a:lnTo>
                  <a:lnTo>
                    <a:pt x="1292354" y="175234"/>
                  </a:lnTo>
                  <a:lnTo>
                    <a:pt x="1284569" y="175112"/>
                  </a:lnTo>
                  <a:lnTo>
                    <a:pt x="1276784" y="174969"/>
                  </a:lnTo>
                  <a:lnTo>
                    <a:pt x="1268999" y="174804"/>
                  </a:lnTo>
                  <a:lnTo>
                    <a:pt x="1261213" y="174637"/>
                  </a:lnTo>
                  <a:lnTo>
                    <a:pt x="1253428" y="174477"/>
                  </a:lnTo>
                  <a:lnTo>
                    <a:pt x="1245643" y="174329"/>
                  </a:lnTo>
                  <a:lnTo>
                    <a:pt x="1237857" y="174180"/>
                  </a:lnTo>
                  <a:lnTo>
                    <a:pt x="1230072" y="174028"/>
                  </a:lnTo>
                  <a:lnTo>
                    <a:pt x="1222287" y="173877"/>
                  </a:lnTo>
                  <a:lnTo>
                    <a:pt x="1214502" y="173718"/>
                  </a:lnTo>
                  <a:lnTo>
                    <a:pt x="1206716" y="173542"/>
                  </a:lnTo>
                  <a:lnTo>
                    <a:pt x="1198931" y="173406"/>
                  </a:lnTo>
                  <a:lnTo>
                    <a:pt x="1191146" y="173247"/>
                  </a:lnTo>
                  <a:lnTo>
                    <a:pt x="1183361" y="173086"/>
                  </a:lnTo>
                  <a:lnTo>
                    <a:pt x="1175575" y="172922"/>
                  </a:lnTo>
                  <a:lnTo>
                    <a:pt x="1167790" y="172779"/>
                  </a:lnTo>
                  <a:lnTo>
                    <a:pt x="1160005" y="172590"/>
                  </a:lnTo>
                  <a:lnTo>
                    <a:pt x="1152220" y="172421"/>
                  </a:lnTo>
                  <a:lnTo>
                    <a:pt x="1144434" y="172251"/>
                  </a:lnTo>
                  <a:lnTo>
                    <a:pt x="1136649" y="172078"/>
                  </a:lnTo>
                  <a:lnTo>
                    <a:pt x="1128864" y="171904"/>
                  </a:lnTo>
                  <a:lnTo>
                    <a:pt x="1121078" y="171727"/>
                  </a:lnTo>
                  <a:lnTo>
                    <a:pt x="1113293" y="171549"/>
                  </a:lnTo>
                  <a:lnTo>
                    <a:pt x="1105508" y="171368"/>
                  </a:lnTo>
                  <a:lnTo>
                    <a:pt x="1097723" y="171186"/>
                  </a:lnTo>
                  <a:lnTo>
                    <a:pt x="1089937" y="171002"/>
                  </a:lnTo>
                  <a:lnTo>
                    <a:pt x="1082152" y="170808"/>
                  </a:lnTo>
                  <a:lnTo>
                    <a:pt x="1074367" y="170615"/>
                  </a:lnTo>
                  <a:lnTo>
                    <a:pt x="1066582" y="170436"/>
                  </a:lnTo>
                  <a:lnTo>
                    <a:pt x="1058796" y="170248"/>
                  </a:lnTo>
                  <a:lnTo>
                    <a:pt x="1051011" y="170049"/>
                  </a:lnTo>
                  <a:lnTo>
                    <a:pt x="1043226" y="169853"/>
                  </a:lnTo>
                  <a:lnTo>
                    <a:pt x="1035440" y="169665"/>
                  </a:lnTo>
                  <a:lnTo>
                    <a:pt x="1027655" y="169502"/>
                  </a:lnTo>
                  <a:lnTo>
                    <a:pt x="1019870" y="169338"/>
                  </a:lnTo>
                  <a:lnTo>
                    <a:pt x="1012085" y="169153"/>
                  </a:lnTo>
                  <a:lnTo>
                    <a:pt x="1004299" y="168961"/>
                  </a:lnTo>
                  <a:lnTo>
                    <a:pt x="996514" y="168748"/>
                  </a:lnTo>
                  <a:lnTo>
                    <a:pt x="988729" y="168532"/>
                  </a:lnTo>
                  <a:lnTo>
                    <a:pt x="980944" y="168242"/>
                  </a:lnTo>
                  <a:lnTo>
                    <a:pt x="973158" y="168088"/>
                  </a:lnTo>
                  <a:lnTo>
                    <a:pt x="965373" y="167872"/>
                  </a:lnTo>
                  <a:lnTo>
                    <a:pt x="957588" y="167646"/>
                  </a:lnTo>
                  <a:lnTo>
                    <a:pt x="949802" y="167418"/>
                  </a:lnTo>
                  <a:lnTo>
                    <a:pt x="942017" y="167187"/>
                  </a:lnTo>
                  <a:lnTo>
                    <a:pt x="934232" y="166953"/>
                  </a:lnTo>
                  <a:lnTo>
                    <a:pt x="926447" y="166763"/>
                  </a:lnTo>
                  <a:lnTo>
                    <a:pt x="918661" y="166544"/>
                  </a:lnTo>
                  <a:lnTo>
                    <a:pt x="910876" y="166274"/>
                  </a:lnTo>
                  <a:lnTo>
                    <a:pt x="903091" y="166117"/>
                  </a:lnTo>
                  <a:lnTo>
                    <a:pt x="895306" y="165958"/>
                  </a:lnTo>
                  <a:lnTo>
                    <a:pt x="887520" y="165752"/>
                  </a:lnTo>
                  <a:lnTo>
                    <a:pt x="879735" y="165563"/>
                  </a:lnTo>
                  <a:lnTo>
                    <a:pt x="871950" y="165262"/>
                  </a:lnTo>
                  <a:lnTo>
                    <a:pt x="864165" y="164955"/>
                  </a:lnTo>
                  <a:lnTo>
                    <a:pt x="856379" y="164811"/>
                  </a:lnTo>
                  <a:lnTo>
                    <a:pt x="848594" y="164598"/>
                  </a:lnTo>
                  <a:lnTo>
                    <a:pt x="840809" y="164326"/>
                  </a:lnTo>
                  <a:lnTo>
                    <a:pt x="833023" y="164049"/>
                  </a:lnTo>
                  <a:lnTo>
                    <a:pt x="825238" y="163768"/>
                  </a:lnTo>
                  <a:lnTo>
                    <a:pt x="817453" y="163484"/>
                  </a:lnTo>
                  <a:lnTo>
                    <a:pt x="809668" y="163263"/>
                  </a:lnTo>
                  <a:lnTo>
                    <a:pt x="801882" y="163035"/>
                  </a:lnTo>
                  <a:lnTo>
                    <a:pt x="794097" y="162668"/>
                  </a:lnTo>
                  <a:lnTo>
                    <a:pt x="786312" y="162480"/>
                  </a:lnTo>
                  <a:lnTo>
                    <a:pt x="778527" y="162301"/>
                  </a:lnTo>
                  <a:lnTo>
                    <a:pt x="770741" y="161901"/>
                  </a:lnTo>
                  <a:lnTo>
                    <a:pt x="762956" y="161496"/>
                  </a:lnTo>
                  <a:lnTo>
                    <a:pt x="755171" y="161276"/>
                  </a:lnTo>
                  <a:lnTo>
                    <a:pt x="747385" y="161095"/>
                  </a:lnTo>
                  <a:lnTo>
                    <a:pt x="739600" y="160913"/>
                  </a:lnTo>
                  <a:lnTo>
                    <a:pt x="731815" y="160630"/>
                  </a:lnTo>
                  <a:lnTo>
                    <a:pt x="724030" y="160381"/>
                  </a:lnTo>
                  <a:lnTo>
                    <a:pt x="716244" y="160169"/>
                  </a:lnTo>
                  <a:lnTo>
                    <a:pt x="708459" y="159955"/>
                  </a:lnTo>
                  <a:lnTo>
                    <a:pt x="700674" y="159736"/>
                  </a:lnTo>
                  <a:lnTo>
                    <a:pt x="692889" y="159517"/>
                  </a:lnTo>
                  <a:lnTo>
                    <a:pt x="685103" y="159306"/>
                  </a:lnTo>
                  <a:lnTo>
                    <a:pt x="677318" y="159076"/>
                  </a:lnTo>
                  <a:lnTo>
                    <a:pt x="669533" y="158731"/>
                  </a:lnTo>
                  <a:lnTo>
                    <a:pt x="661747" y="158452"/>
                  </a:lnTo>
                  <a:lnTo>
                    <a:pt x="653962" y="158229"/>
                  </a:lnTo>
                  <a:lnTo>
                    <a:pt x="646177" y="157863"/>
                  </a:lnTo>
                  <a:lnTo>
                    <a:pt x="638392" y="157538"/>
                  </a:lnTo>
                  <a:lnTo>
                    <a:pt x="630606" y="157241"/>
                  </a:lnTo>
                  <a:lnTo>
                    <a:pt x="622821" y="157070"/>
                  </a:lnTo>
                  <a:lnTo>
                    <a:pt x="615036" y="156739"/>
                  </a:lnTo>
                  <a:lnTo>
                    <a:pt x="607251" y="156466"/>
                  </a:lnTo>
                  <a:lnTo>
                    <a:pt x="599465" y="156248"/>
                  </a:lnTo>
                  <a:lnTo>
                    <a:pt x="591680" y="155943"/>
                  </a:lnTo>
                  <a:lnTo>
                    <a:pt x="583895" y="155665"/>
                  </a:lnTo>
                  <a:lnTo>
                    <a:pt x="576110" y="155426"/>
                  </a:lnTo>
                  <a:lnTo>
                    <a:pt x="568324" y="155235"/>
                  </a:lnTo>
                  <a:lnTo>
                    <a:pt x="560539" y="155085"/>
                  </a:lnTo>
                  <a:lnTo>
                    <a:pt x="552754" y="154875"/>
                  </a:lnTo>
                  <a:lnTo>
                    <a:pt x="544968" y="154644"/>
                  </a:lnTo>
                  <a:lnTo>
                    <a:pt x="537183" y="154277"/>
                  </a:lnTo>
                  <a:lnTo>
                    <a:pt x="529398" y="154036"/>
                  </a:lnTo>
                  <a:lnTo>
                    <a:pt x="521613" y="153804"/>
                  </a:lnTo>
                  <a:lnTo>
                    <a:pt x="513827" y="153570"/>
                  </a:lnTo>
                  <a:lnTo>
                    <a:pt x="506042" y="153309"/>
                  </a:lnTo>
                  <a:lnTo>
                    <a:pt x="498257" y="152951"/>
                  </a:lnTo>
                  <a:lnTo>
                    <a:pt x="490472" y="152606"/>
                  </a:lnTo>
                  <a:lnTo>
                    <a:pt x="482686" y="152405"/>
                  </a:lnTo>
                  <a:lnTo>
                    <a:pt x="474901" y="152281"/>
                  </a:lnTo>
                  <a:lnTo>
                    <a:pt x="467116" y="152070"/>
                  </a:lnTo>
                  <a:lnTo>
                    <a:pt x="459330" y="151817"/>
                  </a:lnTo>
                  <a:lnTo>
                    <a:pt x="451545" y="151582"/>
                  </a:lnTo>
                  <a:lnTo>
                    <a:pt x="443760" y="151373"/>
                  </a:lnTo>
                  <a:lnTo>
                    <a:pt x="435975" y="151158"/>
                  </a:lnTo>
                  <a:lnTo>
                    <a:pt x="428189" y="150795"/>
                  </a:lnTo>
                  <a:lnTo>
                    <a:pt x="420404" y="150546"/>
                  </a:lnTo>
                  <a:lnTo>
                    <a:pt x="412619" y="150267"/>
                  </a:lnTo>
                  <a:lnTo>
                    <a:pt x="404834" y="149994"/>
                  </a:lnTo>
                  <a:lnTo>
                    <a:pt x="397048" y="149643"/>
                  </a:lnTo>
                  <a:lnTo>
                    <a:pt x="389263" y="149300"/>
                  </a:lnTo>
                  <a:lnTo>
                    <a:pt x="381478" y="149124"/>
                  </a:lnTo>
                  <a:lnTo>
                    <a:pt x="373692" y="148920"/>
                  </a:lnTo>
                  <a:lnTo>
                    <a:pt x="365907" y="148676"/>
                  </a:lnTo>
                  <a:lnTo>
                    <a:pt x="358122" y="148370"/>
                  </a:lnTo>
                  <a:lnTo>
                    <a:pt x="350337" y="148161"/>
                  </a:lnTo>
                  <a:lnTo>
                    <a:pt x="342551" y="147859"/>
                  </a:lnTo>
                  <a:lnTo>
                    <a:pt x="334766" y="147556"/>
                  </a:lnTo>
                  <a:lnTo>
                    <a:pt x="326981" y="147248"/>
                  </a:lnTo>
                  <a:lnTo>
                    <a:pt x="319196" y="146961"/>
                  </a:lnTo>
                  <a:lnTo>
                    <a:pt x="311410" y="146673"/>
                  </a:lnTo>
                  <a:lnTo>
                    <a:pt x="303625" y="146364"/>
                  </a:lnTo>
                  <a:lnTo>
                    <a:pt x="295840" y="146142"/>
                  </a:lnTo>
                  <a:lnTo>
                    <a:pt x="288055" y="145932"/>
                  </a:lnTo>
                  <a:lnTo>
                    <a:pt x="280269" y="145696"/>
                  </a:lnTo>
                  <a:lnTo>
                    <a:pt x="272484" y="145278"/>
                  </a:lnTo>
                  <a:lnTo>
                    <a:pt x="264699" y="144916"/>
                  </a:lnTo>
                  <a:lnTo>
                    <a:pt x="256913" y="144610"/>
                  </a:lnTo>
                  <a:lnTo>
                    <a:pt x="249128" y="144306"/>
                  </a:lnTo>
                  <a:lnTo>
                    <a:pt x="241343" y="144014"/>
                  </a:lnTo>
                  <a:lnTo>
                    <a:pt x="233558" y="143841"/>
                  </a:lnTo>
                  <a:lnTo>
                    <a:pt x="225772" y="143604"/>
                  </a:lnTo>
                  <a:lnTo>
                    <a:pt x="217987" y="143364"/>
                  </a:lnTo>
                  <a:lnTo>
                    <a:pt x="210202" y="143121"/>
                  </a:lnTo>
                  <a:lnTo>
                    <a:pt x="202417" y="142877"/>
                  </a:lnTo>
                  <a:lnTo>
                    <a:pt x="194631" y="142616"/>
                  </a:lnTo>
                  <a:lnTo>
                    <a:pt x="186846" y="142311"/>
                  </a:lnTo>
                  <a:lnTo>
                    <a:pt x="179061" y="142005"/>
                  </a:lnTo>
                  <a:lnTo>
                    <a:pt x="171275" y="141696"/>
                  </a:lnTo>
                  <a:lnTo>
                    <a:pt x="163490" y="141392"/>
                  </a:lnTo>
                  <a:lnTo>
                    <a:pt x="155705" y="141188"/>
                  </a:lnTo>
                  <a:lnTo>
                    <a:pt x="147920" y="140910"/>
                  </a:lnTo>
                  <a:lnTo>
                    <a:pt x="140134" y="140443"/>
                  </a:lnTo>
                  <a:lnTo>
                    <a:pt x="132349" y="140105"/>
                  </a:lnTo>
                  <a:lnTo>
                    <a:pt x="124564" y="139805"/>
                  </a:lnTo>
                  <a:lnTo>
                    <a:pt x="116779" y="139491"/>
                  </a:lnTo>
                  <a:lnTo>
                    <a:pt x="108993" y="139175"/>
                  </a:lnTo>
                  <a:lnTo>
                    <a:pt x="101208" y="138851"/>
                  </a:lnTo>
                  <a:lnTo>
                    <a:pt x="93423" y="138524"/>
                  </a:lnTo>
                  <a:lnTo>
                    <a:pt x="85637" y="138196"/>
                  </a:lnTo>
                  <a:lnTo>
                    <a:pt x="77852" y="137865"/>
                  </a:lnTo>
                  <a:lnTo>
                    <a:pt x="70067" y="137595"/>
                  </a:lnTo>
                  <a:lnTo>
                    <a:pt x="62282" y="137498"/>
                  </a:lnTo>
                  <a:lnTo>
                    <a:pt x="54496" y="137401"/>
                  </a:lnTo>
                  <a:lnTo>
                    <a:pt x="46711" y="137304"/>
                  </a:lnTo>
                  <a:lnTo>
                    <a:pt x="38926" y="137206"/>
                  </a:lnTo>
                  <a:lnTo>
                    <a:pt x="31141" y="137109"/>
                  </a:lnTo>
                  <a:lnTo>
                    <a:pt x="23355" y="136937"/>
                  </a:lnTo>
                  <a:lnTo>
                    <a:pt x="15570" y="136667"/>
                  </a:lnTo>
                  <a:lnTo>
                    <a:pt x="7785" y="136396"/>
                  </a:lnTo>
                  <a:lnTo>
                    <a:pt x="0" y="136124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1"/>
            <p:cNvSpPr/>
            <p:nvPr/>
          </p:nvSpPr>
          <p:spPr>
            <a:xfrm>
              <a:off x="1247627" y="4769895"/>
              <a:ext cx="2016385" cy="133616"/>
            </a:xfrm>
            <a:custGeom>
              <a:avLst/>
              <a:pathLst>
                <a:path w="2016385" h="133616">
                  <a:moveTo>
                    <a:pt x="0" y="0"/>
                  </a:moveTo>
                  <a:lnTo>
                    <a:pt x="7785" y="1496"/>
                  </a:lnTo>
                  <a:lnTo>
                    <a:pt x="15570" y="2985"/>
                  </a:lnTo>
                  <a:lnTo>
                    <a:pt x="23355" y="4452"/>
                  </a:lnTo>
                  <a:lnTo>
                    <a:pt x="31141" y="5907"/>
                  </a:lnTo>
                  <a:lnTo>
                    <a:pt x="38926" y="7356"/>
                  </a:lnTo>
                  <a:lnTo>
                    <a:pt x="46711" y="9198"/>
                  </a:lnTo>
                  <a:lnTo>
                    <a:pt x="54496" y="10574"/>
                  </a:lnTo>
                  <a:lnTo>
                    <a:pt x="62282" y="11913"/>
                  </a:lnTo>
                  <a:lnTo>
                    <a:pt x="70067" y="13224"/>
                  </a:lnTo>
                  <a:lnTo>
                    <a:pt x="77852" y="14776"/>
                  </a:lnTo>
                  <a:lnTo>
                    <a:pt x="85637" y="16375"/>
                  </a:lnTo>
                  <a:lnTo>
                    <a:pt x="93423" y="17962"/>
                  </a:lnTo>
                  <a:lnTo>
                    <a:pt x="101208" y="19543"/>
                  </a:lnTo>
                  <a:lnTo>
                    <a:pt x="108993" y="21101"/>
                  </a:lnTo>
                  <a:lnTo>
                    <a:pt x="116779" y="22104"/>
                  </a:lnTo>
                  <a:lnTo>
                    <a:pt x="124564" y="23170"/>
                  </a:lnTo>
                  <a:lnTo>
                    <a:pt x="132349" y="24620"/>
                  </a:lnTo>
                  <a:lnTo>
                    <a:pt x="140134" y="26067"/>
                  </a:lnTo>
                  <a:lnTo>
                    <a:pt x="147920" y="27246"/>
                  </a:lnTo>
                  <a:lnTo>
                    <a:pt x="155705" y="28644"/>
                  </a:lnTo>
                  <a:lnTo>
                    <a:pt x="163490" y="30063"/>
                  </a:lnTo>
                  <a:lnTo>
                    <a:pt x="171275" y="31477"/>
                  </a:lnTo>
                  <a:lnTo>
                    <a:pt x="179061" y="32882"/>
                  </a:lnTo>
                  <a:lnTo>
                    <a:pt x="186846" y="34229"/>
                  </a:lnTo>
                  <a:lnTo>
                    <a:pt x="194631" y="35234"/>
                  </a:lnTo>
                  <a:lnTo>
                    <a:pt x="202417" y="36500"/>
                  </a:lnTo>
                  <a:lnTo>
                    <a:pt x="210202" y="37939"/>
                  </a:lnTo>
                  <a:lnTo>
                    <a:pt x="217987" y="38908"/>
                  </a:lnTo>
                  <a:lnTo>
                    <a:pt x="225772" y="40336"/>
                  </a:lnTo>
                  <a:lnTo>
                    <a:pt x="233558" y="41764"/>
                  </a:lnTo>
                  <a:lnTo>
                    <a:pt x="241343" y="43208"/>
                  </a:lnTo>
                  <a:lnTo>
                    <a:pt x="249128" y="44791"/>
                  </a:lnTo>
                  <a:lnTo>
                    <a:pt x="256913" y="45830"/>
                  </a:lnTo>
                  <a:lnTo>
                    <a:pt x="264699" y="46793"/>
                  </a:lnTo>
                  <a:lnTo>
                    <a:pt x="272484" y="47699"/>
                  </a:lnTo>
                  <a:lnTo>
                    <a:pt x="280269" y="48675"/>
                  </a:lnTo>
                  <a:lnTo>
                    <a:pt x="288055" y="50188"/>
                  </a:lnTo>
                  <a:lnTo>
                    <a:pt x="295840" y="50985"/>
                  </a:lnTo>
                  <a:lnTo>
                    <a:pt x="303625" y="51779"/>
                  </a:lnTo>
                  <a:lnTo>
                    <a:pt x="311410" y="52595"/>
                  </a:lnTo>
                  <a:lnTo>
                    <a:pt x="319196" y="53539"/>
                  </a:lnTo>
                  <a:lnTo>
                    <a:pt x="326981" y="54479"/>
                  </a:lnTo>
                  <a:lnTo>
                    <a:pt x="334766" y="55424"/>
                  </a:lnTo>
                  <a:lnTo>
                    <a:pt x="342551" y="56396"/>
                  </a:lnTo>
                  <a:lnTo>
                    <a:pt x="350337" y="57605"/>
                  </a:lnTo>
                  <a:lnTo>
                    <a:pt x="358122" y="58209"/>
                  </a:lnTo>
                  <a:lnTo>
                    <a:pt x="365907" y="58725"/>
                  </a:lnTo>
                  <a:lnTo>
                    <a:pt x="373692" y="59339"/>
                  </a:lnTo>
                  <a:lnTo>
                    <a:pt x="381478" y="60699"/>
                  </a:lnTo>
                  <a:lnTo>
                    <a:pt x="389263" y="62018"/>
                  </a:lnTo>
                  <a:lnTo>
                    <a:pt x="397048" y="62723"/>
                  </a:lnTo>
                  <a:lnTo>
                    <a:pt x="404834" y="63346"/>
                  </a:lnTo>
                  <a:lnTo>
                    <a:pt x="412619" y="64351"/>
                  </a:lnTo>
                  <a:lnTo>
                    <a:pt x="420404" y="65081"/>
                  </a:lnTo>
                  <a:lnTo>
                    <a:pt x="428189" y="65736"/>
                  </a:lnTo>
                  <a:lnTo>
                    <a:pt x="435975" y="66813"/>
                  </a:lnTo>
                  <a:lnTo>
                    <a:pt x="443760" y="67471"/>
                  </a:lnTo>
                  <a:lnTo>
                    <a:pt x="451545" y="68554"/>
                  </a:lnTo>
                  <a:lnTo>
                    <a:pt x="459330" y="69517"/>
                  </a:lnTo>
                  <a:lnTo>
                    <a:pt x="467116" y="70310"/>
                  </a:lnTo>
                  <a:lnTo>
                    <a:pt x="474901" y="70880"/>
                  </a:lnTo>
                  <a:lnTo>
                    <a:pt x="482686" y="71669"/>
                  </a:lnTo>
                  <a:lnTo>
                    <a:pt x="490472" y="72613"/>
                  </a:lnTo>
                  <a:lnTo>
                    <a:pt x="498257" y="73356"/>
                  </a:lnTo>
                  <a:lnTo>
                    <a:pt x="506042" y="74038"/>
                  </a:lnTo>
                  <a:lnTo>
                    <a:pt x="513827" y="74696"/>
                  </a:lnTo>
                  <a:lnTo>
                    <a:pt x="521613" y="75298"/>
                  </a:lnTo>
                  <a:lnTo>
                    <a:pt x="529398" y="75954"/>
                  </a:lnTo>
                  <a:lnTo>
                    <a:pt x="537183" y="76677"/>
                  </a:lnTo>
                  <a:lnTo>
                    <a:pt x="544968" y="77375"/>
                  </a:lnTo>
                  <a:lnTo>
                    <a:pt x="552754" y="78067"/>
                  </a:lnTo>
                  <a:lnTo>
                    <a:pt x="560539" y="78727"/>
                  </a:lnTo>
                  <a:lnTo>
                    <a:pt x="568324" y="79876"/>
                  </a:lnTo>
                  <a:lnTo>
                    <a:pt x="576110" y="80700"/>
                  </a:lnTo>
                  <a:lnTo>
                    <a:pt x="583895" y="81526"/>
                  </a:lnTo>
                  <a:lnTo>
                    <a:pt x="591680" y="82339"/>
                  </a:lnTo>
                  <a:lnTo>
                    <a:pt x="599465" y="83061"/>
                  </a:lnTo>
                  <a:lnTo>
                    <a:pt x="607251" y="83588"/>
                  </a:lnTo>
                  <a:lnTo>
                    <a:pt x="615036" y="83912"/>
                  </a:lnTo>
                  <a:lnTo>
                    <a:pt x="622821" y="84555"/>
                  </a:lnTo>
                  <a:lnTo>
                    <a:pt x="630606" y="85152"/>
                  </a:lnTo>
                  <a:lnTo>
                    <a:pt x="638392" y="85804"/>
                  </a:lnTo>
                  <a:lnTo>
                    <a:pt x="646177" y="86628"/>
                  </a:lnTo>
                  <a:lnTo>
                    <a:pt x="653962" y="87168"/>
                  </a:lnTo>
                  <a:lnTo>
                    <a:pt x="661747" y="87955"/>
                  </a:lnTo>
                  <a:lnTo>
                    <a:pt x="669533" y="88743"/>
                  </a:lnTo>
                  <a:lnTo>
                    <a:pt x="677318" y="88955"/>
                  </a:lnTo>
                  <a:lnTo>
                    <a:pt x="685103" y="89627"/>
                  </a:lnTo>
                  <a:lnTo>
                    <a:pt x="692889" y="90306"/>
                  </a:lnTo>
                  <a:lnTo>
                    <a:pt x="700674" y="90821"/>
                  </a:lnTo>
                  <a:lnTo>
                    <a:pt x="708459" y="91255"/>
                  </a:lnTo>
                  <a:lnTo>
                    <a:pt x="716244" y="91716"/>
                  </a:lnTo>
                  <a:lnTo>
                    <a:pt x="724030" y="92180"/>
                  </a:lnTo>
                  <a:lnTo>
                    <a:pt x="731815" y="92782"/>
                  </a:lnTo>
                  <a:lnTo>
                    <a:pt x="739600" y="93501"/>
                  </a:lnTo>
                  <a:lnTo>
                    <a:pt x="747385" y="93983"/>
                  </a:lnTo>
                  <a:lnTo>
                    <a:pt x="755171" y="94344"/>
                  </a:lnTo>
                  <a:lnTo>
                    <a:pt x="762956" y="95037"/>
                  </a:lnTo>
                  <a:lnTo>
                    <a:pt x="770741" y="95334"/>
                  </a:lnTo>
                  <a:lnTo>
                    <a:pt x="778527" y="95901"/>
                  </a:lnTo>
                  <a:lnTo>
                    <a:pt x="786312" y="96476"/>
                  </a:lnTo>
                  <a:lnTo>
                    <a:pt x="794097" y="97048"/>
                  </a:lnTo>
                  <a:lnTo>
                    <a:pt x="801882" y="97827"/>
                  </a:lnTo>
                  <a:lnTo>
                    <a:pt x="809668" y="98187"/>
                  </a:lnTo>
                  <a:lnTo>
                    <a:pt x="817453" y="98721"/>
                  </a:lnTo>
                  <a:lnTo>
                    <a:pt x="825238" y="99277"/>
                  </a:lnTo>
                  <a:lnTo>
                    <a:pt x="833023" y="99834"/>
                  </a:lnTo>
                  <a:lnTo>
                    <a:pt x="840809" y="100559"/>
                  </a:lnTo>
                  <a:lnTo>
                    <a:pt x="848594" y="101040"/>
                  </a:lnTo>
                  <a:lnTo>
                    <a:pt x="856379" y="101465"/>
                  </a:lnTo>
                  <a:lnTo>
                    <a:pt x="864165" y="102003"/>
                  </a:lnTo>
                  <a:lnTo>
                    <a:pt x="871950" y="102541"/>
                  </a:lnTo>
                  <a:lnTo>
                    <a:pt x="879735" y="103076"/>
                  </a:lnTo>
                  <a:lnTo>
                    <a:pt x="887520" y="103429"/>
                  </a:lnTo>
                  <a:lnTo>
                    <a:pt x="895306" y="103978"/>
                  </a:lnTo>
                  <a:lnTo>
                    <a:pt x="903091" y="104525"/>
                  </a:lnTo>
                  <a:lnTo>
                    <a:pt x="910876" y="105080"/>
                  </a:lnTo>
                  <a:lnTo>
                    <a:pt x="918661" y="105639"/>
                  </a:lnTo>
                  <a:lnTo>
                    <a:pt x="926447" y="106188"/>
                  </a:lnTo>
                  <a:lnTo>
                    <a:pt x="934232" y="106708"/>
                  </a:lnTo>
                  <a:lnTo>
                    <a:pt x="942017" y="107224"/>
                  </a:lnTo>
                  <a:lnTo>
                    <a:pt x="949802" y="107738"/>
                  </a:lnTo>
                  <a:lnTo>
                    <a:pt x="957588" y="108249"/>
                  </a:lnTo>
                  <a:lnTo>
                    <a:pt x="965373" y="108533"/>
                  </a:lnTo>
                  <a:lnTo>
                    <a:pt x="973158" y="108799"/>
                  </a:lnTo>
                  <a:lnTo>
                    <a:pt x="980944" y="109328"/>
                  </a:lnTo>
                  <a:lnTo>
                    <a:pt x="988729" y="109719"/>
                  </a:lnTo>
                  <a:lnTo>
                    <a:pt x="996514" y="109899"/>
                  </a:lnTo>
                  <a:lnTo>
                    <a:pt x="1004299" y="110001"/>
                  </a:lnTo>
                  <a:lnTo>
                    <a:pt x="1012085" y="110104"/>
                  </a:lnTo>
                  <a:lnTo>
                    <a:pt x="1019870" y="110390"/>
                  </a:lnTo>
                  <a:lnTo>
                    <a:pt x="1027655" y="110756"/>
                  </a:lnTo>
                  <a:lnTo>
                    <a:pt x="1035440" y="111044"/>
                  </a:lnTo>
                  <a:lnTo>
                    <a:pt x="1043226" y="111259"/>
                  </a:lnTo>
                  <a:lnTo>
                    <a:pt x="1051011" y="111475"/>
                  </a:lnTo>
                  <a:lnTo>
                    <a:pt x="1058796" y="111700"/>
                  </a:lnTo>
                  <a:lnTo>
                    <a:pt x="1066582" y="112053"/>
                  </a:lnTo>
                  <a:lnTo>
                    <a:pt x="1074367" y="112131"/>
                  </a:lnTo>
                  <a:lnTo>
                    <a:pt x="1082152" y="112290"/>
                  </a:lnTo>
                  <a:lnTo>
                    <a:pt x="1089937" y="112563"/>
                  </a:lnTo>
                  <a:lnTo>
                    <a:pt x="1097723" y="112849"/>
                  </a:lnTo>
                  <a:lnTo>
                    <a:pt x="1105508" y="112988"/>
                  </a:lnTo>
                  <a:lnTo>
                    <a:pt x="1113293" y="113203"/>
                  </a:lnTo>
                  <a:lnTo>
                    <a:pt x="1121078" y="113742"/>
                  </a:lnTo>
                  <a:lnTo>
                    <a:pt x="1128864" y="114324"/>
                  </a:lnTo>
                  <a:lnTo>
                    <a:pt x="1136649" y="114698"/>
                  </a:lnTo>
                  <a:lnTo>
                    <a:pt x="1144434" y="114955"/>
                  </a:lnTo>
                  <a:lnTo>
                    <a:pt x="1152220" y="115116"/>
                  </a:lnTo>
                  <a:lnTo>
                    <a:pt x="1160005" y="115239"/>
                  </a:lnTo>
                  <a:lnTo>
                    <a:pt x="1167790" y="115100"/>
                  </a:lnTo>
                  <a:lnTo>
                    <a:pt x="1175575" y="114963"/>
                  </a:lnTo>
                  <a:lnTo>
                    <a:pt x="1183361" y="115091"/>
                  </a:lnTo>
                  <a:lnTo>
                    <a:pt x="1191146" y="115295"/>
                  </a:lnTo>
                  <a:lnTo>
                    <a:pt x="1198931" y="115505"/>
                  </a:lnTo>
                  <a:lnTo>
                    <a:pt x="1206716" y="115715"/>
                  </a:lnTo>
                  <a:lnTo>
                    <a:pt x="1214502" y="115924"/>
                  </a:lnTo>
                  <a:lnTo>
                    <a:pt x="1222287" y="116222"/>
                  </a:lnTo>
                  <a:lnTo>
                    <a:pt x="1230072" y="116549"/>
                  </a:lnTo>
                  <a:lnTo>
                    <a:pt x="1237857" y="116875"/>
                  </a:lnTo>
                  <a:lnTo>
                    <a:pt x="1245643" y="117063"/>
                  </a:lnTo>
                  <a:lnTo>
                    <a:pt x="1253428" y="117224"/>
                  </a:lnTo>
                  <a:lnTo>
                    <a:pt x="1261213" y="117385"/>
                  </a:lnTo>
                  <a:lnTo>
                    <a:pt x="1268999" y="117548"/>
                  </a:lnTo>
                  <a:lnTo>
                    <a:pt x="1276784" y="117827"/>
                  </a:lnTo>
                  <a:lnTo>
                    <a:pt x="1284569" y="118187"/>
                  </a:lnTo>
                  <a:lnTo>
                    <a:pt x="1292354" y="118266"/>
                  </a:lnTo>
                  <a:lnTo>
                    <a:pt x="1300140" y="118184"/>
                  </a:lnTo>
                  <a:lnTo>
                    <a:pt x="1307925" y="118452"/>
                  </a:lnTo>
                  <a:lnTo>
                    <a:pt x="1315710" y="118756"/>
                  </a:lnTo>
                  <a:lnTo>
                    <a:pt x="1323495" y="118928"/>
                  </a:lnTo>
                  <a:lnTo>
                    <a:pt x="1331281" y="119049"/>
                  </a:lnTo>
                  <a:lnTo>
                    <a:pt x="1339066" y="119163"/>
                  </a:lnTo>
                  <a:lnTo>
                    <a:pt x="1346851" y="119348"/>
                  </a:lnTo>
                  <a:lnTo>
                    <a:pt x="1354637" y="119501"/>
                  </a:lnTo>
                  <a:lnTo>
                    <a:pt x="1362422" y="119643"/>
                  </a:lnTo>
                  <a:lnTo>
                    <a:pt x="1370207" y="119785"/>
                  </a:lnTo>
                  <a:lnTo>
                    <a:pt x="1377992" y="119927"/>
                  </a:lnTo>
                  <a:lnTo>
                    <a:pt x="1385778" y="120070"/>
                  </a:lnTo>
                  <a:lnTo>
                    <a:pt x="1393563" y="120212"/>
                  </a:lnTo>
                  <a:lnTo>
                    <a:pt x="1401348" y="120212"/>
                  </a:lnTo>
                  <a:lnTo>
                    <a:pt x="1409133" y="120361"/>
                  </a:lnTo>
                  <a:lnTo>
                    <a:pt x="1416919" y="120514"/>
                  </a:lnTo>
                  <a:lnTo>
                    <a:pt x="1424704" y="120668"/>
                  </a:lnTo>
                  <a:lnTo>
                    <a:pt x="1432489" y="120822"/>
                  </a:lnTo>
                  <a:lnTo>
                    <a:pt x="1440275" y="120975"/>
                  </a:lnTo>
                  <a:lnTo>
                    <a:pt x="1448060" y="121145"/>
                  </a:lnTo>
                  <a:lnTo>
                    <a:pt x="1455845" y="121339"/>
                  </a:lnTo>
                  <a:lnTo>
                    <a:pt x="1463630" y="121478"/>
                  </a:lnTo>
                  <a:lnTo>
                    <a:pt x="1471416" y="121621"/>
                  </a:lnTo>
                  <a:lnTo>
                    <a:pt x="1479201" y="121804"/>
                  </a:lnTo>
                  <a:lnTo>
                    <a:pt x="1486986" y="121987"/>
                  </a:lnTo>
                  <a:lnTo>
                    <a:pt x="1494771" y="122170"/>
                  </a:lnTo>
                  <a:lnTo>
                    <a:pt x="1502557" y="122353"/>
                  </a:lnTo>
                  <a:lnTo>
                    <a:pt x="1510342" y="122421"/>
                  </a:lnTo>
                  <a:lnTo>
                    <a:pt x="1518127" y="122584"/>
                  </a:lnTo>
                  <a:lnTo>
                    <a:pt x="1525912" y="122846"/>
                  </a:lnTo>
                  <a:lnTo>
                    <a:pt x="1533698" y="123078"/>
                  </a:lnTo>
                  <a:lnTo>
                    <a:pt x="1541483" y="123258"/>
                  </a:lnTo>
                  <a:lnTo>
                    <a:pt x="1549268" y="123438"/>
                  </a:lnTo>
                  <a:lnTo>
                    <a:pt x="1557054" y="123619"/>
                  </a:lnTo>
                  <a:lnTo>
                    <a:pt x="1564839" y="123801"/>
                  </a:lnTo>
                  <a:lnTo>
                    <a:pt x="1572624" y="123982"/>
                  </a:lnTo>
                  <a:lnTo>
                    <a:pt x="1580409" y="124163"/>
                  </a:lnTo>
                  <a:lnTo>
                    <a:pt x="1588195" y="124348"/>
                  </a:lnTo>
                  <a:lnTo>
                    <a:pt x="1595980" y="124603"/>
                  </a:lnTo>
                  <a:lnTo>
                    <a:pt x="1603765" y="124858"/>
                  </a:lnTo>
                  <a:lnTo>
                    <a:pt x="1611550" y="125061"/>
                  </a:lnTo>
                  <a:lnTo>
                    <a:pt x="1619336" y="125152"/>
                  </a:lnTo>
                  <a:lnTo>
                    <a:pt x="1627121" y="125271"/>
                  </a:lnTo>
                  <a:lnTo>
                    <a:pt x="1634906" y="125504"/>
                  </a:lnTo>
                  <a:lnTo>
                    <a:pt x="1642692" y="125736"/>
                  </a:lnTo>
                  <a:lnTo>
                    <a:pt x="1650477" y="125968"/>
                  </a:lnTo>
                  <a:lnTo>
                    <a:pt x="1658262" y="126199"/>
                  </a:lnTo>
                  <a:lnTo>
                    <a:pt x="1666047" y="126429"/>
                  </a:lnTo>
                  <a:lnTo>
                    <a:pt x="1673833" y="126658"/>
                  </a:lnTo>
                  <a:lnTo>
                    <a:pt x="1681618" y="126886"/>
                  </a:lnTo>
                  <a:lnTo>
                    <a:pt x="1689403" y="127114"/>
                  </a:lnTo>
                  <a:lnTo>
                    <a:pt x="1697188" y="127243"/>
                  </a:lnTo>
                  <a:lnTo>
                    <a:pt x="1704974" y="127314"/>
                  </a:lnTo>
                  <a:lnTo>
                    <a:pt x="1712759" y="127385"/>
                  </a:lnTo>
                  <a:lnTo>
                    <a:pt x="1720544" y="127456"/>
                  </a:lnTo>
                  <a:lnTo>
                    <a:pt x="1728330" y="127527"/>
                  </a:lnTo>
                  <a:lnTo>
                    <a:pt x="1736115" y="127644"/>
                  </a:lnTo>
                  <a:lnTo>
                    <a:pt x="1743900" y="127766"/>
                  </a:lnTo>
                  <a:lnTo>
                    <a:pt x="1751685" y="127835"/>
                  </a:lnTo>
                  <a:lnTo>
                    <a:pt x="1759471" y="127903"/>
                  </a:lnTo>
                  <a:lnTo>
                    <a:pt x="1767256" y="127972"/>
                  </a:lnTo>
                  <a:lnTo>
                    <a:pt x="1775041" y="128040"/>
                  </a:lnTo>
                  <a:lnTo>
                    <a:pt x="1782826" y="128108"/>
                  </a:lnTo>
                  <a:lnTo>
                    <a:pt x="1790612" y="128176"/>
                  </a:lnTo>
                  <a:lnTo>
                    <a:pt x="1798397" y="128269"/>
                  </a:lnTo>
                  <a:lnTo>
                    <a:pt x="1806182" y="128539"/>
                  </a:lnTo>
                  <a:lnTo>
                    <a:pt x="1813967" y="128810"/>
                  </a:lnTo>
                  <a:lnTo>
                    <a:pt x="1821753" y="129081"/>
                  </a:lnTo>
                  <a:lnTo>
                    <a:pt x="1829538" y="129264"/>
                  </a:lnTo>
                  <a:lnTo>
                    <a:pt x="1837323" y="129334"/>
                  </a:lnTo>
                  <a:lnTo>
                    <a:pt x="1845109" y="129538"/>
                  </a:lnTo>
                  <a:lnTo>
                    <a:pt x="1852894" y="129873"/>
                  </a:lnTo>
                  <a:lnTo>
                    <a:pt x="1860679" y="130207"/>
                  </a:lnTo>
                  <a:lnTo>
                    <a:pt x="1868464" y="130455"/>
                  </a:lnTo>
                  <a:lnTo>
                    <a:pt x="1876250" y="130619"/>
                  </a:lnTo>
                  <a:lnTo>
                    <a:pt x="1884035" y="130783"/>
                  </a:lnTo>
                  <a:lnTo>
                    <a:pt x="1891820" y="130947"/>
                  </a:lnTo>
                  <a:lnTo>
                    <a:pt x="1899605" y="131111"/>
                  </a:lnTo>
                  <a:lnTo>
                    <a:pt x="1907391" y="131294"/>
                  </a:lnTo>
                  <a:lnTo>
                    <a:pt x="1915176" y="131555"/>
                  </a:lnTo>
                  <a:lnTo>
                    <a:pt x="1922961" y="131694"/>
                  </a:lnTo>
                  <a:lnTo>
                    <a:pt x="1930747" y="131806"/>
                  </a:lnTo>
                  <a:lnTo>
                    <a:pt x="1938532" y="132048"/>
                  </a:lnTo>
                  <a:lnTo>
                    <a:pt x="1946317" y="132290"/>
                  </a:lnTo>
                  <a:lnTo>
                    <a:pt x="1954102" y="132532"/>
                  </a:lnTo>
                  <a:lnTo>
                    <a:pt x="1961888" y="132765"/>
                  </a:lnTo>
                  <a:lnTo>
                    <a:pt x="1969673" y="132787"/>
                  </a:lnTo>
                  <a:lnTo>
                    <a:pt x="1977458" y="132943"/>
                  </a:lnTo>
                  <a:lnTo>
                    <a:pt x="1985243" y="133144"/>
                  </a:lnTo>
                  <a:lnTo>
                    <a:pt x="1993029" y="133347"/>
                  </a:lnTo>
                  <a:lnTo>
                    <a:pt x="2000814" y="133550"/>
                  </a:lnTo>
                  <a:lnTo>
                    <a:pt x="2008599" y="133597"/>
                  </a:lnTo>
                  <a:lnTo>
                    <a:pt x="2016385" y="133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l82"/>
            <p:cNvSpPr/>
            <p:nvPr/>
          </p:nvSpPr>
          <p:spPr>
            <a:xfrm>
              <a:off x="1247627" y="4906020"/>
              <a:ext cx="2016385" cy="47607"/>
            </a:xfrm>
            <a:custGeom>
              <a:avLst/>
              <a:pathLst>
                <a:path w="2016385" h="47607">
                  <a:moveTo>
                    <a:pt x="2016385" y="47607"/>
                  </a:moveTo>
                  <a:lnTo>
                    <a:pt x="2008599" y="47564"/>
                  </a:lnTo>
                  <a:lnTo>
                    <a:pt x="2000814" y="47510"/>
                  </a:lnTo>
                  <a:lnTo>
                    <a:pt x="1993029" y="47452"/>
                  </a:lnTo>
                  <a:lnTo>
                    <a:pt x="1985243" y="47394"/>
                  </a:lnTo>
                  <a:lnTo>
                    <a:pt x="1977458" y="47337"/>
                  </a:lnTo>
                  <a:lnTo>
                    <a:pt x="1969673" y="47282"/>
                  </a:lnTo>
                  <a:lnTo>
                    <a:pt x="1961888" y="47226"/>
                  </a:lnTo>
                  <a:lnTo>
                    <a:pt x="1954102" y="47170"/>
                  </a:lnTo>
                  <a:lnTo>
                    <a:pt x="1946317" y="47113"/>
                  </a:lnTo>
                  <a:lnTo>
                    <a:pt x="1938532" y="47055"/>
                  </a:lnTo>
                  <a:lnTo>
                    <a:pt x="1930747" y="46996"/>
                  </a:lnTo>
                  <a:lnTo>
                    <a:pt x="1922961" y="46937"/>
                  </a:lnTo>
                  <a:lnTo>
                    <a:pt x="1915176" y="46876"/>
                  </a:lnTo>
                  <a:lnTo>
                    <a:pt x="1907391" y="46815"/>
                  </a:lnTo>
                  <a:lnTo>
                    <a:pt x="1899605" y="46753"/>
                  </a:lnTo>
                  <a:lnTo>
                    <a:pt x="1891820" y="46694"/>
                  </a:lnTo>
                  <a:lnTo>
                    <a:pt x="1884035" y="46649"/>
                  </a:lnTo>
                  <a:lnTo>
                    <a:pt x="1876250" y="46602"/>
                  </a:lnTo>
                  <a:lnTo>
                    <a:pt x="1868464" y="46542"/>
                  </a:lnTo>
                  <a:lnTo>
                    <a:pt x="1860679" y="46475"/>
                  </a:lnTo>
                  <a:lnTo>
                    <a:pt x="1852894" y="46407"/>
                  </a:lnTo>
                  <a:lnTo>
                    <a:pt x="1845109" y="46337"/>
                  </a:lnTo>
                  <a:lnTo>
                    <a:pt x="1837323" y="46267"/>
                  </a:lnTo>
                  <a:lnTo>
                    <a:pt x="1829538" y="46197"/>
                  </a:lnTo>
                  <a:lnTo>
                    <a:pt x="1821753" y="46137"/>
                  </a:lnTo>
                  <a:lnTo>
                    <a:pt x="1813967" y="46076"/>
                  </a:lnTo>
                  <a:lnTo>
                    <a:pt x="1806182" y="46014"/>
                  </a:lnTo>
                  <a:lnTo>
                    <a:pt x="1798397" y="45951"/>
                  </a:lnTo>
                  <a:lnTo>
                    <a:pt x="1790612" y="45888"/>
                  </a:lnTo>
                  <a:lnTo>
                    <a:pt x="1782826" y="45824"/>
                  </a:lnTo>
                  <a:lnTo>
                    <a:pt x="1775041" y="45759"/>
                  </a:lnTo>
                  <a:lnTo>
                    <a:pt x="1767256" y="45693"/>
                  </a:lnTo>
                  <a:lnTo>
                    <a:pt x="1759471" y="45617"/>
                  </a:lnTo>
                  <a:lnTo>
                    <a:pt x="1751685" y="45556"/>
                  </a:lnTo>
                  <a:lnTo>
                    <a:pt x="1743900" y="45493"/>
                  </a:lnTo>
                  <a:lnTo>
                    <a:pt x="1736115" y="45425"/>
                  </a:lnTo>
                  <a:lnTo>
                    <a:pt x="1728330" y="45356"/>
                  </a:lnTo>
                  <a:lnTo>
                    <a:pt x="1720544" y="45286"/>
                  </a:lnTo>
                  <a:lnTo>
                    <a:pt x="1712759" y="45200"/>
                  </a:lnTo>
                  <a:lnTo>
                    <a:pt x="1704974" y="45125"/>
                  </a:lnTo>
                  <a:lnTo>
                    <a:pt x="1697188" y="45053"/>
                  </a:lnTo>
                  <a:lnTo>
                    <a:pt x="1689403" y="44981"/>
                  </a:lnTo>
                  <a:lnTo>
                    <a:pt x="1681618" y="44907"/>
                  </a:lnTo>
                  <a:lnTo>
                    <a:pt x="1673833" y="44826"/>
                  </a:lnTo>
                  <a:lnTo>
                    <a:pt x="1666047" y="44724"/>
                  </a:lnTo>
                  <a:lnTo>
                    <a:pt x="1658262" y="44620"/>
                  </a:lnTo>
                  <a:lnTo>
                    <a:pt x="1650477" y="44515"/>
                  </a:lnTo>
                  <a:lnTo>
                    <a:pt x="1642692" y="44416"/>
                  </a:lnTo>
                  <a:lnTo>
                    <a:pt x="1634906" y="44335"/>
                  </a:lnTo>
                  <a:lnTo>
                    <a:pt x="1627121" y="44254"/>
                  </a:lnTo>
                  <a:lnTo>
                    <a:pt x="1619336" y="44160"/>
                  </a:lnTo>
                  <a:lnTo>
                    <a:pt x="1611550" y="44057"/>
                  </a:lnTo>
                  <a:lnTo>
                    <a:pt x="1603765" y="43952"/>
                  </a:lnTo>
                  <a:lnTo>
                    <a:pt x="1595980" y="43846"/>
                  </a:lnTo>
                  <a:lnTo>
                    <a:pt x="1588195" y="43738"/>
                  </a:lnTo>
                  <a:lnTo>
                    <a:pt x="1580409" y="43629"/>
                  </a:lnTo>
                  <a:lnTo>
                    <a:pt x="1572624" y="43517"/>
                  </a:lnTo>
                  <a:lnTo>
                    <a:pt x="1564839" y="43405"/>
                  </a:lnTo>
                  <a:lnTo>
                    <a:pt x="1557054" y="43315"/>
                  </a:lnTo>
                  <a:lnTo>
                    <a:pt x="1549268" y="43233"/>
                  </a:lnTo>
                  <a:lnTo>
                    <a:pt x="1541483" y="43151"/>
                  </a:lnTo>
                  <a:lnTo>
                    <a:pt x="1533698" y="43052"/>
                  </a:lnTo>
                  <a:lnTo>
                    <a:pt x="1525912" y="42912"/>
                  </a:lnTo>
                  <a:lnTo>
                    <a:pt x="1518127" y="42764"/>
                  </a:lnTo>
                  <a:lnTo>
                    <a:pt x="1510342" y="42651"/>
                  </a:lnTo>
                  <a:lnTo>
                    <a:pt x="1502557" y="42571"/>
                  </a:lnTo>
                  <a:lnTo>
                    <a:pt x="1494771" y="42450"/>
                  </a:lnTo>
                  <a:lnTo>
                    <a:pt x="1486986" y="42348"/>
                  </a:lnTo>
                  <a:lnTo>
                    <a:pt x="1479201" y="42225"/>
                  </a:lnTo>
                  <a:lnTo>
                    <a:pt x="1471416" y="42094"/>
                  </a:lnTo>
                  <a:lnTo>
                    <a:pt x="1463630" y="41986"/>
                  </a:lnTo>
                  <a:lnTo>
                    <a:pt x="1455845" y="41877"/>
                  </a:lnTo>
                  <a:lnTo>
                    <a:pt x="1448060" y="41766"/>
                  </a:lnTo>
                  <a:lnTo>
                    <a:pt x="1440275" y="41654"/>
                  </a:lnTo>
                  <a:lnTo>
                    <a:pt x="1432489" y="41540"/>
                  </a:lnTo>
                  <a:lnTo>
                    <a:pt x="1424704" y="41426"/>
                  </a:lnTo>
                  <a:lnTo>
                    <a:pt x="1416919" y="41309"/>
                  </a:lnTo>
                  <a:lnTo>
                    <a:pt x="1409133" y="41192"/>
                  </a:lnTo>
                  <a:lnTo>
                    <a:pt x="1401348" y="41051"/>
                  </a:lnTo>
                  <a:lnTo>
                    <a:pt x="1393563" y="40910"/>
                  </a:lnTo>
                  <a:lnTo>
                    <a:pt x="1385778" y="40799"/>
                  </a:lnTo>
                  <a:lnTo>
                    <a:pt x="1377992" y="40628"/>
                  </a:lnTo>
                  <a:lnTo>
                    <a:pt x="1370207" y="40484"/>
                  </a:lnTo>
                  <a:lnTo>
                    <a:pt x="1362422" y="40354"/>
                  </a:lnTo>
                  <a:lnTo>
                    <a:pt x="1354637" y="40242"/>
                  </a:lnTo>
                  <a:lnTo>
                    <a:pt x="1346851" y="40128"/>
                  </a:lnTo>
                  <a:lnTo>
                    <a:pt x="1339066" y="40010"/>
                  </a:lnTo>
                  <a:lnTo>
                    <a:pt x="1331281" y="39842"/>
                  </a:lnTo>
                  <a:lnTo>
                    <a:pt x="1323495" y="39691"/>
                  </a:lnTo>
                  <a:lnTo>
                    <a:pt x="1315710" y="39543"/>
                  </a:lnTo>
                  <a:lnTo>
                    <a:pt x="1307925" y="39407"/>
                  </a:lnTo>
                  <a:lnTo>
                    <a:pt x="1300140" y="39252"/>
                  </a:lnTo>
                  <a:lnTo>
                    <a:pt x="1292354" y="39109"/>
                  </a:lnTo>
                  <a:lnTo>
                    <a:pt x="1284569" y="38988"/>
                  </a:lnTo>
                  <a:lnTo>
                    <a:pt x="1276784" y="38845"/>
                  </a:lnTo>
                  <a:lnTo>
                    <a:pt x="1268999" y="38680"/>
                  </a:lnTo>
                  <a:lnTo>
                    <a:pt x="1261213" y="38512"/>
                  </a:lnTo>
                  <a:lnTo>
                    <a:pt x="1253428" y="38353"/>
                  </a:lnTo>
                  <a:lnTo>
                    <a:pt x="1245643" y="38205"/>
                  </a:lnTo>
                  <a:lnTo>
                    <a:pt x="1237857" y="38055"/>
                  </a:lnTo>
                  <a:lnTo>
                    <a:pt x="1230072" y="37903"/>
                  </a:lnTo>
                  <a:lnTo>
                    <a:pt x="1222287" y="37752"/>
                  </a:lnTo>
                  <a:lnTo>
                    <a:pt x="1214502" y="37594"/>
                  </a:lnTo>
                  <a:lnTo>
                    <a:pt x="1206716" y="37417"/>
                  </a:lnTo>
                  <a:lnTo>
                    <a:pt x="1198931" y="37281"/>
                  </a:lnTo>
                  <a:lnTo>
                    <a:pt x="1191146" y="37122"/>
                  </a:lnTo>
                  <a:lnTo>
                    <a:pt x="1183361" y="36961"/>
                  </a:lnTo>
                  <a:lnTo>
                    <a:pt x="1175575" y="36798"/>
                  </a:lnTo>
                  <a:lnTo>
                    <a:pt x="1167790" y="36654"/>
                  </a:lnTo>
                  <a:lnTo>
                    <a:pt x="1160005" y="36466"/>
                  </a:lnTo>
                  <a:lnTo>
                    <a:pt x="1152220" y="36297"/>
                  </a:lnTo>
                  <a:lnTo>
                    <a:pt x="1144434" y="36126"/>
                  </a:lnTo>
                  <a:lnTo>
                    <a:pt x="1136649" y="35954"/>
                  </a:lnTo>
                  <a:lnTo>
                    <a:pt x="1128864" y="35779"/>
                  </a:lnTo>
                  <a:lnTo>
                    <a:pt x="1121078" y="35603"/>
                  </a:lnTo>
                  <a:lnTo>
                    <a:pt x="1113293" y="35424"/>
                  </a:lnTo>
                  <a:lnTo>
                    <a:pt x="1105508" y="35244"/>
                  </a:lnTo>
                  <a:lnTo>
                    <a:pt x="1097723" y="35061"/>
                  </a:lnTo>
                  <a:lnTo>
                    <a:pt x="1089937" y="34877"/>
                  </a:lnTo>
                  <a:lnTo>
                    <a:pt x="1082152" y="34684"/>
                  </a:lnTo>
                  <a:lnTo>
                    <a:pt x="1074367" y="34490"/>
                  </a:lnTo>
                  <a:lnTo>
                    <a:pt x="1066582" y="34312"/>
                  </a:lnTo>
                  <a:lnTo>
                    <a:pt x="1058796" y="34123"/>
                  </a:lnTo>
                  <a:lnTo>
                    <a:pt x="1051011" y="33924"/>
                  </a:lnTo>
                  <a:lnTo>
                    <a:pt x="1043226" y="33728"/>
                  </a:lnTo>
                  <a:lnTo>
                    <a:pt x="1035440" y="33540"/>
                  </a:lnTo>
                  <a:lnTo>
                    <a:pt x="1027655" y="33378"/>
                  </a:lnTo>
                  <a:lnTo>
                    <a:pt x="1019870" y="33214"/>
                  </a:lnTo>
                  <a:lnTo>
                    <a:pt x="1012085" y="33028"/>
                  </a:lnTo>
                  <a:lnTo>
                    <a:pt x="1004299" y="32837"/>
                  </a:lnTo>
                  <a:lnTo>
                    <a:pt x="996514" y="32624"/>
                  </a:lnTo>
                  <a:lnTo>
                    <a:pt x="988729" y="32408"/>
                  </a:lnTo>
                  <a:lnTo>
                    <a:pt x="980944" y="32118"/>
                  </a:lnTo>
                  <a:lnTo>
                    <a:pt x="973158" y="31963"/>
                  </a:lnTo>
                  <a:lnTo>
                    <a:pt x="965373" y="31747"/>
                  </a:lnTo>
                  <a:lnTo>
                    <a:pt x="957588" y="31521"/>
                  </a:lnTo>
                  <a:lnTo>
                    <a:pt x="949802" y="31293"/>
                  </a:lnTo>
                  <a:lnTo>
                    <a:pt x="942017" y="31062"/>
                  </a:lnTo>
                  <a:lnTo>
                    <a:pt x="934232" y="30828"/>
                  </a:lnTo>
                  <a:lnTo>
                    <a:pt x="926447" y="30638"/>
                  </a:lnTo>
                  <a:lnTo>
                    <a:pt x="918661" y="30420"/>
                  </a:lnTo>
                  <a:lnTo>
                    <a:pt x="910876" y="30149"/>
                  </a:lnTo>
                  <a:lnTo>
                    <a:pt x="903091" y="29993"/>
                  </a:lnTo>
                  <a:lnTo>
                    <a:pt x="895306" y="29833"/>
                  </a:lnTo>
                  <a:lnTo>
                    <a:pt x="887520" y="29628"/>
                  </a:lnTo>
                  <a:lnTo>
                    <a:pt x="879735" y="29438"/>
                  </a:lnTo>
                  <a:lnTo>
                    <a:pt x="871950" y="29137"/>
                  </a:lnTo>
                  <a:lnTo>
                    <a:pt x="864165" y="28830"/>
                  </a:lnTo>
                  <a:lnTo>
                    <a:pt x="856379" y="28686"/>
                  </a:lnTo>
                  <a:lnTo>
                    <a:pt x="848594" y="28474"/>
                  </a:lnTo>
                  <a:lnTo>
                    <a:pt x="840809" y="28201"/>
                  </a:lnTo>
                  <a:lnTo>
                    <a:pt x="833023" y="27924"/>
                  </a:lnTo>
                  <a:lnTo>
                    <a:pt x="825238" y="27644"/>
                  </a:lnTo>
                  <a:lnTo>
                    <a:pt x="817453" y="27360"/>
                  </a:lnTo>
                  <a:lnTo>
                    <a:pt x="809668" y="27139"/>
                  </a:lnTo>
                  <a:lnTo>
                    <a:pt x="801882" y="26910"/>
                  </a:lnTo>
                  <a:lnTo>
                    <a:pt x="794097" y="26543"/>
                  </a:lnTo>
                  <a:lnTo>
                    <a:pt x="786312" y="26356"/>
                  </a:lnTo>
                  <a:lnTo>
                    <a:pt x="778527" y="26176"/>
                  </a:lnTo>
                  <a:lnTo>
                    <a:pt x="770741" y="25777"/>
                  </a:lnTo>
                  <a:lnTo>
                    <a:pt x="762956" y="25371"/>
                  </a:lnTo>
                  <a:lnTo>
                    <a:pt x="755171" y="25151"/>
                  </a:lnTo>
                  <a:lnTo>
                    <a:pt x="747385" y="24971"/>
                  </a:lnTo>
                  <a:lnTo>
                    <a:pt x="739600" y="24789"/>
                  </a:lnTo>
                  <a:lnTo>
                    <a:pt x="731815" y="24505"/>
                  </a:lnTo>
                  <a:lnTo>
                    <a:pt x="724030" y="24257"/>
                  </a:lnTo>
                  <a:lnTo>
                    <a:pt x="716244" y="24045"/>
                  </a:lnTo>
                  <a:lnTo>
                    <a:pt x="708459" y="23830"/>
                  </a:lnTo>
                  <a:lnTo>
                    <a:pt x="700674" y="23612"/>
                  </a:lnTo>
                  <a:lnTo>
                    <a:pt x="692889" y="23392"/>
                  </a:lnTo>
                  <a:lnTo>
                    <a:pt x="685103" y="23182"/>
                  </a:lnTo>
                  <a:lnTo>
                    <a:pt x="677318" y="22952"/>
                  </a:lnTo>
                  <a:lnTo>
                    <a:pt x="669533" y="22606"/>
                  </a:lnTo>
                  <a:lnTo>
                    <a:pt x="661747" y="22327"/>
                  </a:lnTo>
                  <a:lnTo>
                    <a:pt x="653962" y="22105"/>
                  </a:lnTo>
                  <a:lnTo>
                    <a:pt x="646177" y="21738"/>
                  </a:lnTo>
                  <a:lnTo>
                    <a:pt x="638392" y="21414"/>
                  </a:lnTo>
                  <a:lnTo>
                    <a:pt x="630606" y="21116"/>
                  </a:lnTo>
                  <a:lnTo>
                    <a:pt x="622821" y="20946"/>
                  </a:lnTo>
                  <a:lnTo>
                    <a:pt x="615036" y="20615"/>
                  </a:lnTo>
                  <a:lnTo>
                    <a:pt x="607251" y="20342"/>
                  </a:lnTo>
                  <a:lnTo>
                    <a:pt x="599465" y="20123"/>
                  </a:lnTo>
                  <a:lnTo>
                    <a:pt x="591680" y="19818"/>
                  </a:lnTo>
                  <a:lnTo>
                    <a:pt x="583895" y="19541"/>
                  </a:lnTo>
                  <a:lnTo>
                    <a:pt x="576110" y="19301"/>
                  </a:lnTo>
                  <a:lnTo>
                    <a:pt x="568324" y="19111"/>
                  </a:lnTo>
                  <a:lnTo>
                    <a:pt x="560539" y="18961"/>
                  </a:lnTo>
                  <a:lnTo>
                    <a:pt x="552754" y="18751"/>
                  </a:lnTo>
                  <a:lnTo>
                    <a:pt x="544968" y="18519"/>
                  </a:lnTo>
                  <a:lnTo>
                    <a:pt x="537183" y="18152"/>
                  </a:lnTo>
                  <a:lnTo>
                    <a:pt x="529398" y="17911"/>
                  </a:lnTo>
                  <a:lnTo>
                    <a:pt x="521613" y="17680"/>
                  </a:lnTo>
                  <a:lnTo>
                    <a:pt x="513827" y="17446"/>
                  </a:lnTo>
                  <a:lnTo>
                    <a:pt x="506042" y="17184"/>
                  </a:lnTo>
                  <a:lnTo>
                    <a:pt x="498257" y="16827"/>
                  </a:lnTo>
                  <a:lnTo>
                    <a:pt x="490472" y="16481"/>
                  </a:lnTo>
                  <a:lnTo>
                    <a:pt x="482686" y="16281"/>
                  </a:lnTo>
                  <a:lnTo>
                    <a:pt x="474901" y="16156"/>
                  </a:lnTo>
                  <a:lnTo>
                    <a:pt x="467116" y="15946"/>
                  </a:lnTo>
                  <a:lnTo>
                    <a:pt x="459330" y="15693"/>
                  </a:lnTo>
                  <a:lnTo>
                    <a:pt x="451545" y="15457"/>
                  </a:lnTo>
                  <a:lnTo>
                    <a:pt x="443760" y="15248"/>
                  </a:lnTo>
                  <a:lnTo>
                    <a:pt x="435975" y="15034"/>
                  </a:lnTo>
                  <a:lnTo>
                    <a:pt x="428189" y="14670"/>
                  </a:lnTo>
                  <a:lnTo>
                    <a:pt x="420404" y="14422"/>
                  </a:lnTo>
                  <a:lnTo>
                    <a:pt x="412619" y="14142"/>
                  </a:lnTo>
                  <a:lnTo>
                    <a:pt x="404834" y="13869"/>
                  </a:lnTo>
                  <a:lnTo>
                    <a:pt x="397048" y="13518"/>
                  </a:lnTo>
                  <a:lnTo>
                    <a:pt x="389263" y="13175"/>
                  </a:lnTo>
                  <a:lnTo>
                    <a:pt x="381478" y="13000"/>
                  </a:lnTo>
                  <a:lnTo>
                    <a:pt x="373692" y="12796"/>
                  </a:lnTo>
                  <a:lnTo>
                    <a:pt x="365907" y="12552"/>
                  </a:lnTo>
                  <a:lnTo>
                    <a:pt x="358122" y="12245"/>
                  </a:lnTo>
                  <a:lnTo>
                    <a:pt x="350337" y="12036"/>
                  </a:lnTo>
                  <a:lnTo>
                    <a:pt x="342551" y="11735"/>
                  </a:lnTo>
                  <a:lnTo>
                    <a:pt x="334766" y="11431"/>
                  </a:lnTo>
                  <a:lnTo>
                    <a:pt x="326981" y="11123"/>
                  </a:lnTo>
                  <a:lnTo>
                    <a:pt x="319196" y="10836"/>
                  </a:lnTo>
                  <a:lnTo>
                    <a:pt x="311410" y="10548"/>
                  </a:lnTo>
                  <a:lnTo>
                    <a:pt x="303625" y="10239"/>
                  </a:lnTo>
                  <a:lnTo>
                    <a:pt x="295840" y="10017"/>
                  </a:lnTo>
                  <a:lnTo>
                    <a:pt x="288055" y="9808"/>
                  </a:lnTo>
                  <a:lnTo>
                    <a:pt x="280269" y="9571"/>
                  </a:lnTo>
                  <a:lnTo>
                    <a:pt x="272484" y="9153"/>
                  </a:lnTo>
                  <a:lnTo>
                    <a:pt x="264699" y="8791"/>
                  </a:lnTo>
                  <a:lnTo>
                    <a:pt x="256913" y="8486"/>
                  </a:lnTo>
                  <a:lnTo>
                    <a:pt x="249128" y="8181"/>
                  </a:lnTo>
                  <a:lnTo>
                    <a:pt x="241343" y="7889"/>
                  </a:lnTo>
                  <a:lnTo>
                    <a:pt x="233558" y="7716"/>
                  </a:lnTo>
                  <a:lnTo>
                    <a:pt x="225772" y="7479"/>
                  </a:lnTo>
                  <a:lnTo>
                    <a:pt x="217987" y="7240"/>
                  </a:lnTo>
                  <a:lnTo>
                    <a:pt x="210202" y="6996"/>
                  </a:lnTo>
                  <a:lnTo>
                    <a:pt x="202417" y="6752"/>
                  </a:lnTo>
                  <a:lnTo>
                    <a:pt x="194631" y="6491"/>
                  </a:lnTo>
                  <a:lnTo>
                    <a:pt x="186846" y="6187"/>
                  </a:lnTo>
                  <a:lnTo>
                    <a:pt x="179061" y="5880"/>
                  </a:lnTo>
                  <a:lnTo>
                    <a:pt x="171275" y="5571"/>
                  </a:lnTo>
                  <a:lnTo>
                    <a:pt x="163490" y="5267"/>
                  </a:lnTo>
                  <a:lnTo>
                    <a:pt x="155705" y="5063"/>
                  </a:lnTo>
                  <a:lnTo>
                    <a:pt x="147920" y="4786"/>
                  </a:lnTo>
                  <a:lnTo>
                    <a:pt x="140134" y="4318"/>
                  </a:lnTo>
                  <a:lnTo>
                    <a:pt x="132349" y="3980"/>
                  </a:lnTo>
                  <a:lnTo>
                    <a:pt x="124564" y="3681"/>
                  </a:lnTo>
                  <a:lnTo>
                    <a:pt x="116779" y="3366"/>
                  </a:lnTo>
                  <a:lnTo>
                    <a:pt x="108993" y="3050"/>
                  </a:lnTo>
                  <a:lnTo>
                    <a:pt x="101208" y="2726"/>
                  </a:lnTo>
                  <a:lnTo>
                    <a:pt x="93423" y="2400"/>
                  </a:lnTo>
                  <a:lnTo>
                    <a:pt x="85637" y="2071"/>
                  </a:lnTo>
                  <a:lnTo>
                    <a:pt x="77852" y="1740"/>
                  </a:lnTo>
                  <a:lnTo>
                    <a:pt x="70067" y="1470"/>
                  </a:lnTo>
                  <a:lnTo>
                    <a:pt x="62282" y="1373"/>
                  </a:lnTo>
                  <a:lnTo>
                    <a:pt x="54496" y="1276"/>
                  </a:lnTo>
                  <a:lnTo>
                    <a:pt x="46711" y="1179"/>
                  </a:lnTo>
                  <a:lnTo>
                    <a:pt x="38926" y="1082"/>
                  </a:lnTo>
                  <a:lnTo>
                    <a:pt x="31141" y="984"/>
                  </a:lnTo>
                  <a:lnTo>
                    <a:pt x="23355" y="812"/>
                  </a:lnTo>
                  <a:lnTo>
                    <a:pt x="15570" y="543"/>
                  </a:lnTo>
                  <a:lnTo>
                    <a:pt x="7785" y="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1247627" y="4774897"/>
              <a:ext cx="2016385" cy="179597"/>
            </a:xfrm>
            <a:custGeom>
              <a:avLst/>
              <a:pathLst>
                <a:path w="2016385" h="179597">
                  <a:moveTo>
                    <a:pt x="0" y="0"/>
                  </a:moveTo>
                  <a:lnTo>
                    <a:pt x="7785" y="1495"/>
                  </a:lnTo>
                  <a:lnTo>
                    <a:pt x="15570" y="2685"/>
                  </a:lnTo>
                  <a:lnTo>
                    <a:pt x="23355" y="4068"/>
                  </a:lnTo>
                  <a:lnTo>
                    <a:pt x="31141" y="6194"/>
                  </a:lnTo>
                  <a:lnTo>
                    <a:pt x="38926" y="7975"/>
                  </a:lnTo>
                  <a:lnTo>
                    <a:pt x="46711" y="9434"/>
                  </a:lnTo>
                  <a:lnTo>
                    <a:pt x="54496" y="11062"/>
                  </a:lnTo>
                  <a:lnTo>
                    <a:pt x="62282" y="12295"/>
                  </a:lnTo>
                  <a:lnTo>
                    <a:pt x="70067" y="13839"/>
                  </a:lnTo>
                  <a:lnTo>
                    <a:pt x="77852" y="15149"/>
                  </a:lnTo>
                  <a:lnTo>
                    <a:pt x="85637" y="16341"/>
                  </a:lnTo>
                  <a:lnTo>
                    <a:pt x="93423" y="17497"/>
                  </a:lnTo>
                  <a:lnTo>
                    <a:pt x="101208" y="18635"/>
                  </a:lnTo>
                  <a:lnTo>
                    <a:pt x="108993" y="19756"/>
                  </a:lnTo>
                  <a:lnTo>
                    <a:pt x="116779" y="20938"/>
                  </a:lnTo>
                  <a:lnTo>
                    <a:pt x="124564" y="22447"/>
                  </a:lnTo>
                  <a:lnTo>
                    <a:pt x="132349" y="24003"/>
                  </a:lnTo>
                  <a:lnTo>
                    <a:pt x="140134" y="25229"/>
                  </a:lnTo>
                  <a:lnTo>
                    <a:pt x="147920" y="26461"/>
                  </a:lnTo>
                  <a:lnTo>
                    <a:pt x="155705" y="27486"/>
                  </a:lnTo>
                  <a:lnTo>
                    <a:pt x="163490" y="28516"/>
                  </a:lnTo>
                  <a:lnTo>
                    <a:pt x="171275" y="29775"/>
                  </a:lnTo>
                  <a:lnTo>
                    <a:pt x="179061" y="30956"/>
                  </a:lnTo>
                  <a:lnTo>
                    <a:pt x="186846" y="32117"/>
                  </a:lnTo>
                  <a:lnTo>
                    <a:pt x="194631" y="32921"/>
                  </a:lnTo>
                  <a:lnTo>
                    <a:pt x="202417" y="33492"/>
                  </a:lnTo>
                  <a:lnTo>
                    <a:pt x="210202" y="34420"/>
                  </a:lnTo>
                  <a:lnTo>
                    <a:pt x="217987" y="35727"/>
                  </a:lnTo>
                  <a:lnTo>
                    <a:pt x="225772" y="36805"/>
                  </a:lnTo>
                  <a:lnTo>
                    <a:pt x="233558" y="37984"/>
                  </a:lnTo>
                  <a:lnTo>
                    <a:pt x="241343" y="38948"/>
                  </a:lnTo>
                  <a:lnTo>
                    <a:pt x="249128" y="40272"/>
                  </a:lnTo>
                  <a:lnTo>
                    <a:pt x="256913" y="40994"/>
                  </a:lnTo>
                  <a:lnTo>
                    <a:pt x="264699" y="42092"/>
                  </a:lnTo>
                  <a:lnTo>
                    <a:pt x="272484" y="43130"/>
                  </a:lnTo>
                  <a:lnTo>
                    <a:pt x="280269" y="44350"/>
                  </a:lnTo>
                  <a:lnTo>
                    <a:pt x="288055" y="45207"/>
                  </a:lnTo>
                  <a:lnTo>
                    <a:pt x="295840" y="46252"/>
                  </a:lnTo>
                  <a:lnTo>
                    <a:pt x="303625" y="47537"/>
                  </a:lnTo>
                  <a:lnTo>
                    <a:pt x="311410" y="48318"/>
                  </a:lnTo>
                  <a:lnTo>
                    <a:pt x="319196" y="49342"/>
                  </a:lnTo>
                  <a:lnTo>
                    <a:pt x="326981" y="50315"/>
                  </a:lnTo>
                  <a:lnTo>
                    <a:pt x="334766" y="51143"/>
                  </a:lnTo>
                  <a:lnTo>
                    <a:pt x="342551" y="52258"/>
                  </a:lnTo>
                  <a:lnTo>
                    <a:pt x="350337" y="52945"/>
                  </a:lnTo>
                  <a:lnTo>
                    <a:pt x="358122" y="53486"/>
                  </a:lnTo>
                  <a:lnTo>
                    <a:pt x="365907" y="54448"/>
                  </a:lnTo>
                  <a:lnTo>
                    <a:pt x="373692" y="55397"/>
                  </a:lnTo>
                  <a:lnTo>
                    <a:pt x="381478" y="55751"/>
                  </a:lnTo>
                  <a:lnTo>
                    <a:pt x="389263" y="56444"/>
                  </a:lnTo>
                  <a:lnTo>
                    <a:pt x="397048" y="57179"/>
                  </a:lnTo>
                  <a:lnTo>
                    <a:pt x="404834" y="58037"/>
                  </a:lnTo>
                  <a:lnTo>
                    <a:pt x="412619" y="58890"/>
                  </a:lnTo>
                  <a:lnTo>
                    <a:pt x="420404" y="59740"/>
                  </a:lnTo>
                  <a:lnTo>
                    <a:pt x="428189" y="60318"/>
                  </a:lnTo>
                  <a:lnTo>
                    <a:pt x="435975" y="61181"/>
                  </a:lnTo>
                  <a:lnTo>
                    <a:pt x="443760" y="61873"/>
                  </a:lnTo>
                  <a:lnTo>
                    <a:pt x="451545" y="62152"/>
                  </a:lnTo>
                  <a:lnTo>
                    <a:pt x="459330" y="62505"/>
                  </a:lnTo>
                  <a:lnTo>
                    <a:pt x="467116" y="63167"/>
                  </a:lnTo>
                  <a:lnTo>
                    <a:pt x="474901" y="63901"/>
                  </a:lnTo>
                  <a:lnTo>
                    <a:pt x="482686" y="64713"/>
                  </a:lnTo>
                  <a:lnTo>
                    <a:pt x="490472" y="65561"/>
                  </a:lnTo>
                  <a:lnTo>
                    <a:pt x="498257" y="66027"/>
                  </a:lnTo>
                  <a:lnTo>
                    <a:pt x="506042" y="66644"/>
                  </a:lnTo>
                  <a:lnTo>
                    <a:pt x="513827" y="67183"/>
                  </a:lnTo>
                  <a:lnTo>
                    <a:pt x="521613" y="67696"/>
                  </a:lnTo>
                  <a:lnTo>
                    <a:pt x="529398" y="68001"/>
                  </a:lnTo>
                  <a:lnTo>
                    <a:pt x="537183" y="68298"/>
                  </a:lnTo>
                  <a:lnTo>
                    <a:pt x="544968" y="68703"/>
                  </a:lnTo>
                  <a:lnTo>
                    <a:pt x="552754" y="69145"/>
                  </a:lnTo>
                  <a:lnTo>
                    <a:pt x="560539" y="69587"/>
                  </a:lnTo>
                  <a:lnTo>
                    <a:pt x="568324" y="70079"/>
                  </a:lnTo>
                  <a:lnTo>
                    <a:pt x="576110" y="70593"/>
                  </a:lnTo>
                  <a:lnTo>
                    <a:pt x="583895" y="71303"/>
                  </a:lnTo>
                  <a:lnTo>
                    <a:pt x="591680" y="71845"/>
                  </a:lnTo>
                  <a:lnTo>
                    <a:pt x="599465" y="71766"/>
                  </a:lnTo>
                  <a:lnTo>
                    <a:pt x="607251" y="72576"/>
                  </a:lnTo>
                  <a:lnTo>
                    <a:pt x="615036" y="72883"/>
                  </a:lnTo>
                  <a:lnTo>
                    <a:pt x="622821" y="73311"/>
                  </a:lnTo>
                  <a:lnTo>
                    <a:pt x="630606" y="73483"/>
                  </a:lnTo>
                  <a:lnTo>
                    <a:pt x="638392" y="74156"/>
                  </a:lnTo>
                  <a:lnTo>
                    <a:pt x="646177" y="75053"/>
                  </a:lnTo>
                  <a:lnTo>
                    <a:pt x="653962" y="75397"/>
                  </a:lnTo>
                  <a:lnTo>
                    <a:pt x="661747" y="75579"/>
                  </a:lnTo>
                  <a:lnTo>
                    <a:pt x="669533" y="75763"/>
                  </a:lnTo>
                  <a:lnTo>
                    <a:pt x="677318" y="76322"/>
                  </a:lnTo>
                  <a:lnTo>
                    <a:pt x="685103" y="77084"/>
                  </a:lnTo>
                  <a:lnTo>
                    <a:pt x="692889" y="77327"/>
                  </a:lnTo>
                  <a:lnTo>
                    <a:pt x="700674" y="77729"/>
                  </a:lnTo>
                  <a:lnTo>
                    <a:pt x="708459" y="77844"/>
                  </a:lnTo>
                  <a:lnTo>
                    <a:pt x="716244" y="78103"/>
                  </a:lnTo>
                  <a:lnTo>
                    <a:pt x="724030" y="78463"/>
                  </a:lnTo>
                  <a:lnTo>
                    <a:pt x="731815" y="78478"/>
                  </a:lnTo>
                  <a:lnTo>
                    <a:pt x="739600" y="78430"/>
                  </a:lnTo>
                  <a:lnTo>
                    <a:pt x="747385" y="78411"/>
                  </a:lnTo>
                  <a:lnTo>
                    <a:pt x="755171" y="78849"/>
                  </a:lnTo>
                  <a:lnTo>
                    <a:pt x="762956" y="78631"/>
                  </a:lnTo>
                  <a:lnTo>
                    <a:pt x="770741" y="78734"/>
                  </a:lnTo>
                  <a:lnTo>
                    <a:pt x="778527" y="78842"/>
                  </a:lnTo>
                  <a:lnTo>
                    <a:pt x="786312" y="78955"/>
                  </a:lnTo>
                  <a:lnTo>
                    <a:pt x="794097" y="79117"/>
                  </a:lnTo>
                  <a:lnTo>
                    <a:pt x="801882" y="79372"/>
                  </a:lnTo>
                  <a:lnTo>
                    <a:pt x="809668" y="79785"/>
                  </a:lnTo>
                  <a:lnTo>
                    <a:pt x="817453" y="80453"/>
                  </a:lnTo>
                  <a:lnTo>
                    <a:pt x="825238" y="80386"/>
                  </a:lnTo>
                  <a:lnTo>
                    <a:pt x="833023" y="80852"/>
                  </a:lnTo>
                  <a:lnTo>
                    <a:pt x="840809" y="81128"/>
                  </a:lnTo>
                  <a:lnTo>
                    <a:pt x="848594" y="81110"/>
                  </a:lnTo>
                  <a:lnTo>
                    <a:pt x="856379" y="81306"/>
                  </a:lnTo>
                  <a:lnTo>
                    <a:pt x="864165" y="81969"/>
                  </a:lnTo>
                  <a:lnTo>
                    <a:pt x="871950" y="81760"/>
                  </a:lnTo>
                  <a:lnTo>
                    <a:pt x="879735" y="81370"/>
                  </a:lnTo>
                  <a:lnTo>
                    <a:pt x="887520" y="80979"/>
                  </a:lnTo>
                  <a:lnTo>
                    <a:pt x="895306" y="81259"/>
                  </a:lnTo>
                  <a:lnTo>
                    <a:pt x="903091" y="81441"/>
                  </a:lnTo>
                  <a:lnTo>
                    <a:pt x="910876" y="81704"/>
                  </a:lnTo>
                  <a:lnTo>
                    <a:pt x="918661" y="81825"/>
                  </a:lnTo>
                  <a:lnTo>
                    <a:pt x="926447" y="81689"/>
                  </a:lnTo>
                  <a:lnTo>
                    <a:pt x="934232" y="81866"/>
                  </a:lnTo>
                  <a:lnTo>
                    <a:pt x="942017" y="82219"/>
                  </a:lnTo>
                  <a:lnTo>
                    <a:pt x="949802" y="82668"/>
                  </a:lnTo>
                  <a:lnTo>
                    <a:pt x="957588" y="83004"/>
                  </a:lnTo>
                  <a:lnTo>
                    <a:pt x="965373" y="83199"/>
                  </a:lnTo>
                  <a:lnTo>
                    <a:pt x="973158" y="83643"/>
                  </a:lnTo>
                  <a:lnTo>
                    <a:pt x="980944" y="84052"/>
                  </a:lnTo>
                  <a:lnTo>
                    <a:pt x="988729" y="84307"/>
                  </a:lnTo>
                  <a:lnTo>
                    <a:pt x="996514" y="84448"/>
                  </a:lnTo>
                  <a:lnTo>
                    <a:pt x="1004299" y="84251"/>
                  </a:lnTo>
                  <a:lnTo>
                    <a:pt x="1012085" y="84054"/>
                  </a:lnTo>
                  <a:lnTo>
                    <a:pt x="1019870" y="84394"/>
                  </a:lnTo>
                  <a:lnTo>
                    <a:pt x="1027655" y="84636"/>
                  </a:lnTo>
                  <a:lnTo>
                    <a:pt x="1035440" y="84742"/>
                  </a:lnTo>
                  <a:lnTo>
                    <a:pt x="1043226" y="85063"/>
                  </a:lnTo>
                  <a:lnTo>
                    <a:pt x="1051011" y="85154"/>
                  </a:lnTo>
                  <a:lnTo>
                    <a:pt x="1058796" y="85354"/>
                  </a:lnTo>
                  <a:lnTo>
                    <a:pt x="1066582" y="85736"/>
                  </a:lnTo>
                  <a:lnTo>
                    <a:pt x="1074367" y="85846"/>
                  </a:lnTo>
                  <a:lnTo>
                    <a:pt x="1082152" y="85684"/>
                  </a:lnTo>
                  <a:lnTo>
                    <a:pt x="1089937" y="85551"/>
                  </a:lnTo>
                  <a:lnTo>
                    <a:pt x="1097723" y="85796"/>
                  </a:lnTo>
                  <a:lnTo>
                    <a:pt x="1105508" y="86142"/>
                  </a:lnTo>
                  <a:lnTo>
                    <a:pt x="1113293" y="86144"/>
                  </a:lnTo>
                  <a:lnTo>
                    <a:pt x="1121078" y="86167"/>
                  </a:lnTo>
                  <a:lnTo>
                    <a:pt x="1128864" y="86390"/>
                  </a:lnTo>
                  <a:lnTo>
                    <a:pt x="1136649" y="86379"/>
                  </a:lnTo>
                  <a:lnTo>
                    <a:pt x="1144434" y="86503"/>
                  </a:lnTo>
                  <a:lnTo>
                    <a:pt x="1152220" y="86672"/>
                  </a:lnTo>
                  <a:lnTo>
                    <a:pt x="1160005" y="86825"/>
                  </a:lnTo>
                  <a:lnTo>
                    <a:pt x="1167790" y="86740"/>
                  </a:lnTo>
                  <a:lnTo>
                    <a:pt x="1175575" y="86781"/>
                  </a:lnTo>
                  <a:lnTo>
                    <a:pt x="1183361" y="87074"/>
                  </a:lnTo>
                  <a:lnTo>
                    <a:pt x="1191146" y="87366"/>
                  </a:lnTo>
                  <a:lnTo>
                    <a:pt x="1198931" y="87384"/>
                  </a:lnTo>
                  <a:lnTo>
                    <a:pt x="1206716" y="87261"/>
                  </a:lnTo>
                  <a:lnTo>
                    <a:pt x="1214502" y="87137"/>
                  </a:lnTo>
                  <a:lnTo>
                    <a:pt x="1222287" y="87013"/>
                  </a:lnTo>
                  <a:lnTo>
                    <a:pt x="1230072" y="86898"/>
                  </a:lnTo>
                  <a:lnTo>
                    <a:pt x="1237857" y="86826"/>
                  </a:lnTo>
                  <a:lnTo>
                    <a:pt x="1245643" y="87123"/>
                  </a:lnTo>
                  <a:lnTo>
                    <a:pt x="1253428" y="87264"/>
                  </a:lnTo>
                  <a:lnTo>
                    <a:pt x="1261213" y="87238"/>
                  </a:lnTo>
                  <a:lnTo>
                    <a:pt x="1268999" y="87204"/>
                  </a:lnTo>
                  <a:lnTo>
                    <a:pt x="1276784" y="87168"/>
                  </a:lnTo>
                  <a:lnTo>
                    <a:pt x="1284569" y="87133"/>
                  </a:lnTo>
                  <a:lnTo>
                    <a:pt x="1292354" y="87098"/>
                  </a:lnTo>
                  <a:lnTo>
                    <a:pt x="1300140" y="87063"/>
                  </a:lnTo>
                  <a:lnTo>
                    <a:pt x="1307925" y="87028"/>
                  </a:lnTo>
                  <a:lnTo>
                    <a:pt x="1315710" y="86994"/>
                  </a:lnTo>
                  <a:lnTo>
                    <a:pt x="1323495" y="86965"/>
                  </a:lnTo>
                  <a:lnTo>
                    <a:pt x="1331281" y="86936"/>
                  </a:lnTo>
                  <a:lnTo>
                    <a:pt x="1339066" y="86907"/>
                  </a:lnTo>
                  <a:lnTo>
                    <a:pt x="1346851" y="86878"/>
                  </a:lnTo>
                  <a:lnTo>
                    <a:pt x="1354637" y="86853"/>
                  </a:lnTo>
                  <a:lnTo>
                    <a:pt x="1362422" y="86954"/>
                  </a:lnTo>
                  <a:lnTo>
                    <a:pt x="1370207" y="87037"/>
                  </a:lnTo>
                  <a:lnTo>
                    <a:pt x="1377992" y="86962"/>
                  </a:lnTo>
                  <a:lnTo>
                    <a:pt x="1385778" y="86887"/>
                  </a:lnTo>
                  <a:lnTo>
                    <a:pt x="1393563" y="86812"/>
                  </a:lnTo>
                  <a:lnTo>
                    <a:pt x="1401348" y="86737"/>
                  </a:lnTo>
                  <a:lnTo>
                    <a:pt x="1409133" y="86662"/>
                  </a:lnTo>
                  <a:lnTo>
                    <a:pt x="1416919" y="86585"/>
                  </a:lnTo>
                  <a:lnTo>
                    <a:pt x="1424704" y="86507"/>
                  </a:lnTo>
                  <a:lnTo>
                    <a:pt x="1432489" y="86428"/>
                  </a:lnTo>
                  <a:lnTo>
                    <a:pt x="1440275" y="86347"/>
                  </a:lnTo>
                  <a:lnTo>
                    <a:pt x="1448060" y="86181"/>
                  </a:lnTo>
                  <a:lnTo>
                    <a:pt x="1455845" y="85828"/>
                  </a:lnTo>
                  <a:lnTo>
                    <a:pt x="1463630" y="85734"/>
                  </a:lnTo>
                  <a:lnTo>
                    <a:pt x="1471416" y="85710"/>
                  </a:lnTo>
                  <a:lnTo>
                    <a:pt x="1479201" y="85685"/>
                  </a:lnTo>
                  <a:lnTo>
                    <a:pt x="1486986" y="85661"/>
                  </a:lnTo>
                  <a:lnTo>
                    <a:pt x="1494771" y="85539"/>
                  </a:lnTo>
                  <a:lnTo>
                    <a:pt x="1502557" y="85215"/>
                  </a:lnTo>
                  <a:lnTo>
                    <a:pt x="1510342" y="84898"/>
                  </a:lnTo>
                  <a:lnTo>
                    <a:pt x="1518127" y="85261"/>
                  </a:lnTo>
                  <a:lnTo>
                    <a:pt x="1525912" y="85196"/>
                  </a:lnTo>
                  <a:lnTo>
                    <a:pt x="1533698" y="85420"/>
                  </a:lnTo>
                  <a:lnTo>
                    <a:pt x="1541483" y="85237"/>
                  </a:lnTo>
                  <a:lnTo>
                    <a:pt x="1549268" y="84909"/>
                  </a:lnTo>
                  <a:lnTo>
                    <a:pt x="1557054" y="84654"/>
                  </a:lnTo>
                  <a:lnTo>
                    <a:pt x="1564839" y="84513"/>
                  </a:lnTo>
                  <a:lnTo>
                    <a:pt x="1572624" y="84372"/>
                  </a:lnTo>
                  <a:lnTo>
                    <a:pt x="1580409" y="84238"/>
                  </a:lnTo>
                  <a:lnTo>
                    <a:pt x="1588195" y="84105"/>
                  </a:lnTo>
                  <a:lnTo>
                    <a:pt x="1595980" y="83972"/>
                  </a:lnTo>
                  <a:lnTo>
                    <a:pt x="1603765" y="83878"/>
                  </a:lnTo>
                  <a:lnTo>
                    <a:pt x="1611550" y="84086"/>
                  </a:lnTo>
                  <a:lnTo>
                    <a:pt x="1619336" y="84318"/>
                  </a:lnTo>
                  <a:lnTo>
                    <a:pt x="1627121" y="84165"/>
                  </a:lnTo>
                  <a:lnTo>
                    <a:pt x="1634906" y="83956"/>
                  </a:lnTo>
                  <a:lnTo>
                    <a:pt x="1642692" y="83778"/>
                  </a:lnTo>
                  <a:lnTo>
                    <a:pt x="1650477" y="83522"/>
                  </a:lnTo>
                  <a:lnTo>
                    <a:pt x="1658262" y="83385"/>
                  </a:lnTo>
                  <a:lnTo>
                    <a:pt x="1666047" y="83487"/>
                  </a:lnTo>
                  <a:lnTo>
                    <a:pt x="1673833" y="83404"/>
                  </a:lnTo>
                  <a:lnTo>
                    <a:pt x="1681618" y="83233"/>
                  </a:lnTo>
                  <a:lnTo>
                    <a:pt x="1689403" y="83241"/>
                  </a:lnTo>
                  <a:lnTo>
                    <a:pt x="1697188" y="83360"/>
                  </a:lnTo>
                  <a:lnTo>
                    <a:pt x="1704974" y="83479"/>
                  </a:lnTo>
                  <a:lnTo>
                    <a:pt x="1712759" y="83597"/>
                  </a:lnTo>
                  <a:lnTo>
                    <a:pt x="1720544" y="83377"/>
                  </a:lnTo>
                  <a:lnTo>
                    <a:pt x="1728330" y="82998"/>
                  </a:lnTo>
                  <a:lnTo>
                    <a:pt x="1736115" y="82926"/>
                  </a:lnTo>
                  <a:lnTo>
                    <a:pt x="1743900" y="82898"/>
                  </a:lnTo>
                  <a:lnTo>
                    <a:pt x="1751685" y="82870"/>
                  </a:lnTo>
                  <a:lnTo>
                    <a:pt x="1759471" y="82842"/>
                  </a:lnTo>
                  <a:lnTo>
                    <a:pt x="1767256" y="82819"/>
                  </a:lnTo>
                  <a:lnTo>
                    <a:pt x="1775041" y="82796"/>
                  </a:lnTo>
                  <a:lnTo>
                    <a:pt x="1782826" y="82773"/>
                  </a:lnTo>
                  <a:lnTo>
                    <a:pt x="1790612" y="82750"/>
                  </a:lnTo>
                  <a:lnTo>
                    <a:pt x="1798397" y="82726"/>
                  </a:lnTo>
                  <a:lnTo>
                    <a:pt x="1806182" y="82644"/>
                  </a:lnTo>
                  <a:lnTo>
                    <a:pt x="1813967" y="82563"/>
                  </a:lnTo>
                  <a:lnTo>
                    <a:pt x="1821753" y="82484"/>
                  </a:lnTo>
                  <a:lnTo>
                    <a:pt x="1829538" y="82405"/>
                  </a:lnTo>
                  <a:lnTo>
                    <a:pt x="1837323" y="82327"/>
                  </a:lnTo>
                  <a:lnTo>
                    <a:pt x="1845109" y="82248"/>
                  </a:lnTo>
                  <a:lnTo>
                    <a:pt x="1852894" y="82169"/>
                  </a:lnTo>
                  <a:lnTo>
                    <a:pt x="1860679" y="82090"/>
                  </a:lnTo>
                  <a:lnTo>
                    <a:pt x="1868464" y="82011"/>
                  </a:lnTo>
                  <a:lnTo>
                    <a:pt x="1876250" y="81932"/>
                  </a:lnTo>
                  <a:lnTo>
                    <a:pt x="1884035" y="81852"/>
                  </a:lnTo>
                  <a:lnTo>
                    <a:pt x="1891820" y="81773"/>
                  </a:lnTo>
                  <a:lnTo>
                    <a:pt x="1899605" y="81694"/>
                  </a:lnTo>
                  <a:lnTo>
                    <a:pt x="1907391" y="81615"/>
                  </a:lnTo>
                  <a:lnTo>
                    <a:pt x="1915176" y="81535"/>
                  </a:lnTo>
                  <a:lnTo>
                    <a:pt x="1922961" y="81265"/>
                  </a:lnTo>
                  <a:lnTo>
                    <a:pt x="1930747" y="80977"/>
                  </a:lnTo>
                  <a:lnTo>
                    <a:pt x="1938532" y="80688"/>
                  </a:lnTo>
                  <a:lnTo>
                    <a:pt x="1946317" y="80399"/>
                  </a:lnTo>
                  <a:lnTo>
                    <a:pt x="1954102" y="80109"/>
                  </a:lnTo>
                  <a:lnTo>
                    <a:pt x="1961888" y="79821"/>
                  </a:lnTo>
                  <a:lnTo>
                    <a:pt x="1969673" y="79535"/>
                  </a:lnTo>
                  <a:lnTo>
                    <a:pt x="1977458" y="79265"/>
                  </a:lnTo>
                  <a:lnTo>
                    <a:pt x="1985243" y="79379"/>
                  </a:lnTo>
                  <a:lnTo>
                    <a:pt x="1993029" y="79494"/>
                  </a:lnTo>
                  <a:lnTo>
                    <a:pt x="2000814" y="79613"/>
                  </a:lnTo>
                  <a:lnTo>
                    <a:pt x="2008599" y="79669"/>
                  </a:lnTo>
                  <a:lnTo>
                    <a:pt x="2016385" y="79492"/>
                  </a:lnTo>
                  <a:lnTo>
                    <a:pt x="2016385" y="179597"/>
                  </a:lnTo>
                  <a:lnTo>
                    <a:pt x="2008599" y="179555"/>
                  </a:lnTo>
                  <a:lnTo>
                    <a:pt x="2000814" y="179509"/>
                  </a:lnTo>
                  <a:lnTo>
                    <a:pt x="1993029" y="179462"/>
                  </a:lnTo>
                  <a:lnTo>
                    <a:pt x="1985243" y="179414"/>
                  </a:lnTo>
                  <a:lnTo>
                    <a:pt x="1977458" y="179366"/>
                  </a:lnTo>
                  <a:lnTo>
                    <a:pt x="1969673" y="179317"/>
                  </a:lnTo>
                  <a:lnTo>
                    <a:pt x="1961888" y="179267"/>
                  </a:lnTo>
                  <a:lnTo>
                    <a:pt x="1954102" y="179218"/>
                  </a:lnTo>
                  <a:lnTo>
                    <a:pt x="1946317" y="179175"/>
                  </a:lnTo>
                  <a:lnTo>
                    <a:pt x="1938532" y="179131"/>
                  </a:lnTo>
                  <a:lnTo>
                    <a:pt x="1930747" y="179086"/>
                  </a:lnTo>
                  <a:lnTo>
                    <a:pt x="1922961" y="179041"/>
                  </a:lnTo>
                  <a:lnTo>
                    <a:pt x="1915176" y="178989"/>
                  </a:lnTo>
                  <a:lnTo>
                    <a:pt x="1907391" y="178930"/>
                  </a:lnTo>
                  <a:lnTo>
                    <a:pt x="1899605" y="178869"/>
                  </a:lnTo>
                  <a:lnTo>
                    <a:pt x="1891820" y="178806"/>
                  </a:lnTo>
                  <a:lnTo>
                    <a:pt x="1884035" y="178743"/>
                  </a:lnTo>
                  <a:lnTo>
                    <a:pt x="1876250" y="178679"/>
                  </a:lnTo>
                  <a:lnTo>
                    <a:pt x="1868464" y="178613"/>
                  </a:lnTo>
                  <a:lnTo>
                    <a:pt x="1860679" y="178547"/>
                  </a:lnTo>
                  <a:lnTo>
                    <a:pt x="1852894" y="178479"/>
                  </a:lnTo>
                  <a:lnTo>
                    <a:pt x="1845109" y="178412"/>
                  </a:lnTo>
                  <a:lnTo>
                    <a:pt x="1837323" y="178347"/>
                  </a:lnTo>
                  <a:lnTo>
                    <a:pt x="1829538" y="178282"/>
                  </a:lnTo>
                  <a:lnTo>
                    <a:pt x="1821753" y="178215"/>
                  </a:lnTo>
                  <a:lnTo>
                    <a:pt x="1813967" y="178154"/>
                  </a:lnTo>
                  <a:lnTo>
                    <a:pt x="1806182" y="178097"/>
                  </a:lnTo>
                  <a:lnTo>
                    <a:pt x="1798397" y="178040"/>
                  </a:lnTo>
                  <a:lnTo>
                    <a:pt x="1790612" y="177981"/>
                  </a:lnTo>
                  <a:lnTo>
                    <a:pt x="1782826" y="177922"/>
                  </a:lnTo>
                  <a:lnTo>
                    <a:pt x="1775041" y="177862"/>
                  </a:lnTo>
                  <a:lnTo>
                    <a:pt x="1767256" y="177797"/>
                  </a:lnTo>
                  <a:lnTo>
                    <a:pt x="1759471" y="177724"/>
                  </a:lnTo>
                  <a:lnTo>
                    <a:pt x="1751685" y="177651"/>
                  </a:lnTo>
                  <a:lnTo>
                    <a:pt x="1743900" y="177576"/>
                  </a:lnTo>
                  <a:lnTo>
                    <a:pt x="1736115" y="177509"/>
                  </a:lnTo>
                  <a:lnTo>
                    <a:pt x="1728330" y="177441"/>
                  </a:lnTo>
                  <a:lnTo>
                    <a:pt x="1720544" y="177373"/>
                  </a:lnTo>
                  <a:lnTo>
                    <a:pt x="1712759" y="177304"/>
                  </a:lnTo>
                  <a:lnTo>
                    <a:pt x="1704974" y="177233"/>
                  </a:lnTo>
                  <a:lnTo>
                    <a:pt x="1697188" y="177162"/>
                  </a:lnTo>
                  <a:lnTo>
                    <a:pt x="1689403" y="177089"/>
                  </a:lnTo>
                  <a:lnTo>
                    <a:pt x="1681618" y="177016"/>
                  </a:lnTo>
                  <a:lnTo>
                    <a:pt x="1673833" y="176933"/>
                  </a:lnTo>
                  <a:lnTo>
                    <a:pt x="1666047" y="176840"/>
                  </a:lnTo>
                  <a:lnTo>
                    <a:pt x="1658262" y="176774"/>
                  </a:lnTo>
                  <a:lnTo>
                    <a:pt x="1650477" y="176685"/>
                  </a:lnTo>
                  <a:lnTo>
                    <a:pt x="1642692" y="176608"/>
                  </a:lnTo>
                  <a:lnTo>
                    <a:pt x="1634906" y="176529"/>
                  </a:lnTo>
                  <a:lnTo>
                    <a:pt x="1627121" y="176449"/>
                  </a:lnTo>
                  <a:lnTo>
                    <a:pt x="1619336" y="176368"/>
                  </a:lnTo>
                  <a:lnTo>
                    <a:pt x="1611550" y="176279"/>
                  </a:lnTo>
                  <a:lnTo>
                    <a:pt x="1603765" y="176179"/>
                  </a:lnTo>
                  <a:lnTo>
                    <a:pt x="1595980" y="176077"/>
                  </a:lnTo>
                  <a:lnTo>
                    <a:pt x="1588195" y="175974"/>
                  </a:lnTo>
                  <a:lnTo>
                    <a:pt x="1580409" y="175869"/>
                  </a:lnTo>
                  <a:lnTo>
                    <a:pt x="1572624" y="175766"/>
                  </a:lnTo>
                  <a:lnTo>
                    <a:pt x="1564839" y="175678"/>
                  </a:lnTo>
                  <a:lnTo>
                    <a:pt x="1557054" y="175602"/>
                  </a:lnTo>
                  <a:lnTo>
                    <a:pt x="1549268" y="175527"/>
                  </a:lnTo>
                  <a:lnTo>
                    <a:pt x="1541483" y="175438"/>
                  </a:lnTo>
                  <a:lnTo>
                    <a:pt x="1533698" y="175344"/>
                  </a:lnTo>
                  <a:lnTo>
                    <a:pt x="1525912" y="175258"/>
                  </a:lnTo>
                  <a:lnTo>
                    <a:pt x="1518127" y="175172"/>
                  </a:lnTo>
                  <a:lnTo>
                    <a:pt x="1510342" y="175084"/>
                  </a:lnTo>
                  <a:lnTo>
                    <a:pt x="1502557" y="174995"/>
                  </a:lnTo>
                  <a:lnTo>
                    <a:pt x="1494771" y="174905"/>
                  </a:lnTo>
                  <a:lnTo>
                    <a:pt x="1486986" y="174814"/>
                  </a:lnTo>
                  <a:lnTo>
                    <a:pt x="1479201" y="174718"/>
                  </a:lnTo>
                  <a:lnTo>
                    <a:pt x="1471416" y="174614"/>
                  </a:lnTo>
                  <a:lnTo>
                    <a:pt x="1463630" y="174507"/>
                  </a:lnTo>
                  <a:lnTo>
                    <a:pt x="1455845" y="174382"/>
                  </a:lnTo>
                  <a:lnTo>
                    <a:pt x="1448060" y="174256"/>
                  </a:lnTo>
                  <a:lnTo>
                    <a:pt x="1440275" y="174127"/>
                  </a:lnTo>
                  <a:lnTo>
                    <a:pt x="1432489" y="173996"/>
                  </a:lnTo>
                  <a:lnTo>
                    <a:pt x="1424704" y="173864"/>
                  </a:lnTo>
                  <a:lnTo>
                    <a:pt x="1416919" y="173729"/>
                  </a:lnTo>
                  <a:lnTo>
                    <a:pt x="1409133" y="173619"/>
                  </a:lnTo>
                  <a:lnTo>
                    <a:pt x="1401348" y="173521"/>
                  </a:lnTo>
                  <a:lnTo>
                    <a:pt x="1393563" y="173422"/>
                  </a:lnTo>
                  <a:lnTo>
                    <a:pt x="1385778" y="173322"/>
                  </a:lnTo>
                  <a:lnTo>
                    <a:pt x="1377992" y="173212"/>
                  </a:lnTo>
                  <a:lnTo>
                    <a:pt x="1370207" y="173114"/>
                  </a:lnTo>
                  <a:lnTo>
                    <a:pt x="1362422" y="172993"/>
                  </a:lnTo>
                  <a:lnTo>
                    <a:pt x="1354637" y="172865"/>
                  </a:lnTo>
                  <a:lnTo>
                    <a:pt x="1346851" y="172735"/>
                  </a:lnTo>
                  <a:lnTo>
                    <a:pt x="1339066" y="172604"/>
                  </a:lnTo>
                  <a:lnTo>
                    <a:pt x="1331281" y="172470"/>
                  </a:lnTo>
                  <a:lnTo>
                    <a:pt x="1323495" y="172306"/>
                  </a:lnTo>
                  <a:lnTo>
                    <a:pt x="1315710" y="172198"/>
                  </a:lnTo>
                  <a:lnTo>
                    <a:pt x="1307925" y="172060"/>
                  </a:lnTo>
                  <a:lnTo>
                    <a:pt x="1300140" y="171919"/>
                  </a:lnTo>
                  <a:lnTo>
                    <a:pt x="1292354" y="171776"/>
                  </a:lnTo>
                  <a:lnTo>
                    <a:pt x="1284569" y="171632"/>
                  </a:lnTo>
                  <a:lnTo>
                    <a:pt x="1276784" y="171486"/>
                  </a:lnTo>
                  <a:lnTo>
                    <a:pt x="1268999" y="171338"/>
                  </a:lnTo>
                  <a:lnTo>
                    <a:pt x="1261213" y="171188"/>
                  </a:lnTo>
                  <a:lnTo>
                    <a:pt x="1253428" y="171036"/>
                  </a:lnTo>
                  <a:lnTo>
                    <a:pt x="1245643" y="170882"/>
                  </a:lnTo>
                  <a:lnTo>
                    <a:pt x="1237857" y="170759"/>
                  </a:lnTo>
                  <a:lnTo>
                    <a:pt x="1230072" y="170588"/>
                  </a:lnTo>
                  <a:lnTo>
                    <a:pt x="1222287" y="170410"/>
                  </a:lnTo>
                  <a:lnTo>
                    <a:pt x="1214502" y="170244"/>
                  </a:lnTo>
                  <a:lnTo>
                    <a:pt x="1206716" y="170079"/>
                  </a:lnTo>
                  <a:lnTo>
                    <a:pt x="1198931" y="169911"/>
                  </a:lnTo>
                  <a:lnTo>
                    <a:pt x="1191146" y="169742"/>
                  </a:lnTo>
                  <a:lnTo>
                    <a:pt x="1183361" y="169553"/>
                  </a:lnTo>
                  <a:lnTo>
                    <a:pt x="1175575" y="169397"/>
                  </a:lnTo>
                  <a:lnTo>
                    <a:pt x="1167790" y="169222"/>
                  </a:lnTo>
                  <a:lnTo>
                    <a:pt x="1160005" y="169045"/>
                  </a:lnTo>
                  <a:lnTo>
                    <a:pt x="1152220" y="168864"/>
                  </a:lnTo>
                  <a:lnTo>
                    <a:pt x="1144434" y="168681"/>
                  </a:lnTo>
                  <a:lnTo>
                    <a:pt x="1136649" y="168532"/>
                  </a:lnTo>
                  <a:lnTo>
                    <a:pt x="1128864" y="168394"/>
                  </a:lnTo>
                  <a:lnTo>
                    <a:pt x="1121078" y="168223"/>
                  </a:lnTo>
                  <a:lnTo>
                    <a:pt x="1113293" y="168031"/>
                  </a:lnTo>
                  <a:lnTo>
                    <a:pt x="1105508" y="167766"/>
                  </a:lnTo>
                  <a:lnTo>
                    <a:pt x="1097723" y="167533"/>
                  </a:lnTo>
                  <a:lnTo>
                    <a:pt x="1089937" y="167332"/>
                  </a:lnTo>
                  <a:lnTo>
                    <a:pt x="1082152" y="167128"/>
                  </a:lnTo>
                  <a:lnTo>
                    <a:pt x="1074367" y="166922"/>
                  </a:lnTo>
                  <a:lnTo>
                    <a:pt x="1066582" y="166713"/>
                  </a:lnTo>
                  <a:lnTo>
                    <a:pt x="1058796" y="166501"/>
                  </a:lnTo>
                  <a:lnTo>
                    <a:pt x="1051011" y="166310"/>
                  </a:lnTo>
                  <a:lnTo>
                    <a:pt x="1043226" y="166123"/>
                  </a:lnTo>
                  <a:lnTo>
                    <a:pt x="1035440" y="165935"/>
                  </a:lnTo>
                  <a:lnTo>
                    <a:pt x="1027655" y="165742"/>
                  </a:lnTo>
                  <a:lnTo>
                    <a:pt x="1019870" y="165547"/>
                  </a:lnTo>
                  <a:lnTo>
                    <a:pt x="1012085" y="165341"/>
                  </a:lnTo>
                  <a:lnTo>
                    <a:pt x="1004299" y="165124"/>
                  </a:lnTo>
                  <a:lnTo>
                    <a:pt x="996514" y="164931"/>
                  </a:lnTo>
                  <a:lnTo>
                    <a:pt x="988729" y="164673"/>
                  </a:lnTo>
                  <a:lnTo>
                    <a:pt x="980944" y="164461"/>
                  </a:lnTo>
                  <a:lnTo>
                    <a:pt x="973158" y="164247"/>
                  </a:lnTo>
                  <a:lnTo>
                    <a:pt x="965373" y="164030"/>
                  </a:lnTo>
                  <a:lnTo>
                    <a:pt x="957588" y="163772"/>
                  </a:lnTo>
                  <a:lnTo>
                    <a:pt x="949802" y="163456"/>
                  </a:lnTo>
                  <a:lnTo>
                    <a:pt x="942017" y="163167"/>
                  </a:lnTo>
                  <a:lnTo>
                    <a:pt x="934232" y="162822"/>
                  </a:lnTo>
                  <a:lnTo>
                    <a:pt x="926447" y="162592"/>
                  </a:lnTo>
                  <a:lnTo>
                    <a:pt x="918661" y="162416"/>
                  </a:lnTo>
                  <a:lnTo>
                    <a:pt x="910876" y="162124"/>
                  </a:lnTo>
                  <a:lnTo>
                    <a:pt x="903091" y="161886"/>
                  </a:lnTo>
                  <a:lnTo>
                    <a:pt x="895306" y="161636"/>
                  </a:lnTo>
                  <a:lnTo>
                    <a:pt x="887520" y="161379"/>
                  </a:lnTo>
                  <a:lnTo>
                    <a:pt x="879735" y="161093"/>
                  </a:lnTo>
                  <a:lnTo>
                    <a:pt x="871950" y="160808"/>
                  </a:lnTo>
                  <a:lnTo>
                    <a:pt x="864165" y="160576"/>
                  </a:lnTo>
                  <a:lnTo>
                    <a:pt x="856379" y="160339"/>
                  </a:lnTo>
                  <a:lnTo>
                    <a:pt x="848594" y="160120"/>
                  </a:lnTo>
                  <a:lnTo>
                    <a:pt x="840809" y="159854"/>
                  </a:lnTo>
                  <a:lnTo>
                    <a:pt x="833023" y="159515"/>
                  </a:lnTo>
                  <a:lnTo>
                    <a:pt x="825238" y="159288"/>
                  </a:lnTo>
                  <a:lnTo>
                    <a:pt x="817453" y="158997"/>
                  </a:lnTo>
                  <a:lnTo>
                    <a:pt x="809668" y="158600"/>
                  </a:lnTo>
                  <a:lnTo>
                    <a:pt x="801882" y="158268"/>
                  </a:lnTo>
                  <a:lnTo>
                    <a:pt x="794097" y="158014"/>
                  </a:lnTo>
                  <a:lnTo>
                    <a:pt x="786312" y="157772"/>
                  </a:lnTo>
                  <a:lnTo>
                    <a:pt x="778527" y="157509"/>
                  </a:lnTo>
                  <a:lnTo>
                    <a:pt x="770741" y="157126"/>
                  </a:lnTo>
                  <a:lnTo>
                    <a:pt x="762956" y="156778"/>
                  </a:lnTo>
                  <a:lnTo>
                    <a:pt x="755171" y="156496"/>
                  </a:lnTo>
                  <a:lnTo>
                    <a:pt x="747385" y="156270"/>
                  </a:lnTo>
                  <a:lnTo>
                    <a:pt x="739600" y="156011"/>
                  </a:lnTo>
                  <a:lnTo>
                    <a:pt x="731815" y="155601"/>
                  </a:lnTo>
                  <a:lnTo>
                    <a:pt x="724030" y="155184"/>
                  </a:lnTo>
                  <a:lnTo>
                    <a:pt x="716244" y="154758"/>
                  </a:lnTo>
                  <a:lnTo>
                    <a:pt x="708459" y="154405"/>
                  </a:lnTo>
                  <a:lnTo>
                    <a:pt x="700674" y="154161"/>
                  </a:lnTo>
                  <a:lnTo>
                    <a:pt x="692889" y="153939"/>
                  </a:lnTo>
                  <a:lnTo>
                    <a:pt x="685103" y="153531"/>
                  </a:lnTo>
                  <a:lnTo>
                    <a:pt x="677318" y="153269"/>
                  </a:lnTo>
                  <a:lnTo>
                    <a:pt x="669533" y="152952"/>
                  </a:lnTo>
                  <a:lnTo>
                    <a:pt x="661747" y="152455"/>
                  </a:lnTo>
                  <a:lnTo>
                    <a:pt x="653962" y="152214"/>
                  </a:lnTo>
                  <a:lnTo>
                    <a:pt x="646177" y="151983"/>
                  </a:lnTo>
                  <a:lnTo>
                    <a:pt x="638392" y="151729"/>
                  </a:lnTo>
                  <a:lnTo>
                    <a:pt x="630606" y="151485"/>
                  </a:lnTo>
                  <a:lnTo>
                    <a:pt x="622821" y="151236"/>
                  </a:lnTo>
                  <a:lnTo>
                    <a:pt x="615036" y="150965"/>
                  </a:lnTo>
                  <a:lnTo>
                    <a:pt x="607251" y="150691"/>
                  </a:lnTo>
                  <a:lnTo>
                    <a:pt x="599465" y="150392"/>
                  </a:lnTo>
                  <a:lnTo>
                    <a:pt x="591680" y="150038"/>
                  </a:lnTo>
                  <a:lnTo>
                    <a:pt x="583895" y="149722"/>
                  </a:lnTo>
                  <a:lnTo>
                    <a:pt x="576110" y="149446"/>
                  </a:lnTo>
                  <a:lnTo>
                    <a:pt x="568324" y="149064"/>
                  </a:lnTo>
                  <a:lnTo>
                    <a:pt x="560539" y="148703"/>
                  </a:lnTo>
                  <a:lnTo>
                    <a:pt x="552754" y="148563"/>
                  </a:lnTo>
                  <a:lnTo>
                    <a:pt x="544968" y="148287"/>
                  </a:lnTo>
                  <a:lnTo>
                    <a:pt x="537183" y="148088"/>
                  </a:lnTo>
                  <a:lnTo>
                    <a:pt x="529398" y="147920"/>
                  </a:lnTo>
                  <a:lnTo>
                    <a:pt x="521613" y="147752"/>
                  </a:lnTo>
                  <a:lnTo>
                    <a:pt x="513827" y="147544"/>
                  </a:lnTo>
                  <a:lnTo>
                    <a:pt x="506042" y="147326"/>
                  </a:lnTo>
                  <a:lnTo>
                    <a:pt x="498257" y="147086"/>
                  </a:lnTo>
                  <a:lnTo>
                    <a:pt x="490472" y="146851"/>
                  </a:lnTo>
                  <a:lnTo>
                    <a:pt x="482686" y="146495"/>
                  </a:lnTo>
                  <a:lnTo>
                    <a:pt x="474901" y="146194"/>
                  </a:lnTo>
                  <a:lnTo>
                    <a:pt x="467116" y="145900"/>
                  </a:lnTo>
                  <a:lnTo>
                    <a:pt x="459330" y="145604"/>
                  </a:lnTo>
                  <a:lnTo>
                    <a:pt x="451545" y="145403"/>
                  </a:lnTo>
                  <a:lnTo>
                    <a:pt x="443760" y="145202"/>
                  </a:lnTo>
                  <a:lnTo>
                    <a:pt x="435975" y="144846"/>
                  </a:lnTo>
                  <a:lnTo>
                    <a:pt x="428189" y="144518"/>
                  </a:lnTo>
                  <a:lnTo>
                    <a:pt x="420404" y="144228"/>
                  </a:lnTo>
                  <a:lnTo>
                    <a:pt x="412619" y="144109"/>
                  </a:lnTo>
                  <a:lnTo>
                    <a:pt x="404834" y="143789"/>
                  </a:lnTo>
                  <a:lnTo>
                    <a:pt x="397048" y="143543"/>
                  </a:lnTo>
                  <a:lnTo>
                    <a:pt x="389263" y="143340"/>
                  </a:lnTo>
                  <a:lnTo>
                    <a:pt x="381478" y="143157"/>
                  </a:lnTo>
                  <a:lnTo>
                    <a:pt x="373692" y="142929"/>
                  </a:lnTo>
                  <a:lnTo>
                    <a:pt x="365907" y="142724"/>
                  </a:lnTo>
                  <a:lnTo>
                    <a:pt x="358122" y="142516"/>
                  </a:lnTo>
                  <a:lnTo>
                    <a:pt x="350337" y="142307"/>
                  </a:lnTo>
                  <a:lnTo>
                    <a:pt x="342551" y="142057"/>
                  </a:lnTo>
                  <a:lnTo>
                    <a:pt x="334766" y="141800"/>
                  </a:lnTo>
                  <a:lnTo>
                    <a:pt x="326981" y="141679"/>
                  </a:lnTo>
                  <a:lnTo>
                    <a:pt x="319196" y="141469"/>
                  </a:lnTo>
                  <a:lnTo>
                    <a:pt x="311410" y="141320"/>
                  </a:lnTo>
                  <a:lnTo>
                    <a:pt x="303625" y="141157"/>
                  </a:lnTo>
                  <a:lnTo>
                    <a:pt x="295840" y="140826"/>
                  </a:lnTo>
                  <a:lnTo>
                    <a:pt x="288055" y="140656"/>
                  </a:lnTo>
                  <a:lnTo>
                    <a:pt x="280269" y="140434"/>
                  </a:lnTo>
                  <a:lnTo>
                    <a:pt x="272484" y="140173"/>
                  </a:lnTo>
                  <a:lnTo>
                    <a:pt x="264699" y="140016"/>
                  </a:lnTo>
                  <a:lnTo>
                    <a:pt x="256913" y="139831"/>
                  </a:lnTo>
                  <a:lnTo>
                    <a:pt x="249128" y="139664"/>
                  </a:lnTo>
                  <a:lnTo>
                    <a:pt x="241343" y="139491"/>
                  </a:lnTo>
                  <a:lnTo>
                    <a:pt x="233558" y="139408"/>
                  </a:lnTo>
                  <a:lnTo>
                    <a:pt x="225772" y="139334"/>
                  </a:lnTo>
                  <a:lnTo>
                    <a:pt x="217987" y="139221"/>
                  </a:lnTo>
                  <a:lnTo>
                    <a:pt x="210202" y="139045"/>
                  </a:lnTo>
                  <a:lnTo>
                    <a:pt x="202417" y="138895"/>
                  </a:lnTo>
                  <a:lnTo>
                    <a:pt x="194631" y="138663"/>
                  </a:lnTo>
                  <a:lnTo>
                    <a:pt x="186846" y="138424"/>
                  </a:lnTo>
                  <a:lnTo>
                    <a:pt x="179061" y="138378"/>
                  </a:lnTo>
                  <a:lnTo>
                    <a:pt x="171275" y="138233"/>
                  </a:lnTo>
                  <a:lnTo>
                    <a:pt x="163490" y="137990"/>
                  </a:lnTo>
                  <a:lnTo>
                    <a:pt x="155705" y="137815"/>
                  </a:lnTo>
                  <a:lnTo>
                    <a:pt x="147920" y="137840"/>
                  </a:lnTo>
                  <a:lnTo>
                    <a:pt x="140134" y="137656"/>
                  </a:lnTo>
                  <a:lnTo>
                    <a:pt x="132349" y="137462"/>
                  </a:lnTo>
                  <a:lnTo>
                    <a:pt x="124564" y="137279"/>
                  </a:lnTo>
                  <a:lnTo>
                    <a:pt x="116779" y="137083"/>
                  </a:lnTo>
                  <a:lnTo>
                    <a:pt x="108993" y="136691"/>
                  </a:lnTo>
                  <a:lnTo>
                    <a:pt x="101208" y="136350"/>
                  </a:lnTo>
                  <a:lnTo>
                    <a:pt x="93423" y="136242"/>
                  </a:lnTo>
                  <a:lnTo>
                    <a:pt x="85637" y="136133"/>
                  </a:lnTo>
                  <a:lnTo>
                    <a:pt x="77852" y="136024"/>
                  </a:lnTo>
                  <a:lnTo>
                    <a:pt x="70067" y="135915"/>
                  </a:lnTo>
                  <a:lnTo>
                    <a:pt x="62282" y="135729"/>
                  </a:lnTo>
                  <a:lnTo>
                    <a:pt x="54496" y="135535"/>
                  </a:lnTo>
                  <a:lnTo>
                    <a:pt x="46711" y="135593"/>
                  </a:lnTo>
                  <a:lnTo>
                    <a:pt x="38926" y="135689"/>
                  </a:lnTo>
                  <a:lnTo>
                    <a:pt x="31141" y="135629"/>
                  </a:lnTo>
                  <a:lnTo>
                    <a:pt x="23355" y="135503"/>
                  </a:lnTo>
                  <a:lnTo>
                    <a:pt x="15570" y="135198"/>
                  </a:lnTo>
                  <a:lnTo>
                    <a:pt x="7785" y="135195"/>
                  </a:lnTo>
                  <a:lnTo>
                    <a:pt x="0" y="135168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247627" y="4774897"/>
              <a:ext cx="2016385" cy="87384"/>
            </a:xfrm>
            <a:custGeom>
              <a:avLst/>
              <a:pathLst>
                <a:path w="2016385" h="87384">
                  <a:moveTo>
                    <a:pt x="0" y="0"/>
                  </a:moveTo>
                  <a:lnTo>
                    <a:pt x="7785" y="1495"/>
                  </a:lnTo>
                  <a:lnTo>
                    <a:pt x="15570" y="2685"/>
                  </a:lnTo>
                  <a:lnTo>
                    <a:pt x="23355" y="4068"/>
                  </a:lnTo>
                  <a:lnTo>
                    <a:pt x="31141" y="6194"/>
                  </a:lnTo>
                  <a:lnTo>
                    <a:pt x="38926" y="7975"/>
                  </a:lnTo>
                  <a:lnTo>
                    <a:pt x="46711" y="9434"/>
                  </a:lnTo>
                  <a:lnTo>
                    <a:pt x="54496" y="11062"/>
                  </a:lnTo>
                  <a:lnTo>
                    <a:pt x="62282" y="12295"/>
                  </a:lnTo>
                  <a:lnTo>
                    <a:pt x="70067" y="13839"/>
                  </a:lnTo>
                  <a:lnTo>
                    <a:pt x="77852" y="15149"/>
                  </a:lnTo>
                  <a:lnTo>
                    <a:pt x="85637" y="16341"/>
                  </a:lnTo>
                  <a:lnTo>
                    <a:pt x="93423" y="17497"/>
                  </a:lnTo>
                  <a:lnTo>
                    <a:pt x="101208" y="18635"/>
                  </a:lnTo>
                  <a:lnTo>
                    <a:pt x="108993" y="19756"/>
                  </a:lnTo>
                  <a:lnTo>
                    <a:pt x="116779" y="20938"/>
                  </a:lnTo>
                  <a:lnTo>
                    <a:pt x="124564" y="22447"/>
                  </a:lnTo>
                  <a:lnTo>
                    <a:pt x="132349" y="24003"/>
                  </a:lnTo>
                  <a:lnTo>
                    <a:pt x="140134" y="25229"/>
                  </a:lnTo>
                  <a:lnTo>
                    <a:pt x="147920" y="26461"/>
                  </a:lnTo>
                  <a:lnTo>
                    <a:pt x="155705" y="27486"/>
                  </a:lnTo>
                  <a:lnTo>
                    <a:pt x="163490" y="28516"/>
                  </a:lnTo>
                  <a:lnTo>
                    <a:pt x="171275" y="29775"/>
                  </a:lnTo>
                  <a:lnTo>
                    <a:pt x="179061" y="30956"/>
                  </a:lnTo>
                  <a:lnTo>
                    <a:pt x="186846" y="32117"/>
                  </a:lnTo>
                  <a:lnTo>
                    <a:pt x="194631" y="32921"/>
                  </a:lnTo>
                  <a:lnTo>
                    <a:pt x="202417" y="33492"/>
                  </a:lnTo>
                  <a:lnTo>
                    <a:pt x="210202" y="34420"/>
                  </a:lnTo>
                  <a:lnTo>
                    <a:pt x="217987" y="35727"/>
                  </a:lnTo>
                  <a:lnTo>
                    <a:pt x="225772" y="36805"/>
                  </a:lnTo>
                  <a:lnTo>
                    <a:pt x="233558" y="37984"/>
                  </a:lnTo>
                  <a:lnTo>
                    <a:pt x="241343" y="38948"/>
                  </a:lnTo>
                  <a:lnTo>
                    <a:pt x="249128" y="40272"/>
                  </a:lnTo>
                  <a:lnTo>
                    <a:pt x="256913" y="40994"/>
                  </a:lnTo>
                  <a:lnTo>
                    <a:pt x="264699" y="42092"/>
                  </a:lnTo>
                  <a:lnTo>
                    <a:pt x="272484" y="43130"/>
                  </a:lnTo>
                  <a:lnTo>
                    <a:pt x="280269" y="44350"/>
                  </a:lnTo>
                  <a:lnTo>
                    <a:pt x="288055" y="45207"/>
                  </a:lnTo>
                  <a:lnTo>
                    <a:pt x="295840" y="46252"/>
                  </a:lnTo>
                  <a:lnTo>
                    <a:pt x="303625" y="47537"/>
                  </a:lnTo>
                  <a:lnTo>
                    <a:pt x="311410" y="48318"/>
                  </a:lnTo>
                  <a:lnTo>
                    <a:pt x="319196" y="49342"/>
                  </a:lnTo>
                  <a:lnTo>
                    <a:pt x="326981" y="50315"/>
                  </a:lnTo>
                  <a:lnTo>
                    <a:pt x="334766" y="51143"/>
                  </a:lnTo>
                  <a:lnTo>
                    <a:pt x="342551" y="52258"/>
                  </a:lnTo>
                  <a:lnTo>
                    <a:pt x="350337" y="52945"/>
                  </a:lnTo>
                  <a:lnTo>
                    <a:pt x="358122" y="53486"/>
                  </a:lnTo>
                  <a:lnTo>
                    <a:pt x="365907" y="54448"/>
                  </a:lnTo>
                  <a:lnTo>
                    <a:pt x="373692" y="55397"/>
                  </a:lnTo>
                  <a:lnTo>
                    <a:pt x="381478" y="55751"/>
                  </a:lnTo>
                  <a:lnTo>
                    <a:pt x="389263" y="56444"/>
                  </a:lnTo>
                  <a:lnTo>
                    <a:pt x="397048" y="57179"/>
                  </a:lnTo>
                  <a:lnTo>
                    <a:pt x="404834" y="58037"/>
                  </a:lnTo>
                  <a:lnTo>
                    <a:pt x="412619" y="58890"/>
                  </a:lnTo>
                  <a:lnTo>
                    <a:pt x="420404" y="59740"/>
                  </a:lnTo>
                  <a:lnTo>
                    <a:pt x="428189" y="60318"/>
                  </a:lnTo>
                  <a:lnTo>
                    <a:pt x="435975" y="61181"/>
                  </a:lnTo>
                  <a:lnTo>
                    <a:pt x="443760" y="61873"/>
                  </a:lnTo>
                  <a:lnTo>
                    <a:pt x="451545" y="62152"/>
                  </a:lnTo>
                  <a:lnTo>
                    <a:pt x="459330" y="62505"/>
                  </a:lnTo>
                  <a:lnTo>
                    <a:pt x="467116" y="63167"/>
                  </a:lnTo>
                  <a:lnTo>
                    <a:pt x="474901" y="63901"/>
                  </a:lnTo>
                  <a:lnTo>
                    <a:pt x="482686" y="64713"/>
                  </a:lnTo>
                  <a:lnTo>
                    <a:pt x="490472" y="65561"/>
                  </a:lnTo>
                  <a:lnTo>
                    <a:pt x="498257" y="66027"/>
                  </a:lnTo>
                  <a:lnTo>
                    <a:pt x="506042" y="66644"/>
                  </a:lnTo>
                  <a:lnTo>
                    <a:pt x="513827" y="67183"/>
                  </a:lnTo>
                  <a:lnTo>
                    <a:pt x="521613" y="67696"/>
                  </a:lnTo>
                  <a:lnTo>
                    <a:pt x="529398" y="68001"/>
                  </a:lnTo>
                  <a:lnTo>
                    <a:pt x="537183" y="68298"/>
                  </a:lnTo>
                  <a:lnTo>
                    <a:pt x="544968" y="68703"/>
                  </a:lnTo>
                  <a:lnTo>
                    <a:pt x="552754" y="69145"/>
                  </a:lnTo>
                  <a:lnTo>
                    <a:pt x="560539" y="69587"/>
                  </a:lnTo>
                  <a:lnTo>
                    <a:pt x="568324" y="70079"/>
                  </a:lnTo>
                  <a:lnTo>
                    <a:pt x="576110" y="70593"/>
                  </a:lnTo>
                  <a:lnTo>
                    <a:pt x="583895" y="71303"/>
                  </a:lnTo>
                  <a:lnTo>
                    <a:pt x="591680" y="71845"/>
                  </a:lnTo>
                  <a:lnTo>
                    <a:pt x="599465" y="71766"/>
                  </a:lnTo>
                  <a:lnTo>
                    <a:pt x="607251" y="72576"/>
                  </a:lnTo>
                  <a:lnTo>
                    <a:pt x="615036" y="72883"/>
                  </a:lnTo>
                  <a:lnTo>
                    <a:pt x="622821" y="73311"/>
                  </a:lnTo>
                  <a:lnTo>
                    <a:pt x="630606" y="73483"/>
                  </a:lnTo>
                  <a:lnTo>
                    <a:pt x="638392" y="74156"/>
                  </a:lnTo>
                  <a:lnTo>
                    <a:pt x="646177" y="75053"/>
                  </a:lnTo>
                  <a:lnTo>
                    <a:pt x="653962" y="75397"/>
                  </a:lnTo>
                  <a:lnTo>
                    <a:pt x="661747" y="75579"/>
                  </a:lnTo>
                  <a:lnTo>
                    <a:pt x="669533" y="75763"/>
                  </a:lnTo>
                  <a:lnTo>
                    <a:pt x="677318" y="76322"/>
                  </a:lnTo>
                  <a:lnTo>
                    <a:pt x="685103" y="77084"/>
                  </a:lnTo>
                  <a:lnTo>
                    <a:pt x="692889" y="77327"/>
                  </a:lnTo>
                  <a:lnTo>
                    <a:pt x="700674" y="77729"/>
                  </a:lnTo>
                  <a:lnTo>
                    <a:pt x="708459" y="77844"/>
                  </a:lnTo>
                  <a:lnTo>
                    <a:pt x="716244" y="78103"/>
                  </a:lnTo>
                  <a:lnTo>
                    <a:pt x="724030" y="78463"/>
                  </a:lnTo>
                  <a:lnTo>
                    <a:pt x="731815" y="78478"/>
                  </a:lnTo>
                  <a:lnTo>
                    <a:pt x="739600" y="78430"/>
                  </a:lnTo>
                  <a:lnTo>
                    <a:pt x="747385" y="78411"/>
                  </a:lnTo>
                  <a:lnTo>
                    <a:pt x="755171" y="78849"/>
                  </a:lnTo>
                  <a:lnTo>
                    <a:pt x="762956" y="78631"/>
                  </a:lnTo>
                  <a:lnTo>
                    <a:pt x="770741" y="78734"/>
                  </a:lnTo>
                  <a:lnTo>
                    <a:pt x="778527" y="78842"/>
                  </a:lnTo>
                  <a:lnTo>
                    <a:pt x="786312" y="78955"/>
                  </a:lnTo>
                  <a:lnTo>
                    <a:pt x="794097" y="79117"/>
                  </a:lnTo>
                  <a:lnTo>
                    <a:pt x="801882" y="79372"/>
                  </a:lnTo>
                  <a:lnTo>
                    <a:pt x="809668" y="79785"/>
                  </a:lnTo>
                  <a:lnTo>
                    <a:pt x="817453" y="80453"/>
                  </a:lnTo>
                  <a:lnTo>
                    <a:pt x="825238" y="80386"/>
                  </a:lnTo>
                  <a:lnTo>
                    <a:pt x="833023" y="80852"/>
                  </a:lnTo>
                  <a:lnTo>
                    <a:pt x="840809" y="81128"/>
                  </a:lnTo>
                  <a:lnTo>
                    <a:pt x="848594" y="81110"/>
                  </a:lnTo>
                  <a:lnTo>
                    <a:pt x="856379" y="81306"/>
                  </a:lnTo>
                  <a:lnTo>
                    <a:pt x="864165" y="81969"/>
                  </a:lnTo>
                  <a:lnTo>
                    <a:pt x="871950" y="81760"/>
                  </a:lnTo>
                  <a:lnTo>
                    <a:pt x="879735" y="81370"/>
                  </a:lnTo>
                  <a:lnTo>
                    <a:pt x="887520" y="80979"/>
                  </a:lnTo>
                  <a:lnTo>
                    <a:pt x="895306" y="81259"/>
                  </a:lnTo>
                  <a:lnTo>
                    <a:pt x="903091" y="81441"/>
                  </a:lnTo>
                  <a:lnTo>
                    <a:pt x="910876" y="81704"/>
                  </a:lnTo>
                  <a:lnTo>
                    <a:pt x="918661" y="81825"/>
                  </a:lnTo>
                  <a:lnTo>
                    <a:pt x="926447" y="81689"/>
                  </a:lnTo>
                  <a:lnTo>
                    <a:pt x="934232" y="81866"/>
                  </a:lnTo>
                  <a:lnTo>
                    <a:pt x="942017" y="82219"/>
                  </a:lnTo>
                  <a:lnTo>
                    <a:pt x="949802" y="82668"/>
                  </a:lnTo>
                  <a:lnTo>
                    <a:pt x="957588" y="83004"/>
                  </a:lnTo>
                  <a:lnTo>
                    <a:pt x="965373" y="83199"/>
                  </a:lnTo>
                  <a:lnTo>
                    <a:pt x="973158" y="83643"/>
                  </a:lnTo>
                  <a:lnTo>
                    <a:pt x="980944" y="84052"/>
                  </a:lnTo>
                  <a:lnTo>
                    <a:pt x="988729" y="84307"/>
                  </a:lnTo>
                  <a:lnTo>
                    <a:pt x="996514" y="84448"/>
                  </a:lnTo>
                  <a:lnTo>
                    <a:pt x="1004299" y="84251"/>
                  </a:lnTo>
                  <a:lnTo>
                    <a:pt x="1012085" y="84054"/>
                  </a:lnTo>
                  <a:lnTo>
                    <a:pt x="1019870" y="84394"/>
                  </a:lnTo>
                  <a:lnTo>
                    <a:pt x="1027655" y="84636"/>
                  </a:lnTo>
                  <a:lnTo>
                    <a:pt x="1035440" y="84742"/>
                  </a:lnTo>
                  <a:lnTo>
                    <a:pt x="1043226" y="85063"/>
                  </a:lnTo>
                  <a:lnTo>
                    <a:pt x="1051011" y="85154"/>
                  </a:lnTo>
                  <a:lnTo>
                    <a:pt x="1058796" y="85354"/>
                  </a:lnTo>
                  <a:lnTo>
                    <a:pt x="1066582" y="85736"/>
                  </a:lnTo>
                  <a:lnTo>
                    <a:pt x="1074367" y="85846"/>
                  </a:lnTo>
                  <a:lnTo>
                    <a:pt x="1082152" y="85684"/>
                  </a:lnTo>
                  <a:lnTo>
                    <a:pt x="1089937" y="85551"/>
                  </a:lnTo>
                  <a:lnTo>
                    <a:pt x="1097723" y="85796"/>
                  </a:lnTo>
                  <a:lnTo>
                    <a:pt x="1105508" y="86142"/>
                  </a:lnTo>
                  <a:lnTo>
                    <a:pt x="1113293" y="86144"/>
                  </a:lnTo>
                  <a:lnTo>
                    <a:pt x="1121078" y="86167"/>
                  </a:lnTo>
                  <a:lnTo>
                    <a:pt x="1128864" y="86390"/>
                  </a:lnTo>
                  <a:lnTo>
                    <a:pt x="1136649" y="86379"/>
                  </a:lnTo>
                  <a:lnTo>
                    <a:pt x="1144434" y="86503"/>
                  </a:lnTo>
                  <a:lnTo>
                    <a:pt x="1152220" y="86672"/>
                  </a:lnTo>
                  <a:lnTo>
                    <a:pt x="1160005" y="86825"/>
                  </a:lnTo>
                  <a:lnTo>
                    <a:pt x="1167790" y="86740"/>
                  </a:lnTo>
                  <a:lnTo>
                    <a:pt x="1175575" y="86781"/>
                  </a:lnTo>
                  <a:lnTo>
                    <a:pt x="1183361" y="87074"/>
                  </a:lnTo>
                  <a:lnTo>
                    <a:pt x="1191146" y="87366"/>
                  </a:lnTo>
                  <a:lnTo>
                    <a:pt x="1198931" y="87384"/>
                  </a:lnTo>
                  <a:lnTo>
                    <a:pt x="1206716" y="87261"/>
                  </a:lnTo>
                  <a:lnTo>
                    <a:pt x="1214502" y="87137"/>
                  </a:lnTo>
                  <a:lnTo>
                    <a:pt x="1222287" y="87013"/>
                  </a:lnTo>
                  <a:lnTo>
                    <a:pt x="1230072" y="86898"/>
                  </a:lnTo>
                  <a:lnTo>
                    <a:pt x="1237857" y="86826"/>
                  </a:lnTo>
                  <a:lnTo>
                    <a:pt x="1245643" y="87123"/>
                  </a:lnTo>
                  <a:lnTo>
                    <a:pt x="1253428" y="87264"/>
                  </a:lnTo>
                  <a:lnTo>
                    <a:pt x="1261213" y="87238"/>
                  </a:lnTo>
                  <a:lnTo>
                    <a:pt x="1268999" y="87204"/>
                  </a:lnTo>
                  <a:lnTo>
                    <a:pt x="1276784" y="87168"/>
                  </a:lnTo>
                  <a:lnTo>
                    <a:pt x="1284569" y="87133"/>
                  </a:lnTo>
                  <a:lnTo>
                    <a:pt x="1292354" y="87098"/>
                  </a:lnTo>
                  <a:lnTo>
                    <a:pt x="1300140" y="87063"/>
                  </a:lnTo>
                  <a:lnTo>
                    <a:pt x="1307925" y="87028"/>
                  </a:lnTo>
                  <a:lnTo>
                    <a:pt x="1315710" y="86994"/>
                  </a:lnTo>
                  <a:lnTo>
                    <a:pt x="1323495" y="86965"/>
                  </a:lnTo>
                  <a:lnTo>
                    <a:pt x="1331281" y="86936"/>
                  </a:lnTo>
                  <a:lnTo>
                    <a:pt x="1339066" y="86907"/>
                  </a:lnTo>
                  <a:lnTo>
                    <a:pt x="1346851" y="86878"/>
                  </a:lnTo>
                  <a:lnTo>
                    <a:pt x="1354637" y="86853"/>
                  </a:lnTo>
                  <a:lnTo>
                    <a:pt x="1362422" y="86954"/>
                  </a:lnTo>
                  <a:lnTo>
                    <a:pt x="1370207" y="87037"/>
                  </a:lnTo>
                  <a:lnTo>
                    <a:pt x="1377992" y="86962"/>
                  </a:lnTo>
                  <a:lnTo>
                    <a:pt x="1385778" y="86887"/>
                  </a:lnTo>
                  <a:lnTo>
                    <a:pt x="1393563" y="86812"/>
                  </a:lnTo>
                  <a:lnTo>
                    <a:pt x="1401348" y="86737"/>
                  </a:lnTo>
                  <a:lnTo>
                    <a:pt x="1409133" y="86662"/>
                  </a:lnTo>
                  <a:lnTo>
                    <a:pt x="1416919" y="86585"/>
                  </a:lnTo>
                  <a:lnTo>
                    <a:pt x="1424704" y="86507"/>
                  </a:lnTo>
                  <a:lnTo>
                    <a:pt x="1432489" y="86428"/>
                  </a:lnTo>
                  <a:lnTo>
                    <a:pt x="1440275" y="86347"/>
                  </a:lnTo>
                  <a:lnTo>
                    <a:pt x="1448060" y="86181"/>
                  </a:lnTo>
                  <a:lnTo>
                    <a:pt x="1455845" y="85828"/>
                  </a:lnTo>
                  <a:lnTo>
                    <a:pt x="1463630" y="85734"/>
                  </a:lnTo>
                  <a:lnTo>
                    <a:pt x="1471416" y="85710"/>
                  </a:lnTo>
                  <a:lnTo>
                    <a:pt x="1479201" y="85685"/>
                  </a:lnTo>
                  <a:lnTo>
                    <a:pt x="1486986" y="85661"/>
                  </a:lnTo>
                  <a:lnTo>
                    <a:pt x="1494771" y="85539"/>
                  </a:lnTo>
                  <a:lnTo>
                    <a:pt x="1502557" y="85215"/>
                  </a:lnTo>
                  <a:lnTo>
                    <a:pt x="1510342" y="84898"/>
                  </a:lnTo>
                  <a:lnTo>
                    <a:pt x="1518127" y="85261"/>
                  </a:lnTo>
                  <a:lnTo>
                    <a:pt x="1525912" y="85196"/>
                  </a:lnTo>
                  <a:lnTo>
                    <a:pt x="1533698" y="85420"/>
                  </a:lnTo>
                  <a:lnTo>
                    <a:pt x="1541483" y="85237"/>
                  </a:lnTo>
                  <a:lnTo>
                    <a:pt x="1549268" y="84909"/>
                  </a:lnTo>
                  <a:lnTo>
                    <a:pt x="1557054" y="84654"/>
                  </a:lnTo>
                  <a:lnTo>
                    <a:pt x="1564839" y="84513"/>
                  </a:lnTo>
                  <a:lnTo>
                    <a:pt x="1572624" y="84372"/>
                  </a:lnTo>
                  <a:lnTo>
                    <a:pt x="1580409" y="84238"/>
                  </a:lnTo>
                  <a:lnTo>
                    <a:pt x="1588195" y="84105"/>
                  </a:lnTo>
                  <a:lnTo>
                    <a:pt x="1595980" y="83972"/>
                  </a:lnTo>
                  <a:lnTo>
                    <a:pt x="1603765" y="83878"/>
                  </a:lnTo>
                  <a:lnTo>
                    <a:pt x="1611550" y="84086"/>
                  </a:lnTo>
                  <a:lnTo>
                    <a:pt x="1619336" y="84318"/>
                  </a:lnTo>
                  <a:lnTo>
                    <a:pt x="1627121" y="84165"/>
                  </a:lnTo>
                  <a:lnTo>
                    <a:pt x="1634906" y="83956"/>
                  </a:lnTo>
                  <a:lnTo>
                    <a:pt x="1642692" y="83778"/>
                  </a:lnTo>
                  <a:lnTo>
                    <a:pt x="1650477" y="83522"/>
                  </a:lnTo>
                  <a:lnTo>
                    <a:pt x="1658262" y="83385"/>
                  </a:lnTo>
                  <a:lnTo>
                    <a:pt x="1666047" y="83487"/>
                  </a:lnTo>
                  <a:lnTo>
                    <a:pt x="1673833" y="83404"/>
                  </a:lnTo>
                  <a:lnTo>
                    <a:pt x="1681618" y="83233"/>
                  </a:lnTo>
                  <a:lnTo>
                    <a:pt x="1689403" y="83241"/>
                  </a:lnTo>
                  <a:lnTo>
                    <a:pt x="1697188" y="83360"/>
                  </a:lnTo>
                  <a:lnTo>
                    <a:pt x="1704974" y="83479"/>
                  </a:lnTo>
                  <a:lnTo>
                    <a:pt x="1712759" y="83597"/>
                  </a:lnTo>
                  <a:lnTo>
                    <a:pt x="1720544" y="83377"/>
                  </a:lnTo>
                  <a:lnTo>
                    <a:pt x="1728330" y="82998"/>
                  </a:lnTo>
                  <a:lnTo>
                    <a:pt x="1736115" y="82926"/>
                  </a:lnTo>
                  <a:lnTo>
                    <a:pt x="1743900" y="82898"/>
                  </a:lnTo>
                  <a:lnTo>
                    <a:pt x="1751685" y="82870"/>
                  </a:lnTo>
                  <a:lnTo>
                    <a:pt x="1759471" y="82842"/>
                  </a:lnTo>
                  <a:lnTo>
                    <a:pt x="1767256" y="82819"/>
                  </a:lnTo>
                  <a:lnTo>
                    <a:pt x="1775041" y="82796"/>
                  </a:lnTo>
                  <a:lnTo>
                    <a:pt x="1782826" y="82773"/>
                  </a:lnTo>
                  <a:lnTo>
                    <a:pt x="1790612" y="82750"/>
                  </a:lnTo>
                  <a:lnTo>
                    <a:pt x="1798397" y="82726"/>
                  </a:lnTo>
                  <a:lnTo>
                    <a:pt x="1806182" y="82644"/>
                  </a:lnTo>
                  <a:lnTo>
                    <a:pt x="1813967" y="82563"/>
                  </a:lnTo>
                  <a:lnTo>
                    <a:pt x="1821753" y="82484"/>
                  </a:lnTo>
                  <a:lnTo>
                    <a:pt x="1829538" y="82405"/>
                  </a:lnTo>
                  <a:lnTo>
                    <a:pt x="1837323" y="82327"/>
                  </a:lnTo>
                  <a:lnTo>
                    <a:pt x="1845109" y="82248"/>
                  </a:lnTo>
                  <a:lnTo>
                    <a:pt x="1852894" y="82169"/>
                  </a:lnTo>
                  <a:lnTo>
                    <a:pt x="1860679" y="82090"/>
                  </a:lnTo>
                  <a:lnTo>
                    <a:pt x="1868464" y="82011"/>
                  </a:lnTo>
                  <a:lnTo>
                    <a:pt x="1876250" y="81932"/>
                  </a:lnTo>
                  <a:lnTo>
                    <a:pt x="1884035" y="81852"/>
                  </a:lnTo>
                  <a:lnTo>
                    <a:pt x="1891820" y="81773"/>
                  </a:lnTo>
                  <a:lnTo>
                    <a:pt x="1899605" y="81694"/>
                  </a:lnTo>
                  <a:lnTo>
                    <a:pt x="1907391" y="81615"/>
                  </a:lnTo>
                  <a:lnTo>
                    <a:pt x="1915176" y="81535"/>
                  </a:lnTo>
                  <a:lnTo>
                    <a:pt x="1922961" y="81265"/>
                  </a:lnTo>
                  <a:lnTo>
                    <a:pt x="1930747" y="80977"/>
                  </a:lnTo>
                  <a:lnTo>
                    <a:pt x="1938532" y="80688"/>
                  </a:lnTo>
                  <a:lnTo>
                    <a:pt x="1946317" y="80399"/>
                  </a:lnTo>
                  <a:lnTo>
                    <a:pt x="1954102" y="80109"/>
                  </a:lnTo>
                  <a:lnTo>
                    <a:pt x="1961888" y="79821"/>
                  </a:lnTo>
                  <a:lnTo>
                    <a:pt x="1969673" y="79535"/>
                  </a:lnTo>
                  <a:lnTo>
                    <a:pt x="1977458" y="79265"/>
                  </a:lnTo>
                  <a:lnTo>
                    <a:pt x="1985243" y="79379"/>
                  </a:lnTo>
                  <a:lnTo>
                    <a:pt x="1993029" y="79494"/>
                  </a:lnTo>
                  <a:lnTo>
                    <a:pt x="2000814" y="79613"/>
                  </a:lnTo>
                  <a:lnTo>
                    <a:pt x="2008599" y="79669"/>
                  </a:lnTo>
                  <a:lnTo>
                    <a:pt x="2016385" y="794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247627" y="4910066"/>
              <a:ext cx="2016385" cy="44428"/>
            </a:xfrm>
            <a:custGeom>
              <a:avLst/>
              <a:pathLst>
                <a:path w="2016385" h="44428">
                  <a:moveTo>
                    <a:pt x="2016385" y="44428"/>
                  </a:moveTo>
                  <a:lnTo>
                    <a:pt x="2008599" y="44387"/>
                  </a:lnTo>
                  <a:lnTo>
                    <a:pt x="2000814" y="44340"/>
                  </a:lnTo>
                  <a:lnTo>
                    <a:pt x="1993029" y="44293"/>
                  </a:lnTo>
                  <a:lnTo>
                    <a:pt x="1985243" y="44246"/>
                  </a:lnTo>
                  <a:lnTo>
                    <a:pt x="1977458" y="44197"/>
                  </a:lnTo>
                  <a:lnTo>
                    <a:pt x="1969673" y="44148"/>
                  </a:lnTo>
                  <a:lnTo>
                    <a:pt x="1961888" y="44098"/>
                  </a:lnTo>
                  <a:lnTo>
                    <a:pt x="1954102" y="44049"/>
                  </a:lnTo>
                  <a:lnTo>
                    <a:pt x="1946317" y="44006"/>
                  </a:lnTo>
                  <a:lnTo>
                    <a:pt x="1938532" y="43962"/>
                  </a:lnTo>
                  <a:lnTo>
                    <a:pt x="1930747" y="43918"/>
                  </a:lnTo>
                  <a:lnTo>
                    <a:pt x="1922961" y="43873"/>
                  </a:lnTo>
                  <a:lnTo>
                    <a:pt x="1915176" y="43820"/>
                  </a:lnTo>
                  <a:lnTo>
                    <a:pt x="1907391" y="43761"/>
                  </a:lnTo>
                  <a:lnTo>
                    <a:pt x="1899605" y="43700"/>
                  </a:lnTo>
                  <a:lnTo>
                    <a:pt x="1891820" y="43638"/>
                  </a:lnTo>
                  <a:lnTo>
                    <a:pt x="1884035" y="43575"/>
                  </a:lnTo>
                  <a:lnTo>
                    <a:pt x="1876250" y="43510"/>
                  </a:lnTo>
                  <a:lnTo>
                    <a:pt x="1868464" y="43445"/>
                  </a:lnTo>
                  <a:lnTo>
                    <a:pt x="1860679" y="43378"/>
                  </a:lnTo>
                  <a:lnTo>
                    <a:pt x="1852894" y="43310"/>
                  </a:lnTo>
                  <a:lnTo>
                    <a:pt x="1845109" y="43243"/>
                  </a:lnTo>
                  <a:lnTo>
                    <a:pt x="1837323" y="43179"/>
                  </a:lnTo>
                  <a:lnTo>
                    <a:pt x="1829538" y="43113"/>
                  </a:lnTo>
                  <a:lnTo>
                    <a:pt x="1821753" y="43047"/>
                  </a:lnTo>
                  <a:lnTo>
                    <a:pt x="1813967" y="42986"/>
                  </a:lnTo>
                  <a:lnTo>
                    <a:pt x="1806182" y="42929"/>
                  </a:lnTo>
                  <a:lnTo>
                    <a:pt x="1798397" y="42871"/>
                  </a:lnTo>
                  <a:lnTo>
                    <a:pt x="1790612" y="42813"/>
                  </a:lnTo>
                  <a:lnTo>
                    <a:pt x="1782826" y="42754"/>
                  </a:lnTo>
                  <a:lnTo>
                    <a:pt x="1775041" y="42694"/>
                  </a:lnTo>
                  <a:lnTo>
                    <a:pt x="1767256" y="42628"/>
                  </a:lnTo>
                  <a:lnTo>
                    <a:pt x="1759471" y="42556"/>
                  </a:lnTo>
                  <a:lnTo>
                    <a:pt x="1751685" y="42482"/>
                  </a:lnTo>
                  <a:lnTo>
                    <a:pt x="1743900" y="42407"/>
                  </a:lnTo>
                  <a:lnTo>
                    <a:pt x="1736115" y="42340"/>
                  </a:lnTo>
                  <a:lnTo>
                    <a:pt x="1728330" y="42273"/>
                  </a:lnTo>
                  <a:lnTo>
                    <a:pt x="1720544" y="42204"/>
                  </a:lnTo>
                  <a:lnTo>
                    <a:pt x="1712759" y="42135"/>
                  </a:lnTo>
                  <a:lnTo>
                    <a:pt x="1704974" y="42065"/>
                  </a:lnTo>
                  <a:lnTo>
                    <a:pt x="1697188" y="41993"/>
                  </a:lnTo>
                  <a:lnTo>
                    <a:pt x="1689403" y="41921"/>
                  </a:lnTo>
                  <a:lnTo>
                    <a:pt x="1681618" y="41847"/>
                  </a:lnTo>
                  <a:lnTo>
                    <a:pt x="1673833" y="41765"/>
                  </a:lnTo>
                  <a:lnTo>
                    <a:pt x="1666047" y="41671"/>
                  </a:lnTo>
                  <a:lnTo>
                    <a:pt x="1658262" y="41605"/>
                  </a:lnTo>
                  <a:lnTo>
                    <a:pt x="1650477" y="41516"/>
                  </a:lnTo>
                  <a:lnTo>
                    <a:pt x="1642692" y="41439"/>
                  </a:lnTo>
                  <a:lnTo>
                    <a:pt x="1634906" y="41360"/>
                  </a:lnTo>
                  <a:lnTo>
                    <a:pt x="1627121" y="41281"/>
                  </a:lnTo>
                  <a:lnTo>
                    <a:pt x="1619336" y="41200"/>
                  </a:lnTo>
                  <a:lnTo>
                    <a:pt x="1611550" y="41111"/>
                  </a:lnTo>
                  <a:lnTo>
                    <a:pt x="1603765" y="41010"/>
                  </a:lnTo>
                  <a:lnTo>
                    <a:pt x="1595980" y="40909"/>
                  </a:lnTo>
                  <a:lnTo>
                    <a:pt x="1588195" y="40806"/>
                  </a:lnTo>
                  <a:lnTo>
                    <a:pt x="1580409" y="40701"/>
                  </a:lnTo>
                  <a:lnTo>
                    <a:pt x="1572624" y="40597"/>
                  </a:lnTo>
                  <a:lnTo>
                    <a:pt x="1564839" y="40509"/>
                  </a:lnTo>
                  <a:lnTo>
                    <a:pt x="1557054" y="40434"/>
                  </a:lnTo>
                  <a:lnTo>
                    <a:pt x="1549268" y="40358"/>
                  </a:lnTo>
                  <a:lnTo>
                    <a:pt x="1541483" y="40270"/>
                  </a:lnTo>
                  <a:lnTo>
                    <a:pt x="1533698" y="40175"/>
                  </a:lnTo>
                  <a:lnTo>
                    <a:pt x="1525912" y="40090"/>
                  </a:lnTo>
                  <a:lnTo>
                    <a:pt x="1518127" y="40003"/>
                  </a:lnTo>
                  <a:lnTo>
                    <a:pt x="1510342" y="39915"/>
                  </a:lnTo>
                  <a:lnTo>
                    <a:pt x="1502557" y="39826"/>
                  </a:lnTo>
                  <a:lnTo>
                    <a:pt x="1494771" y="39736"/>
                  </a:lnTo>
                  <a:lnTo>
                    <a:pt x="1486986" y="39645"/>
                  </a:lnTo>
                  <a:lnTo>
                    <a:pt x="1479201" y="39549"/>
                  </a:lnTo>
                  <a:lnTo>
                    <a:pt x="1471416" y="39446"/>
                  </a:lnTo>
                  <a:lnTo>
                    <a:pt x="1463630" y="39338"/>
                  </a:lnTo>
                  <a:lnTo>
                    <a:pt x="1455845" y="39214"/>
                  </a:lnTo>
                  <a:lnTo>
                    <a:pt x="1448060" y="39087"/>
                  </a:lnTo>
                  <a:lnTo>
                    <a:pt x="1440275" y="38958"/>
                  </a:lnTo>
                  <a:lnTo>
                    <a:pt x="1432489" y="38828"/>
                  </a:lnTo>
                  <a:lnTo>
                    <a:pt x="1424704" y="38695"/>
                  </a:lnTo>
                  <a:lnTo>
                    <a:pt x="1416919" y="38561"/>
                  </a:lnTo>
                  <a:lnTo>
                    <a:pt x="1409133" y="38450"/>
                  </a:lnTo>
                  <a:lnTo>
                    <a:pt x="1401348" y="38352"/>
                  </a:lnTo>
                  <a:lnTo>
                    <a:pt x="1393563" y="38254"/>
                  </a:lnTo>
                  <a:lnTo>
                    <a:pt x="1385778" y="38153"/>
                  </a:lnTo>
                  <a:lnTo>
                    <a:pt x="1377992" y="38044"/>
                  </a:lnTo>
                  <a:lnTo>
                    <a:pt x="1370207" y="37945"/>
                  </a:lnTo>
                  <a:lnTo>
                    <a:pt x="1362422" y="37825"/>
                  </a:lnTo>
                  <a:lnTo>
                    <a:pt x="1354637" y="37697"/>
                  </a:lnTo>
                  <a:lnTo>
                    <a:pt x="1346851" y="37567"/>
                  </a:lnTo>
                  <a:lnTo>
                    <a:pt x="1339066" y="37435"/>
                  </a:lnTo>
                  <a:lnTo>
                    <a:pt x="1331281" y="37302"/>
                  </a:lnTo>
                  <a:lnTo>
                    <a:pt x="1323495" y="37138"/>
                  </a:lnTo>
                  <a:lnTo>
                    <a:pt x="1315710" y="37029"/>
                  </a:lnTo>
                  <a:lnTo>
                    <a:pt x="1307925" y="36891"/>
                  </a:lnTo>
                  <a:lnTo>
                    <a:pt x="1300140" y="36751"/>
                  </a:lnTo>
                  <a:lnTo>
                    <a:pt x="1292354" y="36608"/>
                  </a:lnTo>
                  <a:lnTo>
                    <a:pt x="1284569" y="36463"/>
                  </a:lnTo>
                  <a:lnTo>
                    <a:pt x="1276784" y="36318"/>
                  </a:lnTo>
                  <a:lnTo>
                    <a:pt x="1268999" y="36169"/>
                  </a:lnTo>
                  <a:lnTo>
                    <a:pt x="1261213" y="36019"/>
                  </a:lnTo>
                  <a:lnTo>
                    <a:pt x="1253428" y="35867"/>
                  </a:lnTo>
                  <a:lnTo>
                    <a:pt x="1245643" y="35713"/>
                  </a:lnTo>
                  <a:lnTo>
                    <a:pt x="1237857" y="35590"/>
                  </a:lnTo>
                  <a:lnTo>
                    <a:pt x="1230072" y="35420"/>
                  </a:lnTo>
                  <a:lnTo>
                    <a:pt x="1222287" y="35241"/>
                  </a:lnTo>
                  <a:lnTo>
                    <a:pt x="1214502" y="35075"/>
                  </a:lnTo>
                  <a:lnTo>
                    <a:pt x="1206716" y="34910"/>
                  </a:lnTo>
                  <a:lnTo>
                    <a:pt x="1198931" y="34743"/>
                  </a:lnTo>
                  <a:lnTo>
                    <a:pt x="1191146" y="34573"/>
                  </a:lnTo>
                  <a:lnTo>
                    <a:pt x="1183361" y="34384"/>
                  </a:lnTo>
                  <a:lnTo>
                    <a:pt x="1175575" y="34229"/>
                  </a:lnTo>
                  <a:lnTo>
                    <a:pt x="1167790" y="34054"/>
                  </a:lnTo>
                  <a:lnTo>
                    <a:pt x="1160005" y="33876"/>
                  </a:lnTo>
                  <a:lnTo>
                    <a:pt x="1152220" y="33696"/>
                  </a:lnTo>
                  <a:lnTo>
                    <a:pt x="1144434" y="33513"/>
                  </a:lnTo>
                  <a:lnTo>
                    <a:pt x="1136649" y="33364"/>
                  </a:lnTo>
                  <a:lnTo>
                    <a:pt x="1128864" y="33225"/>
                  </a:lnTo>
                  <a:lnTo>
                    <a:pt x="1121078" y="33054"/>
                  </a:lnTo>
                  <a:lnTo>
                    <a:pt x="1113293" y="32863"/>
                  </a:lnTo>
                  <a:lnTo>
                    <a:pt x="1105508" y="32597"/>
                  </a:lnTo>
                  <a:lnTo>
                    <a:pt x="1097723" y="32364"/>
                  </a:lnTo>
                  <a:lnTo>
                    <a:pt x="1089937" y="32163"/>
                  </a:lnTo>
                  <a:lnTo>
                    <a:pt x="1082152" y="31959"/>
                  </a:lnTo>
                  <a:lnTo>
                    <a:pt x="1074367" y="31753"/>
                  </a:lnTo>
                  <a:lnTo>
                    <a:pt x="1066582" y="31544"/>
                  </a:lnTo>
                  <a:lnTo>
                    <a:pt x="1058796" y="31332"/>
                  </a:lnTo>
                  <a:lnTo>
                    <a:pt x="1051011" y="31142"/>
                  </a:lnTo>
                  <a:lnTo>
                    <a:pt x="1043226" y="30955"/>
                  </a:lnTo>
                  <a:lnTo>
                    <a:pt x="1035440" y="30766"/>
                  </a:lnTo>
                  <a:lnTo>
                    <a:pt x="1027655" y="30574"/>
                  </a:lnTo>
                  <a:lnTo>
                    <a:pt x="1019870" y="30379"/>
                  </a:lnTo>
                  <a:lnTo>
                    <a:pt x="1012085" y="30173"/>
                  </a:lnTo>
                  <a:lnTo>
                    <a:pt x="1004299" y="29956"/>
                  </a:lnTo>
                  <a:lnTo>
                    <a:pt x="996514" y="29763"/>
                  </a:lnTo>
                  <a:lnTo>
                    <a:pt x="988729" y="29504"/>
                  </a:lnTo>
                  <a:lnTo>
                    <a:pt x="980944" y="29292"/>
                  </a:lnTo>
                  <a:lnTo>
                    <a:pt x="973158" y="29078"/>
                  </a:lnTo>
                  <a:lnTo>
                    <a:pt x="965373" y="28862"/>
                  </a:lnTo>
                  <a:lnTo>
                    <a:pt x="957588" y="28603"/>
                  </a:lnTo>
                  <a:lnTo>
                    <a:pt x="949802" y="28288"/>
                  </a:lnTo>
                  <a:lnTo>
                    <a:pt x="942017" y="27998"/>
                  </a:lnTo>
                  <a:lnTo>
                    <a:pt x="934232" y="27653"/>
                  </a:lnTo>
                  <a:lnTo>
                    <a:pt x="926447" y="27423"/>
                  </a:lnTo>
                  <a:lnTo>
                    <a:pt x="918661" y="27247"/>
                  </a:lnTo>
                  <a:lnTo>
                    <a:pt x="910876" y="26955"/>
                  </a:lnTo>
                  <a:lnTo>
                    <a:pt x="903091" y="26717"/>
                  </a:lnTo>
                  <a:lnTo>
                    <a:pt x="895306" y="26467"/>
                  </a:lnTo>
                  <a:lnTo>
                    <a:pt x="887520" y="26210"/>
                  </a:lnTo>
                  <a:lnTo>
                    <a:pt x="879735" y="25924"/>
                  </a:lnTo>
                  <a:lnTo>
                    <a:pt x="871950" y="25639"/>
                  </a:lnTo>
                  <a:lnTo>
                    <a:pt x="864165" y="25407"/>
                  </a:lnTo>
                  <a:lnTo>
                    <a:pt x="856379" y="25171"/>
                  </a:lnTo>
                  <a:lnTo>
                    <a:pt x="848594" y="24952"/>
                  </a:lnTo>
                  <a:lnTo>
                    <a:pt x="840809" y="24686"/>
                  </a:lnTo>
                  <a:lnTo>
                    <a:pt x="833023" y="24346"/>
                  </a:lnTo>
                  <a:lnTo>
                    <a:pt x="825238" y="24120"/>
                  </a:lnTo>
                  <a:lnTo>
                    <a:pt x="817453" y="23828"/>
                  </a:lnTo>
                  <a:lnTo>
                    <a:pt x="809668" y="23432"/>
                  </a:lnTo>
                  <a:lnTo>
                    <a:pt x="801882" y="23100"/>
                  </a:lnTo>
                  <a:lnTo>
                    <a:pt x="794097" y="22845"/>
                  </a:lnTo>
                  <a:lnTo>
                    <a:pt x="786312" y="22604"/>
                  </a:lnTo>
                  <a:lnTo>
                    <a:pt x="778527" y="22341"/>
                  </a:lnTo>
                  <a:lnTo>
                    <a:pt x="770741" y="21957"/>
                  </a:lnTo>
                  <a:lnTo>
                    <a:pt x="762956" y="21609"/>
                  </a:lnTo>
                  <a:lnTo>
                    <a:pt x="755171" y="21327"/>
                  </a:lnTo>
                  <a:lnTo>
                    <a:pt x="747385" y="21101"/>
                  </a:lnTo>
                  <a:lnTo>
                    <a:pt x="739600" y="20843"/>
                  </a:lnTo>
                  <a:lnTo>
                    <a:pt x="731815" y="20433"/>
                  </a:lnTo>
                  <a:lnTo>
                    <a:pt x="724030" y="20016"/>
                  </a:lnTo>
                  <a:lnTo>
                    <a:pt x="716244" y="19589"/>
                  </a:lnTo>
                  <a:lnTo>
                    <a:pt x="708459" y="19236"/>
                  </a:lnTo>
                  <a:lnTo>
                    <a:pt x="700674" y="18993"/>
                  </a:lnTo>
                  <a:lnTo>
                    <a:pt x="692889" y="18771"/>
                  </a:lnTo>
                  <a:lnTo>
                    <a:pt x="685103" y="18362"/>
                  </a:lnTo>
                  <a:lnTo>
                    <a:pt x="677318" y="18100"/>
                  </a:lnTo>
                  <a:lnTo>
                    <a:pt x="669533" y="17783"/>
                  </a:lnTo>
                  <a:lnTo>
                    <a:pt x="661747" y="17287"/>
                  </a:lnTo>
                  <a:lnTo>
                    <a:pt x="653962" y="17046"/>
                  </a:lnTo>
                  <a:lnTo>
                    <a:pt x="646177" y="16815"/>
                  </a:lnTo>
                  <a:lnTo>
                    <a:pt x="638392" y="16561"/>
                  </a:lnTo>
                  <a:lnTo>
                    <a:pt x="630606" y="16317"/>
                  </a:lnTo>
                  <a:lnTo>
                    <a:pt x="622821" y="16067"/>
                  </a:lnTo>
                  <a:lnTo>
                    <a:pt x="615036" y="15797"/>
                  </a:lnTo>
                  <a:lnTo>
                    <a:pt x="607251" y="15522"/>
                  </a:lnTo>
                  <a:lnTo>
                    <a:pt x="599465" y="15224"/>
                  </a:lnTo>
                  <a:lnTo>
                    <a:pt x="591680" y="14869"/>
                  </a:lnTo>
                  <a:lnTo>
                    <a:pt x="583895" y="14553"/>
                  </a:lnTo>
                  <a:lnTo>
                    <a:pt x="576110" y="14277"/>
                  </a:lnTo>
                  <a:lnTo>
                    <a:pt x="568324" y="13896"/>
                  </a:lnTo>
                  <a:lnTo>
                    <a:pt x="560539" y="13534"/>
                  </a:lnTo>
                  <a:lnTo>
                    <a:pt x="552754" y="13394"/>
                  </a:lnTo>
                  <a:lnTo>
                    <a:pt x="544968" y="13118"/>
                  </a:lnTo>
                  <a:lnTo>
                    <a:pt x="537183" y="12919"/>
                  </a:lnTo>
                  <a:lnTo>
                    <a:pt x="529398" y="12752"/>
                  </a:lnTo>
                  <a:lnTo>
                    <a:pt x="521613" y="12584"/>
                  </a:lnTo>
                  <a:lnTo>
                    <a:pt x="513827" y="12375"/>
                  </a:lnTo>
                  <a:lnTo>
                    <a:pt x="506042" y="12158"/>
                  </a:lnTo>
                  <a:lnTo>
                    <a:pt x="498257" y="11918"/>
                  </a:lnTo>
                  <a:lnTo>
                    <a:pt x="490472" y="11682"/>
                  </a:lnTo>
                  <a:lnTo>
                    <a:pt x="482686" y="11326"/>
                  </a:lnTo>
                  <a:lnTo>
                    <a:pt x="474901" y="11026"/>
                  </a:lnTo>
                  <a:lnTo>
                    <a:pt x="467116" y="10731"/>
                  </a:lnTo>
                  <a:lnTo>
                    <a:pt x="459330" y="10436"/>
                  </a:lnTo>
                  <a:lnTo>
                    <a:pt x="451545" y="10235"/>
                  </a:lnTo>
                  <a:lnTo>
                    <a:pt x="443760" y="10033"/>
                  </a:lnTo>
                  <a:lnTo>
                    <a:pt x="435975" y="9678"/>
                  </a:lnTo>
                  <a:lnTo>
                    <a:pt x="428189" y="9349"/>
                  </a:lnTo>
                  <a:lnTo>
                    <a:pt x="420404" y="9059"/>
                  </a:lnTo>
                  <a:lnTo>
                    <a:pt x="412619" y="8940"/>
                  </a:lnTo>
                  <a:lnTo>
                    <a:pt x="404834" y="8620"/>
                  </a:lnTo>
                  <a:lnTo>
                    <a:pt x="397048" y="8374"/>
                  </a:lnTo>
                  <a:lnTo>
                    <a:pt x="389263" y="8171"/>
                  </a:lnTo>
                  <a:lnTo>
                    <a:pt x="381478" y="7988"/>
                  </a:lnTo>
                  <a:lnTo>
                    <a:pt x="373692" y="7760"/>
                  </a:lnTo>
                  <a:lnTo>
                    <a:pt x="365907" y="7556"/>
                  </a:lnTo>
                  <a:lnTo>
                    <a:pt x="358122" y="7348"/>
                  </a:lnTo>
                  <a:lnTo>
                    <a:pt x="350337" y="7139"/>
                  </a:lnTo>
                  <a:lnTo>
                    <a:pt x="342551" y="6888"/>
                  </a:lnTo>
                  <a:lnTo>
                    <a:pt x="334766" y="6631"/>
                  </a:lnTo>
                  <a:lnTo>
                    <a:pt x="326981" y="6510"/>
                  </a:lnTo>
                  <a:lnTo>
                    <a:pt x="319196" y="6300"/>
                  </a:lnTo>
                  <a:lnTo>
                    <a:pt x="311410" y="6152"/>
                  </a:lnTo>
                  <a:lnTo>
                    <a:pt x="303625" y="5989"/>
                  </a:lnTo>
                  <a:lnTo>
                    <a:pt x="295840" y="5658"/>
                  </a:lnTo>
                  <a:lnTo>
                    <a:pt x="288055" y="5487"/>
                  </a:lnTo>
                  <a:lnTo>
                    <a:pt x="280269" y="5266"/>
                  </a:lnTo>
                  <a:lnTo>
                    <a:pt x="272484" y="5005"/>
                  </a:lnTo>
                  <a:lnTo>
                    <a:pt x="264699" y="4847"/>
                  </a:lnTo>
                  <a:lnTo>
                    <a:pt x="256913" y="4662"/>
                  </a:lnTo>
                  <a:lnTo>
                    <a:pt x="249128" y="4495"/>
                  </a:lnTo>
                  <a:lnTo>
                    <a:pt x="241343" y="4322"/>
                  </a:lnTo>
                  <a:lnTo>
                    <a:pt x="233558" y="4239"/>
                  </a:lnTo>
                  <a:lnTo>
                    <a:pt x="225772" y="4166"/>
                  </a:lnTo>
                  <a:lnTo>
                    <a:pt x="217987" y="4052"/>
                  </a:lnTo>
                  <a:lnTo>
                    <a:pt x="210202" y="3877"/>
                  </a:lnTo>
                  <a:lnTo>
                    <a:pt x="202417" y="3726"/>
                  </a:lnTo>
                  <a:lnTo>
                    <a:pt x="194631" y="3494"/>
                  </a:lnTo>
                  <a:lnTo>
                    <a:pt x="186846" y="3255"/>
                  </a:lnTo>
                  <a:lnTo>
                    <a:pt x="179061" y="3209"/>
                  </a:lnTo>
                  <a:lnTo>
                    <a:pt x="171275" y="3064"/>
                  </a:lnTo>
                  <a:lnTo>
                    <a:pt x="163490" y="2822"/>
                  </a:lnTo>
                  <a:lnTo>
                    <a:pt x="155705" y="2646"/>
                  </a:lnTo>
                  <a:lnTo>
                    <a:pt x="147920" y="2671"/>
                  </a:lnTo>
                  <a:lnTo>
                    <a:pt x="140134" y="2487"/>
                  </a:lnTo>
                  <a:lnTo>
                    <a:pt x="132349" y="2293"/>
                  </a:lnTo>
                  <a:lnTo>
                    <a:pt x="124564" y="2110"/>
                  </a:lnTo>
                  <a:lnTo>
                    <a:pt x="116779" y="1914"/>
                  </a:lnTo>
                  <a:lnTo>
                    <a:pt x="108993" y="1523"/>
                  </a:lnTo>
                  <a:lnTo>
                    <a:pt x="101208" y="1181"/>
                  </a:lnTo>
                  <a:lnTo>
                    <a:pt x="93423" y="1073"/>
                  </a:lnTo>
                  <a:lnTo>
                    <a:pt x="85637" y="964"/>
                  </a:lnTo>
                  <a:lnTo>
                    <a:pt x="77852" y="855"/>
                  </a:lnTo>
                  <a:lnTo>
                    <a:pt x="70067" y="746"/>
                  </a:lnTo>
                  <a:lnTo>
                    <a:pt x="62282" y="561"/>
                  </a:lnTo>
                  <a:lnTo>
                    <a:pt x="54496" y="367"/>
                  </a:lnTo>
                  <a:lnTo>
                    <a:pt x="46711" y="425"/>
                  </a:lnTo>
                  <a:lnTo>
                    <a:pt x="38926" y="520"/>
                  </a:lnTo>
                  <a:lnTo>
                    <a:pt x="31141" y="460"/>
                  </a:lnTo>
                  <a:lnTo>
                    <a:pt x="23355" y="334"/>
                  </a:lnTo>
                  <a:lnTo>
                    <a:pt x="15570" y="30"/>
                  </a:lnTo>
                  <a:lnTo>
                    <a:pt x="7785" y="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1247627" y="4795193"/>
              <a:ext cx="2016385" cy="157567"/>
            </a:xfrm>
            <a:custGeom>
              <a:avLst/>
              <a:pathLst>
                <a:path w="2016385" h="157567">
                  <a:moveTo>
                    <a:pt x="0" y="0"/>
                  </a:moveTo>
                  <a:lnTo>
                    <a:pt x="7785" y="768"/>
                  </a:lnTo>
                  <a:lnTo>
                    <a:pt x="15570" y="1788"/>
                  </a:lnTo>
                  <a:lnTo>
                    <a:pt x="23355" y="3041"/>
                  </a:lnTo>
                  <a:lnTo>
                    <a:pt x="31141" y="4216"/>
                  </a:lnTo>
                  <a:lnTo>
                    <a:pt x="38926" y="5128"/>
                  </a:lnTo>
                  <a:lnTo>
                    <a:pt x="46711" y="6036"/>
                  </a:lnTo>
                  <a:lnTo>
                    <a:pt x="54496" y="7183"/>
                  </a:lnTo>
                  <a:lnTo>
                    <a:pt x="62282" y="8555"/>
                  </a:lnTo>
                  <a:lnTo>
                    <a:pt x="70067" y="9918"/>
                  </a:lnTo>
                  <a:lnTo>
                    <a:pt x="77852" y="11088"/>
                  </a:lnTo>
                  <a:lnTo>
                    <a:pt x="85637" y="11834"/>
                  </a:lnTo>
                  <a:lnTo>
                    <a:pt x="93423" y="12994"/>
                  </a:lnTo>
                  <a:lnTo>
                    <a:pt x="101208" y="14216"/>
                  </a:lnTo>
                  <a:lnTo>
                    <a:pt x="108993" y="15209"/>
                  </a:lnTo>
                  <a:lnTo>
                    <a:pt x="116779" y="16197"/>
                  </a:lnTo>
                  <a:lnTo>
                    <a:pt x="124564" y="17112"/>
                  </a:lnTo>
                  <a:lnTo>
                    <a:pt x="132349" y="18017"/>
                  </a:lnTo>
                  <a:lnTo>
                    <a:pt x="140134" y="18927"/>
                  </a:lnTo>
                  <a:lnTo>
                    <a:pt x="147920" y="20112"/>
                  </a:lnTo>
                  <a:lnTo>
                    <a:pt x="155705" y="21067"/>
                  </a:lnTo>
                  <a:lnTo>
                    <a:pt x="163490" y="22027"/>
                  </a:lnTo>
                  <a:lnTo>
                    <a:pt x="171275" y="22984"/>
                  </a:lnTo>
                  <a:lnTo>
                    <a:pt x="179061" y="24227"/>
                  </a:lnTo>
                  <a:lnTo>
                    <a:pt x="186846" y="25405"/>
                  </a:lnTo>
                  <a:lnTo>
                    <a:pt x="194631" y="26276"/>
                  </a:lnTo>
                  <a:lnTo>
                    <a:pt x="202417" y="27699"/>
                  </a:lnTo>
                  <a:lnTo>
                    <a:pt x="210202" y="29084"/>
                  </a:lnTo>
                  <a:lnTo>
                    <a:pt x="217987" y="30008"/>
                  </a:lnTo>
                  <a:lnTo>
                    <a:pt x="225772" y="30927"/>
                  </a:lnTo>
                  <a:lnTo>
                    <a:pt x="233558" y="31842"/>
                  </a:lnTo>
                  <a:lnTo>
                    <a:pt x="241343" y="32752"/>
                  </a:lnTo>
                  <a:lnTo>
                    <a:pt x="249128" y="33497"/>
                  </a:lnTo>
                  <a:lnTo>
                    <a:pt x="256913" y="34512"/>
                  </a:lnTo>
                  <a:lnTo>
                    <a:pt x="264699" y="35355"/>
                  </a:lnTo>
                  <a:lnTo>
                    <a:pt x="272484" y="36196"/>
                  </a:lnTo>
                  <a:lnTo>
                    <a:pt x="280269" y="36953"/>
                  </a:lnTo>
                  <a:lnTo>
                    <a:pt x="288055" y="37966"/>
                  </a:lnTo>
                  <a:lnTo>
                    <a:pt x="295840" y="38983"/>
                  </a:lnTo>
                  <a:lnTo>
                    <a:pt x="303625" y="39854"/>
                  </a:lnTo>
                  <a:lnTo>
                    <a:pt x="311410" y="40534"/>
                  </a:lnTo>
                  <a:lnTo>
                    <a:pt x="319196" y="41292"/>
                  </a:lnTo>
                  <a:lnTo>
                    <a:pt x="326981" y="41925"/>
                  </a:lnTo>
                  <a:lnTo>
                    <a:pt x="334766" y="42662"/>
                  </a:lnTo>
                  <a:lnTo>
                    <a:pt x="342551" y="43550"/>
                  </a:lnTo>
                  <a:lnTo>
                    <a:pt x="350337" y="44466"/>
                  </a:lnTo>
                  <a:lnTo>
                    <a:pt x="358122" y="45500"/>
                  </a:lnTo>
                  <a:lnTo>
                    <a:pt x="365907" y="46633"/>
                  </a:lnTo>
                  <a:lnTo>
                    <a:pt x="373692" y="47558"/>
                  </a:lnTo>
                  <a:lnTo>
                    <a:pt x="381478" y="48569"/>
                  </a:lnTo>
                  <a:lnTo>
                    <a:pt x="389263" y="49574"/>
                  </a:lnTo>
                  <a:lnTo>
                    <a:pt x="397048" y="50231"/>
                  </a:lnTo>
                  <a:lnTo>
                    <a:pt x="404834" y="50966"/>
                  </a:lnTo>
                  <a:lnTo>
                    <a:pt x="412619" y="51990"/>
                  </a:lnTo>
                  <a:lnTo>
                    <a:pt x="420404" y="52603"/>
                  </a:lnTo>
                  <a:lnTo>
                    <a:pt x="428189" y="52991"/>
                  </a:lnTo>
                  <a:lnTo>
                    <a:pt x="435975" y="53708"/>
                  </a:lnTo>
                  <a:lnTo>
                    <a:pt x="443760" y="54258"/>
                  </a:lnTo>
                  <a:lnTo>
                    <a:pt x="451545" y="54974"/>
                  </a:lnTo>
                  <a:lnTo>
                    <a:pt x="459330" y="55565"/>
                  </a:lnTo>
                  <a:lnTo>
                    <a:pt x="467116" y="56246"/>
                  </a:lnTo>
                  <a:lnTo>
                    <a:pt x="474901" y="56960"/>
                  </a:lnTo>
                  <a:lnTo>
                    <a:pt x="482686" y="57861"/>
                  </a:lnTo>
                  <a:lnTo>
                    <a:pt x="490472" y="58213"/>
                  </a:lnTo>
                  <a:lnTo>
                    <a:pt x="498257" y="58828"/>
                  </a:lnTo>
                  <a:lnTo>
                    <a:pt x="506042" y="59465"/>
                  </a:lnTo>
                  <a:lnTo>
                    <a:pt x="513827" y="60204"/>
                  </a:lnTo>
                  <a:lnTo>
                    <a:pt x="521613" y="60952"/>
                  </a:lnTo>
                  <a:lnTo>
                    <a:pt x="529398" y="61381"/>
                  </a:lnTo>
                  <a:lnTo>
                    <a:pt x="537183" y="61912"/>
                  </a:lnTo>
                  <a:lnTo>
                    <a:pt x="544968" y="62202"/>
                  </a:lnTo>
                  <a:lnTo>
                    <a:pt x="552754" y="62496"/>
                  </a:lnTo>
                  <a:lnTo>
                    <a:pt x="560539" y="63113"/>
                  </a:lnTo>
                  <a:lnTo>
                    <a:pt x="568324" y="63819"/>
                  </a:lnTo>
                  <a:lnTo>
                    <a:pt x="576110" y="64521"/>
                  </a:lnTo>
                  <a:lnTo>
                    <a:pt x="583895" y="64896"/>
                  </a:lnTo>
                  <a:lnTo>
                    <a:pt x="591680" y="64984"/>
                  </a:lnTo>
                  <a:lnTo>
                    <a:pt x="599465" y="65074"/>
                  </a:lnTo>
                  <a:lnTo>
                    <a:pt x="607251" y="65687"/>
                  </a:lnTo>
                  <a:lnTo>
                    <a:pt x="615036" y="66259"/>
                  </a:lnTo>
                  <a:lnTo>
                    <a:pt x="622821" y="66629"/>
                  </a:lnTo>
                  <a:lnTo>
                    <a:pt x="630606" y="67199"/>
                  </a:lnTo>
                  <a:lnTo>
                    <a:pt x="638392" y="67794"/>
                  </a:lnTo>
                  <a:lnTo>
                    <a:pt x="646177" y="68388"/>
                  </a:lnTo>
                  <a:lnTo>
                    <a:pt x="653962" y="68754"/>
                  </a:lnTo>
                  <a:lnTo>
                    <a:pt x="661747" y="69472"/>
                  </a:lnTo>
                  <a:lnTo>
                    <a:pt x="669533" y="69673"/>
                  </a:lnTo>
                  <a:lnTo>
                    <a:pt x="677318" y="70107"/>
                  </a:lnTo>
                  <a:lnTo>
                    <a:pt x="685103" y="70455"/>
                  </a:lnTo>
                  <a:lnTo>
                    <a:pt x="692889" y="71098"/>
                  </a:lnTo>
                  <a:lnTo>
                    <a:pt x="700674" y="71276"/>
                  </a:lnTo>
                  <a:lnTo>
                    <a:pt x="708459" y="71551"/>
                  </a:lnTo>
                  <a:lnTo>
                    <a:pt x="716244" y="72015"/>
                  </a:lnTo>
                  <a:lnTo>
                    <a:pt x="724030" y="72317"/>
                  </a:lnTo>
                  <a:lnTo>
                    <a:pt x="731815" y="72713"/>
                  </a:lnTo>
                  <a:lnTo>
                    <a:pt x="739600" y="73323"/>
                  </a:lnTo>
                  <a:lnTo>
                    <a:pt x="747385" y="73888"/>
                  </a:lnTo>
                  <a:lnTo>
                    <a:pt x="755171" y="74340"/>
                  </a:lnTo>
                  <a:lnTo>
                    <a:pt x="762956" y="74802"/>
                  </a:lnTo>
                  <a:lnTo>
                    <a:pt x="770741" y="75263"/>
                  </a:lnTo>
                  <a:lnTo>
                    <a:pt x="778527" y="75721"/>
                  </a:lnTo>
                  <a:lnTo>
                    <a:pt x="786312" y="76258"/>
                  </a:lnTo>
                  <a:lnTo>
                    <a:pt x="794097" y="76847"/>
                  </a:lnTo>
                  <a:lnTo>
                    <a:pt x="801882" y="77433"/>
                  </a:lnTo>
                  <a:lnTo>
                    <a:pt x="809668" y="77701"/>
                  </a:lnTo>
                  <a:lnTo>
                    <a:pt x="817453" y="77964"/>
                  </a:lnTo>
                  <a:lnTo>
                    <a:pt x="825238" y="78404"/>
                  </a:lnTo>
                  <a:lnTo>
                    <a:pt x="833023" y="78733"/>
                  </a:lnTo>
                  <a:lnTo>
                    <a:pt x="840809" y="79104"/>
                  </a:lnTo>
                  <a:lnTo>
                    <a:pt x="848594" y="79262"/>
                  </a:lnTo>
                  <a:lnTo>
                    <a:pt x="856379" y="79419"/>
                  </a:lnTo>
                  <a:lnTo>
                    <a:pt x="864165" y="79635"/>
                  </a:lnTo>
                  <a:lnTo>
                    <a:pt x="871950" y="80093"/>
                  </a:lnTo>
                  <a:lnTo>
                    <a:pt x="879735" y="80559"/>
                  </a:lnTo>
                  <a:lnTo>
                    <a:pt x="887520" y="81070"/>
                  </a:lnTo>
                  <a:lnTo>
                    <a:pt x="895306" y="81470"/>
                  </a:lnTo>
                  <a:lnTo>
                    <a:pt x="903091" y="81921"/>
                  </a:lnTo>
                  <a:lnTo>
                    <a:pt x="910876" y="82373"/>
                  </a:lnTo>
                  <a:lnTo>
                    <a:pt x="918661" y="82823"/>
                  </a:lnTo>
                  <a:lnTo>
                    <a:pt x="926447" y="83204"/>
                  </a:lnTo>
                  <a:lnTo>
                    <a:pt x="934232" y="83500"/>
                  </a:lnTo>
                  <a:lnTo>
                    <a:pt x="942017" y="83895"/>
                  </a:lnTo>
                  <a:lnTo>
                    <a:pt x="949802" y="84316"/>
                  </a:lnTo>
                  <a:lnTo>
                    <a:pt x="957588" y="84580"/>
                  </a:lnTo>
                  <a:lnTo>
                    <a:pt x="965373" y="84685"/>
                  </a:lnTo>
                  <a:lnTo>
                    <a:pt x="973158" y="84759"/>
                  </a:lnTo>
                  <a:lnTo>
                    <a:pt x="980944" y="84832"/>
                  </a:lnTo>
                  <a:lnTo>
                    <a:pt x="988729" y="84905"/>
                  </a:lnTo>
                  <a:lnTo>
                    <a:pt x="996514" y="85206"/>
                  </a:lnTo>
                  <a:lnTo>
                    <a:pt x="1004299" y="85828"/>
                  </a:lnTo>
                  <a:lnTo>
                    <a:pt x="1012085" y="86035"/>
                  </a:lnTo>
                  <a:lnTo>
                    <a:pt x="1019870" y="86120"/>
                  </a:lnTo>
                  <a:lnTo>
                    <a:pt x="1027655" y="86204"/>
                  </a:lnTo>
                  <a:lnTo>
                    <a:pt x="1035440" y="86289"/>
                  </a:lnTo>
                  <a:lnTo>
                    <a:pt x="1043226" y="86374"/>
                  </a:lnTo>
                  <a:lnTo>
                    <a:pt x="1051011" y="86461"/>
                  </a:lnTo>
                  <a:lnTo>
                    <a:pt x="1058796" y="86549"/>
                  </a:lnTo>
                  <a:lnTo>
                    <a:pt x="1066582" y="86637"/>
                  </a:lnTo>
                  <a:lnTo>
                    <a:pt x="1074367" y="86732"/>
                  </a:lnTo>
                  <a:lnTo>
                    <a:pt x="1082152" y="87178"/>
                  </a:lnTo>
                  <a:lnTo>
                    <a:pt x="1089937" y="87783"/>
                  </a:lnTo>
                  <a:lnTo>
                    <a:pt x="1097723" y="87763"/>
                  </a:lnTo>
                  <a:lnTo>
                    <a:pt x="1105508" y="87731"/>
                  </a:lnTo>
                  <a:lnTo>
                    <a:pt x="1113293" y="87622"/>
                  </a:lnTo>
                  <a:lnTo>
                    <a:pt x="1121078" y="87571"/>
                  </a:lnTo>
                  <a:lnTo>
                    <a:pt x="1128864" y="87981"/>
                  </a:lnTo>
                  <a:lnTo>
                    <a:pt x="1136649" y="88137"/>
                  </a:lnTo>
                  <a:lnTo>
                    <a:pt x="1144434" y="88287"/>
                  </a:lnTo>
                  <a:lnTo>
                    <a:pt x="1152220" y="88602"/>
                  </a:lnTo>
                  <a:lnTo>
                    <a:pt x="1160005" y="88812"/>
                  </a:lnTo>
                  <a:lnTo>
                    <a:pt x="1167790" y="88918"/>
                  </a:lnTo>
                  <a:lnTo>
                    <a:pt x="1175575" y="89023"/>
                  </a:lnTo>
                  <a:lnTo>
                    <a:pt x="1183361" y="89140"/>
                  </a:lnTo>
                  <a:lnTo>
                    <a:pt x="1191146" y="89340"/>
                  </a:lnTo>
                  <a:lnTo>
                    <a:pt x="1198931" y="89540"/>
                  </a:lnTo>
                  <a:lnTo>
                    <a:pt x="1206716" y="89739"/>
                  </a:lnTo>
                  <a:lnTo>
                    <a:pt x="1214502" y="89901"/>
                  </a:lnTo>
                  <a:lnTo>
                    <a:pt x="1222287" y="90117"/>
                  </a:lnTo>
                  <a:lnTo>
                    <a:pt x="1230072" y="90176"/>
                  </a:lnTo>
                  <a:lnTo>
                    <a:pt x="1237857" y="90239"/>
                  </a:lnTo>
                  <a:lnTo>
                    <a:pt x="1245643" y="90489"/>
                  </a:lnTo>
                  <a:lnTo>
                    <a:pt x="1253428" y="90741"/>
                  </a:lnTo>
                  <a:lnTo>
                    <a:pt x="1261213" y="90953"/>
                  </a:lnTo>
                  <a:lnTo>
                    <a:pt x="1268999" y="90957"/>
                  </a:lnTo>
                  <a:lnTo>
                    <a:pt x="1276784" y="91321"/>
                  </a:lnTo>
                  <a:lnTo>
                    <a:pt x="1284569" y="91678"/>
                  </a:lnTo>
                  <a:lnTo>
                    <a:pt x="1292354" y="91926"/>
                  </a:lnTo>
                  <a:lnTo>
                    <a:pt x="1300140" y="92121"/>
                  </a:lnTo>
                  <a:lnTo>
                    <a:pt x="1307925" y="92317"/>
                  </a:lnTo>
                  <a:lnTo>
                    <a:pt x="1315710" y="92513"/>
                  </a:lnTo>
                  <a:lnTo>
                    <a:pt x="1323495" y="92710"/>
                  </a:lnTo>
                  <a:lnTo>
                    <a:pt x="1331281" y="92851"/>
                  </a:lnTo>
                  <a:lnTo>
                    <a:pt x="1339066" y="93097"/>
                  </a:lnTo>
                  <a:lnTo>
                    <a:pt x="1346851" y="93279"/>
                  </a:lnTo>
                  <a:lnTo>
                    <a:pt x="1354637" y="93468"/>
                  </a:lnTo>
                  <a:lnTo>
                    <a:pt x="1362422" y="93657"/>
                  </a:lnTo>
                  <a:lnTo>
                    <a:pt x="1370207" y="93847"/>
                  </a:lnTo>
                  <a:lnTo>
                    <a:pt x="1377992" y="94036"/>
                  </a:lnTo>
                  <a:lnTo>
                    <a:pt x="1385778" y="94225"/>
                  </a:lnTo>
                  <a:lnTo>
                    <a:pt x="1393563" y="94414"/>
                  </a:lnTo>
                  <a:lnTo>
                    <a:pt x="1401348" y="94602"/>
                  </a:lnTo>
                  <a:lnTo>
                    <a:pt x="1409133" y="94790"/>
                  </a:lnTo>
                  <a:lnTo>
                    <a:pt x="1416919" y="94982"/>
                  </a:lnTo>
                  <a:lnTo>
                    <a:pt x="1424704" y="95173"/>
                  </a:lnTo>
                  <a:lnTo>
                    <a:pt x="1432489" y="95364"/>
                  </a:lnTo>
                  <a:lnTo>
                    <a:pt x="1440275" y="95555"/>
                  </a:lnTo>
                  <a:lnTo>
                    <a:pt x="1448060" y="95745"/>
                  </a:lnTo>
                  <a:lnTo>
                    <a:pt x="1455845" y="95796"/>
                  </a:lnTo>
                  <a:lnTo>
                    <a:pt x="1463630" y="96055"/>
                  </a:lnTo>
                  <a:lnTo>
                    <a:pt x="1471416" y="96121"/>
                  </a:lnTo>
                  <a:lnTo>
                    <a:pt x="1479201" y="96195"/>
                  </a:lnTo>
                  <a:lnTo>
                    <a:pt x="1486986" y="96262"/>
                  </a:lnTo>
                  <a:lnTo>
                    <a:pt x="1494771" y="96295"/>
                  </a:lnTo>
                  <a:lnTo>
                    <a:pt x="1502557" y="96329"/>
                  </a:lnTo>
                  <a:lnTo>
                    <a:pt x="1510342" y="96332"/>
                  </a:lnTo>
                  <a:lnTo>
                    <a:pt x="1518127" y="96262"/>
                  </a:lnTo>
                  <a:lnTo>
                    <a:pt x="1525912" y="96352"/>
                  </a:lnTo>
                  <a:lnTo>
                    <a:pt x="1533698" y="96466"/>
                  </a:lnTo>
                  <a:lnTo>
                    <a:pt x="1541483" y="96500"/>
                  </a:lnTo>
                  <a:lnTo>
                    <a:pt x="1549268" y="96539"/>
                  </a:lnTo>
                  <a:lnTo>
                    <a:pt x="1557054" y="96579"/>
                  </a:lnTo>
                  <a:lnTo>
                    <a:pt x="1564839" y="96613"/>
                  </a:lnTo>
                  <a:lnTo>
                    <a:pt x="1572624" y="96648"/>
                  </a:lnTo>
                  <a:lnTo>
                    <a:pt x="1580409" y="96747"/>
                  </a:lnTo>
                  <a:lnTo>
                    <a:pt x="1588195" y="96876"/>
                  </a:lnTo>
                  <a:lnTo>
                    <a:pt x="1595980" y="97005"/>
                  </a:lnTo>
                  <a:lnTo>
                    <a:pt x="1603765" y="97133"/>
                  </a:lnTo>
                  <a:lnTo>
                    <a:pt x="1611550" y="97183"/>
                  </a:lnTo>
                  <a:lnTo>
                    <a:pt x="1619336" y="97128"/>
                  </a:lnTo>
                  <a:lnTo>
                    <a:pt x="1627121" y="97073"/>
                  </a:lnTo>
                  <a:lnTo>
                    <a:pt x="1634906" y="97019"/>
                  </a:lnTo>
                  <a:lnTo>
                    <a:pt x="1642692" y="96964"/>
                  </a:lnTo>
                  <a:lnTo>
                    <a:pt x="1650477" y="96996"/>
                  </a:lnTo>
                  <a:lnTo>
                    <a:pt x="1658262" y="97057"/>
                  </a:lnTo>
                  <a:lnTo>
                    <a:pt x="1666047" y="97255"/>
                  </a:lnTo>
                  <a:lnTo>
                    <a:pt x="1673833" y="97455"/>
                  </a:lnTo>
                  <a:lnTo>
                    <a:pt x="1681618" y="97542"/>
                  </a:lnTo>
                  <a:lnTo>
                    <a:pt x="1689403" y="97672"/>
                  </a:lnTo>
                  <a:lnTo>
                    <a:pt x="1697188" y="97570"/>
                  </a:lnTo>
                  <a:lnTo>
                    <a:pt x="1704974" y="97552"/>
                  </a:lnTo>
                  <a:lnTo>
                    <a:pt x="1712759" y="97516"/>
                  </a:lnTo>
                  <a:lnTo>
                    <a:pt x="1720544" y="97460"/>
                  </a:lnTo>
                  <a:lnTo>
                    <a:pt x="1728330" y="97407"/>
                  </a:lnTo>
                  <a:lnTo>
                    <a:pt x="1736115" y="97372"/>
                  </a:lnTo>
                  <a:lnTo>
                    <a:pt x="1743900" y="97404"/>
                  </a:lnTo>
                  <a:lnTo>
                    <a:pt x="1751685" y="97436"/>
                  </a:lnTo>
                  <a:lnTo>
                    <a:pt x="1759471" y="97474"/>
                  </a:lnTo>
                  <a:lnTo>
                    <a:pt x="1767256" y="97504"/>
                  </a:lnTo>
                  <a:lnTo>
                    <a:pt x="1775041" y="97534"/>
                  </a:lnTo>
                  <a:lnTo>
                    <a:pt x="1782826" y="97568"/>
                  </a:lnTo>
                  <a:lnTo>
                    <a:pt x="1790612" y="97606"/>
                  </a:lnTo>
                  <a:lnTo>
                    <a:pt x="1798397" y="97644"/>
                  </a:lnTo>
                  <a:lnTo>
                    <a:pt x="1806182" y="97751"/>
                  </a:lnTo>
                  <a:lnTo>
                    <a:pt x="1813967" y="97855"/>
                  </a:lnTo>
                  <a:lnTo>
                    <a:pt x="1821753" y="97876"/>
                  </a:lnTo>
                  <a:lnTo>
                    <a:pt x="1829538" y="97898"/>
                  </a:lnTo>
                  <a:lnTo>
                    <a:pt x="1837323" y="97920"/>
                  </a:lnTo>
                  <a:lnTo>
                    <a:pt x="1845109" y="97942"/>
                  </a:lnTo>
                  <a:lnTo>
                    <a:pt x="1852894" y="97965"/>
                  </a:lnTo>
                  <a:lnTo>
                    <a:pt x="1860679" y="98018"/>
                  </a:lnTo>
                  <a:lnTo>
                    <a:pt x="1868464" y="98124"/>
                  </a:lnTo>
                  <a:lnTo>
                    <a:pt x="1876250" y="98262"/>
                  </a:lnTo>
                  <a:lnTo>
                    <a:pt x="1884035" y="98247"/>
                  </a:lnTo>
                  <a:lnTo>
                    <a:pt x="1891820" y="98374"/>
                  </a:lnTo>
                  <a:lnTo>
                    <a:pt x="1899605" y="98472"/>
                  </a:lnTo>
                  <a:lnTo>
                    <a:pt x="1907391" y="98565"/>
                  </a:lnTo>
                  <a:lnTo>
                    <a:pt x="1915176" y="98472"/>
                  </a:lnTo>
                  <a:lnTo>
                    <a:pt x="1922961" y="98518"/>
                  </a:lnTo>
                  <a:lnTo>
                    <a:pt x="1930747" y="98641"/>
                  </a:lnTo>
                  <a:lnTo>
                    <a:pt x="1938532" y="98763"/>
                  </a:lnTo>
                  <a:lnTo>
                    <a:pt x="1946317" y="98797"/>
                  </a:lnTo>
                  <a:lnTo>
                    <a:pt x="1954102" y="98786"/>
                  </a:lnTo>
                  <a:lnTo>
                    <a:pt x="1961888" y="98775"/>
                  </a:lnTo>
                  <a:lnTo>
                    <a:pt x="1969673" y="98858"/>
                  </a:lnTo>
                  <a:lnTo>
                    <a:pt x="1977458" y="98945"/>
                  </a:lnTo>
                  <a:lnTo>
                    <a:pt x="1985243" y="99033"/>
                  </a:lnTo>
                  <a:lnTo>
                    <a:pt x="1993029" y="99120"/>
                  </a:lnTo>
                  <a:lnTo>
                    <a:pt x="2000814" y="99208"/>
                  </a:lnTo>
                  <a:lnTo>
                    <a:pt x="2008599" y="99295"/>
                  </a:lnTo>
                  <a:lnTo>
                    <a:pt x="2016385" y="99382"/>
                  </a:lnTo>
                  <a:lnTo>
                    <a:pt x="2016385" y="157567"/>
                  </a:lnTo>
                  <a:lnTo>
                    <a:pt x="2008599" y="157502"/>
                  </a:lnTo>
                  <a:lnTo>
                    <a:pt x="2000814" y="157451"/>
                  </a:lnTo>
                  <a:lnTo>
                    <a:pt x="1993029" y="157398"/>
                  </a:lnTo>
                  <a:lnTo>
                    <a:pt x="1985243" y="157345"/>
                  </a:lnTo>
                  <a:lnTo>
                    <a:pt x="1977458" y="157287"/>
                  </a:lnTo>
                  <a:lnTo>
                    <a:pt x="1969673" y="157220"/>
                  </a:lnTo>
                  <a:lnTo>
                    <a:pt x="1961888" y="157153"/>
                  </a:lnTo>
                  <a:lnTo>
                    <a:pt x="1954102" y="157085"/>
                  </a:lnTo>
                  <a:lnTo>
                    <a:pt x="1946317" y="157022"/>
                  </a:lnTo>
                  <a:lnTo>
                    <a:pt x="1938532" y="156959"/>
                  </a:lnTo>
                  <a:lnTo>
                    <a:pt x="1930747" y="156895"/>
                  </a:lnTo>
                  <a:lnTo>
                    <a:pt x="1922961" y="156831"/>
                  </a:lnTo>
                  <a:lnTo>
                    <a:pt x="1915176" y="156765"/>
                  </a:lnTo>
                  <a:lnTo>
                    <a:pt x="1907391" y="156699"/>
                  </a:lnTo>
                  <a:lnTo>
                    <a:pt x="1899605" y="156632"/>
                  </a:lnTo>
                  <a:lnTo>
                    <a:pt x="1891820" y="156564"/>
                  </a:lnTo>
                  <a:lnTo>
                    <a:pt x="1884035" y="156495"/>
                  </a:lnTo>
                  <a:lnTo>
                    <a:pt x="1876250" y="156426"/>
                  </a:lnTo>
                  <a:lnTo>
                    <a:pt x="1868464" y="156355"/>
                  </a:lnTo>
                  <a:lnTo>
                    <a:pt x="1860679" y="156284"/>
                  </a:lnTo>
                  <a:lnTo>
                    <a:pt x="1852894" y="156227"/>
                  </a:lnTo>
                  <a:lnTo>
                    <a:pt x="1845109" y="156173"/>
                  </a:lnTo>
                  <a:lnTo>
                    <a:pt x="1837323" y="156119"/>
                  </a:lnTo>
                  <a:lnTo>
                    <a:pt x="1829538" y="156064"/>
                  </a:lnTo>
                  <a:lnTo>
                    <a:pt x="1821753" y="156009"/>
                  </a:lnTo>
                  <a:lnTo>
                    <a:pt x="1813967" y="155938"/>
                  </a:lnTo>
                  <a:lnTo>
                    <a:pt x="1806182" y="155851"/>
                  </a:lnTo>
                  <a:lnTo>
                    <a:pt x="1798397" y="155763"/>
                  </a:lnTo>
                  <a:lnTo>
                    <a:pt x="1790612" y="155674"/>
                  </a:lnTo>
                  <a:lnTo>
                    <a:pt x="1782826" y="155588"/>
                  </a:lnTo>
                  <a:lnTo>
                    <a:pt x="1775041" y="155531"/>
                  </a:lnTo>
                  <a:lnTo>
                    <a:pt x="1767256" y="155473"/>
                  </a:lnTo>
                  <a:lnTo>
                    <a:pt x="1759471" y="155388"/>
                  </a:lnTo>
                  <a:lnTo>
                    <a:pt x="1751685" y="155295"/>
                  </a:lnTo>
                  <a:lnTo>
                    <a:pt x="1743900" y="155200"/>
                  </a:lnTo>
                  <a:lnTo>
                    <a:pt x="1736115" y="155103"/>
                  </a:lnTo>
                  <a:lnTo>
                    <a:pt x="1728330" y="155005"/>
                  </a:lnTo>
                  <a:lnTo>
                    <a:pt x="1720544" y="154905"/>
                  </a:lnTo>
                  <a:lnTo>
                    <a:pt x="1712759" y="154827"/>
                  </a:lnTo>
                  <a:lnTo>
                    <a:pt x="1704974" y="154749"/>
                  </a:lnTo>
                  <a:lnTo>
                    <a:pt x="1697188" y="154670"/>
                  </a:lnTo>
                  <a:lnTo>
                    <a:pt x="1689403" y="154589"/>
                  </a:lnTo>
                  <a:lnTo>
                    <a:pt x="1681618" y="154505"/>
                  </a:lnTo>
                  <a:lnTo>
                    <a:pt x="1673833" y="154392"/>
                  </a:lnTo>
                  <a:lnTo>
                    <a:pt x="1666047" y="154316"/>
                  </a:lnTo>
                  <a:lnTo>
                    <a:pt x="1658262" y="154261"/>
                  </a:lnTo>
                  <a:lnTo>
                    <a:pt x="1650477" y="154162"/>
                  </a:lnTo>
                  <a:lnTo>
                    <a:pt x="1642692" y="154095"/>
                  </a:lnTo>
                  <a:lnTo>
                    <a:pt x="1634906" y="154011"/>
                  </a:lnTo>
                  <a:lnTo>
                    <a:pt x="1627121" y="153925"/>
                  </a:lnTo>
                  <a:lnTo>
                    <a:pt x="1619336" y="153839"/>
                  </a:lnTo>
                  <a:lnTo>
                    <a:pt x="1611550" y="153751"/>
                  </a:lnTo>
                  <a:lnTo>
                    <a:pt x="1603765" y="153661"/>
                  </a:lnTo>
                  <a:lnTo>
                    <a:pt x="1595980" y="153571"/>
                  </a:lnTo>
                  <a:lnTo>
                    <a:pt x="1588195" y="153479"/>
                  </a:lnTo>
                  <a:lnTo>
                    <a:pt x="1580409" y="153387"/>
                  </a:lnTo>
                  <a:lnTo>
                    <a:pt x="1572624" y="153279"/>
                  </a:lnTo>
                  <a:lnTo>
                    <a:pt x="1564839" y="153160"/>
                  </a:lnTo>
                  <a:lnTo>
                    <a:pt x="1557054" y="153045"/>
                  </a:lnTo>
                  <a:lnTo>
                    <a:pt x="1549268" y="152957"/>
                  </a:lnTo>
                  <a:lnTo>
                    <a:pt x="1541483" y="152868"/>
                  </a:lnTo>
                  <a:lnTo>
                    <a:pt x="1533698" y="152778"/>
                  </a:lnTo>
                  <a:lnTo>
                    <a:pt x="1525912" y="152688"/>
                  </a:lnTo>
                  <a:lnTo>
                    <a:pt x="1518127" y="152596"/>
                  </a:lnTo>
                  <a:lnTo>
                    <a:pt x="1510342" y="152504"/>
                  </a:lnTo>
                  <a:lnTo>
                    <a:pt x="1502557" y="152411"/>
                  </a:lnTo>
                  <a:lnTo>
                    <a:pt x="1494771" y="152317"/>
                  </a:lnTo>
                  <a:lnTo>
                    <a:pt x="1486986" y="152222"/>
                  </a:lnTo>
                  <a:lnTo>
                    <a:pt x="1479201" y="152127"/>
                  </a:lnTo>
                  <a:lnTo>
                    <a:pt x="1471416" y="152029"/>
                  </a:lnTo>
                  <a:lnTo>
                    <a:pt x="1463630" y="151925"/>
                  </a:lnTo>
                  <a:lnTo>
                    <a:pt x="1455845" y="151808"/>
                  </a:lnTo>
                  <a:lnTo>
                    <a:pt x="1448060" y="151713"/>
                  </a:lnTo>
                  <a:lnTo>
                    <a:pt x="1440275" y="151628"/>
                  </a:lnTo>
                  <a:lnTo>
                    <a:pt x="1432489" y="151528"/>
                  </a:lnTo>
                  <a:lnTo>
                    <a:pt x="1424704" y="151400"/>
                  </a:lnTo>
                  <a:lnTo>
                    <a:pt x="1416919" y="151270"/>
                  </a:lnTo>
                  <a:lnTo>
                    <a:pt x="1409133" y="151172"/>
                  </a:lnTo>
                  <a:lnTo>
                    <a:pt x="1401348" y="151083"/>
                  </a:lnTo>
                  <a:lnTo>
                    <a:pt x="1393563" y="151000"/>
                  </a:lnTo>
                  <a:lnTo>
                    <a:pt x="1385778" y="150914"/>
                  </a:lnTo>
                  <a:lnTo>
                    <a:pt x="1377992" y="150797"/>
                  </a:lnTo>
                  <a:lnTo>
                    <a:pt x="1370207" y="150692"/>
                  </a:lnTo>
                  <a:lnTo>
                    <a:pt x="1362422" y="150570"/>
                  </a:lnTo>
                  <a:lnTo>
                    <a:pt x="1354637" y="150408"/>
                  </a:lnTo>
                  <a:lnTo>
                    <a:pt x="1346851" y="150305"/>
                  </a:lnTo>
                  <a:lnTo>
                    <a:pt x="1339066" y="150201"/>
                  </a:lnTo>
                  <a:lnTo>
                    <a:pt x="1331281" y="150097"/>
                  </a:lnTo>
                  <a:lnTo>
                    <a:pt x="1323495" y="149983"/>
                  </a:lnTo>
                  <a:lnTo>
                    <a:pt x="1315710" y="149858"/>
                  </a:lnTo>
                  <a:lnTo>
                    <a:pt x="1307925" y="149767"/>
                  </a:lnTo>
                  <a:lnTo>
                    <a:pt x="1300140" y="149656"/>
                  </a:lnTo>
                  <a:lnTo>
                    <a:pt x="1292354" y="149536"/>
                  </a:lnTo>
                  <a:lnTo>
                    <a:pt x="1284569" y="149415"/>
                  </a:lnTo>
                  <a:lnTo>
                    <a:pt x="1276784" y="149293"/>
                  </a:lnTo>
                  <a:lnTo>
                    <a:pt x="1268999" y="149169"/>
                  </a:lnTo>
                  <a:lnTo>
                    <a:pt x="1261213" y="149045"/>
                  </a:lnTo>
                  <a:lnTo>
                    <a:pt x="1253428" y="148919"/>
                  </a:lnTo>
                  <a:lnTo>
                    <a:pt x="1245643" y="148797"/>
                  </a:lnTo>
                  <a:lnTo>
                    <a:pt x="1237857" y="148664"/>
                  </a:lnTo>
                  <a:lnTo>
                    <a:pt x="1230072" y="148522"/>
                  </a:lnTo>
                  <a:lnTo>
                    <a:pt x="1222287" y="148322"/>
                  </a:lnTo>
                  <a:lnTo>
                    <a:pt x="1214502" y="148174"/>
                  </a:lnTo>
                  <a:lnTo>
                    <a:pt x="1206716" y="148038"/>
                  </a:lnTo>
                  <a:lnTo>
                    <a:pt x="1198931" y="147917"/>
                  </a:lnTo>
                  <a:lnTo>
                    <a:pt x="1191146" y="147772"/>
                  </a:lnTo>
                  <a:lnTo>
                    <a:pt x="1183361" y="147665"/>
                  </a:lnTo>
                  <a:lnTo>
                    <a:pt x="1175575" y="147549"/>
                  </a:lnTo>
                  <a:lnTo>
                    <a:pt x="1167790" y="147424"/>
                  </a:lnTo>
                  <a:lnTo>
                    <a:pt x="1160005" y="147286"/>
                  </a:lnTo>
                  <a:lnTo>
                    <a:pt x="1152220" y="147141"/>
                  </a:lnTo>
                  <a:lnTo>
                    <a:pt x="1144434" y="146995"/>
                  </a:lnTo>
                  <a:lnTo>
                    <a:pt x="1136649" y="146837"/>
                  </a:lnTo>
                  <a:lnTo>
                    <a:pt x="1128864" y="146642"/>
                  </a:lnTo>
                  <a:lnTo>
                    <a:pt x="1121078" y="146467"/>
                  </a:lnTo>
                  <a:lnTo>
                    <a:pt x="1113293" y="146317"/>
                  </a:lnTo>
                  <a:lnTo>
                    <a:pt x="1105508" y="146163"/>
                  </a:lnTo>
                  <a:lnTo>
                    <a:pt x="1097723" y="145978"/>
                  </a:lnTo>
                  <a:lnTo>
                    <a:pt x="1089937" y="145791"/>
                  </a:lnTo>
                  <a:lnTo>
                    <a:pt x="1082152" y="145644"/>
                  </a:lnTo>
                  <a:lnTo>
                    <a:pt x="1074367" y="145486"/>
                  </a:lnTo>
                  <a:lnTo>
                    <a:pt x="1066582" y="145355"/>
                  </a:lnTo>
                  <a:lnTo>
                    <a:pt x="1058796" y="145228"/>
                  </a:lnTo>
                  <a:lnTo>
                    <a:pt x="1051011" y="145067"/>
                  </a:lnTo>
                  <a:lnTo>
                    <a:pt x="1043226" y="144904"/>
                  </a:lnTo>
                  <a:lnTo>
                    <a:pt x="1035440" y="144665"/>
                  </a:lnTo>
                  <a:lnTo>
                    <a:pt x="1027655" y="144527"/>
                  </a:lnTo>
                  <a:lnTo>
                    <a:pt x="1019870" y="144406"/>
                  </a:lnTo>
                  <a:lnTo>
                    <a:pt x="1012085" y="144238"/>
                  </a:lnTo>
                  <a:lnTo>
                    <a:pt x="1004299" y="144067"/>
                  </a:lnTo>
                  <a:lnTo>
                    <a:pt x="996514" y="143895"/>
                  </a:lnTo>
                  <a:lnTo>
                    <a:pt x="988729" y="143721"/>
                  </a:lnTo>
                  <a:lnTo>
                    <a:pt x="980944" y="143492"/>
                  </a:lnTo>
                  <a:lnTo>
                    <a:pt x="973158" y="143306"/>
                  </a:lnTo>
                  <a:lnTo>
                    <a:pt x="965373" y="143061"/>
                  </a:lnTo>
                  <a:lnTo>
                    <a:pt x="957588" y="142888"/>
                  </a:lnTo>
                  <a:lnTo>
                    <a:pt x="949802" y="142793"/>
                  </a:lnTo>
                  <a:lnTo>
                    <a:pt x="942017" y="142596"/>
                  </a:lnTo>
                  <a:lnTo>
                    <a:pt x="934232" y="142456"/>
                  </a:lnTo>
                  <a:lnTo>
                    <a:pt x="926447" y="142304"/>
                  </a:lnTo>
                  <a:lnTo>
                    <a:pt x="918661" y="142180"/>
                  </a:lnTo>
                  <a:lnTo>
                    <a:pt x="910876" y="141931"/>
                  </a:lnTo>
                  <a:lnTo>
                    <a:pt x="903091" y="141703"/>
                  </a:lnTo>
                  <a:lnTo>
                    <a:pt x="895306" y="141530"/>
                  </a:lnTo>
                  <a:lnTo>
                    <a:pt x="887520" y="141360"/>
                  </a:lnTo>
                  <a:lnTo>
                    <a:pt x="879735" y="141242"/>
                  </a:lnTo>
                  <a:lnTo>
                    <a:pt x="871950" y="141064"/>
                  </a:lnTo>
                  <a:lnTo>
                    <a:pt x="864165" y="140793"/>
                  </a:lnTo>
                  <a:lnTo>
                    <a:pt x="856379" y="140518"/>
                  </a:lnTo>
                  <a:lnTo>
                    <a:pt x="848594" y="140344"/>
                  </a:lnTo>
                  <a:lnTo>
                    <a:pt x="840809" y="140194"/>
                  </a:lnTo>
                  <a:lnTo>
                    <a:pt x="833023" y="140044"/>
                  </a:lnTo>
                  <a:lnTo>
                    <a:pt x="825238" y="139885"/>
                  </a:lnTo>
                  <a:lnTo>
                    <a:pt x="817453" y="139742"/>
                  </a:lnTo>
                  <a:lnTo>
                    <a:pt x="809668" y="139590"/>
                  </a:lnTo>
                  <a:lnTo>
                    <a:pt x="801882" y="139437"/>
                  </a:lnTo>
                  <a:lnTo>
                    <a:pt x="794097" y="139286"/>
                  </a:lnTo>
                  <a:lnTo>
                    <a:pt x="786312" y="139129"/>
                  </a:lnTo>
                  <a:lnTo>
                    <a:pt x="778527" y="138930"/>
                  </a:lnTo>
                  <a:lnTo>
                    <a:pt x="770741" y="138767"/>
                  </a:lnTo>
                  <a:lnTo>
                    <a:pt x="762956" y="138556"/>
                  </a:lnTo>
                  <a:lnTo>
                    <a:pt x="755171" y="138260"/>
                  </a:lnTo>
                  <a:lnTo>
                    <a:pt x="747385" y="137925"/>
                  </a:lnTo>
                  <a:lnTo>
                    <a:pt x="739600" y="137734"/>
                  </a:lnTo>
                  <a:lnTo>
                    <a:pt x="731815" y="137541"/>
                  </a:lnTo>
                  <a:lnTo>
                    <a:pt x="724030" y="137389"/>
                  </a:lnTo>
                  <a:lnTo>
                    <a:pt x="716244" y="137152"/>
                  </a:lnTo>
                  <a:lnTo>
                    <a:pt x="708459" y="136953"/>
                  </a:lnTo>
                  <a:lnTo>
                    <a:pt x="700674" y="136727"/>
                  </a:lnTo>
                  <a:lnTo>
                    <a:pt x="692889" y="136527"/>
                  </a:lnTo>
                  <a:lnTo>
                    <a:pt x="685103" y="136331"/>
                  </a:lnTo>
                  <a:lnTo>
                    <a:pt x="677318" y="136152"/>
                  </a:lnTo>
                  <a:lnTo>
                    <a:pt x="669533" y="135974"/>
                  </a:lnTo>
                  <a:lnTo>
                    <a:pt x="661747" y="135777"/>
                  </a:lnTo>
                  <a:lnTo>
                    <a:pt x="653962" y="135733"/>
                  </a:lnTo>
                  <a:lnTo>
                    <a:pt x="646177" y="135599"/>
                  </a:lnTo>
                  <a:lnTo>
                    <a:pt x="638392" y="135283"/>
                  </a:lnTo>
                  <a:lnTo>
                    <a:pt x="630606" y="135010"/>
                  </a:lnTo>
                  <a:lnTo>
                    <a:pt x="622821" y="134951"/>
                  </a:lnTo>
                  <a:lnTo>
                    <a:pt x="615036" y="134693"/>
                  </a:lnTo>
                  <a:lnTo>
                    <a:pt x="607251" y="134481"/>
                  </a:lnTo>
                  <a:lnTo>
                    <a:pt x="599465" y="134319"/>
                  </a:lnTo>
                  <a:lnTo>
                    <a:pt x="591680" y="134173"/>
                  </a:lnTo>
                  <a:lnTo>
                    <a:pt x="583895" y="134026"/>
                  </a:lnTo>
                  <a:lnTo>
                    <a:pt x="576110" y="133880"/>
                  </a:lnTo>
                  <a:lnTo>
                    <a:pt x="568324" y="133735"/>
                  </a:lnTo>
                  <a:lnTo>
                    <a:pt x="560539" y="133545"/>
                  </a:lnTo>
                  <a:lnTo>
                    <a:pt x="552754" y="133443"/>
                  </a:lnTo>
                  <a:lnTo>
                    <a:pt x="544968" y="133254"/>
                  </a:lnTo>
                  <a:lnTo>
                    <a:pt x="537183" y="133035"/>
                  </a:lnTo>
                  <a:lnTo>
                    <a:pt x="529398" y="132802"/>
                  </a:lnTo>
                  <a:lnTo>
                    <a:pt x="521613" y="132565"/>
                  </a:lnTo>
                  <a:lnTo>
                    <a:pt x="513827" y="132329"/>
                  </a:lnTo>
                  <a:lnTo>
                    <a:pt x="506042" y="132223"/>
                  </a:lnTo>
                  <a:lnTo>
                    <a:pt x="498257" y="131972"/>
                  </a:lnTo>
                  <a:lnTo>
                    <a:pt x="490472" y="131716"/>
                  </a:lnTo>
                  <a:lnTo>
                    <a:pt x="482686" y="131455"/>
                  </a:lnTo>
                  <a:lnTo>
                    <a:pt x="474901" y="131255"/>
                  </a:lnTo>
                  <a:lnTo>
                    <a:pt x="467116" y="131169"/>
                  </a:lnTo>
                  <a:lnTo>
                    <a:pt x="459330" y="131083"/>
                  </a:lnTo>
                  <a:lnTo>
                    <a:pt x="451545" y="130996"/>
                  </a:lnTo>
                  <a:lnTo>
                    <a:pt x="443760" y="130784"/>
                  </a:lnTo>
                  <a:lnTo>
                    <a:pt x="435975" y="130447"/>
                  </a:lnTo>
                  <a:lnTo>
                    <a:pt x="428189" y="130241"/>
                  </a:lnTo>
                  <a:lnTo>
                    <a:pt x="420404" y="130113"/>
                  </a:lnTo>
                  <a:lnTo>
                    <a:pt x="412619" y="129942"/>
                  </a:lnTo>
                  <a:lnTo>
                    <a:pt x="404834" y="129805"/>
                  </a:lnTo>
                  <a:lnTo>
                    <a:pt x="397048" y="129637"/>
                  </a:lnTo>
                  <a:lnTo>
                    <a:pt x="389263" y="129401"/>
                  </a:lnTo>
                  <a:lnTo>
                    <a:pt x="381478" y="129229"/>
                  </a:lnTo>
                  <a:lnTo>
                    <a:pt x="373692" y="129096"/>
                  </a:lnTo>
                  <a:lnTo>
                    <a:pt x="365907" y="129018"/>
                  </a:lnTo>
                  <a:lnTo>
                    <a:pt x="358122" y="128798"/>
                  </a:lnTo>
                  <a:lnTo>
                    <a:pt x="350337" y="128630"/>
                  </a:lnTo>
                  <a:lnTo>
                    <a:pt x="342551" y="128409"/>
                  </a:lnTo>
                  <a:lnTo>
                    <a:pt x="334766" y="128185"/>
                  </a:lnTo>
                  <a:lnTo>
                    <a:pt x="326981" y="128027"/>
                  </a:lnTo>
                  <a:lnTo>
                    <a:pt x="319196" y="127889"/>
                  </a:lnTo>
                  <a:lnTo>
                    <a:pt x="311410" y="127660"/>
                  </a:lnTo>
                  <a:lnTo>
                    <a:pt x="303625" y="127474"/>
                  </a:lnTo>
                  <a:lnTo>
                    <a:pt x="295840" y="127293"/>
                  </a:lnTo>
                  <a:lnTo>
                    <a:pt x="288055" y="127111"/>
                  </a:lnTo>
                  <a:lnTo>
                    <a:pt x="280269" y="127015"/>
                  </a:lnTo>
                  <a:lnTo>
                    <a:pt x="272484" y="126789"/>
                  </a:lnTo>
                  <a:lnTo>
                    <a:pt x="264699" y="126557"/>
                  </a:lnTo>
                  <a:lnTo>
                    <a:pt x="256913" y="126369"/>
                  </a:lnTo>
                  <a:lnTo>
                    <a:pt x="249128" y="126158"/>
                  </a:lnTo>
                  <a:lnTo>
                    <a:pt x="241343" y="125998"/>
                  </a:lnTo>
                  <a:lnTo>
                    <a:pt x="233558" y="125810"/>
                  </a:lnTo>
                  <a:lnTo>
                    <a:pt x="225772" y="125583"/>
                  </a:lnTo>
                  <a:lnTo>
                    <a:pt x="217987" y="125464"/>
                  </a:lnTo>
                  <a:lnTo>
                    <a:pt x="210202" y="125404"/>
                  </a:lnTo>
                  <a:lnTo>
                    <a:pt x="202417" y="125326"/>
                  </a:lnTo>
                  <a:lnTo>
                    <a:pt x="194631" y="125260"/>
                  </a:lnTo>
                  <a:lnTo>
                    <a:pt x="186846" y="125182"/>
                  </a:lnTo>
                  <a:lnTo>
                    <a:pt x="179061" y="124916"/>
                  </a:lnTo>
                  <a:lnTo>
                    <a:pt x="171275" y="124732"/>
                  </a:lnTo>
                  <a:lnTo>
                    <a:pt x="163490" y="124641"/>
                  </a:lnTo>
                  <a:lnTo>
                    <a:pt x="155705" y="124550"/>
                  </a:lnTo>
                  <a:lnTo>
                    <a:pt x="147920" y="124465"/>
                  </a:lnTo>
                  <a:lnTo>
                    <a:pt x="140134" y="124374"/>
                  </a:lnTo>
                  <a:lnTo>
                    <a:pt x="132349" y="124292"/>
                  </a:lnTo>
                  <a:lnTo>
                    <a:pt x="124564" y="124275"/>
                  </a:lnTo>
                  <a:lnTo>
                    <a:pt x="116779" y="124107"/>
                  </a:lnTo>
                  <a:lnTo>
                    <a:pt x="108993" y="124014"/>
                  </a:lnTo>
                  <a:lnTo>
                    <a:pt x="101208" y="123921"/>
                  </a:lnTo>
                  <a:lnTo>
                    <a:pt x="93423" y="123779"/>
                  </a:lnTo>
                  <a:lnTo>
                    <a:pt x="85637" y="123733"/>
                  </a:lnTo>
                  <a:lnTo>
                    <a:pt x="77852" y="123616"/>
                  </a:lnTo>
                  <a:lnTo>
                    <a:pt x="70067" y="123558"/>
                  </a:lnTo>
                  <a:lnTo>
                    <a:pt x="62282" y="123313"/>
                  </a:lnTo>
                  <a:lnTo>
                    <a:pt x="54496" y="123040"/>
                  </a:lnTo>
                  <a:lnTo>
                    <a:pt x="46711" y="122766"/>
                  </a:lnTo>
                  <a:lnTo>
                    <a:pt x="38926" y="122573"/>
                  </a:lnTo>
                  <a:lnTo>
                    <a:pt x="31141" y="122485"/>
                  </a:lnTo>
                  <a:lnTo>
                    <a:pt x="23355" y="122488"/>
                  </a:lnTo>
                  <a:lnTo>
                    <a:pt x="15570" y="122571"/>
                  </a:lnTo>
                  <a:lnTo>
                    <a:pt x="7785" y="122609"/>
                  </a:lnTo>
                  <a:lnTo>
                    <a:pt x="0" y="122398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247627" y="4795193"/>
              <a:ext cx="2016385" cy="99382"/>
            </a:xfrm>
            <a:custGeom>
              <a:avLst/>
              <a:pathLst>
                <a:path w="2016385" h="99382">
                  <a:moveTo>
                    <a:pt x="0" y="0"/>
                  </a:moveTo>
                  <a:lnTo>
                    <a:pt x="7785" y="768"/>
                  </a:lnTo>
                  <a:lnTo>
                    <a:pt x="15570" y="1788"/>
                  </a:lnTo>
                  <a:lnTo>
                    <a:pt x="23355" y="3041"/>
                  </a:lnTo>
                  <a:lnTo>
                    <a:pt x="31141" y="4216"/>
                  </a:lnTo>
                  <a:lnTo>
                    <a:pt x="38926" y="5128"/>
                  </a:lnTo>
                  <a:lnTo>
                    <a:pt x="46711" y="6036"/>
                  </a:lnTo>
                  <a:lnTo>
                    <a:pt x="54496" y="7183"/>
                  </a:lnTo>
                  <a:lnTo>
                    <a:pt x="62282" y="8555"/>
                  </a:lnTo>
                  <a:lnTo>
                    <a:pt x="70067" y="9918"/>
                  </a:lnTo>
                  <a:lnTo>
                    <a:pt x="77852" y="11088"/>
                  </a:lnTo>
                  <a:lnTo>
                    <a:pt x="85637" y="11834"/>
                  </a:lnTo>
                  <a:lnTo>
                    <a:pt x="93423" y="12994"/>
                  </a:lnTo>
                  <a:lnTo>
                    <a:pt x="101208" y="14216"/>
                  </a:lnTo>
                  <a:lnTo>
                    <a:pt x="108993" y="15209"/>
                  </a:lnTo>
                  <a:lnTo>
                    <a:pt x="116779" y="16197"/>
                  </a:lnTo>
                  <a:lnTo>
                    <a:pt x="124564" y="17112"/>
                  </a:lnTo>
                  <a:lnTo>
                    <a:pt x="132349" y="18017"/>
                  </a:lnTo>
                  <a:lnTo>
                    <a:pt x="140134" y="18927"/>
                  </a:lnTo>
                  <a:lnTo>
                    <a:pt x="147920" y="20112"/>
                  </a:lnTo>
                  <a:lnTo>
                    <a:pt x="155705" y="21067"/>
                  </a:lnTo>
                  <a:lnTo>
                    <a:pt x="163490" y="22027"/>
                  </a:lnTo>
                  <a:lnTo>
                    <a:pt x="171275" y="22984"/>
                  </a:lnTo>
                  <a:lnTo>
                    <a:pt x="179061" y="24227"/>
                  </a:lnTo>
                  <a:lnTo>
                    <a:pt x="186846" y="25405"/>
                  </a:lnTo>
                  <a:lnTo>
                    <a:pt x="194631" y="26276"/>
                  </a:lnTo>
                  <a:lnTo>
                    <a:pt x="202417" y="27699"/>
                  </a:lnTo>
                  <a:lnTo>
                    <a:pt x="210202" y="29084"/>
                  </a:lnTo>
                  <a:lnTo>
                    <a:pt x="217987" y="30008"/>
                  </a:lnTo>
                  <a:lnTo>
                    <a:pt x="225772" y="30927"/>
                  </a:lnTo>
                  <a:lnTo>
                    <a:pt x="233558" y="31842"/>
                  </a:lnTo>
                  <a:lnTo>
                    <a:pt x="241343" y="32752"/>
                  </a:lnTo>
                  <a:lnTo>
                    <a:pt x="249128" y="33497"/>
                  </a:lnTo>
                  <a:lnTo>
                    <a:pt x="256913" y="34512"/>
                  </a:lnTo>
                  <a:lnTo>
                    <a:pt x="264699" y="35355"/>
                  </a:lnTo>
                  <a:lnTo>
                    <a:pt x="272484" y="36196"/>
                  </a:lnTo>
                  <a:lnTo>
                    <a:pt x="280269" y="36953"/>
                  </a:lnTo>
                  <a:lnTo>
                    <a:pt x="288055" y="37966"/>
                  </a:lnTo>
                  <a:lnTo>
                    <a:pt x="295840" y="38983"/>
                  </a:lnTo>
                  <a:lnTo>
                    <a:pt x="303625" y="39854"/>
                  </a:lnTo>
                  <a:lnTo>
                    <a:pt x="311410" y="40534"/>
                  </a:lnTo>
                  <a:lnTo>
                    <a:pt x="319196" y="41292"/>
                  </a:lnTo>
                  <a:lnTo>
                    <a:pt x="326981" y="41925"/>
                  </a:lnTo>
                  <a:lnTo>
                    <a:pt x="334766" y="42662"/>
                  </a:lnTo>
                  <a:lnTo>
                    <a:pt x="342551" y="43550"/>
                  </a:lnTo>
                  <a:lnTo>
                    <a:pt x="350337" y="44466"/>
                  </a:lnTo>
                  <a:lnTo>
                    <a:pt x="358122" y="45500"/>
                  </a:lnTo>
                  <a:lnTo>
                    <a:pt x="365907" y="46633"/>
                  </a:lnTo>
                  <a:lnTo>
                    <a:pt x="373692" y="47558"/>
                  </a:lnTo>
                  <a:lnTo>
                    <a:pt x="381478" y="48569"/>
                  </a:lnTo>
                  <a:lnTo>
                    <a:pt x="389263" y="49574"/>
                  </a:lnTo>
                  <a:lnTo>
                    <a:pt x="397048" y="50231"/>
                  </a:lnTo>
                  <a:lnTo>
                    <a:pt x="404834" y="50966"/>
                  </a:lnTo>
                  <a:lnTo>
                    <a:pt x="412619" y="51990"/>
                  </a:lnTo>
                  <a:lnTo>
                    <a:pt x="420404" y="52603"/>
                  </a:lnTo>
                  <a:lnTo>
                    <a:pt x="428189" y="52991"/>
                  </a:lnTo>
                  <a:lnTo>
                    <a:pt x="435975" y="53708"/>
                  </a:lnTo>
                  <a:lnTo>
                    <a:pt x="443760" y="54258"/>
                  </a:lnTo>
                  <a:lnTo>
                    <a:pt x="451545" y="54974"/>
                  </a:lnTo>
                  <a:lnTo>
                    <a:pt x="459330" y="55565"/>
                  </a:lnTo>
                  <a:lnTo>
                    <a:pt x="467116" y="56246"/>
                  </a:lnTo>
                  <a:lnTo>
                    <a:pt x="474901" y="56960"/>
                  </a:lnTo>
                  <a:lnTo>
                    <a:pt x="482686" y="57861"/>
                  </a:lnTo>
                  <a:lnTo>
                    <a:pt x="490472" y="58213"/>
                  </a:lnTo>
                  <a:lnTo>
                    <a:pt x="498257" y="58828"/>
                  </a:lnTo>
                  <a:lnTo>
                    <a:pt x="506042" y="59465"/>
                  </a:lnTo>
                  <a:lnTo>
                    <a:pt x="513827" y="60204"/>
                  </a:lnTo>
                  <a:lnTo>
                    <a:pt x="521613" y="60952"/>
                  </a:lnTo>
                  <a:lnTo>
                    <a:pt x="529398" y="61381"/>
                  </a:lnTo>
                  <a:lnTo>
                    <a:pt x="537183" y="61912"/>
                  </a:lnTo>
                  <a:lnTo>
                    <a:pt x="544968" y="62202"/>
                  </a:lnTo>
                  <a:lnTo>
                    <a:pt x="552754" y="62496"/>
                  </a:lnTo>
                  <a:lnTo>
                    <a:pt x="560539" y="63113"/>
                  </a:lnTo>
                  <a:lnTo>
                    <a:pt x="568324" y="63819"/>
                  </a:lnTo>
                  <a:lnTo>
                    <a:pt x="576110" y="64521"/>
                  </a:lnTo>
                  <a:lnTo>
                    <a:pt x="583895" y="64896"/>
                  </a:lnTo>
                  <a:lnTo>
                    <a:pt x="591680" y="64984"/>
                  </a:lnTo>
                  <a:lnTo>
                    <a:pt x="599465" y="65074"/>
                  </a:lnTo>
                  <a:lnTo>
                    <a:pt x="607251" y="65687"/>
                  </a:lnTo>
                  <a:lnTo>
                    <a:pt x="615036" y="66259"/>
                  </a:lnTo>
                  <a:lnTo>
                    <a:pt x="622821" y="66629"/>
                  </a:lnTo>
                  <a:lnTo>
                    <a:pt x="630606" y="67199"/>
                  </a:lnTo>
                  <a:lnTo>
                    <a:pt x="638392" y="67794"/>
                  </a:lnTo>
                  <a:lnTo>
                    <a:pt x="646177" y="68388"/>
                  </a:lnTo>
                  <a:lnTo>
                    <a:pt x="653962" y="68754"/>
                  </a:lnTo>
                  <a:lnTo>
                    <a:pt x="661747" y="69472"/>
                  </a:lnTo>
                  <a:lnTo>
                    <a:pt x="669533" y="69673"/>
                  </a:lnTo>
                  <a:lnTo>
                    <a:pt x="677318" y="70107"/>
                  </a:lnTo>
                  <a:lnTo>
                    <a:pt x="685103" y="70455"/>
                  </a:lnTo>
                  <a:lnTo>
                    <a:pt x="692889" y="71098"/>
                  </a:lnTo>
                  <a:lnTo>
                    <a:pt x="700674" y="71276"/>
                  </a:lnTo>
                  <a:lnTo>
                    <a:pt x="708459" y="71551"/>
                  </a:lnTo>
                  <a:lnTo>
                    <a:pt x="716244" y="72015"/>
                  </a:lnTo>
                  <a:lnTo>
                    <a:pt x="724030" y="72317"/>
                  </a:lnTo>
                  <a:lnTo>
                    <a:pt x="731815" y="72713"/>
                  </a:lnTo>
                  <a:lnTo>
                    <a:pt x="739600" y="73323"/>
                  </a:lnTo>
                  <a:lnTo>
                    <a:pt x="747385" y="73888"/>
                  </a:lnTo>
                  <a:lnTo>
                    <a:pt x="755171" y="74340"/>
                  </a:lnTo>
                  <a:lnTo>
                    <a:pt x="762956" y="74802"/>
                  </a:lnTo>
                  <a:lnTo>
                    <a:pt x="770741" y="75263"/>
                  </a:lnTo>
                  <a:lnTo>
                    <a:pt x="778527" y="75721"/>
                  </a:lnTo>
                  <a:lnTo>
                    <a:pt x="786312" y="76258"/>
                  </a:lnTo>
                  <a:lnTo>
                    <a:pt x="794097" y="76847"/>
                  </a:lnTo>
                  <a:lnTo>
                    <a:pt x="801882" y="77433"/>
                  </a:lnTo>
                  <a:lnTo>
                    <a:pt x="809668" y="77701"/>
                  </a:lnTo>
                  <a:lnTo>
                    <a:pt x="817453" y="77964"/>
                  </a:lnTo>
                  <a:lnTo>
                    <a:pt x="825238" y="78404"/>
                  </a:lnTo>
                  <a:lnTo>
                    <a:pt x="833023" y="78733"/>
                  </a:lnTo>
                  <a:lnTo>
                    <a:pt x="840809" y="79104"/>
                  </a:lnTo>
                  <a:lnTo>
                    <a:pt x="848594" y="79262"/>
                  </a:lnTo>
                  <a:lnTo>
                    <a:pt x="856379" y="79419"/>
                  </a:lnTo>
                  <a:lnTo>
                    <a:pt x="864165" y="79635"/>
                  </a:lnTo>
                  <a:lnTo>
                    <a:pt x="871950" y="80093"/>
                  </a:lnTo>
                  <a:lnTo>
                    <a:pt x="879735" y="80559"/>
                  </a:lnTo>
                  <a:lnTo>
                    <a:pt x="887520" y="81070"/>
                  </a:lnTo>
                  <a:lnTo>
                    <a:pt x="895306" y="81470"/>
                  </a:lnTo>
                  <a:lnTo>
                    <a:pt x="903091" y="81921"/>
                  </a:lnTo>
                  <a:lnTo>
                    <a:pt x="910876" y="82373"/>
                  </a:lnTo>
                  <a:lnTo>
                    <a:pt x="918661" y="82823"/>
                  </a:lnTo>
                  <a:lnTo>
                    <a:pt x="926447" y="83204"/>
                  </a:lnTo>
                  <a:lnTo>
                    <a:pt x="934232" y="83500"/>
                  </a:lnTo>
                  <a:lnTo>
                    <a:pt x="942017" y="83895"/>
                  </a:lnTo>
                  <a:lnTo>
                    <a:pt x="949802" y="84316"/>
                  </a:lnTo>
                  <a:lnTo>
                    <a:pt x="957588" y="84580"/>
                  </a:lnTo>
                  <a:lnTo>
                    <a:pt x="965373" y="84685"/>
                  </a:lnTo>
                  <a:lnTo>
                    <a:pt x="973158" y="84759"/>
                  </a:lnTo>
                  <a:lnTo>
                    <a:pt x="980944" y="84832"/>
                  </a:lnTo>
                  <a:lnTo>
                    <a:pt x="988729" y="84905"/>
                  </a:lnTo>
                  <a:lnTo>
                    <a:pt x="996514" y="85206"/>
                  </a:lnTo>
                  <a:lnTo>
                    <a:pt x="1004299" y="85828"/>
                  </a:lnTo>
                  <a:lnTo>
                    <a:pt x="1012085" y="86035"/>
                  </a:lnTo>
                  <a:lnTo>
                    <a:pt x="1019870" y="86120"/>
                  </a:lnTo>
                  <a:lnTo>
                    <a:pt x="1027655" y="86204"/>
                  </a:lnTo>
                  <a:lnTo>
                    <a:pt x="1035440" y="86289"/>
                  </a:lnTo>
                  <a:lnTo>
                    <a:pt x="1043226" y="86374"/>
                  </a:lnTo>
                  <a:lnTo>
                    <a:pt x="1051011" y="86461"/>
                  </a:lnTo>
                  <a:lnTo>
                    <a:pt x="1058796" y="86549"/>
                  </a:lnTo>
                  <a:lnTo>
                    <a:pt x="1066582" y="86637"/>
                  </a:lnTo>
                  <a:lnTo>
                    <a:pt x="1074367" y="86732"/>
                  </a:lnTo>
                  <a:lnTo>
                    <a:pt x="1082152" y="87178"/>
                  </a:lnTo>
                  <a:lnTo>
                    <a:pt x="1089937" y="87783"/>
                  </a:lnTo>
                  <a:lnTo>
                    <a:pt x="1097723" y="87763"/>
                  </a:lnTo>
                  <a:lnTo>
                    <a:pt x="1105508" y="87731"/>
                  </a:lnTo>
                  <a:lnTo>
                    <a:pt x="1113293" y="87622"/>
                  </a:lnTo>
                  <a:lnTo>
                    <a:pt x="1121078" y="87571"/>
                  </a:lnTo>
                  <a:lnTo>
                    <a:pt x="1128864" y="87981"/>
                  </a:lnTo>
                  <a:lnTo>
                    <a:pt x="1136649" y="88137"/>
                  </a:lnTo>
                  <a:lnTo>
                    <a:pt x="1144434" y="88287"/>
                  </a:lnTo>
                  <a:lnTo>
                    <a:pt x="1152220" y="88602"/>
                  </a:lnTo>
                  <a:lnTo>
                    <a:pt x="1160005" y="88812"/>
                  </a:lnTo>
                  <a:lnTo>
                    <a:pt x="1167790" y="88918"/>
                  </a:lnTo>
                  <a:lnTo>
                    <a:pt x="1175575" y="89023"/>
                  </a:lnTo>
                  <a:lnTo>
                    <a:pt x="1183361" y="89140"/>
                  </a:lnTo>
                  <a:lnTo>
                    <a:pt x="1191146" y="89340"/>
                  </a:lnTo>
                  <a:lnTo>
                    <a:pt x="1198931" y="89540"/>
                  </a:lnTo>
                  <a:lnTo>
                    <a:pt x="1206716" y="89739"/>
                  </a:lnTo>
                  <a:lnTo>
                    <a:pt x="1214502" y="89901"/>
                  </a:lnTo>
                  <a:lnTo>
                    <a:pt x="1222287" y="90117"/>
                  </a:lnTo>
                  <a:lnTo>
                    <a:pt x="1230072" y="90176"/>
                  </a:lnTo>
                  <a:lnTo>
                    <a:pt x="1237857" y="90239"/>
                  </a:lnTo>
                  <a:lnTo>
                    <a:pt x="1245643" y="90489"/>
                  </a:lnTo>
                  <a:lnTo>
                    <a:pt x="1253428" y="90741"/>
                  </a:lnTo>
                  <a:lnTo>
                    <a:pt x="1261213" y="90953"/>
                  </a:lnTo>
                  <a:lnTo>
                    <a:pt x="1268999" y="90957"/>
                  </a:lnTo>
                  <a:lnTo>
                    <a:pt x="1276784" y="91321"/>
                  </a:lnTo>
                  <a:lnTo>
                    <a:pt x="1284569" y="91678"/>
                  </a:lnTo>
                  <a:lnTo>
                    <a:pt x="1292354" y="91926"/>
                  </a:lnTo>
                  <a:lnTo>
                    <a:pt x="1300140" y="92121"/>
                  </a:lnTo>
                  <a:lnTo>
                    <a:pt x="1307925" y="92317"/>
                  </a:lnTo>
                  <a:lnTo>
                    <a:pt x="1315710" y="92513"/>
                  </a:lnTo>
                  <a:lnTo>
                    <a:pt x="1323495" y="92710"/>
                  </a:lnTo>
                  <a:lnTo>
                    <a:pt x="1331281" y="92851"/>
                  </a:lnTo>
                  <a:lnTo>
                    <a:pt x="1339066" y="93097"/>
                  </a:lnTo>
                  <a:lnTo>
                    <a:pt x="1346851" y="93279"/>
                  </a:lnTo>
                  <a:lnTo>
                    <a:pt x="1354637" y="93468"/>
                  </a:lnTo>
                  <a:lnTo>
                    <a:pt x="1362422" y="93657"/>
                  </a:lnTo>
                  <a:lnTo>
                    <a:pt x="1370207" y="93847"/>
                  </a:lnTo>
                  <a:lnTo>
                    <a:pt x="1377992" y="94036"/>
                  </a:lnTo>
                  <a:lnTo>
                    <a:pt x="1385778" y="94225"/>
                  </a:lnTo>
                  <a:lnTo>
                    <a:pt x="1393563" y="94414"/>
                  </a:lnTo>
                  <a:lnTo>
                    <a:pt x="1401348" y="94602"/>
                  </a:lnTo>
                  <a:lnTo>
                    <a:pt x="1409133" y="94790"/>
                  </a:lnTo>
                  <a:lnTo>
                    <a:pt x="1416919" y="94982"/>
                  </a:lnTo>
                  <a:lnTo>
                    <a:pt x="1424704" y="95173"/>
                  </a:lnTo>
                  <a:lnTo>
                    <a:pt x="1432489" y="95364"/>
                  </a:lnTo>
                  <a:lnTo>
                    <a:pt x="1440275" y="95555"/>
                  </a:lnTo>
                  <a:lnTo>
                    <a:pt x="1448060" y="95745"/>
                  </a:lnTo>
                  <a:lnTo>
                    <a:pt x="1455845" y="95796"/>
                  </a:lnTo>
                  <a:lnTo>
                    <a:pt x="1463630" y="96055"/>
                  </a:lnTo>
                  <a:lnTo>
                    <a:pt x="1471416" y="96121"/>
                  </a:lnTo>
                  <a:lnTo>
                    <a:pt x="1479201" y="96195"/>
                  </a:lnTo>
                  <a:lnTo>
                    <a:pt x="1486986" y="96262"/>
                  </a:lnTo>
                  <a:lnTo>
                    <a:pt x="1494771" y="96295"/>
                  </a:lnTo>
                  <a:lnTo>
                    <a:pt x="1502557" y="96329"/>
                  </a:lnTo>
                  <a:lnTo>
                    <a:pt x="1510342" y="96332"/>
                  </a:lnTo>
                  <a:lnTo>
                    <a:pt x="1518127" y="96262"/>
                  </a:lnTo>
                  <a:lnTo>
                    <a:pt x="1525912" y="96352"/>
                  </a:lnTo>
                  <a:lnTo>
                    <a:pt x="1533698" y="96466"/>
                  </a:lnTo>
                  <a:lnTo>
                    <a:pt x="1541483" y="96500"/>
                  </a:lnTo>
                  <a:lnTo>
                    <a:pt x="1549268" y="96539"/>
                  </a:lnTo>
                  <a:lnTo>
                    <a:pt x="1557054" y="96579"/>
                  </a:lnTo>
                  <a:lnTo>
                    <a:pt x="1564839" y="96613"/>
                  </a:lnTo>
                  <a:lnTo>
                    <a:pt x="1572624" y="96648"/>
                  </a:lnTo>
                  <a:lnTo>
                    <a:pt x="1580409" y="96747"/>
                  </a:lnTo>
                  <a:lnTo>
                    <a:pt x="1588195" y="96876"/>
                  </a:lnTo>
                  <a:lnTo>
                    <a:pt x="1595980" y="97005"/>
                  </a:lnTo>
                  <a:lnTo>
                    <a:pt x="1603765" y="97133"/>
                  </a:lnTo>
                  <a:lnTo>
                    <a:pt x="1611550" y="97183"/>
                  </a:lnTo>
                  <a:lnTo>
                    <a:pt x="1619336" y="97128"/>
                  </a:lnTo>
                  <a:lnTo>
                    <a:pt x="1627121" y="97073"/>
                  </a:lnTo>
                  <a:lnTo>
                    <a:pt x="1634906" y="97019"/>
                  </a:lnTo>
                  <a:lnTo>
                    <a:pt x="1642692" y="96964"/>
                  </a:lnTo>
                  <a:lnTo>
                    <a:pt x="1650477" y="96996"/>
                  </a:lnTo>
                  <a:lnTo>
                    <a:pt x="1658262" y="97057"/>
                  </a:lnTo>
                  <a:lnTo>
                    <a:pt x="1666047" y="97255"/>
                  </a:lnTo>
                  <a:lnTo>
                    <a:pt x="1673833" y="97455"/>
                  </a:lnTo>
                  <a:lnTo>
                    <a:pt x="1681618" y="97542"/>
                  </a:lnTo>
                  <a:lnTo>
                    <a:pt x="1689403" y="97672"/>
                  </a:lnTo>
                  <a:lnTo>
                    <a:pt x="1697188" y="97570"/>
                  </a:lnTo>
                  <a:lnTo>
                    <a:pt x="1704974" y="97552"/>
                  </a:lnTo>
                  <a:lnTo>
                    <a:pt x="1712759" y="97516"/>
                  </a:lnTo>
                  <a:lnTo>
                    <a:pt x="1720544" y="97460"/>
                  </a:lnTo>
                  <a:lnTo>
                    <a:pt x="1728330" y="97407"/>
                  </a:lnTo>
                  <a:lnTo>
                    <a:pt x="1736115" y="97372"/>
                  </a:lnTo>
                  <a:lnTo>
                    <a:pt x="1743900" y="97404"/>
                  </a:lnTo>
                  <a:lnTo>
                    <a:pt x="1751685" y="97436"/>
                  </a:lnTo>
                  <a:lnTo>
                    <a:pt x="1759471" y="97474"/>
                  </a:lnTo>
                  <a:lnTo>
                    <a:pt x="1767256" y="97504"/>
                  </a:lnTo>
                  <a:lnTo>
                    <a:pt x="1775041" y="97534"/>
                  </a:lnTo>
                  <a:lnTo>
                    <a:pt x="1782826" y="97568"/>
                  </a:lnTo>
                  <a:lnTo>
                    <a:pt x="1790612" y="97606"/>
                  </a:lnTo>
                  <a:lnTo>
                    <a:pt x="1798397" y="97644"/>
                  </a:lnTo>
                  <a:lnTo>
                    <a:pt x="1806182" y="97751"/>
                  </a:lnTo>
                  <a:lnTo>
                    <a:pt x="1813967" y="97855"/>
                  </a:lnTo>
                  <a:lnTo>
                    <a:pt x="1821753" y="97876"/>
                  </a:lnTo>
                  <a:lnTo>
                    <a:pt x="1829538" y="97898"/>
                  </a:lnTo>
                  <a:lnTo>
                    <a:pt x="1837323" y="97920"/>
                  </a:lnTo>
                  <a:lnTo>
                    <a:pt x="1845109" y="97942"/>
                  </a:lnTo>
                  <a:lnTo>
                    <a:pt x="1852894" y="97965"/>
                  </a:lnTo>
                  <a:lnTo>
                    <a:pt x="1860679" y="98018"/>
                  </a:lnTo>
                  <a:lnTo>
                    <a:pt x="1868464" y="98124"/>
                  </a:lnTo>
                  <a:lnTo>
                    <a:pt x="1876250" y="98262"/>
                  </a:lnTo>
                  <a:lnTo>
                    <a:pt x="1884035" y="98247"/>
                  </a:lnTo>
                  <a:lnTo>
                    <a:pt x="1891820" y="98374"/>
                  </a:lnTo>
                  <a:lnTo>
                    <a:pt x="1899605" y="98472"/>
                  </a:lnTo>
                  <a:lnTo>
                    <a:pt x="1907391" y="98565"/>
                  </a:lnTo>
                  <a:lnTo>
                    <a:pt x="1915176" y="98472"/>
                  </a:lnTo>
                  <a:lnTo>
                    <a:pt x="1922961" y="98518"/>
                  </a:lnTo>
                  <a:lnTo>
                    <a:pt x="1930747" y="98641"/>
                  </a:lnTo>
                  <a:lnTo>
                    <a:pt x="1938532" y="98763"/>
                  </a:lnTo>
                  <a:lnTo>
                    <a:pt x="1946317" y="98797"/>
                  </a:lnTo>
                  <a:lnTo>
                    <a:pt x="1954102" y="98786"/>
                  </a:lnTo>
                  <a:lnTo>
                    <a:pt x="1961888" y="98775"/>
                  </a:lnTo>
                  <a:lnTo>
                    <a:pt x="1969673" y="98858"/>
                  </a:lnTo>
                  <a:lnTo>
                    <a:pt x="1977458" y="98945"/>
                  </a:lnTo>
                  <a:lnTo>
                    <a:pt x="1985243" y="99033"/>
                  </a:lnTo>
                  <a:lnTo>
                    <a:pt x="1993029" y="99120"/>
                  </a:lnTo>
                  <a:lnTo>
                    <a:pt x="2000814" y="99208"/>
                  </a:lnTo>
                  <a:lnTo>
                    <a:pt x="2008599" y="99295"/>
                  </a:lnTo>
                  <a:lnTo>
                    <a:pt x="2016385" y="99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247627" y="4917591"/>
              <a:ext cx="2016385" cy="35168"/>
            </a:xfrm>
            <a:custGeom>
              <a:avLst/>
              <a:pathLst>
                <a:path w="2016385" h="35168">
                  <a:moveTo>
                    <a:pt x="2016385" y="35168"/>
                  </a:moveTo>
                  <a:lnTo>
                    <a:pt x="2008599" y="35104"/>
                  </a:lnTo>
                  <a:lnTo>
                    <a:pt x="2000814" y="35052"/>
                  </a:lnTo>
                  <a:lnTo>
                    <a:pt x="1993029" y="35000"/>
                  </a:lnTo>
                  <a:lnTo>
                    <a:pt x="1985243" y="34947"/>
                  </a:lnTo>
                  <a:lnTo>
                    <a:pt x="1977458" y="34888"/>
                  </a:lnTo>
                  <a:lnTo>
                    <a:pt x="1969673" y="34822"/>
                  </a:lnTo>
                  <a:lnTo>
                    <a:pt x="1961888" y="34755"/>
                  </a:lnTo>
                  <a:lnTo>
                    <a:pt x="1954102" y="34686"/>
                  </a:lnTo>
                  <a:lnTo>
                    <a:pt x="1946317" y="34624"/>
                  </a:lnTo>
                  <a:lnTo>
                    <a:pt x="1938532" y="34561"/>
                  </a:lnTo>
                  <a:lnTo>
                    <a:pt x="1930747" y="34497"/>
                  </a:lnTo>
                  <a:lnTo>
                    <a:pt x="1922961" y="34432"/>
                  </a:lnTo>
                  <a:lnTo>
                    <a:pt x="1915176" y="34367"/>
                  </a:lnTo>
                  <a:lnTo>
                    <a:pt x="1907391" y="34301"/>
                  </a:lnTo>
                  <a:lnTo>
                    <a:pt x="1899605" y="34234"/>
                  </a:lnTo>
                  <a:lnTo>
                    <a:pt x="1891820" y="34166"/>
                  </a:lnTo>
                  <a:lnTo>
                    <a:pt x="1884035" y="34097"/>
                  </a:lnTo>
                  <a:lnTo>
                    <a:pt x="1876250" y="34027"/>
                  </a:lnTo>
                  <a:lnTo>
                    <a:pt x="1868464" y="33957"/>
                  </a:lnTo>
                  <a:lnTo>
                    <a:pt x="1860679" y="33886"/>
                  </a:lnTo>
                  <a:lnTo>
                    <a:pt x="1852894" y="33829"/>
                  </a:lnTo>
                  <a:lnTo>
                    <a:pt x="1845109" y="33775"/>
                  </a:lnTo>
                  <a:lnTo>
                    <a:pt x="1837323" y="33721"/>
                  </a:lnTo>
                  <a:lnTo>
                    <a:pt x="1829538" y="33666"/>
                  </a:lnTo>
                  <a:lnTo>
                    <a:pt x="1821753" y="33611"/>
                  </a:lnTo>
                  <a:lnTo>
                    <a:pt x="1813967" y="33539"/>
                  </a:lnTo>
                  <a:lnTo>
                    <a:pt x="1806182" y="33453"/>
                  </a:lnTo>
                  <a:lnTo>
                    <a:pt x="1798397" y="33365"/>
                  </a:lnTo>
                  <a:lnTo>
                    <a:pt x="1790612" y="33275"/>
                  </a:lnTo>
                  <a:lnTo>
                    <a:pt x="1782826" y="33190"/>
                  </a:lnTo>
                  <a:lnTo>
                    <a:pt x="1775041" y="33132"/>
                  </a:lnTo>
                  <a:lnTo>
                    <a:pt x="1767256" y="33074"/>
                  </a:lnTo>
                  <a:lnTo>
                    <a:pt x="1759471" y="32990"/>
                  </a:lnTo>
                  <a:lnTo>
                    <a:pt x="1751685" y="32896"/>
                  </a:lnTo>
                  <a:lnTo>
                    <a:pt x="1743900" y="32801"/>
                  </a:lnTo>
                  <a:lnTo>
                    <a:pt x="1736115" y="32705"/>
                  </a:lnTo>
                  <a:lnTo>
                    <a:pt x="1728330" y="32606"/>
                  </a:lnTo>
                  <a:lnTo>
                    <a:pt x="1720544" y="32507"/>
                  </a:lnTo>
                  <a:lnTo>
                    <a:pt x="1712759" y="32429"/>
                  </a:lnTo>
                  <a:lnTo>
                    <a:pt x="1704974" y="32351"/>
                  </a:lnTo>
                  <a:lnTo>
                    <a:pt x="1697188" y="32271"/>
                  </a:lnTo>
                  <a:lnTo>
                    <a:pt x="1689403" y="32191"/>
                  </a:lnTo>
                  <a:lnTo>
                    <a:pt x="1681618" y="32106"/>
                  </a:lnTo>
                  <a:lnTo>
                    <a:pt x="1673833" y="31993"/>
                  </a:lnTo>
                  <a:lnTo>
                    <a:pt x="1666047" y="31917"/>
                  </a:lnTo>
                  <a:lnTo>
                    <a:pt x="1658262" y="31863"/>
                  </a:lnTo>
                  <a:lnTo>
                    <a:pt x="1650477" y="31764"/>
                  </a:lnTo>
                  <a:lnTo>
                    <a:pt x="1642692" y="31697"/>
                  </a:lnTo>
                  <a:lnTo>
                    <a:pt x="1634906" y="31612"/>
                  </a:lnTo>
                  <a:lnTo>
                    <a:pt x="1627121" y="31527"/>
                  </a:lnTo>
                  <a:lnTo>
                    <a:pt x="1619336" y="31441"/>
                  </a:lnTo>
                  <a:lnTo>
                    <a:pt x="1611550" y="31353"/>
                  </a:lnTo>
                  <a:lnTo>
                    <a:pt x="1603765" y="31263"/>
                  </a:lnTo>
                  <a:lnTo>
                    <a:pt x="1595980" y="31173"/>
                  </a:lnTo>
                  <a:lnTo>
                    <a:pt x="1588195" y="31081"/>
                  </a:lnTo>
                  <a:lnTo>
                    <a:pt x="1580409" y="30989"/>
                  </a:lnTo>
                  <a:lnTo>
                    <a:pt x="1572624" y="30881"/>
                  </a:lnTo>
                  <a:lnTo>
                    <a:pt x="1564839" y="30762"/>
                  </a:lnTo>
                  <a:lnTo>
                    <a:pt x="1557054" y="30647"/>
                  </a:lnTo>
                  <a:lnTo>
                    <a:pt x="1549268" y="30559"/>
                  </a:lnTo>
                  <a:lnTo>
                    <a:pt x="1541483" y="30470"/>
                  </a:lnTo>
                  <a:lnTo>
                    <a:pt x="1533698" y="30380"/>
                  </a:lnTo>
                  <a:lnTo>
                    <a:pt x="1525912" y="30289"/>
                  </a:lnTo>
                  <a:lnTo>
                    <a:pt x="1518127" y="30198"/>
                  </a:lnTo>
                  <a:lnTo>
                    <a:pt x="1510342" y="30105"/>
                  </a:lnTo>
                  <a:lnTo>
                    <a:pt x="1502557" y="30013"/>
                  </a:lnTo>
                  <a:lnTo>
                    <a:pt x="1494771" y="29918"/>
                  </a:lnTo>
                  <a:lnTo>
                    <a:pt x="1486986" y="29824"/>
                  </a:lnTo>
                  <a:lnTo>
                    <a:pt x="1479201" y="29728"/>
                  </a:lnTo>
                  <a:lnTo>
                    <a:pt x="1471416" y="29631"/>
                  </a:lnTo>
                  <a:lnTo>
                    <a:pt x="1463630" y="29527"/>
                  </a:lnTo>
                  <a:lnTo>
                    <a:pt x="1455845" y="29410"/>
                  </a:lnTo>
                  <a:lnTo>
                    <a:pt x="1448060" y="29315"/>
                  </a:lnTo>
                  <a:lnTo>
                    <a:pt x="1440275" y="29230"/>
                  </a:lnTo>
                  <a:lnTo>
                    <a:pt x="1432489" y="29129"/>
                  </a:lnTo>
                  <a:lnTo>
                    <a:pt x="1424704" y="29001"/>
                  </a:lnTo>
                  <a:lnTo>
                    <a:pt x="1416919" y="28872"/>
                  </a:lnTo>
                  <a:lnTo>
                    <a:pt x="1409133" y="28774"/>
                  </a:lnTo>
                  <a:lnTo>
                    <a:pt x="1401348" y="28685"/>
                  </a:lnTo>
                  <a:lnTo>
                    <a:pt x="1393563" y="28602"/>
                  </a:lnTo>
                  <a:lnTo>
                    <a:pt x="1385778" y="28516"/>
                  </a:lnTo>
                  <a:lnTo>
                    <a:pt x="1377992" y="28398"/>
                  </a:lnTo>
                  <a:lnTo>
                    <a:pt x="1370207" y="28294"/>
                  </a:lnTo>
                  <a:lnTo>
                    <a:pt x="1362422" y="28172"/>
                  </a:lnTo>
                  <a:lnTo>
                    <a:pt x="1354637" y="28009"/>
                  </a:lnTo>
                  <a:lnTo>
                    <a:pt x="1346851" y="27907"/>
                  </a:lnTo>
                  <a:lnTo>
                    <a:pt x="1339066" y="27803"/>
                  </a:lnTo>
                  <a:lnTo>
                    <a:pt x="1331281" y="27698"/>
                  </a:lnTo>
                  <a:lnTo>
                    <a:pt x="1323495" y="27585"/>
                  </a:lnTo>
                  <a:lnTo>
                    <a:pt x="1315710" y="27460"/>
                  </a:lnTo>
                  <a:lnTo>
                    <a:pt x="1307925" y="27369"/>
                  </a:lnTo>
                  <a:lnTo>
                    <a:pt x="1300140" y="27258"/>
                  </a:lnTo>
                  <a:lnTo>
                    <a:pt x="1292354" y="27138"/>
                  </a:lnTo>
                  <a:lnTo>
                    <a:pt x="1284569" y="27017"/>
                  </a:lnTo>
                  <a:lnTo>
                    <a:pt x="1276784" y="26895"/>
                  </a:lnTo>
                  <a:lnTo>
                    <a:pt x="1268999" y="26771"/>
                  </a:lnTo>
                  <a:lnTo>
                    <a:pt x="1261213" y="26647"/>
                  </a:lnTo>
                  <a:lnTo>
                    <a:pt x="1253428" y="26521"/>
                  </a:lnTo>
                  <a:lnTo>
                    <a:pt x="1245643" y="26399"/>
                  </a:lnTo>
                  <a:lnTo>
                    <a:pt x="1237857" y="26266"/>
                  </a:lnTo>
                  <a:lnTo>
                    <a:pt x="1230072" y="26124"/>
                  </a:lnTo>
                  <a:lnTo>
                    <a:pt x="1222287" y="25923"/>
                  </a:lnTo>
                  <a:lnTo>
                    <a:pt x="1214502" y="25775"/>
                  </a:lnTo>
                  <a:lnTo>
                    <a:pt x="1206716" y="25640"/>
                  </a:lnTo>
                  <a:lnTo>
                    <a:pt x="1198931" y="25519"/>
                  </a:lnTo>
                  <a:lnTo>
                    <a:pt x="1191146" y="25374"/>
                  </a:lnTo>
                  <a:lnTo>
                    <a:pt x="1183361" y="25267"/>
                  </a:lnTo>
                  <a:lnTo>
                    <a:pt x="1175575" y="25151"/>
                  </a:lnTo>
                  <a:lnTo>
                    <a:pt x="1167790" y="25026"/>
                  </a:lnTo>
                  <a:lnTo>
                    <a:pt x="1160005" y="24888"/>
                  </a:lnTo>
                  <a:lnTo>
                    <a:pt x="1152220" y="24743"/>
                  </a:lnTo>
                  <a:lnTo>
                    <a:pt x="1144434" y="24596"/>
                  </a:lnTo>
                  <a:lnTo>
                    <a:pt x="1136649" y="24439"/>
                  </a:lnTo>
                  <a:lnTo>
                    <a:pt x="1128864" y="24243"/>
                  </a:lnTo>
                  <a:lnTo>
                    <a:pt x="1121078" y="24069"/>
                  </a:lnTo>
                  <a:lnTo>
                    <a:pt x="1113293" y="23919"/>
                  </a:lnTo>
                  <a:lnTo>
                    <a:pt x="1105508" y="23765"/>
                  </a:lnTo>
                  <a:lnTo>
                    <a:pt x="1097723" y="23580"/>
                  </a:lnTo>
                  <a:lnTo>
                    <a:pt x="1089937" y="23393"/>
                  </a:lnTo>
                  <a:lnTo>
                    <a:pt x="1082152" y="23246"/>
                  </a:lnTo>
                  <a:lnTo>
                    <a:pt x="1074367" y="23088"/>
                  </a:lnTo>
                  <a:lnTo>
                    <a:pt x="1066582" y="22957"/>
                  </a:lnTo>
                  <a:lnTo>
                    <a:pt x="1058796" y="22830"/>
                  </a:lnTo>
                  <a:lnTo>
                    <a:pt x="1051011" y="22668"/>
                  </a:lnTo>
                  <a:lnTo>
                    <a:pt x="1043226" y="22506"/>
                  </a:lnTo>
                  <a:lnTo>
                    <a:pt x="1035440" y="22267"/>
                  </a:lnTo>
                  <a:lnTo>
                    <a:pt x="1027655" y="22129"/>
                  </a:lnTo>
                  <a:lnTo>
                    <a:pt x="1019870" y="22008"/>
                  </a:lnTo>
                  <a:lnTo>
                    <a:pt x="1012085" y="21840"/>
                  </a:lnTo>
                  <a:lnTo>
                    <a:pt x="1004299" y="21669"/>
                  </a:lnTo>
                  <a:lnTo>
                    <a:pt x="996514" y="21497"/>
                  </a:lnTo>
                  <a:lnTo>
                    <a:pt x="988729" y="21323"/>
                  </a:lnTo>
                  <a:lnTo>
                    <a:pt x="980944" y="21094"/>
                  </a:lnTo>
                  <a:lnTo>
                    <a:pt x="973158" y="20907"/>
                  </a:lnTo>
                  <a:lnTo>
                    <a:pt x="965373" y="20662"/>
                  </a:lnTo>
                  <a:lnTo>
                    <a:pt x="957588" y="20489"/>
                  </a:lnTo>
                  <a:lnTo>
                    <a:pt x="949802" y="20395"/>
                  </a:lnTo>
                  <a:lnTo>
                    <a:pt x="942017" y="20197"/>
                  </a:lnTo>
                  <a:lnTo>
                    <a:pt x="934232" y="20058"/>
                  </a:lnTo>
                  <a:lnTo>
                    <a:pt x="926447" y="19905"/>
                  </a:lnTo>
                  <a:lnTo>
                    <a:pt x="918661" y="19781"/>
                  </a:lnTo>
                  <a:lnTo>
                    <a:pt x="910876" y="19532"/>
                  </a:lnTo>
                  <a:lnTo>
                    <a:pt x="903091" y="19305"/>
                  </a:lnTo>
                  <a:lnTo>
                    <a:pt x="895306" y="19132"/>
                  </a:lnTo>
                  <a:lnTo>
                    <a:pt x="887520" y="18962"/>
                  </a:lnTo>
                  <a:lnTo>
                    <a:pt x="879735" y="18844"/>
                  </a:lnTo>
                  <a:lnTo>
                    <a:pt x="871950" y="18666"/>
                  </a:lnTo>
                  <a:lnTo>
                    <a:pt x="864165" y="18395"/>
                  </a:lnTo>
                  <a:lnTo>
                    <a:pt x="856379" y="18120"/>
                  </a:lnTo>
                  <a:lnTo>
                    <a:pt x="848594" y="17946"/>
                  </a:lnTo>
                  <a:lnTo>
                    <a:pt x="840809" y="17796"/>
                  </a:lnTo>
                  <a:lnTo>
                    <a:pt x="833023" y="17645"/>
                  </a:lnTo>
                  <a:lnTo>
                    <a:pt x="825238" y="17486"/>
                  </a:lnTo>
                  <a:lnTo>
                    <a:pt x="817453" y="17344"/>
                  </a:lnTo>
                  <a:lnTo>
                    <a:pt x="809668" y="17191"/>
                  </a:lnTo>
                  <a:lnTo>
                    <a:pt x="801882" y="17039"/>
                  </a:lnTo>
                  <a:lnTo>
                    <a:pt x="794097" y="16887"/>
                  </a:lnTo>
                  <a:lnTo>
                    <a:pt x="786312" y="16731"/>
                  </a:lnTo>
                  <a:lnTo>
                    <a:pt x="778527" y="16532"/>
                  </a:lnTo>
                  <a:lnTo>
                    <a:pt x="770741" y="16369"/>
                  </a:lnTo>
                  <a:lnTo>
                    <a:pt x="762956" y="16157"/>
                  </a:lnTo>
                  <a:lnTo>
                    <a:pt x="755171" y="15861"/>
                  </a:lnTo>
                  <a:lnTo>
                    <a:pt x="747385" y="15527"/>
                  </a:lnTo>
                  <a:lnTo>
                    <a:pt x="739600" y="15336"/>
                  </a:lnTo>
                  <a:lnTo>
                    <a:pt x="731815" y="15143"/>
                  </a:lnTo>
                  <a:lnTo>
                    <a:pt x="724030" y="14991"/>
                  </a:lnTo>
                  <a:lnTo>
                    <a:pt x="716244" y="14754"/>
                  </a:lnTo>
                  <a:lnTo>
                    <a:pt x="708459" y="14554"/>
                  </a:lnTo>
                  <a:lnTo>
                    <a:pt x="700674" y="14328"/>
                  </a:lnTo>
                  <a:lnTo>
                    <a:pt x="692889" y="14129"/>
                  </a:lnTo>
                  <a:lnTo>
                    <a:pt x="685103" y="13933"/>
                  </a:lnTo>
                  <a:lnTo>
                    <a:pt x="677318" y="13754"/>
                  </a:lnTo>
                  <a:lnTo>
                    <a:pt x="669533" y="13575"/>
                  </a:lnTo>
                  <a:lnTo>
                    <a:pt x="661747" y="13378"/>
                  </a:lnTo>
                  <a:lnTo>
                    <a:pt x="653962" y="13335"/>
                  </a:lnTo>
                  <a:lnTo>
                    <a:pt x="646177" y="13201"/>
                  </a:lnTo>
                  <a:lnTo>
                    <a:pt x="638392" y="12885"/>
                  </a:lnTo>
                  <a:lnTo>
                    <a:pt x="630606" y="12612"/>
                  </a:lnTo>
                  <a:lnTo>
                    <a:pt x="622821" y="12553"/>
                  </a:lnTo>
                  <a:lnTo>
                    <a:pt x="615036" y="12294"/>
                  </a:lnTo>
                  <a:lnTo>
                    <a:pt x="607251" y="12083"/>
                  </a:lnTo>
                  <a:lnTo>
                    <a:pt x="599465" y="11921"/>
                  </a:lnTo>
                  <a:lnTo>
                    <a:pt x="591680" y="11774"/>
                  </a:lnTo>
                  <a:lnTo>
                    <a:pt x="583895" y="11627"/>
                  </a:lnTo>
                  <a:lnTo>
                    <a:pt x="576110" y="11482"/>
                  </a:lnTo>
                  <a:lnTo>
                    <a:pt x="568324" y="11336"/>
                  </a:lnTo>
                  <a:lnTo>
                    <a:pt x="560539" y="11147"/>
                  </a:lnTo>
                  <a:lnTo>
                    <a:pt x="552754" y="11045"/>
                  </a:lnTo>
                  <a:lnTo>
                    <a:pt x="544968" y="10855"/>
                  </a:lnTo>
                  <a:lnTo>
                    <a:pt x="537183" y="10637"/>
                  </a:lnTo>
                  <a:lnTo>
                    <a:pt x="529398" y="10404"/>
                  </a:lnTo>
                  <a:lnTo>
                    <a:pt x="521613" y="10166"/>
                  </a:lnTo>
                  <a:lnTo>
                    <a:pt x="513827" y="9931"/>
                  </a:lnTo>
                  <a:lnTo>
                    <a:pt x="506042" y="9825"/>
                  </a:lnTo>
                  <a:lnTo>
                    <a:pt x="498257" y="9574"/>
                  </a:lnTo>
                  <a:lnTo>
                    <a:pt x="490472" y="9317"/>
                  </a:lnTo>
                  <a:lnTo>
                    <a:pt x="482686" y="9057"/>
                  </a:lnTo>
                  <a:lnTo>
                    <a:pt x="474901" y="8857"/>
                  </a:lnTo>
                  <a:lnTo>
                    <a:pt x="467116" y="8771"/>
                  </a:lnTo>
                  <a:lnTo>
                    <a:pt x="459330" y="8684"/>
                  </a:lnTo>
                  <a:lnTo>
                    <a:pt x="451545" y="8598"/>
                  </a:lnTo>
                  <a:lnTo>
                    <a:pt x="443760" y="8386"/>
                  </a:lnTo>
                  <a:lnTo>
                    <a:pt x="435975" y="8049"/>
                  </a:lnTo>
                  <a:lnTo>
                    <a:pt x="428189" y="7843"/>
                  </a:lnTo>
                  <a:lnTo>
                    <a:pt x="420404" y="7715"/>
                  </a:lnTo>
                  <a:lnTo>
                    <a:pt x="412619" y="7544"/>
                  </a:lnTo>
                  <a:lnTo>
                    <a:pt x="404834" y="7406"/>
                  </a:lnTo>
                  <a:lnTo>
                    <a:pt x="397048" y="7239"/>
                  </a:lnTo>
                  <a:lnTo>
                    <a:pt x="389263" y="7003"/>
                  </a:lnTo>
                  <a:lnTo>
                    <a:pt x="381478" y="6831"/>
                  </a:lnTo>
                  <a:lnTo>
                    <a:pt x="373692" y="6698"/>
                  </a:lnTo>
                  <a:lnTo>
                    <a:pt x="365907" y="6620"/>
                  </a:lnTo>
                  <a:lnTo>
                    <a:pt x="358122" y="6400"/>
                  </a:lnTo>
                  <a:lnTo>
                    <a:pt x="350337" y="6232"/>
                  </a:lnTo>
                  <a:lnTo>
                    <a:pt x="342551" y="6011"/>
                  </a:lnTo>
                  <a:lnTo>
                    <a:pt x="334766" y="5786"/>
                  </a:lnTo>
                  <a:lnTo>
                    <a:pt x="326981" y="5628"/>
                  </a:lnTo>
                  <a:lnTo>
                    <a:pt x="319196" y="5491"/>
                  </a:lnTo>
                  <a:lnTo>
                    <a:pt x="311410" y="5262"/>
                  </a:lnTo>
                  <a:lnTo>
                    <a:pt x="303625" y="5075"/>
                  </a:lnTo>
                  <a:lnTo>
                    <a:pt x="295840" y="4895"/>
                  </a:lnTo>
                  <a:lnTo>
                    <a:pt x="288055" y="4713"/>
                  </a:lnTo>
                  <a:lnTo>
                    <a:pt x="280269" y="4617"/>
                  </a:lnTo>
                  <a:lnTo>
                    <a:pt x="272484" y="4391"/>
                  </a:lnTo>
                  <a:lnTo>
                    <a:pt x="264699" y="4159"/>
                  </a:lnTo>
                  <a:lnTo>
                    <a:pt x="256913" y="3971"/>
                  </a:lnTo>
                  <a:lnTo>
                    <a:pt x="249128" y="3760"/>
                  </a:lnTo>
                  <a:lnTo>
                    <a:pt x="241343" y="3600"/>
                  </a:lnTo>
                  <a:lnTo>
                    <a:pt x="233558" y="3411"/>
                  </a:lnTo>
                  <a:lnTo>
                    <a:pt x="225772" y="3185"/>
                  </a:lnTo>
                  <a:lnTo>
                    <a:pt x="217987" y="3066"/>
                  </a:lnTo>
                  <a:lnTo>
                    <a:pt x="210202" y="3006"/>
                  </a:lnTo>
                  <a:lnTo>
                    <a:pt x="202417" y="2927"/>
                  </a:lnTo>
                  <a:lnTo>
                    <a:pt x="194631" y="2862"/>
                  </a:lnTo>
                  <a:lnTo>
                    <a:pt x="186846" y="2784"/>
                  </a:lnTo>
                  <a:lnTo>
                    <a:pt x="179061" y="2518"/>
                  </a:lnTo>
                  <a:lnTo>
                    <a:pt x="171275" y="2333"/>
                  </a:lnTo>
                  <a:lnTo>
                    <a:pt x="163490" y="2243"/>
                  </a:lnTo>
                  <a:lnTo>
                    <a:pt x="155705" y="2151"/>
                  </a:lnTo>
                  <a:lnTo>
                    <a:pt x="147920" y="2066"/>
                  </a:lnTo>
                  <a:lnTo>
                    <a:pt x="140134" y="1975"/>
                  </a:lnTo>
                  <a:lnTo>
                    <a:pt x="132349" y="1893"/>
                  </a:lnTo>
                  <a:lnTo>
                    <a:pt x="124564" y="1876"/>
                  </a:lnTo>
                  <a:lnTo>
                    <a:pt x="116779" y="1708"/>
                  </a:lnTo>
                  <a:lnTo>
                    <a:pt x="108993" y="1616"/>
                  </a:lnTo>
                  <a:lnTo>
                    <a:pt x="101208" y="1522"/>
                  </a:lnTo>
                  <a:lnTo>
                    <a:pt x="93423" y="1381"/>
                  </a:lnTo>
                  <a:lnTo>
                    <a:pt x="85637" y="1334"/>
                  </a:lnTo>
                  <a:lnTo>
                    <a:pt x="77852" y="1217"/>
                  </a:lnTo>
                  <a:lnTo>
                    <a:pt x="70067" y="1160"/>
                  </a:lnTo>
                  <a:lnTo>
                    <a:pt x="62282" y="915"/>
                  </a:lnTo>
                  <a:lnTo>
                    <a:pt x="54496" y="642"/>
                  </a:lnTo>
                  <a:lnTo>
                    <a:pt x="46711" y="368"/>
                  </a:lnTo>
                  <a:lnTo>
                    <a:pt x="38926" y="174"/>
                  </a:lnTo>
                  <a:lnTo>
                    <a:pt x="31141" y="87"/>
                  </a:lnTo>
                  <a:lnTo>
                    <a:pt x="23355" y="90"/>
                  </a:lnTo>
                  <a:lnTo>
                    <a:pt x="15570" y="173"/>
                  </a:lnTo>
                  <a:lnTo>
                    <a:pt x="7785" y="2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247627" y="4789825"/>
              <a:ext cx="2016385" cy="164065"/>
            </a:xfrm>
            <a:custGeom>
              <a:avLst/>
              <a:pathLst>
                <a:path w="2016385" h="164065">
                  <a:moveTo>
                    <a:pt x="0" y="0"/>
                  </a:moveTo>
                  <a:lnTo>
                    <a:pt x="7785" y="1445"/>
                  </a:lnTo>
                  <a:lnTo>
                    <a:pt x="15570" y="2882"/>
                  </a:lnTo>
                  <a:lnTo>
                    <a:pt x="23355" y="4268"/>
                  </a:lnTo>
                  <a:lnTo>
                    <a:pt x="31141" y="5315"/>
                  </a:lnTo>
                  <a:lnTo>
                    <a:pt x="38926" y="6441"/>
                  </a:lnTo>
                  <a:lnTo>
                    <a:pt x="46711" y="7783"/>
                  </a:lnTo>
                  <a:lnTo>
                    <a:pt x="54496" y="8640"/>
                  </a:lnTo>
                  <a:lnTo>
                    <a:pt x="62282" y="9901"/>
                  </a:lnTo>
                  <a:lnTo>
                    <a:pt x="70067" y="11160"/>
                  </a:lnTo>
                  <a:lnTo>
                    <a:pt x="77852" y="12412"/>
                  </a:lnTo>
                  <a:lnTo>
                    <a:pt x="85637" y="13657"/>
                  </a:lnTo>
                  <a:lnTo>
                    <a:pt x="93423" y="14910"/>
                  </a:lnTo>
                  <a:lnTo>
                    <a:pt x="101208" y="16158"/>
                  </a:lnTo>
                  <a:lnTo>
                    <a:pt x="108993" y="17386"/>
                  </a:lnTo>
                  <a:lnTo>
                    <a:pt x="116779" y="18267"/>
                  </a:lnTo>
                  <a:lnTo>
                    <a:pt x="124564" y="19150"/>
                  </a:lnTo>
                  <a:lnTo>
                    <a:pt x="132349" y="19879"/>
                  </a:lnTo>
                  <a:lnTo>
                    <a:pt x="140134" y="20676"/>
                  </a:lnTo>
                  <a:lnTo>
                    <a:pt x="147920" y="21488"/>
                  </a:lnTo>
                  <a:lnTo>
                    <a:pt x="155705" y="22316"/>
                  </a:lnTo>
                  <a:lnTo>
                    <a:pt x="163490" y="23567"/>
                  </a:lnTo>
                  <a:lnTo>
                    <a:pt x="171275" y="24817"/>
                  </a:lnTo>
                  <a:lnTo>
                    <a:pt x="179061" y="26141"/>
                  </a:lnTo>
                  <a:lnTo>
                    <a:pt x="186846" y="27323"/>
                  </a:lnTo>
                  <a:lnTo>
                    <a:pt x="194631" y="28587"/>
                  </a:lnTo>
                  <a:lnTo>
                    <a:pt x="202417" y="29925"/>
                  </a:lnTo>
                  <a:lnTo>
                    <a:pt x="210202" y="30980"/>
                  </a:lnTo>
                  <a:lnTo>
                    <a:pt x="217987" y="31672"/>
                  </a:lnTo>
                  <a:lnTo>
                    <a:pt x="225772" y="32255"/>
                  </a:lnTo>
                  <a:lnTo>
                    <a:pt x="233558" y="33605"/>
                  </a:lnTo>
                  <a:lnTo>
                    <a:pt x="241343" y="34713"/>
                  </a:lnTo>
                  <a:lnTo>
                    <a:pt x="249128" y="35672"/>
                  </a:lnTo>
                  <a:lnTo>
                    <a:pt x="256913" y="36376"/>
                  </a:lnTo>
                  <a:lnTo>
                    <a:pt x="264699" y="37104"/>
                  </a:lnTo>
                  <a:lnTo>
                    <a:pt x="272484" y="37833"/>
                  </a:lnTo>
                  <a:lnTo>
                    <a:pt x="280269" y="38745"/>
                  </a:lnTo>
                  <a:lnTo>
                    <a:pt x="288055" y="39890"/>
                  </a:lnTo>
                  <a:lnTo>
                    <a:pt x="295840" y="40169"/>
                  </a:lnTo>
                  <a:lnTo>
                    <a:pt x="303625" y="40906"/>
                  </a:lnTo>
                  <a:lnTo>
                    <a:pt x="311410" y="41914"/>
                  </a:lnTo>
                  <a:lnTo>
                    <a:pt x="319196" y="42920"/>
                  </a:lnTo>
                  <a:lnTo>
                    <a:pt x="326981" y="43921"/>
                  </a:lnTo>
                  <a:lnTo>
                    <a:pt x="334766" y="44941"/>
                  </a:lnTo>
                  <a:lnTo>
                    <a:pt x="342551" y="45898"/>
                  </a:lnTo>
                  <a:lnTo>
                    <a:pt x="350337" y="46870"/>
                  </a:lnTo>
                  <a:lnTo>
                    <a:pt x="358122" y="47843"/>
                  </a:lnTo>
                  <a:lnTo>
                    <a:pt x="365907" y="48815"/>
                  </a:lnTo>
                  <a:lnTo>
                    <a:pt x="373692" y="49780"/>
                  </a:lnTo>
                  <a:lnTo>
                    <a:pt x="381478" y="50728"/>
                  </a:lnTo>
                  <a:lnTo>
                    <a:pt x="389263" y="51672"/>
                  </a:lnTo>
                  <a:lnTo>
                    <a:pt x="397048" y="52622"/>
                  </a:lnTo>
                  <a:lnTo>
                    <a:pt x="404834" y="53554"/>
                  </a:lnTo>
                  <a:lnTo>
                    <a:pt x="412619" y="54480"/>
                  </a:lnTo>
                  <a:lnTo>
                    <a:pt x="420404" y="54898"/>
                  </a:lnTo>
                  <a:lnTo>
                    <a:pt x="428189" y="55581"/>
                  </a:lnTo>
                  <a:lnTo>
                    <a:pt x="435975" y="56191"/>
                  </a:lnTo>
                  <a:lnTo>
                    <a:pt x="443760" y="57195"/>
                  </a:lnTo>
                  <a:lnTo>
                    <a:pt x="451545" y="57857"/>
                  </a:lnTo>
                  <a:lnTo>
                    <a:pt x="459330" y="58513"/>
                  </a:lnTo>
                  <a:lnTo>
                    <a:pt x="467116" y="59258"/>
                  </a:lnTo>
                  <a:lnTo>
                    <a:pt x="474901" y="59881"/>
                  </a:lnTo>
                  <a:lnTo>
                    <a:pt x="482686" y="60570"/>
                  </a:lnTo>
                  <a:lnTo>
                    <a:pt x="490472" y="61445"/>
                  </a:lnTo>
                  <a:lnTo>
                    <a:pt x="498257" y="62492"/>
                  </a:lnTo>
                  <a:lnTo>
                    <a:pt x="506042" y="63530"/>
                  </a:lnTo>
                  <a:lnTo>
                    <a:pt x="513827" y="63998"/>
                  </a:lnTo>
                  <a:lnTo>
                    <a:pt x="521613" y="64371"/>
                  </a:lnTo>
                  <a:lnTo>
                    <a:pt x="529398" y="64808"/>
                  </a:lnTo>
                  <a:lnTo>
                    <a:pt x="537183" y="65272"/>
                  </a:lnTo>
                  <a:lnTo>
                    <a:pt x="544968" y="66178"/>
                  </a:lnTo>
                  <a:lnTo>
                    <a:pt x="552754" y="66857"/>
                  </a:lnTo>
                  <a:lnTo>
                    <a:pt x="560539" y="67447"/>
                  </a:lnTo>
                  <a:lnTo>
                    <a:pt x="568324" y="67942"/>
                  </a:lnTo>
                  <a:lnTo>
                    <a:pt x="576110" y="67969"/>
                  </a:lnTo>
                  <a:lnTo>
                    <a:pt x="583895" y="68567"/>
                  </a:lnTo>
                  <a:lnTo>
                    <a:pt x="591680" y="69178"/>
                  </a:lnTo>
                  <a:lnTo>
                    <a:pt x="599465" y="69819"/>
                  </a:lnTo>
                  <a:lnTo>
                    <a:pt x="607251" y="70373"/>
                  </a:lnTo>
                  <a:lnTo>
                    <a:pt x="615036" y="70966"/>
                  </a:lnTo>
                  <a:lnTo>
                    <a:pt x="622821" y="71554"/>
                  </a:lnTo>
                  <a:lnTo>
                    <a:pt x="630606" y="72138"/>
                  </a:lnTo>
                  <a:lnTo>
                    <a:pt x="638392" y="72726"/>
                  </a:lnTo>
                  <a:lnTo>
                    <a:pt x="646177" y="73311"/>
                  </a:lnTo>
                  <a:lnTo>
                    <a:pt x="653962" y="73887"/>
                  </a:lnTo>
                  <a:lnTo>
                    <a:pt x="661747" y="74385"/>
                  </a:lnTo>
                  <a:lnTo>
                    <a:pt x="669533" y="74921"/>
                  </a:lnTo>
                  <a:lnTo>
                    <a:pt x="677318" y="75584"/>
                  </a:lnTo>
                  <a:lnTo>
                    <a:pt x="685103" y="75975"/>
                  </a:lnTo>
                  <a:lnTo>
                    <a:pt x="692889" y="76310"/>
                  </a:lnTo>
                  <a:lnTo>
                    <a:pt x="700674" y="76710"/>
                  </a:lnTo>
                  <a:lnTo>
                    <a:pt x="708459" y="77117"/>
                  </a:lnTo>
                  <a:lnTo>
                    <a:pt x="716244" y="77588"/>
                  </a:lnTo>
                  <a:lnTo>
                    <a:pt x="724030" y="78061"/>
                  </a:lnTo>
                  <a:lnTo>
                    <a:pt x="731815" y="78533"/>
                  </a:lnTo>
                  <a:lnTo>
                    <a:pt x="739600" y="79018"/>
                  </a:lnTo>
                  <a:lnTo>
                    <a:pt x="747385" y="79569"/>
                  </a:lnTo>
                  <a:lnTo>
                    <a:pt x="755171" y="80150"/>
                  </a:lnTo>
                  <a:lnTo>
                    <a:pt x="762956" y="81008"/>
                  </a:lnTo>
                  <a:lnTo>
                    <a:pt x="770741" y="81308"/>
                  </a:lnTo>
                  <a:lnTo>
                    <a:pt x="778527" y="81991"/>
                  </a:lnTo>
                  <a:lnTo>
                    <a:pt x="786312" y="82375"/>
                  </a:lnTo>
                  <a:lnTo>
                    <a:pt x="794097" y="82989"/>
                  </a:lnTo>
                  <a:lnTo>
                    <a:pt x="801882" y="83656"/>
                  </a:lnTo>
                  <a:lnTo>
                    <a:pt x="809668" y="84132"/>
                  </a:lnTo>
                  <a:lnTo>
                    <a:pt x="817453" y="84418"/>
                  </a:lnTo>
                  <a:lnTo>
                    <a:pt x="825238" y="84696"/>
                  </a:lnTo>
                  <a:lnTo>
                    <a:pt x="833023" y="84926"/>
                  </a:lnTo>
                  <a:lnTo>
                    <a:pt x="840809" y="85156"/>
                  </a:lnTo>
                  <a:lnTo>
                    <a:pt x="848594" y="85640"/>
                  </a:lnTo>
                  <a:lnTo>
                    <a:pt x="856379" y="85944"/>
                  </a:lnTo>
                  <a:lnTo>
                    <a:pt x="864165" y="86203"/>
                  </a:lnTo>
                  <a:lnTo>
                    <a:pt x="871950" y="86629"/>
                  </a:lnTo>
                  <a:lnTo>
                    <a:pt x="879735" y="87058"/>
                  </a:lnTo>
                  <a:lnTo>
                    <a:pt x="887520" y="87277"/>
                  </a:lnTo>
                  <a:lnTo>
                    <a:pt x="895306" y="87677"/>
                  </a:lnTo>
                  <a:lnTo>
                    <a:pt x="903091" y="88102"/>
                  </a:lnTo>
                  <a:lnTo>
                    <a:pt x="910876" y="88509"/>
                  </a:lnTo>
                  <a:lnTo>
                    <a:pt x="918661" y="88756"/>
                  </a:lnTo>
                  <a:lnTo>
                    <a:pt x="926447" y="89026"/>
                  </a:lnTo>
                  <a:lnTo>
                    <a:pt x="934232" y="89276"/>
                  </a:lnTo>
                  <a:lnTo>
                    <a:pt x="942017" y="89903"/>
                  </a:lnTo>
                  <a:lnTo>
                    <a:pt x="949802" y="90231"/>
                  </a:lnTo>
                  <a:lnTo>
                    <a:pt x="957588" y="90498"/>
                  </a:lnTo>
                  <a:lnTo>
                    <a:pt x="965373" y="90764"/>
                  </a:lnTo>
                  <a:lnTo>
                    <a:pt x="973158" y="91029"/>
                  </a:lnTo>
                  <a:lnTo>
                    <a:pt x="980944" y="91307"/>
                  </a:lnTo>
                  <a:lnTo>
                    <a:pt x="988729" y="91664"/>
                  </a:lnTo>
                  <a:lnTo>
                    <a:pt x="996514" y="91782"/>
                  </a:lnTo>
                  <a:lnTo>
                    <a:pt x="1004299" y="92216"/>
                  </a:lnTo>
                  <a:lnTo>
                    <a:pt x="1012085" y="92671"/>
                  </a:lnTo>
                  <a:lnTo>
                    <a:pt x="1019870" y="93177"/>
                  </a:lnTo>
                  <a:lnTo>
                    <a:pt x="1027655" y="93624"/>
                  </a:lnTo>
                  <a:lnTo>
                    <a:pt x="1035440" y="94017"/>
                  </a:lnTo>
                  <a:lnTo>
                    <a:pt x="1043226" y="94459"/>
                  </a:lnTo>
                  <a:lnTo>
                    <a:pt x="1051011" y="94760"/>
                  </a:lnTo>
                  <a:lnTo>
                    <a:pt x="1058796" y="95097"/>
                  </a:lnTo>
                  <a:lnTo>
                    <a:pt x="1066582" y="95343"/>
                  </a:lnTo>
                  <a:lnTo>
                    <a:pt x="1074367" y="95588"/>
                  </a:lnTo>
                  <a:lnTo>
                    <a:pt x="1082152" y="95838"/>
                  </a:lnTo>
                  <a:lnTo>
                    <a:pt x="1089937" y="96145"/>
                  </a:lnTo>
                  <a:lnTo>
                    <a:pt x="1097723" y="96351"/>
                  </a:lnTo>
                  <a:lnTo>
                    <a:pt x="1105508" y="96789"/>
                  </a:lnTo>
                  <a:lnTo>
                    <a:pt x="1113293" y="96912"/>
                  </a:lnTo>
                  <a:lnTo>
                    <a:pt x="1121078" y="97056"/>
                  </a:lnTo>
                  <a:lnTo>
                    <a:pt x="1128864" y="97037"/>
                  </a:lnTo>
                  <a:lnTo>
                    <a:pt x="1136649" y="97206"/>
                  </a:lnTo>
                  <a:lnTo>
                    <a:pt x="1144434" y="97693"/>
                  </a:lnTo>
                  <a:lnTo>
                    <a:pt x="1152220" y="97917"/>
                  </a:lnTo>
                  <a:lnTo>
                    <a:pt x="1160005" y="97969"/>
                  </a:lnTo>
                  <a:lnTo>
                    <a:pt x="1167790" y="97984"/>
                  </a:lnTo>
                  <a:lnTo>
                    <a:pt x="1175575" y="98398"/>
                  </a:lnTo>
                  <a:lnTo>
                    <a:pt x="1183361" y="98575"/>
                  </a:lnTo>
                  <a:lnTo>
                    <a:pt x="1191146" y="98740"/>
                  </a:lnTo>
                  <a:lnTo>
                    <a:pt x="1198931" y="99040"/>
                  </a:lnTo>
                  <a:lnTo>
                    <a:pt x="1206716" y="99359"/>
                  </a:lnTo>
                  <a:lnTo>
                    <a:pt x="1214502" y="99676"/>
                  </a:lnTo>
                  <a:lnTo>
                    <a:pt x="1222287" y="99992"/>
                  </a:lnTo>
                  <a:lnTo>
                    <a:pt x="1230072" y="100307"/>
                  </a:lnTo>
                  <a:lnTo>
                    <a:pt x="1237857" y="100281"/>
                  </a:lnTo>
                  <a:lnTo>
                    <a:pt x="1245643" y="100236"/>
                  </a:lnTo>
                  <a:lnTo>
                    <a:pt x="1253428" y="100662"/>
                  </a:lnTo>
                  <a:lnTo>
                    <a:pt x="1261213" y="100848"/>
                  </a:lnTo>
                  <a:lnTo>
                    <a:pt x="1268999" y="100931"/>
                  </a:lnTo>
                  <a:lnTo>
                    <a:pt x="1276784" y="101150"/>
                  </a:lnTo>
                  <a:lnTo>
                    <a:pt x="1284569" y="101254"/>
                  </a:lnTo>
                  <a:lnTo>
                    <a:pt x="1292354" y="101361"/>
                  </a:lnTo>
                  <a:lnTo>
                    <a:pt x="1300140" y="101463"/>
                  </a:lnTo>
                  <a:lnTo>
                    <a:pt x="1307925" y="101608"/>
                  </a:lnTo>
                  <a:lnTo>
                    <a:pt x="1315710" y="101882"/>
                  </a:lnTo>
                  <a:lnTo>
                    <a:pt x="1323495" y="102069"/>
                  </a:lnTo>
                  <a:lnTo>
                    <a:pt x="1331281" y="102206"/>
                  </a:lnTo>
                  <a:lnTo>
                    <a:pt x="1339066" y="102360"/>
                  </a:lnTo>
                  <a:lnTo>
                    <a:pt x="1346851" y="102535"/>
                  </a:lnTo>
                  <a:lnTo>
                    <a:pt x="1354637" y="102649"/>
                  </a:lnTo>
                  <a:lnTo>
                    <a:pt x="1362422" y="102933"/>
                  </a:lnTo>
                  <a:lnTo>
                    <a:pt x="1370207" y="103231"/>
                  </a:lnTo>
                  <a:lnTo>
                    <a:pt x="1377992" y="103527"/>
                  </a:lnTo>
                  <a:lnTo>
                    <a:pt x="1385778" y="103810"/>
                  </a:lnTo>
                  <a:lnTo>
                    <a:pt x="1393563" y="104029"/>
                  </a:lnTo>
                  <a:lnTo>
                    <a:pt x="1401348" y="104228"/>
                  </a:lnTo>
                  <a:lnTo>
                    <a:pt x="1409133" y="104357"/>
                  </a:lnTo>
                  <a:lnTo>
                    <a:pt x="1416919" y="104485"/>
                  </a:lnTo>
                  <a:lnTo>
                    <a:pt x="1424704" y="104614"/>
                  </a:lnTo>
                  <a:lnTo>
                    <a:pt x="1432489" y="104700"/>
                  </a:lnTo>
                  <a:lnTo>
                    <a:pt x="1440275" y="104866"/>
                  </a:lnTo>
                  <a:lnTo>
                    <a:pt x="1448060" y="104989"/>
                  </a:lnTo>
                  <a:lnTo>
                    <a:pt x="1455845" y="105111"/>
                  </a:lnTo>
                  <a:lnTo>
                    <a:pt x="1463630" y="105234"/>
                  </a:lnTo>
                  <a:lnTo>
                    <a:pt x="1471416" y="105416"/>
                  </a:lnTo>
                  <a:lnTo>
                    <a:pt x="1479201" y="105573"/>
                  </a:lnTo>
                  <a:lnTo>
                    <a:pt x="1486986" y="105606"/>
                  </a:lnTo>
                  <a:lnTo>
                    <a:pt x="1494771" y="105725"/>
                  </a:lnTo>
                  <a:lnTo>
                    <a:pt x="1502557" y="105764"/>
                  </a:lnTo>
                  <a:lnTo>
                    <a:pt x="1510342" y="105969"/>
                  </a:lnTo>
                  <a:lnTo>
                    <a:pt x="1518127" y="106018"/>
                  </a:lnTo>
                  <a:lnTo>
                    <a:pt x="1525912" y="105927"/>
                  </a:lnTo>
                  <a:lnTo>
                    <a:pt x="1533698" y="106075"/>
                  </a:lnTo>
                  <a:lnTo>
                    <a:pt x="1541483" y="106249"/>
                  </a:lnTo>
                  <a:lnTo>
                    <a:pt x="1549268" y="106469"/>
                  </a:lnTo>
                  <a:lnTo>
                    <a:pt x="1557054" y="106689"/>
                  </a:lnTo>
                  <a:lnTo>
                    <a:pt x="1564839" y="106847"/>
                  </a:lnTo>
                  <a:lnTo>
                    <a:pt x="1572624" y="107098"/>
                  </a:lnTo>
                  <a:lnTo>
                    <a:pt x="1580409" y="107168"/>
                  </a:lnTo>
                  <a:lnTo>
                    <a:pt x="1588195" y="107316"/>
                  </a:lnTo>
                  <a:lnTo>
                    <a:pt x="1595980" y="107449"/>
                  </a:lnTo>
                  <a:lnTo>
                    <a:pt x="1603765" y="107581"/>
                  </a:lnTo>
                  <a:lnTo>
                    <a:pt x="1611550" y="107750"/>
                  </a:lnTo>
                  <a:lnTo>
                    <a:pt x="1619336" y="108016"/>
                  </a:lnTo>
                  <a:lnTo>
                    <a:pt x="1627121" y="108078"/>
                  </a:lnTo>
                  <a:lnTo>
                    <a:pt x="1634906" y="108243"/>
                  </a:lnTo>
                  <a:lnTo>
                    <a:pt x="1642692" y="108408"/>
                  </a:lnTo>
                  <a:lnTo>
                    <a:pt x="1650477" y="108506"/>
                  </a:lnTo>
                  <a:lnTo>
                    <a:pt x="1658262" y="108698"/>
                  </a:lnTo>
                  <a:lnTo>
                    <a:pt x="1666047" y="108779"/>
                  </a:lnTo>
                  <a:lnTo>
                    <a:pt x="1673833" y="108802"/>
                  </a:lnTo>
                  <a:lnTo>
                    <a:pt x="1681618" y="108826"/>
                  </a:lnTo>
                  <a:lnTo>
                    <a:pt x="1689403" y="108852"/>
                  </a:lnTo>
                  <a:lnTo>
                    <a:pt x="1697188" y="108877"/>
                  </a:lnTo>
                  <a:lnTo>
                    <a:pt x="1704974" y="108957"/>
                  </a:lnTo>
                  <a:lnTo>
                    <a:pt x="1712759" y="109071"/>
                  </a:lnTo>
                  <a:lnTo>
                    <a:pt x="1720544" y="109187"/>
                  </a:lnTo>
                  <a:lnTo>
                    <a:pt x="1728330" y="109306"/>
                  </a:lnTo>
                  <a:lnTo>
                    <a:pt x="1736115" y="109458"/>
                  </a:lnTo>
                  <a:lnTo>
                    <a:pt x="1743900" y="109677"/>
                  </a:lnTo>
                  <a:lnTo>
                    <a:pt x="1751685" y="109894"/>
                  </a:lnTo>
                  <a:lnTo>
                    <a:pt x="1759471" y="110111"/>
                  </a:lnTo>
                  <a:lnTo>
                    <a:pt x="1767256" y="110327"/>
                  </a:lnTo>
                  <a:lnTo>
                    <a:pt x="1775041" y="110542"/>
                  </a:lnTo>
                  <a:lnTo>
                    <a:pt x="1782826" y="110756"/>
                  </a:lnTo>
                  <a:lnTo>
                    <a:pt x="1790612" y="110919"/>
                  </a:lnTo>
                  <a:lnTo>
                    <a:pt x="1798397" y="110982"/>
                  </a:lnTo>
                  <a:lnTo>
                    <a:pt x="1806182" y="111044"/>
                  </a:lnTo>
                  <a:lnTo>
                    <a:pt x="1813967" y="111106"/>
                  </a:lnTo>
                  <a:lnTo>
                    <a:pt x="1821753" y="111168"/>
                  </a:lnTo>
                  <a:lnTo>
                    <a:pt x="1829538" y="111231"/>
                  </a:lnTo>
                  <a:lnTo>
                    <a:pt x="1837323" y="111293"/>
                  </a:lnTo>
                  <a:lnTo>
                    <a:pt x="1845109" y="111356"/>
                  </a:lnTo>
                  <a:lnTo>
                    <a:pt x="1852894" y="111418"/>
                  </a:lnTo>
                  <a:lnTo>
                    <a:pt x="1860679" y="111481"/>
                  </a:lnTo>
                  <a:lnTo>
                    <a:pt x="1868464" y="111543"/>
                  </a:lnTo>
                  <a:lnTo>
                    <a:pt x="1876250" y="111621"/>
                  </a:lnTo>
                  <a:lnTo>
                    <a:pt x="1884035" y="111752"/>
                  </a:lnTo>
                  <a:lnTo>
                    <a:pt x="1891820" y="111883"/>
                  </a:lnTo>
                  <a:lnTo>
                    <a:pt x="1899605" y="112014"/>
                  </a:lnTo>
                  <a:lnTo>
                    <a:pt x="1907391" y="112145"/>
                  </a:lnTo>
                  <a:lnTo>
                    <a:pt x="1915176" y="112277"/>
                  </a:lnTo>
                  <a:lnTo>
                    <a:pt x="1922961" y="112408"/>
                  </a:lnTo>
                  <a:lnTo>
                    <a:pt x="1930747" y="112540"/>
                  </a:lnTo>
                  <a:lnTo>
                    <a:pt x="1938532" y="112672"/>
                  </a:lnTo>
                  <a:lnTo>
                    <a:pt x="1946317" y="112803"/>
                  </a:lnTo>
                  <a:lnTo>
                    <a:pt x="1954102" y="112934"/>
                  </a:lnTo>
                  <a:lnTo>
                    <a:pt x="1961888" y="113054"/>
                  </a:lnTo>
                  <a:lnTo>
                    <a:pt x="1969673" y="113124"/>
                  </a:lnTo>
                  <a:lnTo>
                    <a:pt x="1977458" y="113282"/>
                  </a:lnTo>
                  <a:lnTo>
                    <a:pt x="1985243" y="113440"/>
                  </a:lnTo>
                  <a:lnTo>
                    <a:pt x="1993029" y="113515"/>
                  </a:lnTo>
                  <a:lnTo>
                    <a:pt x="2000814" y="113661"/>
                  </a:lnTo>
                  <a:lnTo>
                    <a:pt x="2008599" y="113682"/>
                  </a:lnTo>
                  <a:lnTo>
                    <a:pt x="2016385" y="113693"/>
                  </a:lnTo>
                  <a:lnTo>
                    <a:pt x="2016385" y="164065"/>
                  </a:lnTo>
                  <a:lnTo>
                    <a:pt x="2008599" y="164020"/>
                  </a:lnTo>
                  <a:lnTo>
                    <a:pt x="2000814" y="163975"/>
                  </a:lnTo>
                  <a:lnTo>
                    <a:pt x="1993029" y="163929"/>
                  </a:lnTo>
                  <a:lnTo>
                    <a:pt x="1985243" y="163882"/>
                  </a:lnTo>
                  <a:lnTo>
                    <a:pt x="1977458" y="163835"/>
                  </a:lnTo>
                  <a:lnTo>
                    <a:pt x="1969673" y="163788"/>
                  </a:lnTo>
                  <a:lnTo>
                    <a:pt x="1961888" y="163740"/>
                  </a:lnTo>
                  <a:lnTo>
                    <a:pt x="1954102" y="163691"/>
                  </a:lnTo>
                  <a:lnTo>
                    <a:pt x="1946317" y="163645"/>
                  </a:lnTo>
                  <a:lnTo>
                    <a:pt x="1938532" y="163607"/>
                  </a:lnTo>
                  <a:lnTo>
                    <a:pt x="1930747" y="163555"/>
                  </a:lnTo>
                  <a:lnTo>
                    <a:pt x="1922961" y="163499"/>
                  </a:lnTo>
                  <a:lnTo>
                    <a:pt x="1915176" y="163442"/>
                  </a:lnTo>
                  <a:lnTo>
                    <a:pt x="1907391" y="163387"/>
                  </a:lnTo>
                  <a:lnTo>
                    <a:pt x="1899605" y="163336"/>
                  </a:lnTo>
                  <a:lnTo>
                    <a:pt x="1891820" y="163293"/>
                  </a:lnTo>
                  <a:lnTo>
                    <a:pt x="1884035" y="163248"/>
                  </a:lnTo>
                  <a:lnTo>
                    <a:pt x="1876250" y="163185"/>
                  </a:lnTo>
                  <a:lnTo>
                    <a:pt x="1868464" y="163121"/>
                  </a:lnTo>
                  <a:lnTo>
                    <a:pt x="1860679" y="163056"/>
                  </a:lnTo>
                  <a:lnTo>
                    <a:pt x="1852894" y="162996"/>
                  </a:lnTo>
                  <a:lnTo>
                    <a:pt x="1845109" y="162938"/>
                  </a:lnTo>
                  <a:lnTo>
                    <a:pt x="1837323" y="162879"/>
                  </a:lnTo>
                  <a:lnTo>
                    <a:pt x="1829538" y="162819"/>
                  </a:lnTo>
                  <a:lnTo>
                    <a:pt x="1821753" y="162758"/>
                  </a:lnTo>
                  <a:lnTo>
                    <a:pt x="1813967" y="162696"/>
                  </a:lnTo>
                  <a:lnTo>
                    <a:pt x="1806182" y="162633"/>
                  </a:lnTo>
                  <a:lnTo>
                    <a:pt x="1798397" y="162570"/>
                  </a:lnTo>
                  <a:lnTo>
                    <a:pt x="1790612" y="162506"/>
                  </a:lnTo>
                  <a:lnTo>
                    <a:pt x="1782826" y="162441"/>
                  </a:lnTo>
                  <a:lnTo>
                    <a:pt x="1775041" y="162377"/>
                  </a:lnTo>
                  <a:lnTo>
                    <a:pt x="1767256" y="162309"/>
                  </a:lnTo>
                  <a:lnTo>
                    <a:pt x="1759471" y="162242"/>
                  </a:lnTo>
                  <a:lnTo>
                    <a:pt x="1751685" y="162174"/>
                  </a:lnTo>
                  <a:lnTo>
                    <a:pt x="1743900" y="162105"/>
                  </a:lnTo>
                  <a:lnTo>
                    <a:pt x="1736115" y="162035"/>
                  </a:lnTo>
                  <a:lnTo>
                    <a:pt x="1728330" y="161964"/>
                  </a:lnTo>
                  <a:lnTo>
                    <a:pt x="1720544" y="161892"/>
                  </a:lnTo>
                  <a:lnTo>
                    <a:pt x="1712759" y="161819"/>
                  </a:lnTo>
                  <a:lnTo>
                    <a:pt x="1704974" y="161746"/>
                  </a:lnTo>
                  <a:lnTo>
                    <a:pt x="1697188" y="161672"/>
                  </a:lnTo>
                  <a:lnTo>
                    <a:pt x="1689403" y="161596"/>
                  </a:lnTo>
                  <a:lnTo>
                    <a:pt x="1681618" y="161520"/>
                  </a:lnTo>
                  <a:lnTo>
                    <a:pt x="1673833" y="161443"/>
                  </a:lnTo>
                  <a:lnTo>
                    <a:pt x="1666047" y="161365"/>
                  </a:lnTo>
                  <a:lnTo>
                    <a:pt x="1658262" y="161286"/>
                  </a:lnTo>
                  <a:lnTo>
                    <a:pt x="1650477" y="161205"/>
                  </a:lnTo>
                  <a:lnTo>
                    <a:pt x="1642692" y="161124"/>
                  </a:lnTo>
                  <a:lnTo>
                    <a:pt x="1634906" y="161042"/>
                  </a:lnTo>
                  <a:lnTo>
                    <a:pt x="1627121" y="160959"/>
                  </a:lnTo>
                  <a:lnTo>
                    <a:pt x="1619336" y="160874"/>
                  </a:lnTo>
                  <a:lnTo>
                    <a:pt x="1611550" y="160788"/>
                  </a:lnTo>
                  <a:lnTo>
                    <a:pt x="1603765" y="160701"/>
                  </a:lnTo>
                  <a:lnTo>
                    <a:pt x="1595980" y="160613"/>
                  </a:lnTo>
                  <a:lnTo>
                    <a:pt x="1588195" y="160524"/>
                  </a:lnTo>
                  <a:lnTo>
                    <a:pt x="1580409" y="160434"/>
                  </a:lnTo>
                  <a:lnTo>
                    <a:pt x="1572624" y="160339"/>
                  </a:lnTo>
                  <a:lnTo>
                    <a:pt x="1564839" y="160236"/>
                  </a:lnTo>
                  <a:lnTo>
                    <a:pt x="1557054" y="160131"/>
                  </a:lnTo>
                  <a:lnTo>
                    <a:pt x="1549268" y="160024"/>
                  </a:lnTo>
                  <a:lnTo>
                    <a:pt x="1541483" y="159924"/>
                  </a:lnTo>
                  <a:lnTo>
                    <a:pt x="1533698" y="159809"/>
                  </a:lnTo>
                  <a:lnTo>
                    <a:pt x="1525912" y="159697"/>
                  </a:lnTo>
                  <a:lnTo>
                    <a:pt x="1518127" y="159585"/>
                  </a:lnTo>
                  <a:lnTo>
                    <a:pt x="1510342" y="159471"/>
                  </a:lnTo>
                  <a:lnTo>
                    <a:pt x="1502557" y="159367"/>
                  </a:lnTo>
                  <a:lnTo>
                    <a:pt x="1494771" y="159273"/>
                  </a:lnTo>
                  <a:lnTo>
                    <a:pt x="1486986" y="159177"/>
                  </a:lnTo>
                  <a:lnTo>
                    <a:pt x="1479201" y="159080"/>
                  </a:lnTo>
                  <a:lnTo>
                    <a:pt x="1471416" y="158982"/>
                  </a:lnTo>
                  <a:lnTo>
                    <a:pt x="1463630" y="158882"/>
                  </a:lnTo>
                  <a:lnTo>
                    <a:pt x="1455845" y="158782"/>
                  </a:lnTo>
                  <a:lnTo>
                    <a:pt x="1448060" y="158680"/>
                  </a:lnTo>
                  <a:lnTo>
                    <a:pt x="1440275" y="158578"/>
                  </a:lnTo>
                  <a:lnTo>
                    <a:pt x="1432489" y="158474"/>
                  </a:lnTo>
                  <a:lnTo>
                    <a:pt x="1424704" y="158368"/>
                  </a:lnTo>
                  <a:lnTo>
                    <a:pt x="1416919" y="158257"/>
                  </a:lnTo>
                  <a:lnTo>
                    <a:pt x="1409133" y="158156"/>
                  </a:lnTo>
                  <a:lnTo>
                    <a:pt x="1401348" y="158048"/>
                  </a:lnTo>
                  <a:lnTo>
                    <a:pt x="1393563" y="157939"/>
                  </a:lnTo>
                  <a:lnTo>
                    <a:pt x="1385778" y="157827"/>
                  </a:lnTo>
                  <a:lnTo>
                    <a:pt x="1377992" y="157714"/>
                  </a:lnTo>
                  <a:lnTo>
                    <a:pt x="1370207" y="157599"/>
                  </a:lnTo>
                  <a:lnTo>
                    <a:pt x="1362422" y="157459"/>
                  </a:lnTo>
                  <a:lnTo>
                    <a:pt x="1354637" y="157362"/>
                  </a:lnTo>
                  <a:lnTo>
                    <a:pt x="1346851" y="157257"/>
                  </a:lnTo>
                  <a:lnTo>
                    <a:pt x="1339066" y="157154"/>
                  </a:lnTo>
                  <a:lnTo>
                    <a:pt x="1331281" y="157027"/>
                  </a:lnTo>
                  <a:lnTo>
                    <a:pt x="1323495" y="156893"/>
                  </a:lnTo>
                  <a:lnTo>
                    <a:pt x="1315710" y="156770"/>
                  </a:lnTo>
                  <a:lnTo>
                    <a:pt x="1307925" y="156645"/>
                  </a:lnTo>
                  <a:lnTo>
                    <a:pt x="1300140" y="156515"/>
                  </a:lnTo>
                  <a:lnTo>
                    <a:pt x="1292354" y="156340"/>
                  </a:lnTo>
                  <a:lnTo>
                    <a:pt x="1284569" y="156162"/>
                  </a:lnTo>
                  <a:lnTo>
                    <a:pt x="1276784" y="155982"/>
                  </a:lnTo>
                  <a:lnTo>
                    <a:pt x="1268999" y="155805"/>
                  </a:lnTo>
                  <a:lnTo>
                    <a:pt x="1261213" y="155643"/>
                  </a:lnTo>
                  <a:lnTo>
                    <a:pt x="1253428" y="155478"/>
                  </a:lnTo>
                  <a:lnTo>
                    <a:pt x="1245643" y="155311"/>
                  </a:lnTo>
                  <a:lnTo>
                    <a:pt x="1237857" y="155183"/>
                  </a:lnTo>
                  <a:lnTo>
                    <a:pt x="1230072" y="155082"/>
                  </a:lnTo>
                  <a:lnTo>
                    <a:pt x="1222287" y="154985"/>
                  </a:lnTo>
                  <a:lnTo>
                    <a:pt x="1214502" y="154857"/>
                  </a:lnTo>
                  <a:lnTo>
                    <a:pt x="1206716" y="154717"/>
                  </a:lnTo>
                  <a:lnTo>
                    <a:pt x="1198931" y="154601"/>
                  </a:lnTo>
                  <a:lnTo>
                    <a:pt x="1191146" y="154511"/>
                  </a:lnTo>
                  <a:lnTo>
                    <a:pt x="1183361" y="154413"/>
                  </a:lnTo>
                  <a:lnTo>
                    <a:pt x="1175575" y="154276"/>
                  </a:lnTo>
                  <a:lnTo>
                    <a:pt x="1167790" y="154119"/>
                  </a:lnTo>
                  <a:lnTo>
                    <a:pt x="1160005" y="153941"/>
                  </a:lnTo>
                  <a:lnTo>
                    <a:pt x="1152220" y="153746"/>
                  </a:lnTo>
                  <a:lnTo>
                    <a:pt x="1144434" y="153547"/>
                  </a:lnTo>
                  <a:lnTo>
                    <a:pt x="1136649" y="153346"/>
                  </a:lnTo>
                  <a:lnTo>
                    <a:pt x="1128864" y="153141"/>
                  </a:lnTo>
                  <a:lnTo>
                    <a:pt x="1121078" y="152933"/>
                  </a:lnTo>
                  <a:lnTo>
                    <a:pt x="1113293" y="152737"/>
                  </a:lnTo>
                  <a:lnTo>
                    <a:pt x="1105508" y="152569"/>
                  </a:lnTo>
                  <a:lnTo>
                    <a:pt x="1097723" y="152374"/>
                  </a:lnTo>
                  <a:lnTo>
                    <a:pt x="1089937" y="152264"/>
                  </a:lnTo>
                  <a:lnTo>
                    <a:pt x="1082152" y="152124"/>
                  </a:lnTo>
                  <a:lnTo>
                    <a:pt x="1074367" y="152011"/>
                  </a:lnTo>
                  <a:lnTo>
                    <a:pt x="1066582" y="151897"/>
                  </a:lnTo>
                  <a:lnTo>
                    <a:pt x="1058796" y="151725"/>
                  </a:lnTo>
                  <a:lnTo>
                    <a:pt x="1051011" y="151613"/>
                  </a:lnTo>
                  <a:lnTo>
                    <a:pt x="1043226" y="151471"/>
                  </a:lnTo>
                  <a:lnTo>
                    <a:pt x="1035440" y="151346"/>
                  </a:lnTo>
                  <a:lnTo>
                    <a:pt x="1027655" y="151154"/>
                  </a:lnTo>
                  <a:lnTo>
                    <a:pt x="1019870" y="150917"/>
                  </a:lnTo>
                  <a:lnTo>
                    <a:pt x="1012085" y="150724"/>
                  </a:lnTo>
                  <a:lnTo>
                    <a:pt x="1004299" y="150519"/>
                  </a:lnTo>
                  <a:lnTo>
                    <a:pt x="996514" y="150336"/>
                  </a:lnTo>
                  <a:lnTo>
                    <a:pt x="988729" y="150196"/>
                  </a:lnTo>
                  <a:lnTo>
                    <a:pt x="980944" y="150057"/>
                  </a:lnTo>
                  <a:lnTo>
                    <a:pt x="973158" y="149803"/>
                  </a:lnTo>
                  <a:lnTo>
                    <a:pt x="965373" y="149598"/>
                  </a:lnTo>
                  <a:lnTo>
                    <a:pt x="957588" y="149420"/>
                  </a:lnTo>
                  <a:lnTo>
                    <a:pt x="949802" y="149238"/>
                  </a:lnTo>
                  <a:lnTo>
                    <a:pt x="942017" y="149039"/>
                  </a:lnTo>
                  <a:lnTo>
                    <a:pt x="934232" y="148877"/>
                  </a:lnTo>
                  <a:lnTo>
                    <a:pt x="926447" y="148692"/>
                  </a:lnTo>
                  <a:lnTo>
                    <a:pt x="918661" y="148502"/>
                  </a:lnTo>
                  <a:lnTo>
                    <a:pt x="910876" y="148312"/>
                  </a:lnTo>
                  <a:lnTo>
                    <a:pt x="903091" y="148065"/>
                  </a:lnTo>
                  <a:lnTo>
                    <a:pt x="895306" y="147911"/>
                  </a:lnTo>
                  <a:lnTo>
                    <a:pt x="887520" y="147735"/>
                  </a:lnTo>
                  <a:lnTo>
                    <a:pt x="879735" y="147501"/>
                  </a:lnTo>
                  <a:lnTo>
                    <a:pt x="871950" y="147342"/>
                  </a:lnTo>
                  <a:lnTo>
                    <a:pt x="864165" y="147144"/>
                  </a:lnTo>
                  <a:lnTo>
                    <a:pt x="856379" y="146942"/>
                  </a:lnTo>
                  <a:lnTo>
                    <a:pt x="848594" y="146737"/>
                  </a:lnTo>
                  <a:lnTo>
                    <a:pt x="840809" y="146537"/>
                  </a:lnTo>
                  <a:lnTo>
                    <a:pt x="833023" y="146337"/>
                  </a:lnTo>
                  <a:lnTo>
                    <a:pt x="825238" y="146174"/>
                  </a:lnTo>
                  <a:lnTo>
                    <a:pt x="817453" y="145996"/>
                  </a:lnTo>
                  <a:lnTo>
                    <a:pt x="809668" y="145811"/>
                  </a:lnTo>
                  <a:lnTo>
                    <a:pt x="801882" y="145626"/>
                  </a:lnTo>
                  <a:lnTo>
                    <a:pt x="794097" y="145348"/>
                  </a:lnTo>
                  <a:lnTo>
                    <a:pt x="786312" y="145114"/>
                  </a:lnTo>
                  <a:lnTo>
                    <a:pt x="778527" y="144873"/>
                  </a:lnTo>
                  <a:lnTo>
                    <a:pt x="770741" y="144718"/>
                  </a:lnTo>
                  <a:lnTo>
                    <a:pt x="762956" y="144468"/>
                  </a:lnTo>
                  <a:lnTo>
                    <a:pt x="755171" y="144317"/>
                  </a:lnTo>
                  <a:lnTo>
                    <a:pt x="747385" y="144138"/>
                  </a:lnTo>
                  <a:lnTo>
                    <a:pt x="739600" y="143957"/>
                  </a:lnTo>
                  <a:lnTo>
                    <a:pt x="731815" y="143758"/>
                  </a:lnTo>
                  <a:lnTo>
                    <a:pt x="724030" y="143554"/>
                  </a:lnTo>
                  <a:lnTo>
                    <a:pt x="716244" y="143348"/>
                  </a:lnTo>
                  <a:lnTo>
                    <a:pt x="708459" y="143141"/>
                  </a:lnTo>
                  <a:lnTo>
                    <a:pt x="700674" y="142840"/>
                  </a:lnTo>
                  <a:lnTo>
                    <a:pt x="692889" y="142548"/>
                  </a:lnTo>
                  <a:lnTo>
                    <a:pt x="685103" y="142474"/>
                  </a:lnTo>
                  <a:lnTo>
                    <a:pt x="677318" y="142293"/>
                  </a:lnTo>
                  <a:lnTo>
                    <a:pt x="669533" y="142078"/>
                  </a:lnTo>
                  <a:lnTo>
                    <a:pt x="661747" y="141907"/>
                  </a:lnTo>
                  <a:lnTo>
                    <a:pt x="653962" y="141754"/>
                  </a:lnTo>
                  <a:lnTo>
                    <a:pt x="646177" y="141578"/>
                  </a:lnTo>
                  <a:lnTo>
                    <a:pt x="638392" y="141301"/>
                  </a:lnTo>
                  <a:lnTo>
                    <a:pt x="630606" y="140968"/>
                  </a:lnTo>
                  <a:lnTo>
                    <a:pt x="622821" y="140737"/>
                  </a:lnTo>
                  <a:lnTo>
                    <a:pt x="615036" y="140540"/>
                  </a:lnTo>
                  <a:lnTo>
                    <a:pt x="607251" y="140363"/>
                  </a:lnTo>
                  <a:lnTo>
                    <a:pt x="599465" y="140118"/>
                  </a:lnTo>
                  <a:lnTo>
                    <a:pt x="591680" y="140021"/>
                  </a:lnTo>
                  <a:lnTo>
                    <a:pt x="583895" y="139772"/>
                  </a:lnTo>
                  <a:lnTo>
                    <a:pt x="576110" y="139617"/>
                  </a:lnTo>
                  <a:lnTo>
                    <a:pt x="568324" y="139516"/>
                  </a:lnTo>
                  <a:lnTo>
                    <a:pt x="560539" y="139196"/>
                  </a:lnTo>
                  <a:lnTo>
                    <a:pt x="552754" y="138970"/>
                  </a:lnTo>
                  <a:lnTo>
                    <a:pt x="544968" y="138776"/>
                  </a:lnTo>
                  <a:lnTo>
                    <a:pt x="537183" y="138574"/>
                  </a:lnTo>
                  <a:lnTo>
                    <a:pt x="529398" y="138384"/>
                  </a:lnTo>
                  <a:lnTo>
                    <a:pt x="521613" y="138136"/>
                  </a:lnTo>
                  <a:lnTo>
                    <a:pt x="513827" y="137953"/>
                  </a:lnTo>
                  <a:lnTo>
                    <a:pt x="506042" y="137803"/>
                  </a:lnTo>
                  <a:lnTo>
                    <a:pt x="498257" y="137639"/>
                  </a:lnTo>
                  <a:lnTo>
                    <a:pt x="490472" y="137436"/>
                  </a:lnTo>
                  <a:lnTo>
                    <a:pt x="482686" y="137311"/>
                  </a:lnTo>
                  <a:lnTo>
                    <a:pt x="474901" y="137150"/>
                  </a:lnTo>
                  <a:lnTo>
                    <a:pt x="467116" y="136993"/>
                  </a:lnTo>
                  <a:lnTo>
                    <a:pt x="459330" y="136866"/>
                  </a:lnTo>
                  <a:lnTo>
                    <a:pt x="451545" y="136664"/>
                  </a:lnTo>
                  <a:lnTo>
                    <a:pt x="443760" y="136492"/>
                  </a:lnTo>
                  <a:lnTo>
                    <a:pt x="435975" y="136350"/>
                  </a:lnTo>
                  <a:lnTo>
                    <a:pt x="428189" y="136240"/>
                  </a:lnTo>
                  <a:lnTo>
                    <a:pt x="420404" y="136067"/>
                  </a:lnTo>
                  <a:lnTo>
                    <a:pt x="412619" y="135893"/>
                  </a:lnTo>
                  <a:lnTo>
                    <a:pt x="404834" y="135718"/>
                  </a:lnTo>
                  <a:lnTo>
                    <a:pt x="397048" y="135496"/>
                  </a:lnTo>
                  <a:lnTo>
                    <a:pt x="389263" y="135155"/>
                  </a:lnTo>
                  <a:lnTo>
                    <a:pt x="381478" y="134923"/>
                  </a:lnTo>
                  <a:lnTo>
                    <a:pt x="373692" y="134722"/>
                  </a:lnTo>
                  <a:lnTo>
                    <a:pt x="365907" y="134515"/>
                  </a:lnTo>
                  <a:lnTo>
                    <a:pt x="358122" y="134290"/>
                  </a:lnTo>
                  <a:lnTo>
                    <a:pt x="350337" y="133945"/>
                  </a:lnTo>
                  <a:lnTo>
                    <a:pt x="342551" y="133748"/>
                  </a:lnTo>
                  <a:lnTo>
                    <a:pt x="334766" y="133550"/>
                  </a:lnTo>
                  <a:lnTo>
                    <a:pt x="326981" y="133350"/>
                  </a:lnTo>
                  <a:lnTo>
                    <a:pt x="319196" y="133138"/>
                  </a:lnTo>
                  <a:lnTo>
                    <a:pt x="311410" y="132974"/>
                  </a:lnTo>
                  <a:lnTo>
                    <a:pt x="303625" y="132885"/>
                  </a:lnTo>
                  <a:lnTo>
                    <a:pt x="295840" y="132756"/>
                  </a:lnTo>
                  <a:lnTo>
                    <a:pt x="288055" y="132544"/>
                  </a:lnTo>
                  <a:lnTo>
                    <a:pt x="280269" y="132466"/>
                  </a:lnTo>
                  <a:lnTo>
                    <a:pt x="272484" y="132179"/>
                  </a:lnTo>
                  <a:lnTo>
                    <a:pt x="264699" y="131889"/>
                  </a:lnTo>
                  <a:lnTo>
                    <a:pt x="256913" y="131680"/>
                  </a:lnTo>
                  <a:lnTo>
                    <a:pt x="249128" y="131590"/>
                  </a:lnTo>
                  <a:lnTo>
                    <a:pt x="241343" y="131528"/>
                  </a:lnTo>
                  <a:lnTo>
                    <a:pt x="233558" y="131292"/>
                  </a:lnTo>
                  <a:lnTo>
                    <a:pt x="225772" y="131106"/>
                  </a:lnTo>
                  <a:lnTo>
                    <a:pt x="217987" y="130912"/>
                  </a:lnTo>
                  <a:lnTo>
                    <a:pt x="210202" y="130670"/>
                  </a:lnTo>
                  <a:lnTo>
                    <a:pt x="202417" y="130480"/>
                  </a:lnTo>
                  <a:lnTo>
                    <a:pt x="194631" y="130365"/>
                  </a:lnTo>
                  <a:lnTo>
                    <a:pt x="186846" y="130251"/>
                  </a:lnTo>
                  <a:lnTo>
                    <a:pt x="179061" y="130139"/>
                  </a:lnTo>
                  <a:lnTo>
                    <a:pt x="171275" y="130022"/>
                  </a:lnTo>
                  <a:lnTo>
                    <a:pt x="163490" y="129907"/>
                  </a:lnTo>
                  <a:lnTo>
                    <a:pt x="155705" y="129792"/>
                  </a:lnTo>
                  <a:lnTo>
                    <a:pt x="147920" y="129830"/>
                  </a:lnTo>
                  <a:lnTo>
                    <a:pt x="140134" y="129724"/>
                  </a:lnTo>
                  <a:lnTo>
                    <a:pt x="132349" y="129510"/>
                  </a:lnTo>
                  <a:lnTo>
                    <a:pt x="124564" y="129326"/>
                  </a:lnTo>
                  <a:lnTo>
                    <a:pt x="116779" y="129252"/>
                  </a:lnTo>
                  <a:lnTo>
                    <a:pt x="108993" y="129087"/>
                  </a:lnTo>
                  <a:lnTo>
                    <a:pt x="101208" y="128801"/>
                  </a:lnTo>
                  <a:lnTo>
                    <a:pt x="93423" y="128639"/>
                  </a:lnTo>
                  <a:lnTo>
                    <a:pt x="85637" y="128542"/>
                  </a:lnTo>
                  <a:lnTo>
                    <a:pt x="77852" y="128350"/>
                  </a:lnTo>
                  <a:lnTo>
                    <a:pt x="70067" y="128249"/>
                  </a:lnTo>
                  <a:lnTo>
                    <a:pt x="62282" y="128039"/>
                  </a:lnTo>
                  <a:lnTo>
                    <a:pt x="54496" y="127853"/>
                  </a:lnTo>
                  <a:lnTo>
                    <a:pt x="46711" y="127577"/>
                  </a:lnTo>
                  <a:lnTo>
                    <a:pt x="38926" y="127361"/>
                  </a:lnTo>
                  <a:lnTo>
                    <a:pt x="31141" y="127160"/>
                  </a:lnTo>
                  <a:lnTo>
                    <a:pt x="23355" y="126962"/>
                  </a:lnTo>
                  <a:lnTo>
                    <a:pt x="15570" y="126900"/>
                  </a:lnTo>
                  <a:lnTo>
                    <a:pt x="7785" y="126862"/>
                  </a:lnTo>
                  <a:lnTo>
                    <a:pt x="0" y="12682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247627" y="4789825"/>
              <a:ext cx="2016385" cy="113693"/>
            </a:xfrm>
            <a:custGeom>
              <a:avLst/>
              <a:pathLst>
                <a:path w="2016385" h="113693">
                  <a:moveTo>
                    <a:pt x="0" y="0"/>
                  </a:moveTo>
                  <a:lnTo>
                    <a:pt x="7785" y="1445"/>
                  </a:lnTo>
                  <a:lnTo>
                    <a:pt x="15570" y="2882"/>
                  </a:lnTo>
                  <a:lnTo>
                    <a:pt x="23355" y="4268"/>
                  </a:lnTo>
                  <a:lnTo>
                    <a:pt x="31141" y="5315"/>
                  </a:lnTo>
                  <a:lnTo>
                    <a:pt x="38926" y="6441"/>
                  </a:lnTo>
                  <a:lnTo>
                    <a:pt x="46711" y="7783"/>
                  </a:lnTo>
                  <a:lnTo>
                    <a:pt x="54496" y="8640"/>
                  </a:lnTo>
                  <a:lnTo>
                    <a:pt x="62282" y="9901"/>
                  </a:lnTo>
                  <a:lnTo>
                    <a:pt x="70067" y="11160"/>
                  </a:lnTo>
                  <a:lnTo>
                    <a:pt x="77852" y="12412"/>
                  </a:lnTo>
                  <a:lnTo>
                    <a:pt x="85637" y="13657"/>
                  </a:lnTo>
                  <a:lnTo>
                    <a:pt x="93423" y="14910"/>
                  </a:lnTo>
                  <a:lnTo>
                    <a:pt x="101208" y="16158"/>
                  </a:lnTo>
                  <a:lnTo>
                    <a:pt x="108993" y="17386"/>
                  </a:lnTo>
                  <a:lnTo>
                    <a:pt x="116779" y="18267"/>
                  </a:lnTo>
                  <a:lnTo>
                    <a:pt x="124564" y="19150"/>
                  </a:lnTo>
                  <a:lnTo>
                    <a:pt x="132349" y="19879"/>
                  </a:lnTo>
                  <a:lnTo>
                    <a:pt x="140134" y="20676"/>
                  </a:lnTo>
                  <a:lnTo>
                    <a:pt x="147920" y="21488"/>
                  </a:lnTo>
                  <a:lnTo>
                    <a:pt x="155705" y="22316"/>
                  </a:lnTo>
                  <a:lnTo>
                    <a:pt x="163490" y="23567"/>
                  </a:lnTo>
                  <a:lnTo>
                    <a:pt x="171275" y="24817"/>
                  </a:lnTo>
                  <a:lnTo>
                    <a:pt x="179061" y="26141"/>
                  </a:lnTo>
                  <a:lnTo>
                    <a:pt x="186846" y="27323"/>
                  </a:lnTo>
                  <a:lnTo>
                    <a:pt x="194631" y="28587"/>
                  </a:lnTo>
                  <a:lnTo>
                    <a:pt x="202417" y="29925"/>
                  </a:lnTo>
                  <a:lnTo>
                    <a:pt x="210202" y="30980"/>
                  </a:lnTo>
                  <a:lnTo>
                    <a:pt x="217987" y="31672"/>
                  </a:lnTo>
                  <a:lnTo>
                    <a:pt x="225772" y="32255"/>
                  </a:lnTo>
                  <a:lnTo>
                    <a:pt x="233558" y="33605"/>
                  </a:lnTo>
                  <a:lnTo>
                    <a:pt x="241343" y="34713"/>
                  </a:lnTo>
                  <a:lnTo>
                    <a:pt x="249128" y="35672"/>
                  </a:lnTo>
                  <a:lnTo>
                    <a:pt x="256913" y="36376"/>
                  </a:lnTo>
                  <a:lnTo>
                    <a:pt x="264699" y="37104"/>
                  </a:lnTo>
                  <a:lnTo>
                    <a:pt x="272484" y="37833"/>
                  </a:lnTo>
                  <a:lnTo>
                    <a:pt x="280269" y="38745"/>
                  </a:lnTo>
                  <a:lnTo>
                    <a:pt x="288055" y="39890"/>
                  </a:lnTo>
                  <a:lnTo>
                    <a:pt x="295840" y="40169"/>
                  </a:lnTo>
                  <a:lnTo>
                    <a:pt x="303625" y="40906"/>
                  </a:lnTo>
                  <a:lnTo>
                    <a:pt x="311410" y="41914"/>
                  </a:lnTo>
                  <a:lnTo>
                    <a:pt x="319196" y="42920"/>
                  </a:lnTo>
                  <a:lnTo>
                    <a:pt x="326981" y="43921"/>
                  </a:lnTo>
                  <a:lnTo>
                    <a:pt x="334766" y="44941"/>
                  </a:lnTo>
                  <a:lnTo>
                    <a:pt x="342551" y="45898"/>
                  </a:lnTo>
                  <a:lnTo>
                    <a:pt x="350337" y="46870"/>
                  </a:lnTo>
                  <a:lnTo>
                    <a:pt x="358122" y="47843"/>
                  </a:lnTo>
                  <a:lnTo>
                    <a:pt x="365907" y="48815"/>
                  </a:lnTo>
                  <a:lnTo>
                    <a:pt x="373692" y="49780"/>
                  </a:lnTo>
                  <a:lnTo>
                    <a:pt x="381478" y="50728"/>
                  </a:lnTo>
                  <a:lnTo>
                    <a:pt x="389263" y="51672"/>
                  </a:lnTo>
                  <a:lnTo>
                    <a:pt x="397048" y="52622"/>
                  </a:lnTo>
                  <a:lnTo>
                    <a:pt x="404834" y="53554"/>
                  </a:lnTo>
                  <a:lnTo>
                    <a:pt x="412619" y="54480"/>
                  </a:lnTo>
                  <a:lnTo>
                    <a:pt x="420404" y="54898"/>
                  </a:lnTo>
                  <a:lnTo>
                    <a:pt x="428189" y="55581"/>
                  </a:lnTo>
                  <a:lnTo>
                    <a:pt x="435975" y="56191"/>
                  </a:lnTo>
                  <a:lnTo>
                    <a:pt x="443760" y="57195"/>
                  </a:lnTo>
                  <a:lnTo>
                    <a:pt x="451545" y="57857"/>
                  </a:lnTo>
                  <a:lnTo>
                    <a:pt x="459330" y="58513"/>
                  </a:lnTo>
                  <a:lnTo>
                    <a:pt x="467116" y="59258"/>
                  </a:lnTo>
                  <a:lnTo>
                    <a:pt x="474901" y="59881"/>
                  </a:lnTo>
                  <a:lnTo>
                    <a:pt x="482686" y="60570"/>
                  </a:lnTo>
                  <a:lnTo>
                    <a:pt x="490472" y="61445"/>
                  </a:lnTo>
                  <a:lnTo>
                    <a:pt x="498257" y="62492"/>
                  </a:lnTo>
                  <a:lnTo>
                    <a:pt x="506042" y="63530"/>
                  </a:lnTo>
                  <a:lnTo>
                    <a:pt x="513827" y="63998"/>
                  </a:lnTo>
                  <a:lnTo>
                    <a:pt x="521613" y="64371"/>
                  </a:lnTo>
                  <a:lnTo>
                    <a:pt x="529398" y="64808"/>
                  </a:lnTo>
                  <a:lnTo>
                    <a:pt x="537183" y="65272"/>
                  </a:lnTo>
                  <a:lnTo>
                    <a:pt x="544968" y="66178"/>
                  </a:lnTo>
                  <a:lnTo>
                    <a:pt x="552754" y="66857"/>
                  </a:lnTo>
                  <a:lnTo>
                    <a:pt x="560539" y="67447"/>
                  </a:lnTo>
                  <a:lnTo>
                    <a:pt x="568324" y="67942"/>
                  </a:lnTo>
                  <a:lnTo>
                    <a:pt x="576110" y="67969"/>
                  </a:lnTo>
                  <a:lnTo>
                    <a:pt x="583895" y="68567"/>
                  </a:lnTo>
                  <a:lnTo>
                    <a:pt x="591680" y="69178"/>
                  </a:lnTo>
                  <a:lnTo>
                    <a:pt x="599465" y="69819"/>
                  </a:lnTo>
                  <a:lnTo>
                    <a:pt x="607251" y="70373"/>
                  </a:lnTo>
                  <a:lnTo>
                    <a:pt x="615036" y="70966"/>
                  </a:lnTo>
                  <a:lnTo>
                    <a:pt x="622821" y="71554"/>
                  </a:lnTo>
                  <a:lnTo>
                    <a:pt x="630606" y="72138"/>
                  </a:lnTo>
                  <a:lnTo>
                    <a:pt x="638392" y="72726"/>
                  </a:lnTo>
                  <a:lnTo>
                    <a:pt x="646177" y="73311"/>
                  </a:lnTo>
                  <a:lnTo>
                    <a:pt x="653962" y="73887"/>
                  </a:lnTo>
                  <a:lnTo>
                    <a:pt x="661747" y="74385"/>
                  </a:lnTo>
                  <a:lnTo>
                    <a:pt x="669533" y="74921"/>
                  </a:lnTo>
                  <a:lnTo>
                    <a:pt x="677318" y="75584"/>
                  </a:lnTo>
                  <a:lnTo>
                    <a:pt x="685103" y="75975"/>
                  </a:lnTo>
                  <a:lnTo>
                    <a:pt x="692889" y="76310"/>
                  </a:lnTo>
                  <a:lnTo>
                    <a:pt x="700674" y="76710"/>
                  </a:lnTo>
                  <a:lnTo>
                    <a:pt x="708459" y="77117"/>
                  </a:lnTo>
                  <a:lnTo>
                    <a:pt x="716244" y="77588"/>
                  </a:lnTo>
                  <a:lnTo>
                    <a:pt x="724030" y="78061"/>
                  </a:lnTo>
                  <a:lnTo>
                    <a:pt x="731815" y="78533"/>
                  </a:lnTo>
                  <a:lnTo>
                    <a:pt x="739600" y="79018"/>
                  </a:lnTo>
                  <a:lnTo>
                    <a:pt x="747385" y="79569"/>
                  </a:lnTo>
                  <a:lnTo>
                    <a:pt x="755171" y="80150"/>
                  </a:lnTo>
                  <a:lnTo>
                    <a:pt x="762956" y="81008"/>
                  </a:lnTo>
                  <a:lnTo>
                    <a:pt x="770741" y="81308"/>
                  </a:lnTo>
                  <a:lnTo>
                    <a:pt x="778527" y="81991"/>
                  </a:lnTo>
                  <a:lnTo>
                    <a:pt x="786312" y="82375"/>
                  </a:lnTo>
                  <a:lnTo>
                    <a:pt x="794097" y="82989"/>
                  </a:lnTo>
                  <a:lnTo>
                    <a:pt x="801882" y="83656"/>
                  </a:lnTo>
                  <a:lnTo>
                    <a:pt x="809668" y="84132"/>
                  </a:lnTo>
                  <a:lnTo>
                    <a:pt x="817453" y="84418"/>
                  </a:lnTo>
                  <a:lnTo>
                    <a:pt x="825238" y="84696"/>
                  </a:lnTo>
                  <a:lnTo>
                    <a:pt x="833023" y="84926"/>
                  </a:lnTo>
                  <a:lnTo>
                    <a:pt x="840809" y="85156"/>
                  </a:lnTo>
                  <a:lnTo>
                    <a:pt x="848594" y="85640"/>
                  </a:lnTo>
                  <a:lnTo>
                    <a:pt x="856379" y="85944"/>
                  </a:lnTo>
                  <a:lnTo>
                    <a:pt x="864165" y="86203"/>
                  </a:lnTo>
                  <a:lnTo>
                    <a:pt x="871950" y="86629"/>
                  </a:lnTo>
                  <a:lnTo>
                    <a:pt x="879735" y="87058"/>
                  </a:lnTo>
                  <a:lnTo>
                    <a:pt x="887520" y="87277"/>
                  </a:lnTo>
                  <a:lnTo>
                    <a:pt x="895306" y="87677"/>
                  </a:lnTo>
                  <a:lnTo>
                    <a:pt x="903091" y="88102"/>
                  </a:lnTo>
                  <a:lnTo>
                    <a:pt x="910876" y="88509"/>
                  </a:lnTo>
                  <a:lnTo>
                    <a:pt x="918661" y="88756"/>
                  </a:lnTo>
                  <a:lnTo>
                    <a:pt x="926447" y="89026"/>
                  </a:lnTo>
                  <a:lnTo>
                    <a:pt x="934232" y="89276"/>
                  </a:lnTo>
                  <a:lnTo>
                    <a:pt x="942017" y="89903"/>
                  </a:lnTo>
                  <a:lnTo>
                    <a:pt x="949802" y="90231"/>
                  </a:lnTo>
                  <a:lnTo>
                    <a:pt x="957588" y="90498"/>
                  </a:lnTo>
                  <a:lnTo>
                    <a:pt x="965373" y="90764"/>
                  </a:lnTo>
                  <a:lnTo>
                    <a:pt x="973158" y="91029"/>
                  </a:lnTo>
                  <a:lnTo>
                    <a:pt x="980944" y="91307"/>
                  </a:lnTo>
                  <a:lnTo>
                    <a:pt x="988729" y="91664"/>
                  </a:lnTo>
                  <a:lnTo>
                    <a:pt x="996514" y="91782"/>
                  </a:lnTo>
                  <a:lnTo>
                    <a:pt x="1004299" y="92216"/>
                  </a:lnTo>
                  <a:lnTo>
                    <a:pt x="1012085" y="92671"/>
                  </a:lnTo>
                  <a:lnTo>
                    <a:pt x="1019870" y="93177"/>
                  </a:lnTo>
                  <a:lnTo>
                    <a:pt x="1027655" y="93624"/>
                  </a:lnTo>
                  <a:lnTo>
                    <a:pt x="1035440" y="94017"/>
                  </a:lnTo>
                  <a:lnTo>
                    <a:pt x="1043226" y="94459"/>
                  </a:lnTo>
                  <a:lnTo>
                    <a:pt x="1051011" y="94760"/>
                  </a:lnTo>
                  <a:lnTo>
                    <a:pt x="1058796" y="95097"/>
                  </a:lnTo>
                  <a:lnTo>
                    <a:pt x="1066582" y="95343"/>
                  </a:lnTo>
                  <a:lnTo>
                    <a:pt x="1074367" y="95588"/>
                  </a:lnTo>
                  <a:lnTo>
                    <a:pt x="1082152" y="95838"/>
                  </a:lnTo>
                  <a:lnTo>
                    <a:pt x="1089937" y="96145"/>
                  </a:lnTo>
                  <a:lnTo>
                    <a:pt x="1097723" y="96351"/>
                  </a:lnTo>
                  <a:lnTo>
                    <a:pt x="1105508" y="96789"/>
                  </a:lnTo>
                  <a:lnTo>
                    <a:pt x="1113293" y="96912"/>
                  </a:lnTo>
                  <a:lnTo>
                    <a:pt x="1121078" y="97056"/>
                  </a:lnTo>
                  <a:lnTo>
                    <a:pt x="1128864" y="97037"/>
                  </a:lnTo>
                  <a:lnTo>
                    <a:pt x="1136649" y="97206"/>
                  </a:lnTo>
                  <a:lnTo>
                    <a:pt x="1144434" y="97693"/>
                  </a:lnTo>
                  <a:lnTo>
                    <a:pt x="1152220" y="97917"/>
                  </a:lnTo>
                  <a:lnTo>
                    <a:pt x="1160005" y="97969"/>
                  </a:lnTo>
                  <a:lnTo>
                    <a:pt x="1167790" y="97984"/>
                  </a:lnTo>
                  <a:lnTo>
                    <a:pt x="1175575" y="98398"/>
                  </a:lnTo>
                  <a:lnTo>
                    <a:pt x="1183361" y="98575"/>
                  </a:lnTo>
                  <a:lnTo>
                    <a:pt x="1191146" y="98740"/>
                  </a:lnTo>
                  <a:lnTo>
                    <a:pt x="1198931" y="99040"/>
                  </a:lnTo>
                  <a:lnTo>
                    <a:pt x="1206716" y="99359"/>
                  </a:lnTo>
                  <a:lnTo>
                    <a:pt x="1214502" y="99676"/>
                  </a:lnTo>
                  <a:lnTo>
                    <a:pt x="1222287" y="99992"/>
                  </a:lnTo>
                  <a:lnTo>
                    <a:pt x="1230072" y="100307"/>
                  </a:lnTo>
                  <a:lnTo>
                    <a:pt x="1237857" y="100281"/>
                  </a:lnTo>
                  <a:lnTo>
                    <a:pt x="1245643" y="100236"/>
                  </a:lnTo>
                  <a:lnTo>
                    <a:pt x="1253428" y="100662"/>
                  </a:lnTo>
                  <a:lnTo>
                    <a:pt x="1261213" y="100848"/>
                  </a:lnTo>
                  <a:lnTo>
                    <a:pt x="1268999" y="100931"/>
                  </a:lnTo>
                  <a:lnTo>
                    <a:pt x="1276784" y="101150"/>
                  </a:lnTo>
                  <a:lnTo>
                    <a:pt x="1284569" y="101254"/>
                  </a:lnTo>
                  <a:lnTo>
                    <a:pt x="1292354" y="101361"/>
                  </a:lnTo>
                  <a:lnTo>
                    <a:pt x="1300140" y="101463"/>
                  </a:lnTo>
                  <a:lnTo>
                    <a:pt x="1307925" y="101608"/>
                  </a:lnTo>
                  <a:lnTo>
                    <a:pt x="1315710" y="101882"/>
                  </a:lnTo>
                  <a:lnTo>
                    <a:pt x="1323495" y="102069"/>
                  </a:lnTo>
                  <a:lnTo>
                    <a:pt x="1331281" y="102206"/>
                  </a:lnTo>
                  <a:lnTo>
                    <a:pt x="1339066" y="102360"/>
                  </a:lnTo>
                  <a:lnTo>
                    <a:pt x="1346851" y="102535"/>
                  </a:lnTo>
                  <a:lnTo>
                    <a:pt x="1354637" y="102649"/>
                  </a:lnTo>
                  <a:lnTo>
                    <a:pt x="1362422" y="102933"/>
                  </a:lnTo>
                  <a:lnTo>
                    <a:pt x="1370207" y="103231"/>
                  </a:lnTo>
                  <a:lnTo>
                    <a:pt x="1377992" y="103527"/>
                  </a:lnTo>
                  <a:lnTo>
                    <a:pt x="1385778" y="103810"/>
                  </a:lnTo>
                  <a:lnTo>
                    <a:pt x="1393563" y="104029"/>
                  </a:lnTo>
                  <a:lnTo>
                    <a:pt x="1401348" y="104228"/>
                  </a:lnTo>
                  <a:lnTo>
                    <a:pt x="1409133" y="104357"/>
                  </a:lnTo>
                  <a:lnTo>
                    <a:pt x="1416919" y="104485"/>
                  </a:lnTo>
                  <a:lnTo>
                    <a:pt x="1424704" y="104614"/>
                  </a:lnTo>
                  <a:lnTo>
                    <a:pt x="1432489" y="104700"/>
                  </a:lnTo>
                  <a:lnTo>
                    <a:pt x="1440275" y="104866"/>
                  </a:lnTo>
                  <a:lnTo>
                    <a:pt x="1448060" y="104989"/>
                  </a:lnTo>
                  <a:lnTo>
                    <a:pt x="1455845" y="105111"/>
                  </a:lnTo>
                  <a:lnTo>
                    <a:pt x="1463630" y="105234"/>
                  </a:lnTo>
                  <a:lnTo>
                    <a:pt x="1471416" y="105416"/>
                  </a:lnTo>
                  <a:lnTo>
                    <a:pt x="1479201" y="105573"/>
                  </a:lnTo>
                  <a:lnTo>
                    <a:pt x="1486986" y="105606"/>
                  </a:lnTo>
                  <a:lnTo>
                    <a:pt x="1494771" y="105725"/>
                  </a:lnTo>
                  <a:lnTo>
                    <a:pt x="1502557" y="105764"/>
                  </a:lnTo>
                  <a:lnTo>
                    <a:pt x="1510342" y="105969"/>
                  </a:lnTo>
                  <a:lnTo>
                    <a:pt x="1518127" y="106018"/>
                  </a:lnTo>
                  <a:lnTo>
                    <a:pt x="1525912" y="105927"/>
                  </a:lnTo>
                  <a:lnTo>
                    <a:pt x="1533698" y="106075"/>
                  </a:lnTo>
                  <a:lnTo>
                    <a:pt x="1541483" y="106249"/>
                  </a:lnTo>
                  <a:lnTo>
                    <a:pt x="1549268" y="106469"/>
                  </a:lnTo>
                  <a:lnTo>
                    <a:pt x="1557054" y="106689"/>
                  </a:lnTo>
                  <a:lnTo>
                    <a:pt x="1564839" y="106847"/>
                  </a:lnTo>
                  <a:lnTo>
                    <a:pt x="1572624" y="107098"/>
                  </a:lnTo>
                  <a:lnTo>
                    <a:pt x="1580409" y="107168"/>
                  </a:lnTo>
                  <a:lnTo>
                    <a:pt x="1588195" y="107316"/>
                  </a:lnTo>
                  <a:lnTo>
                    <a:pt x="1595980" y="107449"/>
                  </a:lnTo>
                  <a:lnTo>
                    <a:pt x="1603765" y="107581"/>
                  </a:lnTo>
                  <a:lnTo>
                    <a:pt x="1611550" y="107750"/>
                  </a:lnTo>
                  <a:lnTo>
                    <a:pt x="1619336" y="108016"/>
                  </a:lnTo>
                  <a:lnTo>
                    <a:pt x="1627121" y="108078"/>
                  </a:lnTo>
                  <a:lnTo>
                    <a:pt x="1634906" y="108243"/>
                  </a:lnTo>
                  <a:lnTo>
                    <a:pt x="1642692" y="108408"/>
                  </a:lnTo>
                  <a:lnTo>
                    <a:pt x="1650477" y="108506"/>
                  </a:lnTo>
                  <a:lnTo>
                    <a:pt x="1658262" y="108698"/>
                  </a:lnTo>
                  <a:lnTo>
                    <a:pt x="1666047" y="108779"/>
                  </a:lnTo>
                  <a:lnTo>
                    <a:pt x="1673833" y="108802"/>
                  </a:lnTo>
                  <a:lnTo>
                    <a:pt x="1681618" y="108826"/>
                  </a:lnTo>
                  <a:lnTo>
                    <a:pt x="1689403" y="108852"/>
                  </a:lnTo>
                  <a:lnTo>
                    <a:pt x="1697188" y="108877"/>
                  </a:lnTo>
                  <a:lnTo>
                    <a:pt x="1704974" y="108957"/>
                  </a:lnTo>
                  <a:lnTo>
                    <a:pt x="1712759" y="109071"/>
                  </a:lnTo>
                  <a:lnTo>
                    <a:pt x="1720544" y="109187"/>
                  </a:lnTo>
                  <a:lnTo>
                    <a:pt x="1728330" y="109306"/>
                  </a:lnTo>
                  <a:lnTo>
                    <a:pt x="1736115" y="109458"/>
                  </a:lnTo>
                  <a:lnTo>
                    <a:pt x="1743900" y="109677"/>
                  </a:lnTo>
                  <a:lnTo>
                    <a:pt x="1751685" y="109894"/>
                  </a:lnTo>
                  <a:lnTo>
                    <a:pt x="1759471" y="110111"/>
                  </a:lnTo>
                  <a:lnTo>
                    <a:pt x="1767256" y="110327"/>
                  </a:lnTo>
                  <a:lnTo>
                    <a:pt x="1775041" y="110542"/>
                  </a:lnTo>
                  <a:lnTo>
                    <a:pt x="1782826" y="110756"/>
                  </a:lnTo>
                  <a:lnTo>
                    <a:pt x="1790612" y="110919"/>
                  </a:lnTo>
                  <a:lnTo>
                    <a:pt x="1798397" y="110982"/>
                  </a:lnTo>
                  <a:lnTo>
                    <a:pt x="1806182" y="111044"/>
                  </a:lnTo>
                  <a:lnTo>
                    <a:pt x="1813967" y="111106"/>
                  </a:lnTo>
                  <a:lnTo>
                    <a:pt x="1821753" y="111168"/>
                  </a:lnTo>
                  <a:lnTo>
                    <a:pt x="1829538" y="111231"/>
                  </a:lnTo>
                  <a:lnTo>
                    <a:pt x="1837323" y="111293"/>
                  </a:lnTo>
                  <a:lnTo>
                    <a:pt x="1845109" y="111356"/>
                  </a:lnTo>
                  <a:lnTo>
                    <a:pt x="1852894" y="111418"/>
                  </a:lnTo>
                  <a:lnTo>
                    <a:pt x="1860679" y="111481"/>
                  </a:lnTo>
                  <a:lnTo>
                    <a:pt x="1868464" y="111543"/>
                  </a:lnTo>
                  <a:lnTo>
                    <a:pt x="1876250" y="111621"/>
                  </a:lnTo>
                  <a:lnTo>
                    <a:pt x="1884035" y="111752"/>
                  </a:lnTo>
                  <a:lnTo>
                    <a:pt x="1891820" y="111883"/>
                  </a:lnTo>
                  <a:lnTo>
                    <a:pt x="1899605" y="112014"/>
                  </a:lnTo>
                  <a:lnTo>
                    <a:pt x="1907391" y="112145"/>
                  </a:lnTo>
                  <a:lnTo>
                    <a:pt x="1915176" y="112277"/>
                  </a:lnTo>
                  <a:lnTo>
                    <a:pt x="1922961" y="112408"/>
                  </a:lnTo>
                  <a:lnTo>
                    <a:pt x="1930747" y="112540"/>
                  </a:lnTo>
                  <a:lnTo>
                    <a:pt x="1938532" y="112672"/>
                  </a:lnTo>
                  <a:lnTo>
                    <a:pt x="1946317" y="112803"/>
                  </a:lnTo>
                  <a:lnTo>
                    <a:pt x="1954102" y="112934"/>
                  </a:lnTo>
                  <a:lnTo>
                    <a:pt x="1961888" y="113054"/>
                  </a:lnTo>
                  <a:lnTo>
                    <a:pt x="1969673" y="113124"/>
                  </a:lnTo>
                  <a:lnTo>
                    <a:pt x="1977458" y="113282"/>
                  </a:lnTo>
                  <a:lnTo>
                    <a:pt x="1985243" y="113440"/>
                  </a:lnTo>
                  <a:lnTo>
                    <a:pt x="1993029" y="113515"/>
                  </a:lnTo>
                  <a:lnTo>
                    <a:pt x="2000814" y="113661"/>
                  </a:lnTo>
                  <a:lnTo>
                    <a:pt x="2008599" y="113682"/>
                  </a:lnTo>
                  <a:lnTo>
                    <a:pt x="2016385" y="11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247627" y="4916648"/>
              <a:ext cx="2016385" cy="37242"/>
            </a:xfrm>
            <a:custGeom>
              <a:avLst/>
              <a:pathLst>
                <a:path w="2016385" h="37242">
                  <a:moveTo>
                    <a:pt x="2016385" y="37242"/>
                  </a:moveTo>
                  <a:lnTo>
                    <a:pt x="2008599" y="37197"/>
                  </a:lnTo>
                  <a:lnTo>
                    <a:pt x="2000814" y="37152"/>
                  </a:lnTo>
                  <a:lnTo>
                    <a:pt x="1993029" y="37106"/>
                  </a:lnTo>
                  <a:lnTo>
                    <a:pt x="1985243" y="37059"/>
                  </a:lnTo>
                  <a:lnTo>
                    <a:pt x="1977458" y="37012"/>
                  </a:lnTo>
                  <a:lnTo>
                    <a:pt x="1969673" y="36965"/>
                  </a:lnTo>
                  <a:lnTo>
                    <a:pt x="1961888" y="36917"/>
                  </a:lnTo>
                  <a:lnTo>
                    <a:pt x="1954102" y="36868"/>
                  </a:lnTo>
                  <a:lnTo>
                    <a:pt x="1946317" y="36822"/>
                  </a:lnTo>
                  <a:lnTo>
                    <a:pt x="1938532" y="36784"/>
                  </a:lnTo>
                  <a:lnTo>
                    <a:pt x="1930747" y="36732"/>
                  </a:lnTo>
                  <a:lnTo>
                    <a:pt x="1922961" y="36676"/>
                  </a:lnTo>
                  <a:lnTo>
                    <a:pt x="1915176" y="36619"/>
                  </a:lnTo>
                  <a:lnTo>
                    <a:pt x="1907391" y="36564"/>
                  </a:lnTo>
                  <a:lnTo>
                    <a:pt x="1899605" y="36513"/>
                  </a:lnTo>
                  <a:lnTo>
                    <a:pt x="1891820" y="36470"/>
                  </a:lnTo>
                  <a:lnTo>
                    <a:pt x="1884035" y="36425"/>
                  </a:lnTo>
                  <a:lnTo>
                    <a:pt x="1876250" y="36362"/>
                  </a:lnTo>
                  <a:lnTo>
                    <a:pt x="1868464" y="36298"/>
                  </a:lnTo>
                  <a:lnTo>
                    <a:pt x="1860679" y="36233"/>
                  </a:lnTo>
                  <a:lnTo>
                    <a:pt x="1852894" y="36173"/>
                  </a:lnTo>
                  <a:lnTo>
                    <a:pt x="1845109" y="36115"/>
                  </a:lnTo>
                  <a:lnTo>
                    <a:pt x="1837323" y="36056"/>
                  </a:lnTo>
                  <a:lnTo>
                    <a:pt x="1829538" y="35996"/>
                  </a:lnTo>
                  <a:lnTo>
                    <a:pt x="1821753" y="35935"/>
                  </a:lnTo>
                  <a:lnTo>
                    <a:pt x="1813967" y="35873"/>
                  </a:lnTo>
                  <a:lnTo>
                    <a:pt x="1806182" y="35810"/>
                  </a:lnTo>
                  <a:lnTo>
                    <a:pt x="1798397" y="35747"/>
                  </a:lnTo>
                  <a:lnTo>
                    <a:pt x="1790612" y="35683"/>
                  </a:lnTo>
                  <a:lnTo>
                    <a:pt x="1782826" y="35618"/>
                  </a:lnTo>
                  <a:lnTo>
                    <a:pt x="1775041" y="35554"/>
                  </a:lnTo>
                  <a:lnTo>
                    <a:pt x="1767256" y="35486"/>
                  </a:lnTo>
                  <a:lnTo>
                    <a:pt x="1759471" y="35419"/>
                  </a:lnTo>
                  <a:lnTo>
                    <a:pt x="1751685" y="35351"/>
                  </a:lnTo>
                  <a:lnTo>
                    <a:pt x="1743900" y="35282"/>
                  </a:lnTo>
                  <a:lnTo>
                    <a:pt x="1736115" y="35212"/>
                  </a:lnTo>
                  <a:lnTo>
                    <a:pt x="1728330" y="35141"/>
                  </a:lnTo>
                  <a:lnTo>
                    <a:pt x="1720544" y="35069"/>
                  </a:lnTo>
                  <a:lnTo>
                    <a:pt x="1712759" y="34996"/>
                  </a:lnTo>
                  <a:lnTo>
                    <a:pt x="1704974" y="34923"/>
                  </a:lnTo>
                  <a:lnTo>
                    <a:pt x="1697188" y="34849"/>
                  </a:lnTo>
                  <a:lnTo>
                    <a:pt x="1689403" y="34773"/>
                  </a:lnTo>
                  <a:lnTo>
                    <a:pt x="1681618" y="34697"/>
                  </a:lnTo>
                  <a:lnTo>
                    <a:pt x="1673833" y="34620"/>
                  </a:lnTo>
                  <a:lnTo>
                    <a:pt x="1666047" y="34542"/>
                  </a:lnTo>
                  <a:lnTo>
                    <a:pt x="1658262" y="34463"/>
                  </a:lnTo>
                  <a:lnTo>
                    <a:pt x="1650477" y="34382"/>
                  </a:lnTo>
                  <a:lnTo>
                    <a:pt x="1642692" y="34301"/>
                  </a:lnTo>
                  <a:lnTo>
                    <a:pt x="1634906" y="34219"/>
                  </a:lnTo>
                  <a:lnTo>
                    <a:pt x="1627121" y="34136"/>
                  </a:lnTo>
                  <a:lnTo>
                    <a:pt x="1619336" y="34051"/>
                  </a:lnTo>
                  <a:lnTo>
                    <a:pt x="1611550" y="33965"/>
                  </a:lnTo>
                  <a:lnTo>
                    <a:pt x="1603765" y="33878"/>
                  </a:lnTo>
                  <a:lnTo>
                    <a:pt x="1595980" y="33790"/>
                  </a:lnTo>
                  <a:lnTo>
                    <a:pt x="1588195" y="33701"/>
                  </a:lnTo>
                  <a:lnTo>
                    <a:pt x="1580409" y="33611"/>
                  </a:lnTo>
                  <a:lnTo>
                    <a:pt x="1572624" y="33516"/>
                  </a:lnTo>
                  <a:lnTo>
                    <a:pt x="1564839" y="33413"/>
                  </a:lnTo>
                  <a:lnTo>
                    <a:pt x="1557054" y="33308"/>
                  </a:lnTo>
                  <a:lnTo>
                    <a:pt x="1549268" y="33201"/>
                  </a:lnTo>
                  <a:lnTo>
                    <a:pt x="1541483" y="33101"/>
                  </a:lnTo>
                  <a:lnTo>
                    <a:pt x="1533698" y="32986"/>
                  </a:lnTo>
                  <a:lnTo>
                    <a:pt x="1525912" y="32874"/>
                  </a:lnTo>
                  <a:lnTo>
                    <a:pt x="1518127" y="32762"/>
                  </a:lnTo>
                  <a:lnTo>
                    <a:pt x="1510342" y="32648"/>
                  </a:lnTo>
                  <a:lnTo>
                    <a:pt x="1502557" y="32544"/>
                  </a:lnTo>
                  <a:lnTo>
                    <a:pt x="1494771" y="32450"/>
                  </a:lnTo>
                  <a:lnTo>
                    <a:pt x="1486986" y="32354"/>
                  </a:lnTo>
                  <a:lnTo>
                    <a:pt x="1479201" y="32257"/>
                  </a:lnTo>
                  <a:lnTo>
                    <a:pt x="1471416" y="32159"/>
                  </a:lnTo>
                  <a:lnTo>
                    <a:pt x="1463630" y="32059"/>
                  </a:lnTo>
                  <a:lnTo>
                    <a:pt x="1455845" y="31959"/>
                  </a:lnTo>
                  <a:lnTo>
                    <a:pt x="1448060" y="31857"/>
                  </a:lnTo>
                  <a:lnTo>
                    <a:pt x="1440275" y="31754"/>
                  </a:lnTo>
                  <a:lnTo>
                    <a:pt x="1432489" y="31651"/>
                  </a:lnTo>
                  <a:lnTo>
                    <a:pt x="1424704" y="31545"/>
                  </a:lnTo>
                  <a:lnTo>
                    <a:pt x="1416919" y="31434"/>
                  </a:lnTo>
                  <a:lnTo>
                    <a:pt x="1409133" y="31333"/>
                  </a:lnTo>
                  <a:lnTo>
                    <a:pt x="1401348" y="31225"/>
                  </a:lnTo>
                  <a:lnTo>
                    <a:pt x="1393563" y="31116"/>
                  </a:lnTo>
                  <a:lnTo>
                    <a:pt x="1385778" y="31004"/>
                  </a:lnTo>
                  <a:lnTo>
                    <a:pt x="1377992" y="30891"/>
                  </a:lnTo>
                  <a:lnTo>
                    <a:pt x="1370207" y="30776"/>
                  </a:lnTo>
                  <a:lnTo>
                    <a:pt x="1362422" y="30636"/>
                  </a:lnTo>
                  <a:lnTo>
                    <a:pt x="1354637" y="30539"/>
                  </a:lnTo>
                  <a:lnTo>
                    <a:pt x="1346851" y="30434"/>
                  </a:lnTo>
                  <a:lnTo>
                    <a:pt x="1339066" y="30331"/>
                  </a:lnTo>
                  <a:lnTo>
                    <a:pt x="1331281" y="30204"/>
                  </a:lnTo>
                  <a:lnTo>
                    <a:pt x="1323495" y="30070"/>
                  </a:lnTo>
                  <a:lnTo>
                    <a:pt x="1315710" y="29947"/>
                  </a:lnTo>
                  <a:lnTo>
                    <a:pt x="1307925" y="29822"/>
                  </a:lnTo>
                  <a:lnTo>
                    <a:pt x="1300140" y="29692"/>
                  </a:lnTo>
                  <a:lnTo>
                    <a:pt x="1292354" y="29517"/>
                  </a:lnTo>
                  <a:lnTo>
                    <a:pt x="1284569" y="29339"/>
                  </a:lnTo>
                  <a:lnTo>
                    <a:pt x="1276784" y="29159"/>
                  </a:lnTo>
                  <a:lnTo>
                    <a:pt x="1268999" y="28982"/>
                  </a:lnTo>
                  <a:lnTo>
                    <a:pt x="1261213" y="28820"/>
                  </a:lnTo>
                  <a:lnTo>
                    <a:pt x="1253428" y="28655"/>
                  </a:lnTo>
                  <a:lnTo>
                    <a:pt x="1245643" y="28488"/>
                  </a:lnTo>
                  <a:lnTo>
                    <a:pt x="1237857" y="28360"/>
                  </a:lnTo>
                  <a:lnTo>
                    <a:pt x="1230072" y="28259"/>
                  </a:lnTo>
                  <a:lnTo>
                    <a:pt x="1222287" y="28162"/>
                  </a:lnTo>
                  <a:lnTo>
                    <a:pt x="1214502" y="28034"/>
                  </a:lnTo>
                  <a:lnTo>
                    <a:pt x="1206716" y="27894"/>
                  </a:lnTo>
                  <a:lnTo>
                    <a:pt x="1198931" y="27778"/>
                  </a:lnTo>
                  <a:lnTo>
                    <a:pt x="1191146" y="27688"/>
                  </a:lnTo>
                  <a:lnTo>
                    <a:pt x="1183361" y="27590"/>
                  </a:lnTo>
                  <a:lnTo>
                    <a:pt x="1175575" y="27453"/>
                  </a:lnTo>
                  <a:lnTo>
                    <a:pt x="1167790" y="27296"/>
                  </a:lnTo>
                  <a:lnTo>
                    <a:pt x="1160005" y="27118"/>
                  </a:lnTo>
                  <a:lnTo>
                    <a:pt x="1152220" y="26923"/>
                  </a:lnTo>
                  <a:lnTo>
                    <a:pt x="1144434" y="26724"/>
                  </a:lnTo>
                  <a:lnTo>
                    <a:pt x="1136649" y="26523"/>
                  </a:lnTo>
                  <a:lnTo>
                    <a:pt x="1128864" y="26318"/>
                  </a:lnTo>
                  <a:lnTo>
                    <a:pt x="1121078" y="26110"/>
                  </a:lnTo>
                  <a:lnTo>
                    <a:pt x="1113293" y="25914"/>
                  </a:lnTo>
                  <a:lnTo>
                    <a:pt x="1105508" y="25746"/>
                  </a:lnTo>
                  <a:lnTo>
                    <a:pt x="1097723" y="25551"/>
                  </a:lnTo>
                  <a:lnTo>
                    <a:pt x="1089937" y="25441"/>
                  </a:lnTo>
                  <a:lnTo>
                    <a:pt x="1082152" y="25301"/>
                  </a:lnTo>
                  <a:lnTo>
                    <a:pt x="1074367" y="25188"/>
                  </a:lnTo>
                  <a:lnTo>
                    <a:pt x="1066582" y="25074"/>
                  </a:lnTo>
                  <a:lnTo>
                    <a:pt x="1058796" y="24902"/>
                  </a:lnTo>
                  <a:lnTo>
                    <a:pt x="1051011" y="24790"/>
                  </a:lnTo>
                  <a:lnTo>
                    <a:pt x="1043226" y="24648"/>
                  </a:lnTo>
                  <a:lnTo>
                    <a:pt x="1035440" y="24523"/>
                  </a:lnTo>
                  <a:lnTo>
                    <a:pt x="1027655" y="24331"/>
                  </a:lnTo>
                  <a:lnTo>
                    <a:pt x="1019870" y="24094"/>
                  </a:lnTo>
                  <a:lnTo>
                    <a:pt x="1012085" y="23901"/>
                  </a:lnTo>
                  <a:lnTo>
                    <a:pt x="1004299" y="23696"/>
                  </a:lnTo>
                  <a:lnTo>
                    <a:pt x="996514" y="23513"/>
                  </a:lnTo>
                  <a:lnTo>
                    <a:pt x="988729" y="23373"/>
                  </a:lnTo>
                  <a:lnTo>
                    <a:pt x="980944" y="23234"/>
                  </a:lnTo>
                  <a:lnTo>
                    <a:pt x="973158" y="22980"/>
                  </a:lnTo>
                  <a:lnTo>
                    <a:pt x="965373" y="22775"/>
                  </a:lnTo>
                  <a:lnTo>
                    <a:pt x="957588" y="22597"/>
                  </a:lnTo>
                  <a:lnTo>
                    <a:pt x="949802" y="22415"/>
                  </a:lnTo>
                  <a:lnTo>
                    <a:pt x="942017" y="22216"/>
                  </a:lnTo>
                  <a:lnTo>
                    <a:pt x="934232" y="22054"/>
                  </a:lnTo>
                  <a:lnTo>
                    <a:pt x="926447" y="21869"/>
                  </a:lnTo>
                  <a:lnTo>
                    <a:pt x="918661" y="21679"/>
                  </a:lnTo>
                  <a:lnTo>
                    <a:pt x="910876" y="21489"/>
                  </a:lnTo>
                  <a:lnTo>
                    <a:pt x="903091" y="21242"/>
                  </a:lnTo>
                  <a:lnTo>
                    <a:pt x="895306" y="21088"/>
                  </a:lnTo>
                  <a:lnTo>
                    <a:pt x="887520" y="20912"/>
                  </a:lnTo>
                  <a:lnTo>
                    <a:pt x="879735" y="20678"/>
                  </a:lnTo>
                  <a:lnTo>
                    <a:pt x="871950" y="20519"/>
                  </a:lnTo>
                  <a:lnTo>
                    <a:pt x="864165" y="20321"/>
                  </a:lnTo>
                  <a:lnTo>
                    <a:pt x="856379" y="20119"/>
                  </a:lnTo>
                  <a:lnTo>
                    <a:pt x="848594" y="19914"/>
                  </a:lnTo>
                  <a:lnTo>
                    <a:pt x="840809" y="19714"/>
                  </a:lnTo>
                  <a:lnTo>
                    <a:pt x="833023" y="19514"/>
                  </a:lnTo>
                  <a:lnTo>
                    <a:pt x="825238" y="19351"/>
                  </a:lnTo>
                  <a:lnTo>
                    <a:pt x="817453" y="19173"/>
                  </a:lnTo>
                  <a:lnTo>
                    <a:pt x="809668" y="18988"/>
                  </a:lnTo>
                  <a:lnTo>
                    <a:pt x="801882" y="18803"/>
                  </a:lnTo>
                  <a:lnTo>
                    <a:pt x="794097" y="18525"/>
                  </a:lnTo>
                  <a:lnTo>
                    <a:pt x="786312" y="18291"/>
                  </a:lnTo>
                  <a:lnTo>
                    <a:pt x="778527" y="18050"/>
                  </a:lnTo>
                  <a:lnTo>
                    <a:pt x="770741" y="17895"/>
                  </a:lnTo>
                  <a:lnTo>
                    <a:pt x="762956" y="17645"/>
                  </a:lnTo>
                  <a:lnTo>
                    <a:pt x="755171" y="17494"/>
                  </a:lnTo>
                  <a:lnTo>
                    <a:pt x="747385" y="17315"/>
                  </a:lnTo>
                  <a:lnTo>
                    <a:pt x="739600" y="17134"/>
                  </a:lnTo>
                  <a:lnTo>
                    <a:pt x="731815" y="16935"/>
                  </a:lnTo>
                  <a:lnTo>
                    <a:pt x="724030" y="16731"/>
                  </a:lnTo>
                  <a:lnTo>
                    <a:pt x="716244" y="16525"/>
                  </a:lnTo>
                  <a:lnTo>
                    <a:pt x="708459" y="16318"/>
                  </a:lnTo>
                  <a:lnTo>
                    <a:pt x="700674" y="16017"/>
                  </a:lnTo>
                  <a:lnTo>
                    <a:pt x="692889" y="15725"/>
                  </a:lnTo>
                  <a:lnTo>
                    <a:pt x="685103" y="15651"/>
                  </a:lnTo>
                  <a:lnTo>
                    <a:pt x="677318" y="15470"/>
                  </a:lnTo>
                  <a:lnTo>
                    <a:pt x="669533" y="15255"/>
                  </a:lnTo>
                  <a:lnTo>
                    <a:pt x="661747" y="15084"/>
                  </a:lnTo>
                  <a:lnTo>
                    <a:pt x="653962" y="14931"/>
                  </a:lnTo>
                  <a:lnTo>
                    <a:pt x="646177" y="14755"/>
                  </a:lnTo>
                  <a:lnTo>
                    <a:pt x="638392" y="14478"/>
                  </a:lnTo>
                  <a:lnTo>
                    <a:pt x="630606" y="14145"/>
                  </a:lnTo>
                  <a:lnTo>
                    <a:pt x="622821" y="13914"/>
                  </a:lnTo>
                  <a:lnTo>
                    <a:pt x="615036" y="13717"/>
                  </a:lnTo>
                  <a:lnTo>
                    <a:pt x="607251" y="13540"/>
                  </a:lnTo>
                  <a:lnTo>
                    <a:pt x="599465" y="13295"/>
                  </a:lnTo>
                  <a:lnTo>
                    <a:pt x="591680" y="13198"/>
                  </a:lnTo>
                  <a:lnTo>
                    <a:pt x="583895" y="12949"/>
                  </a:lnTo>
                  <a:lnTo>
                    <a:pt x="576110" y="12794"/>
                  </a:lnTo>
                  <a:lnTo>
                    <a:pt x="568324" y="12693"/>
                  </a:lnTo>
                  <a:lnTo>
                    <a:pt x="560539" y="12373"/>
                  </a:lnTo>
                  <a:lnTo>
                    <a:pt x="552754" y="12147"/>
                  </a:lnTo>
                  <a:lnTo>
                    <a:pt x="544968" y="11953"/>
                  </a:lnTo>
                  <a:lnTo>
                    <a:pt x="537183" y="11751"/>
                  </a:lnTo>
                  <a:lnTo>
                    <a:pt x="529398" y="11561"/>
                  </a:lnTo>
                  <a:lnTo>
                    <a:pt x="521613" y="11313"/>
                  </a:lnTo>
                  <a:lnTo>
                    <a:pt x="513827" y="11130"/>
                  </a:lnTo>
                  <a:lnTo>
                    <a:pt x="506042" y="10980"/>
                  </a:lnTo>
                  <a:lnTo>
                    <a:pt x="498257" y="10816"/>
                  </a:lnTo>
                  <a:lnTo>
                    <a:pt x="490472" y="10613"/>
                  </a:lnTo>
                  <a:lnTo>
                    <a:pt x="482686" y="10488"/>
                  </a:lnTo>
                  <a:lnTo>
                    <a:pt x="474901" y="10327"/>
                  </a:lnTo>
                  <a:lnTo>
                    <a:pt x="467116" y="10170"/>
                  </a:lnTo>
                  <a:lnTo>
                    <a:pt x="459330" y="10043"/>
                  </a:lnTo>
                  <a:lnTo>
                    <a:pt x="451545" y="9841"/>
                  </a:lnTo>
                  <a:lnTo>
                    <a:pt x="443760" y="9669"/>
                  </a:lnTo>
                  <a:lnTo>
                    <a:pt x="435975" y="9527"/>
                  </a:lnTo>
                  <a:lnTo>
                    <a:pt x="428189" y="9417"/>
                  </a:lnTo>
                  <a:lnTo>
                    <a:pt x="420404" y="9244"/>
                  </a:lnTo>
                  <a:lnTo>
                    <a:pt x="412619" y="9070"/>
                  </a:lnTo>
                  <a:lnTo>
                    <a:pt x="404834" y="8895"/>
                  </a:lnTo>
                  <a:lnTo>
                    <a:pt x="397048" y="8673"/>
                  </a:lnTo>
                  <a:lnTo>
                    <a:pt x="389263" y="8332"/>
                  </a:lnTo>
                  <a:lnTo>
                    <a:pt x="381478" y="8100"/>
                  </a:lnTo>
                  <a:lnTo>
                    <a:pt x="373692" y="7899"/>
                  </a:lnTo>
                  <a:lnTo>
                    <a:pt x="365907" y="7692"/>
                  </a:lnTo>
                  <a:lnTo>
                    <a:pt x="358122" y="7467"/>
                  </a:lnTo>
                  <a:lnTo>
                    <a:pt x="350337" y="7122"/>
                  </a:lnTo>
                  <a:lnTo>
                    <a:pt x="342551" y="6925"/>
                  </a:lnTo>
                  <a:lnTo>
                    <a:pt x="334766" y="6727"/>
                  </a:lnTo>
                  <a:lnTo>
                    <a:pt x="326981" y="6527"/>
                  </a:lnTo>
                  <a:lnTo>
                    <a:pt x="319196" y="6315"/>
                  </a:lnTo>
                  <a:lnTo>
                    <a:pt x="311410" y="6151"/>
                  </a:lnTo>
                  <a:lnTo>
                    <a:pt x="303625" y="6062"/>
                  </a:lnTo>
                  <a:lnTo>
                    <a:pt x="295840" y="5933"/>
                  </a:lnTo>
                  <a:lnTo>
                    <a:pt x="288055" y="5721"/>
                  </a:lnTo>
                  <a:lnTo>
                    <a:pt x="280269" y="5643"/>
                  </a:lnTo>
                  <a:lnTo>
                    <a:pt x="272484" y="5356"/>
                  </a:lnTo>
                  <a:lnTo>
                    <a:pt x="264699" y="5066"/>
                  </a:lnTo>
                  <a:lnTo>
                    <a:pt x="256913" y="4857"/>
                  </a:lnTo>
                  <a:lnTo>
                    <a:pt x="249128" y="4767"/>
                  </a:lnTo>
                  <a:lnTo>
                    <a:pt x="241343" y="4705"/>
                  </a:lnTo>
                  <a:lnTo>
                    <a:pt x="233558" y="4469"/>
                  </a:lnTo>
                  <a:lnTo>
                    <a:pt x="225772" y="4283"/>
                  </a:lnTo>
                  <a:lnTo>
                    <a:pt x="217987" y="4089"/>
                  </a:lnTo>
                  <a:lnTo>
                    <a:pt x="210202" y="3847"/>
                  </a:lnTo>
                  <a:lnTo>
                    <a:pt x="202417" y="3657"/>
                  </a:lnTo>
                  <a:lnTo>
                    <a:pt x="194631" y="3542"/>
                  </a:lnTo>
                  <a:lnTo>
                    <a:pt x="186846" y="3428"/>
                  </a:lnTo>
                  <a:lnTo>
                    <a:pt x="179061" y="3316"/>
                  </a:lnTo>
                  <a:lnTo>
                    <a:pt x="171275" y="3199"/>
                  </a:lnTo>
                  <a:lnTo>
                    <a:pt x="163490" y="3084"/>
                  </a:lnTo>
                  <a:lnTo>
                    <a:pt x="155705" y="2969"/>
                  </a:lnTo>
                  <a:lnTo>
                    <a:pt x="147920" y="3007"/>
                  </a:lnTo>
                  <a:lnTo>
                    <a:pt x="140134" y="2901"/>
                  </a:lnTo>
                  <a:lnTo>
                    <a:pt x="132349" y="2687"/>
                  </a:lnTo>
                  <a:lnTo>
                    <a:pt x="124564" y="2503"/>
                  </a:lnTo>
                  <a:lnTo>
                    <a:pt x="116779" y="2429"/>
                  </a:lnTo>
                  <a:lnTo>
                    <a:pt x="108993" y="2264"/>
                  </a:lnTo>
                  <a:lnTo>
                    <a:pt x="101208" y="1978"/>
                  </a:lnTo>
                  <a:lnTo>
                    <a:pt x="93423" y="1816"/>
                  </a:lnTo>
                  <a:lnTo>
                    <a:pt x="85637" y="1719"/>
                  </a:lnTo>
                  <a:lnTo>
                    <a:pt x="77852" y="1527"/>
                  </a:lnTo>
                  <a:lnTo>
                    <a:pt x="70067" y="1426"/>
                  </a:lnTo>
                  <a:lnTo>
                    <a:pt x="62282" y="1216"/>
                  </a:lnTo>
                  <a:lnTo>
                    <a:pt x="54496" y="1030"/>
                  </a:lnTo>
                  <a:lnTo>
                    <a:pt x="46711" y="754"/>
                  </a:lnTo>
                  <a:lnTo>
                    <a:pt x="38926" y="538"/>
                  </a:lnTo>
                  <a:lnTo>
                    <a:pt x="31141" y="337"/>
                  </a:lnTo>
                  <a:lnTo>
                    <a:pt x="23355" y="139"/>
                  </a:lnTo>
                  <a:lnTo>
                    <a:pt x="15570" y="77"/>
                  </a:lnTo>
                  <a:lnTo>
                    <a:pt x="7785" y="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1247627" y="4373813"/>
              <a:ext cx="2016385" cy="583067"/>
            </a:xfrm>
            <a:custGeom>
              <a:avLst/>
              <a:pathLst>
                <a:path w="2016385" h="583067">
                  <a:moveTo>
                    <a:pt x="0" y="278698"/>
                  </a:moveTo>
                  <a:lnTo>
                    <a:pt x="7785" y="280667"/>
                  </a:lnTo>
                  <a:lnTo>
                    <a:pt x="15570" y="282681"/>
                  </a:lnTo>
                  <a:lnTo>
                    <a:pt x="23355" y="284808"/>
                  </a:lnTo>
                  <a:lnTo>
                    <a:pt x="31141" y="287038"/>
                  </a:lnTo>
                  <a:lnTo>
                    <a:pt x="38926" y="289298"/>
                  </a:lnTo>
                  <a:lnTo>
                    <a:pt x="46711" y="291364"/>
                  </a:lnTo>
                  <a:lnTo>
                    <a:pt x="54496" y="293824"/>
                  </a:lnTo>
                  <a:lnTo>
                    <a:pt x="62282" y="295398"/>
                  </a:lnTo>
                  <a:lnTo>
                    <a:pt x="70067" y="296086"/>
                  </a:lnTo>
                  <a:lnTo>
                    <a:pt x="77852" y="297191"/>
                  </a:lnTo>
                  <a:lnTo>
                    <a:pt x="85637" y="299267"/>
                  </a:lnTo>
                  <a:lnTo>
                    <a:pt x="93423" y="300318"/>
                  </a:lnTo>
                  <a:lnTo>
                    <a:pt x="101208" y="301427"/>
                  </a:lnTo>
                  <a:lnTo>
                    <a:pt x="108993" y="302355"/>
                  </a:lnTo>
                  <a:lnTo>
                    <a:pt x="116779" y="303722"/>
                  </a:lnTo>
                  <a:lnTo>
                    <a:pt x="124564" y="304648"/>
                  </a:lnTo>
                  <a:lnTo>
                    <a:pt x="132349" y="306078"/>
                  </a:lnTo>
                  <a:lnTo>
                    <a:pt x="140134" y="306799"/>
                  </a:lnTo>
                  <a:lnTo>
                    <a:pt x="147920" y="308962"/>
                  </a:lnTo>
                  <a:lnTo>
                    <a:pt x="155705" y="309712"/>
                  </a:lnTo>
                  <a:lnTo>
                    <a:pt x="163490" y="310958"/>
                  </a:lnTo>
                  <a:lnTo>
                    <a:pt x="171275" y="312582"/>
                  </a:lnTo>
                  <a:lnTo>
                    <a:pt x="179061" y="314021"/>
                  </a:lnTo>
                  <a:lnTo>
                    <a:pt x="186846" y="315304"/>
                  </a:lnTo>
                  <a:lnTo>
                    <a:pt x="194631" y="316497"/>
                  </a:lnTo>
                  <a:lnTo>
                    <a:pt x="202417" y="317790"/>
                  </a:lnTo>
                  <a:lnTo>
                    <a:pt x="210202" y="317906"/>
                  </a:lnTo>
                  <a:lnTo>
                    <a:pt x="217987" y="317456"/>
                  </a:lnTo>
                  <a:lnTo>
                    <a:pt x="225772" y="317149"/>
                  </a:lnTo>
                  <a:lnTo>
                    <a:pt x="233558" y="316155"/>
                  </a:lnTo>
                  <a:lnTo>
                    <a:pt x="241343" y="315916"/>
                  </a:lnTo>
                  <a:lnTo>
                    <a:pt x="249128" y="315910"/>
                  </a:lnTo>
                  <a:lnTo>
                    <a:pt x="256913" y="315515"/>
                  </a:lnTo>
                  <a:lnTo>
                    <a:pt x="264699" y="314956"/>
                  </a:lnTo>
                  <a:lnTo>
                    <a:pt x="272484" y="315443"/>
                  </a:lnTo>
                  <a:lnTo>
                    <a:pt x="280269" y="316936"/>
                  </a:lnTo>
                  <a:lnTo>
                    <a:pt x="288055" y="319498"/>
                  </a:lnTo>
                  <a:lnTo>
                    <a:pt x="295840" y="319216"/>
                  </a:lnTo>
                  <a:lnTo>
                    <a:pt x="303625" y="319223"/>
                  </a:lnTo>
                  <a:lnTo>
                    <a:pt x="311410" y="319057"/>
                  </a:lnTo>
                  <a:lnTo>
                    <a:pt x="319196" y="318659"/>
                  </a:lnTo>
                  <a:lnTo>
                    <a:pt x="326981" y="317910"/>
                  </a:lnTo>
                  <a:lnTo>
                    <a:pt x="334766" y="316848"/>
                  </a:lnTo>
                  <a:lnTo>
                    <a:pt x="342551" y="318107"/>
                  </a:lnTo>
                  <a:lnTo>
                    <a:pt x="350337" y="317854"/>
                  </a:lnTo>
                  <a:lnTo>
                    <a:pt x="358122" y="315496"/>
                  </a:lnTo>
                  <a:lnTo>
                    <a:pt x="365907" y="313148"/>
                  </a:lnTo>
                  <a:lnTo>
                    <a:pt x="373692" y="312842"/>
                  </a:lnTo>
                  <a:lnTo>
                    <a:pt x="381478" y="313411"/>
                  </a:lnTo>
                  <a:lnTo>
                    <a:pt x="389263" y="313779"/>
                  </a:lnTo>
                  <a:lnTo>
                    <a:pt x="397048" y="313784"/>
                  </a:lnTo>
                  <a:lnTo>
                    <a:pt x="404834" y="313987"/>
                  </a:lnTo>
                  <a:lnTo>
                    <a:pt x="412619" y="312896"/>
                  </a:lnTo>
                  <a:lnTo>
                    <a:pt x="420404" y="311811"/>
                  </a:lnTo>
                  <a:lnTo>
                    <a:pt x="428189" y="312062"/>
                  </a:lnTo>
                  <a:lnTo>
                    <a:pt x="435975" y="311465"/>
                  </a:lnTo>
                  <a:lnTo>
                    <a:pt x="443760" y="310567"/>
                  </a:lnTo>
                  <a:lnTo>
                    <a:pt x="451545" y="308382"/>
                  </a:lnTo>
                  <a:lnTo>
                    <a:pt x="459330" y="306968"/>
                  </a:lnTo>
                  <a:lnTo>
                    <a:pt x="467116" y="307070"/>
                  </a:lnTo>
                  <a:lnTo>
                    <a:pt x="474901" y="307084"/>
                  </a:lnTo>
                  <a:lnTo>
                    <a:pt x="482686" y="307155"/>
                  </a:lnTo>
                  <a:lnTo>
                    <a:pt x="490472" y="307247"/>
                  </a:lnTo>
                  <a:lnTo>
                    <a:pt x="498257" y="307356"/>
                  </a:lnTo>
                  <a:lnTo>
                    <a:pt x="506042" y="305939"/>
                  </a:lnTo>
                  <a:lnTo>
                    <a:pt x="513827" y="304114"/>
                  </a:lnTo>
                  <a:lnTo>
                    <a:pt x="521613" y="303279"/>
                  </a:lnTo>
                  <a:lnTo>
                    <a:pt x="529398" y="303058"/>
                  </a:lnTo>
                  <a:lnTo>
                    <a:pt x="537183" y="301415"/>
                  </a:lnTo>
                  <a:lnTo>
                    <a:pt x="544968" y="299334"/>
                  </a:lnTo>
                  <a:lnTo>
                    <a:pt x="552754" y="296955"/>
                  </a:lnTo>
                  <a:lnTo>
                    <a:pt x="560539" y="294866"/>
                  </a:lnTo>
                  <a:lnTo>
                    <a:pt x="568324" y="293635"/>
                  </a:lnTo>
                  <a:lnTo>
                    <a:pt x="576110" y="292133"/>
                  </a:lnTo>
                  <a:lnTo>
                    <a:pt x="583895" y="290049"/>
                  </a:lnTo>
                  <a:lnTo>
                    <a:pt x="591680" y="287972"/>
                  </a:lnTo>
                  <a:lnTo>
                    <a:pt x="599465" y="286292"/>
                  </a:lnTo>
                  <a:lnTo>
                    <a:pt x="607251" y="285154"/>
                  </a:lnTo>
                  <a:lnTo>
                    <a:pt x="615036" y="284042"/>
                  </a:lnTo>
                  <a:lnTo>
                    <a:pt x="622821" y="282772"/>
                  </a:lnTo>
                  <a:lnTo>
                    <a:pt x="630606" y="280616"/>
                  </a:lnTo>
                  <a:lnTo>
                    <a:pt x="638392" y="277708"/>
                  </a:lnTo>
                  <a:lnTo>
                    <a:pt x="646177" y="274822"/>
                  </a:lnTo>
                  <a:lnTo>
                    <a:pt x="653962" y="272856"/>
                  </a:lnTo>
                  <a:lnTo>
                    <a:pt x="661747" y="273149"/>
                  </a:lnTo>
                  <a:lnTo>
                    <a:pt x="669533" y="274130"/>
                  </a:lnTo>
                  <a:lnTo>
                    <a:pt x="677318" y="272148"/>
                  </a:lnTo>
                  <a:lnTo>
                    <a:pt x="685103" y="269597"/>
                  </a:lnTo>
                  <a:lnTo>
                    <a:pt x="692889" y="268731"/>
                  </a:lnTo>
                  <a:lnTo>
                    <a:pt x="700674" y="267907"/>
                  </a:lnTo>
                  <a:lnTo>
                    <a:pt x="708459" y="267109"/>
                  </a:lnTo>
                  <a:lnTo>
                    <a:pt x="716244" y="266310"/>
                  </a:lnTo>
                  <a:lnTo>
                    <a:pt x="724030" y="265876"/>
                  </a:lnTo>
                  <a:lnTo>
                    <a:pt x="731815" y="264973"/>
                  </a:lnTo>
                  <a:lnTo>
                    <a:pt x="739600" y="263813"/>
                  </a:lnTo>
                  <a:lnTo>
                    <a:pt x="747385" y="262935"/>
                  </a:lnTo>
                  <a:lnTo>
                    <a:pt x="755171" y="261331"/>
                  </a:lnTo>
                  <a:lnTo>
                    <a:pt x="762956" y="259219"/>
                  </a:lnTo>
                  <a:lnTo>
                    <a:pt x="770741" y="257150"/>
                  </a:lnTo>
                  <a:lnTo>
                    <a:pt x="778527" y="255081"/>
                  </a:lnTo>
                  <a:lnTo>
                    <a:pt x="786312" y="252427"/>
                  </a:lnTo>
                  <a:lnTo>
                    <a:pt x="794097" y="249607"/>
                  </a:lnTo>
                  <a:lnTo>
                    <a:pt x="801882" y="247310"/>
                  </a:lnTo>
                  <a:lnTo>
                    <a:pt x="809668" y="246181"/>
                  </a:lnTo>
                  <a:lnTo>
                    <a:pt x="817453" y="244706"/>
                  </a:lnTo>
                  <a:lnTo>
                    <a:pt x="825238" y="243945"/>
                  </a:lnTo>
                  <a:lnTo>
                    <a:pt x="833023" y="241612"/>
                  </a:lnTo>
                  <a:lnTo>
                    <a:pt x="840809" y="239669"/>
                  </a:lnTo>
                  <a:lnTo>
                    <a:pt x="848594" y="236513"/>
                  </a:lnTo>
                  <a:lnTo>
                    <a:pt x="856379" y="234219"/>
                  </a:lnTo>
                  <a:lnTo>
                    <a:pt x="864165" y="232112"/>
                  </a:lnTo>
                  <a:lnTo>
                    <a:pt x="871950" y="230005"/>
                  </a:lnTo>
                  <a:lnTo>
                    <a:pt x="879735" y="227449"/>
                  </a:lnTo>
                  <a:lnTo>
                    <a:pt x="887520" y="224257"/>
                  </a:lnTo>
                  <a:lnTo>
                    <a:pt x="895306" y="221069"/>
                  </a:lnTo>
                  <a:lnTo>
                    <a:pt x="903091" y="218308"/>
                  </a:lnTo>
                  <a:lnTo>
                    <a:pt x="910876" y="215715"/>
                  </a:lnTo>
                  <a:lnTo>
                    <a:pt x="918661" y="213129"/>
                  </a:lnTo>
                  <a:lnTo>
                    <a:pt x="926447" y="210583"/>
                  </a:lnTo>
                  <a:lnTo>
                    <a:pt x="934232" y="208511"/>
                  </a:lnTo>
                  <a:lnTo>
                    <a:pt x="942017" y="206939"/>
                  </a:lnTo>
                  <a:lnTo>
                    <a:pt x="949802" y="205397"/>
                  </a:lnTo>
                  <a:lnTo>
                    <a:pt x="957588" y="203856"/>
                  </a:lnTo>
                  <a:lnTo>
                    <a:pt x="965373" y="202317"/>
                  </a:lnTo>
                  <a:lnTo>
                    <a:pt x="973158" y="200912"/>
                  </a:lnTo>
                  <a:lnTo>
                    <a:pt x="980944" y="199715"/>
                  </a:lnTo>
                  <a:lnTo>
                    <a:pt x="988729" y="198520"/>
                  </a:lnTo>
                  <a:lnTo>
                    <a:pt x="996514" y="196752"/>
                  </a:lnTo>
                  <a:lnTo>
                    <a:pt x="1004299" y="194708"/>
                  </a:lnTo>
                  <a:lnTo>
                    <a:pt x="1012085" y="193063"/>
                  </a:lnTo>
                  <a:lnTo>
                    <a:pt x="1019870" y="191515"/>
                  </a:lnTo>
                  <a:lnTo>
                    <a:pt x="1027655" y="189970"/>
                  </a:lnTo>
                  <a:lnTo>
                    <a:pt x="1035440" y="188354"/>
                  </a:lnTo>
                  <a:lnTo>
                    <a:pt x="1043226" y="185973"/>
                  </a:lnTo>
                  <a:lnTo>
                    <a:pt x="1051011" y="183790"/>
                  </a:lnTo>
                  <a:lnTo>
                    <a:pt x="1058796" y="181602"/>
                  </a:lnTo>
                  <a:lnTo>
                    <a:pt x="1066582" y="179159"/>
                  </a:lnTo>
                  <a:lnTo>
                    <a:pt x="1074367" y="176723"/>
                  </a:lnTo>
                  <a:lnTo>
                    <a:pt x="1082152" y="174365"/>
                  </a:lnTo>
                  <a:lnTo>
                    <a:pt x="1089937" y="172564"/>
                  </a:lnTo>
                  <a:lnTo>
                    <a:pt x="1097723" y="170348"/>
                  </a:lnTo>
                  <a:lnTo>
                    <a:pt x="1105508" y="168342"/>
                  </a:lnTo>
                  <a:lnTo>
                    <a:pt x="1113293" y="166355"/>
                  </a:lnTo>
                  <a:lnTo>
                    <a:pt x="1121078" y="164389"/>
                  </a:lnTo>
                  <a:lnTo>
                    <a:pt x="1128864" y="162995"/>
                  </a:lnTo>
                  <a:lnTo>
                    <a:pt x="1136649" y="161195"/>
                  </a:lnTo>
                  <a:lnTo>
                    <a:pt x="1144434" y="159235"/>
                  </a:lnTo>
                  <a:lnTo>
                    <a:pt x="1152220" y="157516"/>
                  </a:lnTo>
                  <a:lnTo>
                    <a:pt x="1160005" y="155801"/>
                  </a:lnTo>
                  <a:lnTo>
                    <a:pt x="1167790" y="154093"/>
                  </a:lnTo>
                  <a:lnTo>
                    <a:pt x="1175575" y="152407"/>
                  </a:lnTo>
                  <a:lnTo>
                    <a:pt x="1183361" y="150732"/>
                  </a:lnTo>
                  <a:lnTo>
                    <a:pt x="1191146" y="149061"/>
                  </a:lnTo>
                  <a:lnTo>
                    <a:pt x="1198931" y="147711"/>
                  </a:lnTo>
                  <a:lnTo>
                    <a:pt x="1206716" y="145838"/>
                  </a:lnTo>
                  <a:lnTo>
                    <a:pt x="1214502" y="144031"/>
                  </a:lnTo>
                  <a:lnTo>
                    <a:pt x="1222287" y="142202"/>
                  </a:lnTo>
                  <a:lnTo>
                    <a:pt x="1230072" y="139703"/>
                  </a:lnTo>
                  <a:lnTo>
                    <a:pt x="1237857" y="138687"/>
                  </a:lnTo>
                  <a:lnTo>
                    <a:pt x="1245643" y="137341"/>
                  </a:lnTo>
                  <a:lnTo>
                    <a:pt x="1253428" y="135683"/>
                  </a:lnTo>
                  <a:lnTo>
                    <a:pt x="1261213" y="134033"/>
                  </a:lnTo>
                  <a:lnTo>
                    <a:pt x="1268999" y="132397"/>
                  </a:lnTo>
                  <a:lnTo>
                    <a:pt x="1276784" y="130773"/>
                  </a:lnTo>
                  <a:lnTo>
                    <a:pt x="1284569" y="129154"/>
                  </a:lnTo>
                  <a:lnTo>
                    <a:pt x="1292354" y="127541"/>
                  </a:lnTo>
                  <a:lnTo>
                    <a:pt x="1300140" y="125933"/>
                  </a:lnTo>
                  <a:lnTo>
                    <a:pt x="1307925" y="124332"/>
                  </a:lnTo>
                  <a:lnTo>
                    <a:pt x="1315710" y="122737"/>
                  </a:lnTo>
                  <a:lnTo>
                    <a:pt x="1323495" y="121147"/>
                  </a:lnTo>
                  <a:lnTo>
                    <a:pt x="1331281" y="119564"/>
                  </a:lnTo>
                  <a:lnTo>
                    <a:pt x="1339066" y="117987"/>
                  </a:lnTo>
                  <a:lnTo>
                    <a:pt x="1346851" y="116416"/>
                  </a:lnTo>
                  <a:lnTo>
                    <a:pt x="1354637" y="114851"/>
                  </a:lnTo>
                  <a:lnTo>
                    <a:pt x="1362422" y="113293"/>
                  </a:lnTo>
                  <a:lnTo>
                    <a:pt x="1370207" y="111741"/>
                  </a:lnTo>
                  <a:lnTo>
                    <a:pt x="1377992" y="110195"/>
                  </a:lnTo>
                  <a:lnTo>
                    <a:pt x="1385778" y="108656"/>
                  </a:lnTo>
                  <a:lnTo>
                    <a:pt x="1393563" y="107123"/>
                  </a:lnTo>
                  <a:lnTo>
                    <a:pt x="1401348" y="105597"/>
                  </a:lnTo>
                  <a:lnTo>
                    <a:pt x="1409133" y="104077"/>
                  </a:lnTo>
                  <a:lnTo>
                    <a:pt x="1416919" y="102564"/>
                  </a:lnTo>
                  <a:lnTo>
                    <a:pt x="1424704" y="100995"/>
                  </a:lnTo>
                  <a:lnTo>
                    <a:pt x="1432489" y="98849"/>
                  </a:lnTo>
                  <a:lnTo>
                    <a:pt x="1440275" y="96717"/>
                  </a:lnTo>
                  <a:lnTo>
                    <a:pt x="1448060" y="94599"/>
                  </a:lnTo>
                  <a:lnTo>
                    <a:pt x="1455845" y="92504"/>
                  </a:lnTo>
                  <a:lnTo>
                    <a:pt x="1463630" y="90622"/>
                  </a:lnTo>
                  <a:lnTo>
                    <a:pt x="1471416" y="89637"/>
                  </a:lnTo>
                  <a:lnTo>
                    <a:pt x="1479201" y="88671"/>
                  </a:lnTo>
                  <a:lnTo>
                    <a:pt x="1486986" y="87708"/>
                  </a:lnTo>
                  <a:lnTo>
                    <a:pt x="1494771" y="86748"/>
                  </a:lnTo>
                  <a:lnTo>
                    <a:pt x="1502557" y="85791"/>
                  </a:lnTo>
                  <a:lnTo>
                    <a:pt x="1510342" y="84838"/>
                  </a:lnTo>
                  <a:lnTo>
                    <a:pt x="1518127" y="83515"/>
                  </a:lnTo>
                  <a:lnTo>
                    <a:pt x="1525912" y="82099"/>
                  </a:lnTo>
                  <a:lnTo>
                    <a:pt x="1533698" y="80690"/>
                  </a:lnTo>
                  <a:lnTo>
                    <a:pt x="1541483" y="79287"/>
                  </a:lnTo>
                  <a:lnTo>
                    <a:pt x="1549268" y="77893"/>
                  </a:lnTo>
                  <a:lnTo>
                    <a:pt x="1557054" y="76505"/>
                  </a:lnTo>
                  <a:lnTo>
                    <a:pt x="1564839" y="75124"/>
                  </a:lnTo>
                  <a:lnTo>
                    <a:pt x="1572624" y="73751"/>
                  </a:lnTo>
                  <a:lnTo>
                    <a:pt x="1580409" y="71866"/>
                  </a:lnTo>
                  <a:lnTo>
                    <a:pt x="1588195" y="69820"/>
                  </a:lnTo>
                  <a:lnTo>
                    <a:pt x="1595980" y="67791"/>
                  </a:lnTo>
                  <a:lnTo>
                    <a:pt x="1603765" y="65779"/>
                  </a:lnTo>
                  <a:lnTo>
                    <a:pt x="1611550" y="63784"/>
                  </a:lnTo>
                  <a:lnTo>
                    <a:pt x="1619336" y="62341"/>
                  </a:lnTo>
                  <a:lnTo>
                    <a:pt x="1627121" y="61029"/>
                  </a:lnTo>
                  <a:lnTo>
                    <a:pt x="1634906" y="59725"/>
                  </a:lnTo>
                  <a:lnTo>
                    <a:pt x="1642692" y="58429"/>
                  </a:lnTo>
                  <a:lnTo>
                    <a:pt x="1650477" y="57140"/>
                  </a:lnTo>
                  <a:lnTo>
                    <a:pt x="1658262" y="55858"/>
                  </a:lnTo>
                  <a:lnTo>
                    <a:pt x="1666047" y="54585"/>
                  </a:lnTo>
                  <a:lnTo>
                    <a:pt x="1673833" y="53319"/>
                  </a:lnTo>
                  <a:lnTo>
                    <a:pt x="1681618" y="52060"/>
                  </a:lnTo>
                  <a:lnTo>
                    <a:pt x="1689403" y="50810"/>
                  </a:lnTo>
                  <a:lnTo>
                    <a:pt x="1697188" y="49566"/>
                  </a:lnTo>
                  <a:lnTo>
                    <a:pt x="1704974" y="48352"/>
                  </a:lnTo>
                  <a:lnTo>
                    <a:pt x="1712759" y="47145"/>
                  </a:lnTo>
                  <a:lnTo>
                    <a:pt x="1720544" y="45945"/>
                  </a:lnTo>
                  <a:lnTo>
                    <a:pt x="1728330" y="44753"/>
                  </a:lnTo>
                  <a:lnTo>
                    <a:pt x="1736115" y="43568"/>
                  </a:lnTo>
                  <a:lnTo>
                    <a:pt x="1743900" y="42390"/>
                  </a:lnTo>
                  <a:lnTo>
                    <a:pt x="1751685" y="41220"/>
                  </a:lnTo>
                  <a:lnTo>
                    <a:pt x="1759471" y="40007"/>
                  </a:lnTo>
                  <a:lnTo>
                    <a:pt x="1767256" y="38696"/>
                  </a:lnTo>
                  <a:lnTo>
                    <a:pt x="1775041" y="37394"/>
                  </a:lnTo>
                  <a:lnTo>
                    <a:pt x="1782826" y="36101"/>
                  </a:lnTo>
                  <a:lnTo>
                    <a:pt x="1790612" y="34818"/>
                  </a:lnTo>
                  <a:lnTo>
                    <a:pt x="1798397" y="33545"/>
                  </a:lnTo>
                  <a:lnTo>
                    <a:pt x="1806182" y="32281"/>
                  </a:lnTo>
                  <a:lnTo>
                    <a:pt x="1813967" y="31026"/>
                  </a:lnTo>
                  <a:lnTo>
                    <a:pt x="1821753" y="29780"/>
                  </a:lnTo>
                  <a:lnTo>
                    <a:pt x="1829538" y="28544"/>
                  </a:lnTo>
                  <a:lnTo>
                    <a:pt x="1837323" y="27317"/>
                  </a:lnTo>
                  <a:lnTo>
                    <a:pt x="1845109" y="26100"/>
                  </a:lnTo>
                  <a:lnTo>
                    <a:pt x="1852894" y="24892"/>
                  </a:lnTo>
                  <a:lnTo>
                    <a:pt x="1860679" y="23692"/>
                  </a:lnTo>
                  <a:lnTo>
                    <a:pt x="1868464" y="22377"/>
                  </a:lnTo>
                  <a:lnTo>
                    <a:pt x="1876250" y="20944"/>
                  </a:lnTo>
                  <a:lnTo>
                    <a:pt x="1884035" y="19524"/>
                  </a:lnTo>
                  <a:lnTo>
                    <a:pt x="1891820" y="18118"/>
                  </a:lnTo>
                  <a:lnTo>
                    <a:pt x="1899605" y="16725"/>
                  </a:lnTo>
                  <a:lnTo>
                    <a:pt x="1907391" y="15346"/>
                  </a:lnTo>
                  <a:lnTo>
                    <a:pt x="1915176" y="13980"/>
                  </a:lnTo>
                  <a:lnTo>
                    <a:pt x="1922961" y="12627"/>
                  </a:lnTo>
                  <a:lnTo>
                    <a:pt x="1930747" y="11288"/>
                  </a:lnTo>
                  <a:lnTo>
                    <a:pt x="1938532" y="9962"/>
                  </a:lnTo>
                  <a:lnTo>
                    <a:pt x="1946317" y="8649"/>
                  </a:lnTo>
                  <a:lnTo>
                    <a:pt x="1954102" y="7354"/>
                  </a:lnTo>
                  <a:lnTo>
                    <a:pt x="1961888" y="6084"/>
                  </a:lnTo>
                  <a:lnTo>
                    <a:pt x="1969673" y="4827"/>
                  </a:lnTo>
                  <a:lnTo>
                    <a:pt x="1977458" y="3618"/>
                  </a:lnTo>
                  <a:lnTo>
                    <a:pt x="1985243" y="2884"/>
                  </a:lnTo>
                  <a:lnTo>
                    <a:pt x="1993029" y="2153"/>
                  </a:lnTo>
                  <a:lnTo>
                    <a:pt x="2000814" y="1428"/>
                  </a:lnTo>
                  <a:lnTo>
                    <a:pt x="2008599" y="708"/>
                  </a:lnTo>
                  <a:lnTo>
                    <a:pt x="2016385" y="0"/>
                  </a:lnTo>
                  <a:lnTo>
                    <a:pt x="2016385" y="583067"/>
                  </a:lnTo>
                  <a:lnTo>
                    <a:pt x="2008599" y="583055"/>
                  </a:lnTo>
                  <a:lnTo>
                    <a:pt x="2000814" y="583042"/>
                  </a:lnTo>
                  <a:lnTo>
                    <a:pt x="1993029" y="583030"/>
                  </a:lnTo>
                  <a:lnTo>
                    <a:pt x="1985243" y="583017"/>
                  </a:lnTo>
                  <a:lnTo>
                    <a:pt x="1977458" y="583004"/>
                  </a:lnTo>
                  <a:lnTo>
                    <a:pt x="1969673" y="582990"/>
                  </a:lnTo>
                  <a:lnTo>
                    <a:pt x="1961888" y="582976"/>
                  </a:lnTo>
                  <a:lnTo>
                    <a:pt x="1954102" y="582962"/>
                  </a:lnTo>
                  <a:lnTo>
                    <a:pt x="1946317" y="582947"/>
                  </a:lnTo>
                  <a:lnTo>
                    <a:pt x="1938532" y="582932"/>
                  </a:lnTo>
                  <a:lnTo>
                    <a:pt x="1930747" y="582917"/>
                  </a:lnTo>
                  <a:lnTo>
                    <a:pt x="1922961" y="582903"/>
                  </a:lnTo>
                  <a:lnTo>
                    <a:pt x="1915176" y="582889"/>
                  </a:lnTo>
                  <a:lnTo>
                    <a:pt x="1907391" y="582875"/>
                  </a:lnTo>
                  <a:lnTo>
                    <a:pt x="1899605" y="582861"/>
                  </a:lnTo>
                  <a:lnTo>
                    <a:pt x="1891820" y="582846"/>
                  </a:lnTo>
                  <a:lnTo>
                    <a:pt x="1884035" y="582831"/>
                  </a:lnTo>
                  <a:lnTo>
                    <a:pt x="1876250" y="582816"/>
                  </a:lnTo>
                  <a:lnTo>
                    <a:pt x="1868464" y="582800"/>
                  </a:lnTo>
                  <a:lnTo>
                    <a:pt x="1860679" y="582785"/>
                  </a:lnTo>
                  <a:lnTo>
                    <a:pt x="1852894" y="582768"/>
                  </a:lnTo>
                  <a:lnTo>
                    <a:pt x="1845109" y="582752"/>
                  </a:lnTo>
                  <a:lnTo>
                    <a:pt x="1837323" y="582735"/>
                  </a:lnTo>
                  <a:lnTo>
                    <a:pt x="1829538" y="582717"/>
                  </a:lnTo>
                  <a:lnTo>
                    <a:pt x="1821753" y="582699"/>
                  </a:lnTo>
                  <a:lnTo>
                    <a:pt x="1813967" y="582681"/>
                  </a:lnTo>
                  <a:lnTo>
                    <a:pt x="1806182" y="582663"/>
                  </a:lnTo>
                  <a:lnTo>
                    <a:pt x="1798397" y="582642"/>
                  </a:lnTo>
                  <a:lnTo>
                    <a:pt x="1790612" y="582620"/>
                  </a:lnTo>
                  <a:lnTo>
                    <a:pt x="1782826" y="582598"/>
                  </a:lnTo>
                  <a:lnTo>
                    <a:pt x="1775041" y="582575"/>
                  </a:lnTo>
                  <a:lnTo>
                    <a:pt x="1767256" y="582551"/>
                  </a:lnTo>
                  <a:lnTo>
                    <a:pt x="1759471" y="582527"/>
                  </a:lnTo>
                  <a:lnTo>
                    <a:pt x="1751685" y="582502"/>
                  </a:lnTo>
                  <a:lnTo>
                    <a:pt x="1743900" y="582476"/>
                  </a:lnTo>
                  <a:lnTo>
                    <a:pt x="1736115" y="582445"/>
                  </a:lnTo>
                  <a:lnTo>
                    <a:pt x="1728330" y="582413"/>
                  </a:lnTo>
                  <a:lnTo>
                    <a:pt x="1720544" y="582380"/>
                  </a:lnTo>
                  <a:lnTo>
                    <a:pt x="1712759" y="582346"/>
                  </a:lnTo>
                  <a:lnTo>
                    <a:pt x="1704974" y="582311"/>
                  </a:lnTo>
                  <a:lnTo>
                    <a:pt x="1697188" y="582275"/>
                  </a:lnTo>
                  <a:lnTo>
                    <a:pt x="1689403" y="582249"/>
                  </a:lnTo>
                  <a:lnTo>
                    <a:pt x="1681618" y="582213"/>
                  </a:lnTo>
                  <a:lnTo>
                    <a:pt x="1673833" y="582177"/>
                  </a:lnTo>
                  <a:lnTo>
                    <a:pt x="1666047" y="582139"/>
                  </a:lnTo>
                  <a:lnTo>
                    <a:pt x="1658262" y="582100"/>
                  </a:lnTo>
                  <a:lnTo>
                    <a:pt x="1650477" y="582060"/>
                  </a:lnTo>
                  <a:lnTo>
                    <a:pt x="1642692" y="582019"/>
                  </a:lnTo>
                  <a:lnTo>
                    <a:pt x="1634906" y="581976"/>
                  </a:lnTo>
                  <a:lnTo>
                    <a:pt x="1627121" y="581933"/>
                  </a:lnTo>
                  <a:lnTo>
                    <a:pt x="1619336" y="581888"/>
                  </a:lnTo>
                  <a:lnTo>
                    <a:pt x="1611550" y="581842"/>
                  </a:lnTo>
                  <a:lnTo>
                    <a:pt x="1603765" y="581802"/>
                  </a:lnTo>
                  <a:lnTo>
                    <a:pt x="1595980" y="581765"/>
                  </a:lnTo>
                  <a:lnTo>
                    <a:pt x="1588195" y="581727"/>
                  </a:lnTo>
                  <a:lnTo>
                    <a:pt x="1580409" y="581689"/>
                  </a:lnTo>
                  <a:lnTo>
                    <a:pt x="1572624" y="581650"/>
                  </a:lnTo>
                  <a:lnTo>
                    <a:pt x="1564839" y="581610"/>
                  </a:lnTo>
                  <a:lnTo>
                    <a:pt x="1557054" y="581569"/>
                  </a:lnTo>
                  <a:lnTo>
                    <a:pt x="1549268" y="581528"/>
                  </a:lnTo>
                  <a:lnTo>
                    <a:pt x="1541483" y="581485"/>
                  </a:lnTo>
                  <a:lnTo>
                    <a:pt x="1533698" y="581442"/>
                  </a:lnTo>
                  <a:lnTo>
                    <a:pt x="1525912" y="581398"/>
                  </a:lnTo>
                  <a:lnTo>
                    <a:pt x="1518127" y="581353"/>
                  </a:lnTo>
                  <a:lnTo>
                    <a:pt x="1510342" y="581307"/>
                  </a:lnTo>
                  <a:lnTo>
                    <a:pt x="1502557" y="581260"/>
                  </a:lnTo>
                  <a:lnTo>
                    <a:pt x="1494771" y="581211"/>
                  </a:lnTo>
                  <a:lnTo>
                    <a:pt x="1486986" y="581162"/>
                  </a:lnTo>
                  <a:lnTo>
                    <a:pt x="1479201" y="581108"/>
                  </a:lnTo>
                  <a:lnTo>
                    <a:pt x="1471416" y="581048"/>
                  </a:lnTo>
                  <a:lnTo>
                    <a:pt x="1463630" y="580986"/>
                  </a:lnTo>
                  <a:lnTo>
                    <a:pt x="1455845" y="580923"/>
                  </a:lnTo>
                  <a:lnTo>
                    <a:pt x="1448060" y="580858"/>
                  </a:lnTo>
                  <a:lnTo>
                    <a:pt x="1440275" y="580791"/>
                  </a:lnTo>
                  <a:lnTo>
                    <a:pt x="1432489" y="580723"/>
                  </a:lnTo>
                  <a:lnTo>
                    <a:pt x="1424704" y="580653"/>
                  </a:lnTo>
                  <a:lnTo>
                    <a:pt x="1416919" y="580582"/>
                  </a:lnTo>
                  <a:lnTo>
                    <a:pt x="1409133" y="580508"/>
                  </a:lnTo>
                  <a:lnTo>
                    <a:pt x="1401348" y="580433"/>
                  </a:lnTo>
                  <a:lnTo>
                    <a:pt x="1393563" y="580356"/>
                  </a:lnTo>
                  <a:lnTo>
                    <a:pt x="1385778" y="580273"/>
                  </a:lnTo>
                  <a:lnTo>
                    <a:pt x="1377992" y="580182"/>
                  </a:lnTo>
                  <a:lnTo>
                    <a:pt x="1370207" y="580089"/>
                  </a:lnTo>
                  <a:lnTo>
                    <a:pt x="1362422" y="579994"/>
                  </a:lnTo>
                  <a:lnTo>
                    <a:pt x="1354637" y="579896"/>
                  </a:lnTo>
                  <a:lnTo>
                    <a:pt x="1346851" y="579795"/>
                  </a:lnTo>
                  <a:lnTo>
                    <a:pt x="1339066" y="579713"/>
                  </a:lnTo>
                  <a:lnTo>
                    <a:pt x="1331281" y="579635"/>
                  </a:lnTo>
                  <a:lnTo>
                    <a:pt x="1323495" y="579555"/>
                  </a:lnTo>
                  <a:lnTo>
                    <a:pt x="1315710" y="579467"/>
                  </a:lnTo>
                  <a:lnTo>
                    <a:pt x="1307925" y="579363"/>
                  </a:lnTo>
                  <a:lnTo>
                    <a:pt x="1300140" y="579261"/>
                  </a:lnTo>
                  <a:lnTo>
                    <a:pt x="1292354" y="579155"/>
                  </a:lnTo>
                  <a:lnTo>
                    <a:pt x="1284569" y="579036"/>
                  </a:lnTo>
                  <a:lnTo>
                    <a:pt x="1276784" y="578922"/>
                  </a:lnTo>
                  <a:lnTo>
                    <a:pt x="1268999" y="578805"/>
                  </a:lnTo>
                  <a:lnTo>
                    <a:pt x="1261213" y="578684"/>
                  </a:lnTo>
                  <a:lnTo>
                    <a:pt x="1253428" y="578561"/>
                  </a:lnTo>
                  <a:lnTo>
                    <a:pt x="1245643" y="578452"/>
                  </a:lnTo>
                  <a:lnTo>
                    <a:pt x="1237857" y="578347"/>
                  </a:lnTo>
                  <a:lnTo>
                    <a:pt x="1230072" y="578219"/>
                  </a:lnTo>
                  <a:lnTo>
                    <a:pt x="1222287" y="578089"/>
                  </a:lnTo>
                  <a:lnTo>
                    <a:pt x="1214502" y="577955"/>
                  </a:lnTo>
                  <a:lnTo>
                    <a:pt x="1206716" y="577817"/>
                  </a:lnTo>
                  <a:lnTo>
                    <a:pt x="1198931" y="577674"/>
                  </a:lnTo>
                  <a:lnTo>
                    <a:pt x="1191146" y="577528"/>
                  </a:lnTo>
                  <a:lnTo>
                    <a:pt x="1183361" y="577339"/>
                  </a:lnTo>
                  <a:lnTo>
                    <a:pt x="1175575" y="577143"/>
                  </a:lnTo>
                  <a:lnTo>
                    <a:pt x="1167790" y="576981"/>
                  </a:lnTo>
                  <a:lnTo>
                    <a:pt x="1160005" y="576826"/>
                  </a:lnTo>
                  <a:lnTo>
                    <a:pt x="1152220" y="576677"/>
                  </a:lnTo>
                  <a:lnTo>
                    <a:pt x="1144434" y="576524"/>
                  </a:lnTo>
                  <a:lnTo>
                    <a:pt x="1136649" y="576369"/>
                  </a:lnTo>
                  <a:lnTo>
                    <a:pt x="1128864" y="576209"/>
                  </a:lnTo>
                  <a:lnTo>
                    <a:pt x="1121078" y="576046"/>
                  </a:lnTo>
                  <a:lnTo>
                    <a:pt x="1113293" y="575875"/>
                  </a:lnTo>
                  <a:lnTo>
                    <a:pt x="1105508" y="575711"/>
                  </a:lnTo>
                  <a:lnTo>
                    <a:pt x="1097723" y="575538"/>
                  </a:lnTo>
                  <a:lnTo>
                    <a:pt x="1089937" y="575334"/>
                  </a:lnTo>
                  <a:lnTo>
                    <a:pt x="1082152" y="575147"/>
                  </a:lnTo>
                  <a:lnTo>
                    <a:pt x="1074367" y="574995"/>
                  </a:lnTo>
                  <a:lnTo>
                    <a:pt x="1066582" y="574808"/>
                  </a:lnTo>
                  <a:lnTo>
                    <a:pt x="1058796" y="574617"/>
                  </a:lnTo>
                  <a:lnTo>
                    <a:pt x="1051011" y="574420"/>
                  </a:lnTo>
                  <a:lnTo>
                    <a:pt x="1043226" y="574219"/>
                  </a:lnTo>
                  <a:lnTo>
                    <a:pt x="1035440" y="574013"/>
                  </a:lnTo>
                  <a:lnTo>
                    <a:pt x="1027655" y="573802"/>
                  </a:lnTo>
                  <a:lnTo>
                    <a:pt x="1019870" y="573587"/>
                  </a:lnTo>
                  <a:lnTo>
                    <a:pt x="1012085" y="573366"/>
                  </a:lnTo>
                  <a:lnTo>
                    <a:pt x="1004299" y="573140"/>
                  </a:lnTo>
                  <a:lnTo>
                    <a:pt x="996514" y="572879"/>
                  </a:lnTo>
                  <a:lnTo>
                    <a:pt x="988729" y="572676"/>
                  </a:lnTo>
                  <a:lnTo>
                    <a:pt x="980944" y="572438"/>
                  </a:lnTo>
                  <a:lnTo>
                    <a:pt x="973158" y="572193"/>
                  </a:lnTo>
                  <a:lnTo>
                    <a:pt x="965373" y="571943"/>
                  </a:lnTo>
                  <a:lnTo>
                    <a:pt x="957588" y="571692"/>
                  </a:lnTo>
                  <a:lnTo>
                    <a:pt x="949802" y="571427"/>
                  </a:lnTo>
                  <a:lnTo>
                    <a:pt x="942017" y="571161"/>
                  </a:lnTo>
                  <a:lnTo>
                    <a:pt x="934232" y="570854"/>
                  </a:lnTo>
                  <a:lnTo>
                    <a:pt x="926447" y="570530"/>
                  </a:lnTo>
                  <a:lnTo>
                    <a:pt x="918661" y="570216"/>
                  </a:lnTo>
                  <a:lnTo>
                    <a:pt x="910876" y="569959"/>
                  </a:lnTo>
                  <a:lnTo>
                    <a:pt x="903091" y="569643"/>
                  </a:lnTo>
                  <a:lnTo>
                    <a:pt x="895306" y="569294"/>
                  </a:lnTo>
                  <a:lnTo>
                    <a:pt x="887520" y="568935"/>
                  </a:lnTo>
                  <a:lnTo>
                    <a:pt x="879735" y="568605"/>
                  </a:lnTo>
                  <a:lnTo>
                    <a:pt x="871950" y="568310"/>
                  </a:lnTo>
                  <a:lnTo>
                    <a:pt x="864165" y="568010"/>
                  </a:lnTo>
                  <a:lnTo>
                    <a:pt x="856379" y="567704"/>
                  </a:lnTo>
                  <a:lnTo>
                    <a:pt x="848594" y="567392"/>
                  </a:lnTo>
                  <a:lnTo>
                    <a:pt x="840809" y="567074"/>
                  </a:lnTo>
                  <a:lnTo>
                    <a:pt x="833023" y="566750"/>
                  </a:lnTo>
                  <a:lnTo>
                    <a:pt x="825238" y="566408"/>
                  </a:lnTo>
                  <a:lnTo>
                    <a:pt x="817453" y="566035"/>
                  </a:lnTo>
                  <a:lnTo>
                    <a:pt x="809668" y="565611"/>
                  </a:lnTo>
                  <a:lnTo>
                    <a:pt x="801882" y="565071"/>
                  </a:lnTo>
                  <a:lnTo>
                    <a:pt x="794097" y="564515"/>
                  </a:lnTo>
                  <a:lnTo>
                    <a:pt x="786312" y="564163"/>
                  </a:lnTo>
                  <a:lnTo>
                    <a:pt x="778527" y="563950"/>
                  </a:lnTo>
                  <a:lnTo>
                    <a:pt x="770741" y="563738"/>
                  </a:lnTo>
                  <a:lnTo>
                    <a:pt x="762956" y="563526"/>
                  </a:lnTo>
                  <a:lnTo>
                    <a:pt x="755171" y="563159"/>
                  </a:lnTo>
                  <a:lnTo>
                    <a:pt x="747385" y="562761"/>
                  </a:lnTo>
                  <a:lnTo>
                    <a:pt x="739600" y="562340"/>
                  </a:lnTo>
                  <a:lnTo>
                    <a:pt x="731815" y="561944"/>
                  </a:lnTo>
                  <a:lnTo>
                    <a:pt x="724030" y="561526"/>
                  </a:lnTo>
                  <a:lnTo>
                    <a:pt x="716244" y="561135"/>
                  </a:lnTo>
                  <a:lnTo>
                    <a:pt x="708459" y="560858"/>
                  </a:lnTo>
                  <a:lnTo>
                    <a:pt x="700674" y="560278"/>
                  </a:lnTo>
                  <a:lnTo>
                    <a:pt x="692889" y="559773"/>
                  </a:lnTo>
                  <a:lnTo>
                    <a:pt x="685103" y="559308"/>
                  </a:lnTo>
                  <a:lnTo>
                    <a:pt x="677318" y="558834"/>
                  </a:lnTo>
                  <a:lnTo>
                    <a:pt x="669533" y="558351"/>
                  </a:lnTo>
                  <a:lnTo>
                    <a:pt x="661747" y="557770"/>
                  </a:lnTo>
                  <a:lnTo>
                    <a:pt x="653962" y="557207"/>
                  </a:lnTo>
                  <a:lnTo>
                    <a:pt x="646177" y="556601"/>
                  </a:lnTo>
                  <a:lnTo>
                    <a:pt x="638392" y="556232"/>
                  </a:lnTo>
                  <a:lnTo>
                    <a:pt x="630606" y="555553"/>
                  </a:lnTo>
                  <a:lnTo>
                    <a:pt x="622821" y="555051"/>
                  </a:lnTo>
                  <a:lnTo>
                    <a:pt x="615036" y="554425"/>
                  </a:lnTo>
                  <a:lnTo>
                    <a:pt x="607251" y="553891"/>
                  </a:lnTo>
                  <a:lnTo>
                    <a:pt x="599465" y="553505"/>
                  </a:lnTo>
                  <a:lnTo>
                    <a:pt x="591680" y="552593"/>
                  </a:lnTo>
                  <a:lnTo>
                    <a:pt x="583895" y="551803"/>
                  </a:lnTo>
                  <a:lnTo>
                    <a:pt x="576110" y="551205"/>
                  </a:lnTo>
                  <a:lnTo>
                    <a:pt x="568324" y="550406"/>
                  </a:lnTo>
                  <a:lnTo>
                    <a:pt x="560539" y="549625"/>
                  </a:lnTo>
                  <a:lnTo>
                    <a:pt x="552754" y="548831"/>
                  </a:lnTo>
                  <a:lnTo>
                    <a:pt x="544968" y="547944"/>
                  </a:lnTo>
                  <a:lnTo>
                    <a:pt x="537183" y="547313"/>
                  </a:lnTo>
                  <a:lnTo>
                    <a:pt x="529398" y="546647"/>
                  </a:lnTo>
                  <a:lnTo>
                    <a:pt x="521613" y="546023"/>
                  </a:lnTo>
                  <a:lnTo>
                    <a:pt x="513827" y="545280"/>
                  </a:lnTo>
                  <a:lnTo>
                    <a:pt x="506042" y="544756"/>
                  </a:lnTo>
                  <a:lnTo>
                    <a:pt x="498257" y="543881"/>
                  </a:lnTo>
                  <a:lnTo>
                    <a:pt x="490472" y="543164"/>
                  </a:lnTo>
                  <a:lnTo>
                    <a:pt x="482686" y="543033"/>
                  </a:lnTo>
                  <a:lnTo>
                    <a:pt x="474901" y="542505"/>
                  </a:lnTo>
                  <a:lnTo>
                    <a:pt x="467116" y="541749"/>
                  </a:lnTo>
                  <a:lnTo>
                    <a:pt x="459330" y="541120"/>
                  </a:lnTo>
                  <a:lnTo>
                    <a:pt x="451545" y="540197"/>
                  </a:lnTo>
                  <a:lnTo>
                    <a:pt x="443760" y="539429"/>
                  </a:lnTo>
                  <a:lnTo>
                    <a:pt x="435975" y="538597"/>
                  </a:lnTo>
                  <a:lnTo>
                    <a:pt x="428189" y="537603"/>
                  </a:lnTo>
                  <a:lnTo>
                    <a:pt x="420404" y="536665"/>
                  </a:lnTo>
                  <a:lnTo>
                    <a:pt x="412619" y="535701"/>
                  </a:lnTo>
                  <a:lnTo>
                    <a:pt x="404834" y="534735"/>
                  </a:lnTo>
                  <a:lnTo>
                    <a:pt x="397048" y="534002"/>
                  </a:lnTo>
                  <a:lnTo>
                    <a:pt x="389263" y="533085"/>
                  </a:lnTo>
                  <a:lnTo>
                    <a:pt x="381478" y="531818"/>
                  </a:lnTo>
                  <a:lnTo>
                    <a:pt x="373692" y="531629"/>
                  </a:lnTo>
                  <a:lnTo>
                    <a:pt x="365907" y="530700"/>
                  </a:lnTo>
                  <a:lnTo>
                    <a:pt x="358122" y="530063"/>
                  </a:lnTo>
                  <a:lnTo>
                    <a:pt x="350337" y="529080"/>
                  </a:lnTo>
                  <a:lnTo>
                    <a:pt x="342551" y="528066"/>
                  </a:lnTo>
                  <a:lnTo>
                    <a:pt x="334766" y="527476"/>
                  </a:lnTo>
                  <a:lnTo>
                    <a:pt x="326981" y="527098"/>
                  </a:lnTo>
                  <a:lnTo>
                    <a:pt x="319196" y="527080"/>
                  </a:lnTo>
                  <a:lnTo>
                    <a:pt x="311410" y="526372"/>
                  </a:lnTo>
                  <a:lnTo>
                    <a:pt x="303625" y="525748"/>
                  </a:lnTo>
                  <a:lnTo>
                    <a:pt x="295840" y="525154"/>
                  </a:lnTo>
                  <a:lnTo>
                    <a:pt x="288055" y="524405"/>
                  </a:lnTo>
                  <a:lnTo>
                    <a:pt x="280269" y="523569"/>
                  </a:lnTo>
                  <a:lnTo>
                    <a:pt x="272484" y="522857"/>
                  </a:lnTo>
                  <a:lnTo>
                    <a:pt x="264699" y="522164"/>
                  </a:lnTo>
                  <a:lnTo>
                    <a:pt x="256913" y="521395"/>
                  </a:lnTo>
                  <a:lnTo>
                    <a:pt x="249128" y="521058"/>
                  </a:lnTo>
                  <a:lnTo>
                    <a:pt x="241343" y="520079"/>
                  </a:lnTo>
                  <a:lnTo>
                    <a:pt x="233558" y="519178"/>
                  </a:lnTo>
                  <a:lnTo>
                    <a:pt x="225772" y="518664"/>
                  </a:lnTo>
                  <a:lnTo>
                    <a:pt x="217987" y="518187"/>
                  </a:lnTo>
                  <a:lnTo>
                    <a:pt x="210202" y="517439"/>
                  </a:lnTo>
                  <a:lnTo>
                    <a:pt x="202417" y="516900"/>
                  </a:lnTo>
                  <a:lnTo>
                    <a:pt x="194631" y="516590"/>
                  </a:lnTo>
                  <a:lnTo>
                    <a:pt x="186846" y="516039"/>
                  </a:lnTo>
                  <a:lnTo>
                    <a:pt x="179061" y="515475"/>
                  </a:lnTo>
                  <a:lnTo>
                    <a:pt x="171275" y="515330"/>
                  </a:lnTo>
                  <a:lnTo>
                    <a:pt x="163490" y="514625"/>
                  </a:lnTo>
                  <a:lnTo>
                    <a:pt x="155705" y="514107"/>
                  </a:lnTo>
                  <a:lnTo>
                    <a:pt x="147920" y="514244"/>
                  </a:lnTo>
                  <a:lnTo>
                    <a:pt x="140134" y="514299"/>
                  </a:lnTo>
                  <a:lnTo>
                    <a:pt x="132349" y="514151"/>
                  </a:lnTo>
                  <a:lnTo>
                    <a:pt x="124564" y="514210"/>
                  </a:lnTo>
                  <a:lnTo>
                    <a:pt x="116779" y="514293"/>
                  </a:lnTo>
                  <a:lnTo>
                    <a:pt x="108993" y="514615"/>
                  </a:lnTo>
                  <a:lnTo>
                    <a:pt x="101208" y="514500"/>
                  </a:lnTo>
                  <a:lnTo>
                    <a:pt x="93423" y="514348"/>
                  </a:lnTo>
                  <a:lnTo>
                    <a:pt x="85637" y="513794"/>
                  </a:lnTo>
                  <a:lnTo>
                    <a:pt x="77852" y="513702"/>
                  </a:lnTo>
                  <a:lnTo>
                    <a:pt x="70067" y="513561"/>
                  </a:lnTo>
                  <a:lnTo>
                    <a:pt x="62282" y="513318"/>
                  </a:lnTo>
                  <a:lnTo>
                    <a:pt x="54496" y="513336"/>
                  </a:lnTo>
                  <a:lnTo>
                    <a:pt x="46711" y="513493"/>
                  </a:lnTo>
                  <a:lnTo>
                    <a:pt x="38926" y="513393"/>
                  </a:lnTo>
                  <a:lnTo>
                    <a:pt x="31141" y="513188"/>
                  </a:lnTo>
                  <a:lnTo>
                    <a:pt x="23355" y="512684"/>
                  </a:lnTo>
                  <a:lnTo>
                    <a:pt x="15570" y="512361"/>
                  </a:lnTo>
                  <a:lnTo>
                    <a:pt x="7785" y="512464"/>
                  </a:lnTo>
                  <a:lnTo>
                    <a:pt x="0" y="512853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247627" y="4373813"/>
              <a:ext cx="2016385" cy="319498"/>
            </a:xfrm>
            <a:custGeom>
              <a:avLst/>
              <a:pathLst>
                <a:path w="2016385" h="319498">
                  <a:moveTo>
                    <a:pt x="0" y="278698"/>
                  </a:moveTo>
                  <a:lnTo>
                    <a:pt x="7785" y="280667"/>
                  </a:lnTo>
                  <a:lnTo>
                    <a:pt x="15570" y="282681"/>
                  </a:lnTo>
                  <a:lnTo>
                    <a:pt x="23355" y="284808"/>
                  </a:lnTo>
                  <a:lnTo>
                    <a:pt x="31141" y="287038"/>
                  </a:lnTo>
                  <a:lnTo>
                    <a:pt x="38926" y="289298"/>
                  </a:lnTo>
                  <a:lnTo>
                    <a:pt x="46711" y="291364"/>
                  </a:lnTo>
                  <a:lnTo>
                    <a:pt x="54496" y="293824"/>
                  </a:lnTo>
                  <a:lnTo>
                    <a:pt x="62282" y="295398"/>
                  </a:lnTo>
                  <a:lnTo>
                    <a:pt x="70067" y="296086"/>
                  </a:lnTo>
                  <a:lnTo>
                    <a:pt x="77852" y="297191"/>
                  </a:lnTo>
                  <a:lnTo>
                    <a:pt x="85637" y="299267"/>
                  </a:lnTo>
                  <a:lnTo>
                    <a:pt x="93423" y="300318"/>
                  </a:lnTo>
                  <a:lnTo>
                    <a:pt x="101208" y="301427"/>
                  </a:lnTo>
                  <a:lnTo>
                    <a:pt x="108993" y="302355"/>
                  </a:lnTo>
                  <a:lnTo>
                    <a:pt x="116779" y="303722"/>
                  </a:lnTo>
                  <a:lnTo>
                    <a:pt x="124564" y="304648"/>
                  </a:lnTo>
                  <a:lnTo>
                    <a:pt x="132349" y="306078"/>
                  </a:lnTo>
                  <a:lnTo>
                    <a:pt x="140134" y="306799"/>
                  </a:lnTo>
                  <a:lnTo>
                    <a:pt x="147920" y="308962"/>
                  </a:lnTo>
                  <a:lnTo>
                    <a:pt x="155705" y="309712"/>
                  </a:lnTo>
                  <a:lnTo>
                    <a:pt x="163490" y="310958"/>
                  </a:lnTo>
                  <a:lnTo>
                    <a:pt x="171275" y="312582"/>
                  </a:lnTo>
                  <a:lnTo>
                    <a:pt x="179061" y="314021"/>
                  </a:lnTo>
                  <a:lnTo>
                    <a:pt x="186846" y="315304"/>
                  </a:lnTo>
                  <a:lnTo>
                    <a:pt x="194631" y="316497"/>
                  </a:lnTo>
                  <a:lnTo>
                    <a:pt x="202417" y="317790"/>
                  </a:lnTo>
                  <a:lnTo>
                    <a:pt x="210202" y="317906"/>
                  </a:lnTo>
                  <a:lnTo>
                    <a:pt x="217987" y="317456"/>
                  </a:lnTo>
                  <a:lnTo>
                    <a:pt x="225772" y="317149"/>
                  </a:lnTo>
                  <a:lnTo>
                    <a:pt x="233558" y="316155"/>
                  </a:lnTo>
                  <a:lnTo>
                    <a:pt x="241343" y="315916"/>
                  </a:lnTo>
                  <a:lnTo>
                    <a:pt x="249128" y="315910"/>
                  </a:lnTo>
                  <a:lnTo>
                    <a:pt x="256913" y="315515"/>
                  </a:lnTo>
                  <a:lnTo>
                    <a:pt x="264699" y="314956"/>
                  </a:lnTo>
                  <a:lnTo>
                    <a:pt x="272484" y="315443"/>
                  </a:lnTo>
                  <a:lnTo>
                    <a:pt x="280269" y="316936"/>
                  </a:lnTo>
                  <a:lnTo>
                    <a:pt x="288055" y="319498"/>
                  </a:lnTo>
                  <a:lnTo>
                    <a:pt x="295840" y="319216"/>
                  </a:lnTo>
                  <a:lnTo>
                    <a:pt x="303625" y="319223"/>
                  </a:lnTo>
                  <a:lnTo>
                    <a:pt x="311410" y="319057"/>
                  </a:lnTo>
                  <a:lnTo>
                    <a:pt x="319196" y="318659"/>
                  </a:lnTo>
                  <a:lnTo>
                    <a:pt x="326981" y="317910"/>
                  </a:lnTo>
                  <a:lnTo>
                    <a:pt x="334766" y="316848"/>
                  </a:lnTo>
                  <a:lnTo>
                    <a:pt x="342551" y="318107"/>
                  </a:lnTo>
                  <a:lnTo>
                    <a:pt x="350337" y="317854"/>
                  </a:lnTo>
                  <a:lnTo>
                    <a:pt x="358122" y="315496"/>
                  </a:lnTo>
                  <a:lnTo>
                    <a:pt x="365907" y="313148"/>
                  </a:lnTo>
                  <a:lnTo>
                    <a:pt x="373692" y="312842"/>
                  </a:lnTo>
                  <a:lnTo>
                    <a:pt x="381478" y="313411"/>
                  </a:lnTo>
                  <a:lnTo>
                    <a:pt x="389263" y="313779"/>
                  </a:lnTo>
                  <a:lnTo>
                    <a:pt x="397048" y="313784"/>
                  </a:lnTo>
                  <a:lnTo>
                    <a:pt x="404834" y="313987"/>
                  </a:lnTo>
                  <a:lnTo>
                    <a:pt x="412619" y="312896"/>
                  </a:lnTo>
                  <a:lnTo>
                    <a:pt x="420404" y="311811"/>
                  </a:lnTo>
                  <a:lnTo>
                    <a:pt x="428189" y="312062"/>
                  </a:lnTo>
                  <a:lnTo>
                    <a:pt x="435975" y="311465"/>
                  </a:lnTo>
                  <a:lnTo>
                    <a:pt x="443760" y="310567"/>
                  </a:lnTo>
                  <a:lnTo>
                    <a:pt x="451545" y="308382"/>
                  </a:lnTo>
                  <a:lnTo>
                    <a:pt x="459330" y="306968"/>
                  </a:lnTo>
                  <a:lnTo>
                    <a:pt x="467116" y="307070"/>
                  </a:lnTo>
                  <a:lnTo>
                    <a:pt x="474901" y="307084"/>
                  </a:lnTo>
                  <a:lnTo>
                    <a:pt x="482686" y="307155"/>
                  </a:lnTo>
                  <a:lnTo>
                    <a:pt x="490472" y="307247"/>
                  </a:lnTo>
                  <a:lnTo>
                    <a:pt x="498257" y="307356"/>
                  </a:lnTo>
                  <a:lnTo>
                    <a:pt x="506042" y="305939"/>
                  </a:lnTo>
                  <a:lnTo>
                    <a:pt x="513827" y="304114"/>
                  </a:lnTo>
                  <a:lnTo>
                    <a:pt x="521613" y="303279"/>
                  </a:lnTo>
                  <a:lnTo>
                    <a:pt x="529398" y="303058"/>
                  </a:lnTo>
                  <a:lnTo>
                    <a:pt x="537183" y="301415"/>
                  </a:lnTo>
                  <a:lnTo>
                    <a:pt x="544968" y="299334"/>
                  </a:lnTo>
                  <a:lnTo>
                    <a:pt x="552754" y="296955"/>
                  </a:lnTo>
                  <a:lnTo>
                    <a:pt x="560539" y="294866"/>
                  </a:lnTo>
                  <a:lnTo>
                    <a:pt x="568324" y="293635"/>
                  </a:lnTo>
                  <a:lnTo>
                    <a:pt x="576110" y="292133"/>
                  </a:lnTo>
                  <a:lnTo>
                    <a:pt x="583895" y="290049"/>
                  </a:lnTo>
                  <a:lnTo>
                    <a:pt x="591680" y="287972"/>
                  </a:lnTo>
                  <a:lnTo>
                    <a:pt x="599465" y="286292"/>
                  </a:lnTo>
                  <a:lnTo>
                    <a:pt x="607251" y="285154"/>
                  </a:lnTo>
                  <a:lnTo>
                    <a:pt x="615036" y="284042"/>
                  </a:lnTo>
                  <a:lnTo>
                    <a:pt x="622821" y="282772"/>
                  </a:lnTo>
                  <a:lnTo>
                    <a:pt x="630606" y="280616"/>
                  </a:lnTo>
                  <a:lnTo>
                    <a:pt x="638392" y="277708"/>
                  </a:lnTo>
                  <a:lnTo>
                    <a:pt x="646177" y="274822"/>
                  </a:lnTo>
                  <a:lnTo>
                    <a:pt x="653962" y="272856"/>
                  </a:lnTo>
                  <a:lnTo>
                    <a:pt x="661747" y="273149"/>
                  </a:lnTo>
                  <a:lnTo>
                    <a:pt x="669533" y="274130"/>
                  </a:lnTo>
                  <a:lnTo>
                    <a:pt x="677318" y="272148"/>
                  </a:lnTo>
                  <a:lnTo>
                    <a:pt x="685103" y="269597"/>
                  </a:lnTo>
                  <a:lnTo>
                    <a:pt x="692889" y="268731"/>
                  </a:lnTo>
                  <a:lnTo>
                    <a:pt x="700674" y="267907"/>
                  </a:lnTo>
                  <a:lnTo>
                    <a:pt x="708459" y="267109"/>
                  </a:lnTo>
                  <a:lnTo>
                    <a:pt x="716244" y="266310"/>
                  </a:lnTo>
                  <a:lnTo>
                    <a:pt x="724030" y="265876"/>
                  </a:lnTo>
                  <a:lnTo>
                    <a:pt x="731815" y="264973"/>
                  </a:lnTo>
                  <a:lnTo>
                    <a:pt x="739600" y="263813"/>
                  </a:lnTo>
                  <a:lnTo>
                    <a:pt x="747385" y="262935"/>
                  </a:lnTo>
                  <a:lnTo>
                    <a:pt x="755171" y="261331"/>
                  </a:lnTo>
                  <a:lnTo>
                    <a:pt x="762956" y="259219"/>
                  </a:lnTo>
                  <a:lnTo>
                    <a:pt x="770741" y="257150"/>
                  </a:lnTo>
                  <a:lnTo>
                    <a:pt x="778527" y="255081"/>
                  </a:lnTo>
                  <a:lnTo>
                    <a:pt x="786312" y="252427"/>
                  </a:lnTo>
                  <a:lnTo>
                    <a:pt x="794097" y="249607"/>
                  </a:lnTo>
                  <a:lnTo>
                    <a:pt x="801882" y="247310"/>
                  </a:lnTo>
                  <a:lnTo>
                    <a:pt x="809668" y="246181"/>
                  </a:lnTo>
                  <a:lnTo>
                    <a:pt x="817453" y="244706"/>
                  </a:lnTo>
                  <a:lnTo>
                    <a:pt x="825238" y="243945"/>
                  </a:lnTo>
                  <a:lnTo>
                    <a:pt x="833023" y="241612"/>
                  </a:lnTo>
                  <a:lnTo>
                    <a:pt x="840809" y="239669"/>
                  </a:lnTo>
                  <a:lnTo>
                    <a:pt x="848594" y="236513"/>
                  </a:lnTo>
                  <a:lnTo>
                    <a:pt x="856379" y="234219"/>
                  </a:lnTo>
                  <a:lnTo>
                    <a:pt x="864165" y="232112"/>
                  </a:lnTo>
                  <a:lnTo>
                    <a:pt x="871950" y="230005"/>
                  </a:lnTo>
                  <a:lnTo>
                    <a:pt x="879735" y="227449"/>
                  </a:lnTo>
                  <a:lnTo>
                    <a:pt x="887520" y="224257"/>
                  </a:lnTo>
                  <a:lnTo>
                    <a:pt x="895306" y="221069"/>
                  </a:lnTo>
                  <a:lnTo>
                    <a:pt x="903091" y="218308"/>
                  </a:lnTo>
                  <a:lnTo>
                    <a:pt x="910876" y="215715"/>
                  </a:lnTo>
                  <a:lnTo>
                    <a:pt x="918661" y="213129"/>
                  </a:lnTo>
                  <a:lnTo>
                    <a:pt x="926447" y="210583"/>
                  </a:lnTo>
                  <a:lnTo>
                    <a:pt x="934232" y="208511"/>
                  </a:lnTo>
                  <a:lnTo>
                    <a:pt x="942017" y="206939"/>
                  </a:lnTo>
                  <a:lnTo>
                    <a:pt x="949802" y="205397"/>
                  </a:lnTo>
                  <a:lnTo>
                    <a:pt x="957588" y="203856"/>
                  </a:lnTo>
                  <a:lnTo>
                    <a:pt x="965373" y="202317"/>
                  </a:lnTo>
                  <a:lnTo>
                    <a:pt x="973158" y="200912"/>
                  </a:lnTo>
                  <a:lnTo>
                    <a:pt x="980944" y="199715"/>
                  </a:lnTo>
                  <a:lnTo>
                    <a:pt x="988729" y="198520"/>
                  </a:lnTo>
                  <a:lnTo>
                    <a:pt x="996514" y="196752"/>
                  </a:lnTo>
                  <a:lnTo>
                    <a:pt x="1004299" y="194708"/>
                  </a:lnTo>
                  <a:lnTo>
                    <a:pt x="1012085" y="193063"/>
                  </a:lnTo>
                  <a:lnTo>
                    <a:pt x="1019870" y="191515"/>
                  </a:lnTo>
                  <a:lnTo>
                    <a:pt x="1027655" y="189970"/>
                  </a:lnTo>
                  <a:lnTo>
                    <a:pt x="1035440" y="188354"/>
                  </a:lnTo>
                  <a:lnTo>
                    <a:pt x="1043226" y="185973"/>
                  </a:lnTo>
                  <a:lnTo>
                    <a:pt x="1051011" y="183790"/>
                  </a:lnTo>
                  <a:lnTo>
                    <a:pt x="1058796" y="181602"/>
                  </a:lnTo>
                  <a:lnTo>
                    <a:pt x="1066582" y="179159"/>
                  </a:lnTo>
                  <a:lnTo>
                    <a:pt x="1074367" y="176723"/>
                  </a:lnTo>
                  <a:lnTo>
                    <a:pt x="1082152" y="174365"/>
                  </a:lnTo>
                  <a:lnTo>
                    <a:pt x="1089937" y="172564"/>
                  </a:lnTo>
                  <a:lnTo>
                    <a:pt x="1097723" y="170348"/>
                  </a:lnTo>
                  <a:lnTo>
                    <a:pt x="1105508" y="168342"/>
                  </a:lnTo>
                  <a:lnTo>
                    <a:pt x="1113293" y="166355"/>
                  </a:lnTo>
                  <a:lnTo>
                    <a:pt x="1121078" y="164389"/>
                  </a:lnTo>
                  <a:lnTo>
                    <a:pt x="1128864" y="162995"/>
                  </a:lnTo>
                  <a:lnTo>
                    <a:pt x="1136649" y="161195"/>
                  </a:lnTo>
                  <a:lnTo>
                    <a:pt x="1144434" y="159235"/>
                  </a:lnTo>
                  <a:lnTo>
                    <a:pt x="1152220" y="157516"/>
                  </a:lnTo>
                  <a:lnTo>
                    <a:pt x="1160005" y="155801"/>
                  </a:lnTo>
                  <a:lnTo>
                    <a:pt x="1167790" y="154093"/>
                  </a:lnTo>
                  <a:lnTo>
                    <a:pt x="1175575" y="152407"/>
                  </a:lnTo>
                  <a:lnTo>
                    <a:pt x="1183361" y="150732"/>
                  </a:lnTo>
                  <a:lnTo>
                    <a:pt x="1191146" y="149061"/>
                  </a:lnTo>
                  <a:lnTo>
                    <a:pt x="1198931" y="147711"/>
                  </a:lnTo>
                  <a:lnTo>
                    <a:pt x="1206716" y="145838"/>
                  </a:lnTo>
                  <a:lnTo>
                    <a:pt x="1214502" y="144031"/>
                  </a:lnTo>
                  <a:lnTo>
                    <a:pt x="1222287" y="142202"/>
                  </a:lnTo>
                  <a:lnTo>
                    <a:pt x="1230072" y="139703"/>
                  </a:lnTo>
                  <a:lnTo>
                    <a:pt x="1237857" y="138687"/>
                  </a:lnTo>
                  <a:lnTo>
                    <a:pt x="1245643" y="137341"/>
                  </a:lnTo>
                  <a:lnTo>
                    <a:pt x="1253428" y="135683"/>
                  </a:lnTo>
                  <a:lnTo>
                    <a:pt x="1261213" y="134033"/>
                  </a:lnTo>
                  <a:lnTo>
                    <a:pt x="1268999" y="132397"/>
                  </a:lnTo>
                  <a:lnTo>
                    <a:pt x="1276784" y="130773"/>
                  </a:lnTo>
                  <a:lnTo>
                    <a:pt x="1284569" y="129154"/>
                  </a:lnTo>
                  <a:lnTo>
                    <a:pt x="1292354" y="127541"/>
                  </a:lnTo>
                  <a:lnTo>
                    <a:pt x="1300140" y="125933"/>
                  </a:lnTo>
                  <a:lnTo>
                    <a:pt x="1307925" y="124332"/>
                  </a:lnTo>
                  <a:lnTo>
                    <a:pt x="1315710" y="122737"/>
                  </a:lnTo>
                  <a:lnTo>
                    <a:pt x="1323495" y="121147"/>
                  </a:lnTo>
                  <a:lnTo>
                    <a:pt x="1331281" y="119564"/>
                  </a:lnTo>
                  <a:lnTo>
                    <a:pt x="1339066" y="117987"/>
                  </a:lnTo>
                  <a:lnTo>
                    <a:pt x="1346851" y="116416"/>
                  </a:lnTo>
                  <a:lnTo>
                    <a:pt x="1354637" y="114851"/>
                  </a:lnTo>
                  <a:lnTo>
                    <a:pt x="1362422" y="113293"/>
                  </a:lnTo>
                  <a:lnTo>
                    <a:pt x="1370207" y="111741"/>
                  </a:lnTo>
                  <a:lnTo>
                    <a:pt x="1377992" y="110195"/>
                  </a:lnTo>
                  <a:lnTo>
                    <a:pt x="1385778" y="108656"/>
                  </a:lnTo>
                  <a:lnTo>
                    <a:pt x="1393563" y="107123"/>
                  </a:lnTo>
                  <a:lnTo>
                    <a:pt x="1401348" y="105597"/>
                  </a:lnTo>
                  <a:lnTo>
                    <a:pt x="1409133" y="104077"/>
                  </a:lnTo>
                  <a:lnTo>
                    <a:pt x="1416919" y="102564"/>
                  </a:lnTo>
                  <a:lnTo>
                    <a:pt x="1424704" y="100995"/>
                  </a:lnTo>
                  <a:lnTo>
                    <a:pt x="1432489" y="98849"/>
                  </a:lnTo>
                  <a:lnTo>
                    <a:pt x="1440275" y="96717"/>
                  </a:lnTo>
                  <a:lnTo>
                    <a:pt x="1448060" y="94599"/>
                  </a:lnTo>
                  <a:lnTo>
                    <a:pt x="1455845" y="92504"/>
                  </a:lnTo>
                  <a:lnTo>
                    <a:pt x="1463630" y="90622"/>
                  </a:lnTo>
                  <a:lnTo>
                    <a:pt x="1471416" y="89637"/>
                  </a:lnTo>
                  <a:lnTo>
                    <a:pt x="1479201" y="88671"/>
                  </a:lnTo>
                  <a:lnTo>
                    <a:pt x="1486986" y="87708"/>
                  </a:lnTo>
                  <a:lnTo>
                    <a:pt x="1494771" y="86748"/>
                  </a:lnTo>
                  <a:lnTo>
                    <a:pt x="1502557" y="85791"/>
                  </a:lnTo>
                  <a:lnTo>
                    <a:pt x="1510342" y="84838"/>
                  </a:lnTo>
                  <a:lnTo>
                    <a:pt x="1518127" y="83515"/>
                  </a:lnTo>
                  <a:lnTo>
                    <a:pt x="1525912" y="82099"/>
                  </a:lnTo>
                  <a:lnTo>
                    <a:pt x="1533698" y="80690"/>
                  </a:lnTo>
                  <a:lnTo>
                    <a:pt x="1541483" y="79287"/>
                  </a:lnTo>
                  <a:lnTo>
                    <a:pt x="1549268" y="77893"/>
                  </a:lnTo>
                  <a:lnTo>
                    <a:pt x="1557054" y="76505"/>
                  </a:lnTo>
                  <a:lnTo>
                    <a:pt x="1564839" y="75124"/>
                  </a:lnTo>
                  <a:lnTo>
                    <a:pt x="1572624" y="73751"/>
                  </a:lnTo>
                  <a:lnTo>
                    <a:pt x="1580409" y="71866"/>
                  </a:lnTo>
                  <a:lnTo>
                    <a:pt x="1588195" y="69820"/>
                  </a:lnTo>
                  <a:lnTo>
                    <a:pt x="1595980" y="67791"/>
                  </a:lnTo>
                  <a:lnTo>
                    <a:pt x="1603765" y="65779"/>
                  </a:lnTo>
                  <a:lnTo>
                    <a:pt x="1611550" y="63784"/>
                  </a:lnTo>
                  <a:lnTo>
                    <a:pt x="1619336" y="62341"/>
                  </a:lnTo>
                  <a:lnTo>
                    <a:pt x="1627121" y="61029"/>
                  </a:lnTo>
                  <a:lnTo>
                    <a:pt x="1634906" y="59725"/>
                  </a:lnTo>
                  <a:lnTo>
                    <a:pt x="1642692" y="58429"/>
                  </a:lnTo>
                  <a:lnTo>
                    <a:pt x="1650477" y="57140"/>
                  </a:lnTo>
                  <a:lnTo>
                    <a:pt x="1658262" y="55858"/>
                  </a:lnTo>
                  <a:lnTo>
                    <a:pt x="1666047" y="54585"/>
                  </a:lnTo>
                  <a:lnTo>
                    <a:pt x="1673833" y="53319"/>
                  </a:lnTo>
                  <a:lnTo>
                    <a:pt x="1681618" y="52060"/>
                  </a:lnTo>
                  <a:lnTo>
                    <a:pt x="1689403" y="50810"/>
                  </a:lnTo>
                  <a:lnTo>
                    <a:pt x="1697188" y="49566"/>
                  </a:lnTo>
                  <a:lnTo>
                    <a:pt x="1704974" y="48352"/>
                  </a:lnTo>
                  <a:lnTo>
                    <a:pt x="1712759" y="47145"/>
                  </a:lnTo>
                  <a:lnTo>
                    <a:pt x="1720544" y="45945"/>
                  </a:lnTo>
                  <a:lnTo>
                    <a:pt x="1728330" y="44753"/>
                  </a:lnTo>
                  <a:lnTo>
                    <a:pt x="1736115" y="43568"/>
                  </a:lnTo>
                  <a:lnTo>
                    <a:pt x="1743900" y="42390"/>
                  </a:lnTo>
                  <a:lnTo>
                    <a:pt x="1751685" y="41220"/>
                  </a:lnTo>
                  <a:lnTo>
                    <a:pt x="1759471" y="40007"/>
                  </a:lnTo>
                  <a:lnTo>
                    <a:pt x="1767256" y="38696"/>
                  </a:lnTo>
                  <a:lnTo>
                    <a:pt x="1775041" y="37394"/>
                  </a:lnTo>
                  <a:lnTo>
                    <a:pt x="1782826" y="36101"/>
                  </a:lnTo>
                  <a:lnTo>
                    <a:pt x="1790612" y="34818"/>
                  </a:lnTo>
                  <a:lnTo>
                    <a:pt x="1798397" y="33545"/>
                  </a:lnTo>
                  <a:lnTo>
                    <a:pt x="1806182" y="32281"/>
                  </a:lnTo>
                  <a:lnTo>
                    <a:pt x="1813967" y="31026"/>
                  </a:lnTo>
                  <a:lnTo>
                    <a:pt x="1821753" y="29780"/>
                  </a:lnTo>
                  <a:lnTo>
                    <a:pt x="1829538" y="28544"/>
                  </a:lnTo>
                  <a:lnTo>
                    <a:pt x="1837323" y="27317"/>
                  </a:lnTo>
                  <a:lnTo>
                    <a:pt x="1845109" y="26100"/>
                  </a:lnTo>
                  <a:lnTo>
                    <a:pt x="1852894" y="24892"/>
                  </a:lnTo>
                  <a:lnTo>
                    <a:pt x="1860679" y="23692"/>
                  </a:lnTo>
                  <a:lnTo>
                    <a:pt x="1868464" y="22377"/>
                  </a:lnTo>
                  <a:lnTo>
                    <a:pt x="1876250" y="20944"/>
                  </a:lnTo>
                  <a:lnTo>
                    <a:pt x="1884035" y="19524"/>
                  </a:lnTo>
                  <a:lnTo>
                    <a:pt x="1891820" y="18118"/>
                  </a:lnTo>
                  <a:lnTo>
                    <a:pt x="1899605" y="16725"/>
                  </a:lnTo>
                  <a:lnTo>
                    <a:pt x="1907391" y="15346"/>
                  </a:lnTo>
                  <a:lnTo>
                    <a:pt x="1915176" y="13980"/>
                  </a:lnTo>
                  <a:lnTo>
                    <a:pt x="1922961" y="12627"/>
                  </a:lnTo>
                  <a:lnTo>
                    <a:pt x="1930747" y="11288"/>
                  </a:lnTo>
                  <a:lnTo>
                    <a:pt x="1938532" y="9962"/>
                  </a:lnTo>
                  <a:lnTo>
                    <a:pt x="1946317" y="8649"/>
                  </a:lnTo>
                  <a:lnTo>
                    <a:pt x="1954102" y="7354"/>
                  </a:lnTo>
                  <a:lnTo>
                    <a:pt x="1961888" y="6084"/>
                  </a:lnTo>
                  <a:lnTo>
                    <a:pt x="1969673" y="4827"/>
                  </a:lnTo>
                  <a:lnTo>
                    <a:pt x="1977458" y="3618"/>
                  </a:lnTo>
                  <a:lnTo>
                    <a:pt x="1985243" y="2884"/>
                  </a:lnTo>
                  <a:lnTo>
                    <a:pt x="1993029" y="2153"/>
                  </a:lnTo>
                  <a:lnTo>
                    <a:pt x="2000814" y="1428"/>
                  </a:lnTo>
                  <a:lnTo>
                    <a:pt x="2008599" y="708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247627" y="4886174"/>
              <a:ext cx="2016385" cy="70705"/>
            </a:xfrm>
            <a:custGeom>
              <a:avLst/>
              <a:pathLst>
                <a:path w="2016385" h="70705">
                  <a:moveTo>
                    <a:pt x="2016385" y="70705"/>
                  </a:moveTo>
                  <a:lnTo>
                    <a:pt x="2008599" y="70693"/>
                  </a:lnTo>
                  <a:lnTo>
                    <a:pt x="2000814" y="70681"/>
                  </a:lnTo>
                  <a:lnTo>
                    <a:pt x="1993029" y="70668"/>
                  </a:lnTo>
                  <a:lnTo>
                    <a:pt x="1985243" y="70655"/>
                  </a:lnTo>
                  <a:lnTo>
                    <a:pt x="1977458" y="70642"/>
                  </a:lnTo>
                  <a:lnTo>
                    <a:pt x="1969673" y="70629"/>
                  </a:lnTo>
                  <a:lnTo>
                    <a:pt x="1961888" y="70615"/>
                  </a:lnTo>
                  <a:lnTo>
                    <a:pt x="1954102" y="70600"/>
                  </a:lnTo>
                  <a:lnTo>
                    <a:pt x="1946317" y="70586"/>
                  </a:lnTo>
                  <a:lnTo>
                    <a:pt x="1938532" y="70571"/>
                  </a:lnTo>
                  <a:lnTo>
                    <a:pt x="1930747" y="70555"/>
                  </a:lnTo>
                  <a:lnTo>
                    <a:pt x="1922961" y="70541"/>
                  </a:lnTo>
                  <a:lnTo>
                    <a:pt x="1915176" y="70528"/>
                  </a:lnTo>
                  <a:lnTo>
                    <a:pt x="1907391" y="70514"/>
                  </a:lnTo>
                  <a:lnTo>
                    <a:pt x="1899605" y="70499"/>
                  </a:lnTo>
                  <a:lnTo>
                    <a:pt x="1891820" y="70485"/>
                  </a:lnTo>
                  <a:lnTo>
                    <a:pt x="1884035" y="70470"/>
                  </a:lnTo>
                  <a:lnTo>
                    <a:pt x="1876250" y="70454"/>
                  </a:lnTo>
                  <a:lnTo>
                    <a:pt x="1868464" y="70439"/>
                  </a:lnTo>
                  <a:lnTo>
                    <a:pt x="1860679" y="70423"/>
                  </a:lnTo>
                  <a:lnTo>
                    <a:pt x="1852894" y="70407"/>
                  </a:lnTo>
                  <a:lnTo>
                    <a:pt x="1845109" y="70390"/>
                  </a:lnTo>
                  <a:lnTo>
                    <a:pt x="1837323" y="70373"/>
                  </a:lnTo>
                  <a:lnTo>
                    <a:pt x="1829538" y="70356"/>
                  </a:lnTo>
                  <a:lnTo>
                    <a:pt x="1821753" y="70338"/>
                  </a:lnTo>
                  <a:lnTo>
                    <a:pt x="1813967" y="70320"/>
                  </a:lnTo>
                  <a:lnTo>
                    <a:pt x="1806182" y="70301"/>
                  </a:lnTo>
                  <a:lnTo>
                    <a:pt x="1798397" y="70280"/>
                  </a:lnTo>
                  <a:lnTo>
                    <a:pt x="1790612" y="70258"/>
                  </a:lnTo>
                  <a:lnTo>
                    <a:pt x="1782826" y="70236"/>
                  </a:lnTo>
                  <a:lnTo>
                    <a:pt x="1775041" y="70213"/>
                  </a:lnTo>
                  <a:lnTo>
                    <a:pt x="1767256" y="70190"/>
                  </a:lnTo>
                  <a:lnTo>
                    <a:pt x="1759471" y="70166"/>
                  </a:lnTo>
                  <a:lnTo>
                    <a:pt x="1751685" y="70141"/>
                  </a:lnTo>
                  <a:lnTo>
                    <a:pt x="1743900" y="70114"/>
                  </a:lnTo>
                  <a:lnTo>
                    <a:pt x="1736115" y="70083"/>
                  </a:lnTo>
                  <a:lnTo>
                    <a:pt x="1728330" y="70051"/>
                  </a:lnTo>
                  <a:lnTo>
                    <a:pt x="1720544" y="70018"/>
                  </a:lnTo>
                  <a:lnTo>
                    <a:pt x="1712759" y="69984"/>
                  </a:lnTo>
                  <a:lnTo>
                    <a:pt x="1704974" y="69950"/>
                  </a:lnTo>
                  <a:lnTo>
                    <a:pt x="1697188" y="69914"/>
                  </a:lnTo>
                  <a:lnTo>
                    <a:pt x="1689403" y="69888"/>
                  </a:lnTo>
                  <a:lnTo>
                    <a:pt x="1681618" y="69852"/>
                  </a:lnTo>
                  <a:lnTo>
                    <a:pt x="1673833" y="69815"/>
                  </a:lnTo>
                  <a:lnTo>
                    <a:pt x="1666047" y="69777"/>
                  </a:lnTo>
                  <a:lnTo>
                    <a:pt x="1658262" y="69738"/>
                  </a:lnTo>
                  <a:lnTo>
                    <a:pt x="1650477" y="69698"/>
                  </a:lnTo>
                  <a:lnTo>
                    <a:pt x="1642692" y="69657"/>
                  </a:lnTo>
                  <a:lnTo>
                    <a:pt x="1634906" y="69615"/>
                  </a:lnTo>
                  <a:lnTo>
                    <a:pt x="1627121" y="69571"/>
                  </a:lnTo>
                  <a:lnTo>
                    <a:pt x="1619336" y="69526"/>
                  </a:lnTo>
                  <a:lnTo>
                    <a:pt x="1611550" y="69480"/>
                  </a:lnTo>
                  <a:lnTo>
                    <a:pt x="1603765" y="69440"/>
                  </a:lnTo>
                  <a:lnTo>
                    <a:pt x="1595980" y="69403"/>
                  </a:lnTo>
                  <a:lnTo>
                    <a:pt x="1588195" y="69366"/>
                  </a:lnTo>
                  <a:lnTo>
                    <a:pt x="1580409" y="69327"/>
                  </a:lnTo>
                  <a:lnTo>
                    <a:pt x="1572624" y="69288"/>
                  </a:lnTo>
                  <a:lnTo>
                    <a:pt x="1564839" y="69249"/>
                  </a:lnTo>
                  <a:lnTo>
                    <a:pt x="1557054" y="69208"/>
                  </a:lnTo>
                  <a:lnTo>
                    <a:pt x="1549268" y="69166"/>
                  </a:lnTo>
                  <a:lnTo>
                    <a:pt x="1541483" y="69124"/>
                  </a:lnTo>
                  <a:lnTo>
                    <a:pt x="1533698" y="69081"/>
                  </a:lnTo>
                  <a:lnTo>
                    <a:pt x="1525912" y="69036"/>
                  </a:lnTo>
                  <a:lnTo>
                    <a:pt x="1518127" y="68991"/>
                  </a:lnTo>
                  <a:lnTo>
                    <a:pt x="1510342" y="68945"/>
                  </a:lnTo>
                  <a:lnTo>
                    <a:pt x="1502557" y="68898"/>
                  </a:lnTo>
                  <a:lnTo>
                    <a:pt x="1494771" y="68850"/>
                  </a:lnTo>
                  <a:lnTo>
                    <a:pt x="1486986" y="68801"/>
                  </a:lnTo>
                  <a:lnTo>
                    <a:pt x="1479201" y="68747"/>
                  </a:lnTo>
                  <a:lnTo>
                    <a:pt x="1471416" y="68686"/>
                  </a:lnTo>
                  <a:lnTo>
                    <a:pt x="1463630" y="68625"/>
                  </a:lnTo>
                  <a:lnTo>
                    <a:pt x="1455845" y="68561"/>
                  </a:lnTo>
                  <a:lnTo>
                    <a:pt x="1448060" y="68496"/>
                  </a:lnTo>
                  <a:lnTo>
                    <a:pt x="1440275" y="68430"/>
                  </a:lnTo>
                  <a:lnTo>
                    <a:pt x="1432489" y="68362"/>
                  </a:lnTo>
                  <a:lnTo>
                    <a:pt x="1424704" y="68292"/>
                  </a:lnTo>
                  <a:lnTo>
                    <a:pt x="1416919" y="68220"/>
                  </a:lnTo>
                  <a:lnTo>
                    <a:pt x="1409133" y="68147"/>
                  </a:lnTo>
                  <a:lnTo>
                    <a:pt x="1401348" y="68071"/>
                  </a:lnTo>
                  <a:lnTo>
                    <a:pt x="1393563" y="67994"/>
                  </a:lnTo>
                  <a:lnTo>
                    <a:pt x="1385778" y="67911"/>
                  </a:lnTo>
                  <a:lnTo>
                    <a:pt x="1377992" y="67821"/>
                  </a:lnTo>
                  <a:lnTo>
                    <a:pt x="1370207" y="67728"/>
                  </a:lnTo>
                  <a:lnTo>
                    <a:pt x="1362422" y="67632"/>
                  </a:lnTo>
                  <a:lnTo>
                    <a:pt x="1354637" y="67534"/>
                  </a:lnTo>
                  <a:lnTo>
                    <a:pt x="1346851" y="67433"/>
                  </a:lnTo>
                  <a:lnTo>
                    <a:pt x="1339066" y="67351"/>
                  </a:lnTo>
                  <a:lnTo>
                    <a:pt x="1331281" y="67273"/>
                  </a:lnTo>
                  <a:lnTo>
                    <a:pt x="1323495" y="67194"/>
                  </a:lnTo>
                  <a:lnTo>
                    <a:pt x="1315710" y="67105"/>
                  </a:lnTo>
                  <a:lnTo>
                    <a:pt x="1307925" y="67002"/>
                  </a:lnTo>
                  <a:lnTo>
                    <a:pt x="1300140" y="66899"/>
                  </a:lnTo>
                  <a:lnTo>
                    <a:pt x="1292354" y="66793"/>
                  </a:lnTo>
                  <a:lnTo>
                    <a:pt x="1284569" y="66675"/>
                  </a:lnTo>
                  <a:lnTo>
                    <a:pt x="1276784" y="66560"/>
                  </a:lnTo>
                  <a:lnTo>
                    <a:pt x="1268999" y="66443"/>
                  </a:lnTo>
                  <a:lnTo>
                    <a:pt x="1261213" y="66323"/>
                  </a:lnTo>
                  <a:lnTo>
                    <a:pt x="1253428" y="66199"/>
                  </a:lnTo>
                  <a:lnTo>
                    <a:pt x="1245643" y="66090"/>
                  </a:lnTo>
                  <a:lnTo>
                    <a:pt x="1237857" y="65985"/>
                  </a:lnTo>
                  <a:lnTo>
                    <a:pt x="1230072" y="65858"/>
                  </a:lnTo>
                  <a:lnTo>
                    <a:pt x="1222287" y="65727"/>
                  </a:lnTo>
                  <a:lnTo>
                    <a:pt x="1214502" y="65594"/>
                  </a:lnTo>
                  <a:lnTo>
                    <a:pt x="1206716" y="65456"/>
                  </a:lnTo>
                  <a:lnTo>
                    <a:pt x="1198931" y="65313"/>
                  </a:lnTo>
                  <a:lnTo>
                    <a:pt x="1191146" y="65166"/>
                  </a:lnTo>
                  <a:lnTo>
                    <a:pt x="1183361" y="64977"/>
                  </a:lnTo>
                  <a:lnTo>
                    <a:pt x="1175575" y="64781"/>
                  </a:lnTo>
                  <a:lnTo>
                    <a:pt x="1167790" y="64619"/>
                  </a:lnTo>
                  <a:lnTo>
                    <a:pt x="1160005" y="64465"/>
                  </a:lnTo>
                  <a:lnTo>
                    <a:pt x="1152220" y="64315"/>
                  </a:lnTo>
                  <a:lnTo>
                    <a:pt x="1144434" y="64163"/>
                  </a:lnTo>
                  <a:lnTo>
                    <a:pt x="1136649" y="64007"/>
                  </a:lnTo>
                  <a:lnTo>
                    <a:pt x="1128864" y="63848"/>
                  </a:lnTo>
                  <a:lnTo>
                    <a:pt x="1121078" y="63685"/>
                  </a:lnTo>
                  <a:lnTo>
                    <a:pt x="1113293" y="63513"/>
                  </a:lnTo>
                  <a:lnTo>
                    <a:pt x="1105508" y="63350"/>
                  </a:lnTo>
                  <a:lnTo>
                    <a:pt x="1097723" y="63176"/>
                  </a:lnTo>
                  <a:lnTo>
                    <a:pt x="1089937" y="62973"/>
                  </a:lnTo>
                  <a:lnTo>
                    <a:pt x="1082152" y="62785"/>
                  </a:lnTo>
                  <a:lnTo>
                    <a:pt x="1074367" y="62634"/>
                  </a:lnTo>
                  <a:lnTo>
                    <a:pt x="1066582" y="62446"/>
                  </a:lnTo>
                  <a:lnTo>
                    <a:pt x="1058796" y="62255"/>
                  </a:lnTo>
                  <a:lnTo>
                    <a:pt x="1051011" y="62058"/>
                  </a:lnTo>
                  <a:lnTo>
                    <a:pt x="1043226" y="61857"/>
                  </a:lnTo>
                  <a:lnTo>
                    <a:pt x="1035440" y="61651"/>
                  </a:lnTo>
                  <a:lnTo>
                    <a:pt x="1027655" y="61440"/>
                  </a:lnTo>
                  <a:lnTo>
                    <a:pt x="1019870" y="61225"/>
                  </a:lnTo>
                  <a:lnTo>
                    <a:pt x="1012085" y="61005"/>
                  </a:lnTo>
                  <a:lnTo>
                    <a:pt x="1004299" y="60779"/>
                  </a:lnTo>
                  <a:lnTo>
                    <a:pt x="996514" y="60517"/>
                  </a:lnTo>
                  <a:lnTo>
                    <a:pt x="988729" y="60314"/>
                  </a:lnTo>
                  <a:lnTo>
                    <a:pt x="980944" y="60076"/>
                  </a:lnTo>
                  <a:lnTo>
                    <a:pt x="973158" y="59832"/>
                  </a:lnTo>
                  <a:lnTo>
                    <a:pt x="965373" y="59582"/>
                  </a:lnTo>
                  <a:lnTo>
                    <a:pt x="957588" y="59330"/>
                  </a:lnTo>
                  <a:lnTo>
                    <a:pt x="949802" y="59065"/>
                  </a:lnTo>
                  <a:lnTo>
                    <a:pt x="942017" y="58799"/>
                  </a:lnTo>
                  <a:lnTo>
                    <a:pt x="934232" y="58492"/>
                  </a:lnTo>
                  <a:lnTo>
                    <a:pt x="926447" y="58168"/>
                  </a:lnTo>
                  <a:lnTo>
                    <a:pt x="918661" y="57854"/>
                  </a:lnTo>
                  <a:lnTo>
                    <a:pt x="910876" y="57597"/>
                  </a:lnTo>
                  <a:lnTo>
                    <a:pt x="903091" y="57282"/>
                  </a:lnTo>
                  <a:lnTo>
                    <a:pt x="895306" y="56932"/>
                  </a:lnTo>
                  <a:lnTo>
                    <a:pt x="887520" y="56573"/>
                  </a:lnTo>
                  <a:lnTo>
                    <a:pt x="879735" y="56243"/>
                  </a:lnTo>
                  <a:lnTo>
                    <a:pt x="871950" y="55949"/>
                  </a:lnTo>
                  <a:lnTo>
                    <a:pt x="864165" y="55648"/>
                  </a:lnTo>
                  <a:lnTo>
                    <a:pt x="856379" y="55342"/>
                  </a:lnTo>
                  <a:lnTo>
                    <a:pt x="848594" y="55030"/>
                  </a:lnTo>
                  <a:lnTo>
                    <a:pt x="840809" y="54712"/>
                  </a:lnTo>
                  <a:lnTo>
                    <a:pt x="833023" y="54388"/>
                  </a:lnTo>
                  <a:lnTo>
                    <a:pt x="825238" y="54046"/>
                  </a:lnTo>
                  <a:lnTo>
                    <a:pt x="817453" y="53673"/>
                  </a:lnTo>
                  <a:lnTo>
                    <a:pt x="809668" y="53250"/>
                  </a:lnTo>
                  <a:lnTo>
                    <a:pt x="801882" y="52709"/>
                  </a:lnTo>
                  <a:lnTo>
                    <a:pt x="794097" y="52153"/>
                  </a:lnTo>
                  <a:lnTo>
                    <a:pt x="786312" y="51801"/>
                  </a:lnTo>
                  <a:lnTo>
                    <a:pt x="778527" y="51588"/>
                  </a:lnTo>
                  <a:lnTo>
                    <a:pt x="770741" y="51377"/>
                  </a:lnTo>
                  <a:lnTo>
                    <a:pt x="762956" y="51165"/>
                  </a:lnTo>
                  <a:lnTo>
                    <a:pt x="755171" y="50797"/>
                  </a:lnTo>
                  <a:lnTo>
                    <a:pt x="747385" y="50399"/>
                  </a:lnTo>
                  <a:lnTo>
                    <a:pt x="739600" y="49979"/>
                  </a:lnTo>
                  <a:lnTo>
                    <a:pt x="731815" y="49582"/>
                  </a:lnTo>
                  <a:lnTo>
                    <a:pt x="724030" y="49164"/>
                  </a:lnTo>
                  <a:lnTo>
                    <a:pt x="716244" y="48773"/>
                  </a:lnTo>
                  <a:lnTo>
                    <a:pt x="708459" y="48496"/>
                  </a:lnTo>
                  <a:lnTo>
                    <a:pt x="700674" y="47917"/>
                  </a:lnTo>
                  <a:lnTo>
                    <a:pt x="692889" y="47411"/>
                  </a:lnTo>
                  <a:lnTo>
                    <a:pt x="685103" y="46946"/>
                  </a:lnTo>
                  <a:lnTo>
                    <a:pt x="677318" y="46472"/>
                  </a:lnTo>
                  <a:lnTo>
                    <a:pt x="669533" y="45989"/>
                  </a:lnTo>
                  <a:lnTo>
                    <a:pt x="661747" y="45408"/>
                  </a:lnTo>
                  <a:lnTo>
                    <a:pt x="653962" y="44845"/>
                  </a:lnTo>
                  <a:lnTo>
                    <a:pt x="646177" y="44239"/>
                  </a:lnTo>
                  <a:lnTo>
                    <a:pt x="638392" y="43870"/>
                  </a:lnTo>
                  <a:lnTo>
                    <a:pt x="630606" y="43191"/>
                  </a:lnTo>
                  <a:lnTo>
                    <a:pt x="622821" y="42689"/>
                  </a:lnTo>
                  <a:lnTo>
                    <a:pt x="615036" y="42063"/>
                  </a:lnTo>
                  <a:lnTo>
                    <a:pt x="607251" y="41530"/>
                  </a:lnTo>
                  <a:lnTo>
                    <a:pt x="599465" y="41143"/>
                  </a:lnTo>
                  <a:lnTo>
                    <a:pt x="591680" y="40232"/>
                  </a:lnTo>
                  <a:lnTo>
                    <a:pt x="583895" y="39441"/>
                  </a:lnTo>
                  <a:lnTo>
                    <a:pt x="576110" y="38843"/>
                  </a:lnTo>
                  <a:lnTo>
                    <a:pt x="568324" y="38044"/>
                  </a:lnTo>
                  <a:lnTo>
                    <a:pt x="560539" y="37263"/>
                  </a:lnTo>
                  <a:lnTo>
                    <a:pt x="552754" y="36470"/>
                  </a:lnTo>
                  <a:lnTo>
                    <a:pt x="544968" y="35583"/>
                  </a:lnTo>
                  <a:lnTo>
                    <a:pt x="537183" y="34951"/>
                  </a:lnTo>
                  <a:lnTo>
                    <a:pt x="529398" y="34286"/>
                  </a:lnTo>
                  <a:lnTo>
                    <a:pt x="521613" y="33662"/>
                  </a:lnTo>
                  <a:lnTo>
                    <a:pt x="513827" y="32918"/>
                  </a:lnTo>
                  <a:lnTo>
                    <a:pt x="506042" y="32394"/>
                  </a:lnTo>
                  <a:lnTo>
                    <a:pt x="498257" y="31519"/>
                  </a:lnTo>
                  <a:lnTo>
                    <a:pt x="490472" y="30802"/>
                  </a:lnTo>
                  <a:lnTo>
                    <a:pt x="482686" y="30671"/>
                  </a:lnTo>
                  <a:lnTo>
                    <a:pt x="474901" y="30143"/>
                  </a:lnTo>
                  <a:lnTo>
                    <a:pt x="467116" y="29387"/>
                  </a:lnTo>
                  <a:lnTo>
                    <a:pt x="459330" y="28758"/>
                  </a:lnTo>
                  <a:lnTo>
                    <a:pt x="451545" y="27835"/>
                  </a:lnTo>
                  <a:lnTo>
                    <a:pt x="443760" y="27068"/>
                  </a:lnTo>
                  <a:lnTo>
                    <a:pt x="435975" y="26235"/>
                  </a:lnTo>
                  <a:lnTo>
                    <a:pt x="428189" y="25241"/>
                  </a:lnTo>
                  <a:lnTo>
                    <a:pt x="420404" y="24303"/>
                  </a:lnTo>
                  <a:lnTo>
                    <a:pt x="412619" y="23339"/>
                  </a:lnTo>
                  <a:lnTo>
                    <a:pt x="404834" y="22373"/>
                  </a:lnTo>
                  <a:lnTo>
                    <a:pt x="397048" y="21641"/>
                  </a:lnTo>
                  <a:lnTo>
                    <a:pt x="389263" y="20723"/>
                  </a:lnTo>
                  <a:lnTo>
                    <a:pt x="381478" y="19456"/>
                  </a:lnTo>
                  <a:lnTo>
                    <a:pt x="373692" y="19267"/>
                  </a:lnTo>
                  <a:lnTo>
                    <a:pt x="365907" y="18338"/>
                  </a:lnTo>
                  <a:lnTo>
                    <a:pt x="358122" y="17701"/>
                  </a:lnTo>
                  <a:lnTo>
                    <a:pt x="350337" y="16719"/>
                  </a:lnTo>
                  <a:lnTo>
                    <a:pt x="342551" y="15705"/>
                  </a:lnTo>
                  <a:lnTo>
                    <a:pt x="334766" y="15114"/>
                  </a:lnTo>
                  <a:lnTo>
                    <a:pt x="326981" y="14736"/>
                  </a:lnTo>
                  <a:lnTo>
                    <a:pt x="319196" y="14719"/>
                  </a:lnTo>
                  <a:lnTo>
                    <a:pt x="311410" y="14011"/>
                  </a:lnTo>
                  <a:lnTo>
                    <a:pt x="303625" y="13387"/>
                  </a:lnTo>
                  <a:lnTo>
                    <a:pt x="295840" y="12792"/>
                  </a:lnTo>
                  <a:lnTo>
                    <a:pt x="288055" y="12043"/>
                  </a:lnTo>
                  <a:lnTo>
                    <a:pt x="280269" y="11207"/>
                  </a:lnTo>
                  <a:lnTo>
                    <a:pt x="272484" y="10496"/>
                  </a:lnTo>
                  <a:lnTo>
                    <a:pt x="264699" y="9802"/>
                  </a:lnTo>
                  <a:lnTo>
                    <a:pt x="256913" y="9033"/>
                  </a:lnTo>
                  <a:lnTo>
                    <a:pt x="249128" y="8696"/>
                  </a:lnTo>
                  <a:lnTo>
                    <a:pt x="241343" y="7718"/>
                  </a:lnTo>
                  <a:lnTo>
                    <a:pt x="233558" y="6817"/>
                  </a:lnTo>
                  <a:lnTo>
                    <a:pt x="225772" y="6302"/>
                  </a:lnTo>
                  <a:lnTo>
                    <a:pt x="217987" y="5825"/>
                  </a:lnTo>
                  <a:lnTo>
                    <a:pt x="210202" y="5077"/>
                  </a:lnTo>
                  <a:lnTo>
                    <a:pt x="202417" y="4538"/>
                  </a:lnTo>
                  <a:lnTo>
                    <a:pt x="194631" y="4229"/>
                  </a:lnTo>
                  <a:lnTo>
                    <a:pt x="186846" y="3677"/>
                  </a:lnTo>
                  <a:lnTo>
                    <a:pt x="179061" y="3113"/>
                  </a:lnTo>
                  <a:lnTo>
                    <a:pt x="171275" y="2968"/>
                  </a:lnTo>
                  <a:lnTo>
                    <a:pt x="163490" y="2263"/>
                  </a:lnTo>
                  <a:lnTo>
                    <a:pt x="155705" y="1745"/>
                  </a:lnTo>
                  <a:lnTo>
                    <a:pt x="147920" y="1882"/>
                  </a:lnTo>
                  <a:lnTo>
                    <a:pt x="140134" y="1937"/>
                  </a:lnTo>
                  <a:lnTo>
                    <a:pt x="132349" y="1789"/>
                  </a:lnTo>
                  <a:lnTo>
                    <a:pt x="124564" y="1848"/>
                  </a:lnTo>
                  <a:lnTo>
                    <a:pt x="116779" y="1931"/>
                  </a:lnTo>
                  <a:lnTo>
                    <a:pt x="108993" y="2254"/>
                  </a:lnTo>
                  <a:lnTo>
                    <a:pt x="101208" y="2139"/>
                  </a:lnTo>
                  <a:lnTo>
                    <a:pt x="93423" y="1987"/>
                  </a:lnTo>
                  <a:lnTo>
                    <a:pt x="85637" y="1433"/>
                  </a:lnTo>
                  <a:lnTo>
                    <a:pt x="77852" y="1340"/>
                  </a:lnTo>
                  <a:lnTo>
                    <a:pt x="70067" y="1199"/>
                  </a:lnTo>
                  <a:lnTo>
                    <a:pt x="62282" y="956"/>
                  </a:lnTo>
                  <a:lnTo>
                    <a:pt x="54496" y="974"/>
                  </a:lnTo>
                  <a:lnTo>
                    <a:pt x="46711" y="1131"/>
                  </a:lnTo>
                  <a:lnTo>
                    <a:pt x="38926" y="1031"/>
                  </a:lnTo>
                  <a:lnTo>
                    <a:pt x="31141" y="826"/>
                  </a:lnTo>
                  <a:lnTo>
                    <a:pt x="23355" y="323"/>
                  </a:lnTo>
                  <a:lnTo>
                    <a:pt x="15570" y="0"/>
                  </a:lnTo>
                  <a:lnTo>
                    <a:pt x="7785" y="103"/>
                  </a:lnTo>
                  <a:lnTo>
                    <a:pt x="0" y="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247627" y="4856280"/>
              <a:ext cx="2016385" cy="86916"/>
            </a:xfrm>
            <a:custGeom>
              <a:avLst/>
              <a:pathLst>
                <a:path w="2016385" h="86916">
                  <a:moveTo>
                    <a:pt x="0" y="0"/>
                  </a:moveTo>
                  <a:lnTo>
                    <a:pt x="7785" y="768"/>
                  </a:lnTo>
                  <a:lnTo>
                    <a:pt x="15570" y="1580"/>
                  </a:lnTo>
                  <a:lnTo>
                    <a:pt x="23355" y="2337"/>
                  </a:lnTo>
                  <a:lnTo>
                    <a:pt x="31141" y="3002"/>
                  </a:lnTo>
                  <a:lnTo>
                    <a:pt x="38926" y="3591"/>
                  </a:lnTo>
                  <a:lnTo>
                    <a:pt x="46711" y="4165"/>
                  </a:lnTo>
                  <a:lnTo>
                    <a:pt x="54496" y="4734"/>
                  </a:lnTo>
                  <a:lnTo>
                    <a:pt x="62282" y="5412"/>
                  </a:lnTo>
                  <a:lnTo>
                    <a:pt x="70067" y="6110"/>
                  </a:lnTo>
                  <a:lnTo>
                    <a:pt x="77852" y="6753"/>
                  </a:lnTo>
                  <a:lnTo>
                    <a:pt x="85637" y="7322"/>
                  </a:lnTo>
                  <a:lnTo>
                    <a:pt x="93423" y="7979"/>
                  </a:lnTo>
                  <a:lnTo>
                    <a:pt x="101208" y="8769"/>
                  </a:lnTo>
                  <a:lnTo>
                    <a:pt x="108993" y="9440"/>
                  </a:lnTo>
                  <a:lnTo>
                    <a:pt x="116779" y="10073"/>
                  </a:lnTo>
                  <a:lnTo>
                    <a:pt x="124564" y="10743"/>
                  </a:lnTo>
                  <a:lnTo>
                    <a:pt x="132349" y="11371"/>
                  </a:lnTo>
                  <a:lnTo>
                    <a:pt x="140134" y="11988"/>
                  </a:lnTo>
                  <a:lnTo>
                    <a:pt x="147920" y="12626"/>
                  </a:lnTo>
                  <a:lnTo>
                    <a:pt x="155705" y="13132"/>
                  </a:lnTo>
                  <a:lnTo>
                    <a:pt x="163490" y="13731"/>
                  </a:lnTo>
                  <a:lnTo>
                    <a:pt x="171275" y="14364"/>
                  </a:lnTo>
                  <a:lnTo>
                    <a:pt x="179061" y="14908"/>
                  </a:lnTo>
                  <a:lnTo>
                    <a:pt x="186846" y="15551"/>
                  </a:lnTo>
                  <a:lnTo>
                    <a:pt x="194631" y="16166"/>
                  </a:lnTo>
                  <a:lnTo>
                    <a:pt x="202417" y="16919"/>
                  </a:lnTo>
                  <a:lnTo>
                    <a:pt x="210202" y="17667"/>
                  </a:lnTo>
                  <a:lnTo>
                    <a:pt x="217987" y="18355"/>
                  </a:lnTo>
                  <a:lnTo>
                    <a:pt x="225772" y="18993"/>
                  </a:lnTo>
                  <a:lnTo>
                    <a:pt x="233558" y="19514"/>
                  </a:lnTo>
                  <a:lnTo>
                    <a:pt x="241343" y="20132"/>
                  </a:lnTo>
                  <a:lnTo>
                    <a:pt x="249128" y="20817"/>
                  </a:lnTo>
                  <a:lnTo>
                    <a:pt x="256913" y="21463"/>
                  </a:lnTo>
                  <a:lnTo>
                    <a:pt x="264699" y="22071"/>
                  </a:lnTo>
                  <a:lnTo>
                    <a:pt x="272484" y="22677"/>
                  </a:lnTo>
                  <a:lnTo>
                    <a:pt x="280269" y="23183"/>
                  </a:lnTo>
                  <a:lnTo>
                    <a:pt x="288055" y="23775"/>
                  </a:lnTo>
                  <a:lnTo>
                    <a:pt x="295840" y="24381"/>
                  </a:lnTo>
                  <a:lnTo>
                    <a:pt x="303625" y="24969"/>
                  </a:lnTo>
                  <a:lnTo>
                    <a:pt x="311410" y="25585"/>
                  </a:lnTo>
                  <a:lnTo>
                    <a:pt x="319196" y="26047"/>
                  </a:lnTo>
                  <a:lnTo>
                    <a:pt x="326981" y="26566"/>
                  </a:lnTo>
                  <a:lnTo>
                    <a:pt x="334766" y="27159"/>
                  </a:lnTo>
                  <a:lnTo>
                    <a:pt x="342551" y="27671"/>
                  </a:lnTo>
                  <a:lnTo>
                    <a:pt x="350337" y="28108"/>
                  </a:lnTo>
                  <a:lnTo>
                    <a:pt x="358122" y="28597"/>
                  </a:lnTo>
                  <a:lnTo>
                    <a:pt x="365907" y="29114"/>
                  </a:lnTo>
                  <a:lnTo>
                    <a:pt x="373692" y="29620"/>
                  </a:lnTo>
                  <a:lnTo>
                    <a:pt x="381478" y="30092"/>
                  </a:lnTo>
                  <a:lnTo>
                    <a:pt x="389263" y="30599"/>
                  </a:lnTo>
                  <a:lnTo>
                    <a:pt x="397048" y="31013"/>
                  </a:lnTo>
                  <a:lnTo>
                    <a:pt x="404834" y="31587"/>
                  </a:lnTo>
                  <a:lnTo>
                    <a:pt x="412619" y="31935"/>
                  </a:lnTo>
                  <a:lnTo>
                    <a:pt x="420404" y="32500"/>
                  </a:lnTo>
                  <a:lnTo>
                    <a:pt x="428189" y="33093"/>
                  </a:lnTo>
                  <a:lnTo>
                    <a:pt x="435975" y="33504"/>
                  </a:lnTo>
                  <a:lnTo>
                    <a:pt x="443760" y="33924"/>
                  </a:lnTo>
                  <a:lnTo>
                    <a:pt x="451545" y="34423"/>
                  </a:lnTo>
                  <a:lnTo>
                    <a:pt x="459330" y="34906"/>
                  </a:lnTo>
                  <a:lnTo>
                    <a:pt x="467116" y="35420"/>
                  </a:lnTo>
                  <a:lnTo>
                    <a:pt x="474901" y="35887"/>
                  </a:lnTo>
                  <a:lnTo>
                    <a:pt x="482686" y="36367"/>
                  </a:lnTo>
                  <a:lnTo>
                    <a:pt x="490472" y="36815"/>
                  </a:lnTo>
                  <a:lnTo>
                    <a:pt x="498257" y="37230"/>
                  </a:lnTo>
                  <a:lnTo>
                    <a:pt x="506042" y="37721"/>
                  </a:lnTo>
                  <a:lnTo>
                    <a:pt x="513827" y="38172"/>
                  </a:lnTo>
                  <a:lnTo>
                    <a:pt x="521613" y="38560"/>
                  </a:lnTo>
                  <a:lnTo>
                    <a:pt x="529398" y="39022"/>
                  </a:lnTo>
                  <a:lnTo>
                    <a:pt x="537183" y="39420"/>
                  </a:lnTo>
                  <a:lnTo>
                    <a:pt x="544968" y="39903"/>
                  </a:lnTo>
                  <a:lnTo>
                    <a:pt x="552754" y="40349"/>
                  </a:lnTo>
                  <a:lnTo>
                    <a:pt x="560539" y="40837"/>
                  </a:lnTo>
                  <a:lnTo>
                    <a:pt x="568324" y="41255"/>
                  </a:lnTo>
                  <a:lnTo>
                    <a:pt x="576110" y="41696"/>
                  </a:lnTo>
                  <a:lnTo>
                    <a:pt x="583895" y="42075"/>
                  </a:lnTo>
                  <a:lnTo>
                    <a:pt x="591680" y="42460"/>
                  </a:lnTo>
                  <a:lnTo>
                    <a:pt x="599465" y="42819"/>
                  </a:lnTo>
                  <a:lnTo>
                    <a:pt x="607251" y="43207"/>
                  </a:lnTo>
                  <a:lnTo>
                    <a:pt x="615036" y="43661"/>
                  </a:lnTo>
                  <a:lnTo>
                    <a:pt x="622821" y="44098"/>
                  </a:lnTo>
                  <a:lnTo>
                    <a:pt x="630606" y="44496"/>
                  </a:lnTo>
                  <a:lnTo>
                    <a:pt x="638392" y="44965"/>
                  </a:lnTo>
                  <a:lnTo>
                    <a:pt x="646177" y="45336"/>
                  </a:lnTo>
                  <a:lnTo>
                    <a:pt x="653962" y="45722"/>
                  </a:lnTo>
                  <a:lnTo>
                    <a:pt x="661747" y="46109"/>
                  </a:lnTo>
                  <a:lnTo>
                    <a:pt x="669533" y="46480"/>
                  </a:lnTo>
                  <a:lnTo>
                    <a:pt x="677318" y="46935"/>
                  </a:lnTo>
                  <a:lnTo>
                    <a:pt x="685103" y="47441"/>
                  </a:lnTo>
                  <a:lnTo>
                    <a:pt x="692889" y="47856"/>
                  </a:lnTo>
                  <a:lnTo>
                    <a:pt x="700674" y="48252"/>
                  </a:lnTo>
                  <a:lnTo>
                    <a:pt x="708459" y="48647"/>
                  </a:lnTo>
                  <a:lnTo>
                    <a:pt x="716244" y="49058"/>
                  </a:lnTo>
                  <a:lnTo>
                    <a:pt x="724030" y="49499"/>
                  </a:lnTo>
                  <a:lnTo>
                    <a:pt x="731815" y="49882"/>
                  </a:lnTo>
                  <a:lnTo>
                    <a:pt x="739600" y="50257"/>
                  </a:lnTo>
                  <a:lnTo>
                    <a:pt x="747385" y="50599"/>
                  </a:lnTo>
                  <a:lnTo>
                    <a:pt x="755171" y="50974"/>
                  </a:lnTo>
                  <a:lnTo>
                    <a:pt x="762956" y="51374"/>
                  </a:lnTo>
                  <a:lnTo>
                    <a:pt x="770741" y="51747"/>
                  </a:lnTo>
                  <a:lnTo>
                    <a:pt x="778527" y="52071"/>
                  </a:lnTo>
                  <a:lnTo>
                    <a:pt x="786312" y="52450"/>
                  </a:lnTo>
                  <a:lnTo>
                    <a:pt x="794097" y="52803"/>
                  </a:lnTo>
                  <a:lnTo>
                    <a:pt x="801882" y="53189"/>
                  </a:lnTo>
                  <a:lnTo>
                    <a:pt x="809668" y="53575"/>
                  </a:lnTo>
                  <a:lnTo>
                    <a:pt x="817453" y="53881"/>
                  </a:lnTo>
                  <a:lnTo>
                    <a:pt x="825238" y="54172"/>
                  </a:lnTo>
                  <a:lnTo>
                    <a:pt x="833023" y="54537"/>
                  </a:lnTo>
                  <a:lnTo>
                    <a:pt x="840809" y="54828"/>
                  </a:lnTo>
                  <a:lnTo>
                    <a:pt x="848594" y="55129"/>
                  </a:lnTo>
                  <a:lnTo>
                    <a:pt x="856379" y="55452"/>
                  </a:lnTo>
                  <a:lnTo>
                    <a:pt x="864165" y="55754"/>
                  </a:lnTo>
                  <a:lnTo>
                    <a:pt x="871950" y="56152"/>
                  </a:lnTo>
                  <a:lnTo>
                    <a:pt x="879735" y="56467"/>
                  </a:lnTo>
                  <a:lnTo>
                    <a:pt x="887520" y="56796"/>
                  </a:lnTo>
                  <a:lnTo>
                    <a:pt x="895306" y="57168"/>
                  </a:lnTo>
                  <a:lnTo>
                    <a:pt x="903091" y="57556"/>
                  </a:lnTo>
                  <a:lnTo>
                    <a:pt x="910876" y="57844"/>
                  </a:lnTo>
                  <a:lnTo>
                    <a:pt x="918661" y="58152"/>
                  </a:lnTo>
                  <a:lnTo>
                    <a:pt x="926447" y="58424"/>
                  </a:lnTo>
                  <a:lnTo>
                    <a:pt x="934232" y="58774"/>
                  </a:lnTo>
                  <a:lnTo>
                    <a:pt x="942017" y="59161"/>
                  </a:lnTo>
                  <a:lnTo>
                    <a:pt x="949802" y="59474"/>
                  </a:lnTo>
                  <a:lnTo>
                    <a:pt x="957588" y="59770"/>
                  </a:lnTo>
                  <a:lnTo>
                    <a:pt x="965373" y="60020"/>
                  </a:lnTo>
                  <a:lnTo>
                    <a:pt x="973158" y="60403"/>
                  </a:lnTo>
                  <a:lnTo>
                    <a:pt x="980944" y="60685"/>
                  </a:lnTo>
                  <a:lnTo>
                    <a:pt x="988729" y="60981"/>
                  </a:lnTo>
                  <a:lnTo>
                    <a:pt x="996514" y="61278"/>
                  </a:lnTo>
                  <a:lnTo>
                    <a:pt x="1004299" y="61605"/>
                  </a:lnTo>
                  <a:lnTo>
                    <a:pt x="1012085" y="61923"/>
                  </a:lnTo>
                  <a:lnTo>
                    <a:pt x="1019870" y="62371"/>
                  </a:lnTo>
                  <a:lnTo>
                    <a:pt x="1027655" y="62636"/>
                  </a:lnTo>
                  <a:lnTo>
                    <a:pt x="1035440" y="62879"/>
                  </a:lnTo>
                  <a:lnTo>
                    <a:pt x="1043226" y="63174"/>
                  </a:lnTo>
                  <a:lnTo>
                    <a:pt x="1051011" y="63511"/>
                  </a:lnTo>
                  <a:lnTo>
                    <a:pt x="1058796" y="63768"/>
                  </a:lnTo>
                  <a:lnTo>
                    <a:pt x="1066582" y="64039"/>
                  </a:lnTo>
                  <a:lnTo>
                    <a:pt x="1074367" y="64283"/>
                  </a:lnTo>
                  <a:lnTo>
                    <a:pt x="1082152" y="64559"/>
                  </a:lnTo>
                  <a:lnTo>
                    <a:pt x="1089937" y="64867"/>
                  </a:lnTo>
                  <a:lnTo>
                    <a:pt x="1097723" y="65178"/>
                  </a:lnTo>
                  <a:lnTo>
                    <a:pt x="1105508" y="65427"/>
                  </a:lnTo>
                  <a:lnTo>
                    <a:pt x="1113293" y="65708"/>
                  </a:lnTo>
                  <a:lnTo>
                    <a:pt x="1121078" y="66003"/>
                  </a:lnTo>
                  <a:lnTo>
                    <a:pt x="1128864" y="66269"/>
                  </a:lnTo>
                  <a:lnTo>
                    <a:pt x="1136649" y="66524"/>
                  </a:lnTo>
                  <a:lnTo>
                    <a:pt x="1144434" y="66786"/>
                  </a:lnTo>
                  <a:lnTo>
                    <a:pt x="1152220" y="67036"/>
                  </a:lnTo>
                  <a:lnTo>
                    <a:pt x="1160005" y="67283"/>
                  </a:lnTo>
                  <a:lnTo>
                    <a:pt x="1167790" y="67585"/>
                  </a:lnTo>
                  <a:lnTo>
                    <a:pt x="1175575" y="67848"/>
                  </a:lnTo>
                  <a:lnTo>
                    <a:pt x="1183361" y="68116"/>
                  </a:lnTo>
                  <a:lnTo>
                    <a:pt x="1191146" y="68363"/>
                  </a:lnTo>
                  <a:lnTo>
                    <a:pt x="1198931" y="68559"/>
                  </a:lnTo>
                  <a:lnTo>
                    <a:pt x="1206716" y="68795"/>
                  </a:lnTo>
                  <a:lnTo>
                    <a:pt x="1214502" y="69052"/>
                  </a:lnTo>
                  <a:lnTo>
                    <a:pt x="1222287" y="69287"/>
                  </a:lnTo>
                  <a:lnTo>
                    <a:pt x="1230072" y="69579"/>
                  </a:lnTo>
                  <a:lnTo>
                    <a:pt x="1237857" y="69774"/>
                  </a:lnTo>
                  <a:lnTo>
                    <a:pt x="1245643" y="70012"/>
                  </a:lnTo>
                  <a:lnTo>
                    <a:pt x="1253428" y="70258"/>
                  </a:lnTo>
                  <a:lnTo>
                    <a:pt x="1261213" y="70566"/>
                  </a:lnTo>
                  <a:lnTo>
                    <a:pt x="1268999" y="70812"/>
                  </a:lnTo>
                  <a:lnTo>
                    <a:pt x="1276784" y="71032"/>
                  </a:lnTo>
                  <a:lnTo>
                    <a:pt x="1284569" y="71294"/>
                  </a:lnTo>
                  <a:lnTo>
                    <a:pt x="1292354" y="71533"/>
                  </a:lnTo>
                  <a:lnTo>
                    <a:pt x="1300140" y="71786"/>
                  </a:lnTo>
                  <a:lnTo>
                    <a:pt x="1307925" y="72030"/>
                  </a:lnTo>
                  <a:lnTo>
                    <a:pt x="1315710" y="72256"/>
                  </a:lnTo>
                  <a:lnTo>
                    <a:pt x="1323495" y="72482"/>
                  </a:lnTo>
                  <a:lnTo>
                    <a:pt x="1331281" y="72764"/>
                  </a:lnTo>
                  <a:lnTo>
                    <a:pt x="1339066" y="72983"/>
                  </a:lnTo>
                  <a:lnTo>
                    <a:pt x="1346851" y="73158"/>
                  </a:lnTo>
                  <a:lnTo>
                    <a:pt x="1354637" y="73421"/>
                  </a:lnTo>
                  <a:lnTo>
                    <a:pt x="1362422" y="73636"/>
                  </a:lnTo>
                  <a:lnTo>
                    <a:pt x="1370207" y="73847"/>
                  </a:lnTo>
                  <a:lnTo>
                    <a:pt x="1377992" y="74091"/>
                  </a:lnTo>
                  <a:lnTo>
                    <a:pt x="1385778" y="74298"/>
                  </a:lnTo>
                  <a:lnTo>
                    <a:pt x="1393563" y="74528"/>
                  </a:lnTo>
                  <a:lnTo>
                    <a:pt x="1401348" y="74739"/>
                  </a:lnTo>
                  <a:lnTo>
                    <a:pt x="1409133" y="74949"/>
                  </a:lnTo>
                  <a:lnTo>
                    <a:pt x="1416919" y="75133"/>
                  </a:lnTo>
                  <a:lnTo>
                    <a:pt x="1424704" y="75372"/>
                  </a:lnTo>
                  <a:lnTo>
                    <a:pt x="1432489" y="75563"/>
                  </a:lnTo>
                  <a:lnTo>
                    <a:pt x="1440275" y="75718"/>
                  </a:lnTo>
                  <a:lnTo>
                    <a:pt x="1448060" y="75881"/>
                  </a:lnTo>
                  <a:lnTo>
                    <a:pt x="1455845" y="76056"/>
                  </a:lnTo>
                  <a:lnTo>
                    <a:pt x="1463630" y="76265"/>
                  </a:lnTo>
                  <a:lnTo>
                    <a:pt x="1471416" y="76453"/>
                  </a:lnTo>
                  <a:lnTo>
                    <a:pt x="1479201" y="76630"/>
                  </a:lnTo>
                  <a:lnTo>
                    <a:pt x="1486986" y="76801"/>
                  </a:lnTo>
                  <a:lnTo>
                    <a:pt x="1494771" y="77025"/>
                  </a:lnTo>
                  <a:lnTo>
                    <a:pt x="1502557" y="77247"/>
                  </a:lnTo>
                  <a:lnTo>
                    <a:pt x="1510342" y="77446"/>
                  </a:lnTo>
                  <a:lnTo>
                    <a:pt x="1518127" y="77631"/>
                  </a:lnTo>
                  <a:lnTo>
                    <a:pt x="1525912" y="77815"/>
                  </a:lnTo>
                  <a:lnTo>
                    <a:pt x="1533698" y="77998"/>
                  </a:lnTo>
                  <a:lnTo>
                    <a:pt x="1541483" y="78160"/>
                  </a:lnTo>
                  <a:lnTo>
                    <a:pt x="1549268" y="78356"/>
                  </a:lnTo>
                  <a:lnTo>
                    <a:pt x="1557054" y="78533"/>
                  </a:lnTo>
                  <a:lnTo>
                    <a:pt x="1564839" y="78730"/>
                  </a:lnTo>
                  <a:lnTo>
                    <a:pt x="1572624" y="78875"/>
                  </a:lnTo>
                  <a:lnTo>
                    <a:pt x="1580409" y="79037"/>
                  </a:lnTo>
                  <a:lnTo>
                    <a:pt x="1588195" y="79196"/>
                  </a:lnTo>
                  <a:lnTo>
                    <a:pt x="1595980" y="79382"/>
                  </a:lnTo>
                  <a:lnTo>
                    <a:pt x="1603765" y="79544"/>
                  </a:lnTo>
                  <a:lnTo>
                    <a:pt x="1611550" y="79720"/>
                  </a:lnTo>
                  <a:lnTo>
                    <a:pt x="1619336" y="79876"/>
                  </a:lnTo>
                  <a:lnTo>
                    <a:pt x="1627121" y="80011"/>
                  </a:lnTo>
                  <a:lnTo>
                    <a:pt x="1634906" y="80179"/>
                  </a:lnTo>
                  <a:lnTo>
                    <a:pt x="1642692" y="80343"/>
                  </a:lnTo>
                  <a:lnTo>
                    <a:pt x="1650477" y="80502"/>
                  </a:lnTo>
                  <a:lnTo>
                    <a:pt x="1658262" y="80687"/>
                  </a:lnTo>
                  <a:lnTo>
                    <a:pt x="1666047" y="80826"/>
                  </a:lnTo>
                  <a:lnTo>
                    <a:pt x="1673833" y="80985"/>
                  </a:lnTo>
                  <a:lnTo>
                    <a:pt x="1681618" y="81172"/>
                  </a:lnTo>
                  <a:lnTo>
                    <a:pt x="1689403" y="81352"/>
                  </a:lnTo>
                  <a:lnTo>
                    <a:pt x="1697188" y="81495"/>
                  </a:lnTo>
                  <a:lnTo>
                    <a:pt x="1704974" y="81624"/>
                  </a:lnTo>
                  <a:lnTo>
                    <a:pt x="1712759" y="81785"/>
                  </a:lnTo>
                  <a:lnTo>
                    <a:pt x="1720544" y="81942"/>
                  </a:lnTo>
                  <a:lnTo>
                    <a:pt x="1728330" y="82094"/>
                  </a:lnTo>
                  <a:lnTo>
                    <a:pt x="1736115" y="82238"/>
                  </a:lnTo>
                  <a:lnTo>
                    <a:pt x="1743900" y="82403"/>
                  </a:lnTo>
                  <a:lnTo>
                    <a:pt x="1751685" y="82561"/>
                  </a:lnTo>
                  <a:lnTo>
                    <a:pt x="1759471" y="82704"/>
                  </a:lnTo>
                  <a:lnTo>
                    <a:pt x="1767256" y="82841"/>
                  </a:lnTo>
                  <a:lnTo>
                    <a:pt x="1775041" y="82967"/>
                  </a:lnTo>
                  <a:lnTo>
                    <a:pt x="1782826" y="83115"/>
                  </a:lnTo>
                  <a:lnTo>
                    <a:pt x="1790612" y="83271"/>
                  </a:lnTo>
                  <a:lnTo>
                    <a:pt x="1798397" y="83391"/>
                  </a:lnTo>
                  <a:lnTo>
                    <a:pt x="1806182" y="83547"/>
                  </a:lnTo>
                  <a:lnTo>
                    <a:pt x="1813967" y="83718"/>
                  </a:lnTo>
                  <a:lnTo>
                    <a:pt x="1821753" y="83885"/>
                  </a:lnTo>
                  <a:lnTo>
                    <a:pt x="1829538" y="84030"/>
                  </a:lnTo>
                  <a:lnTo>
                    <a:pt x="1837323" y="84174"/>
                  </a:lnTo>
                  <a:lnTo>
                    <a:pt x="1845109" y="84308"/>
                  </a:lnTo>
                  <a:lnTo>
                    <a:pt x="1852894" y="84451"/>
                  </a:lnTo>
                  <a:lnTo>
                    <a:pt x="1860679" y="84571"/>
                  </a:lnTo>
                  <a:lnTo>
                    <a:pt x="1868464" y="84683"/>
                  </a:lnTo>
                  <a:lnTo>
                    <a:pt x="1876250" y="84803"/>
                  </a:lnTo>
                  <a:lnTo>
                    <a:pt x="1884035" y="84935"/>
                  </a:lnTo>
                  <a:lnTo>
                    <a:pt x="1891820" y="85064"/>
                  </a:lnTo>
                  <a:lnTo>
                    <a:pt x="1899605" y="85181"/>
                  </a:lnTo>
                  <a:lnTo>
                    <a:pt x="1907391" y="85301"/>
                  </a:lnTo>
                  <a:lnTo>
                    <a:pt x="1915176" y="85424"/>
                  </a:lnTo>
                  <a:lnTo>
                    <a:pt x="1922961" y="85552"/>
                  </a:lnTo>
                  <a:lnTo>
                    <a:pt x="1930747" y="85674"/>
                  </a:lnTo>
                  <a:lnTo>
                    <a:pt x="1938532" y="85783"/>
                  </a:lnTo>
                  <a:lnTo>
                    <a:pt x="1946317" y="85903"/>
                  </a:lnTo>
                  <a:lnTo>
                    <a:pt x="1954102" y="86009"/>
                  </a:lnTo>
                  <a:lnTo>
                    <a:pt x="1961888" y="86110"/>
                  </a:lnTo>
                  <a:lnTo>
                    <a:pt x="1969673" y="86206"/>
                  </a:lnTo>
                  <a:lnTo>
                    <a:pt x="1977458" y="86305"/>
                  </a:lnTo>
                  <a:lnTo>
                    <a:pt x="1985243" y="86425"/>
                  </a:lnTo>
                  <a:lnTo>
                    <a:pt x="1993029" y="86542"/>
                  </a:lnTo>
                  <a:lnTo>
                    <a:pt x="2000814" y="86682"/>
                  </a:lnTo>
                  <a:lnTo>
                    <a:pt x="2008599" y="86801"/>
                  </a:lnTo>
                  <a:lnTo>
                    <a:pt x="2016385" y="86916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47627" y="4859018"/>
              <a:ext cx="2016385" cy="80827"/>
            </a:xfrm>
            <a:custGeom>
              <a:avLst/>
              <a:pathLst>
                <a:path w="2016385" h="80827">
                  <a:moveTo>
                    <a:pt x="0" y="0"/>
                  </a:moveTo>
                  <a:lnTo>
                    <a:pt x="7785" y="627"/>
                  </a:lnTo>
                  <a:lnTo>
                    <a:pt x="15570" y="1078"/>
                  </a:lnTo>
                  <a:lnTo>
                    <a:pt x="23355" y="1803"/>
                  </a:lnTo>
                  <a:lnTo>
                    <a:pt x="31141" y="2325"/>
                  </a:lnTo>
                  <a:lnTo>
                    <a:pt x="38926" y="3003"/>
                  </a:lnTo>
                  <a:lnTo>
                    <a:pt x="46711" y="3610"/>
                  </a:lnTo>
                  <a:lnTo>
                    <a:pt x="54496" y="4250"/>
                  </a:lnTo>
                  <a:lnTo>
                    <a:pt x="62282" y="4684"/>
                  </a:lnTo>
                  <a:lnTo>
                    <a:pt x="70067" y="5295"/>
                  </a:lnTo>
                  <a:lnTo>
                    <a:pt x="77852" y="5967"/>
                  </a:lnTo>
                  <a:lnTo>
                    <a:pt x="85637" y="6657"/>
                  </a:lnTo>
                  <a:lnTo>
                    <a:pt x="93423" y="7150"/>
                  </a:lnTo>
                  <a:lnTo>
                    <a:pt x="101208" y="7712"/>
                  </a:lnTo>
                  <a:lnTo>
                    <a:pt x="108993" y="8306"/>
                  </a:lnTo>
                  <a:lnTo>
                    <a:pt x="116779" y="8834"/>
                  </a:lnTo>
                  <a:lnTo>
                    <a:pt x="124564" y="9458"/>
                  </a:lnTo>
                  <a:lnTo>
                    <a:pt x="132349" y="9780"/>
                  </a:lnTo>
                  <a:lnTo>
                    <a:pt x="140134" y="10384"/>
                  </a:lnTo>
                  <a:lnTo>
                    <a:pt x="147920" y="10967"/>
                  </a:lnTo>
                  <a:lnTo>
                    <a:pt x="155705" y="11515"/>
                  </a:lnTo>
                  <a:lnTo>
                    <a:pt x="163490" y="12184"/>
                  </a:lnTo>
                  <a:lnTo>
                    <a:pt x="171275" y="12728"/>
                  </a:lnTo>
                  <a:lnTo>
                    <a:pt x="179061" y="13193"/>
                  </a:lnTo>
                  <a:lnTo>
                    <a:pt x="186846" y="13687"/>
                  </a:lnTo>
                  <a:lnTo>
                    <a:pt x="194631" y="14100"/>
                  </a:lnTo>
                  <a:lnTo>
                    <a:pt x="202417" y="14647"/>
                  </a:lnTo>
                  <a:lnTo>
                    <a:pt x="210202" y="15237"/>
                  </a:lnTo>
                  <a:lnTo>
                    <a:pt x="217987" y="15786"/>
                  </a:lnTo>
                  <a:lnTo>
                    <a:pt x="225772" y="16350"/>
                  </a:lnTo>
                  <a:lnTo>
                    <a:pt x="233558" y="16885"/>
                  </a:lnTo>
                  <a:lnTo>
                    <a:pt x="241343" y="17347"/>
                  </a:lnTo>
                  <a:lnTo>
                    <a:pt x="249128" y="17731"/>
                  </a:lnTo>
                  <a:lnTo>
                    <a:pt x="256913" y="18349"/>
                  </a:lnTo>
                  <a:lnTo>
                    <a:pt x="264699" y="18792"/>
                  </a:lnTo>
                  <a:lnTo>
                    <a:pt x="272484" y="19251"/>
                  </a:lnTo>
                  <a:lnTo>
                    <a:pt x="280269" y="19795"/>
                  </a:lnTo>
                  <a:lnTo>
                    <a:pt x="288055" y="20424"/>
                  </a:lnTo>
                  <a:lnTo>
                    <a:pt x="295840" y="20905"/>
                  </a:lnTo>
                  <a:lnTo>
                    <a:pt x="303625" y="21433"/>
                  </a:lnTo>
                  <a:lnTo>
                    <a:pt x="311410" y="22000"/>
                  </a:lnTo>
                  <a:lnTo>
                    <a:pt x="319196" y="22527"/>
                  </a:lnTo>
                  <a:lnTo>
                    <a:pt x="326981" y="23082"/>
                  </a:lnTo>
                  <a:lnTo>
                    <a:pt x="334766" y="23648"/>
                  </a:lnTo>
                  <a:lnTo>
                    <a:pt x="342551" y="24154"/>
                  </a:lnTo>
                  <a:lnTo>
                    <a:pt x="350337" y="24678"/>
                  </a:lnTo>
                  <a:lnTo>
                    <a:pt x="358122" y="25180"/>
                  </a:lnTo>
                  <a:lnTo>
                    <a:pt x="365907" y="25593"/>
                  </a:lnTo>
                  <a:lnTo>
                    <a:pt x="373692" y="26070"/>
                  </a:lnTo>
                  <a:lnTo>
                    <a:pt x="381478" y="26483"/>
                  </a:lnTo>
                  <a:lnTo>
                    <a:pt x="389263" y="26928"/>
                  </a:lnTo>
                  <a:lnTo>
                    <a:pt x="397048" y="27436"/>
                  </a:lnTo>
                  <a:lnTo>
                    <a:pt x="404834" y="27860"/>
                  </a:lnTo>
                  <a:lnTo>
                    <a:pt x="412619" y="28291"/>
                  </a:lnTo>
                  <a:lnTo>
                    <a:pt x="420404" y="28633"/>
                  </a:lnTo>
                  <a:lnTo>
                    <a:pt x="428189" y="29099"/>
                  </a:lnTo>
                  <a:lnTo>
                    <a:pt x="435975" y="29491"/>
                  </a:lnTo>
                  <a:lnTo>
                    <a:pt x="443760" y="29948"/>
                  </a:lnTo>
                  <a:lnTo>
                    <a:pt x="451545" y="30506"/>
                  </a:lnTo>
                  <a:lnTo>
                    <a:pt x="459330" y="30855"/>
                  </a:lnTo>
                  <a:lnTo>
                    <a:pt x="467116" y="31309"/>
                  </a:lnTo>
                  <a:lnTo>
                    <a:pt x="474901" y="31650"/>
                  </a:lnTo>
                  <a:lnTo>
                    <a:pt x="482686" y="32071"/>
                  </a:lnTo>
                  <a:lnTo>
                    <a:pt x="490472" y="32477"/>
                  </a:lnTo>
                  <a:lnTo>
                    <a:pt x="498257" y="32857"/>
                  </a:lnTo>
                  <a:lnTo>
                    <a:pt x="506042" y="33356"/>
                  </a:lnTo>
                  <a:lnTo>
                    <a:pt x="513827" y="33802"/>
                  </a:lnTo>
                  <a:lnTo>
                    <a:pt x="521613" y="34236"/>
                  </a:lnTo>
                  <a:lnTo>
                    <a:pt x="529398" y="34582"/>
                  </a:lnTo>
                  <a:lnTo>
                    <a:pt x="537183" y="35008"/>
                  </a:lnTo>
                  <a:lnTo>
                    <a:pt x="544968" y="35529"/>
                  </a:lnTo>
                  <a:lnTo>
                    <a:pt x="552754" y="35890"/>
                  </a:lnTo>
                  <a:lnTo>
                    <a:pt x="560539" y="36264"/>
                  </a:lnTo>
                  <a:lnTo>
                    <a:pt x="568324" y="36758"/>
                  </a:lnTo>
                  <a:lnTo>
                    <a:pt x="576110" y="37231"/>
                  </a:lnTo>
                  <a:lnTo>
                    <a:pt x="583895" y="37660"/>
                  </a:lnTo>
                  <a:lnTo>
                    <a:pt x="591680" y="38092"/>
                  </a:lnTo>
                  <a:lnTo>
                    <a:pt x="599465" y="38579"/>
                  </a:lnTo>
                  <a:lnTo>
                    <a:pt x="607251" y="39028"/>
                  </a:lnTo>
                  <a:lnTo>
                    <a:pt x="615036" y="39390"/>
                  </a:lnTo>
                  <a:lnTo>
                    <a:pt x="622821" y="39795"/>
                  </a:lnTo>
                  <a:lnTo>
                    <a:pt x="630606" y="40184"/>
                  </a:lnTo>
                  <a:lnTo>
                    <a:pt x="638392" y="40505"/>
                  </a:lnTo>
                  <a:lnTo>
                    <a:pt x="646177" y="40883"/>
                  </a:lnTo>
                  <a:lnTo>
                    <a:pt x="653962" y="41275"/>
                  </a:lnTo>
                  <a:lnTo>
                    <a:pt x="661747" y="41646"/>
                  </a:lnTo>
                  <a:lnTo>
                    <a:pt x="669533" y="41986"/>
                  </a:lnTo>
                  <a:lnTo>
                    <a:pt x="677318" y="42258"/>
                  </a:lnTo>
                  <a:lnTo>
                    <a:pt x="685103" y="42627"/>
                  </a:lnTo>
                  <a:lnTo>
                    <a:pt x="692889" y="43113"/>
                  </a:lnTo>
                  <a:lnTo>
                    <a:pt x="700674" y="43501"/>
                  </a:lnTo>
                  <a:lnTo>
                    <a:pt x="708459" y="43871"/>
                  </a:lnTo>
                  <a:lnTo>
                    <a:pt x="716244" y="44209"/>
                  </a:lnTo>
                  <a:lnTo>
                    <a:pt x="724030" y="44648"/>
                  </a:lnTo>
                  <a:lnTo>
                    <a:pt x="731815" y="45044"/>
                  </a:lnTo>
                  <a:lnTo>
                    <a:pt x="739600" y="45389"/>
                  </a:lnTo>
                  <a:lnTo>
                    <a:pt x="747385" y="45774"/>
                  </a:lnTo>
                  <a:lnTo>
                    <a:pt x="755171" y="46127"/>
                  </a:lnTo>
                  <a:lnTo>
                    <a:pt x="762956" y="46574"/>
                  </a:lnTo>
                  <a:lnTo>
                    <a:pt x="770741" y="46888"/>
                  </a:lnTo>
                  <a:lnTo>
                    <a:pt x="778527" y="47158"/>
                  </a:lnTo>
                  <a:lnTo>
                    <a:pt x="786312" y="47459"/>
                  </a:lnTo>
                  <a:lnTo>
                    <a:pt x="794097" y="47853"/>
                  </a:lnTo>
                  <a:lnTo>
                    <a:pt x="801882" y="48205"/>
                  </a:lnTo>
                  <a:lnTo>
                    <a:pt x="809668" y="48492"/>
                  </a:lnTo>
                  <a:lnTo>
                    <a:pt x="817453" y="48788"/>
                  </a:lnTo>
                  <a:lnTo>
                    <a:pt x="825238" y="49067"/>
                  </a:lnTo>
                  <a:lnTo>
                    <a:pt x="833023" y="49326"/>
                  </a:lnTo>
                  <a:lnTo>
                    <a:pt x="840809" y="49682"/>
                  </a:lnTo>
                  <a:lnTo>
                    <a:pt x="848594" y="50040"/>
                  </a:lnTo>
                  <a:lnTo>
                    <a:pt x="856379" y="50332"/>
                  </a:lnTo>
                  <a:lnTo>
                    <a:pt x="864165" y="50640"/>
                  </a:lnTo>
                  <a:lnTo>
                    <a:pt x="871950" y="50922"/>
                  </a:lnTo>
                  <a:lnTo>
                    <a:pt x="879735" y="51296"/>
                  </a:lnTo>
                  <a:lnTo>
                    <a:pt x="887520" y="51571"/>
                  </a:lnTo>
                  <a:lnTo>
                    <a:pt x="895306" y="51811"/>
                  </a:lnTo>
                  <a:lnTo>
                    <a:pt x="903091" y="52193"/>
                  </a:lnTo>
                  <a:lnTo>
                    <a:pt x="910876" y="52420"/>
                  </a:lnTo>
                  <a:lnTo>
                    <a:pt x="918661" y="52766"/>
                  </a:lnTo>
                  <a:lnTo>
                    <a:pt x="926447" y="53160"/>
                  </a:lnTo>
                  <a:lnTo>
                    <a:pt x="934232" y="53533"/>
                  </a:lnTo>
                  <a:lnTo>
                    <a:pt x="942017" y="53835"/>
                  </a:lnTo>
                  <a:lnTo>
                    <a:pt x="949802" y="54191"/>
                  </a:lnTo>
                  <a:lnTo>
                    <a:pt x="957588" y="54493"/>
                  </a:lnTo>
                  <a:lnTo>
                    <a:pt x="965373" y="54880"/>
                  </a:lnTo>
                  <a:lnTo>
                    <a:pt x="973158" y="55077"/>
                  </a:lnTo>
                  <a:lnTo>
                    <a:pt x="980944" y="55342"/>
                  </a:lnTo>
                  <a:lnTo>
                    <a:pt x="988729" y="55671"/>
                  </a:lnTo>
                  <a:lnTo>
                    <a:pt x="996514" y="55991"/>
                  </a:lnTo>
                  <a:lnTo>
                    <a:pt x="1004299" y="56270"/>
                  </a:lnTo>
                  <a:lnTo>
                    <a:pt x="1012085" y="56563"/>
                  </a:lnTo>
                  <a:lnTo>
                    <a:pt x="1019870" y="56820"/>
                  </a:lnTo>
                  <a:lnTo>
                    <a:pt x="1027655" y="57113"/>
                  </a:lnTo>
                  <a:lnTo>
                    <a:pt x="1035440" y="57467"/>
                  </a:lnTo>
                  <a:lnTo>
                    <a:pt x="1043226" y="57732"/>
                  </a:lnTo>
                  <a:lnTo>
                    <a:pt x="1051011" y="58047"/>
                  </a:lnTo>
                  <a:lnTo>
                    <a:pt x="1058796" y="58241"/>
                  </a:lnTo>
                  <a:lnTo>
                    <a:pt x="1066582" y="58583"/>
                  </a:lnTo>
                  <a:lnTo>
                    <a:pt x="1074367" y="58924"/>
                  </a:lnTo>
                  <a:lnTo>
                    <a:pt x="1082152" y="59218"/>
                  </a:lnTo>
                  <a:lnTo>
                    <a:pt x="1089937" y="59464"/>
                  </a:lnTo>
                  <a:lnTo>
                    <a:pt x="1097723" y="59740"/>
                  </a:lnTo>
                  <a:lnTo>
                    <a:pt x="1105508" y="59936"/>
                  </a:lnTo>
                  <a:lnTo>
                    <a:pt x="1113293" y="60187"/>
                  </a:lnTo>
                  <a:lnTo>
                    <a:pt x="1121078" y="60510"/>
                  </a:lnTo>
                  <a:lnTo>
                    <a:pt x="1128864" y="60743"/>
                  </a:lnTo>
                  <a:lnTo>
                    <a:pt x="1136649" y="60986"/>
                  </a:lnTo>
                  <a:lnTo>
                    <a:pt x="1144434" y="61292"/>
                  </a:lnTo>
                  <a:lnTo>
                    <a:pt x="1152220" y="61515"/>
                  </a:lnTo>
                  <a:lnTo>
                    <a:pt x="1160005" y="61748"/>
                  </a:lnTo>
                  <a:lnTo>
                    <a:pt x="1167790" y="61953"/>
                  </a:lnTo>
                  <a:lnTo>
                    <a:pt x="1175575" y="62191"/>
                  </a:lnTo>
                  <a:lnTo>
                    <a:pt x="1183361" y="62409"/>
                  </a:lnTo>
                  <a:lnTo>
                    <a:pt x="1191146" y="62656"/>
                  </a:lnTo>
                  <a:lnTo>
                    <a:pt x="1198931" y="62898"/>
                  </a:lnTo>
                  <a:lnTo>
                    <a:pt x="1206716" y="63068"/>
                  </a:lnTo>
                  <a:lnTo>
                    <a:pt x="1214502" y="63265"/>
                  </a:lnTo>
                  <a:lnTo>
                    <a:pt x="1222287" y="63511"/>
                  </a:lnTo>
                  <a:lnTo>
                    <a:pt x="1230072" y="63740"/>
                  </a:lnTo>
                  <a:lnTo>
                    <a:pt x="1237857" y="63946"/>
                  </a:lnTo>
                  <a:lnTo>
                    <a:pt x="1245643" y="64293"/>
                  </a:lnTo>
                  <a:lnTo>
                    <a:pt x="1253428" y="64523"/>
                  </a:lnTo>
                  <a:lnTo>
                    <a:pt x="1261213" y="64771"/>
                  </a:lnTo>
                  <a:lnTo>
                    <a:pt x="1268999" y="64985"/>
                  </a:lnTo>
                  <a:lnTo>
                    <a:pt x="1276784" y="65187"/>
                  </a:lnTo>
                  <a:lnTo>
                    <a:pt x="1284569" y="65359"/>
                  </a:lnTo>
                  <a:lnTo>
                    <a:pt x="1292354" y="65572"/>
                  </a:lnTo>
                  <a:lnTo>
                    <a:pt x="1300140" y="65845"/>
                  </a:lnTo>
                  <a:lnTo>
                    <a:pt x="1307925" y="66081"/>
                  </a:lnTo>
                  <a:lnTo>
                    <a:pt x="1315710" y="66267"/>
                  </a:lnTo>
                  <a:lnTo>
                    <a:pt x="1323495" y="66517"/>
                  </a:lnTo>
                  <a:lnTo>
                    <a:pt x="1331281" y="66771"/>
                  </a:lnTo>
                  <a:lnTo>
                    <a:pt x="1339066" y="66976"/>
                  </a:lnTo>
                  <a:lnTo>
                    <a:pt x="1346851" y="67176"/>
                  </a:lnTo>
                  <a:lnTo>
                    <a:pt x="1354637" y="67348"/>
                  </a:lnTo>
                  <a:lnTo>
                    <a:pt x="1362422" y="67544"/>
                  </a:lnTo>
                  <a:lnTo>
                    <a:pt x="1370207" y="67817"/>
                  </a:lnTo>
                  <a:lnTo>
                    <a:pt x="1377992" y="68003"/>
                  </a:lnTo>
                  <a:lnTo>
                    <a:pt x="1385778" y="68200"/>
                  </a:lnTo>
                  <a:lnTo>
                    <a:pt x="1393563" y="68397"/>
                  </a:lnTo>
                  <a:lnTo>
                    <a:pt x="1401348" y="68627"/>
                  </a:lnTo>
                  <a:lnTo>
                    <a:pt x="1409133" y="68831"/>
                  </a:lnTo>
                  <a:lnTo>
                    <a:pt x="1416919" y="69015"/>
                  </a:lnTo>
                  <a:lnTo>
                    <a:pt x="1424704" y="69194"/>
                  </a:lnTo>
                  <a:lnTo>
                    <a:pt x="1432489" y="69387"/>
                  </a:lnTo>
                  <a:lnTo>
                    <a:pt x="1440275" y="69578"/>
                  </a:lnTo>
                  <a:lnTo>
                    <a:pt x="1448060" y="69785"/>
                  </a:lnTo>
                  <a:lnTo>
                    <a:pt x="1455845" y="70009"/>
                  </a:lnTo>
                  <a:lnTo>
                    <a:pt x="1463630" y="70189"/>
                  </a:lnTo>
                  <a:lnTo>
                    <a:pt x="1471416" y="70419"/>
                  </a:lnTo>
                  <a:lnTo>
                    <a:pt x="1479201" y="70613"/>
                  </a:lnTo>
                  <a:lnTo>
                    <a:pt x="1486986" y="70853"/>
                  </a:lnTo>
                  <a:lnTo>
                    <a:pt x="1494771" y="71026"/>
                  </a:lnTo>
                  <a:lnTo>
                    <a:pt x="1502557" y="71173"/>
                  </a:lnTo>
                  <a:lnTo>
                    <a:pt x="1510342" y="71358"/>
                  </a:lnTo>
                  <a:lnTo>
                    <a:pt x="1518127" y="71485"/>
                  </a:lnTo>
                  <a:lnTo>
                    <a:pt x="1525912" y="71642"/>
                  </a:lnTo>
                  <a:lnTo>
                    <a:pt x="1533698" y="71820"/>
                  </a:lnTo>
                  <a:lnTo>
                    <a:pt x="1541483" y="72017"/>
                  </a:lnTo>
                  <a:lnTo>
                    <a:pt x="1549268" y="72178"/>
                  </a:lnTo>
                  <a:lnTo>
                    <a:pt x="1557054" y="72358"/>
                  </a:lnTo>
                  <a:lnTo>
                    <a:pt x="1564839" y="72519"/>
                  </a:lnTo>
                  <a:lnTo>
                    <a:pt x="1572624" y="72683"/>
                  </a:lnTo>
                  <a:lnTo>
                    <a:pt x="1580409" y="72869"/>
                  </a:lnTo>
                  <a:lnTo>
                    <a:pt x="1588195" y="73039"/>
                  </a:lnTo>
                  <a:lnTo>
                    <a:pt x="1595980" y="73218"/>
                  </a:lnTo>
                  <a:lnTo>
                    <a:pt x="1603765" y="73397"/>
                  </a:lnTo>
                  <a:lnTo>
                    <a:pt x="1611550" y="73571"/>
                  </a:lnTo>
                  <a:lnTo>
                    <a:pt x="1619336" y="73731"/>
                  </a:lnTo>
                  <a:lnTo>
                    <a:pt x="1627121" y="73882"/>
                  </a:lnTo>
                  <a:lnTo>
                    <a:pt x="1634906" y="74054"/>
                  </a:lnTo>
                  <a:lnTo>
                    <a:pt x="1642692" y="74203"/>
                  </a:lnTo>
                  <a:lnTo>
                    <a:pt x="1650477" y="74348"/>
                  </a:lnTo>
                  <a:lnTo>
                    <a:pt x="1658262" y="74504"/>
                  </a:lnTo>
                  <a:lnTo>
                    <a:pt x="1666047" y="74659"/>
                  </a:lnTo>
                  <a:lnTo>
                    <a:pt x="1673833" y="74800"/>
                  </a:lnTo>
                  <a:lnTo>
                    <a:pt x="1681618" y="74919"/>
                  </a:lnTo>
                  <a:lnTo>
                    <a:pt x="1689403" y="75022"/>
                  </a:lnTo>
                  <a:lnTo>
                    <a:pt x="1697188" y="75186"/>
                  </a:lnTo>
                  <a:lnTo>
                    <a:pt x="1704974" y="75364"/>
                  </a:lnTo>
                  <a:lnTo>
                    <a:pt x="1712759" y="75539"/>
                  </a:lnTo>
                  <a:lnTo>
                    <a:pt x="1720544" y="75688"/>
                  </a:lnTo>
                  <a:lnTo>
                    <a:pt x="1728330" y="75819"/>
                  </a:lnTo>
                  <a:lnTo>
                    <a:pt x="1736115" y="75960"/>
                  </a:lnTo>
                  <a:lnTo>
                    <a:pt x="1743900" y="76121"/>
                  </a:lnTo>
                  <a:lnTo>
                    <a:pt x="1751685" y="76270"/>
                  </a:lnTo>
                  <a:lnTo>
                    <a:pt x="1759471" y="76428"/>
                  </a:lnTo>
                  <a:lnTo>
                    <a:pt x="1767256" y="76568"/>
                  </a:lnTo>
                  <a:lnTo>
                    <a:pt x="1775041" y="76688"/>
                  </a:lnTo>
                  <a:lnTo>
                    <a:pt x="1782826" y="76823"/>
                  </a:lnTo>
                  <a:lnTo>
                    <a:pt x="1790612" y="76970"/>
                  </a:lnTo>
                  <a:lnTo>
                    <a:pt x="1798397" y="77157"/>
                  </a:lnTo>
                  <a:lnTo>
                    <a:pt x="1806182" y="77284"/>
                  </a:lnTo>
                  <a:lnTo>
                    <a:pt x="1813967" y="77393"/>
                  </a:lnTo>
                  <a:lnTo>
                    <a:pt x="1821753" y="77525"/>
                  </a:lnTo>
                  <a:lnTo>
                    <a:pt x="1829538" y="77651"/>
                  </a:lnTo>
                  <a:lnTo>
                    <a:pt x="1837323" y="77809"/>
                  </a:lnTo>
                  <a:lnTo>
                    <a:pt x="1845109" y="77966"/>
                  </a:lnTo>
                  <a:lnTo>
                    <a:pt x="1852894" y="78122"/>
                  </a:lnTo>
                  <a:lnTo>
                    <a:pt x="1860679" y="78278"/>
                  </a:lnTo>
                  <a:lnTo>
                    <a:pt x="1868464" y="78407"/>
                  </a:lnTo>
                  <a:lnTo>
                    <a:pt x="1876250" y="78530"/>
                  </a:lnTo>
                  <a:lnTo>
                    <a:pt x="1884035" y="78631"/>
                  </a:lnTo>
                  <a:lnTo>
                    <a:pt x="1891820" y="78787"/>
                  </a:lnTo>
                  <a:lnTo>
                    <a:pt x="1899605" y="78944"/>
                  </a:lnTo>
                  <a:lnTo>
                    <a:pt x="1907391" y="79094"/>
                  </a:lnTo>
                  <a:lnTo>
                    <a:pt x="1915176" y="79227"/>
                  </a:lnTo>
                  <a:lnTo>
                    <a:pt x="1922961" y="79365"/>
                  </a:lnTo>
                  <a:lnTo>
                    <a:pt x="1930747" y="79493"/>
                  </a:lnTo>
                  <a:lnTo>
                    <a:pt x="1938532" y="79614"/>
                  </a:lnTo>
                  <a:lnTo>
                    <a:pt x="1946317" y="79749"/>
                  </a:lnTo>
                  <a:lnTo>
                    <a:pt x="1954102" y="79884"/>
                  </a:lnTo>
                  <a:lnTo>
                    <a:pt x="1961888" y="79995"/>
                  </a:lnTo>
                  <a:lnTo>
                    <a:pt x="1969673" y="80099"/>
                  </a:lnTo>
                  <a:lnTo>
                    <a:pt x="1977458" y="80233"/>
                  </a:lnTo>
                  <a:lnTo>
                    <a:pt x="1985243" y="80372"/>
                  </a:lnTo>
                  <a:lnTo>
                    <a:pt x="1993029" y="80483"/>
                  </a:lnTo>
                  <a:lnTo>
                    <a:pt x="2000814" y="80596"/>
                  </a:lnTo>
                  <a:lnTo>
                    <a:pt x="2008599" y="80692"/>
                  </a:lnTo>
                  <a:lnTo>
                    <a:pt x="2016385" y="80827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47627" y="4873338"/>
              <a:ext cx="2016385" cy="66299"/>
            </a:xfrm>
            <a:custGeom>
              <a:avLst/>
              <a:pathLst>
                <a:path w="2016385" h="66299">
                  <a:moveTo>
                    <a:pt x="0" y="0"/>
                  </a:moveTo>
                  <a:lnTo>
                    <a:pt x="7785" y="480"/>
                  </a:lnTo>
                  <a:lnTo>
                    <a:pt x="15570" y="1028"/>
                  </a:lnTo>
                  <a:lnTo>
                    <a:pt x="23355" y="1519"/>
                  </a:lnTo>
                  <a:lnTo>
                    <a:pt x="31141" y="2072"/>
                  </a:lnTo>
                  <a:lnTo>
                    <a:pt x="38926" y="2484"/>
                  </a:lnTo>
                  <a:lnTo>
                    <a:pt x="46711" y="3041"/>
                  </a:lnTo>
                  <a:lnTo>
                    <a:pt x="54496" y="3567"/>
                  </a:lnTo>
                  <a:lnTo>
                    <a:pt x="62282" y="4023"/>
                  </a:lnTo>
                  <a:lnTo>
                    <a:pt x="70067" y="4613"/>
                  </a:lnTo>
                  <a:lnTo>
                    <a:pt x="77852" y="4969"/>
                  </a:lnTo>
                  <a:lnTo>
                    <a:pt x="85637" y="5513"/>
                  </a:lnTo>
                  <a:lnTo>
                    <a:pt x="93423" y="5971"/>
                  </a:lnTo>
                  <a:lnTo>
                    <a:pt x="101208" y="6435"/>
                  </a:lnTo>
                  <a:lnTo>
                    <a:pt x="108993" y="6922"/>
                  </a:lnTo>
                  <a:lnTo>
                    <a:pt x="116779" y="7361"/>
                  </a:lnTo>
                  <a:lnTo>
                    <a:pt x="124564" y="7872"/>
                  </a:lnTo>
                  <a:lnTo>
                    <a:pt x="132349" y="8359"/>
                  </a:lnTo>
                  <a:lnTo>
                    <a:pt x="140134" y="8866"/>
                  </a:lnTo>
                  <a:lnTo>
                    <a:pt x="147920" y="9241"/>
                  </a:lnTo>
                  <a:lnTo>
                    <a:pt x="155705" y="9712"/>
                  </a:lnTo>
                  <a:lnTo>
                    <a:pt x="163490" y="10090"/>
                  </a:lnTo>
                  <a:lnTo>
                    <a:pt x="171275" y="10526"/>
                  </a:lnTo>
                  <a:lnTo>
                    <a:pt x="179061" y="11013"/>
                  </a:lnTo>
                  <a:lnTo>
                    <a:pt x="186846" y="11478"/>
                  </a:lnTo>
                  <a:lnTo>
                    <a:pt x="194631" y="11899"/>
                  </a:lnTo>
                  <a:lnTo>
                    <a:pt x="202417" y="12202"/>
                  </a:lnTo>
                  <a:lnTo>
                    <a:pt x="210202" y="12657"/>
                  </a:lnTo>
                  <a:lnTo>
                    <a:pt x="217987" y="13089"/>
                  </a:lnTo>
                  <a:lnTo>
                    <a:pt x="225772" y="13508"/>
                  </a:lnTo>
                  <a:lnTo>
                    <a:pt x="233558" y="13939"/>
                  </a:lnTo>
                  <a:lnTo>
                    <a:pt x="241343" y="14224"/>
                  </a:lnTo>
                  <a:lnTo>
                    <a:pt x="249128" y="14568"/>
                  </a:lnTo>
                  <a:lnTo>
                    <a:pt x="256913" y="15012"/>
                  </a:lnTo>
                  <a:lnTo>
                    <a:pt x="264699" y="15446"/>
                  </a:lnTo>
                  <a:lnTo>
                    <a:pt x="272484" y="15847"/>
                  </a:lnTo>
                  <a:lnTo>
                    <a:pt x="280269" y="16172"/>
                  </a:lnTo>
                  <a:lnTo>
                    <a:pt x="288055" y="16518"/>
                  </a:lnTo>
                  <a:lnTo>
                    <a:pt x="295840" y="16934"/>
                  </a:lnTo>
                  <a:lnTo>
                    <a:pt x="303625" y="17376"/>
                  </a:lnTo>
                  <a:lnTo>
                    <a:pt x="311410" y="17742"/>
                  </a:lnTo>
                  <a:lnTo>
                    <a:pt x="319196" y="18050"/>
                  </a:lnTo>
                  <a:lnTo>
                    <a:pt x="326981" y="18418"/>
                  </a:lnTo>
                  <a:lnTo>
                    <a:pt x="334766" y="18765"/>
                  </a:lnTo>
                  <a:lnTo>
                    <a:pt x="342551" y="19181"/>
                  </a:lnTo>
                  <a:lnTo>
                    <a:pt x="350337" y="19622"/>
                  </a:lnTo>
                  <a:lnTo>
                    <a:pt x="358122" y="19952"/>
                  </a:lnTo>
                  <a:lnTo>
                    <a:pt x="365907" y="20295"/>
                  </a:lnTo>
                  <a:lnTo>
                    <a:pt x="373692" y="20618"/>
                  </a:lnTo>
                  <a:lnTo>
                    <a:pt x="381478" y="20922"/>
                  </a:lnTo>
                  <a:lnTo>
                    <a:pt x="389263" y="21211"/>
                  </a:lnTo>
                  <a:lnTo>
                    <a:pt x="397048" y="21545"/>
                  </a:lnTo>
                  <a:lnTo>
                    <a:pt x="404834" y="21831"/>
                  </a:lnTo>
                  <a:lnTo>
                    <a:pt x="412619" y="22156"/>
                  </a:lnTo>
                  <a:lnTo>
                    <a:pt x="420404" y="22513"/>
                  </a:lnTo>
                  <a:lnTo>
                    <a:pt x="428189" y="22933"/>
                  </a:lnTo>
                  <a:lnTo>
                    <a:pt x="435975" y="23256"/>
                  </a:lnTo>
                  <a:lnTo>
                    <a:pt x="443760" y="23679"/>
                  </a:lnTo>
                  <a:lnTo>
                    <a:pt x="451545" y="24100"/>
                  </a:lnTo>
                  <a:lnTo>
                    <a:pt x="459330" y="24420"/>
                  </a:lnTo>
                  <a:lnTo>
                    <a:pt x="467116" y="24787"/>
                  </a:lnTo>
                  <a:lnTo>
                    <a:pt x="474901" y="25018"/>
                  </a:lnTo>
                  <a:lnTo>
                    <a:pt x="482686" y="25393"/>
                  </a:lnTo>
                  <a:lnTo>
                    <a:pt x="490472" y="25885"/>
                  </a:lnTo>
                  <a:lnTo>
                    <a:pt x="498257" y="26242"/>
                  </a:lnTo>
                  <a:lnTo>
                    <a:pt x="506042" y="26574"/>
                  </a:lnTo>
                  <a:lnTo>
                    <a:pt x="513827" y="26817"/>
                  </a:lnTo>
                  <a:lnTo>
                    <a:pt x="521613" y="27147"/>
                  </a:lnTo>
                  <a:lnTo>
                    <a:pt x="529398" y="27466"/>
                  </a:lnTo>
                  <a:lnTo>
                    <a:pt x="537183" y="27806"/>
                  </a:lnTo>
                  <a:lnTo>
                    <a:pt x="544968" y="28056"/>
                  </a:lnTo>
                  <a:lnTo>
                    <a:pt x="552754" y="28390"/>
                  </a:lnTo>
                  <a:lnTo>
                    <a:pt x="560539" y="28725"/>
                  </a:lnTo>
                  <a:lnTo>
                    <a:pt x="568324" y="29075"/>
                  </a:lnTo>
                  <a:lnTo>
                    <a:pt x="576110" y="29359"/>
                  </a:lnTo>
                  <a:lnTo>
                    <a:pt x="583895" y="29723"/>
                  </a:lnTo>
                  <a:lnTo>
                    <a:pt x="591680" y="30025"/>
                  </a:lnTo>
                  <a:lnTo>
                    <a:pt x="599465" y="30349"/>
                  </a:lnTo>
                  <a:lnTo>
                    <a:pt x="607251" y="30641"/>
                  </a:lnTo>
                  <a:lnTo>
                    <a:pt x="615036" y="30925"/>
                  </a:lnTo>
                  <a:lnTo>
                    <a:pt x="622821" y="31219"/>
                  </a:lnTo>
                  <a:lnTo>
                    <a:pt x="630606" y="31600"/>
                  </a:lnTo>
                  <a:lnTo>
                    <a:pt x="638392" y="31930"/>
                  </a:lnTo>
                  <a:lnTo>
                    <a:pt x="646177" y="32267"/>
                  </a:lnTo>
                  <a:lnTo>
                    <a:pt x="653962" y="32652"/>
                  </a:lnTo>
                  <a:lnTo>
                    <a:pt x="661747" y="32943"/>
                  </a:lnTo>
                  <a:lnTo>
                    <a:pt x="669533" y="33230"/>
                  </a:lnTo>
                  <a:lnTo>
                    <a:pt x="677318" y="33524"/>
                  </a:lnTo>
                  <a:lnTo>
                    <a:pt x="685103" y="33786"/>
                  </a:lnTo>
                  <a:lnTo>
                    <a:pt x="692889" y="34156"/>
                  </a:lnTo>
                  <a:lnTo>
                    <a:pt x="700674" y="34478"/>
                  </a:lnTo>
                  <a:lnTo>
                    <a:pt x="708459" y="34817"/>
                  </a:lnTo>
                  <a:lnTo>
                    <a:pt x="716244" y="35114"/>
                  </a:lnTo>
                  <a:lnTo>
                    <a:pt x="724030" y="35475"/>
                  </a:lnTo>
                  <a:lnTo>
                    <a:pt x="731815" y="35741"/>
                  </a:lnTo>
                  <a:lnTo>
                    <a:pt x="739600" y="36040"/>
                  </a:lnTo>
                  <a:lnTo>
                    <a:pt x="747385" y="36366"/>
                  </a:lnTo>
                  <a:lnTo>
                    <a:pt x="755171" y="36698"/>
                  </a:lnTo>
                  <a:lnTo>
                    <a:pt x="762956" y="37067"/>
                  </a:lnTo>
                  <a:lnTo>
                    <a:pt x="770741" y="37385"/>
                  </a:lnTo>
                  <a:lnTo>
                    <a:pt x="778527" y="37662"/>
                  </a:lnTo>
                  <a:lnTo>
                    <a:pt x="786312" y="37924"/>
                  </a:lnTo>
                  <a:lnTo>
                    <a:pt x="794097" y="38244"/>
                  </a:lnTo>
                  <a:lnTo>
                    <a:pt x="801882" y="38458"/>
                  </a:lnTo>
                  <a:lnTo>
                    <a:pt x="809668" y="38645"/>
                  </a:lnTo>
                  <a:lnTo>
                    <a:pt x="817453" y="38891"/>
                  </a:lnTo>
                  <a:lnTo>
                    <a:pt x="825238" y="39160"/>
                  </a:lnTo>
                  <a:lnTo>
                    <a:pt x="833023" y="39395"/>
                  </a:lnTo>
                  <a:lnTo>
                    <a:pt x="840809" y="39621"/>
                  </a:lnTo>
                  <a:lnTo>
                    <a:pt x="848594" y="39921"/>
                  </a:lnTo>
                  <a:lnTo>
                    <a:pt x="856379" y="40226"/>
                  </a:lnTo>
                  <a:lnTo>
                    <a:pt x="864165" y="40490"/>
                  </a:lnTo>
                  <a:lnTo>
                    <a:pt x="871950" y="40753"/>
                  </a:lnTo>
                  <a:lnTo>
                    <a:pt x="879735" y="40957"/>
                  </a:lnTo>
                  <a:lnTo>
                    <a:pt x="887520" y="41331"/>
                  </a:lnTo>
                  <a:lnTo>
                    <a:pt x="895306" y="41617"/>
                  </a:lnTo>
                  <a:lnTo>
                    <a:pt x="903091" y="41947"/>
                  </a:lnTo>
                  <a:lnTo>
                    <a:pt x="910876" y="42184"/>
                  </a:lnTo>
                  <a:lnTo>
                    <a:pt x="918661" y="42378"/>
                  </a:lnTo>
                  <a:lnTo>
                    <a:pt x="926447" y="42647"/>
                  </a:lnTo>
                  <a:lnTo>
                    <a:pt x="934232" y="42896"/>
                  </a:lnTo>
                  <a:lnTo>
                    <a:pt x="942017" y="43199"/>
                  </a:lnTo>
                  <a:lnTo>
                    <a:pt x="949802" y="43385"/>
                  </a:lnTo>
                  <a:lnTo>
                    <a:pt x="957588" y="43615"/>
                  </a:lnTo>
                  <a:lnTo>
                    <a:pt x="965373" y="43927"/>
                  </a:lnTo>
                  <a:lnTo>
                    <a:pt x="973158" y="44185"/>
                  </a:lnTo>
                  <a:lnTo>
                    <a:pt x="980944" y="44426"/>
                  </a:lnTo>
                  <a:lnTo>
                    <a:pt x="988729" y="44583"/>
                  </a:lnTo>
                  <a:lnTo>
                    <a:pt x="996514" y="44764"/>
                  </a:lnTo>
                  <a:lnTo>
                    <a:pt x="1004299" y="44965"/>
                  </a:lnTo>
                  <a:lnTo>
                    <a:pt x="1012085" y="45147"/>
                  </a:lnTo>
                  <a:lnTo>
                    <a:pt x="1019870" y="45353"/>
                  </a:lnTo>
                  <a:lnTo>
                    <a:pt x="1027655" y="45517"/>
                  </a:lnTo>
                  <a:lnTo>
                    <a:pt x="1035440" y="45788"/>
                  </a:lnTo>
                  <a:lnTo>
                    <a:pt x="1043226" y="46076"/>
                  </a:lnTo>
                  <a:lnTo>
                    <a:pt x="1051011" y="46277"/>
                  </a:lnTo>
                  <a:lnTo>
                    <a:pt x="1058796" y="46551"/>
                  </a:lnTo>
                  <a:lnTo>
                    <a:pt x="1066582" y="46794"/>
                  </a:lnTo>
                  <a:lnTo>
                    <a:pt x="1074367" y="47078"/>
                  </a:lnTo>
                  <a:lnTo>
                    <a:pt x="1082152" y="47274"/>
                  </a:lnTo>
                  <a:lnTo>
                    <a:pt x="1089937" y="47480"/>
                  </a:lnTo>
                  <a:lnTo>
                    <a:pt x="1097723" y="47658"/>
                  </a:lnTo>
                  <a:lnTo>
                    <a:pt x="1105508" y="47896"/>
                  </a:lnTo>
                  <a:lnTo>
                    <a:pt x="1113293" y="48047"/>
                  </a:lnTo>
                  <a:lnTo>
                    <a:pt x="1121078" y="48288"/>
                  </a:lnTo>
                  <a:lnTo>
                    <a:pt x="1128864" y="48463"/>
                  </a:lnTo>
                  <a:lnTo>
                    <a:pt x="1136649" y="48685"/>
                  </a:lnTo>
                  <a:lnTo>
                    <a:pt x="1144434" y="48926"/>
                  </a:lnTo>
                  <a:lnTo>
                    <a:pt x="1152220" y="49160"/>
                  </a:lnTo>
                  <a:lnTo>
                    <a:pt x="1160005" y="49327"/>
                  </a:lnTo>
                  <a:lnTo>
                    <a:pt x="1167790" y="49519"/>
                  </a:lnTo>
                  <a:lnTo>
                    <a:pt x="1175575" y="49728"/>
                  </a:lnTo>
                  <a:lnTo>
                    <a:pt x="1183361" y="49922"/>
                  </a:lnTo>
                  <a:lnTo>
                    <a:pt x="1191146" y="50129"/>
                  </a:lnTo>
                  <a:lnTo>
                    <a:pt x="1198931" y="50370"/>
                  </a:lnTo>
                  <a:lnTo>
                    <a:pt x="1206716" y="50589"/>
                  </a:lnTo>
                  <a:lnTo>
                    <a:pt x="1214502" y="50755"/>
                  </a:lnTo>
                  <a:lnTo>
                    <a:pt x="1222287" y="50967"/>
                  </a:lnTo>
                  <a:lnTo>
                    <a:pt x="1230072" y="51150"/>
                  </a:lnTo>
                  <a:lnTo>
                    <a:pt x="1237857" y="51356"/>
                  </a:lnTo>
                  <a:lnTo>
                    <a:pt x="1245643" y="51488"/>
                  </a:lnTo>
                  <a:lnTo>
                    <a:pt x="1253428" y="51687"/>
                  </a:lnTo>
                  <a:lnTo>
                    <a:pt x="1261213" y="51937"/>
                  </a:lnTo>
                  <a:lnTo>
                    <a:pt x="1268999" y="52121"/>
                  </a:lnTo>
                  <a:lnTo>
                    <a:pt x="1276784" y="52290"/>
                  </a:lnTo>
                  <a:lnTo>
                    <a:pt x="1284569" y="52512"/>
                  </a:lnTo>
                  <a:lnTo>
                    <a:pt x="1292354" y="52732"/>
                  </a:lnTo>
                  <a:lnTo>
                    <a:pt x="1300140" y="52964"/>
                  </a:lnTo>
                  <a:lnTo>
                    <a:pt x="1307925" y="53176"/>
                  </a:lnTo>
                  <a:lnTo>
                    <a:pt x="1315710" y="53367"/>
                  </a:lnTo>
                  <a:lnTo>
                    <a:pt x="1323495" y="53566"/>
                  </a:lnTo>
                  <a:lnTo>
                    <a:pt x="1331281" y="53714"/>
                  </a:lnTo>
                  <a:lnTo>
                    <a:pt x="1339066" y="53862"/>
                  </a:lnTo>
                  <a:lnTo>
                    <a:pt x="1346851" y="54010"/>
                  </a:lnTo>
                  <a:lnTo>
                    <a:pt x="1354637" y="54177"/>
                  </a:lnTo>
                  <a:lnTo>
                    <a:pt x="1362422" y="54331"/>
                  </a:lnTo>
                  <a:lnTo>
                    <a:pt x="1370207" y="54514"/>
                  </a:lnTo>
                  <a:lnTo>
                    <a:pt x="1377992" y="54682"/>
                  </a:lnTo>
                  <a:lnTo>
                    <a:pt x="1385778" y="54827"/>
                  </a:lnTo>
                  <a:lnTo>
                    <a:pt x="1393563" y="55020"/>
                  </a:lnTo>
                  <a:lnTo>
                    <a:pt x="1401348" y="55211"/>
                  </a:lnTo>
                  <a:lnTo>
                    <a:pt x="1409133" y="55408"/>
                  </a:lnTo>
                  <a:lnTo>
                    <a:pt x="1416919" y="55607"/>
                  </a:lnTo>
                  <a:lnTo>
                    <a:pt x="1424704" y="55740"/>
                  </a:lnTo>
                  <a:lnTo>
                    <a:pt x="1432489" y="55889"/>
                  </a:lnTo>
                  <a:lnTo>
                    <a:pt x="1440275" y="56034"/>
                  </a:lnTo>
                  <a:lnTo>
                    <a:pt x="1448060" y="56196"/>
                  </a:lnTo>
                  <a:lnTo>
                    <a:pt x="1455845" y="56386"/>
                  </a:lnTo>
                  <a:lnTo>
                    <a:pt x="1463630" y="56557"/>
                  </a:lnTo>
                  <a:lnTo>
                    <a:pt x="1471416" y="56774"/>
                  </a:lnTo>
                  <a:lnTo>
                    <a:pt x="1479201" y="56908"/>
                  </a:lnTo>
                  <a:lnTo>
                    <a:pt x="1486986" y="57043"/>
                  </a:lnTo>
                  <a:lnTo>
                    <a:pt x="1494771" y="57191"/>
                  </a:lnTo>
                  <a:lnTo>
                    <a:pt x="1502557" y="57358"/>
                  </a:lnTo>
                  <a:lnTo>
                    <a:pt x="1510342" y="57499"/>
                  </a:lnTo>
                  <a:lnTo>
                    <a:pt x="1518127" y="57672"/>
                  </a:lnTo>
                  <a:lnTo>
                    <a:pt x="1525912" y="57834"/>
                  </a:lnTo>
                  <a:lnTo>
                    <a:pt x="1533698" y="57987"/>
                  </a:lnTo>
                  <a:lnTo>
                    <a:pt x="1541483" y="58158"/>
                  </a:lnTo>
                  <a:lnTo>
                    <a:pt x="1549268" y="58312"/>
                  </a:lnTo>
                  <a:lnTo>
                    <a:pt x="1557054" y="58442"/>
                  </a:lnTo>
                  <a:lnTo>
                    <a:pt x="1564839" y="58587"/>
                  </a:lnTo>
                  <a:lnTo>
                    <a:pt x="1572624" y="58707"/>
                  </a:lnTo>
                  <a:lnTo>
                    <a:pt x="1580409" y="58844"/>
                  </a:lnTo>
                  <a:lnTo>
                    <a:pt x="1588195" y="59002"/>
                  </a:lnTo>
                  <a:lnTo>
                    <a:pt x="1595980" y="59159"/>
                  </a:lnTo>
                  <a:lnTo>
                    <a:pt x="1603765" y="59323"/>
                  </a:lnTo>
                  <a:lnTo>
                    <a:pt x="1611550" y="59502"/>
                  </a:lnTo>
                  <a:lnTo>
                    <a:pt x="1619336" y="59687"/>
                  </a:lnTo>
                  <a:lnTo>
                    <a:pt x="1627121" y="59822"/>
                  </a:lnTo>
                  <a:lnTo>
                    <a:pt x="1634906" y="59954"/>
                  </a:lnTo>
                  <a:lnTo>
                    <a:pt x="1642692" y="60116"/>
                  </a:lnTo>
                  <a:lnTo>
                    <a:pt x="1650477" y="60280"/>
                  </a:lnTo>
                  <a:lnTo>
                    <a:pt x="1658262" y="60425"/>
                  </a:lnTo>
                  <a:lnTo>
                    <a:pt x="1666047" y="60545"/>
                  </a:lnTo>
                  <a:lnTo>
                    <a:pt x="1673833" y="60658"/>
                  </a:lnTo>
                  <a:lnTo>
                    <a:pt x="1681618" y="60788"/>
                  </a:lnTo>
                  <a:lnTo>
                    <a:pt x="1689403" y="60940"/>
                  </a:lnTo>
                  <a:lnTo>
                    <a:pt x="1697188" y="61115"/>
                  </a:lnTo>
                  <a:lnTo>
                    <a:pt x="1704974" y="61282"/>
                  </a:lnTo>
                  <a:lnTo>
                    <a:pt x="1712759" y="61428"/>
                  </a:lnTo>
                  <a:lnTo>
                    <a:pt x="1720544" y="61547"/>
                  </a:lnTo>
                  <a:lnTo>
                    <a:pt x="1728330" y="61676"/>
                  </a:lnTo>
                  <a:lnTo>
                    <a:pt x="1736115" y="61810"/>
                  </a:lnTo>
                  <a:lnTo>
                    <a:pt x="1743900" y="61960"/>
                  </a:lnTo>
                  <a:lnTo>
                    <a:pt x="1751685" y="62090"/>
                  </a:lnTo>
                  <a:lnTo>
                    <a:pt x="1759471" y="62216"/>
                  </a:lnTo>
                  <a:lnTo>
                    <a:pt x="1767256" y="62367"/>
                  </a:lnTo>
                  <a:lnTo>
                    <a:pt x="1775041" y="62506"/>
                  </a:lnTo>
                  <a:lnTo>
                    <a:pt x="1782826" y="62640"/>
                  </a:lnTo>
                  <a:lnTo>
                    <a:pt x="1790612" y="62788"/>
                  </a:lnTo>
                  <a:lnTo>
                    <a:pt x="1798397" y="62921"/>
                  </a:lnTo>
                  <a:lnTo>
                    <a:pt x="1806182" y="63037"/>
                  </a:lnTo>
                  <a:lnTo>
                    <a:pt x="1813967" y="63174"/>
                  </a:lnTo>
                  <a:lnTo>
                    <a:pt x="1821753" y="63310"/>
                  </a:lnTo>
                  <a:lnTo>
                    <a:pt x="1829538" y="63445"/>
                  </a:lnTo>
                  <a:lnTo>
                    <a:pt x="1837323" y="63581"/>
                  </a:lnTo>
                  <a:lnTo>
                    <a:pt x="1845109" y="63703"/>
                  </a:lnTo>
                  <a:lnTo>
                    <a:pt x="1852894" y="63805"/>
                  </a:lnTo>
                  <a:lnTo>
                    <a:pt x="1860679" y="63925"/>
                  </a:lnTo>
                  <a:lnTo>
                    <a:pt x="1868464" y="64063"/>
                  </a:lnTo>
                  <a:lnTo>
                    <a:pt x="1876250" y="64178"/>
                  </a:lnTo>
                  <a:lnTo>
                    <a:pt x="1884035" y="64311"/>
                  </a:lnTo>
                  <a:lnTo>
                    <a:pt x="1891820" y="64419"/>
                  </a:lnTo>
                  <a:lnTo>
                    <a:pt x="1899605" y="64543"/>
                  </a:lnTo>
                  <a:lnTo>
                    <a:pt x="1907391" y="64649"/>
                  </a:lnTo>
                  <a:lnTo>
                    <a:pt x="1915176" y="64791"/>
                  </a:lnTo>
                  <a:lnTo>
                    <a:pt x="1922961" y="64897"/>
                  </a:lnTo>
                  <a:lnTo>
                    <a:pt x="1930747" y="65025"/>
                  </a:lnTo>
                  <a:lnTo>
                    <a:pt x="1938532" y="65146"/>
                  </a:lnTo>
                  <a:lnTo>
                    <a:pt x="1946317" y="65250"/>
                  </a:lnTo>
                  <a:lnTo>
                    <a:pt x="1954102" y="65373"/>
                  </a:lnTo>
                  <a:lnTo>
                    <a:pt x="1961888" y="65490"/>
                  </a:lnTo>
                  <a:lnTo>
                    <a:pt x="1969673" y="65628"/>
                  </a:lnTo>
                  <a:lnTo>
                    <a:pt x="1977458" y="65741"/>
                  </a:lnTo>
                  <a:lnTo>
                    <a:pt x="1985243" y="65893"/>
                  </a:lnTo>
                  <a:lnTo>
                    <a:pt x="1993029" y="66023"/>
                  </a:lnTo>
                  <a:lnTo>
                    <a:pt x="2000814" y="66108"/>
                  </a:lnTo>
                  <a:lnTo>
                    <a:pt x="2008599" y="66214"/>
                  </a:lnTo>
                  <a:lnTo>
                    <a:pt x="2016385" y="66299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47627" y="4870029"/>
              <a:ext cx="2016385" cy="72567"/>
            </a:xfrm>
            <a:custGeom>
              <a:avLst/>
              <a:pathLst>
                <a:path w="2016385" h="72567">
                  <a:moveTo>
                    <a:pt x="0" y="0"/>
                  </a:moveTo>
                  <a:lnTo>
                    <a:pt x="7785" y="505"/>
                  </a:lnTo>
                  <a:lnTo>
                    <a:pt x="15570" y="935"/>
                  </a:lnTo>
                  <a:lnTo>
                    <a:pt x="23355" y="1610"/>
                  </a:lnTo>
                  <a:lnTo>
                    <a:pt x="31141" y="2097"/>
                  </a:lnTo>
                  <a:lnTo>
                    <a:pt x="38926" y="2720"/>
                  </a:lnTo>
                  <a:lnTo>
                    <a:pt x="46711" y="3224"/>
                  </a:lnTo>
                  <a:lnTo>
                    <a:pt x="54496" y="3687"/>
                  </a:lnTo>
                  <a:lnTo>
                    <a:pt x="62282" y="4359"/>
                  </a:lnTo>
                  <a:lnTo>
                    <a:pt x="70067" y="5045"/>
                  </a:lnTo>
                  <a:lnTo>
                    <a:pt x="77852" y="5733"/>
                  </a:lnTo>
                  <a:lnTo>
                    <a:pt x="85637" y="6277"/>
                  </a:lnTo>
                  <a:lnTo>
                    <a:pt x="93423" y="6874"/>
                  </a:lnTo>
                  <a:lnTo>
                    <a:pt x="101208" y="7217"/>
                  </a:lnTo>
                  <a:lnTo>
                    <a:pt x="108993" y="7556"/>
                  </a:lnTo>
                  <a:lnTo>
                    <a:pt x="116779" y="7956"/>
                  </a:lnTo>
                  <a:lnTo>
                    <a:pt x="124564" y="8411"/>
                  </a:lnTo>
                  <a:lnTo>
                    <a:pt x="132349" y="8891"/>
                  </a:lnTo>
                  <a:lnTo>
                    <a:pt x="140134" y="9344"/>
                  </a:lnTo>
                  <a:lnTo>
                    <a:pt x="147920" y="9814"/>
                  </a:lnTo>
                  <a:lnTo>
                    <a:pt x="155705" y="10275"/>
                  </a:lnTo>
                  <a:lnTo>
                    <a:pt x="163490" y="10797"/>
                  </a:lnTo>
                  <a:lnTo>
                    <a:pt x="171275" y="11274"/>
                  </a:lnTo>
                  <a:lnTo>
                    <a:pt x="179061" y="11813"/>
                  </a:lnTo>
                  <a:lnTo>
                    <a:pt x="186846" y="12366"/>
                  </a:lnTo>
                  <a:lnTo>
                    <a:pt x="194631" y="12861"/>
                  </a:lnTo>
                  <a:lnTo>
                    <a:pt x="202417" y="13376"/>
                  </a:lnTo>
                  <a:lnTo>
                    <a:pt x="210202" y="13912"/>
                  </a:lnTo>
                  <a:lnTo>
                    <a:pt x="217987" y="14388"/>
                  </a:lnTo>
                  <a:lnTo>
                    <a:pt x="225772" y="14831"/>
                  </a:lnTo>
                  <a:lnTo>
                    <a:pt x="233558" y="15254"/>
                  </a:lnTo>
                  <a:lnTo>
                    <a:pt x="241343" y="15754"/>
                  </a:lnTo>
                  <a:lnTo>
                    <a:pt x="249128" y="16303"/>
                  </a:lnTo>
                  <a:lnTo>
                    <a:pt x="256913" y="16844"/>
                  </a:lnTo>
                  <a:lnTo>
                    <a:pt x="264699" y="17378"/>
                  </a:lnTo>
                  <a:lnTo>
                    <a:pt x="272484" y="17871"/>
                  </a:lnTo>
                  <a:lnTo>
                    <a:pt x="280269" y="18351"/>
                  </a:lnTo>
                  <a:lnTo>
                    <a:pt x="288055" y="18793"/>
                  </a:lnTo>
                  <a:lnTo>
                    <a:pt x="295840" y="19298"/>
                  </a:lnTo>
                  <a:lnTo>
                    <a:pt x="303625" y="19868"/>
                  </a:lnTo>
                  <a:lnTo>
                    <a:pt x="311410" y="20245"/>
                  </a:lnTo>
                  <a:lnTo>
                    <a:pt x="319196" y="20612"/>
                  </a:lnTo>
                  <a:lnTo>
                    <a:pt x="326981" y="21122"/>
                  </a:lnTo>
                  <a:lnTo>
                    <a:pt x="334766" y="21515"/>
                  </a:lnTo>
                  <a:lnTo>
                    <a:pt x="342551" y="21915"/>
                  </a:lnTo>
                  <a:lnTo>
                    <a:pt x="350337" y="22224"/>
                  </a:lnTo>
                  <a:lnTo>
                    <a:pt x="358122" y="22654"/>
                  </a:lnTo>
                  <a:lnTo>
                    <a:pt x="365907" y="23024"/>
                  </a:lnTo>
                  <a:lnTo>
                    <a:pt x="373692" y="23478"/>
                  </a:lnTo>
                  <a:lnTo>
                    <a:pt x="381478" y="24035"/>
                  </a:lnTo>
                  <a:lnTo>
                    <a:pt x="389263" y="24586"/>
                  </a:lnTo>
                  <a:lnTo>
                    <a:pt x="397048" y="24923"/>
                  </a:lnTo>
                  <a:lnTo>
                    <a:pt x="404834" y="25319"/>
                  </a:lnTo>
                  <a:lnTo>
                    <a:pt x="412619" y="25751"/>
                  </a:lnTo>
                  <a:lnTo>
                    <a:pt x="420404" y="26119"/>
                  </a:lnTo>
                  <a:lnTo>
                    <a:pt x="428189" y="26521"/>
                  </a:lnTo>
                  <a:lnTo>
                    <a:pt x="435975" y="26853"/>
                  </a:lnTo>
                  <a:lnTo>
                    <a:pt x="443760" y="27283"/>
                  </a:lnTo>
                  <a:lnTo>
                    <a:pt x="451545" y="27820"/>
                  </a:lnTo>
                  <a:lnTo>
                    <a:pt x="459330" y="28350"/>
                  </a:lnTo>
                  <a:lnTo>
                    <a:pt x="467116" y="28774"/>
                  </a:lnTo>
                  <a:lnTo>
                    <a:pt x="474901" y="29104"/>
                  </a:lnTo>
                  <a:lnTo>
                    <a:pt x="482686" y="29529"/>
                  </a:lnTo>
                  <a:lnTo>
                    <a:pt x="490472" y="29839"/>
                  </a:lnTo>
                  <a:lnTo>
                    <a:pt x="498257" y="30314"/>
                  </a:lnTo>
                  <a:lnTo>
                    <a:pt x="506042" y="30703"/>
                  </a:lnTo>
                  <a:lnTo>
                    <a:pt x="513827" y="30962"/>
                  </a:lnTo>
                  <a:lnTo>
                    <a:pt x="521613" y="31293"/>
                  </a:lnTo>
                  <a:lnTo>
                    <a:pt x="529398" y="31667"/>
                  </a:lnTo>
                  <a:lnTo>
                    <a:pt x="537183" y="31879"/>
                  </a:lnTo>
                  <a:lnTo>
                    <a:pt x="544968" y="32211"/>
                  </a:lnTo>
                  <a:lnTo>
                    <a:pt x="552754" y="32634"/>
                  </a:lnTo>
                  <a:lnTo>
                    <a:pt x="560539" y="32975"/>
                  </a:lnTo>
                  <a:lnTo>
                    <a:pt x="568324" y="33318"/>
                  </a:lnTo>
                  <a:lnTo>
                    <a:pt x="576110" y="33757"/>
                  </a:lnTo>
                  <a:lnTo>
                    <a:pt x="583895" y="34126"/>
                  </a:lnTo>
                  <a:lnTo>
                    <a:pt x="591680" y="34424"/>
                  </a:lnTo>
                  <a:lnTo>
                    <a:pt x="599465" y="34835"/>
                  </a:lnTo>
                  <a:lnTo>
                    <a:pt x="607251" y="35265"/>
                  </a:lnTo>
                  <a:lnTo>
                    <a:pt x="615036" y="35579"/>
                  </a:lnTo>
                  <a:lnTo>
                    <a:pt x="622821" y="35935"/>
                  </a:lnTo>
                  <a:lnTo>
                    <a:pt x="630606" y="36189"/>
                  </a:lnTo>
                  <a:lnTo>
                    <a:pt x="638392" y="36498"/>
                  </a:lnTo>
                  <a:lnTo>
                    <a:pt x="646177" y="36926"/>
                  </a:lnTo>
                  <a:lnTo>
                    <a:pt x="653962" y="37239"/>
                  </a:lnTo>
                  <a:lnTo>
                    <a:pt x="661747" y="37613"/>
                  </a:lnTo>
                  <a:lnTo>
                    <a:pt x="669533" y="37851"/>
                  </a:lnTo>
                  <a:lnTo>
                    <a:pt x="677318" y="38182"/>
                  </a:lnTo>
                  <a:lnTo>
                    <a:pt x="685103" y="38487"/>
                  </a:lnTo>
                  <a:lnTo>
                    <a:pt x="692889" y="38737"/>
                  </a:lnTo>
                  <a:lnTo>
                    <a:pt x="700674" y="39009"/>
                  </a:lnTo>
                  <a:lnTo>
                    <a:pt x="708459" y="39268"/>
                  </a:lnTo>
                  <a:lnTo>
                    <a:pt x="716244" y="39678"/>
                  </a:lnTo>
                  <a:lnTo>
                    <a:pt x="724030" y="40053"/>
                  </a:lnTo>
                  <a:lnTo>
                    <a:pt x="731815" y="40352"/>
                  </a:lnTo>
                  <a:lnTo>
                    <a:pt x="739600" y="40581"/>
                  </a:lnTo>
                  <a:lnTo>
                    <a:pt x="747385" y="40865"/>
                  </a:lnTo>
                  <a:lnTo>
                    <a:pt x="755171" y="41103"/>
                  </a:lnTo>
                  <a:lnTo>
                    <a:pt x="762956" y="41430"/>
                  </a:lnTo>
                  <a:lnTo>
                    <a:pt x="770741" y="41779"/>
                  </a:lnTo>
                  <a:lnTo>
                    <a:pt x="778527" y="42076"/>
                  </a:lnTo>
                  <a:lnTo>
                    <a:pt x="786312" y="42382"/>
                  </a:lnTo>
                  <a:lnTo>
                    <a:pt x="794097" y="42692"/>
                  </a:lnTo>
                  <a:lnTo>
                    <a:pt x="801882" y="42988"/>
                  </a:lnTo>
                  <a:lnTo>
                    <a:pt x="809668" y="43325"/>
                  </a:lnTo>
                  <a:lnTo>
                    <a:pt x="817453" y="43627"/>
                  </a:lnTo>
                  <a:lnTo>
                    <a:pt x="825238" y="43853"/>
                  </a:lnTo>
                  <a:lnTo>
                    <a:pt x="833023" y="44167"/>
                  </a:lnTo>
                  <a:lnTo>
                    <a:pt x="840809" y="44464"/>
                  </a:lnTo>
                  <a:lnTo>
                    <a:pt x="848594" y="44770"/>
                  </a:lnTo>
                  <a:lnTo>
                    <a:pt x="856379" y="45098"/>
                  </a:lnTo>
                  <a:lnTo>
                    <a:pt x="864165" y="45381"/>
                  </a:lnTo>
                  <a:lnTo>
                    <a:pt x="871950" y="45726"/>
                  </a:lnTo>
                  <a:lnTo>
                    <a:pt x="879735" y="46027"/>
                  </a:lnTo>
                  <a:lnTo>
                    <a:pt x="887520" y="46345"/>
                  </a:lnTo>
                  <a:lnTo>
                    <a:pt x="895306" y="46627"/>
                  </a:lnTo>
                  <a:lnTo>
                    <a:pt x="903091" y="46913"/>
                  </a:lnTo>
                  <a:lnTo>
                    <a:pt x="910876" y="47179"/>
                  </a:lnTo>
                  <a:lnTo>
                    <a:pt x="918661" y="47490"/>
                  </a:lnTo>
                  <a:lnTo>
                    <a:pt x="926447" y="47763"/>
                  </a:lnTo>
                  <a:lnTo>
                    <a:pt x="934232" y="47977"/>
                  </a:lnTo>
                  <a:lnTo>
                    <a:pt x="942017" y="48300"/>
                  </a:lnTo>
                  <a:lnTo>
                    <a:pt x="949802" y="48507"/>
                  </a:lnTo>
                  <a:lnTo>
                    <a:pt x="957588" y="48784"/>
                  </a:lnTo>
                  <a:lnTo>
                    <a:pt x="965373" y="49065"/>
                  </a:lnTo>
                  <a:lnTo>
                    <a:pt x="973158" y="49313"/>
                  </a:lnTo>
                  <a:lnTo>
                    <a:pt x="980944" y="49524"/>
                  </a:lnTo>
                  <a:lnTo>
                    <a:pt x="988729" y="49784"/>
                  </a:lnTo>
                  <a:lnTo>
                    <a:pt x="996514" y="50027"/>
                  </a:lnTo>
                  <a:lnTo>
                    <a:pt x="1004299" y="50271"/>
                  </a:lnTo>
                  <a:lnTo>
                    <a:pt x="1012085" y="50520"/>
                  </a:lnTo>
                  <a:lnTo>
                    <a:pt x="1019870" y="50751"/>
                  </a:lnTo>
                  <a:lnTo>
                    <a:pt x="1027655" y="51033"/>
                  </a:lnTo>
                  <a:lnTo>
                    <a:pt x="1035440" y="51210"/>
                  </a:lnTo>
                  <a:lnTo>
                    <a:pt x="1043226" y="51402"/>
                  </a:lnTo>
                  <a:lnTo>
                    <a:pt x="1051011" y="51598"/>
                  </a:lnTo>
                  <a:lnTo>
                    <a:pt x="1058796" y="51812"/>
                  </a:lnTo>
                  <a:lnTo>
                    <a:pt x="1066582" y="52032"/>
                  </a:lnTo>
                  <a:lnTo>
                    <a:pt x="1074367" y="52246"/>
                  </a:lnTo>
                  <a:lnTo>
                    <a:pt x="1082152" y="52462"/>
                  </a:lnTo>
                  <a:lnTo>
                    <a:pt x="1089937" y="52689"/>
                  </a:lnTo>
                  <a:lnTo>
                    <a:pt x="1097723" y="52956"/>
                  </a:lnTo>
                  <a:lnTo>
                    <a:pt x="1105508" y="53157"/>
                  </a:lnTo>
                  <a:lnTo>
                    <a:pt x="1113293" y="53401"/>
                  </a:lnTo>
                  <a:lnTo>
                    <a:pt x="1121078" y="53563"/>
                  </a:lnTo>
                  <a:lnTo>
                    <a:pt x="1128864" y="53848"/>
                  </a:lnTo>
                  <a:lnTo>
                    <a:pt x="1136649" y="54006"/>
                  </a:lnTo>
                  <a:lnTo>
                    <a:pt x="1144434" y="54251"/>
                  </a:lnTo>
                  <a:lnTo>
                    <a:pt x="1152220" y="54474"/>
                  </a:lnTo>
                  <a:lnTo>
                    <a:pt x="1160005" y="54699"/>
                  </a:lnTo>
                  <a:lnTo>
                    <a:pt x="1167790" y="54937"/>
                  </a:lnTo>
                  <a:lnTo>
                    <a:pt x="1175575" y="55126"/>
                  </a:lnTo>
                  <a:lnTo>
                    <a:pt x="1183361" y="55350"/>
                  </a:lnTo>
                  <a:lnTo>
                    <a:pt x="1191146" y="55586"/>
                  </a:lnTo>
                  <a:lnTo>
                    <a:pt x="1198931" y="55818"/>
                  </a:lnTo>
                  <a:lnTo>
                    <a:pt x="1206716" y="56060"/>
                  </a:lnTo>
                  <a:lnTo>
                    <a:pt x="1214502" y="56278"/>
                  </a:lnTo>
                  <a:lnTo>
                    <a:pt x="1222287" y="56444"/>
                  </a:lnTo>
                  <a:lnTo>
                    <a:pt x="1230072" y="56601"/>
                  </a:lnTo>
                  <a:lnTo>
                    <a:pt x="1237857" y="56788"/>
                  </a:lnTo>
                  <a:lnTo>
                    <a:pt x="1245643" y="56930"/>
                  </a:lnTo>
                  <a:lnTo>
                    <a:pt x="1253428" y="57149"/>
                  </a:lnTo>
                  <a:lnTo>
                    <a:pt x="1261213" y="57403"/>
                  </a:lnTo>
                  <a:lnTo>
                    <a:pt x="1268999" y="57670"/>
                  </a:lnTo>
                  <a:lnTo>
                    <a:pt x="1276784" y="57850"/>
                  </a:lnTo>
                  <a:lnTo>
                    <a:pt x="1284569" y="58055"/>
                  </a:lnTo>
                  <a:lnTo>
                    <a:pt x="1292354" y="58275"/>
                  </a:lnTo>
                  <a:lnTo>
                    <a:pt x="1300140" y="58490"/>
                  </a:lnTo>
                  <a:lnTo>
                    <a:pt x="1307925" y="58705"/>
                  </a:lnTo>
                  <a:lnTo>
                    <a:pt x="1315710" y="58898"/>
                  </a:lnTo>
                  <a:lnTo>
                    <a:pt x="1323495" y="59056"/>
                  </a:lnTo>
                  <a:lnTo>
                    <a:pt x="1331281" y="59259"/>
                  </a:lnTo>
                  <a:lnTo>
                    <a:pt x="1339066" y="59441"/>
                  </a:lnTo>
                  <a:lnTo>
                    <a:pt x="1346851" y="59625"/>
                  </a:lnTo>
                  <a:lnTo>
                    <a:pt x="1354637" y="59853"/>
                  </a:lnTo>
                  <a:lnTo>
                    <a:pt x="1362422" y="60040"/>
                  </a:lnTo>
                  <a:lnTo>
                    <a:pt x="1370207" y="60222"/>
                  </a:lnTo>
                  <a:lnTo>
                    <a:pt x="1377992" y="60399"/>
                  </a:lnTo>
                  <a:lnTo>
                    <a:pt x="1385778" y="60567"/>
                  </a:lnTo>
                  <a:lnTo>
                    <a:pt x="1393563" y="60762"/>
                  </a:lnTo>
                  <a:lnTo>
                    <a:pt x="1401348" y="60920"/>
                  </a:lnTo>
                  <a:lnTo>
                    <a:pt x="1409133" y="61101"/>
                  </a:lnTo>
                  <a:lnTo>
                    <a:pt x="1416919" y="61261"/>
                  </a:lnTo>
                  <a:lnTo>
                    <a:pt x="1424704" y="61436"/>
                  </a:lnTo>
                  <a:lnTo>
                    <a:pt x="1432489" y="61618"/>
                  </a:lnTo>
                  <a:lnTo>
                    <a:pt x="1440275" y="61804"/>
                  </a:lnTo>
                  <a:lnTo>
                    <a:pt x="1448060" y="61979"/>
                  </a:lnTo>
                  <a:lnTo>
                    <a:pt x="1455845" y="62147"/>
                  </a:lnTo>
                  <a:lnTo>
                    <a:pt x="1463630" y="62339"/>
                  </a:lnTo>
                  <a:lnTo>
                    <a:pt x="1471416" y="62497"/>
                  </a:lnTo>
                  <a:lnTo>
                    <a:pt x="1479201" y="62690"/>
                  </a:lnTo>
                  <a:lnTo>
                    <a:pt x="1486986" y="62824"/>
                  </a:lnTo>
                  <a:lnTo>
                    <a:pt x="1494771" y="63022"/>
                  </a:lnTo>
                  <a:lnTo>
                    <a:pt x="1502557" y="63213"/>
                  </a:lnTo>
                  <a:lnTo>
                    <a:pt x="1510342" y="63394"/>
                  </a:lnTo>
                  <a:lnTo>
                    <a:pt x="1518127" y="63573"/>
                  </a:lnTo>
                  <a:lnTo>
                    <a:pt x="1525912" y="63763"/>
                  </a:lnTo>
                  <a:lnTo>
                    <a:pt x="1533698" y="63909"/>
                  </a:lnTo>
                  <a:lnTo>
                    <a:pt x="1541483" y="64100"/>
                  </a:lnTo>
                  <a:lnTo>
                    <a:pt x="1549268" y="64273"/>
                  </a:lnTo>
                  <a:lnTo>
                    <a:pt x="1557054" y="64447"/>
                  </a:lnTo>
                  <a:lnTo>
                    <a:pt x="1564839" y="64629"/>
                  </a:lnTo>
                  <a:lnTo>
                    <a:pt x="1572624" y="64774"/>
                  </a:lnTo>
                  <a:lnTo>
                    <a:pt x="1580409" y="64924"/>
                  </a:lnTo>
                  <a:lnTo>
                    <a:pt x="1588195" y="65090"/>
                  </a:lnTo>
                  <a:lnTo>
                    <a:pt x="1595980" y="65250"/>
                  </a:lnTo>
                  <a:lnTo>
                    <a:pt x="1603765" y="65398"/>
                  </a:lnTo>
                  <a:lnTo>
                    <a:pt x="1611550" y="65558"/>
                  </a:lnTo>
                  <a:lnTo>
                    <a:pt x="1619336" y="65700"/>
                  </a:lnTo>
                  <a:lnTo>
                    <a:pt x="1627121" y="65841"/>
                  </a:lnTo>
                  <a:lnTo>
                    <a:pt x="1634906" y="65999"/>
                  </a:lnTo>
                  <a:lnTo>
                    <a:pt x="1642692" y="66188"/>
                  </a:lnTo>
                  <a:lnTo>
                    <a:pt x="1650477" y="66359"/>
                  </a:lnTo>
                  <a:lnTo>
                    <a:pt x="1658262" y="66521"/>
                  </a:lnTo>
                  <a:lnTo>
                    <a:pt x="1666047" y="66701"/>
                  </a:lnTo>
                  <a:lnTo>
                    <a:pt x="1673833" y="66855"/>
                  </a:lnTo>
                  <a:lnTo>
                    <a:pt x="1681618" y="66999"/>
                  </a:lnTo>
                  <a:lnTo>
                    <a:pt x="1689403" y="67147"/>
                  </a:lnTo>
                  <a:lnTo>
                    <a:pt x="1697188" y="67296"/>
                  </a:lnTo>
                  <a:lnTo>
                    <a:pt x="1704974" y="67423"/>
                  </a:lnTo>
                  <a:lnTo>
                    <a:pt x="1712759" y="67585"/>
                  </a:lnTo>
                  <a:lnTo>
                    <a:pt x="1720544" y="67742"/>
                  </a:lnTo>
                  <a:lnTo>
                    <a:pt x="1728330" y="67888"/>
                  </a:lnTo>
                  <a:lnTo>
                    <a:pt x="1736115" y="68008"/>
                  </a:lnTo>
                  <a:lnTo>
                    <a:pt x="1743900" y="68142"/>
                  </a:lnTo>
                  <a:lnTo>
                    <a:pt x="1751685" y="68282"/>
                  </a:lnTo>
                  <a:lnTo>
                    <a:pt x="1759471" y="68411"/>
                  </a:lnTo>
                  <a:lnTo>
                    <a:pt x="1767256" y="68527"/>
                  </a:lnTo>
                  <a:lnTo>
                    <a:pt x="1775041" y="68656"/>
                  </a:lnTo>
                  <a:lnTo>
                    <a:pt x="1782826" y="68819"/>
                  </a:lnTo>
                  <a:lnTo>
                    <a:pt x="1790612" y="68933"/>
                  </a:lnTo>
                  <a:lnTo>
                    <a:pt x="1798397" y="69081"/>
                  </a:lnTo>
                  <a:lnTo>
                    <a:pt x="1806182" y="69213"/>
                  </a:lnTo>
                  <a:lnTo>
                    <a:pt x="1813967" y="69350"/>
                  </a:lnTo>
                  <a:lnTo>
                    <a:pt x="1821753" y="69497"/>
                  </a:lnTo>
                  <a:lnTo>
                    <a:pt x="1829538" y="69665"/>
                  </a:lnTo>
                  <a:lnTo>
                    <a:pt x="1837323" y="69820"/>
                  </a:lnTo>
                  <a:lnTo>
                    <a:pt x="1845109" y="69944"/>
                  </a:lnTo>
                  <a:lnTo>
                    <a:pt x="1852894" y="70056"/>
                  </a:lnTo>
                  <a:lnTo>
                    <a:pt x="1860679" y="70178"/>
                  </a:lnTo>
                  <a:lnTo>
                    <a:pt x="1868464" y="70294"/>
                  </a:lnTo>
                  <a:lnTo>
                    <a:pt x="1876250" y="70391"/>
                  </a:lnTo>
                  <a:lnTo>
                    <a:pt x="1884035" y="70489"/>
                  </a:lnTo>
                  <a:lnTo>
                    <a:pt x="1891820" y="70613"/>
                  </a:lnTo>
                  <a:lnTo>
                    <a:pt x="1899605" y="70760"/>
                  </a:lnTo>
                  <a:lnTo>
                    <a:pt x="1907391" y="70892"/>
                  </a:lnTo>
                  <a:lnTo>
                    <a:pt x="1915176" y="71008"/>
                  </a:lnTo>
                  <a:lnTo>
                    <a:pt x="1922961" y="71115"/>
                  </a:lnTo>
                  <a:lnTo>
                    <a:pt x="1930747" y="71227"/>
                  </a:lnTo>
                  <a:lnTo>
                    <a:pt x="1938532" y="71362"/>
                  </a:lnTo>
                  <a:lnTo>
                    <a:pt x="1946317" y="71486"/>
                  </a:lnTo>
                  <a:lnTo>
                    <a:pt x="1954102" y="71623"/>
                  </a:lnTo>
                  <a:lnTo>
                    <a:pt x="1961888" y="71755"/>
                  </a:lnTo>
                  <a:lnTo>
                    <a:pt x="1969673" y="71864"/>
                  </a:lnTo>
                  <a:lnTo>
                    <a:pt x="1977458" y="71976"/>
                  </a:lnTo>
                  <a:lnTo>
                    <a:pt x="1985243" y="72092"/>
                  </a:lnTo>
                  <a:lnTo>
                    <a:pt x="1993029" y="72215"/>
                  </a:lnTo>
                  <a:lnTo>
                    <a:pt x="2000814" y="72345"/>
                  </a:lnTo>
                  <a:lnTo>
                    <a:pt x="2008599" y="72459"/>
                  </a:lnTo>
                  <a:lnTo>
                    <a:pt x="2016385" y="72567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47627" y="4797716"/>
              <a:ext cx="2016385" cy="116773"/>
            </a:xfrm>
            <a:custGeom>
              <a:avLst/>
              <a:pathLst>
                <a:path w="2016385" h="116773">
                  <a:moveTo>
                    <a:pt x="0" y="0"/>
                  </a:moveTo>
                  <a:lnTo>
                    <a:pt x="7785" y="463"/>
                  </a:lnTo>
                  <a:lnTo>
                    <a:pt x="15570" y="1207"/>
                  </a:lnTo>
                  <a:lnTo>
                    <a:pt x="23355" y="2058"/>
                  </a:lnTo>
                  <a:lnTo>
                    <a:pt x="31141" y="2576"/>
                  </a:lnTo>
                  <a:lnTo>
                    <a:pt x="38926" y="3585"/>
                  </a:lnTo>
                  <a:lnTo>
                    <a:pt x="46711" y="4386"/>
                  </a:lnTo>
                  <a:lnTo>
                    <a:pt x="54496" y="5179"/>
                  </a:lnTo>
                  <a:lnTo>
                    <a:pt x="62282" y="5750"/>
                  </a:lnTo>
                  <a:lnTo>
                    <a:pt x="70067" y="6518"/>
                  </a:lnTo>
                  <a:lnTo>
                    <a:pt x="77852" y="6931"/>
                  </a:lnTo>
                  <a:lnTo>
                    <a:pt x="85637" y="7846"/>
                  </a:lnTo>
                  <a:lnTo>
                    <a:pt x="93423" y="8903"/>
                  </a:lnTo>
                  <a:lnTo>
                    <a:pt x="101208" y="9806"/>
                  </a:lnTo>
                  <a:lnTo>
                    <a:pt x="108993" y="10748"/>
                  </a:lnTo>
                  <a:lnTo>
                    <a:pt x="116779" y="11690"/>
                  </a:lnTo>
                  <a:lnTo>
                    <a:pt x="124564" y="12050"/>
                  </a:lnTo>
                  <a:lnTo>
                    <a:pt x="132349" y="12590"/>
                  </a:lnTo>
                  <a:lnTo>
                    <a:pt x="140134" y="13233"/>
                  </a:lnTo>
                  <a:lnTo>
                    <a:pt x="147920" y="13773"/>
                  </a:lnTo>
                  <a:lnTo>
                    <a:pt x="155705" y="14469"/>
                  </a:lnTo>
                  <a:lnTo>
                    <a:pt x="163490" y="15135"/>
                  </a:lnTo>
                  <a:lnTo>
                    <a:pt x="171275" y="15465"/>
                  </a:lnTo>
                  <a:lnTo>
                    <a:pt x="179061" y="15970"/>
                  </a:lnTo>
                  <a:lnTo>
                    <a:pt x="186846" y="16842"/>
                  </a:lnTo>
                  <a:lnTo>
                    <a:pt x="194631" y="17469"/>
                  </a:lnTo>
                  <a:lnTo>
                    <a:pt x="202417" y="18007"/>
                  </a:lnTo>
                  <a:lnTo>
                    <a:pt x="210202" y="18804"/>
                  </a:lnTo>
                  <a:lnTo>
                    <a:pt x="217987" y="19366"/>
                  </a:lnTo>
                  <a:lnTo>
                    <a:pt x="225772" y="19849"/>
                  </a:lnTo>
                  <a:lnTo>
                    <a:pt x="233558" y="20254"/>
                  </a:lnTo>
                  <a:lnTo>
                    <a:pt x="241343" y="20819"/>
                  </a:lnTo>
                  <a:lnTo>
                    <a:pt x="249128" y="21361"/>
                  </a:lnTo>
                  <a:lnTo>
                    <a:pt x="256913" y="22266"/>
                  </a:lnTo>
                  <a:lnTo>
                    <a:pt x="264699" y="22626"/>
                  </a:lnTo>
                  <a:lnTo>
                    <a:pt x="272484" y="23570"/>
                  </a:lnTo>
                  <a:lnTo>
                    <a:pt x="280269" y="24037"/>
                  </a:lnTo>
                  <a:lnTo>
                    <a:pt x="288055" y="24536"/>
                  </a:lnTo>
                  <a:lnTo>
                    <a:pt x="295840" y="25264"/>
                  </a:lnTo>
                  <a:lnTo>
                    <a:pt x="303625" y="26031"/>
                  </a:lnTo>
                  <a:lnTo>
                    <a:pt x="311410" y="26721"/>
                  </a:lnTo>
                  <a:lnTo>
                    <a:pt x="319196" y="27514"/>
                  </a:lnTo>
                  <a:lnTo>
                    <a:pt x="326981" y="28177"/>
                  </a:lnTo>
                  <a:lnTo>
                    <a:pt x="334766" y="28778"/>
                  </a:lnTo>
                  <a:lnTo>
                    <a:pt x="342551" y="29245"/>
                  </a:lnTo>
                  <a:lnTo>
                    <a:pt x="350337" y="30143"/>
                  </a:lnTo>
                  <a:lnTo>
                    <a:pt x="358122" y="30652"/>
                  </a:lnTo>
                  <a:lnTo>
                    <a:pt x="365907" y="31555"/>
                  </a:lnTo>
                  <a:lnTo>
                    <a:pt x="373692" y="32110"/>
                  </a:lnTo>
                  <a:lnTo>
                    <a:pt x="381478" y="32591"/>
                  </a:lnTo>
                  <a:lnTo>
                    <a:pt x="389263" y="33491"/>
                  </a:lnTo>
                  <a:lnTo>
                    <a:pt x="397048" y="33978"/>
                  </a:lnTo>
                  <a:lnTo>
                    <a:pt x="404834" y="34769"/>
                  </a:lnTo>
                  <a:lnTo>
                    <a:pt x="412619" y="35573"/>
                  </a:lnTo>
                  <a:lnTo>
                    <a:pt x="420404" y="36239"/>
                  </a:lnTo>
                  <a:lnTo>
                    <a:pt x="428189" y="37048"/>
                  </a:lnTo>
                  <a:lnTo>
                    <a:pt x="435975" y="37589"/>
                  </a:lnTo>
                  <a:lnTo>
                    <a:pt x="443760" y="38051"/>
                  </a:lnTo>
                  <a:lnTo>
                    <a:pt x="451545" y="38669"/>
                  </a:lnTo>
                  <a:lnTo>
                    <a:pt x="459330" y="39286"/>
                  </a:lnTo>
                  <a:lnTo>
                    <a:pt x="467116" y="39920"/>
                  </a:lnTo>
                  <a:lnTo>
                    <a:pt x="474901" y="40755"/>
                  </a:lnTo>
                  <a:lnTo>
                    <a:pt x="482686" y="41258"/>
                  </a:lnTo>
                  <a:lnTo>
                    <a:pt x="490472" y="41788"/>
                  </a:lnTo>
                  <a:lnTo>
                    <a:pt x="498257" y="42509"/>
                  </a:lnTo>
                  <a:lnTo>
                    <a:pt x="506042" y="43089"/>
                  </a:lnTo>
                  <a:lnTo>
                    <a:pt x="513827" y="43555"/>
                  </a:lnTo>
                  <a:lnTo>
                    <a:pt x="521613" y="43896"/>
                  </a:lnTo>
                  <a:lnTo>
                    <a:pt x="529398" y="44499"/>
                  </a:lnTo>
                  <a:lnTo>
                    <a:pt x="537183" y="45403"/>
                  </a:lnTo>
                  <a:lnTo>
                    <a:pt x="544968" y="45972"/>
                  </a:lnTo>
                  <a:lnTo>
                    <a:pt x="552754" y="46706"/>
                  </a:lnTo>
                  <a:lnTo>
                    <a:pt x="560539" y="47333"/>
                  </a:lnTo>
                  <a:lnTo>
                    <a:pt x="568324" y="48126"/>
                  </a:lnTo>
                  <a:lnTo>
                    <a:pt x="576110" y="48824"/>
                  </a:lnTo>
                  <a:lnTo>
                    <a:pt x="583895" y="49702"/>
                  </a:lnTo>
                  <a:lnTo>
                    <a:pt x="591680" y="50265"/>
                  </a:lnTo>
                  <a:lnTo>
                    <a:pt x="599465" y="50755"/>
                  </a:lnTo>
                  <a:lnTo>
                    <a:pt x="607251" y="51456"/>
                  </a:lnTo>
                  <a:lnTo>
                    <a:pt x="615036" y="51963"/>
                  </a:lnTo>
                  <a:lnTo>
                    <a:pt x="622821" y="52427"/>
                  </a:lnTo>
                  <a:lnTo>
                    <a:pt x="630606" y="53013"/>
                  </a:lnTo>
                  <a:lnTo>
                    <a:pt x="638392" y="53518"/>
                  </a:lnTo>
                  <a:lnTo>
                    <a:pt x="646177" y="54027"/>
                  </a:lnTo>
                  <a:lnTo>
                    <a:pt x="653962" y="54521"/>
                  </a:lnTo>
                  <a:lnTo>
                    <a:pt x="661747" y="54992"/>
                  </a:lnTo>
                  <a:lnTo>
                    <a:pt x="669533" y="55323"/>
                  </a:lnTo>
                  <a:lnTo>
                    <a:pt x="677318" y="55894"/>
                  </a:lnTo>
                  <a:lnTo>
                    <a:pt x="685103" y="56608"/>
                  </a:lnTo>
                  <a:lnTo>
                    <a:pt x="692889" y="57182"/>
                  </a:lnTo>
                  <a:lnTo>
                    <a:pt x="700674" y="57609"/>
                  </a:lnTo>
                  <a:lnTo>
                    <a:pt x="708459" y="57848"/>
                  </a:lnTo>
                  <a:lnTo>
                    <a:pt x="716244" y="58150"/>
                  </a:lnTo>
                  <a:lnTo>
                    <a:pt x="724030" y="58715"/>
                  </a:lnTo>
                  <a:lnTo>
                    <a:pt x="731815" y="59114"/>
                  </a:lnTo>
                  <a:lnTo>
                    <a:pt x="739600" y="59533"/>
                  </a:lnTo>
                  <a:lnTo>
                    <a:pt x="747385" y="59952"/>
                  </a:lnTo>
                  <a:lnTo>
                    <a:pt x="755171" y="60376"/>
                  </a:lnTo>
                  <a:lnTo>
                    <a:pt x="762956" y="61056"/>
                  </a:lnTo>
                  <a:lnTo>
                    <a:pt x="770741" y="61436"/>
                  </a:lnTo>
                  <a:lnTo>
                    <a:pt x="778527" y="61914"/>
                  </a:lnTo>
                  <a:lnTo>
                    <a:pt x="786312" y="62406"/>
                  </a:lnTo>
                  <a:lnTo>
                    <a:pt x="794097" y="62835"/>
                  </a:lnTo>
                  <a:lnTo>
                    <a:pt x="801882" y="63451"/>
                  </a:lnTo>
                  <a:lnTo>
                    <a:pt x="809668" y="63838"/>
                  </a:lnTo>
                  <a:lnTo>
                    <a:pt x="817453" y="64364"/>
                  </a:lnTo>
                  <a:lnTo>
                    <a:pt x="825238" y="64774"/>
                  </a:lnTo>
                  <a:lnTo>
                    <a:pt x="833023" y="65430"/>
                  </a:lnTo>
                  <a:lnTo>
                    <a:pt x="840809" y="66016"/>
                  </a:lnTo>
                  <a:lnTo>
                    <a:pt x="848594" y="66442"/>
                  </a:lnTo>
                  <a:lnTo>
                    <a:pt x="856379" y="66805"/>
                  </a:lnTo>
                  <a:lnTo>
                    <a:pt x="864165" y="67126"/>
                  </a:lnTo>
                  <a:lnTo>
                    <a:pt x="871950" y="67300"/>
                  </a:lnTo>
                  <a:lnTo>
                    <a:pt x="879735" y="67823"/>
                  </a:lnTo>
                  <a:lnTo>
                    <a:pt x="887520" y="68099"/>
                  </a:lnTo>
                  <a:lnTo>
                    <a:pt x="895306" y="68417"/>
                  </a:lnTo>
                  <a:lnTo>
                    <a:pt x="903091" y="68817"/>
                  </a:lnTo>
                  <a:lnTo>
                    <a:pt x="910876" y="69317"/>
                  </a:lnTo>
                  <a:lnTo>
                    <a:pt x="918661" y="69787"/>
                  </a:lnTo>
                  <a:lnTo>
                    <a:pt x="926447" y="70267"/>
                  </a:lnTo>
                  <a:lnTo>
                    <a:pt x="934232" y="70846"/>
                  </a:lnTo>
                  <a:lnTo>
                    <a:pt x="942017" y="71234"/>
                  </a:lnTo>
                  <a:lnTo>
                    <a:pt x="949802" y="71700"/>
                  </a:lnTo>
                  <a:lnTo>
                    <a:pt x="957588" y="72065"/>
                  </a:lnTo>
                  <a:lnTo>
                    <a:pt x="965373" y="72484"/>
                  </a:lnTo>
                  <a:lnTo>
                    <a:pt x="973158" y="72870"/>
                  </a:lnTo>
                  <a:lnTo>
                    <a:pt x="980944" y="73355"/>
                  </a:lnTo>
                  <a:lnTo>
                    <a:pt x="988729" y="73716"/>
                  </a:lnTo>
                  <a:lnTo>
                    <a:pt x="996514" y="73971"/>
                  </a:lnTo>
                  <a:lnTo>
                    <a:pt x="1004299" y="74346"/>
                  </a:lnTo>
                  <a:lnTo>
                    <a:pt x="1012085" y="74763"/>
                  </a:lnTo>
                  <a:lnTo>
                    <a:pt x="1019870" y="75080"/>
                  </a:lnTo>
                  <a:lnTo>
                    <a:pt x="1027655" y="75506"/>
                  </a:lnTo>
                  <a:lnTo>
                    <a:pt x="1035440" y="75904"/>
                  </a:lnTo>
                  <a:lnTo>
                    <a:pt x="1043226" y="76201"/>
                  </a:lnTo>
                  <a:lnTo>
                    <a:pt x="1051011" y="76891"/>
                  </a:lnTo>
                  <a:lnTo>
                    <a:pt x="1058796" y="77212"/>
                  </a:lnTo>
                  <a:lnTo>
                    <a:pt x="1066582" y="77552"/>
                  </a:lnTo>
                  <a:lnTo>
                    <a:pt x="1074367" y="77885"/>
                  </a:lnTo>
                  <a:lnTo>
                    <a:pt x="1082152" y="78280"/>
                  </a:lnTo>
                  <a:lnTo>
                    <a:pt x="1089937" y="78534"/>
                  </a:lnTo>
                  <a:lnTo>
                    <a:pt x="1097723" y="78856"/>
                  </a:lnTo>
                  <a:lnTo>
                    <a:pt x="1105508" y="79258"/>
                  </a:lnTo>
                  <a:lnTo>
                    <a:pt x="1113293" y="79502"/>
                  </a:lnTo>
                  <a:lnTo>
                    <a:pt x="1121078" y="79821"/>
                  </a:lnTo>
                  <a:lnTo>
                    <a:pt x="1128864" y="80143"/>
                  </a:lnTo>
                  <a:lnTo>
                    <a:pt x="1136649" y="80506"/>
                  </a:lnTo>
                  <a:lnTo>
                    <a:pt x="1144434" y="81091"/>
                  </a:lnTo>
                  <a:lnTo>
                    <a:pt x="1152220" y="81640"/>
                  </a:lnTo>
                  <a:lnTo>
                    <a:pt x="1160005" y="82209"/>
                  </a:lnTo>
                  <a:lnTo>
                    <a:pt x="1167790" y="82749"/>
                  </a:lnTo>
                  <a:lnTo>
                    <a:pt x="1175575" y="83093"/>
                  </a:lnTo>
                  <a:lnTo>
                    <a:pt x="1183361" y="83497"/>
                  </a:lnTo>
                  <a:lnTo>
                    <a:pt x="1191146" y="83942"/>
                  </a:lnTo>
                  <a:lnTo>
                    <a:pt x="1198931" y="84335"/>
                  </a:lnTo>
                  <a:lnTo>
                    <a:pt x="1206716" y="84750"/>
                  </a:lnTo>
                  <a:lnTo>
                    <a:pt x="1214502" y="85205"/>
                  </a:lnTo>
                  <a:lnTo>
                    <a:pt x="1222287" y="85564"/>
                  </a:lnTo>
                  <a:lnTo>
                    <a:pt x="1230072" y="85986"/>
                  </a:lnTo>
                  <a:lnTo>
                    <a:pt x="1237857" y="86235"/>
                  </a:lnTo>
                  <a:lnTo>
                    <a:pt x="1245643" y="86377"/>
                  </a:lnTo>
                  <a:lnTo>
                    <a:pt x="1253428" y="86758"/>
                  </a:lnTo>
                  <a:lnTo>
                    <a:pt x="1261213" y="87236"/>
                  </a:lnTo>
                  <a:lnTo>
                    <a:pt x="1268999" y="87511"/>
                  </a:lnTo>
                  <a:lnTo>
                    <a:pt x="1276784" y="88164"/>
                  </a:lnTo>
                  <a:lnTo>
                    <a:pt x="1284569" y="88830"/>
                  </a:lnTo>
                  <a:lnTo>
                    <a:pt x="1292354" y="89334"/>
                  </a:lnTo>
                  <a:lnTo>
                    <a:pt x="1300140" y="89759"/>
                  </a:lnTo>
                  <a:lnTo>
                    <a:pt x="1307925" y="90027"/>
                  </a:lnTo>
                  <a:lnTo>
                    <a:pt x="1315710" y="90359"/>
                  </a:lnTo>
                  <a:lnTo>
                    <a:pt x="1323495" y="90599"/>
                  </a:lnTo>
                  <a:lnTo>
                    <a:pt x="1331281" y="91064"/>
                  </a:lnTo>
                  <a:lnTo>
                    <a:pt x="1339066" y="91598"/>
                  </a:lnTo>
                  <a:lnTo>
                    <a:pt x="1346851" y="91680"/>
                  </a:lnTo>
                  <a:lnTo>
                    <a:pt x="1354637" y="91957"/>
                  </a:lnTo>
                  <a:lnTo>
                    <a:pt x="1362422" y="92383"/>
                  </a:lnTo>
                  <a:lnTo>
                    <a:pt x="1370207" y="92745"/>
                  </a:lnTo>
                  <a:lnTo>
                    <a:pt x="1377992" y="93079"/>
                  </a:lnTo>
                  <a:lnTo>
                    <a:pt x="1385778" y="93435"/>
                  </a:lnTo>
                  <a:lnTo>
                    <a:pt x="1393563" y="93887"/>
                  </a:lnTo>
                  <a:lnTo>
                    <a:pt x="1401348" y="94200"/>
                  </a:lnTo>
                  <a:lnTo>
                    <a:pt x="1409133" y="94554"/>
                  </a:lnTo>
                  <a:lnTo>
                    <a:pt x="1416919" y="94901"/>
                  </a:lnTo>
                  <a:lnTo>
                    <a:pt x="1424704" y="95245"/>
                  </a:lnTo>
                  <a:lnTo>
                    <a:pt x="1432489" y="95649"/>
                  </a:lnTo>
                  <a:lnTo>
                    <a:pt x="1440275" y="96100"/>
                  </a:lnTo>
                  <a:lnTo>
                    <a:pt x="1448060" y="96471"/>
                  </a:lnTo>
                  <a:lnTo>
                    <a:pt x="1455845" y="96747"/>
                  </a:lnTo>
                  <a:lnTo>
                    <a:pt x="1463630" y="97023"/>
                  </a:lnTo>
                  <a:lnTo>
                    <a:pt x="1471416" y="97208"/>
                  </a:lnTo>
                  <a:lnTo>
                    <a:pt x="1479201" y="97385"/>
                  </a:lnTo>
                  <a:lnTo>
                    <a:pt x="1486986" y="97505"/>
                  </a:lnTo>
                  <a:lnTo>
                    <a:pt x="1494771" y="97926"/>
                  </a:lnTo>
                  <a:lnTo>
                    <a:pt x="1502557" y="98414"/>
                  </a:lnTo>
                  <a:lnTo>
                    <a:pt x="1510342" y="98728"/>
                  </a:lnTo>
                  <a:lnTo>
                    <a:pt x="1518127" y="98913"/>
                  </a:lnTo>
                  <a:lnTo>
                    <a:pt x="1525912" y="99240"/>
                  </a:lnTo>
                  <a:lnTo>
                    <a:pt x="1533698" y="99573"/>
                  </a:lnTo>
                  <a:lnTo>
                    <a:pt x="1541483" y="99730"/>
                  </a:lnTo>
                  <a:lnTo>
                    <a:pt x="1549268" y="100000"/>
                  </a:lnTo>
                  <a:lnTo>
                    <a:pt x="1557054" y="100415"/>
                  </a:lnTo>
                  <a:lnTo>
                    <a:pt x="1564839" y="100697"/>
                  </a:lnTo>
                  <a:lnTo>
                    <a:pt x="1572624" y="100929"/>
                  </a:lnTo>
                  <a:lnTo>
                    <a:pt x="1580409" y="101160"/>
                  </a:lnTo>
                  <a:lnTo>
                    <a:pt x="1588195" y="101391"/>
                  </a:lnTo>
                  <a:lnTo>
                    <a:pt x="1595980" y="101620"/>
                  </a:lnTo>
                  <a:lnTo>
                    <a:pt x="1603765" y="101849"/>
                  </a:lnTo>
                  <a:lnTo>
                    <a:pt x="1611550" y="102076"/>
                  </a:lnTo>
                  <a:lnTo>
                    <a:pt x="1619336" y="102303"/>
                  </a:lnTo>
                  <a:lnTo>
                    <a:pt x="1627121" y="102541"/>
                  </a:lnTo>
                  <a:lnTo>
                    <a:pt x="1634906" y="102793"/>
                  </a:lnTo>
                  <a:lnTo>
                    <a:pt x="1642692" y="103069"/>
                  </a:lnTo>
                  <a:lnTo>
                    <a:pt x="1650477" y="103402"/>
                  </a:lnTo>
                  <a:lnTo>
                    <a:pt x="1658262" y="103824"/>
                  </a:lnTo>
                  <a:lnTo>
                    <a:pt x="1666047" y="104340"/>
                  </a:lnTo>
                  <a:lnTo>
                    <a:pt x="1673833" y="104775"/>
                  </a:lnTo>
                  <a:lnTo>
                    <a:pt x="1681618" y="105111"/>
                  </a:lnTo>
                  <a:lnTo>
                    <a:pt x="1689403" y="105398"/>
                  </a:lnTo>
                  <a:lnTo>
                    <a:pt x="1697188" y="105650"/>
                  </a:lnTo>
                  <a:lnTo>
                    <a:pt x="1704974" y="105810"/>
                  </a:lnTo>
                  <a:lnTo>
                    <a:pt x="1712759" y="106149"/>
                  </a:lnTo>
                  <a:lnTo>
                    <a:pt x="1720544" y="106549"/>
                  </a:lnTo>
                  <a:lnTo>
                    <a:pt x="1728330" y="106847"/>
                  </a:lnTo>
                  <a:lnTo>
                    <a:pt x="1736115" y="107077"/>
                  </a:lnTo>
                  <a:lnTo>
                    <a:pt x="1743900" y="107261"/>
                  </a:lnTo>
                  <a:lnTo>
                    <a:pt x="1751685" y="107416"/>
                  </a:lnTo>
                  <a:lnTo>
                    <a:pt x="1759471" y="107740"/>
                  </a:lnTo>
                  <a:lnTo>
                    <a:pt x="1767256" y="108041"/>
                  </a:lnTo>
                  <a:lnTo>
                    <a:pt x="1775041" y="108318"/>
                  </a:lnTo>
                  <a:lnTo>
                    <a:pt x="1782826" y="108593"/>
                  </a:lnTo>
                  <a:lnTo>
                    <a:pt x="1790612" y="108867"/>
                  </a:lnTo>
                  <a:lnTo>
                    <a:pt x="1798397" y="109139"/>
                  </a:lnTo>
                  <a:lnTo>
                    <a:pt x="1806182" y="109415"/>
                  </a:lnTo>
                  <a:lnTo>
                    <a:pt x="1813967" y="109691"/>
                  </a:lnTo>
                  <a:lnTo>
                    <a:pt x="1821753" y="109936"/>
                  </a:lnTo>
                  <a:lnTo>
                    <a:pt x="1829538" y="110172"/>
                  </a:lnTo>
                  <a:lnTo>
                    <a:pt x="1837323" y="110473"/>
                  </a:lnTo>
                  <a:lnTo>
                    <a:pt x="1845109" y="110773"/>
                  </a:lnTo>
                  <a:lnTo>
                    <a:pt x="1852894" y="111076"/>
                  </a:lnTo>
                  <a:lnTo>
                    <a:pt x="1860679" y="111434"/>
                  </a:lnTo>
                  <a:lnTo>
                    <a:pt x="1868464" y="111637"/>
                  </a:lnTo>
                  <a:lnTo>
                    <a:pt x="1876250" y="111900"/>
                  </a:lnTo>
                  <a:lnTo>
                    <a:pt x="1884035" y="112156"/>
                  </a:lnTo>
                  <a:lnTo>
                    <a:pt x="1891820" y="112410"/>
                  </a:lnTo>
                  <a:lnTo>
                    <a:pt x="1899605" y="112664"/>
                  </a:lnTo>
                  <a:lnTo>
                    <a:pt x="1907391" y="112903"/>
                  </a:lnTo>
                  <a:lnTo>
                    <a:pt x="1915176" y="113099"/>
                  </a:lnTo>
                  <a:lnTo>
                    <a:pt x="1922961" y="113324"/>
                  </a:lnTo>
                  <a:lnTo>
                    <a:pt x="1930747" y="113572"/>
                  </a:lnTo>
                  <a:lnTo>
                    <a:pt x="1938532" y="113766"/>
                  </a:lnTo>
                  <a:lnTo>
                    <a:pt x="1946317" y="114021"/>
                  </a:lnTo>
                  <a:lnTo>
                    <a:pt x="1954102" y="114305"/>
                  </a:lnTo>
                  <a:lnTo>
                    <a:pt x="1961888" y="114604"/>
                  </a:lnTo>
                  <a:lnTo>
                    <a:pt x="1969673" y="114878"/>
                  </a:lnTo>
                  <a:lnTo>
                    <a:pt x="1977458" y="115151"/>
                  </a:lnTo>
                  <a:lnTo>
                    <a:pt x="1985243" y="115478"/>
                  </a:lnTo>
                  <a:lnTo>
                    <a:pt x="1993029" y="115810"/>
                  </a:lnTo>
                  <a:lnTo>
                    <a:pt x="2000814" y="116141"/>
                  </a:lnTo>
                  <a:lnTo>
                    <a:pt x="2008599" y="116469"/>
                  </a:lnTo>
                  <a:lnTo>
                    <a:pt x="2016385" y="116773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0"/>
            <p:cNvSpPr/>
            <p:nvPr/>
          </p:nvSpPr>
          <p:spPr>
            <a:xfrm>
              <a:off x="1146808" y="4247864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1"/>
            <p:cNvSpPr/>
            <p:nvPr/>
          </p:nvSpPr>
          <p:spPr>
            <a:xfrm>
              <a:off x="3547712" y="2396548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47712" y="310604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547712" y="293581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547712" y="276559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3547712" y="259536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3547712" y="242514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65873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080906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4595939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511097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562600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648531" y="2494410"/>
              <a:ext cx="2016385" cy="413552"/>
            </a:xfrm>
            <a:custGeom>
              <a:avLst/>
              <a:pathLst>
                <a:path w="2016385" h="413552">
                  <a:moveTo>
                    <a:pt x="0" y="0"/>
                  </a:moveTo>
                  <a:lnTo>
                    <a:pt x="7785" y="651"/>
                  </a:lnTo>
                  <a:lnTo>
                    <a:pt x="15570" y="1307"/>
                  </a:lnTo>
                  <a:lnTo>
                    <a:pt x="23355" y="1969"/>
                  </a:lnTo>
                  <a:lnTo>
                    <a:pt x="31141" y="2636"/>
                  </a:lnTo>
                  <a:lnTo>
                    <a:pt x="38926" y="3309"/>
                  </a:lnTo>
                  <a:lnTo>
                    <a:pt x="46711" y="3988"/>
                  </a:lnTo>
                  <a:lnTo>
                    <a:pt x="54496" y="4670"/>
                  </a:lnTo>
                  <a:lnTo>
                    <a:pt x="62282" y="5234"/>
                  </a:lnTo>
                  <a:lnTo>
                    <a:pt x="70067" y="5803"/>
                  </a:lnTo>
                  <a:lnTo>
                    <a:pt x="77852" y="6449"/>
                  </a:lnTo>
                  <a:lnTo>
                    <a:pt x="85637" y="6939"/>
                  </a:lnTo>
                  <a:lnTo>
                    <a:pt x="93423" y="7518"/>
                  </a:lnTo>
                  <a:lnTo>
                    <a:pt x="101208" y="8279"/>
                  </a:lnTo>
                  <a:lnTo>
                    <a:pt x="108993" y="9217"/>
                  </a:lnTo>
                  <a:lnTo>
                    <a:pt x="116779" y="9479"/>
                  </a:lnTo>
                  <a:lnTo>
                    <a:pt x="124564" y="10305"/>
                  </a:lnTo>
                  <a:lnTo>
                    <a:pt x="132349" y="10588"/>
                  </a:lnTo>
                  <a:lnTo>
                    <a:pt x="140134" y="11258"/>
                  </a:lnTo>
                  <a:lnTo>
                    <a:pt x="147920" y="11666"/>
                  </a:lnTo>
                  <a:lnTo>
                    <a:pt x="155705" y="12265"/>
                  </a:lnTo>
                  <a:lnTo>
                    <a:pt x="163490" y="12873"/>
                  </a:lnTo>
                  <a:lnTo>
                    <a:pt x="171275" y="13494"/>
                  </a:lnTo>
                  <a:lnTo>
                    <a:pt x="179061" y="13975"/>
                  </a:lnTo>
                  <a:lnTo>
                    <a:pt x="186846" y="14445"/>
                  </a:lnTo>
                  <a:lnTo>
                    <a:pt x="194631" y="15011"/>
                  </a:lnTo>
                  <a:lnTo>
                    <a:pt x="202417" y="15684"/>
                  </a:lnTo>
                  <a:lnTo>
                    <a:pt x="210202" y="16359"/>
                  </a:lnTo>
                  <a:lnTo>
                    <a:pt x="217987" y="17038"/>
                  </a:lnTo>
                  <a:lnTo>
                    <a:pt x="225772" y="17459"/>
                  </a:lnTo>
                  <a:lnTo>
                    <a:pt x="233558" y="17981"/>
                  </a:lnTo>
                  <a:lnTo>
                    <a:pt x="241343" y="18702"/>
                  </a:lnTo>
                  <a:lnTo>
                    <a:pt x="249128" y="19241"/>
                  </a:lnTo>
                  <a:lnTo>
                    <a:pt x="256913" y="19782"/>
                  </a:lnTo>
                  <a:lnTo>
                    <a:pt x="264699" y="20030"/>
                  </a:lnTo>
                  <a:lnTo>
                    <a:pt x="272484" y="20690"/>
                  </a:lnTo>
                  <a:lnTo>
                    <a:pt x="280269" y="21380"/>
                  </a:lnTo>
                  <a:lnTo>
                    <a:pt x="288055" y="21840"/>
                  </a:lnTo>
                  <a:lnTo>
                    <a:pt x="295840" y="22237"/>
                  </a:lnTo>
                  <a:lnTo>
                    <a:pt x="303625" y="22903"/>
                  </a:lnTo>
                  <a:lnTo>
                    <a:pt x="311410" y="23431"/>
                  </a:lnTo>
                  <a:lnTo>
                    <a:pt x="319196" y="24038"/>
                  </a:lnTo>
                  <a:lnTo>
                    <a:pt x="326981" y="24484"/>
                  </a:lnTo>
                  <a:lnTo>
                    <a:pt x="334766" y="25112"/>
                  </a:lnTo>
                  <a:lnTo>
                    <a:pt x="342551" y="25545"/>
                  </a:lnTo>
                  <a:lnTo>
                    <a:pt x="350337" y="25973"/>
                  </a:lnTo>
                  <a:lnTo>
                    <a:pt x="358122" y="26498"/>
                  </a:lnTo>
                  <a:lnTo>
                    <a:pt x="365907" y="26944"/>
                  </a:lnTo>
                  <a:lnTo>
                    <a:pt x="373692" y="27394"/>
                  </a:lnTo>
                  <a:lnTo>
                    <a:pt x="381478" y="27843"/>
                  </a:lnTo>
                  <a:lnTo>
                    <a:pt x="389263" y="28296"/>
                  </a:lnTo>
                  <a:lnTo>
                    <a:pt x="397048" y="28750"/>
                  </a:lnTo>
                  <a:lnTo>
                    <a:pt x="404834" y="29229"/>
                  </a:lnTo>
                  <a:lnTo>
                    <a:pt x="412619" y="29719"/>
                  </a:lnTo>
                  <a:lnTo>
                    <a:pt x="420404" y="30210"/>
                  </a:lnTo>
                  <a:lnTo>
                    <a:pt x="428189" y="30595"/>
                  </a:lnTo>
                  <a:lnTo>
                    <a:pt x="435975" y="31041"/>
                  </a:lnTo>
                  <a:lnTo>
                    <a:pt x="443760" y="31505"/>
                  </a:lnTo>
                  <a:lnTo>
                    <a:pt x="451545" y="32128"/>
                  </a:lnTo>
                  <a:lnTo>
                    <a:pt x="459330" y="32500"/>
                  </a:lnTo>
                  <a:lnTo>
                    <a:pt x="467116" y="33057"/>
                  </a:lnTo>
                  <a:lnTo>
                    <a:pt x="474901" y="33381"/>
                  </a:lnTo>
                  <a:lnTo>
                    <a:pt x="482686" y="33960"/>
                  </a:lnTo>
                  <a:lnTo>
                    <a:pt x="490472" y="34325"/>
                  </a:lnTo>
                  <a:lnTo>
                    <a:pt x="498257" y="34666"/>
                  </a:lnTo>
                  <a:lnTo>
                    <a:pt x="506042" y="35031"/>
                  </a:lnTo>
                  <a:lnTo>
                    <a:pt x="513827" y="35374"/>
                  </a:lnTo>
                  <a:lnTo>
                    <a:pt x="521613" y="35762"/>
                  </a:lnTo>
                  <a:lnTo>
                    <a:pt x="529398" y="36056"/>
                  </a:lnTo>
                  <a:lnTo>
                    <a:pt x="537183" y="36778"/>
                  </a:lnTo>
                  <a:lnTo>
                    <a:pt x="544968" y="37246"/>
                  </a:lnTo>
                  <a:lnTo>
                    <a:pt x="552754" y="37477"/>
                  </a:lnTo>
                  <a:lnTo>
                    <a:pt x="560539" y="37767"/>
                  </a:lnTo>
                  <a:lnTo>
                    <a:pt x="568324" y="37883"/>
                  </a:lnTo>
                  <a:lnTo>
                    <a:pt x="576110" y="37984"/>
                  </a:lnTo>
                  <a:lnTo>
                    <a:pt x="583895" y="38087"/>
                  </a:lnTo>
                  <a:lnTo>
                    <a:pt x="591680" y="38377"/>
                  </a:lnTo>
                  <a:lnTo>
                    <a:pt x="599465" y="38773"/>
                  </a:lnTo>
                  <a:lnTo>
                    <a:pt x="607251" y="39159"/>
                  </a:lnTo>
                  <a:lnTo>
                    <a:pt x="615036" y="39518"/>
                  </a:lnTo>
                  <a:lnTo>
                    <a:pt x="622821" y="39804"/>
                  </a:lnTo>
                  <a:lnTo>
                    <a:pt x="630606" y="40125"/>
                  </a:lnTo>
                  <a:lnTo>
                    <a:pt x="638392" y="40470"/>
                  </a:lnTo>
                  <a:lnTo>
                    <a:pt x="646177" y="40717"/>
                  </a:lnTo>
                  <a:lnTo>
                    <a:pt x="653962" y="41005"/>
                  </a:lnTo>
                  <a:lnTo>
                    <a:pt x="661747" y="41361"/>
                  </a:lnTo>
                  <a:lnTo>
                    <a:pt x="669533" y="41451"/>
                  </a:lnTo>
                  <a:lnTo>
                    <a:pt x="677318" y="42126"/>
                  </a:lnTo>
                  <a:lnTo>
                    <a:pt x="685103" y="42374"/>
                  </a:lnTo>
                  <a:lnTo>
                    <a:pt x="692889" y="43013"/>
                  </a:lnTo>
                  <a:lnTo>
                    <a:pt x="700674" y="43383"/>
                  </a:lnTo>
                  <a:lnTo>
                    <a:pt x="708459" y="43644"/>
                  </a:lnTo>
                  <a:lnTo>
                    <a:pt x="716244" y="43656"/>
                  </a:lnTo>
                  <a:lnTo>
                    <a:pt x="724030" y="43668"/>
                  </a:lnTo>
                  <a:lnTo>
                    <a:pt x="731815" y="43753"/>
                  </a:lnTo>
                  <a:lnTo>
                    <a:pt x="739600" y="44104"/>
                  </a:lnTo>
                  <a:lnTo>
                    <a:pt x="747385" y="44454"/>
                  </a:lnTo>
                  <a:lnTo>
                    <a:pt x="755171" y="44671"/>
                  </a:lnTo>
                  <a:lnTo>
                    <a:pt x="762956" y="45030"/>
                  </a:lnTo>
                  <a:lnTo>
                    <a:pt x="770741" y="45406"/>
                  </a:lnTo>
                  <a:lnTo>
                    <a:pt x="778527" y="45782"/>
                  </a:lnTo>
                  <a:lnTo>
                    <a:pt x="786312" y="46160"/>
                  </a:lnTo>
                  <a:lnTo>
                    <a:pt x="794097" y="46390"/>
                  </a:lnTo>
                  <a:lnTo>
                    <a:pt x="801882" y="46851"/>
                  </a:lnTo>
                  <a:lnTo>
                    <a:pt x="809668" y="47298"/>
                  </a:lnTo>
                  <a:lnTo>
                    <a:pt x="817453" y="47647"/>
                  </a:lnTo>
                  <a:lnTo>
                    <a:pt x="825238" y="47879"/>
                  </a:lnTo>
                  <a:lnTo>
                    <a:pt x="833023" y="48064"/>
                  </a:lnTo>
                  <a:lnTo>
                    <a:pt x="840809" y="48403"/>
                  </a:lnTo>
                  <a:lnTo>
                    <a:pt x="848594" y="48542"/>
                  </a:lnTo>
                  <a:lnTo>
                    <a:pt x="856379" y="48712"/>
                  </a:lnTo>
                  <a:lnTo>
                    <a:pt x="864165" y="48895"/>
                  </a:lnTo>
                  <a:lnTo>
                    <a:pt x="871950" y="49100"/>
                  </a:lnTo>
                  <a:lnTo>
                    <a:pt x="879735" y="49124"/>
                  </a:lnTo>
                  <a:lnTo>
                    <a:pt x="887520" y="49233"/>
                  </a:lnTo>
                  <a:lnTo>
                    <a:pt x="895306" y="49519"/>
                  </a:lnTo>
                  <a:lnTo>
                    <a:pt x="903091" y="49820"/>
                  </a:lnTo>
                  <a:lnTo>
                    <a:pt x="910876" y="49926"/>
                  </a:lnTo>
                  <a:lnTo>
                    <a:pt x="918661" y="50254"/>
                  </a:lnTo>
                  <a:lnTo>
                    <a:pt x="926447" y="50548"/>
                  </a:lnTo>
                  <a:lnTo>
                    <a:pt x="934232" y="50527"/>
                  </a:lnTo>
                  <a:lnTo>
                    <a:pt x="942017" y="50547"/>
                  </a:lnTo>
                  <a:lnTo>
                    <a:pt x="949802" y="50782"/>
                  </a:lnTo>
                  <a:lnTo>
                    <a:pt x="957588" y="51192"/>
                  </a:lnTo>
                  <a:lnTo>
                    <a:pt x="965373" y="51603"/>
                  </a:lnTo>
                  <a:lnTo>
                    <a:pt x="973158" y="51699"/>
                  </a:lnTo>
                  <a:lnTo>
                    <a:pt x="980944" y="51838"/>
                  </a:lnTo>
                  <a:lnTo>
                    <a:pt x="988729" y="51899"/>
                  </a:lnTo>
                  <a:lnTo>
                    <a:pt x="996514" y="51965"/>
                  </a:lnTo>
                  <a:lnTo>
                    <a:pt x="1004299" y="52183"/>
                  </a:lnTo>
                  <a:lnTo>
                    <a:pt x="1012085" y="52592"/>
                  </a:lnTo>
                  <a:lnTo>
                    <a:pt x="1019870" y="53003"/>
                  </a:lnTo>
                  <a:lnTo>
                    <a:pt x="1027655" y="53285"/>
                  </a:lnTo>
                  <a:lnTo>
                    <a:pt x="1035440" y="53507"/>
                  </a:lnTo>
                  <a:lnTo>
                    <a:pt x="1043226" y="53600"/>
                  </a:lnTo>
                  <a:lnTo>
                    <a:pt x="1051011" y="53938"/>
                  </a:lnTo>
                  <a:lnTo>
                    <a:pt x="1058796" y="54147"/>
                  </a:lnTo>
                  <a:lnTo>
                    <a:pt x="1066582" y="54246"/>
                  </a:lnTo>
                  <a:lnTo>
                    <a:pt x="1074367" y="54273"/>
                  </a:lnTo>
                  <a:lnTo>
                    <a:pt x="1082152" y="54288"/>
                  </a:lnTo>
                  <a:lnTo>
                    <a:pt x="1089937" y="54389"/>
                  </a:lnTo>
                  <a:lnTo>
                    <a:pt x="1097723" y="54762"/>
                  </a:lnTo>
                  <a:lnTo>
                    <a:pt x="1105508" y="55062"/>
                  </a:lnTo>
                  <a:lnTo>
                    <a:pt x="1113293" y="55373"/>
                  </a:lnTo>
                  <a:lnTo>
                    <a:pt x="1121078" y="55644"/>
                  </a:lnTo>
                  <a:lnTo>
                    <a:pt x="1128864" y="55574"/>
                  </a:lnTo>
                  <a:lnTo>
                    <a:pt x="1136649" y="55713"/>
                  </a:lnTo>
                  <a:lnTo>
                    <a:pt x="1144434" y="56045"/>
                  </a:lnTo>
                  <a:lnTo>
                    <a:pt x="1152220" y="56370"/>
                  </a:lnTo>
                  <a:lnTo>
                    <a:pt x="1160005" y="56283"/>
                  </a:lnTo>
                  <a:lnTo>
                    <a:pt x="1167790" y="56217"/>
                  </a:lnTo>
                  <a:lnTo>
                    <a:pt x="1175575" y="56392"/>
                  </a:lnTo>
                  <a:lnTo>
                    <a:pt x="1183361" y="56637"/>
                  </a:lnTo>
                  <a:lnTo>
                    <a:pt x="1191146" y="56603"/>
                  </a:lnTo>
                  <a:lnTo>
                    <a:pt x="1198931" y="56526"/>
                  </a:lnTo>
                  <a:lnTo>
                    <a:pt x="1206716" y="56638"/>
                  </a:lnTo>
                  <a:lnTo>
                    <a:pt x="1214502" y="56752"/>
                  </a:lnTo>
                  <a:lnTo>
                    <a:pt x="1222287" y="56866"/>
                  </a:lnTo>
                  <a:lnTo>
                    <a:pt x="1230072" y="56982"/>
                  </a:lnTo>
                  <a:lnTo>
                    <a:pt x="1237857" y="56856"/>
                  </a:lnTo>
                  <a:lnTo>
                    <a:pt x="1245643" y="56673"/>
                  </a:lnTo>
                  <a:lnTo>
                    <a:pt x="1253428" y="56490"/>
                  </a:lnTo>
                  <a:lnTo>
                    <a:pt x="1261213" y="56308"/>
                  </a:lnTo>
                  <a:lnTo>
                    <a:pt x="1268999" y="56167"/>
                  </a:lnTo>
                  <a:lnTo>
                    <a:pt x="1276784" y="56303"/>
                  </a:lnTo>
                  <a:lnTo>
                    <a:pt x="1284569" y="56439"/>
                  </a:lnTo>
                  <a:lnTo>
                    <a:pt x="1292354" y="56583"/>
                  </a:lnTo>
                  <a:lnTo>
                    <a:pt x="1300140" y="56639"/>
                  </a:lnTo>
                  <a:lnTo>
                    <a:pt x="1307925" y="56743"/>
                  </a:lnTo>
                  <a:lnTo>
                    <a:pt x="1315710" y="57024"/>
                  </a:lnTo>
                  <a:lnTo>
                    <a:pt x="1323495" y="57078"/>
                  </a:lnTo>
                  <a:lnTo>
                    <a:pt x="1331281" y="56865"/>
                  </a:lnTo>
                  <a:lnTo>
                    <a:pt x="1339066" y="56835"/>
                  </a:lnTo>
                  <a:lnTo>
                    <a:pt x="1346851" y="57027"/>
                  </a:lnTo>
                  <a:lnTo>
                    <a:pt x="1354637" y="57056"/>
                  </a:lnTo>
                  <a:lnTo>
                    <a:pt x="1362422" y="57075"/>
                  </a:lnTo>
                  <a:lnTo>
                    <a:pt x="1370207" y="57117"/>
                  </a:lnTo>
                  <a:lnTo>
                    <a:pt x="1377992" y="57127"/>
                  </a:lnTo>
                  <a:lnTo>
                    <a:pt x="1385778" y="57316"/>
                  </a:lnTo>
                  <a:lnTo>
                    <a:pt x="1393563" y="57512"/>
                  </a:lnTo>
                  <a:lnTo>
                    <a:pt x="1401348" y="57709"/>
                  </a:lnTo>
                  <a:lnTo>
                    <a:pt x="1409133" y="57905"/>
                  </a:lnTo>
                  <a:lnTo>
                    <a:pt x="1416919" y="57806"/>
                  </a:lnTo>
                  <a:lnTo>
                    <a:pt x="1424704" y="57700"/>
                  </a:lnTo>
                  <a:lnTo>
                    <a:pt x="1432489" y="57597"/>
                  </a:lnTo>
                  <a:lnTo>
                    <a:pt x="1440275" y="57515"/>
                  </a:lnTo>
                  <a:lnTo>
                    <a:pt x="1448060" y="57674"/>
                  </a:lnTo>
                  <a:lnTo>
                    <a:pt x="1455845" y="57833"/>
                  </a:lnTo>
                  <a:lnTo>
                    <a:pt x="1463630" y="58002"/>
                  </a:lnTo>
                  <a:lnTo>
                    <a:pt x="1471416" y="58172"/>
                  </a:lnTo>
                  <a:lnTo>
                    <a:pt x="1479201" y="58342"/>
                  </a:lnTo>
                  <a:lnTo>
                    <a:pt x="1486986" y="58618"/>
                  </a:lnTo>
                  <a:lnTo>
                    <a:pt x="1494771" y="58675"/>
                  </a:lnTo>
                  <a:lnTo>
                    <a:pt x="1502557" y="58835"/>
                  </a:lnTo>
                  <a:lnTo>
                    <a:pt x="1510342" y="58996"/>
                  </a:lnTo>
                  <a:lnTo>
                    <a:pt x="1518127" y="59165"/>
                  </a:lnTo>
                  <a:lnTo>
                    <a:pt x="1525912" y="59334"/>
                  </a:lnTo>
                  <a:lnTo>
                    <a:pt x="1533698" y="59503"/>
                  </a:lnTo>
                  <a:lnTo>
                    <a:pt x="1541483" y="59578"/>
                  </a:lnTo>
                  <a:lnTo>
                    <a:pt x="1549268" y="59627"/>
                  </a:lnTo>
                  <a:lnTo>
                    <a:pt x="1557054" y="59844"/>
                  </a:lnTo>
                  <a:lnTo>
                    <a:pt x="1564839" y="60155"/>
                  </a:lnTo>
                  <a:lnTo>
                    <a:pt x="1572624" y="60330"/>
                  </a:lnTo>
                  <a:lnTo>
                    <a:pt x="1580409" y="60495"/>
                  </a:lnTo>
                  <a:lnTo>
                    <a:pt x="1588195" y="60660"/>
                  </a:lnTo>
                  <a:lnTo>
                    <a:pt x="1595980" y="60825"/>
                  </a:lnTo>
                  <a:lnTo>
                    <a:pt x="1603765" y="60991"/>
                  </a:lnTo>
                  <a:lnTo>
                    <a:pt x="1611550" y="61110"/>
                  </a:lnTo>
                  <a:lnTo>
                    <a:pt x="1619336" y="61047"/>
                  </a:lnTo>
                  <a:lnTo>
                    <a:pt x="1627121" y="60984"/>
                  </a:lnTo>
                  <a:lnTo>
                    <a:pt x="1634906" y="60922"/>
                  </a:lnTo>
                  <a:lnTo>
                    <a:pt x="1642692" y="60859"/>
                  </a:lnTo>
                  <a:lnTo>
                    <a:pt x="1650477" y="60796"/>
                  </a:lnTo>
                  <a:lnTo>
                    <a:pt x="1658262" y="60733"/>
                  </a:lnTo>
                  <a:lnTo>
                    <a:pt x="1666047" y="60670"/>
                  </a:lnTo>
                  <a:lnTo>
                    <a:pt x="1673833" y="60608"/>
                  </a:lnTo>
                  <a:lnTo>
                    <a:pt x="1681618" y="60545"/>
                  </a:lnTo>
                  <a:lnTo>
                    <a:pt x="1689403" y="60494"/>
                  </a:lnTo>
                  <a:lnTo>
                    <a:pt x="1697188" y="60424"/>
                  </a:lnTo>
                  <a:lnTo>
                    <a:pt x="1704974" y="60351"/>
                  </a:lnTo>
                  <a:lnTo>
                    <a:pt x="1712759" y="60497"/>
                  </a:lnTo>
                  <a:lnTo>
                    <a:pt x="1720544" y="60257"/>
                  </a:lnTo>
                  <a:lnTo>
                    <a:pt x="1728330" y="60150"/>
                  </a:lnTo>
                  <a:lnTo>
                    <a:pt x="1736115" y="60036"/>
                  </a:lnTo>
                  <a:lnTo>
                    <a:pt x="1743900" y="59823"/>
                  </a:lnTo>
                  <a:lnTo>
                    <a:pt x="1751685" y="59610"/>
                  </a:lnTo>
                  <a:lnTo>
                    <a:pt x="1759471" y="59397"/>
                  </a:lnTo>
                  <a:lnTo>
                    <a:pt x="1767256" y="59417"/>
                  </a:lnTo>
                  <a:lnTo>
                    <a:pt x="1775041" y="59285"/>
                  </a:lnTo>
                  <a:lnTo>
                    <a:pt x="1782826" y="59117"/>
                  </a:lnTo>
                  <a:lnTo>
                    <a:pt x="1790612" y="58950"/>
                  </a:lnTo>
                  <a:lnTo>
                    <a:pt x="1798397" y="58840"/>
                  </a:lnTo>
                  <a:lnTo>
                    <a:pt x="1806182" y="59096"/>
                  </a:lnTo>
                  <a:lnTo>
                    <a:pt x="1813967" y="58973"/>
                  </a:lnTo>
                  <a:lnTo>
                    <a:pt x="1821753" y="59033"/>
                  </a:lnTo>
                  <a:lnTo>
                    <a:pt x="1829538" y="59093"/>
                  </a:lnTo>
                  <a:lnTo>
                    <a:pt x="1837323" y="59153"/>
                  </a:lnTo>
                  <a:lnTo>
                    <a:pt x="1845109" y="59145"/>
                  </a:lnTo>
                  <a:lnTo>
                    <a:pt x="1852894" y="59078"/>
                  </a:lnTo>
                  <a:lnTo>
                    <a:pt x="1860679" y="59012"/>
                  </a:lnTo>
                  <a:lnTo>
                    <a:pt x="1868464" y="58950"/>
                  </a:lnTo>
                  <a:lnTo>
                    <a:pt x="1876250" y="58890"/>
                  </a:lnTo>
                  <a:lnTo>
                    <a:pt x="1884035" y="58831"/>
                  </a:lnTo>
                  <a:lnTo>
                    <a:pt x="1891820" y="58773"/>
                  </a:lnTo>
                  <a:lnTo>
                    <a:pt x="1899605" y="58631"/>
                  </a:lnTo>
                  <a:lnTo>
                    <a:pt x="1907391" y="58651"/>
                  </a:lnTo>
                  <a:lnTo>
                    <a:pt x="1915176" y="58582"/>
                  </a:lnTo>
                  <a:lnTo>
                    <a:pt x="1922961" y="58519"/>
                  </a:lnTo>
                  <a:lnTo>
                    <a:pt x="1930747" y="58458"/>
                  </a:lnTo>
                  <a:lnTo>
                    <a:pt x="1938532" y="58396"/>
                  </a:lnTo>
                  <a:lnTo>
                    <a:pt x="1946317" y="58376"/>
                  </a:lnTo>
                  <a:lnTo>
                    <a:pt x="1954102" y="58438"/>
                  </a:lnTo>
                  <a:lnTo>
                    <a:pt x="1961888" y="58500"/>
                  </a:lnTo>
                  <a:lnTo>
                    <a:pt x="1969673" y="58563"/>
                  </a:lnTo>
                  <a:lnTo>
                    <a:pt x="1977458" y="58480"/>
                  </a:lnTo>
                  <a:lnTo>
                    <a:pt x="1985243" y="58390"/>
                  </a:lnTo>
                  <a:lnTo>
                    <a:pt x="1993029" y="58216"/>
                  </a:lnTo>
                  <a:lnTo>
                    <a:pt x="2000814" y="58306"/>
                  </a:lnTo>
                  <a:lnTo>
                    <a:pt x="2008599" y="58538"/>
                  </a:lnTo>
                  <a:lnTo>
                    <a:pt x="2016385" y="58773"/>
                  </a:lnTo>
                  <a:lnTo>
                    <a:pt x="2016385" y="413552"/>
                  </a:lnTo>
                  <a:lnTo>
                    <a:pt x="2008599" y="412465"/>
                  </a:lnTo>
                  <a:lnTo>
                    <a:pt x="2000814" y="410883"/>
                  </a:lnTo>
                  <a:lnTo>
                    <a:pt x="1993029" y="409295"/>
                  </a:lnTo>
                  <a:lnTo>
                    <a:pt x="1985243" y="407699"/>
                  </a:lnTo>
                  <a:lnTo>
                    <a:pt x="1977458" y="406096"/>
                  </a:lnTo>
                  <a:lnTo>
                    <a:pt x="1969673" y="404859"/>
                  </a:lnTo>
                  <a:lnTo>
                    <a:pt x="1961888" y="403728"/>
                  </a:lnTo>
                  <a:lnTo>
                    <a:pt x="1954102" y="402511"/>
                  </a:lnTo>
                  <a:lnTo>
                    <a:pt x="1946317" y="401074"/>
                  </a:lnTo>
                  <a:lnTo>
                    <a:pt x="1938532" y="399632"/>
                  </a:lnTo>
                  <a:lnTo>
                    <a:pt x="1930747" y="398175"/>
                  </a:lnTo>
                  <a:lnTo>
                    <a:pt x="1922961" y="396713"/>
                  </a:lnTo>
                  <a:lnTo>
                    <a:pt x="1915176" y="395245"/>
                  </a:lnTo>
                  <a:lnTo>
                    <a:pt x="1907391" y="393870"/>
                  </a:lnTo>
                  <a:lnTo>
                    <a:pt x="1899605" y="392587"/>
                  </a:lnTo>
                  <a:lnTo>
                    <a:pt x="1891820" y="391209"/>
                  </a:lnTo>
                  <a:lnTo>
                    <a:pt x="1884035" y="389669"/>
                  </a:lnTo>
                  <a:lnTo>
                    <a:pt x="1876250" y="388210"/>
                  </a:lnTo>
                  <a:lnTo>
                    <a:pt x="1868464" y="386824"/>
                  </a:lnTo>
                  <a:lnTo>
                    <a:pt x="1860679" y="385427"/>
                  </a:lnTo>
                  <a:lnTo>
                    <a:pt x="1852894" y="384026"/>
                  </a:lnTo>
                  <a:lnTo>
                    <a:pt x="1845109" y="382552"/>
                  </a:lnTo>
                  <a:lnTo>
                    <a:pt x="1837323" y="381190"/>
                  </a:lnTo>
                  <a:lnTo>
                    <a:pt x="1829538" y="379723"/>
                  </a:lnTo>
                  <a:lnTo>
                    <a:pt x="1821753" y="378313"/>
                  </a:lnTo>
                  <a:lnTo>
                    <a:pt x="1813967" y="376898"/>
                  </a:lnTo>
                  <a:lnTo>
                    <a:pt x="1806182" y="375480"/>
                  </a:lnTo>
                  <a:lnTo>
                    <a:pt x="1798397" y="374058"/>
                  </a:lnTo>
                  <a:lnTo>
                    <a:pt x="1790612" y="372631"/>
                  </a:lnTo>
                  <a:lnTo>
                    <a:pt x="1782826" y="371201"/>
                  </a:lnTo>
                  <a:lnTo>
                    <a:pt x="1775041" y="369766"/>
                  </a:lnTo>
                  <a:lnTo>
                    <a:pt x="1767256" y="368256"/>
                  </a:lnTo>
                  <a:lnTo>
                    <a:pt x="1759471" y="366710"/>
                  </a:lnTo>
                  <a:lnTo>
                    <a:pt x="1751685" y="365158"/>
                  </a:lnTo>
                  <a:lnTo>
                    <a:pt x="1743900" y="363573"/>
                  </a:lnTo>
                  <a:lnTo>
                    <a:pt x="1736115" y="361957"/>
                  </a:lnTo>
                  <a:lnTo>
                    <a:pt x="1728330" y="360337"/>
                  </a:lnTo>
                  <a:lnTo>
                    <a:pt x="1720544" y="358712"/>
                  </a:lnTo>
                  <a:lnTo>
                    <a:pt x="1712759" y="357080"/>
                  </a:lnTo>
                  <a:lnTo>
                    <a:pt x="1704974" y="355415"/>
                  </a:lnTo>
                  <a:lnTo>
                    <a:pt x="1697188" y="353807"/>
                  </a:lnTo>
                  <a:lnTo>
                    <a:pt x="1689403" y="352168"/>
                  </a:lnTo>
                  <a:lnTo>
                    <a:pt x="1681618" y="350525"/>
                  </a:lnTo>
                  <a:lnTo>
                    <a:pt x="1673833" y="348873"/>
                  </a:lnTo>
                  <a:lnTo>
                    <a:pt x="1666047" y="347217"/>
                  </a:lnTo>
                  <a:lnTo>
                    <a:pt x="1658262" y="345557"/>
                  </a:lnTo>
                  <a:lnTo>
                    <a:pt x="1650477" y="344105"/>
                  </a:lnTo>
                  <a:lnTo>
                    <a:pt x="1642692" y="342417"/>
                  </a:lnTo>
                  <a:lnTo>
                    <a:pt x="1634906" y="340691"/>
                  </a:lnTo>
                  <a:lnTo>
                    <a:pt x="1627121" y="339144"/>
                  </a:lnTo>
                  <a:lnTo>
                    <a:pt x="1619336" y="337606"/>
                  </a:lnTo>
                  <a:lnTo>
                    <a:pt x="1611550" y="335914"/>
                  </a:lnTo>
                  <a:lnTo>
                    <a:pt x="1603765" y="334212"/>
                  </a:lnTo>
                  <a:lnTo>
                    <a:pt x="1595980" y="332505"/>
                  </a:lnTo>
                  <a:lnTo>
                    <a:pt x="1588195" y="330794"/>
                  </a:lnTo>
                  <a:lnTo>
                    <a:pt x="1580409" y="329439"/>
                  </a:lnTo>
                  <a:lnTo>
                    <a:pt x="1572624" y="328203"/>
                  </a:lnTo>
                  <a:lnTo>
                    <a:pt x="1564839" y="326514"/>
                  </a:lnTo>
                  <a:lnTo>
                    <a:pt x="1557054" y="324725"/>
                  </a:lnTo>
                  <a:lnTo>
                    <a:pt x="1549268" y="323213"/>
                  </a:lnTo>
                  <a:lnTo>
                    <a:pt x="1541483" y="321698"/>
                  </a:lnTo>
                  <a:lnTo>
                    <a:pt x="1533698" y="320083"/>
                  </a:lnTo>
                  <a:lnTo>
                    <a:pt x="1525912" y="318379"/>
                  </a:lnTo>
                  <a:lnTo>
                    <a:pt x="1518127" y="316671"/>
                  </a:lnTo>
                  <a:lnTo>
                    <a:pt x="1510342" y="314960"/>
                  </a:lnTo>
                  <a:lnTo>
                    <a:pt x="1502557" y="313562"/>
                  </a:lnTo>
                  <a:lnTo>
                    <a:pt x="1494771" y="312009"/>
                  </a:lnTo>
                  <a:lnTo>
                    <a:pt x="1486986" y="310391"/>
                  </a:lnTo>
                  <a:lnTo>
                    <a:pt x="1479201" y="308818"/>
                  </a:lnTo>
                  <a:lnTo>
                    <a:pt x="1471416" y="307302"/>
                  </a:lnTo>
                  <a:lnTo>
                    <a:pt x="1463630" y="305784"/>
                  </a:lnTo>
                  <a:lnTo>
                    <a:pt x="1455845" y="304260"/>
                  </a:lnTo>
                  <a:lnTo>
                    <a:pt x="1448060" y="302734"/>
                  </a:lnTo>
                  <a:lnTo>
                    <a:pt x="1440275" y="301206"/>
                  </a:lnTo>
                  <a:lnTo>
                    <a:pt x="1432489" y="299678"/>
                  </a:lnTo>
                  <a:lnTo>
                    <a:pt x="1424704" y="298148"/>
                  </a:lnTo>
                  <a:lnTo>
                    <a:pt x="1416919" y="296617"/>
                  </a:lnTo>
                  <a:lnTo>
                    <a:pt x="1409133" y="295086"/>
                  </a:lnTo>
                  <a:lnTo>
                    <a:pt x="1401348" y="293610"/>
                  </a:lnTo>
                  <a:lnTo>
                    <a:pt x="1393563" y="292245"/>
                  </a:lnTo>
                  <a:lnTo>
                    <a:pt x="1385778" y="290986"/>
                  </a:lnTo>
                  <a:lnTo>
                    <a:pt x="1377992" y="289619"/>
                  </a:lnTo>
                  <a:lnTo>
                    <a:pt x="1370207" y="288160"/>
                  </a:lnTo>
                  <a:lnTo>
                    <a:pt x="1362422" y="286850"/>
                  </a:lnTo>
                  <a:lnTo>
                    <a:pt x="1354637" y="285678"/>
                  </a:lnTo>
                  <a:lnTo>
                    <a:pt x="1346851" y="284496"/>
                  </a:lnTo>
                  <a:lnTo>
                    <a:pt x="1339066" y="282709"/>
                  </a:lnTo>
                  <a:lnTo>
                    <a:pt x="1331281" y="281349"/>
                  </a:lnTo>
                  <a:lnTo>
                    <a:pt x="1323495" y="279983"/>
                  </a:lnTo>
                  <a:lnTo>
                    <a:pt x="1315710" y="278612"/>
                  </a:lnTo>
                  <a:lnTo>
                    <a:pt x="1307925" y="277242"/>
                  </a:lnTo>
                  <a:lnTo>
                    <a:pt x="1300140" y="275871"/>
                  </a:lnTo>
                  <a:lnTo>
                    <a:pt x="1292354" y="274483"/>
                  </a:lnTo>
                  <a:lnTo>
                    <a:pt x="1284569" y="272770"/>
                  </a:lnTo>
                  <a:lnTo>
                    <a:pt x="1276784" y="270839"/>
                  </a:lnTo>
                  <a:lnTo>
                    <a:pt x="1268999" y="268908"/>
                  </a:lnTo>
                  <a:lnTo>
                    <a:pt x="1261213" y="266976"/>
                  </a:lnTo>
                  <a:lnTo>
                    <a:pt x="1253428" y="265045"/>
                  </a:lnTo>
                  <a:lnTo>
                    <a:pt x="1245643" y="263750"/>
                  </a:lnTo>
                  <a:lnTo>
                    <a:pt x="1237857" y="262469"/>
                  </a:lnTo>
                  <a:lnTo>
                    <a:pt x="1230072" y="260799"/>
                  </a:lnTo>
                  <a:lnTo>
                    <a:pt x="1222287" y="259443"/>
                  </a:lnTo>
                  <a:lnTo>
                    <a:pt x="1214502" y="257601"/>
                  </a:lnTo>
                  <a:lnTo>
                    <a:pt x="1206716" y="255748"/>
                  </a:lnTo>
                  <a:lnTo>
                    <a:pt x="1198931" y="254137"/>
                  </a:lnTo>
                  <a:lnTo>
                    <a:pt x="1191146" y="252582"/>
                  </a:lnTo>
                  <a:lnTo>
                    <a:pt x="1183361" y="250686"/>
                  </a:lnTo>
                  <a:lnTo>
                    <a:pt x="1175575" y="249123"/>
                  </a:lnTo>
                  <a:lnTo>
                    <a:pt x="1167790" y="247961"/>
                  </a:lnTo>
                  <a:lnTo>
                    <a:pt x="1160005" y="246435"/>
                  </a:lnTo>
                  <a:lnTo>
                    <a:pt x="1152220" y="244905"/>
                  </a:lnTo>
                  <a:lnTo>
                    <a:pt x="1144434" y="243489"/>
                  </a:lnTo>
                  <a:lnTo>
                    <a:pt x="1136649" y="242076"/>
                  </a:lnTo>
                  <a:lnTo>
                    <a:pt x="1128864" y="240672"/>
                  </a:lnTo>
                  <a:lnTo>
                    <a:pt x="1121078" y="239477"/>
                  </a:lnTo>
                  <a:lnTo>
                    <a:pt x="1113293" y="237902"/>
                  </a:lnTo>
                  <a:lnTo>
                    <a:pt x="1105508" y="236954"/>
                  </a:lnTo>
                  <a:lnTo>
                    <a:pt x="1097723" y="235606"/>
                  </a:lnTo>
                  <a:lnTo>
                    <a:pt x="1089937" y="234069"/>
                  </a:lnTo>
                  <a:lnTo>
                    <a:pt x="1082152" y="232527"/>
                  </a:lnTo>
                  <a:lnTo>
                    <a:pt x="1074367" y="230987"/>
                  </a:lnTo>
                  <a:lnTo>
                    <a:pt x="1066582" y="229474"/>
                  </a:lnTo>
                  <a:lnTo>
                    <a:pt x="1058796" y="228016"/>
                  </a:lnTo>
                  <a:lnTo>
                    <a:pt x="1051011" y="226001"/>
                  </a:lnTo>
                  <a:lnTo>
                    <a:pt x="1043226" y="224296"/>
                  </a:lnTo>
                  <a:lnTo>
                    <a:pt x="1035440" y="223170"/>
                  </a:lnTo>
                  <a:lnTo>
                    <a:pt x="1027655" y="221974"/>
                  </a:lnTo>
                  <a:lnTo>
                    <a:pt x="1019870" y="220563"/>
                  </a:lnTo>
                  <a:lnTo>
                    <a:pt x="1012085" y="219156"/>
                  </a:lnTo>
                  <a:lnTo>
                    <a:pt x="1004299" y="217879"/>
                  </a:lnTo>
                  <a:lnTo>
                    <a:pt x="996514" y="216322"/>
                  </a:lnTo>
                  <a:lnTo>
                    <a:pt x="988729" y="214881"/>
                  </a:lnTo>
                  <a:lnTo>
                    <a:pt x="980944" y="213839"/>
                  </a:lnTo>
                  <a:lnTo>
                    <a:pt x="973158" y="212600"/>
                  </a:lnTo>
                  <a:lnTo>
                    <a:pt x="965373" y="211360"/>
                  </a:lnTo>
                  <a:lnTo>
                    <a:pt x="957588" y="209965"/>
                  </a:lnTo>
                  <a:lnTo>
                    <a:pt x="949802" y="208717"/>
                  </a:lnTo>
                  <a:lnTo>
                    <a:pt x="942017" y="207350"/>
                  </a:lnTo>
                  <a:lnTo>
                    <a:pt x="934232" y="205752"/>
                  </a:lnTo>
                  <a:lnTo>
                    <a:pt x="926447" y="204054"/>
                  </a:lnTo>
                  <a:lnTo>
                    <a:pt x="918661" y="202356"/>
                  </a:lnTo>
                  <a:lnTo>
                    <a:pt x="910876" y="200657"/>
                  </a:lnTo>
                  <a:lnTo>
                    <a:pt x="903091" y="198976"/>
                  </a:lnTo>
                  <a:lnTo>
                    <a:pt x="895306" y="198116"/>
                  </a:lnTo>
                  <a:lnTo>
                    <a:pt x="887520" y="197112"/>
                  </a:lnTo>
                  <a:lnTo>
                    <a:pt x="879735" y="196243"/>
                  </a:lnTo>
                  <a:lnTo>
                    <a:pt x="871950" y="195160"/>
                  </a:lnTo>
                  <a:lnTo>
                    <a:pt x="864165" y="194280"/>
                  </a:lnTo>
                  <a:lnTo>
                    <a:pt x="856379" y="193402"/>
                  </a:lnTo>
                  <a:lnTo>
                    <a:pt x="848594" y="192157"/>
                  </a:lnTo>
                  <a:lnTo>
                    <a:pt x="840809" y="191025"/>
                  </a:lnTo>
                  <a:lnTo>
                    <a:pt x="833023" y="190334"/>
                  </a:lnTo>
                  <a:lnTo>
                    <a:pt x="825238" y="189049"/>
                  </a:lnTo>
                  <a:lnTo>
                    <a:pt x="817453" y="187821"/>
                  </a:lnTo>
                  <a:lnTo>
                    <a:pt x="809668" y="186157"/>
                  </a:lnTo>
                  <a:lnTo>
                    <a:pt x="801882" y="184747"/>
                  </a:lnTo>
                  <a:lnTo>
                    <a:pt x="794097" y="183469"/>
                  </a:lnTo>
                  <a:lnTo>
                    <a:pt x="786312" y="182414"/>
                  </a:lnTo>
                  <a:lnTo>
                    <a:pt x="778527" y="181523"/>
                  </a:lnTo>
                  <a:lnTo>
                    <a:pt x="770741" y="180377"/>
                  </a:lnTo>
                  <a:lnTo>
                    <a:pt x="762956" y="179284"/>
                  </a:lnTo>
                  <a:lnTo>
                    <a:pt x="755171" y="178227"/>
                  </a:lnTo>
                  <a:lnTo>
                    <a:pt x="747385" y="176980"/>
                  </a:lnTo>
                  <a:lnTo>
                    <a:pt x="739600" y="175860"/>
                  </a:lnTo>
                  <a:lnTo>
                    <a:pt x="731815" y="174678"/>
                  </a:lnTo>
                  <a:lnTo>
                    <a:pt x="724030" y="173266"/>
                  </a:lnTo>
                  <a:lnTo>
                    <a:pt x="716244" y="172070"/>
                  </a:lnTo>
                  <a:lnTo>
                    <a:pt x="708459" y="170876"/>
                  </a:lnTo>
                  <a:lnTo>
                    <a:pt x="700674" y="169680"/>
                  </a:lnTo>
                  <a:lnTo>
                    <a:pt x="692889" y="168481"/>
                  </a:lnTo>
                  <a:lnTo>
                    <a:pt x="685103" y="167300"/>
                  </a:lnTo>
                  <a:lnTo>
                    <a:pt x="677318" y="166181"/>
                  </a:lnTo>
                  <a:lnTo>
                    <a:pt x="669533" y="165567"/>
                  </a:lnTo>
                  <a:lnTo>
                    <a:pt x="661747" y="164634"/>
                  </a:lnTo>
                  <a:lnTo>
                    <a:pt x="653962" y="163493"/>
                  </a:lnTo>
                  <a:lnTo>
                    <a:pt x="646177" y="162599"/>
                  </a:lnTo>
                  <a:lnTo>
                    <a:pt x="638392" y="161758"/>
                  </a:lnTo>
                  <a:lnTo>
                    <a:pt x="630606" y="160484"/>
                  </a:lnTo>
                  <a:lnTo>
                    <a:pt x="622821" y="159151"/>
                  </a:lnTo>
                  <a:lnTo>
                    <a:pt x="615036" y="157887"/>
                  </a:lnTo>
                  <a:lnTo>
                    <a:pt x="607251" y="157207"/>
                  </a:lnTo>
                  <a:lnTo>
                    <a:pt x="599465" y="156545"/>
                  </a:lnTo>
                  <a:lnTo>
                    <a:pt x="591680" y="155798"/>
                  </a:lnTo>
                  <a:lnTo>
                    <a:pt x="583895" y="154467"/>
                  </a:lnTo>
                  <a:lnTo>
                    <a:pt x="576110" y="153766"/>
                  </a:lnTo>
                  <a:lnTo>
                    <a:pt x="568324" y="152736"/>
                  </a:lnTo>
                  <a:lnTo>
                    <a:pt x="560539" y="151588"/>
                  </a:lnTo>
                  <a:lnTo>
                    <a:pt x="552754" y="150643"/>
                  </a:lnTo>
                  <a:lnTo>
                    <a:pt x="544968" y="150235"/>
                  </a:lnTo>
                  <a:lnTo>
                    <a:pt x="537183" y="149824"/>
                  </a:lnTo>
                  <a:lnTo>
                    <a:pt x="529398" y="148851"/>
                  </a:lnTo>
                  <a:lnTo>
                    <a:pt x="521613" y="148197"/>
                  </a:lnTo>
                  <a:lnTo>
                    <a:pt x="513827" y="147414"/>
                  </a:lnTo>
                  <a:lnTo>
                    <a:pt x="506042" y="146793"/>
                  </a:lnTo>
                  <a:lnTo>
                    <a:pt x="498257" y="145983"/>
                  </a:lnTo>
                  <a:lnTo>
                    <a:pt x="490472" y="145169"/>
                  </a:lnTo>
                  <a:lnTo>
                    <a:pt x="482686" y="144355"/>
                  </a:lnTo>
                  <a:lnTo>
                    <a:pt x="474901" y="143543"/>
                  </a:lnTo>
                  <a:lnTo>
                    <a:pt x="467116" y="143004"/>
                  </a:lnTo>
                  <a:lnTo>
                    <a:pt x="459330" y="142203"/>
                  </a:lnTo>
                  <a:lnTo>
                    <a:pt x="451545" y="141466"/>
                  </a:lnTo>
                  <a:lnTo>
                    <a:pt x="443760" y="140649"/>
                  </a:lnTo>
                  <a:lnTo>
                    <a:pt x="435975" y="139525"/>
                  </a:lnTo>
                  <a:lnTo>
                    <a:pt x="428189" y="138656"/>
                  </a:lnTo>
                  <a:lnTo>
                    <a:pt x="420404" y="137870"/>
                  </a:lnTo>
                  <a:lnTo>
                    <a:pt x="412619" y="137458"/>
                  </a:lnTo>
                  <a:lnTo>
                    <a:pt x="404834" y="137187"/>
                  </a:lnTo>
                  <a:lnTo>
                    <a:pt x="397048" y="136878"/>
                  </a:lnTo>
                  <a:lnTo>
                    <a:pt x="389263" y="136205"/>
                  </a:lnTo>
                  <a:lnTo>
                    <a:pt x="381478" y="135250"/>
                  </a:lnTo>
                  <a:lnTo>
                    <a:pt x="373692" y="135127"/>
                  </a:lnTo>
                  <a:lnTo>
                    <a:pt x="365907" y="134827"/>
                  </a:lnTo>
                  <a:lnTo>
                    <a:pt x="358122" y="134502"/>
                  </a:lnTo>
                  <a:lnTo>
                    <a:pt x="350337" y="133648"/>
                  </a:lnTo>
                  <a:lnTo>
                    <a:pt x="342551" y="132733"/>
                  </a:lnTo>
                  <a:lnTo>
                    <a:pt x="334766" y="131818"/>
                  </a:lnTo>
                  <a:lnTo>
                    <a:pt x="326981" y="131130"/>
                  </a:lnTo>
                  <a:lnTo>
                    <a:pt x="319196" y="130581"/>
                  </a:lnTo>
                  <a:lnTo>
                    <a:pt x="311410" y="131118"/>
                  </a:lnTo>
                  <a:lnTo>
                    <a:pt x="303625" y="129997"/>
                  </a:lnTo>
                  <a:lnTo>
                    <a:pt x="295840" y="129378"/>
                  </a:lnTo>
                  <a:lnTo>
                    <a:pt x="288055" y="129208"/>
                  </a:lnTo>
                  <a:lnTo>
                    <a:pt x="280269" y="128739"/>
                  </a:lnTo>
                  <a:lnTo>
                    <a:pt x="272484" y="128803"/>
                  </a:lnTo>
                  <a:lnTo>
                    <a:pt x="264699" y="128046"/>
                  </a:lnTo>
                  <a:lnTo>
                    <a:pt x="256913" y="127147"/>
                  </a:lnTo>
                  <a:lnTo>
                    <a:pt x="249128" y="126926"/>
                  </a:lnTo>
                  <a:lnTo>
                    <a:pt x="241343" y="127076"/>
                  </a:lnTo>
                  <a:lnTo>
                    <a:pt x="233558" y="126555"/>
                  </a:lnTo>
                  <a:lnTo>
                    <a:pt x="225772" y="125944"/>
                  </a:lnTo>
                  <a:lnTo>
                    <a:pt x="217987" y="125430"/>
                  </a:lnTo>
                  <a:lnTo>
                    <a:pt x="210202" y="125169"/>
                  </a:lnTo>
                  <a:lnTo>
                    <a:pt x="202417" y="124421"/>
                  </a:lnTo>
                  <a:lnTo>
                    <a:pt x="194631" y="123671"/>
                  </a:lnTo>
                  <a:lnTo>
                    <a:pt x="186846" y="123540"/>
                  </a:lnTo>
                  <a:lnTo>
                    <a:pt x="179061" y="123417"/>
                  </a:lnTo>
                  <a:lnTo>
                    <a:pt x="171275" y="123169"/>
                  </a:lnTo>
                  <a:lnTo>
                    <a:pt x="163490" y="123530"/>
                  </a:lnTo>
                  <a:lnTo>
                    <a:pt x="155705" y="123371"/>
                  </a:lnTo>
                  <a:lnTo>
                    <a:pt x="147920" y="122880"/>
                  </a:lnTo>
                  <a:lnTo>
                    <a:pt x="140134" y="122778"/>
                  </a:lnTo>
                  <a:lnTo>
                    <a:pt x="132349" y="122852"/>
                  </a:lnTo>
                  <a:lnTo>
                    <a:pt x="124564" y="122062"/>
                  </a:lnTo>
                  <a:lnTo>
                    <a:pt x="116779" y="121613"/>
                  </a:lnTo>
                  <a:lnTo>
                    <a:pt x="108993" y="121236"/>
                  </a:lnTo>
                  <a:lnTo>
                    <a:pt x="101208" y="120707"/>
                  </a:lnTo>
                  <a:lnTo>
                    <a:pt x="93423" y="120180"/>
                  </a:lnTo>
                  <a:lnTo>
                    <a:pt x="85637" y="120170"/>
                  </a:lnTo>
                  <a:lnTo>
                    <a:pt x="77852" y="120171"/>
                  </a:lnTo>
                  <a:lnTo>
                    <a:pt x="70067" y="120254"/>
                  </a:lnTo>
                  <a:lnTo>
                    <a:pt x="62282" y="119617"/>
                  </a:lnTo>
                  <a:lnTo>
                    <a:pt x="54496" y="119027"/>
                  </a:lnTo>
                  <a:lnTo>
                    <a:pt x="46711" y="118748"/>
                  </a:lnTo>
                  <a:lnTo>
                    <a:pt x="38926" y="118541"/>
                  </a:lnTo>
                  <a:lnTo>
                    <a:pt x="31141" y="118112"/>
                  </a:lnTo>
                  <a:lnTo>
                    <a:pt x="23355" y="117690"/>
                  </a:lnTo>
                  <a:lnTo>
                    <a:pt x="15570" y="117351"/>
                  </a:lnTo>
                  <a:lnTo>
                    <a:pt x="7785" y="117236"/>
                  </a:lnTo>
                  <a:lnTo>
                    <a:pt x="0" y="117114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48531" y="2494410"/>
              <a:ext cx="2016385" cy="61110"/>
            </a:xfrm>
            <a:custGeom>
              <a:avLst/>
              <a:pathLst>
                <a:path w="2016385" h="61110">
                  <a:moveTo>
                    <a:pt x="0" y="0"/>
                  </a:moveTo>
                  <a:lnTo>
                    <a:pt x="7785" y="651"/>
                  </a:lnTo>
                  <a:lnTo>
                    <a:pt x="15570" y="1307"/>
                  </a:lnTo>
                  <a:lnTo>
                    <a:pt x="23355" y="1969"/>
                  </a:lnTo>
                  <a:lnTo>
                    <a:pt x="31141" y="2636"/>
                  </a:lnTo>
                  <a:lnTo>
                    <a:pt x="38926" y="3309"/>
                  </a:lnTo>
                  <a:lnTo>
                    <a:pt x="46711" y="3988"/>
                  </a:lnTo>
                  <a:lnTo>
                    <a:pt x="54496" y="4670"/>
                  </a:lnTo>
                  <a:lnTo>
                    <a:pt x="62282" y="5234"/>
                  </a:lnTo>
                  <a:lnTo>
                    <a:pt x="70067" y="5803"/>
                  </a:lnTo>
                  <a:lnTo>
                    <a:pt x="77852" y="6449"/>
                  </a:lnTo>
                  <a:lnTo>
                    <a:pt x="85637" y="6939"/>
                  </a:lnTo>
                  <a:lnTo>
                    <a:pt x="93423" y="7518"/>
                  </a:lnTo>
                  <a:lnTo>
                    <a:pt x="101208" y="8279"/>
                  </a:lnTo>
                  <a:lnTo>
                    <a:pt x="108993" y="9217"/>
                  </a:lnTo>
                  <a:lnTo>
                    <a:pt x="116779" y="9479"/>
                  </a:lnTo>
                  <a:lnTo>
                    <a:pt x="124564" y="10305"/>
                  </a:lnTo>
                  <a:lnTo>
                    <a:pt x="132349" y="10588"/>
                  </a:lnTo>
                  <a:lnTo>
                    <a:pt x="140134" y="11258"/>
                  </a:lnTo>
                  <a:lnTo>
                    <a:pt x="147920" y="11666"/>
                  </a:lnTo>
                  <a:lnTo>
                    <a:pt x="155705" y="12265"/>
                  </a:lnTo>
                  <a:lnTo>
                    <a:pt x="163490" y="12873"/>
                  </a:lnTo>
                  <a:lnTo>
                    <a:pt x="171275" y="13494"/>
                  </a:lnTo>
                  <a:lnTo>
                    <a:pt x="179061" y="13975"/>
                  </a:lnTo>
                  <a:lnTo>
                    <a:pt x="186846" y="14445"/>
                  </a:lnTo>
                  <a:lnTo>
                    <a:pt x="194631" y="15011"/>
                  </a:lnTo>
                  <a:lnTo>
                    <a:pt x="202417" y="15684"/>
                  </a:lnTo>
                  <a:lnTo>
                    <a:pt x="210202" y="16359"/>
                  </a:lnTo>
                  <a:lnTo>
                    <a:pt x="217987" y="17038"/>
                  </a:lnTo>
                  <a:lnTo>
                    <a:pt x="225772" y="17459"/>
                  </a:lnTo>
                  <a:lnTo>
                    <a:pt x="233558" y="17981"/>
                  </a:lnTo>
                  <a:lnTo>
                    <a:pt x="241343" y="18702"/>
                  </a:lnTo>
                  <a:lnTo>
                    <a:pt x="249128" y="19241"/>
                  </a:lnTo>
                  <a:lnTo>
                    <a:pt x="256913" y="19782"/>
                  </a:lnTo>
                  <a:lnTo>
                    <a:pt x="264699" y="20030"/>
                  </a:lnTo>
                  <a:lnTo>
                    <a:pt x="272484" y="20690"/>
                  </a:lnTo>
                  <a:lnTo>
                    <a:pt x="280269" y="21380"/>
                  </a:lnTo>
                  <a:lnTo>
                    <a:pt x="288055" y="21840"/>
                  </a:lnTo>
                  <a:lnTo>
                    <a:pt x="295840" y="22237"/>
                  </a:lnTo>
                  <a:lnTo>
                    <a:pt x="303625" y="22903"/>
                  </a:lnTo>
                  <a:lnTo>
                    <a:pt x="311410" y="23431"/>
                  </a:lnTo>
                  <a:lnTo>
                    <a:pt x="319196" y="24038"/>
                  </a:lnTo>
                  <a:lnTo>
                    <a:pt x="326981" y="24484"/>
                  </a:lnTo>
                  <a:lnTo>
                    <a:pt x="334766" y="25112"/>
                  </a:lnTo>
                  <a:lnTo>
                    <a:pt x="342551" y="25545"/>
                  </a:lnTo>
                  <a:lnTo>
                    <a:pt x="350337" y="25973"/>
                  </a:lnTo>
                  <a:lnTo>
                    <a:pt x="358122" y="26498"/>
                  </a:lnTo>
                  <a:lnTo>
                    <a:pt x="365907" y="26944"/>
                  </a:lnTo>
                  <a:lnTo>
                    <a:pt x="373692" y="27394"/>
                  </a:lnTo>
                  <a:lnTo>
                    <a:pt x="381478" y="27843"/>
                  </a:lnTo>
                  <a:lnTo>
                    <a:pt x="389263" y="28296"/>
                  </a:lnTo>
                  <a:lnTo>
                    <a:pt x="397048" y="28750"/>
                  </a:lnTo>
                  <a:lnTo>
                    <a:pt x="404834" y="29229"/>
                  </a:lnTo>
                  <a:lnTo>
                    <a:pt x="412619" y="29719"/>
                  </a:lnTo>
                  <a:lnTo>
                    <a:pt x="420404" y="30210"/>
                  </a:lnTo>
                  <a:lnTo>
                    <a:pt x="428189" y="30595"/>
                  </a:lnTo>
                  <a:lnTo>
                    <a:pt x="435975" y="31041"/>
                  </a:lnTo>
                  <a:lnTo>
                    <a:pt x="443760" y="31505"/>
                  </a:lnTo>
                  <a:lnTo>
                    <a:pt x="451545" y="32128"/>
                  </a:lnTo>
                  <a:lnTo>
                    <a:pt x="459330" y="32500"/>
                  </a:lnTo>
                  <a:lnTo>
                    <a:pt x="467116" y="33057"/>
                  </a:lnTo>
                  <a:lnTo>
                    <a:pt x="474901" y="33381"/>
                  </a:lnTo>
                  <a:lnTo>
                    <a:pt x="482686" y="33960"/>
                  </a:lnTo>
                  <a:lnTo>
                    <a:pt x="490472" y="34325"/>
                  </a:lnTo>
                  <a:lnTo>
                    <a:pt x="498257" y="34666"/>
                  </a:lnTo>
                  <a:lnTo>
                    <a:pt x="506042" y="35031"/>
                  </a:lnTo>
                  <a:lnTo>
                    <a:pt x="513827" y="35374"/>
                  </a:lnTo>
                  <a:lnTo>
                    <a:pt x="521613" y="35762"/>
                  </a:lnTo>
                  <a:lnTo>
                    <a:pt x="529398" y="36056"/>
                  </a:lnTo>
                  <a:lnTo>
                    <a:pt x="537183" y="36778"/>
                  </a:lnTo>
                  <a:lnTo>
                    <a:pt x="544968" y="37246"/>
                  </a:lnTo>
                  <a:lnTo>
                    <a:pt x="552754" y="37477"/>
                  </a:lnTo>
                  <a:lnTo>
                    <a:pt x="560539" y="37767"/>
                  </a:lnTo>
                  <a:lnTo>
                    <a:pt x="568324" y="37883"/>
                  </a:lnTo>
                  <a:lnTo>
                    <a:pt x="576110" y="37984"/>
                  </a:lnTo>
                  <a:lnTo>
                    <a:pt x="583895" y="38087"/>
                  </a:lnTo>
                  <a:lnTo>
                    <a:pt x="591680" y="38377"/>
                  </a:lnTo>
                  <a:lnTo>
                    <a:pt x="599465" y="38773"/>
                  </a:lnTo>
                  <a:lnTo>
                    <a:pt x="607251" y="39159"/>
                  </a:lnTo>
                  <a:lnTo>
                    <a:pt x="615036" y="39518"/>
                  </a:lnTo>
                  <a:lnTo>
                    <a:pt x="622821" y="39804"/>
                  </a:lnTo>
                  <a:lnTo>
                    <a:pt x="630606" y="40125"/>
                  </a:lnTo>
                  <a:lnTo>
                    <a:pt x="638392" y="40470"/>
                  </a:lnTo>
                  <a:lnTo>
                    <a:pt x="646177" y="40717"/>
                  </a:lnTo>
                  <a:lnTo>
                    <a:pt x="653962" y="41005"/>
                  </a:lnTo>
                  <a:lnTo>
                    <a:pt x="661747" y="41361"/>
                  </a:lnTo>
                  <a:lnTo>
                    <a:pt x="669533" y="41451"/>
                  </a:lnTo>
                  <a:lnTo>
                    <a:pt x="677318" y="42126"/>
                  </a:lnTo>
                  <a:lnTo>
                    <a:pt x="685103" y="42374"/>
                  </a:lnTo>
                  <a:lnTo>
                    <a:pt x="692889" y="43013"/>
                  </a:lnTo>
                  <a:lnTo>
                    <a:pt x="700674" y="43383"/>
                  </a:lnTo>
                  <a:lnTo>
                    <a:pt x="708459" y="43644"/>
                  </a:lnTo>
                  <a:lnTo>
                    <a:pt x="716244" y="43656"/>
                  </a:lnTo>
                  <a:lnTo>
                    <a:pt x="724030" y="43668"/>
                  </a:lnTo>
                  <a:lnTo>
                    <a:pt x="731815" y="43753"/>
                  </a:lnTo>
                  <a:lnTo>
                    <a:pt x="739600" y="44104"/>
                  </a:lnTo>
                  <a:lnTo>
                    <a:pt x="747385" y="44454"/>
                  </a:lnTo>
                  <a:lnTo>
                    <a:pt x="755171" y="44671"/>
                  </a:lnTo>
                  <a:lnTo>
                    <a:pt x="762956" y="45030"/>
                  </a:lnTo>
                  <a:lnTo>
                    <a:pt x="770741" y="45406"/>
                  </a:lnTo>
                  <a:lnTo>
                    <a:pt x="778527" y="45782"/>
                  </a:lnTo>
                  <a:lnTo>
                    <a:pt x="786312" y="46160"/>
                  </a:lnTo>
                  <a:lnTo>
                    <a:pt x="794097" y="46390"/>
                  </a:lnTo>
                  <a:lnTo>
                    <a:pt x="801882" y="46851"/>
                  </a:lnTo>
                  <a:lnTo>
                    <a:pt x="809668" y="47298"/>
                  </a:lnTo>
                  <a:lnTo>
                    <a:pt x="817453" y="47647"/>
                  </a:lnTo>
                  <a:lnTo>
                    <a:pt x="825238" y="47879"/>
                  </a:lnTo>
                  <a:lnTo>
                    <a:pt x="833023" y="48064"/>
                  </a:lnTo>
                  <a:lnTo>
                    <a:pt x="840809" y="48403"/>
                  </a:lnTo>
                  <a:lnTo>
                    <a:pt x="848594" y="48542"/>
                  </a:lnTo>
                  <a:lnTo>
                    <a:pt x="856379" y="48712"/>
                  </a:lnTo>
                  <a:lnTo>
                    <a:pt x="864165" y="48895"/>
                  </a:lnTo>
                  <a:lnTo>
                    <a:pt x="871950" y="49100"/>
                  </a:lnTo>
                  <a:lnTo>
                    <a:pt x="879735" y="49124"/>
                  </a:lnTo>
                  <a:lnTo>
                    <a:pt x="887520" y="49233"/>
                  </a:lnTo>
                  <a:lnTo>
                    <a:pt x="895306" y="49519"/>
                  </a:lnTo>
                  <a:lnTo>
                    <a:pt x="903091" y="49820"/>
                  </a:lnTo>
                  <a:lnTo>
                    <a:pt x="910876" y="49926"/>
                  </a:lnTo>
                  <a:lnTo>
                    <a:pt x="918661" y="50254"/>
                  </a:lnTo>
                  <a:lnTo>
                    <a:pt x="926447" y="50548"/>
                  </a:lnTo>
                  <a:lnTo>
                    <a:pt x="934232" y="50527"/>
                  </a:lnTo>
                  <a:lnTo>
                    <a:pt x="942017" y="50547"/>
                  </a:lnTo>
                  <a:lnTo>
                    <a:pt x="949802" y="50782"/>
                  </a:lnTo>
                  <a:lnTo>
                    <a:pt x="957588" y="51192"/>
                  </a:lnTo>
                  <a:lnTo>
                    <a:pt x="965373" y="51603"/>
                  </a:lnTo>
                  <a:lnTo>
                    <a:pt x="973158" y="51699"/>
                  </a:lnTo>
                  <a:lnTo>
                    <a:pt x="980944" y="51838"/>
                  </a:lnTo>
                  <a:lnTo>
                    <a:pt x="988729" y="51899"/>
                  </a:lnTo>
                  <a:lnTo>
                    <a:pt x="996514" y="51965"/>
                  </a:lnTo>
                  <a:lnTo>
                    <a:pt x="1004299" y="52183"/>
                  </a:lnTo>
                  <a:lnTo>
                    <a:pt x="1012085" y="52592"/>
                  </a:lnTo>
                  <a:lnTo>
                    <a:pt x="1019870" y="53003"/>
                  </a:lnTo>
                  <a:lnTo>
                    <a:pt x="1027655" y="53285"/>
                  </a:lnTo>
                  <a:lnTo>
                    <a:pt x="1035440" y="53507"/>
                  </a:lnTo>
                  <a:lnTo>
                    <a:pt x="1043226" y="53600"/>
                  </a:lnTo>
                  <a:lnTo>
                    <a:pt x="1051011" y="53938"/>
                  </a:lnTo>
                  <a:lnTo>
                    <a:pt x="1058796" y="54147"/>
                  </a:lnTo>
                  <a:lnTo>
                    <a:pt x="1066582" y="54246"/>
                  </a:lnTo>
                  <a:lnTo>
                    <a:pt x="1074367" y="54273"/>
                  </a:lnTo>
                  <a:lnTo>
                    <a:pt x="1082152" y="54288"/>
                  </a:lnTo>
                  <a:lnTo>
                    <a:pt x="1089937" y="54389"/>
                  </a:lnTo>
                  <a:lnTo>
                    <a:pt x="1097723" y="54762"/>
                  </a:lnTo>
                  <a:lnTo>
                    <a:pt x="1105508" y="55062"/>
                  </a:lnTo>
                  <a:lnTo>
                    <a:pt x="1113293" y="55373"/>
                  </a:lnTo>
                  <a:lnTo>
                    <a:pt x="1121078" y="55644"/>
                  </a:lnTo>
                  <a:lnTo>
                    <a:pt x="1128864" y="55574"/>
                  </a:lnTo>
                  <a:lnTo>
                    <a:pt x="1136649" y="55713"/>
                  </a:lnTo>
                  <a:lnTo>
                    <a:pt x="1144434" y="56045"/>
                  </a:lnTo>
                  <a:lnTo>
                    <a:pt x="1152220" y="56370"/>
                  </a:lnTo>
                  <a:lnTo>
                    <a:pt x="1160005" y="56283"/>
                  </a:lnTo>
                  <a:lnTo>
                    <a:pt x="1167790" y="56217"/>
                  </a:lnTo>
                  <a:lnTo>
                    <a:pt x="1175575" y="56392"/>
                  </a:lnTo>
                  <a:lnTo>
                    <a:pt x="1183361" y="56637"/>
                  </a:lnTo>
                  <a:lnTo>
                    <a:pt x="1191146" y="56603"/>
                  </a:lnTo>
                  <a:lnTo>
                    <a:pt x="1198931" y="56526"/>
                  </a:lnTo>
                  <a:lnTo>
                    <a:pt x="1206716" y="56638"/>
                  </a:lnTo>
                  <a:lnTo>
                    <a:pt x="1214502" y="56752"/>
                  </a:lnTo>
                  <a:lnTo>
                    <a:pt x="1222287" y="56866"/>
                  </a:lnTo>
                  <a:lnTo>
                    <a:pt x="1230072" y="56982"/>
                  </a:lnTo>
                  <a:lnTo>
                    <a:pt x="1237857" y="56856"/>
                  </a:lnTo>
                  <a:lnTo>
                    <a:pt x="1245643" y="56673"/>
                  </a:lnTo>
                  <a:lnTo>
                    <a:pt x="1253428" y="56490"/>
                  </a:lnTo>
                  <a:lnTo>
                    <a:pt x="1261213" y="56308"/>
                  </a:lnTo>
                  <a:lnTo>
                    <a:pt x="1268999" y="56167"/>
                  </a:lnTo>
                  <a:lnTo>
                    <a:pt x="1276784" y="56303"/>
                  </a:lnTo>
                  <a:lnTo>
                    <a:pt x="1284569" y="56439"/>
                  </a:lnTo>
                  <a:lnTo>
                    <a:pt x="1292354" y="56583"/>
                  </a:lnTo>
                  <a:lnTo>
                    <a:pt x="1300140" y="56639"/>
                  </a:lnTo>
                  <a:lnTo>
                    <a:pt x="1307925" y="56743"/>
                  </a:lnTo>
                  <a:lnTo>
                    <a:pt x="1315710" y="57024"/>
                  </a:lnTo>
                  <a:lnTo>
                    <a:pt x="1323495" y="57078"/>
                  </a:lnTo>
                  <a:lnTo>
                    <a:pt x="1331281" y="56865"/>
                  </a:lnTo>
                  <a:lnTo>
                    <a:pt x="1339066" y="56835"/>
                  </a:lnTo>
                  <a:lnTo>
                    <a:pt x="1346851" y="57027"/>
                  </a:lnTo>
                  <a:lnTo>
                    <a:pt x="1354637" y="57056"/>
                  </a:lnTo>
                  <a:lnTo>
                    <a:pt x="1362422" y="57075"/>
                  </a:lnTo>
                  <a:lnTo>
                    <a:pt x="1370207" y="57117"/>
                  </a:lnTo>
                  <a:lnTo>
                    <a:pt x="1377992" y="57127"/>
                  </a:lnTo>
                  <a:lnTo>
                    <a:pt x="1385778" y="57316"/>
                  </a:lnTo>
                  <a:lnTo>
                    <a:pt x="1393563" y="57512"/>
                  </a:lnTo>
                  <a:lnTo>
                    <a:pt x="1401348" y="57709"/>
                  </a:lnTo>
                  <a:lnTo>
                    <a:pt x="1409133" y="57905"/>
                  </a:lnTo>
                  <a:lnTo>
                    <a:pt x="1416919" y="57806"/>
                  </a:lnTo>
                  <a:lnTo>
                    <a:pt x="1424704" y="57700"/>
                  </a:lnTo>
                  <a:lnTo>
                    <a:pt x="1432489" y="57597"/>
                  </a:lnTo>
                  <a:lnTo>
                    <a:pt x="1440275" y="57515"/>
                  </a:lnTo>
                  <a:lnTo>
                    <a:pt x="1448060" y="57674"/>
                  </a:lnTo>
                  <a:lnTo>
                    <a:pt x="1455845" y="57833"/>
                  </a:lnTo>
                  <a:lnTo>
                    <a:pt x="1463630" y="58002"/>
                  </a:lnTo>
                  <a:lnTo>
                    <a:pt x="1471416" y="58172"/>
                  </a:lnTo>
                  <a:lnTo>
                    <a:pt x="1479201" y="58342"/>
                  </a:lnTo>
                  <a:lnTo>
                    <a:pt x="1486986" y="58618"/>
                  </a:lnTo>
                  <a:lnTo>
                    <a:pt x="1494771" y="58675"/>
                  </a:lnTo>
                  <a:lnTo>
                    <a:pt x="1502557" y="58835"/>
                  </a:lnTo>
                  <a:lnTo>
                    <a:pt x="1510342" y="58996"/>
                  </a:lnTo>
                  <a:lnTo>
                    <a:pt x="1518127" y="59165"/>
                  </a:lnTo>
                  <a:lnTo>
                    <a:pt x="1525912" y="59334"/>
                  </a:lnTo>
                  <a:lnTo>
                    <a:pt x="1533698" y="59503"/>
                  </a:lnTo>
                  <a:lnTo>
                    <a:pt x="1541483" y="59578"/>
                  </a:lnTo>
                  <a:lnTo>
                    <a:pt x="1549268" y="59627"/>
                  </a:lnTo>
                  <a:lnTo>
                    <a:pt x="1557054" y="59844"/>
                  </a:lnTo>
                  <a:lnTo>
                    <a:pt x="1564839" y="60155"/>
                  </a:lnTo>
                  <a:lnTo>
                    <a:pt x="1572624" y="60330"/>
                  </a:lnTo>
                  <a:lnTo>
                    <a:pt x="1580409" y="60495"/>
                  </a:lnTo>
                  <a:lnTo>
                    <a:pt x="1588195" y="60660"/>
                  </a:lnTo>
                  <a:lnTo>
                    <a:pt x="1595980" y="60825"/>
                  </a:lnTo>
                  <a:lnTo>
                    <a:pt x="1603765" y="60991"/>
                  </a:lnTo>
                  <a:lnTo>
                    <a:pt x="1611550" y="61110"/>
                  </a:lnTo>
                  <a:lnTo>
                    <a:pt x="1619336" y="61047"/>
                  </a:lnTo>
                  <a:lnTo>
                    <a:pt x="1627121" y="60984"/>
                  </a:lnTo>
                  <a:lnTo>
                    <a:pt x="1634906" y="60922"/>
                  </a:lnTo>
                  <a:lnTo>
                    <a:pt x="1642692" y="60859"/>
                  </a:lnTo>
                  <a:lnTo>
                    <a:pt x="1650477" y="60796"/>
                  </a:lnTo>
                  <a:lnTo>
                    <a:pt x="1658262" y="60733"/>
                  </a:lnTo>
                  <a:lnTo>
                    <a:pt x="1666047" y="60670"/>
                  </a:lnTo>
                  <a:lnTo>
                    <a:pt x="1673833" y="60608"/>
                  </a:lnTo>
                  <a:lnTo>
                    <a:pt x="1681618" y="60545"/>
                  </a:lnTo>
                  <a:lnTo>
                    <a:pt x="1689403" y="60494"/>
                  </a:lnTo>
                  <a:lnTo>
                    <a:pt x="1697188" y="60424"/>
                  </a:lnTo>
                  <a:lnTo>
                    <a:pt x="1704974" y="60351"/>
                  </a:lnTo>
                  <a:lnTo>
                    <a:pt x="1712759" y="60497"/>
                  </a:lnTo>
                  <a:lnTo>
                    <a:pt x="1720544" y="60257"/>
                  </a:lnTo>
                  <a:lnTo>
                    <a:pt x="1728330" y="60150"/>
                  </a:lnTo>
                  <a:lnTo>
                    <a:pt x="1736115" y="60036"/>
                  </a:lnTo>
                  <a:lnTo>
                    <a:pt x="1743900" y="59823"/>
                  </a:lnTo>
                  <a:lnTo>
                    <a:pt x="1751685" y="59610"/>
                  </a:lnTo>
                  <a:lnTo>
                    <a:pt x="1759471" y="59397"/>
                  </a:lnTo>
                  <a:lnTo>
                    <a:pt x="1767256" y="59417"/>
                  </a:lnTo>
                  <a:lnTo>
                    <a:pt x="1775041" y="59285"/>
                  </a:lnTo>
                  <a:lnTo>
                    <a:pt x="1782826" y="59117"/>
                  </a:lnTo>
                  <a:lnTo>
                    <a:pt x="1790612" y="58950"/>
                  </a:lnTo>
                  <a:lnTo>
                    <a:pt x="1798397" y="58840"/>
                  </a:lnTo>
                  <a:lnTo>
                    <a:pt x="1806182" y="59096"/>
                  </a:lnTo>
                  <a:lnTo>
                    <a:pt x="1813967" y="58973"/>
                  </a:lnTo>
                  <a:lnTo>
                    <a:pt x="1821753" y="59033"/>
                  </a:lnTo>
                  <a:lnTo>
                    <a:pt x="1829538" y="59093"/>
                  </a:lnTo>
                  <a:lnTo>
                    <a:pt x="1837323" y="59153"/>
                  </a:lnTo>
                  <a:lnTo>
                    <a:pt x="1845109" y="59145"/>
                  </a:lnTo>
                  <a:lnTo>
                    <a:pt x="1852894" y="59078"/>
                  </a:lnTo>
                  <a:lnTo>
                    <a:pt x="1860679" y="59012"/>
                  </a:lnTo>
                  <a:lnTo>
                    <a:pt x="1868464" y="58950"/>
                  </a:lnTo>
                  <a:lnTo>
                    <a:pt x="1876250" y="58890"/>
                  </a:lnTo>
                  <a:lnTo>
                    <a:pt x="1884035" y="58831"/>
                  </a:lnTo>
                  <a:lnTo>
                    <a:pt x="1891820" y="58773"/>
                  </a:lnTo>
                  <a:lnTo>
                    <a:pt x="1899605" y="58631"/>
                  </a:lnTo>
                  <a:lnTo>
                    <a:pt x="1907391" y="58651"/>
                  </a:lnTo>
                  <a:lnTo>
                    <a:pt x="1915176" y="58582"/>
                  </a:lnTo>
                  <a:lnTo>
                    <a:pt x="1922961" y="58519"/>
                  </a:lnTo>
                  <a:lnTo>
                    <a:pt x="1930747" y="58458"/>
                  </a:lnTo>
                  <a:lnTo>
                    <a:pt x="1938532" y="58396"/>
                  </a:lnTo>
                  <a:lnTo>
                    <a:pt x="1946317" y="58376"/>
                  </a:lnTo>
                  <a:lnTo>
                    <a:pt x="1954102" y="58438"/>
                  </a:lnTo>
                  <a:lnTo>
                    <a:pt x="1961888" y="58500"/>
                  </a:lnTo>
                  <a:lnTo>
                    <a:pt x="1969673" y="58563"/>
                  </a:lnTo>
                  <a:lnTo>
                    <a:pt x="1977458" y="58480"/>
                  </a:lnTo>
                  <a:lnTo>
                    <a:pt x="1985243" y="58390"/>
                  </a:lnTo>
                  <a:lnTo>
                    <a:pt x="1993029" y="58216"/>
                  </a:lnTo>
                  <a:lnTo>
                    <a:pt x="2000814" y="58306"/>
                  </a:lnTo>
                  <a:lnTo>
                    <a:pt x="2008599" y="58538"/>
                  </a:lnTo>
                  <a:lnTo>
                    <a:pt x="2016385" y="58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3648531" y="2611525"/>
              <a:ext cx="2016385" cy="296438"/>
            </a:xfrm>
            <a:custGeom>
              <a:avLst/>
              <a:pathLst>
                <a:path w="2016385" h="296438">
                  <a:moveTo>
                    <a:pt x="2016385" y="296438"/>
                  </a:moveTo>
                  <a:lnTo>
                    <a:pt x="2008599" y="295350"/>
                  </a:lnTo>
                  <a:lnTo>
                    <a:pt x="2000814" y="293769"/>
                  </a:lnTo>
                  <a:lnTo>
                    <a:pt x="1993029" y="292180"/>
                  </a:lnTo>
                  <a:lnTo>
                    <a:pt x="1985243" y="290584"/>
                  </a:lnTo>
                  <a:lnTo>
                    <a:pt x="1977458" y="288981"/>
                  </a:lnTo>
                  <a:lnTo>
                    <a:pt x="1969673" y="287745"/>
                  </a:lnTo>
                  <a:lnTo>
                    <a:pt x="1961888" y="286613"/>
                  </a:lnTo>
                  <a:lnTo>
                    <a:pt x="1954102" y="285396"/>
                  </a:lnTo>
                  <a:lnTo>
                    <a:pt x="1946317" y="283959"/>
                  </a:lnTo>
                  <a:lnTo>
                    <a:pt x="1938532" y="282517"/>
                  </a:lnTo>
                  <a:lnTo>
                    <a:pt x="1930747" y="281060"/>
                  </a:lnTo>
                  <a:lnTo>
                    <a:pt x="1922961" y="279598"/>
                  </a:lnTo>
                  <a:lnTo>
                    <a:pt x="1915176" y="278130"/>
                  </a:lnTo>
                  <a:lnTo>
                    <a:pt x="1907391" y="276755"/>
                  </a:lnTo>
                  <a:lnTo>
                    <a:pt x="1899605" y="275472"/>
                  </a:lnTo>
                  <a:lnTo>
                    <a:pt x="1891820" y="274094"/>
                  </a:lnTo>
                  <a:lnTo>
                    <a:pt x="1884035" y="272555"/>
                  </a:lnTo>
                  <a:lnTo>
                    <a:pt x="1876250" y="271096"/>
                  </a:lnTo>
                  <a:lnTo>
                    <a:pt x="1868464" y="269710"/>
                  </a:lnTo>
                  <a:lnTo>
                    <a:pt x="1860679" y="268313"/>
                  </a:lnTo>
                  <a:lnTo>
                    <a:pt x="1852894" y="266911"/>
                  </a:lnTo>
                  <a:lnTo>
                    <a:pt x="1845109" y="265437"/>
                  </a:lnTo>
                  <a:lnTo>
                    <a:pt x="1837323" y="264075"/>
                  </a:lnTo>
                  <a:lnTo>
                    <a:pt x="1829538" y="262608"/>
                  </a:lnTo>
                  <a:lnTo>
                    <a:pt x="1821753" y="261198"/>
                  </a:lnTo>
                  <a:lnTo>
                    <a:pt x="1813967" y="259784"/>
                  </a:lnTo>
                  <a:lnTo>
                    <a:pt x="1806182" y="258365"/>
                  </a:lnTo>
                  <a:lnTo>
                    <a:pt x="1798397" y="256943"/>
                  </a:lnTo>
                  <a:lnTo>
                    <a:pt x="1790612" y="255517"/>
                  </a:lnTo>
                  <a:lnTo>
                    <a:pt x="1782826" y="254086"/>
                  </a:lnTo>
                  <a:lnTo>
                    <a:pt x="1775041" y="252651"/>
                  </a:lnTo>
                  <a:lnTo>
                    <a:pt x="1767256" y="251141"/>
                  </a:lnTo>
                  <a:lnTo>
                    <a:pt x="1759471" y="249595"/>
                  </a:lnTo>
                  <a:lnTo>
                    <a:pt x="1751685" y="248043"/>
                  </a:lnTo>
                  <a:lnTo>
                    <a:pt x="1743900" y="246458"/>
                  </a:lnTo>
                  <a:lnTo>
                    <a:pt x="1736115" y="244843"/>
                  </a:lnTo>
                  <a:lnTo>
                    <a:pt x="1728330" y="243222"/>
                  </a:lnTo>
                  <a:lnTo>
                    <a:pt x="1720544" y="241598"/>
                  </a:lnTo>
                  <a:lnTo>
                    <a:pt x="1712759" y="239965"/>
                  </a:lnTo>
                  <a:lnTo>
                    <a:pt x="1704974" y="238301"/>
                  </a:lnTo>
                  <a:lnTo>
                    <a:pt x="1697188" y="236692"/>
                  </a:lnTo>
                  <a:lnTo>
                    <a:pt x="1689403" y="235054"/>
                  </a:lnTo>
                  <a:lnTo>
                    <a:pt x="1681618" y="233411"/>
                  </a:lnTo>
                  <a:lnTo>
                    <a:pt x="1673833" y="231759"/>
                  </a:lnTo>
                  <a:lnTo>
                    <a:pt x="1666047" y="230102"/>
                  </a:lnTo>
                  <a:lnTo>
                    <a:pt x="1658262" y="228443"/>
                  </a:lnTo>
                  <a:lnTo>
                    <a:pt x="1650477" y="226990"/>
                  </a:lnTo>
                  <a:lnTo>
                    <a:pt x="1642692" y="225303"/>
                  </a:lnTo>
                  <a:lnTo>
                    <a:pt x="1634906" y="223577"/>
                  </a:lnTo>
                  <a:lnTo>
                    <a:pt x="1627121" y="222029"/>
                  </a:lnTo>
                  <a:lnTo>
                    <a:pt x="1619336" y="220492"/>
                  </a:lnTo>
                  <a:lnTo>
                    <a:pt x="1611550" y="218799"/>
                  </a:lnTo>
                  <a:lnTo>
                    <a:pt x="1603765" y="217097"/>
                  </a:lnTo>
                  <a:lnTo>
                    <a:pt x="1595980" y="215390"/>
                  </a:lnTo>
                  <a:lnTo>
                    <a:pt x="1588195" y="213680"/>
                  </a:lnTo>
                  <a:lnTo>
                    <a:pt x="1580409" y="212324"/>
                  </a:lnTo>
                  <a:lnTo>
                    <a:pt x="1572624" y="211088"/>
                  </a:lnTo>
                  <a:lnTo>
                    <a:pt x="1564839" y="209400"/>
                  </a:lnTo>
                  <a:lnTo>
                    <a:pt x="1557054" y="207610"/>
                  </a:lnTo>
                  <a:lnTo>
                    <a:pt x="1549268" y="206098"/>
                  </a:lnTo>
                  <a:lnTo>
                    <a:pt x="1541483" y="204583"/>
                  </a:lnTo>
                  <a:lnTo>
                    <a:pt x="1533698" y="202968"/>
                  </a:lnTo>
                  <a:lnTo>
                    <a:pt x="1525912" y="201264"/>
                  </a:lnTo>
                  <a:lnTo>
                    <a:pt x="1518127" y="199556"/>
                  </a:lnTo>
                  <a:lnTo>
                    <a:pt x="1510342" y="197846"/>
                  </a:lnTo>
                  <a:lnTo>
                    <a:pt x="1502557" y="196448"/>
                  </a:lnTo>
                  <a:lnTo>
                    <a:pt x="1494771" y="194894"/>
                  </a:lnTo>
                  <a:lnTo>
                    <a:pt x="1486986" y="193276"/>
                  </a:lnTo>
                  <a:lnTo>
                    <a:pt x="1479201" y="191703"/>
                  </a:lnTo>
                  <a:lnTo>
                    <a:pt x="1471416" y="190187"/>
                  </a:lnTo>
                  <a:lnTo>
                    <a:pt x="1463630" y="188669"/>
                  </a:lnTo>
                  <a:lnTo>
                    <a:pt x="1455845" y="187145"/>
                  </a:lnTo>
                  <a:lnTo>
                    <a:pt x="1448060" y="185619"/>
                  </a:lnTo>
                  <a:lnTo>
                    <a:pt x="1440275" y="184092"/>
                  </a:lnTo>
                  <a:lnTo>
                    <a:pt x="1432489" y="182563"/>
                  </a:lnTo>
                  <a:lnTo>
                    <a:pt x="1424704" y="181033"/>
                  </a:lnTo>
                  <a:lnTo>
                    <a:pt x="1416919" y="179503"/>
                  </a:lnTo>
                  <a:lnTo>
                    <a:pt x="1409133" y="177971"/>
                  </a:lnTo>
                  <a:lnTo>
                    <a:pt x="1401348" y="176495"/>
                  </a:lnTo>
                  <a:lnTo>
                    <a:pt x="1393563" y="175130"/>
                  </a:lnTo>
                  <a:lnTo>
                    <a:pt x="1385778" y="173871"/>
                  </a:lnTo>
                  <a:lnTo>
                    <a:pt x="1377992" y="172504"/>
                  </a:lnTo>
                  <a:lnTo>
                    <a:pt x="1370207" y="171046"/>
                  </a:lnTo>
                  <a:lnTo>
                    <a:pt x="1362422" y="169735"/>
                  </a:lnTo>
                  <a:lnTo>
                    <a:pt x="1354637" y="168564"/>
                  </a:lnTo>
                  <a:lnTo>
                    <a:pt x="1346851" y="167381"/>
                  </a:lnTo>
                  <a:lnTo>
                    <a:pt x="1339066" y="165594"/>
                  </a:lnTo>
                  <a:lnTo>
                    <a:pt x="1331281" y="164234"/>
                  </a:lnTo>
                  <a:lnTo>
                    <a:pt x="1323495" y="162868"/>
                  </a:lnTo>
                  <a:lnTo>
                    <a:pt x="1315710" y="161498"/>
                  </a:lnTo>
                  <a:lnTo>
                    <a:pt x="1307925" y="160127"/>
                  </a:lnTo>
                  <a:lnTo>
                    <a:pt x="1300140" y="158757"/>
                  </a:lnTo>
                  <a:lnTo>
                    <a:pt x="1292354" y="157368"/>
                  </a:lnTo>
                  <a:lnTo>
                    <a:pt x="1284569" y="155656"/>
                  </a:lnTo>
                  <a:lnTo>
                    <a:pt x="1276784" y="153724"/>
                  </a:lnTo>
                  <a:lnTo>
                    <a:pt x="1268999" y="151793"/>
                  </a:lnTo>
                  <a:lnTo>
                    <a:pt x="1261213" y="149862"/>
                  </a:lnTo>
                  <a:lnTo>
                    <a:pt x="1253428" y="147931"/>
                  </a:lnTo>
                  <a:lnTo>
                    <a:pt x="1245643" y="146635"/>
                  </a:lnTo>
                  <a:lnTo>
                    <a:pt x="1237857" y="145354"/>
                  </a:lnTo>
                  <a:lnTo>
                    <a:pt x="1230072" y="143684"/>
                  </a:lnTo>
                  <a:lnTo>
                    <a:pt x="1222287" y="142328"/>
                  </a:lnTo>
                  <a:lnTo>
                    <a:pt x="1214502" y="140487"/>
                  </a:lnTo>
                  <a:lnTo>
                    <a:pt x="1206716" y="138634"/>
                  </a:lnTo>
                  <a:lnTo>
                    <a:pt x="1198931" y="137023"/>
                  </a:lnTo>
                  <a:lnTo>
                    <a:pt x="1191146" y="135468"/>
                  </a:lnTo>
                  <a:lnTo>
                    <a:pt x="1183361" y="133571"/>
                  </a:lnTo>
                  <a:lnTo>
                    <a:pt x="1175575" y="132008"/>
                  </a:lnTo>
                  <a:lnTo>
                    <a:pt x="1167790" y="130846"/>
                  </a:lnTo>
                  <a:lnTo>
                    <a:pt x="1160005" y="129320"/>
                  </a:lnTo>
                  <a:lnTo>
                    <a:pt x="1152220" y="127790"/>
                  </a:lnTo>
                  <a:lnTo>
                    <a:pt x="1144434" y="126374"/>
                  </a:lnTo>
                  <a:lnTo>
                    <a:pt x="1136649" y="124961"/>
                  </a:lnTo>
                  <a:lnTo>
                    <a:pt x="1128864" y="123558"/>
                  </a:lnTo>
                  <a:lnTo>
                    <a:pt x="1121078" y="122362"/>
                  </a:lnTo>
                  <a:lnTo>
                    <a:pt x="1113293" y="120788"/>
                  </a:lnTo>
                  <a:lnTo>
                    <a:pt x="1105508" y="119839"/>
                  </a:lnTo>
                  <a:lnTo>
                    <a:pt x="1097723" y="118491"/>
                  </a:lnTo>
                  <a:lnTo>
                    <a:pt x="1089937" y="116954"/>
                  </a:lnTo>
                  <a:lnTo>
                    <a:pt x="1082152" y="115412"/>
                  </a:lnTo>
                  <a:lnTo>
                    <a:pt x="1074367" y="113872"/>
                  </a:lnTo>
                  <a:lnTo>
                    <a:pt x="1066582" y="112360"/>
                  </a:lnTo>
                  <a:lnTo>
                    <a:pt x="1058796" y="110901"/>
                  </a:lnTo>
                  <a:lnTo>
                    <a:pt x="1051011" y="108887"/>
                  </a:lnTo>
                  <a:lnTo>
                    <a:pt x="1043226" y="107181"/>
                  </a:lnTo>
                  <a:lnTo>
                    <a:pt x="1035440" y="106055"/>
                  </a:lnTo>
                  <a:lnTo>
                    <a:pt x="1027655" y="104859"/>
                  </a:lnTo>
                  <a:lnTo>
                    <a:pt x="1019870" y="103448"/>
                  </a:lnTo>
                  <a:lnTo>
                    <a:pt x="1012085" y="102041"/>
                  </a:lnTo>
                  <a:lnTo>
                    <a:pt x="1004299" y="100765"/>
                  </a:lnTo>
                  <a:lnTo>
                    <a:pt x="996514" y="99207"/>
                  </a:lnTo>
                  <a:lnTo>
                    <a:pt x="988729" y="97767"/>
                  </a:lnTo>
                  <a:lnTo>
                    <a:pt x="980944" y="96724"/>
                  </a:lnTo>
                  <a:lnTo>
                    <a:pt x="973158" y="95486"/>
                  </a:lnTo>
                  <a:lnTo>
                    <a:pt x="965373" y="94245"/>
                  </a:lnTo>
                  <a:lnTo>
                    <a:pt x="957588" y="92851"/>
                  </a:lnTo>
                  <a:lnTo>
                    <a:pt x="949802" y="91603"/>
                  </a:lnTo>
                  <a:lnTo>
                    <a:pt x="942017" y="90235"/>
                  </a:lnTo>
                  <a:lnTo>
                    <a:pt x="934232" y="88637"/>
                  </a:lnTo>
                  <a:lnTo>
                    <a:pt x="926447" y="86939"/>
                  </a:lnTo>
                  <a:lnTo>
                    <a:pt x="918661" y="85241"/>
                  </a:lnTo>
                  <a:lnTo>
                    <a:pt x="910876" y="83542"/>
                  </a:lnTo>
                  <a:lnTo>
                    <a:pt x="903091" y="81861"/>
                  </a:lnTo>
                  <a:lnTo>
                    <a:pt x="895306" y="81001"/>
                  </a:lnTo>
                  <a:lnTo>
                    <a:pt x="887520" y="79997"/>
                  </a:lnTo>
                  <a:lnTo>
                    <a:pt x="879735" y="79129"/>
                  </a:lnTo>
                  <a:lnTo>
                    <a:pt x="871950" y="78045"/>
                  </a:lnTo>
                  <a:lnTo>
                    <a:pt x="864165" y="77165"/>
                  </a:lnTo>
                  <a:lnTo>
                    <a:pt x="856379" y="76287"/>
                  </a:lnTo>
                  <a:lnTo>
                    <a:pt x="848594" y="75043"/>
                  </a:lnTo>
                  <a:lnTo>
                    <a:pt x="840809" y="73911"/>
                  </a:lnTo>
                  <a:lnTo>
                    <a:pt x="833023" y="73219"/>
                  </a:lnTo>
                  <a:lnTo>
                    <a:pt x="825238" y="71934"/>
                  </a:lnTo>
                  <a:lnTo>
                    <a:pt x="817453" y="70706"/>
                  </a:lnTo>
                  <a:lnTo>
                    <a:pt x="809668" y="69042"/>
                  </a:lnTo>
                  <a:lnTo>
                    <a:pt x="801882" y="67632"/>
                  </a:lnTo>
                  <a:lnTo>
                    <a:pt x="794097" y="66355"/>
                  </a:lnTo>
                  <a:lnTo>
                    <a:pt x="786312" y="65300"/>
                  </a:lnTo>
                  <a:lnTo>
                    <a:pt x="778527" y="64408"/>
                  </a:lnTo>
                  <a:lnTo>
                    <a:pt x="770741" y="63262"/>
                  </a:lnTo>
                  <a:lnTo>
                    <a:pt x="762956" y="62170"/>
                  </a:lnTo>
                  <a:lnTo>
                    <a:pt x="755171" y="61112"/>
                  </a:lnTo>
                  <a:lnTo>
                    <a:pt x="747385" y="59866"/>
                  </a:lnTo>
                  <a:lnTo>
                    <a:pt x="739600" y="58745"/>
                  </a:lnTo>
                  <a:lnTo>
                    <a:pt x="731815" y="57564"/>
                  </a:lnTo>
                  <a:lnTo>
                    <a:pt x="724030" y="56151"/>
                  </a:lnTo>
                  <a:lnTo>
                    <a:pt x="716244" y="54955"/>
                  </a:lnTo>
                  <a:lnTo>
                    <a:pt x="708459" y="53761"/>
                  </a:lnTo>
                  <a:lnTo>
                    <a:pt x="700674" y="52565"/>
                  </a:lnTo>
                  <a:lnTo>
                    <a:pt x="692889" y="51366"/>
                  </a:lnTo>
                  <a:lnTo>
                    <a:pt x="685103" y="50186"/>
                  </a:lnTo>
                  <a:lnTo>
                    <a:pt x="677318" y="49067"/>
                  </a:lnTo>
                  <a:lnTo>
                    <a:pt x="669533" y="48452"/>
                  </a:lnTo>
                  <a:lnTo>
                    <a:pt x="661747" y="47520"/>
                  </a:lnTo>
                  <a:lnTo>
                    <a:pt x="653962" y="46378"/>
                  </a:lnTo>
                  <a:lnTo>
                    <a:pt x="646177" y="45484"/>
                  </a:lnTo>
                  <a:lnTo>
                    <a:pt x="638392" y="44644"/>
                  </a:lnTo>
                  <a:lnTo>
                    <a:pt x="630606" y="43369"/>
                  </a:lnTo>
                  <a:lnTo>
                    <a:pt x="622821" y="42036"/>
                  </a:lnTo>
                  <a:lnTo>
                    <a:pt x="615036" y="40772"/>
                  </a:lnTo>
                  <a:lnTo>
                    <a:pt x="607251" y="40092"/>
                  </a:lnTo>
                  <a:lnTo>
                    <a:pt x="599465" y="39430"/>
                  </a:lnTo>
                  <a:lnTo>
                    <a:pt x="591680" y="38684"/>
                  </a:lnTo>
                  <a:lnTo>
                    <a:pt x="583895" y="37352"/>
                  </a:lnTo>
                  <a:lnTo>
                    <a:pt x="576110" y="36651"/>
                  </a:lnTo>
                  <a:lnTo>
                    <a:pt x="568324" y="35622"/>
                  </a:lnTo>
                  <a:lnTo>
                    <a:pt x="560539" y="34474"/>
                  </a:lnTo>
                  <a:lnTo>
                    <a:pt x="552754" y="33528"/>
                  </a:lnTo>
                  <a:lnTo>
                    <a:pt x="544968" y="33120"/>
                  </a:lnTo>
                  <a:lnTo>
                    <a:pt x="537183" y="32709"/>
                  </a:lnTo>
                  <a:lnTo>
                    <a:pt x="529398" y="31736"/>
                  </a:lnTo>
                  <a:lnTo>
                    <a:pt x="521613" y="31082"/>
                  </a:lnTo>
                  <a:lnTo>
                    <a:pt x="513827" y="30299"/>
                  </a:lnTo>
                  <a:lnTo>
                    <a:pt x="506042" y="29678"/>
                  </a:lnTo>
                  <a:lnTo>
                    <a:pt x="498257" y="28869"/>
                  </a:lnTo>
                  <a:lnTo>
                    <a:pt x="490472" y="28055"/>
                  </a:lnTo>
                  <a:lnTo>
                    <a:pt x="482686" y="27240"/>
                  </a:lnTo>
                  <a:lnTo>
                    <a:pt x="474901" y="26428"/>
                  </a:lnTo>
                  <a:lnTo>
                    <a:pt x="467116" y="25890"/>
                  </a:lnTo>
                  <a:lnTo>
                    <a:pt x="459330" y="25089"/>
                  </a:lnTo>
                  <a:lnTo>
                    <a:pt x="451545" y="24352"/>
                  </a:lnTo>
                  <a:lnTo>
                    <a:pt x="443760" y="23534"/>
                  </a:lnTo>
                  <a:lnTo>
                    <a:pt x="435975" y="22410"/>
                  </a:lnTo>
                  <a:lnTo>
                    <a:pt x="428189" y="21541"/>
                  </a:lnTo>
                  <a:lnTo>
                    <a:pt x="420404" y="20755"/>
                  </a:lnTo>
                  <a:lnTo>
                    <a:pt x="412619" y="20343"/>
                  </a:lnTo>
                  <a:lnTo>
                    <a:pt x="404834" y="20072"/>
                  </a:lnTo>
                  <a:lnTo>
                    <a:pt x="397048" y="19764"/>
                  </a:lnTo>
                  <a:lnTo>
                    <a:pt x="389263" y="19090"/>
                  </a:lnTo>
                  <a:lnTo>
                    <a:pt x="381478" y="18136"/>
                  </a:lnTo>
                  <a:lnTo>
                    <a:pt x="373692" y="18012"/>
                  </a:lnTo>
                  <a:lnTo>
                    <a:pt x="365907" y="17712"/>
                  </a:lnTo>
                  <a:lnTo>
                    <a:pt x="358122" y="17387"/>
                  </a:lnTo>
                  <a:lnTo>
                    <a:pt x="350337" y="16533"/>
                  </a:lnTo>
                  <a:lnTo>
                    <a:pt x="342551" y="15618"/>
                  </a:lnTo>
                  <a:lnTo>
                    <a:pt x="334766" y="14703"/>
                  </a:lnTo>
                  <a:lnTo>
                    <a:pt x="326981" y="14015"/>
                  </a:lnTo>
                  <a:lnTo>
                    <a:pt x="319196" y="13466"/>
                  </a:lnTo>
                  <a:lnTo>
                    <a:pt x="311410" y="14003"/>
                  </a:lnTo>
                  <a:lnTo>
                    <a:pt x="303625" y="12882"/>
                  </a:lnTo>
                  <a:lnTo>
                    <a:pt x="295840" y="12263"/>
                  </a:lnTo>
                  <a:lnTo>
                    <a:pt x="288055" y="12093"/>
                  </a:lnTo>
                  <a:lnTo>
                    <a:pt x="280269" y="11625"/>
                  </a:lnTo>
                  <a:lnTo>
                    <a:pt x="272484" y="11688"/>
                  </a:lnTo>
                  <a:lnTo>
                    <a:pt x="264699" y="10932"/>
                  </a:lnTo>
                  <a:lnTo>
                    <a:pt x="256913" y="10033"/>
                  </a:lnTo>
                  <a:lnTo>
                    <a:pt x="249128" y="9812"/>
                  </a:lnTo>
                  <a:lnTo>
                    <a:pt x="241343" y="9962"/>
                  </a:lnTo>
                  <a:lnTo>
                    <a:pt x="233558" y="9440"/>
                  </a:lnTo>
                  <a:lnTo>
                    <a:pt x="225772" y="8829"/>
                  </a:lnTo>
                  <a:lnTo>
                    <a:pt x="217987" y="8315"/>
                  </a:lnTo>
                  <a:lnTo>
                    <a:pt x="210202" y="8055"/>
                  </a:lnTo>
                  <a:lnTo>
                    <a:pt x="202417" y="7307"/>
                  </a:lnTo>
                  <a:lnTo>
                    <a:pt x="194631" y="6556"/>
                  </a:lnTo>
                  <a:lnTo>
                    <a:pt x="186846" y="6425"/>
                  </a:lnTo>
                  <a:lnTo>
                    <a:pt x="179061" y="6303"/>
                  </a:lnTo>
                  <a:lnTo>
                    <a:pt x="171275" y="6054"/>
                  </a:lnTo>
                  <a:lnTo>
                    <a:pt x="163490" y="6416"/>
                  </a:lnTo>
                  <a:lnTo>
                    <a:pt x="155705" y="6256"/>
                  </a:lnTo>
                  <a:lnTo>
                    <a:pt x="147920" y="5765"/>
                  </a:lnTo>
                  <a:lnTo>
                    <a:pt x="140134" y="5664"/>
                  </a:lnTo>
                  <a:lnTo>
                    <a:pt x="132349" y="5737"/>
                  </a:lnTo>
                  <a:lnTo>
                    <a:pt x="124564" y="4947"/>
                  </a:lnTo>
                  <a:lnTo>
                    <a:pt x="116779" y="4498"/>
                  </a:lnTo>
                  <a:lnTo>
                    <a:pt x="108993" y="4121"/>
                  </a:lnTo>
                  <a:lnTo>
                    <a:pt x="101208" y="3593"/>
                  </a:lnTo>
                  <a:lnTo>
                    <a:pt x="93423" y="3065"/>
                  </a:lnTo>
                  <a:lnTo>
                    <a:pt x="85637" y="3056"/>
                  </a:lnTo>
                  <a:lnTo>
                    <a:pt x="77852" y="3056"/>
                  </a:lnTo>
                  <a:lnTo>
                    <a:pt x="70067" y="3140"/>
                  </a:lnTo>
                  <a:lnTo>
                    <a:pt x="62282" y="2502"/>
                  </a:lnTo>
                  <a:lnTo>
                    <a:pt x="54496" y="1912"/>
                  </a:lnTo>
                  <a:lnTo>
                    <a:pt x="46711" y="1633"/>
                  </a:lnTo>
                  <a:lnTo>
                    <a:pt x="38926" y="1426"/>
                  </a:lnTo>
                  <a:lnTo>
                    <a:pt x="31141" y="997"/>
                  </a:lnTo>
                  <a:lnTo>
                    <a:pt x="23355" y="575"/>
                  </a:lnTo>
                  <a:lnTo>
                    <a:pt x="15570" y="236"/>
                  </a:lnTo>
                  <a:lnTo>
                    <a:pt x="7785" y="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648531" y="2471734"/>
              <a:ext cx="2016385" cy="430054"/>
            </a:xfrm>
            <a:custGeom>
              <a:avLst/>
              <a:pathLst>
                <a:path w="2016385" h="430054">
                  <a:moveTo>
                    <a:pt x="0" y="0"/>
                  </a:moveTo>
                  <a:lnTo>
                    <a:pt x="7785" y="390"/>
                  </a:lnTo>
                  <a:lnTo>
                    <a:pt x="15570" y="680"/>
                  </a:lnTo>
                  <a:lnTo>
                    <a:pt x="23355" y="1110"/>
                  </a:lnTo>
                  <a:lnTo>
                    <a:pt x="31141" y="1507"/>
                  </a:lnTo>
                  <a:lnTo>
                    <a:pt x="38926" y="1989"/>
                  </a:lnTo>
                  <a:lnTo>
                    <a:pt x="46711" y="2341"/>
                  </a:lnTo>
                  <a:lnTo>
                    <a:pt x="54496" y="2852"/>
                  </a:lnTo>
                  <a:lnTo>
                    <a:pt x="62282" y="3138"/>
                  </a:lnTo>
                  <a:lnTo>
                    <a:pt x="70067" y="3352"/>
                  </a:lnTo>
                  <a:lnTo>
                    <a:pt x="77852" y="3854"/>
                  </a:lnTo>
                  <a:lnTo>
                    <a:pt x="85637" y="4240"/>
                  </a:lnTo>
                  <a:lnTo>
                    <a:pt x="93423" y="4657"/>
                  </a:lnTo>
                  <a:lnTo>
                    <a:pt x="101208" y="5178"/>
                  </a:lnTo>
                  <a:lnTo>
                    <a:pt x="108993" y="5703"/>
                  </a:lnTo>
                  <a:lnTo>
                    <a:pt x="116779" y="5886"/>
                  </a:lnTo>
                  <a:lnTo>
                    <a:pt x="124564" y="6310"/>
                  </a:lnTo>
                  <a:lnTo>
                    <a:pt x="132349" y="6776"/>
                  </a:lnTo>
                  <a:lnTo>
                    <a:pt x="140134" y="7249"/>
                  </a:lnTo>
                  <a:lnTo>
                    <a:pt x="147920" y="7639"/>
                  </a:lnTo>
                  <a:lnTo>
                    <a:pt x="155705" y="8156"/>
                  </a:lnTo>
                  <a:lnTo>
                    <a:pt x="163490" y="8484"/>
                  </a:lnTo>
                  <a:lnTo>
                    <a:pt x="171275" y="8786"/>
                  </a:lnTo>
                  <a:lnTo>
                    <a:pt x="179061" y="9095"/>
                  </a:lnTo>
                  <a:lnTo>
                    <a:pt x="186846" y="9573"/>
                  </a:lnTo>
                  <a:lnTo>
                    <a:pt x="194631" y="10105"/>
                  </a:lnTo>
                  <a:lnTo>
                    <a:pt x="202417" y="10375"/>
                  </a:lnTo>
                  <a:lnTo>
                    <a:pt x="210202" y="10648"/>
                  </a:lnTo>
                  <a:lnTo>
                    <a:pt x="217987" y="10924"/>
                  </a:lnTo>
                  <a:lnTo>
                    <a:pt x="225772" y="11215"/>
                  </a:lnTo>
                  <a:lnTo>
                    <a:pt x="233558" y="11598"/>
                  </a:lnTo>
                  <a:lnTo>
                    <a:pt x="241343" y="11826"/>
                  </a:lnTo>
                  <a:lnTo>
                    <a:pt x="249128" y="12090"/>
                  </a:lnTo>
                  <a:lnTo>
                    <a:pt x="256913" y="12529"/>
                  </a:lnTo>
                  <a:lnTo>
                    <a:pt x="264699" y="12800"/>
                  </a:lnTo>
                  <a:lnTo>
                    <a:pt x="272484" y="13158"/>
                  </a:lnTo>
                  <a:lnTo>
                    <a:pt x="280269" y="13411"/>
                  </a:lnTo>
                  <a:lnTo>
                    <a:pt x="288055" y="13681"/>
                  </a:lnTo>
                  <a:lnTo>
                    <a:pt x="295840" y="14057"/>
                  </a:lnTo>
                  <a:lnTo>
                    <a:pt x="303625" y="14518"/>
                  </a:lnTo>
                  <a:lnTo>
                    <a:pt x="311410" y="14761"/>
                  </a:lnTo>
                  <a:lnTo>
                    <a:pt x="319196" y="14963"/>
                  </a:lnTo>
                  <a:lnTo>
                    <a:pt x="326981" y="15208"/>
                  </a:lnTo>
                  <a:lnTo>
                    <a:pt x="334766" y="15543"/>
                  </a:lnTo>
                  <a:lnTo>
                    <a:pt x="342551" y="15886"/>
                  </a:lnTo>
                  <a:lnTo>
                    <a:pt x="350337" y="15949"/>
                  </a:lnTo>
                  <a:lnTo>
                    <a:pt x="358122" y="16029"/>
                  </a:lnTo>
                  <a:lnTo>
                    <a:pt x="365907" y="16409"/>
                  </a:lnTo>
                  <a:lnTo>
                    <a:pt x="373692" y="16838"/>
                  </a:lnTo>
                  <a:lnTo>
                    <a:pt x="381478" y="17058"/>
                  </a:lnTo>
                  <a:lnTo>
                    <a:pt x="389263" y="17559"/>
                  </a:lnTo>
                  <a:lnTo>
                    <a:pt x="397048" y="17519"/>
                  </a:lnTo>
                  <a:lnTo>
                    <a:pt x="404834" y="17955"/>
                  </a:lnTo>
                  <a:lnTo>
                    <a:pt x="412619" y="18121"/>
                  </a:lnTo>
                  <a:lnTo>
                    <a:pt x="420404" y="18339"/>
                  </a:lnTo>
                  <a:lnTo>
                    <a:pt x="428189" y="18543"/>
                  </a:lnTo>
                  <a:lnTo>
                    <a:pt x="435975" y="18759"/>
                  </a:lnTo>
                  <a:lnTo>
                    <a:pt x="443760" y="19114"/>
                  </a:lnTo>
                  <a:lnTo>
                    <a:pt x="451545" y="19526"/>
                  </a:lnTo>
                  <a:lnTo>
                    <a:pt x="459330" y="19699"/>
                  </a:lnTo>
                  <a:lnTo>
                    <a:pt x="467116" y="19561"/>
                  </a:lnTo>
                  <a:lnTo>
                    <a:pt x="474901" y="19591"/>
                  </a:lnTo>
                  <a:lnTo>
                    <a:pt x="482686" y="19732"/>
                  </a:lnTo>
                  <a:lnTo>
                    <a:pt x="490472" y="20218"/>
                  </a:lnTo>
                  <a:lnTo>
                    <a:pt x="498257" y="20455"/>
                  </a:lnTo>
                  <a:lnTo>
                    <a:pt x="506042" y="20773"/>
                  </a:lnTo>
                  <a:lnTo>
                    <a:pt x="513827" y="20988"/>
                  </a:lnTo>
                  <a:lnTo>
                    <a:pt x="521613" y="21155"/>
                  </a:lnTo>
                  <a:lnTo>
                    <a:pt x="529398" y="21279"/>
                  </a:lnTo>
                  <a:lnTo>
                    <a:pt x="537183" y="21453"/>
                  </a:lnTo>
                  <a:lnTo>
                    <a:pt x="544968" y="21358"/>
                  </a:lnTo>
                  <a:lnTo>
                    <a:pt x="552754" y="21522"/>
                  </a:lnTo>
                  <a:lnTo>
                    <a:pt x="560539" y="21783"/>
                  </a:lnTo>
                  <a:lnTo>
                    <a:pt x="568324" y="21961"/>
                  </a:lnTo>
                  <a:lnTo>
                    <a:pt x="576110" y="22293"/>
                  </a:lnTo>
                  <a:lnTo>
                    <a:pt x="583895" y="22164"/>
                  </a:lnTo>
                  <a:lnTo>
                    <a:pt x="591680" y="22105"/>
                  </a:lnTo>
                  <a:lnTo>
                    <a:pt x="599465" y="22413"/>
                  </a:lnTo>
                  <a:lnTo>
                    <a:pt x="607251" y="22648"/>
                  </a:lnTo>
                  <a:lnTo>
                    <a:pt x="615036" y="22527"/>
                  </a:lnTo>
                  <a:lnTo>
                    <a:pt x="622821" y="22357"/>
                  </a:lnTo>
                  <a:lnTo>
                    <a:pt x="630606" y="22475"/>
                  </a:lnTo>
                  <a:lnTo>
                    <a:pt x="638392" y="22406"/>
                  </a:lnTo>
                  <a:lnTo>
                    <a:pt x="646177" y="22625"/>
                  </a:lnTo>
                  <a:lnTo>
                    <a:pt x="653962" y="22639"/>
                  </a:lnTo>
                  <a:lnTo>
                    <a:pt x="661747" y="22820"/>
                  </a:lnTo>
                  <a:lnTo>
                    <a:pt x="669533" y="23071"/>
                  </a:lnTo>
                  <a:lnTo>
                    <a:pt x="677318" y="23101"/>
                  </a:lnTo>
                  <a:lnTo>
                    <a:pt x="685103" y="23135"/>
                  </a:lnTo>
                  <a:lnTo>
                    <a:pt x="692889" y="23308"/>
                  </a:lnTo>
                  <a:lnTo>
                    <a:pt x="700674" y="23366"/>
                  </a:lnTo>
                  <a:lnTo>
                    <a:pt x="708459" y="23402"/>
                  </a:lnTo>
                  <a:lnTo>
                    <a:pt x="716244" y="23686"/>
                  </a:lnTo>
                  <a:lnTo>
                    <a:pt x="724030" y="23974"/>
                  </a:lnTo>
                  <a:lnTo>
                    <a:pt x="731815" y="24338"/>
                  </a:lnTo>
                  <a:lnTo>
                    <a:pt x="739600" y="24621"/>
                  </a:lnTo>
                  <a:lnTo>
                    <a:pt x="747385" y="25166"/>
                  </a:lnTo>
                  <a:lnTo>
                    <a:pt x="755171" y="25309"/>
                  </a:lnTo>
                  <a:lnTo>
                    <a:pt x="762956" y="25411"/>
                  </a:lnTo>
                  <a:lnTo>
                    <a:pt x="770741" y="25285"/>
                  </a:lnTo>
                  <a:lnTo>
                    <a:pt x="778527" y="25147"/>
                  </a:lnTo>
                  <a:lnTo>
                    <a:pt x="786312" y="25092"/>
                  </a:lnTo>
                  <a:lnTo>
                    <a:pt x="794097" y="24813"/>
                  </a:lnTo>
                  <a:lnTo>
                    <a:pt x="801882" y="24933"/>
                  </a:lnTo>
                  <a:lnTo>
                    <a:pt x="809668" y="24888"/>
                  </a:lnTo>
                  <a:lnTo>
                    <a:pt x="817453" y="24764"/>
                  </a:lnTo>
                  <a:lnTo>
                    <a:pt x="825238" y="24811"/>
                  </a:lnTo>
                  <a:lnTo>
                    <a:pt x="833023" y="24818"/>
                  </a:lnTo>
                  <a:lnTo>
                    <a:pt x="840809" y="24789"/>
                  </a:lnTo>
                  <a:lnTo>
                    <a:pt x="848594" y="24870"/>
                  </a:lnTo>
                  <a:lnTo>
                    <a:pt x="856379" y="24992"/>
                  </a:lnTo>
                  <a:lnTo>
                    <a:pt x="864165" y="24923"/>
                  </a:lnTo>
                  <a:lnTo>
                    <a:pt x="871950" y="24810"/>
                  </a:lnTo>
                  <a:lnTo>
                    <a:pt x="879735" y="24718"/>
                  </a:lnTo>
                  <a:lnTo>
                    <a:pt x="887520" y="24921"/>
                  </a:lnTo>
                  <a:lnTo>
                    <a:pt x="895306" y="25014"/>
                  </a:lnTo>
                  <a:lnTo>
                    <a:pt x="903091" y="24836"/>
                  </a:lnTo>
                  <a:lnTo>
                    <a:pt x="910876" y="24643"/>
                  </a:lnTo>
                  <a:lnTo>
                    <a:pt x="918661" y="24451"/>
                  </a:lnTo>
                  <a:lnTo>
                    <a:pt x="926447" y="24202"/>
                  </a:lnTo>
                  <a:lnTo>
                    <a:pt x="934232" y="24086"/>
                  </a:lnTo>
                  <a:lnTo>
                    <a:pt x="942017" y="24009"/>
                  </a:lnTo>
                  <a:lnTo>
                    <a:pt x="949802" y="23969"/>
                  </a:lnTo>
                  <a:lnTo>
                    <a:pt x="957588" y="23965"/>
                  </a:lnTo>
                  <a:lnTo>
                    <a:pt x="965373" y="23835"/>
                  </a:lnTo>
                  <a:lnTo>
                    <a:pt x="973158" y="23636"/>
                  </a:lnTo>
                  <a:lnTo>
                    <a:pt x="980944" y="23520"/>
                  </a:lnTo>
                  <a:lnTo>
                    <a:pt x="988729" y="23274"/>
                  </a:lnTo>
                  <a:lnTo>
                    <a:pt x="996514" y="23123"/>
                  </a:lnTo>
                  <a:lnTo>
                    <a:pt x="1004299" y="23056"/>
                  </a:lnTo>
                  <a:lnTo>
                    <a:pt x="1012085" y="22860"/>
                  </a:lnTo>
                  <a:lnTo>
                    <a:pt x="1019870" y="22776"/>
                  </a:lnTo>
                  <a:lnTo>
                    <a:pt x="1027655" y="22728"/>
                  </a:lnTo>
                  <a:lnTo>
                    <a:pt x="1035440" y="22479"/>
                  </a:lnTo>
                  <a:lnTo>
                    <a:pt x="1043226" y="22295"/>
                  </a:lnTo>
                  <a:lnTo>
                    <a:pt x="1051011" y="22140"/>
                  </a:lnTo>
                  <a:lnTo>
                    <a:pt x="1058796" y="21990"/>
                  </a:lnTo>
                  <a:lnTo>
                    <a:pt x="1066582" y="22009"/>
                  </a:lnTo>
                  <a:lnTo>
                    <a:pt x="1074367" y="22091"/>
                  </a:lnTo>
                  <a:lnTo>
                    <a:pt x="1082152" y="22144"/>
                  </a:lnTo>
                  <a:lnTo>
                    <a:pt x="1089937" y="21816"/>
                  </a:lnTo>
                  <a:lnTo>
                    <a:pt x="1097723" y="21860"/>
                  </a:lnTo>
                  <a:lnTo>
                    <a:pt x="1105508" y="22031"/>
                  </a:lnTo>
                  <a:lnTo>
                    <a:pt x="1113293" y="21859"/>
                  </a:lnTo>
                  <a:lnTo>
                    <a:pt x="1121078" y="21570"/>
                  </a:lnTo>
                  <a:lnTo>
                    <a:pt x="1128864" y="21282"/>
                  </a:lnTo>
                  <a:lnTo>
                    <a:pt x="1136649" y="20996"/>
                  </a:lnTo>
                  <a:lnTo>
                    <a:pt x="1144434" y="20736"/>
                  </a:lnTo>
                  <a:lnTo>
                    <a:pt x="1152220" y="20954"/>
                  </a:lnTo>
                  <a:lnTo>
                    <a:pt x="1160005" y="20862"/>
                  </a:lnTo>
                  <a:lnTo>
                    <a:pt x="1167790" y="20447"/>
                  </a:lnTo>
                  <a:lnTo>
                    <a:pt x="1175575" y="20036"/>
                  </a:lnTo>
                  <a:lnTo>
                    <a:pt x="1183361" y="19628"/>
                  </a:lnTo>
                  <a:lnTo>
                    <a:pt x="1191146" y="19445"/>
                  </a:lnTo>
                  <a:lnTo>
                    <a:pt x="1198931" y="19291"/>
                  </a:lnTo>
                  <a:lnTo>
                    <a:pt x="1206716" y="19141"/>
                  </a:lnTo>
                  <a:lnTo>
                    <a:pt x="1214502" y="18999"/>
                  </a:lnTo>
                  <a:lnTo>
                    <a:pt x="1222287" y="18858"/>
                  </a:lnTo>
                  <a:lnTo>
                    <a:pt x="1230072" y="18717"/>
                  </a:lnTo>
                  <a:lnTo>
                    <a:pt x="1237857" y="18696"/>
                  </a:lnTo>
                  <a:lnTo>
                    <a:pt x="1245643" y="18737"/>
                  </a:lnTo>
                  <a:lnTo>
                    <a:pt x="1253428" y="18783"/>
                  </a:lnTo>
                  <a:lnTo>
                    <a:pt x="1261213" y="18694"/>
                  </a:lnTo>
                  <a:lnTo>
                    <a:pt x="1268999" y="18492"/>
                  </a:lnTo>
                  <a:lnTo>
                    <a:pt x="1276784" y="18505"/>
                  </a:lnTo>
                  <a:lnTo>
                    <a:pt x="1284569" y="18307"/>
                  </a:lnTo>
                  <a:lnTo>
                    <a:pt x="1292354" y="18010"/>
                  </a:lnTo>
                  <a:lnTo>
                    <a:pt x="1300140" y="17713"/>
                  </a:lnTo>
                  <a:lnTo>
                    <a:pt x="1307925" y="17418"/>
                  </a:lnTo>
                  <a:lnTo>
                    <a:pt x="1315710" y="17135"/>
                  </a:lnTo>
                  <a:lnTo>
                    <a:pt x="1323495" y="16989"/>
                  </a:lnTo>
                  <a:lnTo>
                    <a:pt x="1331281" y="16832"/>
                  </a:lnTo>
                  <a:lnTo>
                    <a:pt x="1339066" y="16553"/>
                  </a:lnTo>
                  <a:lnTo>
                    <a:pt x="1346851" y="16275"/>
                  </a:lnTo>
                  <a:lnTo>
                    <a:pt x="1354637" y="15998"/>
                  </a:lnTo>
                  <a:lnTo>
                    <a:pt x="1362422" y="15722"/>
                  </a:lnTo>
                  <a:lnTo>
                    <a:pt x="1370207" y="15447"/>
                  </a:lnTo>
                  <a:lnTo>
                    <a:pt x="1377992" y="15174"/>
                  </a:lnTo>
                  <a:lnTo>
                    <a:pt x="1385778" y="14901"/>
                  </a:lnTo>
                  <a:lnTo>
                    <a:pt x="1393563" y="14630"/>
                  </a:lnTo>
                  <a:lnTo>
                    <a:pt x="1401348" y="14363"/>
                  </a:lnTo>
                  <a:lnTo>
                    <a:pt x="1409133" y="14101"/>
                  </a:lnTo>
                  <a:lnTo>
                    <a:pt x="1416919" y="14076"/>
                  </a:lnTo>
                  <a:lnTo>
                    <a:pt x="1424704" y="14061"/>
                  </a:lnTo>
                  <a:lnTo>
                    <a:pt x="1432489" y="14051"/>
                  </a:lnTo>
                  <a:lnTo>
                    <a:pt x="1440275" y="14041"/>
                  </a:lnTo>
                  <a:lnTo>
                    <a:pt x="1448060" y="14032"/>
                  </a:lnTo>
                  <a:lnTo>
                    <a:pt x="1455845" y="13867"/>
                  </a:lnTo>
                  <a:lnTo>
                    <a:pt x="1463630" y="13653"/>
                  </a:lnTo>
                  <a:lnTo>
                    <a:pt x="1471416" y="13438"/>
                  </a:lnTo>
                  <a:lnTo>
                    <a:pt x="1479201" y="13226"/>
                  </a:lnTo>
                  <a:lnTo>
                    <a:pt x="1486986" y="13174"/>
                  </a:lnTo>
                  <a:lnTo>
                    <a:pt x="1494771" y="13123"/>
                  </a:lnTo>
                  <a:lnTo>
                    <a:pt x="1502557" y="13058"/>
                  </a:lnTo>
                  <a:lnTo>
                    <a:pt x="1510342" y="12860"/>
                  </a:lnTo>
                  <a:lnTo>
                    <a:pt x="1518127" y="12664"/>
                  </a:lnTo>
                  <a:lnTo>
                    <a:pt x="1525912" y="12471"/>
                  </a:lnTo>
                  <a:lnTo>
                    <a:pt x="1533698" y="12283"/>
                  </a:lnTo>
                  <a:lnTo>
                    <a:pt x="1541483" y="12208"/>
                  </a:lnTo>
                  <a:lnTo>
                    <a:pt x="1549268" y="12022"/>
                  </a:lnTo>
                  <a:lnTo>
                    <a:pt x="1557054" y="11837"/>
                  </a:lnTo>
                  <a:lnTo>
                    <a:pt x="1564839" y="11652"/>
                  </a:lnTo>
                  <a:lnTo>
                    <a:pt x="1572624" y="11468"/>
                  </a:lnTo>
                  <a:lnTo>
                    <a:pt x="1580409" y="11285"/>
                  </a:lnTo>
                  <a:lnTo>
                    <a:pt x="1588195" y="11102"/>
                  </a:lnTo>
                  <a:lnTo>
                    <a:pt x="1595980" y="10919"/>
                  </a:lnTo>
                  <a:lnTo>
                    <a:pt x="1603765" y="10737"/>
                  </a:lnTo>
                  <a:lnTo>
                    <a:pt x="1611550" y="10556"/>
                  </a:lnTo>
                  <a:lnTo>
                    <a:pt x="1619336" y="10375"/>
                  </a:lnTo>
                  <a:lnTo>
                    <a:pt x="1627121" y="10195"/>
                  </a:lnTo>
                  <a:lnTo>
                    <a:pt x="1634906" y="10015"/>
                  </a:lnTo>
                  <a:lnTo>
                    <a:pt x="1642692" y="9835"/>
                  </a:lnTo>
                  <a:lnTo>
                    <a:pt x="1650477" y="9657"/>
                  </a:lnTo>
                  <a:lnTo>
                    <a:pt x="1658262" y="9481"/>
                  </a:lnTo>
                  <a:lnTo>
                    <a:pt x="1666047" y="9306"/>
                  </a:lnTo>
                  <a:lnTo>
                    <a:pt x="1673833" y="9209"/>
                  </a:lnTo>
                  <a:lnTo>
                    <a:pt x="1681618" y="9135"/>
                  </a:lnTo>
                  <a:lnTo>
                    <a:pt x="1689403" y="9061"/>
                  </a:lnTo>
                  <a:lnTo>
                    <a:pt x="1697188" y="8932"/>
                  </a:lnTo>
                  <a:lnTo>
                    <a:pt x="1704974" y="8753"/>
                  </a:lnTo>
                  <a:lnTo>
                    <a:pt x="1712759" y="8574"/>
                  </a:lnTo>
                  <a:lnTo>
                    <a:pt x="1720544" y="8396"/>
                  </a:lnTo>
                  <a:lnTo>
                    <a:pt x="1728330" y="8219"/>
                  </a:lnTo>
                  <a:lnTo>
                    <a:pt x="1736115" y="8045"/>
                  </a:lnTo>
                  <a:lnTo>
                    <a:pt x="1743900" y="7871"/>
                  </a:lnTo>
                  <a:lnTo>
                    <a:pt x="1751685" y="7744"/>
                  </a:lnTo>
                  <a:lnTo>
                    <a:pt x="1759471" y="7686"/>
                  </a:lnTo>
                  <a:lnTo>
                    <a:pt x="1767256" y="7630"/>
                  </a:lnTo>
                  <a:lnTo>
                    <a:pt x="1775041" y="7575"/>
                  </a:lnTo>
                  <a:lnTo>
                    <a:pt x="1782826" y="7519"/>
                  </a:lnTo>
                  <a:lnTo>
                    <a:pt x="1790612" y="7463"/>
                  </a:lnTo>
                  <a:lnTo>
                    <a:pt x="1798397" y="7408"/>
                  </a:lnTo>
                  <a:lnTo>
                    <a:pt x="1806182" y="7353"/>
                  </a:lnTo>
                  <a:lnTo>
                    <a:pt x="1813967" y="7297"/>
                  </a:lnTo>
                  <a:lnTo>
                    <a:pt x="1821753" y="7242"/>
                  </a:lnTo>
                  <a:lnTo>
                    <a:pt x="1829538" y="7187"/>
                  </a:lnTo>
                  <a:lnTo>
                    <a:pt x="1837323" y="7130"/>
                  </a:lnTo>
                  <a:lnTo>
                    <a:pt x="1845109" y="6909"/>
                  </a:lnTo>
                  <a:lnTo>
                    <a:pt x="1852894" y="6690"/>
                  </a:lnTo>
                  <a:lnTo>
                    <a:pt x="1860679" y="6498"/>
                  </a:lnTo>
                  <a:lnTo>
                    <a:pt x="1868464" y="6416"/>
                  </a:lnTo>
                  <a:lnTo>
                    <a:pt x="1876250" y="6334"/>
                  </a:lnTo>
                  <a:lnTo>
                    <a:pt x="1884035" y="6252"/>
                  </a:lnTo>
                  <a:lnTo>
                    <a:pt x="1891820" y="6111"/>
                  </a:lnTo>
                  <a:lnTo>
                    <a:pt x="1899605" y="5917"/>
                  </a:lnTo>
                  <a:lnTo>
                    <a:pt x="1907391" y="5724"/>
                  </a:lnTo>
                  <a:lnTo>
                    <a:pt x="1915176" y="5534"/>
                  </a:lnTo>
                  <a:lnTo>
                    <a:pt x="1922961" y="5344"/>
                  </a:lnTo>
                  <a:lnTo>
                    <a:pt x="1930747" y="5089"/>
                  </a:lnTo>
                  <a:lnTo>
                    <a:pt x="1938532" y="4833"/>
                  </a:lnTo>
                  <a:lnTo>
                    <a:pt x="1946317" y="4716"/>
                  </a:lnTo>
                  <a:lnTo>
                    <a:pt x="1954102" y="4584"/>
                  </a:lnTo>
                  <a:lnTo>
                    <a:pt x="1961888" y="4396"/>
                  </a:lnTo>
                  <a:lnTo>
                    <a:pt x="1969673" y="4210"/>
                  </a:lnTo>
                  <a:lnTo>
                    <a:pt x="1977458" y="4026"/>
                  </a:lnTo>
                  <a:lnTo>
                    <a:pt x="1985243" y="3910"/>
                  </a:lnTo>
                  <a:lnTo>
                    <a:pt x="1993029" y="3837"/>
                  </a:lnTo>
                  <a:lnTo>
                    <a:pt x="2000814" y="3764"/>
                  </a:lnTo>
                  <a:lnTo>
                    <a:pt x="2008599" y="3692"/>
                  </a:lnTo>
                  <a:lnTo>
                    <a:pt x="2016385" y="3501"/>
                  </a:lnTo>
                  <a:lnTo>
                    <a:pt x="2016385" y="430054"/>
                  </a:lnTo>
                  <a:lnTo>
                    <a:pt x="2008599" y="428269"/>
                  </a:lnTo>
                  <a:lnTo>
                    <a:pt x="2000814" y="426471"/>
                  </a:lnTo>
                  <a:lnTo>
                    <a:pt x="1993029" y="424661"/>
                  </a:lnTo>
                  <a:lnTo>
                    <a:pt x="1985243" y="422743"/>
                  </a:lnTo>
                  <a:lnTo>
                    <a:pt x="1977458" y="420792"/>
                  </a:lnTo>
                  <a:lnTo>
                    <a:pt x="1969673" y="418831"/>
                  </a:lnTo>
                  <a:lnTo>
                    <a:pt x="1961888" y="416861"/>
                  </a:lnTo>
                  <a:lnTo>
                    <a:pt x="1954102" y="414880"/>
                  </a:lnTo>
                  <a:lnTo>
                    <a:pt x="1946317" y="412891"/>
                  </a:lnTo>
                  <a:lnTo>
                    <a:pt x="1938532" y="410892"/>
                  </a:lnTo>
                  <a:lnTo>
                    <a:pt x="1930747" y="408884"/>
                  </a:lnTo>
                  <a:lnTo>
                    <a:pt x="1922961" y="407218"/>
                  </a:lnTo>
                  <a:lnTo>
                    <a:pt x="1915176" y="405707"/>
                  </a:lnTo>
                  <a:lnTo>
                    <a:pt x="1907391" y="404190"/>
                  </a:lnTo>
                  <a:lnTo>
                    <a:pt x="1899605" y="402336"/>
                  </a:lnTo>
                  <a:lnTo>
                    <a:pt x="1891820" y="400434"/>
                  </a:lnTo>
                  <a:lnTo>
                    <a:pt x="1884035" y="398521"/>
                  </a:lnTo>
                  <a:lnTo>
                    <a:pt x="1876250" y="396602"/>
                  </a:lnTo>
                  <a:lnTo>
                    <a:pt x="1868464" y="394957"/>
                  </a:lnTo>
                  <a:lnTo>
                    <a:pt x="1860679" y="393307"/>
                  </a:lnTo>
                  <a:lnTo>
                    <a:pt x="1852894" y="391653"/>
                  </a:lnTo>
                  <a:lnTo>
                    <a:pt x="1845109" y="389819"/>
                  </a:lnTo>
                  <a:lnTo>
                    <a:pt x="1837323" y="387857"/>
                  </a:lnTo>
                  <a:lnTo>
                    <a:pt x="1829538" y="385889"/>
                  </a:lnTo>
                  <a:lnTo>
                    <a:pt x="1821753" y="384315"/>
                  </a:lnTo>
                  <a:lnTo>
                    <a:pt x="1813967" y="382794"/>
                  </a:lnTo>
                  <a:lnTo>
                    <a:pt x="1806182" y="381269"/>
                  </a:lnTo>
                  <a:lnTo>
                    <a:pt x="1798397" y="379740"/>
                  </a:lnTo>
                  <a:lnTo>
                    <a:pt x="1790612" y="378208"/>
                  </a:lnTo>
                  <a:lnTo>
                    <a:pt x="1782826" y="376513"/>
                  </a:lnTo>
                  <a:lnTo>
                    <a:pt x="1775041" y="374583"/>
                  </a:lnTo>
                  <a:lnTo>
                    <a:pt x="1767256" y="372649"/>
                  </a:lnTo>
                  <a:lnTo>
                    <a:pt x="1759471" y="370706"/>
                  </a:lnTo>
                  <a:lnTo>
                    <a:pt x="1751685" y="368754"/>
                  </a:lnTo>
                  <a:lnTo>
                    <a:pt x="1743900" y="367172"/>
                  </a:lnTo>
                  <a:lnTo>
                    <a:pt x="1736115" y="365397"/>
                  </a:lnTo>
                  <a:lnTo>
                    <a:pt x="1728330" y="363388"/>
                  </a:lnTo>
                  <a:lnTo>
                    <a:pt x="1720544" y="361375"/>
                  </a:lnTo>
                  <a:lnTo>
                    <a:pt x="1712759" y="359357"/>
                  </a:lnTo>
                  <a:lnTo>
                    <a:pt x="1704974" y="357372"/>
                  </a:lnTo>
                  <a:lnTo>
                    <a:pt x="1697188" y="355807"/>
                  </a:lnTo>
                  <a:lnTo>
                    <a:pt x="1689403" y="354231"/>
                  </a:lnTo>
                  <a:lnTo>
                    <a:pt x="1681618" y="352648"/>
                  </a:lnTo>
                  <a:lnTo>
                    <a:pt x="1673833" y="351063"/>
                  </a:lnTo>
                  <a:lnTo>
                    <a:pt x="1666047" y="349447"/>
                  </a:lnTo>
                  <a:lnTo>
                    <a:pt x="1658262" y="347902"/>
                  </a:lnTo>
                  <a:lnTo>
                    <a:pt x="1650477" y="346109"/>
                  </a:lnTo>
                  <a:lnTo>
                    <a:pt x="1642692" y="344328"/>
                  </a:lnTo>
                  <a:lnTo>
                    <a:pt x="1634906" y="342781"/>
                  </a:lnTo>
                  <a:lnTo>
                    <a:pt x="1627121" y="340891"/>
                  </a:lnTo>
                  <a:lnTo>
                    <a:pt x="1619336" y="339122"/>
                  </a:lnTo>
                  <a:lnTo>
                    <a:pt x="1611550" y="337729"/>
                  </a:lnTo>
                  <a:lnTo>
                    <a:pt x="1603765" y="335570"/>
                  </a:lnTo>
                  <a:lnTo>
                    <a:pt x="1595980" y="333279"/>
                  </a:lnTo>
                  <a:lnTo>
                    <a:pt x="1588195" y="331335"/>
                  </a:lnTo>
                  <a:lnTo>
                    <a:pt x="1580409" y="329414"/>
                  </a:lnTo>
                  <a:lnTo>
                    <a:pt x="1572624" y="327442"/>
                  </a:lnTo>
                  <a:lnTo>
                    <a:pt x="1564839" y="325381"/>
                  </a:lnTo>
                  <a:lnTo>
                    <a:pt x="1557054" y="323316"/>
                  </a:lnTo>
                  <a:lnTo>
                    <a:pt x="1549268" y="321250"/>
                  </a:lnTo>
                  <a:lnTo>
                    <a:pt x="1541483" y="319182"/>
                  </a:lnTo>
                  <a:lnTo>
                    <a:pt x="1533698" y="317112"/>
                  </a:lnTo>
                  <a:lnTo>
                    <a:pt x="1525912" y="315040"/>
                  </a:lnTo>
                  <a:lnTo>
                    <a:pt x="1518127" y="312966"/>
                  </a:lnTo>
                  <a:lnTo>
                    <a:pt x="1510342" y="310887"/>
                  </a:lnTo>
                  <a:lnTo>
                    <a:pt x="1502557" y="308807"/>
                  </a:lnTo>
                  <a:lnTo>
                    <a:pt x="1494771" y="306726"/>
                  </a:lnTo>
                  <a:lnTo>
                    <a:pt x="1486986" y="304643"/>
                  </a:lnTo>
                  <a:lnTo>
                    <a:pt x="1479201" y="302560"/>
                  </a:lnTo>
                  <a:lnTo>
                    <a:pt x="1471416" y="300476"/>
                  </a:lnTo>
                  <a:lnTo>
                    <a:pt x="1463630" y="298392"/>
                  </a:lnTo>
                  <a:lnTo>
                    <a:pt x="1455845" y="296307"/>
                  </a:lnTo>
                  <a:lnTo>
                    <a:pt x="1448060" y="294222"/>
                  </a:lnTo>
                  <a:lnTo>
                    <a:pt x="1440275" y="292137"/>
                  </a:lnTo>
                  <a:lnTo>
                    <a:pt x="1432489" y="290053"/>
                  </a:lnTo>
                  <a:lnTo>
                    <a:pt x="1424704" y="287967"/>
                  </a:lnTo>
                  <a:lnTo>
                    <a:pt x="1416919" y="285879"/>
                  </a:lnTo>
                  <a:lnTo>
                    <a:pt x="1409133" y="283792"/>
                  </a:lnTo>
                  <a:lnTo>
                    <a:pt x="1401348" y="281706"/>
                  </a:lnTo>
                  <a:lnTo>
                    <a:pt x="1393563" y="279622"/>
                  </a:lnTo>
                  <a:lnTo>
                    <a:pt x="1385778" y="277556"/>
                  </a:lnTo>
                  <a:lnTo>
                    <a:pt x="1377992" y="275467"/>
                  </a:lnTo>
                  <a:lnTo>
                    <a:pt x="1370207" y="273394"/>
                  </a:lnTo>
                  <a:lnTo>
                    <a:pt x="1362422" y="272059"/>
                  </a:lnTo>
                  <a:lnTo>
                    <a:pt x="1354637" y="269974"/>
                  </a:lnTo>
                  <a:lnTo>
                    <a:pt x="1346851" y="267890"/>
                  </a:lnTo>
                  <a:lnTo>
                    <a:pt x="1339066" y="266492"/>
                  </a:lnTo>
                  <a:lnTo>
                    <a:pt x="1331281" y="264681"/>
                  </a:lnTo>
                  <a:lnTo>
                    <a:pt x="1323495" y="262833"/>
                  </a:lnTo>
                  <a:lnTo>
                    <a:pt x="1315710" y="260986"/>
                  </a:lnTo>
                  <a:lnTo>
                    <a:pt x="1307925" y="259142"/>
                  </a:lnTo>
                  <a:lnTo>
                    <a:pt x="1300140" y="257299"/>
                  </a:lnTo>
                  <a:lnTo>
                    <a:pt x="1292354" y="255444"/>
                  </a:lnTo>
                  <a:lnTo>
                    <a:pt x="1284569" y="253591"/>
                  </a:lnTo>
                  <a:lnTo>
                    <a:pt x="1276784" y="251741"/>
                  </a:lnTo>
                  <a:lnTo>
                    <a:pt x="1268999" y="249893"/>
                  </a:lnTo>
                  <a:lnTo>
                    <a:pt x="1261213" y="248047"/>
                  </a:lnTo>
                  <a:lnTo>
                    <a:pt x="1253428" y="246205"/>
                  </a:lnTo>
                  <a:lnTo>
                    <a:pt x="1245643" y="244365"/>
                  </a:lnTo>
                  <a:lnTo>
                    <a:pt x="1237857" y="242528"/>
                  </a:lnTo>
                  <a:lnTo>
                    <a:pt x="1230072" y="240691"/>
                  </a:lnTo>
                  <a:lnTo>
                    <a:pt x="1222287" y="238857"/>
                  </a:lnTo>
                  <a:lnTo>
                    <a:pt x="1214502" y="237025"/>
                  </a:lnTo>
                  <a:lnTo>
                    <a:pt x="1206716" y="235194"/>
                  </a:lnTo>
                  <a:lnTo>
                    <a:pt x="1198931" y="233367"/>
                  </a:lnTo>
                  <a:lnTo>
                    <a:pt x="1191146" y="231544"/>
                  </a:lnTo>
                  <a:lnTo>
                    <a:pt x="1183361" y="229724"/>
                  </a:lnTo>
                  <a:lnTo>
                    <a:pt x="1175575" y="227770"/>
                  </a:lnTo>
                  <a:lnTo>
                    <a:pt x="1167790" y="225950"/>
                  </a:lnTo>
                  <a:lnTo>
                    <a:pt x="1160005" y="224311"/>
                  </a:lnTo>
                  <a:lnTo>
                    <a:pt x="1152220" y="222422"/>
                  </a:lnTo>
                  <a:lnTo>
                    <a:pt x="1144434" y="220723"/>
                  </a:lnTo>
                  <a:lnTo>
                    <a:pt x="1136649" y="218946"/>
                  </a:lnTo>
                  <a:lnTo>
                    <a:pt x="1128864" y="217173"/>
                  </a:lnTo>
                  <a:lnTo>
                    <a:pt x="1121078" y="215399"/>
                  </a:lnTo>
                  <a:lnTo>
                    <a:pt x="1113293" y="214049"/>
                  </a:lnTo>
                  <a:lnTo>
                    <a:pt x="1105508" y="212762"/>
                  </a:lnTo>
                  <a:lnTo>
                    <a:pt x="1097723" y="211032"/>
                  </a:lnTo>
                  <a:lnTo>
                    <a:pt x="1089937" y="209218"/>
                  </a:lnTo>
                  <a:lnTo>
                    <a:pt x="1082152" y="207395"/>
                  </a:lnTo>
                  <a:lnTo>
                    <a:pt x="1074367" y="205708"/>
                  </a:lnTo>
                  <a:lnTo>
                    <a:pt x="1066582" y="204197"/>
                  </a:lnTo>
                  <a:lnTo>
                    <a:pt x="1058796" y="203010"/>
                  </a:lnTo>
                  <a:lnTo>
                    <a:pt x="1051011" y="202034"/>
                  </a:lnTo>
                  <a:lnTo>
                    <a:pt x="1043226" y="200821"/>
                  </a:lnTo>
                  <a:lnTo>
                    <a:pt x="1035440" y="199419"/>
                  </a:lnTo>
                  <a:lnTo>
                    <a:pt x="1027655" y="197963"/>
                  </a:lnTo>
                  <a:lnTo>
                    <a:pt x="1019870" y="196051"/>
                  </a:lnTo>
                  <a:lnTo>
                    <a:pt x="1012085" y="194136"/>
                  </a:lnTo>
                  <a:lnTo>
                    <a:pt x="1004299" y="192361"/>
                  </a:lnTo>
                  <a:lnTo>
                    <a:pt x="996514" y="190915"/>
                  </a:lnTo>
                  <a:lnTo>
                    <a:pt x="988729" y="189458"/>
                  </a:lnTo>
                  <a:lnTo>
                    <a:pt x="980944" y="187991"/>
                  </a:lnTo>
                  <a:lnTo>
                    <a:pt x="973158" y="185841"/>
                  </a:lnTo>
                  <a:lnTo>
                    <a:pt x="965373" y="183621"/>
                  </a:lnTo>
                  <a:lnTo>
                    <a:pt x="957588" y="182020"/>
                  </a:lnTo>
                  <a:lnTo>
                    <a:pt x="949802" y="180777"/>
                  </a:lnTo>
                  <a:lnTo>
                    <a:pt x="942017" y="179542"/>
                  </a:lnTo>
                  <a:lnTo>
                    <a:pt x="934232" y="178700"/>
                  </a:lnTo>
                  <a:lnTo>
                    <a:pt x="926447" y="177836"/>
                  </a:lnTo>
                  <a:lnTo>
                    <a:pt x="918661" y="176085"/>
                  </a:lnTo>
                  <a:lnTo>
                    <a:pt x="910876" y="175056"/>
                  </a:lnTo>
                  <a:lnTo>
                    <a:pt x="903091" y="173377"/>
                  </a:lnTo>
                  <a:lnTo>
                    <a:pt x="895306" y="172151"/>
                  </a:lnTo>
                  <a:lnTo>
                    <a:pt x="887520" y="170510"/>
                  </a:lnTo>
                  <a:lnTo>
                    <a:pt x="879735" y="169230"/>
                  </a:lnTo>
                  <a:lnTo>
                    <a:pt x="871950" y="167519"/>
                  </a:lnTo>
                  <a:lnTo>
                    <a:pt x="864165" y="166475"/>
                  </a:lnTo>
                  <a:lnTo>
                    <a:pt x="856379" y="165435"/>
                  </a:lnTo>
                  <a:lnTo>
                    <a:pt x="848594" y="164074"/>
                  </a:lnTo>
                  <a:lnTo>
                    <a:pt x="840809" y="162717"/>
                  </a:lnTo>
                  <a:lnTo>
                    <a:pt x="833023" y="161366"/>
                  </a:lnTo>
                  <a:lnTo>
                    <a:pt x="825238" y="160017"/>
                  </a:lnTo>
                  <a:lnTo>
                    <a:pt x="817453" y="159093"/>
                  </a:lnTo>
                  <a:lnTo>
                    <a:pt x="809668" y="158376"/>
                  </a:lnTo>
                  <a:lnTo>
                    <a:pt x="801882" y="157660"/>
                  </a:lnTo>
                  <a:lnTo>
                    <a:pt x="794097" y="156899"/>
                  </a:lnTo>
                  <a:lnTo>
                    <a:pt x="786312" y="156198"/>
                  </a:lnTo>
                  <a:lnTo>
                    <a:pt x="778527" y="154944"/>
                  </a:lnTo>
                  <a:lnTo>
                    <a:pt x="770741" y="153461"/>
                  </a:lnTo>
                  <a:lnTo>
                    <a:pt x="762956" y="152068"/>
                  </a:lnTo>
                  <a:lnTo>
                    <a:pt x="755171" y="150837"/>
                  </a:lnTo>
                  <a:lnTo>
                    <a:pt x="747385" y="149655"/>
                  </a:lnTo>
                  <a:lnTo>
                    <a:pt x="739600" y="148273"/>
                  </a:lnTo>
                  <a:lnTo>
                    <a:pt x="731815" y="146740"/>
                  </a:lnTo>
                  <a:lnTo>
                    <a:pt x="724030" y="145739"/>
                  </a:lnTo>
                  <a:lnTo>
                    <a:pt x="716244" y="144742"/>
                  </a:lnTo>
                  <a:lnTo>
                    <a:pt x="708459" y="143552"/>
                  </a:lnTo>
                  <a:lnTo>
                    <a:pt x="700674" y="142339"/>
                  </a:lnTo>
                  <a:lnTo>
                    <a:pt x="692889" y="141528"/>
                  </a:lnTo>
                  <a:lnTo>
                    <a:pt x="685103" y="140594"/>
                  </a:lnTo>
                  <a:lnTo>
                    <a:pt x="677318" y="139486"/>
                  </a:lnTo>
                  <a:lnTo>
                    <a:pt x="669533" y="138775"/>
                  </a:lnTo>
                  <a:lnTo>
                    <a:pt x="661747" y="137869"/>
                  </a:lnTo>
                  <a:lnTo>
                    <a:pt x="653962" y="136832"/>
                  </a:lnTo>
                  <a:lnTo>
                    <a:pt x="646177" y="135878"/>
                  </a:lnTo>
                  <a:lnTo>
                    <a:pt x="638392" y="134810"/>
                  </a:lnTo>
                  <a:lnTo>
                    <a:pt x="630606" y="133907"/>
                  </a:lnTo>
                  <a:lnTo>
                    <a:pt x="622821" y="133060"/>
                  </a:lnTo>
                  <a:lnTo>
                    <a:pt x="615036" y="132105"/>
                  </a:lnTo>
                  <a:lnTo>
                    <a:pt x="607251" y="130686"/>
                  </a:lnTo>
                  <a:lnTo>
                    <a:pt x="599465" y="129953"/>
                  </a:lnTo>
                  <a:lnTo>
                    <a:pt x="591680" y="129267"/>
                  </a:lnTo>
                  <a:lnTo>
                    <a:pt x="583895" y="128328"/>
                  </a:lnTo>
                  <a:lnTo>
                    <a:pt x="576110" y="127627"/>
                  </a:lnTo>
                  <a:lnTo>
                    <a:pt x="568324" y="126958"/>
                  </a:lnTo>
                  <a:lnTo>
                    <a:pt x="560539" y="126290"/>
                  </a:lnTo>
                  <a:lnTo>
                    <a:pt x="552754" y="125622"/>
                  </a:lnTo>
                  <a:lnTo>
                    <a:pt x="544968" y="124925"/>
                  </a:lnTo>
                  <a:lnTo>
                    <a:pt x="537183" y="124443"/>
                  </a:lnTo>
                  <a:lnTo>
                    <a:pt x="529398" y="123879"/>
                  </a:lnTo>
                  <a:lnTo>
                    <a:pt x="521613" y="123012"/>
                  </a:lnTo>
                  <a:lnTo>
                    <a:pt x="513827" y="122336"/>
                  </a:lnTo>
                  <a:lnTo>
                    <a:pt x="506042" y="121712"/>
                  </a:lnTo>
                  <a:lnTo>
                    <a:pt x="498257" y="120878"/>
                  </a:lnTo>
                  <a:lnTo>
                    <a:pt x="490472" y="120344"/>
                  </a:lnTo>
                  <a:lnTo>
                    <a:pt x="482686" y="119478"/>
                  </a:lnTo>
                  <a:lnTo>
                    <a:pt x="474901" y="118757"/>
                  </a:lnTo>
                  <a:lnTo>
                    <a:pt x="467116" y="118047"/>
                  </a:lnTo>
                  <a:lnTo>
                    <a:pt x="459330" y="117550"/>
                  </a:lnTo>
                  <a:lnTo>
                    <a:pt x="451545" y="117019"/>
                  </a:lnTo>
                  <a:lnTo>
                    <a:pt x="443760" y="116198"/>
                  </a:lnTo>
                  <a:lnTo>
                    <a:pt x="435975" y="115449"/>
                  </a:lnTo>
                  <a:lnTo>
                    <a:pt x="428189" y="114615"/>
                  </a:lnTo>
                  <a:lnTo>
                    <a:pt x="420404" y="113855"/>
                  </a:lnTo>
                  <a:lnTo>
                    <a:pt x="412619" y="113690"/>
                  </a:lnTo>
                  <a:lnTo>
                    <a:pt x="404834" y="113199"/>
                  </a:lnTo>
                  <a:lnTo>
                    <a:pt x="397048" y="112582"/>
                  </a:lnTo>
                  <a:lnTo>
                    <a:pt x="389263" y="111966"/>
                  </a:lnTo>
                  <a:lnTo>
                    <a:pt x="381478" y="111139"/>
                  </a:lnTo>
                  <a:lnTo>
                    <a:pt x="373692" y="110380"/>
                  </a:lnTo>
                  <a:lnTo>
                    <a:pt x="365907" y="109735"/>
                  </a:lnTo>
                  <a:lnTo>
                    <a:pt x="358122" y="109515"/>
                  </a:lnTo>
                  <a:lnTo>
                    <a:pt x="350337" y="109057"/>
                  </a:lnTo>
                  <a:lnTo>
                    <a:pt x="342551" y="108651"/>
                  </a:lnTo>
                  <a:lnTo>
                    <a:pt x="334766" y="108123"/>
                  </a:lnTo>
                  <a:lnTo>
                    <a:pt x="326981" y="107934"/>
                  </a:lnTo>
                  <a:lnTo>
                    <a:pt x="319196" y="107578"/>
                  </a:lnTo>
                  <a:lnTo>
                    <a:pt x="311410" y="107220"/>
                  </a:lnTo>
                  <a:lnTo>
                    <a:pt x="303625" y="106868"/>
                  </a:lnTo>
                  <a:lnTo>
                    <a:pt x="295840" y="106633"/>
                  </a:lnTo>
                  <a:lnTo>
                    <a:pt x="288055" y="106289"/>
                  </a:lnTo>
                  <a:lnTo>
                    <a:pt x="280269" y="105799"/>
                  </a:lnTo>
                  <a:lnTo>
                    <a:pt x="272484" y="105461"/>
                  </a:lnTo>
                  <a:lnTo>
                    <a:pt x="264699" y="105268"/>
                  </a:lnTo>
                  <a:lnTo>
                    <a:pt x="256913" y="105114"/>
                  </a:lnTo>
                  <a:lnTo>
                    <a:pt x="249128" y="105219"/>
                  </a:lnTo>
                  <a:lnTo>
                    <a:pt x="241343" y="104292"/>
                  </a:lnTo>
                  <a:lnTo>
                    <a:pt x="233558" y="103677"/>
                  </a:lnTo>
                  <a:lnTo>
                    <a:pt x="225772" y="103191"/>
                  </a:lnTo>
                  <a:lnTo>
                    <a:pt x="217987" y="103331"/>
                  </a:lnTo>
                  <a:lnTo>
                    <a:pt x="210202" y="102922"/>
                  </a:lnTo>
                  <a:lnTo>
                    <a:pt x="202417" y="102778"/>
                  </a:lnTo>
                  <a:lnTo>
                    <a:pt x="194631" y="102390"/>
                  </a:lnTo>
                  <a:lnTo>
                    <a:pt x="186846" y="102223"/>
                  </a:lnTo>
                  <a:lnTo>
                    <a:pt x="179061" y="102166"/>
                  </a:lnTo>
                  <a:lnTo>
                    <a:pt x="171275" y="102196"/>
                  </a:lnTo>
                  <a:lnTo>
                    <a:pt x="163490" y="102140"/>
                  </a:lnTo>
                  <a:lnTo>
                    <a:pt x="155705" y="101870"/>
                  </a:lnTo>
                  <a:lnTo>
                    <a:pt x="147920" y="101600"/>
                  </a:lnTo>
                  <a:lnTo>
                    <a:pt x="140134" y="101492"/>
                  </a:lnTo>
                  <a:lnTo>
                    <a:pt x="132349" y="101520"/>
                  </a:lnTo>
                  <a:lnTo>
                    <a:pt x="124564" y="101820"/>
                  </a:lnTo>
                  <a:lnTo>
                    <a:pt x="116779" y="101506"/>
                  </a:lnTo>
                  <a:lnTo>
                    <a:pt x="108993" y="100980"/>
                  </a:lnTo>
                  <a:lnTo>
                    <a:pt x="101208" y="101344"/>
                  </a:lnTo>
                  <a:lnTo>
                    <a:pt x="93423" y="101274"/>
                  </a:lnTo>
                  <a:lnTo>
                    <a:pt x="85637" y="100384"/>
                  </a:lnTo>
                  <a:lnTo>
                    <a:pt x="77852" y="100368"/>
                  </a:lnTo>
                  <a:lnTo>
                    <a:pt x="70067" y="100732"/>
                  </a:lnTo>
                  <a:lnTo>
                    <a:pt x="62282" y="100648"/>
                  </a:lnTo>
                  <a:lnTo>
                    <a:pt x="54496" y="100457"/>
                  </a:lnTo>
                  <a:lnTo>
                    <a:pt x="46711" y="100650"/>
                  </a:lnTo>
                  <a:lnTo>
                    <a:pt x="38926" y="100016"/>
                  </a:lnTo>
                  <a:lnTo>
                    <a:pt x="31141" y="99384"/>
                  </a:lnTo>
                  <a:lnTo>
                    <a:pt x="23355" y="98747"/>
                  </a:lnTo>
                  <a:lnTo>
                    <a:pt x="15570" y="98331"/>
                  </a:lnTo>
                  <a:lnTo>
                    <a:pt x="7785" y="98221"/>
                  </a:lnTo>
                  <a:lnTo>
                    <a:pt x="0" y="98308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3648531" y="2471734"/>
              <a:ext cx="2016385" cy="25411"/>
            </a:xfrm>
            <a:custGeom>
              <a:avLst/>
              <a:pathLst>
                <a:path w="2016385" h="25411">
                  <a:moveTo>
                    <a:pt x="0" y="0"/>
                  </a:moveTo>
                  <a:lnTo>
                    <a:pt x="7785" y="390"/>
                  </a:lnTo>
                  <a:lnTo>
                    <a:pt x="15570" y="680"/>
                  </a:lnTo>
                  <a:lnTo>
                    <a:pt x="23355" y="1110"/>
                  </a:lnTo>
                  <a:lnTo>
                    <a:pt x="31141" y="1507"/>
                  </a:lnTo>
                  <a:lnTo>
                    <a:pt x="38926" y="1989"/>
                  </a:lnTo>
                  <a:lnTo>
                    <a:pt x="46711" y="2341"/>
                  </a:lnTo>
                  <a:lnTo>
                    <a:pt x="54496" y="2852"/>
                  </a:lnTo>
                  <a:lnTo>
                    <a:pt x="62282" y="3138"/>
                  </a:lnTo>
                  <a:lnTo>
                    <a:pt x="70067" y="3352"/>
                  </a:lnTo>
                  <a:lnTo>
                    <a:pt x="77852" y="3854"/>
                  </a:lnTo>
                  <a:lnTo>
                    <a:pt x="85637" y="4240"/>
                  </a:lnTo>
                  <a:lnTo>
                    <a:pt x="93423" y="4657"/>
                  </a:lnTo>
                  <a:lnTo>
                    <a:pt x="101208" y="5178"/>
                  </a:lnTo>
                  <a:lnTo>
                    <a:pt x="108993" y="5703"/>
                  </a:lnTo>
                  <a:lnTo>
                    <a:pt x="116779" y="5886"/>
                  </a:lnTo>
                  <a:lnTo>
                    <a:pt x="124564" y="6310"/>
                  </a:lnTo>
                  <a:lnTo>
                    <a:pt x="132349" y="6776"/>
                  </a:lnTo>
                  <a:lnTo>
                    <a:pt x="140134" y="7249"/>
                  </a:lnTo>
                  <a:lnTo>
                    <a:pt x="147920" y="7639"/>
                  </a:lnTo>
                  <a:lnTo>
                    <a:pt x="155705" y="8156"/>
                  </a:lnTo>
                  <a:lnTo>
                    <a:pt x="163490" y="8484"/>
                  </a:lnTo>
                  <a:lnTo>
                    <a:pt x="171275" y="8786"/>
                  </a:lnTo>
                  <a:lnTo>
                    <a:pt x="179061" y="9095"/>
                  </a:lnTo>
                  <a:lnTo>
                    <a:pt x="186846" y="9573"/>
                  </a:lnTo>
                  <a:lnTo>
                    <a:pt x="194631" y="10105"/>
                  </a:lnTo>
                  <a:lnTo>
                    <a:pt x="202417" y="10375"/>
                  </a:lnTo>
                  <a:lnTo>
                    <a:pt x="210202" y="10648"/>
                  </a:lnTo>
                  <a:lnTo>
                    <a:pt x="217987" y="10924"/>
                  </a:lnTo>
                  <a:lnTo>
                    <a:pt x="225772" y="11215"/>
                  </a:lnTo>
                  <a:lnTo>
                    <a:pt x="233558" y="11598"/>
                  </a:lnTo>
                  <a:lnTo>
                    <a:pt x="241343" y="11826"/>
                  </a:lnTo>
                  <a:lnTo>
                    <a:pt x="249128" y="12090"/>
                  </a:lnTo>
                  <a:lnTo>
                    <a:pt x="256913" y="12529"/>
                  </a:lnTo>
                  <a:lnTo>
                    <a:pt x="264699" y="12800"/>
                  </a:lnTo>
                  <a:lnTo>
                    <a:pt x="272484" y="13158"/>
                  </a:lnTo>
                  <a:lnTo>
                    <a:pt x="280269" y="13411"/>
                  </a:lnTo>
                  <a:lnTo>
                    <a:pt x="288055" y="13681"/>
                  </a:lnTo>
                  <a:lnTo>
                    <a:pt x="295840" y="14057"/>
                  </a:lnTo>
                  <a:lnTo>
                    <a:pt x="303625" y="14518"/>
                  </a:lnTo>
                  <a:lnTo>
                    <a:pt x="311410" y="14761"/>
                  </a:lnTo>
                  <a:lnTo>
                    <a:pt x="319196" y="14963"/>
                  </a:lnTo>
                  <a:lnTo>
                    <a:pt x="326981" y="15208"/>
                  </a:lnTo>
                  <a:lnTo>
                    <a:pt x="334766" y="15543"/>
                  </a:lnTo>
                  <a:lnTo>
                    <a:pt x="342551" y="15886"/>
                  </a:lnTo>
                  <a:lnTo>
                    <a:pt x="350337" y="15949"/>
                  </a:lnTo>
                  <a:lnTo>
                    <a:pt x="358122" y="16029"/>
                  </a:lnTo>
                  <a:lnTo>
                    <a:pt x="365907" y="16409"/>
                  </a:lnTo>
                  <a:lnTo>
                    <a:pt x="373692" y="16838"/>
                  </a:lnTo>
                  <a:lnTo>
                    <a:pt x="381478" y="17058"/>
                  </a:lnTo>
                  <a:lnTo>
                    <a:pt x="389263" y="17559"/>
                  </a:lnTo>
                  <a:lnTo>
                    <a:pt x="397048" y="17519"/>
                  </a:lnTo>
                  <a:lnTo>
                    <a:pt x="404834" y="17955"/>
                  </a:lnTo>
                  <a:lnTo>
                    <a:pt x="412619" y="18121"/>
                  </a:lnTo>
                  <a:lnTo>
                    <a:pt x="420404" y="18339"/>
                  </a:lnTo>
                  <a:lnTo>
                    <a:pt x="428189" y="18543"/>
                  </a:lnTo>
                  <a:lnTo>
                    <a:pt x="435975" y="18759"/>
                  </a:lnTo>
                  <a:lnTo>
                    <a:pt x="443760" y="19114"/>
                  </a:lnTo>
                  <a:lnTo>
                    <a:pt x="451545" y="19526"/>
                  </a:lnTo>
                  <a:lnTo>
                    <a:pt x="459330" y="19699"/>
                  </a:lnTo>
                  <a:lnTo>
                    <a:pt x="467116" y="19561"/>
                  </a:lnTo>
                  <a:lnTo>
                    <a:pt x="474901" y="19591"/>
                  </a:lnTo>
                  <a:lnTo>
                    <a:pt x="482686" y="19732"/>
                  </a:lnTo>
                  <a:lnTo>
                    <a:pt x="490472" y="20218"/>
                  </a:lnTo>
                  <a:lnTo>
                    <a:pt x="498257" y="20455"/>
                  </a:lnTo>
                  <a:lnTo>
                    <a:pt x="506042" y="20773"/>
                  </a:lnTo>
                  <a:lnTo>
                    <a:pt x="513827" y="20988"/>
                  </a:lnTo>
                  <a:lnTo>
                    <a:pt x="521613" y="21155"/>
                  </a:lnTo>
                  <a:lnTo>
                    <a:pt x="529398" y="21279"/>
                  </a:lnTo>
                  <a:lnTo>
                    <a:pt x="537183" y="21453"/>
                  </a:lnTo>
                  <a:lnTo>
                    <a:pt x="544968" y="21358"/>
                  </a:lnTo>
                  <a:lnTo>
                    <a:pt x="552754" y="21522"/>
                  </a:lnTo>
                  <a:lnTo>
                    <a:pt x="560539" y="21783"/>
                  </a:lnTo>
                  <a:lnTo>
                    <a:pt x="568324" y="21961"/>
                  </a:lnTo>
                  <a:lnTo>
                    <a:pt x="576110" y="22293"/>
                  </a:lnTo>
                  <a:lnTo>
                    <a:pt x="583895" y="22164"/>
                  </a:lnTo>
                  <a:lnTo>
                    <a:pt x="591680" y="22105"/>
                  </a:lnTo>
                  <a:lnTo>
                    <a:pt x="599465" y="22413"/>
                  </a:lnTo>
                  <a:lnTo>
                    <a:pt x="607251" y="22648"/>
                  </a:lnTo>
                  <a:lnTo>
                    <a:pt x="615036" y="22527"/>
                  </a:lnTo>
                  <a:lnTo>
                    <a:pt x="622821" y="22357"/>
                  </a:lnTo>
                  <a:lnTo>
                    <a:pt x="630606" y="22475"/>
                  </a:lnTo>
                  <a:lnTo>
                    <a:pt x="638392" y="22406"/>
                  </a:lnTo>
                  <a:lnTo>
                    <a:pt x="646177" y="22625"/>
                  </a:lnTo>
                  <a:lnTo>
                    <a:pt x="653962" y="22639"/>
                  </a:lnTo>
                  <a:lnTo>
                    <a:pt x="661747" y="22820"/>
                  </a:lnTo>
                  <a:lnTo>
                    <a:pt x="669533" y="23071"/>
                  </a:lnTo>
                  <a:lnTo>
                    <a:pt x="677318" y="23101"/>
                  </a:lnTo>
                  <a:lnTo>
                    <a:pt x="685103" y="23135"/>
                  </a:lnTo>
                  <a:lnTo>
                    <a:pt x="692889" y="23308"/>
                  </a:lnTo>
                  <a:lnTo>
                    <a:pt x="700674" y="23366"/>
                  </a:lnTo>
                  <a:lnTo>
                    <a:pt x="708459" y="23402"/>
                  </a:lnTo>
                  <a:lnTo>
                    <a:pt x="716244" y="23686"/>
                  </a:lnTo>
                  <a:lnTo>
                    <a:pt x="724030" y="23974"/>
                  </a:lnTo>
                  <a:lnTo>
                    <a:pt x="731815" y="24338"/>
                  </a:lnTo>
                  <a:lnTo>
                    <a:pt x="739600" y="24621"/>
                  </a:lnTo>
                  <a:lnTo>
                    <a:pt x="747385" y="25166"/>
                  </a:lnTo>
                  <a:lnTo>
                    <a:pt x="755171" y="25309"/>
                  </a:lnTo>
                  <a:lnTo>
                    <a:pt x="762956" y="25411"/>
                  </a:lnTo>
                  <a:lnTo>
                    <a:pt x="770741" y="25285"/>
                  </a:lnTo>
                  <a:lnTo>
                    <a:pt x="778527" y="25147"/>
                  </a:lnTo>
                  <a:lnTo>
                    <a:pt x="786312" y="25092"/>
                  </a:lnTo>
                  <a:lnTo>
                    <a:pt x="794097" y="24813"/>
                  </a:lnTo>
                  <a:lnTo>
                    <a:pt x="801882" y="24933"/>
                  </a:lnTo>
                  <a:lnTo>
                    <a:pt x="809668" y="24888"/>
                  </a:lnTo>
                  <a:lnTo>
                    <a:pt x="817453" y="24764"/>
                  </a:lnTo>
                  <a:lnTo>
                    <a:pt x="825238" y="24811"/>
                  </a:lnTo>
                  <a:lnTo>
                    <a:pt x="833023" y="24818"/>
                  </a:lnTo>
                  <a:lnTo>
                    <a:pt x="840809" y="24789"/>
                  </a:lnTo>
                  <a:lnTo>
                    <a:pt x="848594" y="24870"/>
                  </a:lnTo>
                  <a:lnTo>
                    <a:pt x="856379" y="24992"/>
                  </a:lnTo>
                  <a:lnTo>
                    <a:pt x="864165" y="24923"/>
                  </a:lnTo>
                  <a:lnTo>
                    <a:pt x="871950" y="24810"/>
                  </a:lnTo>
                  <a:lnTo>
                    <a:pt x="879735" y="24718"/>
                  </a:lnTo>
                  <a:lnTo>
                    <a:pt x="887520" y="24921"/>
                  </a:lnTo>
                  <a:lnTo>
                    <a:pt x="895306" y="25014"/>
                  </a:lnTo>
                  <a:lnTo>
                    <a:pt x="903091" y="24836"/>
                  </a:lnTo>
                  <a:lnTo>
                    <a:pt x="910876" y="24643"/>
                  </a:lnTo>
                  <a:lnTo>
                    <a:pt x="918661" y="24451"/>
                  </a:lnTo>
                  <a:lnTo>
                    <a:pt x="926447" y="24202"/>
                  </a:lnTo>
                  <a:lnTo>
                    <a:pt x="934232" y="24086"/>
                  </a:lnTo>
                  <a:lnTo>
                    <a:pt x="942017" y="24009"/>
                  </a:lnTo>
                  <a:lnTo>
                    <a:pt x="949802" y="23969"/>
                  </a:lnTo>
                  <a:lnTo>
                    <a:pt x="957588" y="23965"/>
                  </a:lnTo>
                  <a:lnTo>
                    <a:pt x="965373" y="23835"/>
                  </a:lnTo>
                  <a:lnTo>
                    <a:pt x="973158" y="23636"/>
                  </a:lnTo>
                  <a:lnTo>
                    <a:pt x="980944" y="23520"/>
                  </a:lnTo>
                  <a:lnTo>
                    <a:pt x="988729" y="23274"/>
                  </a:lnTo>
                  <a:lnTo>
                    <a:pt x="996514" y="23123"/>
                  </a:lnTo>
                  <a:lnTo>
                    <a:pt x="1004299" y="23056"/>
                  </a:lnTo>
                  <a:lnTo>
                    <a:pt x="1012085" y="22860"/>
                  </a:lnTo>
                  <a:lnTo>
                    <a:pt x="1019870" y="22776"/>
                  </a:lnTo>
                  <a:lnTo>
                    <a:pt x="1027655" y="22728"/>
                  </a:lnTo>
                  <a:lnTo>
                    <a:pt x="1035440" y="22479"/>
                  </a:lnTo>
                  <a:lnTo>
                    <a:pt x="1043226" y="22295"/>
                  </a:lnTo>
                  <a:lnTo>
                    <a:pt x="1051011" y="22140"/>
                  </a:lnTo>
                  <a:lnTo>
                    <a:pt x="1058796" y="21990"/>
                  </a:lnTo>
                  <a:lnTo>
                    <a:pt x="1066582" y="22009"/>
                  </a:lnTo>
                  <a:lnTo>
                    <a:pt x="1074367" y="22091"/>
                  </a:lnTo>
                  <a:lnTo>
                    <a:pt x="1082152" y="22144"/>
                  </a:lnTo>
                  <a:lnTo>
                    <a:pt x="1089937" y="21816"/>
                  </a:lnTo>
                  <a:lnTo>
                    <a:pt x="1097723" y="21860"/>
                  </a:lnTo>
                  <a:lnTo>
                    <a:pt x="1105508" y="22031"/>
                  </a:lnTo>
                  <a:lnTo>
                    <a:pt x="1113293" y="21859"/>
                  </a:lnTo>
                  <a:lnTo>
                    <a:pt x="1121078" y="21570"/>
                  </a:lnTo>
                  <a:lnTo>
                    <a:pt x="1128864" y="21282"/>
                  </a:lnTo>
                  <a:lnTo>
                    <a:pt x="1136649" y="20996"/>
                  </a:lnTo>
                  <a:lnTo>
                    <a:pt x="1144434" y="20736"/>
                  </a:lnTo>
                  <a:lnTo>
                    <a:pt x="1152220" y="20954"/>
                  </a:lnTo>
                  <a:lnTo>
                    <a:pt x="1160005" y="20862"/>
                  </a:lnTo>
                  <a:lnTo>
                    <a:pt x="1167790" y="20447"/>
                  </a:lnTo>
                  <a:lnTo>
                    <a:pt x="1175575" y="20036"/>
                  </a:lnTo>
                  <a:lnTo>
                    <a:pt x="1183361" y="19628"/>
                  </a:lnTo>
                  <a:lnTo>
                    <a:pt x="1191146" y="19445"/>
                  </a:lnTo>
                  <a:lnTo>
                    <a:pt x="1198931" y="19291"/>
                  </a:lnTo>
                  <a:lnTo>
                    <a:pt x="1206716" y="19141"/>
                  </a:lnTo>
                  <a:lnTo>
                    <a:pt x="1214502" y="18999"/>
                  </a:lnTo>
                  <a:lnTo>
                    <a:pt x="1222287" y="18858"/>
                  </a:lnTo>
                  <a:lnTo>
                    <a:pt x="1230072" y="18717"/>
                  </a:lnTo>
                  <a:lnTo>
                    <a:pt x="1237857" y="18696"/>
                  </a:lnTo>
                  <a:lnTo>
                    <a:pt x="1245643" y="18737"/>
                  </a:lnTo>
                  <a:lnTo>
                    <a:pt x="1253428" y="18783"/>
                  </a:lnTo>
                  <a:lnTo>
                    <a:pt x="1261213" y="18694"/>
                  </a:lnTo>
                  <a:lnTo>
                    <a:pt x="1268999" y="18492"/>
                  </a:lnTo>
                  <a:lnTo>
                    <a:pt x="1276784" y="18505"/>
                  </a:lnTo>
                  <a:lnTo>
                    <a:pt x="1284569" y="18307"/>
                  </a:lnTo>
                  <a:lnTo>
                    <a:pt x="1292354" y="18010"/>
                  </a:lnTo>
                  <a:lnTo>
                    <a:pt x="1300140" y="17713"/>
                  </a:lnTo>
                  <a:lnTo>
                    <a:pt x="1307925" y="17418"/>
                  </a:lnTo>
                  <a:lnTo>
                    <a:pt x="1315710" y="17135"/>
                  </a:lnTo>
                  <a:lnTo>
                    <a:pt x="1323495" y="16989"/>
                  </a:lnTo>
                  <a:lnTo>
                    <a:pt x="1331281" y="16832"/>
                  </a:lnTo>
                  <a:lnTo>
                    <a:pt x="1339066" y="16553"/>
                  </a:lnTo>
                  <a:lnTo>
                    <a:pt x="1346851" y="16275"/>
                  </a:lnTo>
                  <a:lnTo>
                    <a:pt x="1354637" y="15998"/>
                  </a:lnTo>
                  <a:lnTo>
                    <a:pt x="1362422" y="15722"/>
                  </a:lnTo>
                  <a:lnTo>
                    <a:pt x="1370207" y="15447"/>
                  </a:lnTo>
                  <a:lnTo>
                    <a:pt x="1377992" y="15174"/>
                  </a:lnTo>
                  <a:lnTo>
                    <a:pt x="1385778" y="14901"/>
                  </a:lnTo>
                  <a:lnTo>
                    <a:pt x="1393563" y="14630"/>
                  </a:lnTo>
                  <a:lnTo>
                    <a:pt x="1401348" y="14363"/>
                  </a:lnTo>
                  <a:lnTo>
                    <a:pt x="1409133" y="14101"/>
                  </a:lnTo>
                  <a:lnTo>
                    <a:pt x="1416919" y="14076"/>
                  </a:lnTo>
                  <a:lnTo>
                    <a:pt x="1424704" y="14061"/>
                  </a:lnTo>
                  <a:lnTo>
                    <a:pt x="1432489" y="14051"/>
                  </a:lnTo>
                  <a:lnTo>
                    <a:pt x="1440275" y="14041"/>
                  </a:lnTo>
                  <a:lnTo>
                    <a:pt x="1448060" y="14032"/>
                  </a:lnTo>
                  <a:lnTo>
                    <a:pt x="1455845" y="13867"/>
                  </a:lnTo>
                  <a:lnTo>
                    <a:pt x="1463630" y="13653"/>
                  </a:lnTo>
                  <a:lnTo>
                    <a:pt x="1471416" y="13438"/>
                  </a:lnTo>
                  <a:lnTo>
                    <a:pt x="1479201" y="13226"/>
                  </a:lnTo>
                  <a:lnTo>
                    <a:pt x="1486986" y="13174"/>
                  </a:lnTo>
                  <a:lnTo>
                    <a:pt x="1494771" y="13123"/>
                  </a:lnTo>
                  <a:lnTo>
                    <a:pt x="1502557" y="13058"/>
                  </a:lnTo>
                  <a:lnTo>
                    <a:pt x="1510342" y="12860"/>
                  </a:lnTo>
                  <a:lnTo>
                    <a:pt x="1518127" y="12664"/>
                  </a:lnTo>
                  <a:lnTo>
                    <a:pt x="1525912" y="12471"/>
                  </a:lnTo>
                  <a:lnTo>
                    <a:pt x="1533698" y="12283"/>
                  </a:lnTo>
                  <a:lnTo>
                    <a:pt x="1541483" y="12208"/>
                  </a:lnTo>
                  <a:lnTo>
                    <a:pt x="1549268" y="12022"/>
                  </a:lnTo>
                  <a:lnTo>
                    <a:pt x="1557054" y="11837"/>
                  </a:lnTo>
                  <a:lnTo>
                    <a:pt x="1564839" y="11652"/>
                  </a:lnTo>
                  <a:lnTo>
                    <a:pt x="1572624" y="11468"/>
                  </a:lnTo>
                  <a:lnTo>
                    <a:pt x="1580409" y="11285"/>
                  </a:lnTo>
                  <a:lnTo>
                    <a:pt x="1588195" y="11102"/>
                  </a:lnTo>
                  <a:lnTo>
                    <a:pt x="1595980" y="10919"/>
                  </a:lnTo>
                  <a:lnTo>
                    <a:pt x="1603765" y="10737"/>
                  </a:lnTo>
                  <a:lnTo>
                    <a:pt x="1611550" y="10556"/>
                  </a:lnTo>
                  <a:lnTo>
                    <a:pt x="1619336" y="10375"/>
                  </a:lnTo>
                  <a:lnTo>
                    <a:pt x="1627121" y="10195"/>
                  </a:lnTo>
                  <a:lnTo>
                    <a:pt x="1634906" y="10015"/>
                  </a:lnTo>
                  <a:lnTo>
                    <a:pt x="1642692" y="9835"/>
                  </a:lnTo>
                  <a:lnTo>
                    <a:pt x="1650477" y="9657"/>
                  </a:lnTo>
                  <a:lnTo>
                    <a:pt x="1658262" y="9481"/>
                  </a:lnTo>
                  <a:lnTo>
                    <a:pt x="1666047" y="9306"/>
                  </a:lnTo>
                  <a:lnTo>
                    <a:pt x="1673833" y="9209"/>
                  </a:lnTo>
                  <a:lnTo>
                    <a:pt x="1681618" y="9135"/>
                  </a:lnTo>
                  <a:lnTo>
                    <a:pt x="1689403" y="9061"/>
                  </a:lnTo>
                  <a:lnTo>
                    <a:pt x="1697188" y="8932"/>
                  </a:lnTo>
                  <a:lnTo>
                    <a:pt x="1704974" y="8753"/>
                  </a:lnTo>
                  <a:lnTo>
                    <a:pt x="1712759" y="8574"/>
                  </a:lnTo>
                  <a:lnTo>
                    <a:pt x="1720544" y="8396"/>
                  </a:lnTo>
                  <a:lnTo>
                    <a:pt x="1728330" y="8219"/>
                  </a:lnTo>
                  <a:lnTo>
                    <a:pt x="1736115" y="8045"/>
                  </a:lnTo>
                  <a:lnTo>
                    <a:pt x="1743900" y="7871"/>
                  </a:lnTo>
                  <a:lnTo>
                    <a:pt x="1751685" y="7744"/>
                  </a:lnTo>
                  <a:lnTo>
                    <a:pt x="1759471" y="7686"/>
                  </a:lnTo>
                  <a:lnTo>
                    <a:pt x="1767256" y="7630"/>
                  </a:lnTo>
                  <a:lnTo>
                    <a:pt x="1775041" y="7575"/>
                  </a:lnTo>
                  <a:lnTo>
                    <a:pt x="1782826" y="7519"/>
                  </a:lnTo>
                  <a:lnTo>
                    <a:pt x="1790612" y="7463"/>
                  </a:lnTo>
                  <a:lnTo>
                    <a:pt x="1798397" y="7408"/>
                  </a:lnTo>
                  <a:lnTo>
                    <a:pt x="1806182" y="7353"/>
                  </a:lnTo>
                  <a:lnTo>
                    <a:pt x="1813967" y="7297"/>
                  </a:lnTo>
                  <a:lnTo>
                    <a:pt x="1821753" y="7242"/>
                  </a:lnTo>
                  <a:lnTo>
                    <a:pt x="1829538" y="7187"/>
                  </a:lnTo>
                  <a:lnTo>
                    <a:pt x="1837323" y="7130"/>
                  </a:lnTo>
                  <a:lnTo>
                    <a:pt x="1845109" y="6909"/>
                  </a:lnTo>
                  <a:lnTo>
                    <a:pt x="1852894" y="6690"/>
                  </a:lnTo>
                  <a:lnTo>
                    <a:pt x="1860679" y="6498"/>
                  </a:lnTo>
                  <a:lnTo>
                    <a:pt x="1868464" y="6416"/>
                  </a:lnTo>
                  <a:lnTo>
                    <a:pt x="1876250" y="6334"/>
                  </a:lnTo>
                  <a:lnTo>
                    <a:pt x="1884035" y="6252"/>
                  </a:lnTo>
                  <a:lnTo>
                    <a:pt x="1891820" y="6111"/>
                  </a:lnTo>
                  <a:lnTo>
                    <a:pt x="1899605" y="5917"/>
                  </a:lnTo>
                  <a:lnTo>
                    <a:pt x="1907391" y="5724"/>
                  </a:lnTo>
                  <a:lnTo>
                    <a:pt x="1915176" y="5534"/>
                  </a:lnTo>
                  <a:lnTo>
                    <a:pt x="1922961" y="5344"/>
                  </a:lnTo>
                  <a:lnTo>
                    <a:pt x="1930747" y="5089"/>
                  </a:lnTo>
                  <a:lnTo>
                    <a:pt x="1938532" y="4833"/>
                  </a:lnTo>
                  <a:lnTo>
                    <a:pt x="1946317" y="4716"/>
                  </a:lnTo>
                  <a:lnTo>
                    <a:pt x="1954102" y="4584"/>
                  </a:lnTo>
                  <a:lnTo>
                    <a:pt x="1961888" y="4396"/>
                  </a:lnTo>
                  <a:lnTo>
                    <a:pt x="1969673" y="4210"/>
                  </a:lnTo>
                  <a:lnTo>
                    <a:pt x="1977458" y="4026"/>
                  </a:lnTo>
                  <a:lnTo>
                    <a:pt x="1985243" y="3910"/>
                  </a:lnTo>
                  <a:lnTo>
                    <a:pt x="1993029" y="3837"/>
                  </a:lnTo>
                  <a:lnTo>
                    <a:pt x="2000814" y="3764"/>
                  </a:lnTo>
                  <a:lnTo>
                    <a:pt x="2008599" y="3692"/>
                  </a:lnTo>
                  <a:lnTo>
                    <a:pt x="2016385" y="35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3648531" y="2569955"/>
              <a:ext cx="2016385" cy="331833"/>
            </a:xfrm>
            <a:custGeom>
              <a:avLst/>
              <a:pathLst>
                <a:path w="2016385" h="331833">
                  <a:moveTo>
                    <a:pt x="2016385" y="331833"/>
                  </a:moveTo>
                  <a:lnTo>
                    <a:pt x="2008599" y="330048"/>
                  </a:lnTo>
                  <a:lnTo>
                    <a:pt x="2000814" y="328249"/>
                  </a:lnTo>
                  <a:lnTo>
                    <a:pt x="1993029" y="326440"/>
                  </a:lnTo>
                  <a:lnTo>
                    <a:pt x="1985243" y="324522"/>
                  </a:lnTo>
                  <a:lnTo>
                    <a:pt x="1977458" y="322571"/>
                  </a:lnTo>
                  <a:lnTo>
                    <a:pt x="1969673" y="320610"/>
                  </a:lnTo>
                  <a:lnTo>
                    <a:pt x="1961888" y="318639"/>
                  </a:lnTo>
                  <a:lnTo>
                    <a:pt x="1954102" y="316659"/>
                  </a:lnTo>
                  <a:lnTo>
                    <a:pt x="1946317" y="314670"/>
                  </a:lnTo>
                  <a:lnTo>
                    <a:pt x="1938532" y="312671"/>
                  </a:lnTo>
                  <a:lnTo>
                    <a:pt x="1930747" y="310663"/>
                  </a:lnTo>
                  <a:lnTo>
                    <a:pt x="1922961" y="308997"/>
                  </a:lnTo>
                  <a:lnTo>
                    <a:pt x="1915176" y="307485"/>
                  </a:lnTo>
                  <a:lnTo>
                    <a:pt x="1907391" y="305969"/>
                  </a:lnTo>
                  <a:lnTo>
                    <a:pt x="1899605" y="304115"/>
                  </a:lnTo>
                  <a:lnTo>
                    <a:pt x="1891820" y="302212"/>
                  </a:lnTo>
                  <a:lnTo>
                    <a:pt x="1884035" y="300300"/>
                  </a:lnTo>
                  <a:lnTo>
                    <a:pt x="1876250" y="298380"/>
                  </a:lnTo>
                  <a:lnTo>
                    <a:pt x="1868464" y="296736"/>
                  </a:lnTo>
                  <a:lnTo>
                    <a:pt x="1860679" y="295086"/>
                  </a:lnTo>
                  <a:lnTo>
                    <a:pt x="1852894" y="293431"/>
                  </a:lnTo>
                  <a:lnTo>
                    <a:pt x="1845109" y="291597"/>
                  </a:lnTo>
                  <a:lnTo>
                    <a:pt x="1837323" y="289636"/>
                  </a:lnTo>
                  <a:lnTo>
                    <a:pt x="1829538" y="287667"/>
                  </a:lnTo>
                  <a:lnTo>
                    <a:pt x="1821753" y="286093"/>
                  </a:lnTo>
                  <a:lnTo>
                    <a:pt x="1813967" y="284572"/>
                  </a:lnTo>
                  <a:lnTo>
                    <a:pt x="1806182" y="283047"/>
                  </a:lnTo>
                  <a:lnTo>
                    <a:pt x="1798397" y="281519"/>
                  </a:lnTo>
                  <a:lnTo>
                    <a:pt x="1790612" y="279987"/>
                  </a:lnTo>
                  <a:lnTo>
                    <a:pt x="1782826" y="278291"/>
                  </a:lnTo>
                  <a:lnTo>
                    <a:pt x="1775041" y="276362"/>
                  </a:lnTo>
                  <a:lnTo>
                    <a:pt x="1767256" y="274427"/>
                  </a:lnTo>
                  <a:lnTo>
                    <a:pt x="1759471" y="272485"/>
                  </a:lnTo>
                  <a:lnTo>
                    <a:pt x="1751685" y="270532"/>
                  </a:lnTo>
                  <a:lnTo>
                    <a:pt x="1743900" y="268950"/>
                  </a:lnTo>
                  <a:lnTo>
                    <a:pt x="1736115" y="267175"/>
                  </a:lnTo>
                  <a:lnTo>
                    <a:pt x="1728330" y="265167"/>
                  </a:lnTo>
                  <a:lnTo>
                    <a:pt x="1720544" y="263154"/>
                  </a:lnTo>
                  <a:lnTo>
                    <a:pt x="1712759" y="261135"/>
                  </a:lnTo>
                  <a:lnTo>
                    <a:pt x="1704974" y="259150"/>
                  </a:lnTo>
                  <a:lnTo>
                    <a:pt x="1697188" y="257585"/>
                  </a:lnTo>
                  <a:lnTo>
                    <a:pt x="1689403" y="256009"/>
                  </a:lnTo>
                  <a:lnTo>
                    <a:pt x="1681618" y="254427"/>
                  </a:lnTo>
                  <a:lnTo>
                    <a:pt x="1673833" y="252842"/>
                  </a:lnTo>
                  <a:lnTo>
                    <a:pt x="1666047" y="251226"/>
                  </a:lnTo>
                  <a:lnTo>
                    <a:pt x="1658262" y="249680"/>
                  </a:lnTo>
                  <a:lnTo>
                    <a:pt x="1650477" y="247887"/>
                  </a:lnTo>
                  <a:lnTo>
                    <a:pt x="1642692" y="246107"/>
                  </a:lnTo>
                  <a:lnTo>
                    <a:pt x="1634906" y="244560"/>
                  </a:lnTo>
                  <a:lnTo>
                    <a:pt x="1627121" y="242670"/>
                  </a:lnTo>
                  <a:lnTo>
                    <a:pt x="1619336" y="240900"/>
                  </a:lnTo>
                  <a:lnTo>
                    <a:pt x="1611550" y="239508"/>
                  </a:lnTo>
                  <a:lnTo>
                    <a:pt x="1603765" y="237349"/>
                  </a:lnTo>
                  <a:lnTo>
                    <a:pt x="1595980" y="235057"/>
                  </a:lnTo>
                  <a:lnTo>
                    <a:pt x="1588195" y="233113"/>
                  </a:lnTo>
                  <a:lnTo>
                    <a:pt x="1580409" y="231193"/>
                  </a:lnTo>
                  <a:lnTo>
                    <a:pt x="1572624" y="229221"/>
                  </a:lnTo>
                  <a:lnTo>
                    <a:pt x="1564839" y="227159"/>
                  </a:lnTo>
                  <a:lnTo>
                    <a:pt x="1557054" y="225095"/>
                  </a:lnTo>
                  <a:lnTo>
                    <a:pt x="1549268" y="223029"/>
                  </a:lnTo>
                  <a:lnTo>
                    <a:pt x="1541483" y="220960"/>
                  </a:lnTo>
                  <a:lnTo>
                    <a:pt x="1533698" y="218890"/>
                  </a:lnTo>
                  <a:lnTo>
                    <a:pt x="1525912" y="216818"/>
                  </a:lnTo>
                  <a:lnTo>
                    <a:pt x="1518127" y="214745"/>
                  </a:lnTo>
                  <a:lnTo>
                    <a:pt x="1510342" y="212666"/>
                  </a:lnTo>
                  <a:lnTo>
                    <a:pt x="1502557" y="210586"/>
                  </a:lnTo>
                  <a:lnTo>
                    <a:pt x="1494771" y="208504"/>
                  </a:lnTo>
                  <a:lnTo>
                    <a:pt x="1486986" y="206422"/>
                  </a:lnTo>
                  <a:lnTo>
                    <a:pt x="1479201" y="204339"/>
                  </a:lnTo>
                  <a:lnTo>
                    <a:pt x="1471416" y="202255"/>
                  </a:lnTo>
                  <a:lnTo>
                    <a:pt x="1463630" y="200170"/>
                  </a:lnTo>
                  <a:lnTo>
                    <a:pt x="1455845" y="198086"/>
                  </a:lnTo>
                  <a:lnTo>
                    <a:pt x="1448060" y="196001"/>
                  </a:lnTo>
                  <a:lnTo>
                    <a:pt x="1440275" y="193916"/>
                  </a:lnTo>
                  <a:lnTo>
                    <a:pt x="1432489" y="191831"/>
                  </a:lnTo>
                  <a:lnTo>
                    <a:pt x="1424704" y="189745"/>
                  </a:lnTo>
                  <a:lnTo>
                    <a:pt x="1416919" y="187658"/>
                  </a:lnTo>
                  <a:lnTo>
                    <a:pt x="1409133" y="185571"/>
                  </a:lnTo>
                  <a:lnTo>
                    <a:pt x="1401348" y="183484"/>
                  </a:lnTo>
                  <a:lnTo>
                    <a:pt x="1393563" y="181400"/>
                  </a:lnTo>
                  <a:lnTo>
                    <a:pt x="1385778" y="179335"/>
                  </a:lnTo>
                  <a:lnTo>
                    <a:pt x="1377992" y="177245"/>
                  </a:lnTo>
                  <a:lnTo>
                    <a:pt x="1370207" y="175173"/>
                  </a:lnTo>
                  <a:lnTo>
                    <a:pt x="1362422" y="173838"/>
                  </a:lnTo>
                  <a:lnTo>
                    <a:pt x="1354637" y="171753"/>
                  </a:lnTo>
                  <a:lnTo>
                    <a:pt x="1346851" y="169669"/>
                  </a:lnTo>
                  <a:lnTo>
                    <a:pt x="1339066" y="168270"/>
                  </a:lnTo>
                  <a:lnTo>
                    <a:pt x="1331281" y="166460"/>
                  </a:lnTo>
                  <a:lnTo>
                    <a:pt x="1323495" y="164612"/>
                  </a:lnTo>
                  <a:lnTo>
                    <a:pt x="1315710" y="162765"/>
                  </a:lnTo>
                  <a:lnTo>
                    <a:pt x="1307925" y="160920"/>
                  </a:lnTo>
                  <a:lnTo>
                    <a:pt x="1300140" y="159077"/>
                  </a:lnTo>
                  <a:lnTo>
                    <a:pt x="1292354" y="157223"/>
                  </a:lnTo>
                  <a:lnTo>
                    <a:pt x="1284569" y="155370"/>
                  </a:lnTo>
                  <a:lnTo>
                    <a:pt x="1276784" y="153519"/>
                  </a:lnTo>
                  <a:lnTo>
                    <a:pt x="1268999" y="151671"/>
                  </a:lnTo>
                  <a:lnTo>
                    <a:pt x="1261213" y="149826"/>
                  </a:lnTo>
                  <a:lnTo>
                    <a:pt x="1253428" y="147983"/>
                  </a:lnTo>
                  <a:lnTo>
                    <a:pt x="1245643" y="146143"/>
                  </a:lnTo>
                  <a:lnTo>
                    <a:pt x="1237857" y="144307"/>
                  </a:lnTo>
                  <a:lnTo>
                    <a:pt x="1230072" y="142470"/>
                  </a:lnTo>
                  <a:lnTo>
                    <a:pt x="1222287" y="140636"/>
                  </a:lnTo>
                  <a:lnTo>
                    <a:pt x="1214502" y="138803"/>
                  </a:lnTo>
                  <a:lnTo>
                    <a:pt x="1206716" y="136973"/>
                  </a:lnTo>
                  <a:lnTo>
                    <a:pt x="1198931" y="135146"/>
                  </a:lnTo>
                  <a:lnTo>
                    <a:pt x="1191146" y="133323"/>
                  </a:lnTo>
                  <a:lnTo>
                    <a:pt x="1183361" y="131503"/>
                  </a:lnTo>
                  <a:lnTo>
                    <a:pt x="1175575" y="129549"/>
                  </a:lnTo>
                  <a:lnTo>
                    <a:pt x="1167790" y="127729"/>
                  </a:lnTo>
                  <a:lnTo>
                    <a:pt x="1160005" y="126089"/>
                  </a:lnTo>
                  <a:lnTo>
                    <a:pt x="1152220" y="124200"/>
                  </a:lnTo>
                  <a:lnTo>
                    <a:pt x="1144434" y="122501"/>
                  </a:lnTo>
                  <a:lnTo>
                    <a:pt x="1136649" y="120724"/>
                  </a:lnTo>
                  <a:lnTo>
                    <a:pt x="1128864" y="118952"/>
                  </a:lnTo>
                  <a:lnTo>
                    <a:pt x="1121078" y="117177"/>
                  </a:lnTo>
                  <a:lnTo>
                    <a:pt x="1113293" y="115827"/>
                  </a:lnTo>
                  <a:lnTo>
                    <a:pt x="1105508" y="114541"/>
                  </a:lnTo>
                  <a:lnTo>
                    <a:pt x="1097723" y="112810"/>
                  </a:lnTo>
                  <a:lnTo>
                    <a:pt x="1089937" y="110997"/>
                  </a:lnTo>
                  <a:lnTo>
                    <a:pt x="1082152" y="109173"/>
                  </a:lnTo>
                  <a:lnTo>
                    <a:pt x="1074367" y="107487"/>
                  </a:lnTo>
                  <a:lnTo>
                    <a:pt x="1066582" y="105976"/>
                  </a:lnTo>
                  <a:lnTo>
                    <a:pt x="1058796" y="104789"/>
                  </a:lnTo>
                  <a:lnTo>
                    <a:pt x="1051011" y="103813"/>
                  </a:lnTo>
                  <a:lnTo>
                    <a:pt x="1043226" y="102600"/>
                  </a:lnTo>
                  <a:lnTo>
                    <a:pt x="1035440" y="101198"/>
                  </a:lnTo>
                  <a:lnTo>
                    <a:pt x="1027655" y="99742"/>
                  </a:lnTo>
                  <a:lnTo>
                    <a:pt x="1019870" y="97830"/>
                  </a:lnTo>
                  <a:lnTo>
                    <a:pt x="1012085" y="95915"/>
                  </a:lnTo>
                  <a:lnTo>
                    <a:pt x="1004299" y="94139"/>
                  </a:lnTo>
                  <a:lnTo>
                    <a:pt x="996514" y="92694"/>
                  </a:lnTo>
                  <a:lnTo>
                    <a:pt x="988729" y="91237"/>
                  </a:lnTo>
                  <a:lnTo>
                    <a:pt x="980944" y="89770"/>
                  </a:lnTo>
                  <a:lnTo>
                    <a:pt x="973158" y="87620"/>
                  </a:lnTo>
                  <a:lnTo>
                    <a:pt x="965373" y="85400"/>
                  </a:lnTo>
                  <a:lnTo>
                    <a:pt x="957588" y="83798"/>
                  </a:lnTo>
                  <a:lnTo>
                    <a:pt x="949802" y="82556"/>
                  </a:lnTo>
                  <a:lnTo>
                    <a:pt x="942017" y="81321"/>
                  </a:lnTo>
                  <a:lnTo>
                    <a:pt x="934232" y="80478"/>
                  </a:lnTo>
                  <a:lnTo>
                    <a:pt x="926447" y="79615"/>
                  </a:lnTo>
                  <a:lnTo>
                    <a:pt x="918661" y="77864"/>
                  </a:lnTo>
                  <a:lnTo>
                    <a:pt x="910876" y="76834"/>
                  </a:lnTo>
                  <a:lnTo>
                    <a:pt x="903091" y="75156"/>
                  </a:lnTo>
                  <a:lnTo>
                    <a:pt x="895306" y="73930"/>
                  </a:lnTo>
                  <a:lnTo>
                    <a:pt x="887520" y="72289"/>
                  </a:lnTo>
                  <a:lnTo>
                    <a:pt x="879735" y="71008"/>
                  </a:lnTo>
                  <a:lnTo>
                    <a:pt x="871950" y="69298"/>
                  </a:lnTo>
                  <a:lnTo>
                    <a:pt x="864165" y="68254"/>
                  </a:lnTo>
                  <a:lnTo>
                    <a:pt x="856379" y="67213"/>
                  </a:lnTo>
                  <a:lnTo>
                    <a:pt x="848594" y="65852"/>
                  </a:lnTo>
                  <a:lnTo>
                    <a:pt x="840809" y="64496"/>
                  </a:lnTo>
                  <a:lnTo>
                    <a:pt x="833023" y="63145"/>
                  </a:lnTo>
                  <a:lnTo>
                    <a:pt x="825238" y="61796"/>
                  </a:lnTo>
                  <a:lnTo>
                    <a:pt x="817453" y="60872"/>
                  </a:lnTo>
                  <a:lnTo>
                    <a:pt x="809668" y="60155"/>
                  </a:lnTo>
                  <a:lnTo>
                    <a:pt x="801882" y="59438"/>
                  </a:lnTo>
                  <a:lnTo>
                    <a:pt x="794097" y="58677"/>
                  </a:lnTo>
                  <a:lnTo>
                    <a:pt x="786312" y="57976"/>
                  </a:lnTo>
                  <a:lnTo>
                    <a:pt x="778527" y="56723"/>
                  </a:lnTo>
                  <a:lnTo>
                    <a:pt x="770741" y="55240"/>
                  </a:lnTo>
                  <a:lnTo>
                    <a:pt x="762956" y="53847"/>
                  </a:lnTo>
                  <a:lnTo>
                    <a:pt x="755171" y="52616"/>
                  </a:lnTo>
                  <a:lnTo>
                    <a:pt x="747385" y="51434"/>
                  </a:lnTo>
                  <a:lnTo>
                    <a:pt x="739600" y="50051"/>
                  </a:lnTo>
                  <a:lnTo>
                    <a:pt x="731815" y="48518"/>
                  </a:lnTo>
                  <a:lnTo>
                    <a:pt x="724030" y="47518"/>
                  </a:lnTo>
                  <a:lnTo>
                    <a:pt x="716244" y="46520"/>
                  </a:lnTo>
                  <a:lnTo>
                    <a:pt x="708459" y="45330"/>
                  </a:lnTo>
                  <a:lnTo>
                    <a:pt x="700674" y="44118"/>
                  </a:lnTo>
                  <a:lnTo>
                    <a:pt x="692889" y="43306"/>
                  </a:lnTo>
                  <a:lnTo>
                    <a:pt x="685103" y="42373"/>
                  </a:lnTo>
                  <a:lnTo>
                    <a:pt x="677318" y="41265"/>
                  </a:lnTo>
                  <a:lnTo>
                    <a:pt x="669533" y="40554"/>
                  </a:lnTo>
                  <a:lnTo>
                    <a:pt x="661747" y="39647"/>
                  </a:lnTo>
                  <a:lnTo>
                    <a:pt x="653962" y="38610"/>
                  </a:lnTo>
                  <a:lnTo>
                    <a:pt x="646177" y="37657"/>
                  </a:lnTo>
                  <a:lnTo>
                    <a:pt x="638392" y="36588"/>
                  </a:lnTo>
                  <a:lnTo>
                    <a:pt x="630606" y="35686"/>
                  </a:lnTo>
                  <a:lnTo>
                    <a:pt x="622821" y="34838"/>
                  </a:lnTo>
                  <a:lnTo>
                    <a:pt x="615036" y="33883"/>
                  </a:lnTo>
                  <a:lnTo>
                    <a:pt x="607251" y="32465"/>
                  </a:lnTo>
                  <a:lnTo>
                    <a:pt x="599465" y="31732"/>
                  </a:lnTo>
                  <a:lnTo>
                    <a:pt x="591680" y="31045"/>
                  </a:lnTo>
                  <a:lnTo>
                    <a:pt x="583895" y="30107"/>
                  </a:lnTo>
                  <a:lnTo>
                    <a:pt x="576110" y="29406"/>
                  </a:lnTo>
                  <a:lnTo>
                    <a:pt x="568324" y="28736"/>
                  </a:lnTo>
                  <a:lnTo>
                    <a:pt x="560539" y="28068"/>
                  </a:lnTo>
                  <a:lnTo>
                    <a:pt x="552754" y="27401"/>
                  </a:lnTo>
                  <a:lnTo>
                    <a:pt x="544968" y="26703"/>
                  </a:lnTo>
                  <a:lnTo>
                    <a:pt x="537183" y="26221"/>
                  </a:lnTo>
                  <a:lnTo>
                    <a:pt x="529398" y="25658"/>
                  </a:lnTo>
                  <a:lnTo>
                    <a:pt x="521613" y="24791"/>
                  </a:lnTo>
                  <a:lnTo>
                    <a:pt x="513827" y="24115"/>
                  </a:lnTo>
                  <a:lnTo>
                    <a:pt x="506042" y="23491"/>
                  </a:lnTo>
                  <a:lnTo>
                    <a:pt x="498257" y="22656"/>
                  </a:lnTo>
                  <a:lnTo>
                    <a:pt x="490472" y="22123"/>
                  </a:lnTo>
                  <a:lnTo>
                    <a:pt x="482686" y="21257"/>
                  </a:lnTo>
                  <a:lnTo>
                    <a:pt x="474901" y="20535"/>
                  </a:lnTo>
                  <a:lnTo>
                    <a:pt x="467116" y="19825"/>
                  </a:lnTo>
                  <a:lnTo>
                    <a:pt x="459330" y="19329"/>
                  </a:lnTo>
                  <a:lnTo>
                    <a:pt x="451545" y="18798"/>
                  </a:lnTo>
                  <a:lnTo>
                    <a:pt x="443760" y="17976"/>
                  </a:lnTo>
                  <a:lnTo>
                    <a:pt x="435975" y="17228"/>
                  </a:lnTo>
                  <a:lnTo>
                    <a:pt x="428189" y="16394"/>
                  </a:lnTo>
                  <a:lnTo>
                    <a:pt x="420404" y="15633"/>
                  </a:lnTo>
                  <a:lnTo>
                    <a:pt x="412619" y="15468"/>
                  </a:lnTo>
                  <a:lnTo>
                    <a:pt x="404834" y="14978"/>
                  </a:lnTo>
                  <a:lnTo>
                    <a:pt x="397048" y="14361"/>
                  </a:lnTo>
                  <a:lnTo>
                    <a:pt x="389263" y="13744"/>
                  </a:lnTo>
                  <a:lnTo>
                    <a:pt x="381478" y="12918"/>
                  </a:lnTo>
                  <a:lnTo>
                    <a:pt x="373692" y="12158"/>
                  </a:lnTo>
                  <a:lnTo>
                    <a:pt x="365907" y="11514"/>
                  </a:lnTo>
                  <a:lnTo>
                    <a:pt x="358122" y="11293"/>
                  </a:lnTo>
                  <a:lnTo>
                    <a:pt x="350337" y="10836"/>
                  </a:lnTo>
                  <a:lnTo>
                    <a:pt x="342551" y="10429"/>
                  </a:lnTo>
                  <a:lnTo>
                    <a:pt x="334766" y="9901"/>
                  </a:lnTo>
                  <a:lnTo>
                    <a:pt x="326981" y="9712"/>
                  </a:lnTo>
                  <a:lnTo>
                    <a:pt x="319196" y="9357"/>
                  </a:lnTo>
                  <a:lnTo>
                    <a:pt x="311410" y="8998"/>
                  </a:lnTo>
                  <a:lnTo>
                    <a:pt x="303625" y="8646"/>
                  </a:lnTo>
                  <a:lnTo>
                    <a:pt x="295840" y="8412"/>
                  </a:lnTo>
                  <a:lnTo>
                    <a:pt x="288055" y="8067"/>
                  </a:lnTo>
                  <a:lnTo>
                    <a:pt x="280269" y="7578"/>
                  </a:lnTo>
                  <a:lnTo>
                    <a:pt x="272484" y="7240"/>
                  </a:lnTo>
                  <a:lnTo>
                    <a:pt x="264699" y="7046"/>
                  </a:lnTo>
                  <a:lnTo>
                    <a:pt x="256913" y="6893"/>
                  </a:lnTo>
                  <a:lnTo>
                    <a:pt x="249128" y="6997"/>
                  </a:lnTo>
                  <a:lnTo>
                    <a:pt x="241343" y="6071"/>
                  </a:lnTo>
                  <a:lnTo>
                    <a:pt x="233558" y="5456"/>
                  </a:lnTo>
                  <a:lnTo>
                    <a:pt x="225772" y="4969"/>
                  </a:lnTo>
                  <a:lnTo>
                    <a:pt x="217987" y="5110"/>
                  </a:lnTo>
                  <a:lnTo>
                    <a:pt x="210202" y="4701"/>
                  </a:lnTo>
                  <a:lnTo>
                    <a:pt x="202417" y="4557"/>
                  </a:lnTo>
                  <a:lnTo>
                    <a:pt x="194631" y="4169"/>
                  </a:lnTo>
                  <a:lnTo>
                    <a:pt x="186846" y="4001"/>
                  </a:lnTo>
                  <a:lnTo>
                    <a:pt x="179061" y="3944"/>
                  </a:lnTo>
                  <a:lnTo>
                    <a:pt x="171275" y="3975"/>
                  </a:lnTo>
                  <a:lnTo>
                    <a:pt x="163490" y="3918"/>
                  </a:lnTo>
                  <a:lnTo>
                    <a:pt x="155705" y="3648"/>
                  </a:lnTo>
                  <a:lnTo>
                    <a:pt x="147920" y="3379"/>
                  </a:lnTo>
                  <a:lnTo>
                    <a:pt x="140134" y="3271"/>
                  </a:lnTo>
                  <a:lnTo>
                    <a:pt x="132349" y="3299"/>
                  </a:lnTo>
                  <a:lnTo>
                    <a:pt x="124564" y="3599"/>
                  </a:lnTo>
                  <a:lnTo>
                    <a:pt x="116779" y="3284"/>
                  </a:lnTo>
                  <a:lnTo>
                    <a:pt x="108993" y="2758"/>
                  </a:lnTo>
                  <a:lnTo>
                    <a:pt x="101208" y="3122"/>
                  </a:lnTo>
                  <a:lnTo>
                    <a:pt x="93423" y="3053"/>
                  </a:lnTo>
                  <a:lnTo>
                    <a:pt x="85637" y="2163"/>
                  </a:lnTo>
                  <a:lnTo>
                    <a:pt x="77852" y="2147"/>
                  </a:lnTo>
                  <a:lnTo>
                    <a:pt x="70067" y="2511"/>
                  </a:lnTo>
                  <a:lnTo>
                    <a:pt x="62282" y="2426"/>
                  </a:lnTo>
                  <a:lnTo>
                    <a:pt x="54496" y="2236"/>
                  </a:lnTo>
                  <a:lnTo>
                    <a:pt x="46711" y="2429"/>
                  </a:lnTo>
                  <a:lnTo>
                    <a:pt x="38926" y="1795"/>
                  </a:lnTo>
                  <a:lnTo>
                    <a:pt x="31141" y="1163"/>
                  </a:lnTo>
                  <a:lnTo>
                    <a:pt x="23355" y="525"/>
                  </a:lnTo>
                  <a:lnTo>
                    <a:pt x="15570" y="110"/>
                  </a:lnTo>
                  <a:lnTo>
                    <a:pt x="7785" y="0"/>
                  </a:lnTo>
                  <a:lnTo>
                    <a:pt x="0" y="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648531" y="2473400"/>
              <a:ext cx="2016385" cy="420003"/>
            </a:xfrm>
            <a:custGeom>
              <a:avLst/>
              <a:pathLst>
                <a:path w="2016385" h="420003">
                  <a:moveTo>
                    <a:pt x="0" y="0"/>
                  </a:moveTo>
                  <a:lnTo>
                    <a:pt x="7785" y="368"/>
                  </a:lnTo>
                  <a:lnTo>
                    <a:pt x="15570" y="692"/>
                  </a:lnTo>
                  <a:lnTo>
                    <a:pt x="23355" y="1095"/>
                  </a:lnTo>
                  <a:lnTo>
                    <a:pt x="31141" y="1510"/>
                  </a:lnTo>
                  <a:lnTo>
                    <a:pt x="38926" y="1947"/>
                  </a:lnTo>
                  <a:lnTo>
                    <a:pt x="46711" y="2353"/>
                  </a:lnTo>
                  <a:lnTo>
                    <a:pt x="54496" y="2725"/>
                  </a:lnTo>
                  <a:lnTo>
                    <a:pt x="62282" y="3139"/>
                  </a:lnTo>
                  <a:lnTo>
                    <a:pt x="70067" y="3477"/>
                  </a:lnTo>
                  <a:lnTo>
                    <a:pt x="77852" y="3799"/>
                  </a:lnTo>
                  <a:lnTo>
                    <a:pt x="85637" y="4401"/>
                  </a:lnTo>
                  <a:lnTo>
                    <a:pt x="93423" y="4787"/>
                  </a:lnTo>
                  <a:lnTo>
                    <a:pt x="101208" y="5162"/>
                  </a:lnTo>
                  <a:lnTo>
                    <a:pt x="108993" y="5586"/>
                  </a:lnTo>
                  <a:lnTo>
                    <a:pt x="116779" y="6098"/>
                  </a:lnTo>
                  <a:lnTo>
                    <a:pt x="124564" y="6575"/>
                  </a:lnTo>
                  <a:lnTo>
                    <a:pt x="132349" y="7104"/>
                  </a:lnTo>
                  <a:lnTo>
                    <a:pt x="140134" y="7467"/>
                  </a:lnTo>
                  <a:lnTo>
                    <a:pt x="147920" y="7928"/>
                  </a:lnTo>
                  <a:lnTo>
                    <a:pt x="155705" y="8428"/>
                  </a:lnTo>
                  <a:lnTo>
                    <a:pt x="163490" y="8932"/>
                  </a:lnTo>
                  <a:lnTo>
                    <a:pt x="171275" y="9441"/>
                  </a:lnTo>
                  <a:lnTo>
                    <a:pt x="179061" y="9949"/>
                  </a:lnTo>
                  <a:lnTo>
                    <a:pt x="186846" y="10382"/>
                  </a:lnTo>
                  <a:lnTo>
                    <a:pt x="194631" y="10917"/>
                  </a:lnTo>
                  <a:lnTo>
                    <a:pt x="202417" y="11515"/>
                  </a:lnTo>
                  <a:lnTo>
                    <a:pt x="210202" y="11947"/>
                  </a:lnTo>
                  <a:lnTo>
                    <a:pt x="217987" y="12476"/>
                  </a:lnTo>
                  <a:lnTo>
                    <a:pt x="225772" y="13009"/>
                  </a:lnTo>
                  <a:lnTo>
                    <a:pt x="233558" y="13546"/>
                  </a:lnTo>
                  <a:lnTo>
                    <a:pt x="241343" y="13992"/>
                  </a:lnTo>
                  <a:lnTo>
                    <a:pt x="249128" y="14402"/>
                  </a:lnTo>
                  <a:lnTo>
                    <a:pt x="256913" y="14863"/>
                  </a:lnTo>
                  <a:lnTo>
                    <a:pt x="264699" y="15302"/>
                  </a:lnTo>
                  <a:lnTo>
                    <a:pt x="272484" y="15794"/>
                  </a:lnTo>
                  <a:lnTo>
                    <a:pt x="280269" y="16300"/>
                  </a:lnTo>
                  <a:lnTo>
                    <a:pt x="288055" y="16784"/>
                  </a:lnTo>
                  <a:lnTo>
                    <a:pt x="295840" y="17124"/>
                  </a:lnTo>
                  <a:lnTo>
                    <a:pt x="303625" y="17541"/>
                  </a:lnTo>
                  <a:lnTo>
                    <a:pt x="311410" y="18058"/>
                  </a:lnTo>
                  <a:lnTo>
                    <a:pt x="319196" y="18486"/>
                  </a:lnTo>
                  <a:lnTo>
                    <a:pt x="326981" y="18919"/>
                  </a:lnTo>
                  <a:lnTo>
                    <a:pt x="334766" y="19355"/>
                  </a:lnTo>
                  <a:lnTo>
                    <a:pt x="342551" y="19793"/>
                  </a:lnTo>
                  <a:lnTo>
                    <a:pt x="350337" y="20177"/>
                  </a:lnTo>
                  <a:lnTo>
                    <a:pt x="358122" y="20679"/>
                  </a:lnTo>
                  <a:lnTo>
                    <a:pt x="365907" y="21012"/>
                  </a:lnTo>
                  <a:lnTo>
                    <a:pt x="373692" y="21433"/>
                  </a:lnTo>
                  <a:lnTo>
                    <a:pt x="381478" y="21968"/>
                  </a:lnTo>
                  <a:lnTo>
                    <a:pt x="389263" y="22470"/>
                  </a:lnTo>
                  <a:lnTo>
                    <a:pt x="397048" y="22919"/>
                  </a:lnTo>
                  <a:lnTo>
                    <a:pt x="404834" y="23335"/>
                  </a:lnTo>
                  <a:lnTo>
                    <a:pt x="412619" y="23849"/>
                  </a:lnTo>
                  <a:lnTo>
                    <a:pt x="420404" y="24359"/>
                  </a:lnTo>
                  <a:lnTo>
                    <a:pt x="428189" y="24781"/>
                  </a:lnTo>
                  <a:lnTo>
                    <a:pt x="435975" y="25247"/>
                  </a:lnTo>
                  <a:lnTo>
                    <a:pt x="443760" y="25720"/>
                  </a:lnTo>
                  <a:lnTo>
                    <a:pt x="451545" y="26192"/>
                  </a:lnTo>
                  <a:lnTo>
                    <a:pt x="459330" y="26586"/>
                  </a:lnTo>
                  <a:lnTo>
                    <a:pt x="467116" y="27107"/>
                  </a:lnTo>
                  <a:lnTo>
                    <a:pt x="474901" y="27538"/>
                  </a:lnTo>
                  <a:lnTo>
                    <a:pt x="482686" y="28034"/>
                  </a:lnTo>
                  <a:lnTo>
                    <a:pt x="490472" y="28394"/>
                  </a:lnTo>
                  <a:lnTo>
                    <a:pt x="498257" y="28761"/>
                  </a:lnTo>
                  <a:lnTo>
                    <a:pt x="506042" y="29250"/>
                  </a:lnTo>
                  <a:lnTo>
                    <a:pt x="513827" y="29662"/>
                  </a:lnTo>
                  <a:lnTo>
                    <a:pt x="521613" y="29981"/>
                  </a:lnTo>
                  <a:lnTo>
                    <a:pt x="529398" y="30266"/>
                  </a:lnTo>
                  <a:lnTo>
                    <a:pt x="537183" y="30821"/>
                  </a:lnTo>
                  <a:lnTo>
                    <a:pt x="544968" y="31335"/>
                  </a:lnTo>
                  <a:lnTo>
                    <a:pt x="552754" y="31613"/>
                  </a:lnTo>
                  <a:lnTo>
                    <a:pt x="560539" y="31966"/>
                  </a:lnTo>
                  <a:lnTo>
                    <a:pt x="568324" y="32300"/>
                  </a:lnTo>
                  <a:lnTo>
                    <a:pt x="576110" y="32726"/>
                  </a:lnTo>
                  <a:lnTo>
                    <a:pt x="583895" y="33177"/>
                  </a:lnTo>
                  <a:lnTo>
                    <a:pt x="591680" y="33611"/>
                  </a:lnTo>
                  <a:lnTo>
                    <a:pt x="599465" y="33993"/>
                  </a:lnTo>
                  <a:lnTo>
                    <a:pt x="607251" y="34373"/>
                  </a:lnTo>
                  <a:lnTo>
                    <a:pt x="615036" y="34759"/>
                  </a:lnTo>
                  <a:lnTo>
                    <a:pt x="622821" y="34972"/>
                  </a:lnTo>
                  <a:lnTo>
                    <a:pt x="630606" y="35423"/>
                  </a:lnTo>
                  <a:lnTo>
                    <a:pt x="638392" y="35912"/>
                  </a:lnTo>
                  <a:lnTo>
                    <a:pt x="646177" y="36302"/>
                  </a:lnTo>
                  <a:lnTo>
                    <a:pt x="653962" y="36694"/>
                  </a:lnTo>
                  <a:lnTo>
                    <a:pt x="661747" y="36904"/>
                  </a:lnTo>
                  <a:lnTo>
                    <a:pt x="669533" y="37312"/>
                  </a:lnTo>
                  <a:lnTo>
                    <a:pt x="677318" y="37755"/>
                  </a:lnTo>
                  <a:lnTo>
                    <a:pt x="685103" y="38282"/>
                  </a:lnTo>
                  <a:lnTo>
                    <a:pt x="692889" y="38683"/>
                  </a:lnTo>
                  <a:lnTo>
                    <a:pt x="700674" y="39152"/>
                  </a:lnTo>
                  <a:lnTo>
                    <a:pt x="708459" y="39621"/>
                  </a:lnTo>
                  <a:lnTo>
                    <a:pt x="716244" y="40093"/>
                  </a:lnTo>
                  <a:lnTo>
                    <a:pt x="724030" y="40551"/>
                  </a:lnTo>
                  <a:lnTo>
                    <a:pt x="731815" y="40752"/>
                  </a:lnTo>
                  <a:lnTo>
                    <a:pt x="739600" y="40887"/>
                  </a:lnTo>
                  <a:lnTo>
                    <a:pt x="747385" y="41076"/>
                  </a:lnTo>
                  <a:lnTo>
                    <a:pt x="755171" y="41276"/>
                  </a:lnTo>
                  <a:lnTo>
                    <a:pt x="762956" y="41799"/>
                  </a:lnTo>
                  <a:lnTo>
                    <a:pt x="770741" y="42298"/>
                  </a:lnTo>
                  <a:lnTo>
                    <a:pt x="778527" y="42851"/>
                  </a:lnTo>
                  <a:lnTo>
                    <a:pt x="786312" y="43321"/>
                  </a:lnTo>
                  <a:lnTo>
                    <a:pt x="794097" y="43746"/>
                  </a:lnTo>
                  <a:lnTo>
                    <a:pt x="801882" y="44171"/>
                  </a:lnTo>
                  <a:lnTo>
                    <a:pt x="809668" y="44702"/>
                  </a:lnTo>
                  <a:lnTo>
                    <a:pt x="817453" y="45280"/>
                  </a:lnTo>
                  <a:lnTo>
                    <a:pt x="825238" y="45711"/>
                  </a:lnTo>
                  <a:lnTo>
                    <a:pt x="833023" y="46139"/>
                  </a:lnTo>
                  <a:lnTo>
                    <a:pt x="840809" y="46569"/>
                  </a:lnTo>
                  <a:lnTo>
                    <a:pt x="848594" y="47001"/>
                  </a:lnTo>
                  <a:lnTo>
                    <a:pt x="856379" y="47435"/>
                  </a:lnTo>
                  <a:lnTo>
                    <a:pt x="864165" y="47872"/>
                  </a:lnTo>
                  <a:lnTo>
                    <a:pt x="871950" y="48306"/>
                  </a:lnTo>
                  <a:lnTo>
                    <a:pt x="879735" y="48664"/>
                  </a:lnTo>
                  <a:lnTo>
                    <a:pt x="887520" y="48961"/>
                  </a:lnTo>
                  <a:lnTo>
                    <a:pt x="895306" y="49190"/>
                  </a:lnTo>
                  <a:lnTo>
                    <a:pt x="903091" y="49554"/>
                  </a:lnTo>
                  <a:lnTo>
                    <a:pt x="910876" y="49850"/>
                  </a:lnTo>
                  <a:lnTo>
                    <a:pt x="918661" y="50138"/>
                  </a:lnTo>
                  <a:lnTo>
                    <a:pt x="926447" y="50149"/>
                  </a:lnTo>
                  <a:lnTo>
                    <a:pt x="934232" y="50576"/>
                  </a:lnTo>
                  <a:lnTo>
                    <a:pt x="942017" y="51027"/>
                  </a:lnTo>
                  <a:lnTo>
                    <a:pt x="949802" y="51321"/>
                  </a:lnTo>
                  <a:lnTo>
                    <a:pt x="957588" y="51540"/>
                  </a:lnTo>
                  <a:lnTo>
                    <a:pt x="965373" y="51740"/>
                  </a:lnTo>
                  <a:lnTo>
                    <a:pt x="973158" y="52074"/>
                  </a:lnTo>
                  <a:lnTo>
                    <a:pt x="980944" y="52144"/>
                  </a:lnTo>
                  <a:lnTo>
                    <a:pt x="988729" y="52466"/>
                  </a:lnTo>
                  <a:lnTo>
                    <a:pt x="996514" y="52825"/>
                  </a:lnTo>
                  <a:lnTo>
                    <a:pt x="1004299" y="53157"/>
                  </a:lnTo>
                  <a:lnTo>
                    <a:pt x="1012085" y="53426"/>
                  </a:lnTo>
                  <a:lnTo>
                    <a:pt x="1019870" y="53533"/>
                  </a:lnTo>
                  <a:lnTo>
                    <a:pt x="1027655" y="53520"/>
                  </a:lnTo>
                  <a:lnTo>
                    <a:pt x="1035440" y="53637"/>
                  </a:lnTo>
                  <a:lnTo>
                    <a:pt x="1043226" y="53911"/>
                  </a:lnTo>
                  <a:lnTo>
                    <a:pt x="1051011" y="54159"/>
                  </a:lnTo>
                  <a:lnTo>
                    <a:pt x="1058796" y="54272"/>
                  </a:lnTo>
                  <a:lnTo>
                    <a:pt x="1066582" y="54363"/>
                  </a:lnTo>
                  <a:lnTo>
                    <a:pt x="1074367" y="54453"/>
                  </a:lnTo>
                  <a:lnTo>
                    <a:pt x="1082152" y="54542"/>
                  </a:lnTo>
                  <a:lnTo>
                    <a:pt x="1089937" y="54631"/>
                  </a:lnTo>
                  <a:lnTo>
                    <a:pt x="1097723" y="54720"/>
                  </a:lnTo>
                  <a:lnTo>
                    <a:pt x="1105508" y="54913"/>
                  </a:lnTo>
                  <a:lnTo>
                    <a:pt x="1113293" y="55070"/>
                  </a:lnTo>
                  <a:lnTo>
                    <a:pt x="1121078" y="55398"/>
                  </a:lnTo>
                  <a:lnTo>
                    <a:pt x="1128864" y="55758"/>
                  </a:lnTo>
                  <a:lnTo>
                    <a:pt x="1136649" y="56052"/>
                  </a:lnTo>
                  <a:lnTo>
                    <a:pt x="1144434" y="56376"/>
                  </a:lnTo>
                  <a:lnTo>
                    <a:pt x="1152220" y="56652"/>
                  </a:lnTo>
                  <a:lnTo>
                    <a:pt x="1160005" y="56865"/>
                  </a:lnTo>
                  <a:lnTo>
                    <a:pt x="1167790" y="57072"/>
                  </a:lnTo>
                  <a:lnTo>
                    <a:pt x="1175575" y="57284"/>
                  </a:lnTo>
                  <a:lnTo>
                    <a:pt x="1183361" y="57563"/>
                  </a:lnTo>
                  <a:lnTo>
                    <a:pt x="1191146" y="57870"/>
                  </a:lnTo>
                  <a:lnTo>
                    <a:pt x="1198931" y="57999"/>
                  </a:lnTo>
                  <a:lnTo>
                    <a:pt x="1206716" y="58360"/>
                  </a:lnTo>
                  <a:lnTo>
                    <a:pt x="1214502" y="58722"/>
                  </a:lnTo>
                  <a:lnTo>
                    <a:pt x="1222287" y="59079"/>
                  </a:lnTo>
                  <a:lnTo>
                    <a:pt x="1230072" y="59243"/>
                  </a:lnTo>
                  <a:lnTo>
                    <a:pt x="1237857" y="59555"/>
                  </a:lnTo>
                  <a:lnTo>
                    <a:pt x="1245643" y="59925"/>
                  </a:lnTo>
                  <a:lnTo>
                    <a:pt x="1253428" y="60049"/>
                  </a:lnTo>
                  <a:lnTo>
                    <a:pt x="1261213" y="59965"/>
                  </a:lnTo>
                  <a:lnTo>
                    <a:pt x="1268999" y="60081"/>
                  </a:lnTo>
                  <a:lnTo>
                    <a:pt x="1276784" y="60180"/>
                  </a:lnTo>
                  <a:lnTo>
                    <a:pt x="1284569" y="60667"/>
                  </a:lnTo>
                  <a:lnTo>
                    <a:pt x="1292354" y="61013"/>
                  </a:lnTo>
                  <a:lnTo>
                    <a:pt x="1300140" y="61116"/>
                  </a:lnTo>
                  <a:lnTo>
                    <a:pt x="1307925" y="61465"/>
                  </a:lnTo>
                  <a:lnTo>
                    <a:pt x="1315710" y="61573"/>
                  </a:lnTo>
                  <a:lnTo>
                    <a:pt x="1323495" y="61685"/>
                  </a:lnTo>
                  <a:lnTo>
                    <a:pt x="1331281" y="61786"/>
                  </a:lnTo>
                  <a:lnTo>
                    <a:pt x="1339066" y="61764"/>
                  </a:lnTo>
                  <a:lnTo>
                    <a:pt x="1346851" y="61974"/>
                  </a:lnTo>
                  <a:lnTo>
                    <a:pt x="1354637" y="62120"/>
                  </a:lnTo>
                  <a:lnTo>
                    <a:pt x="1362422" y="62221"/>
                  </a:lnTo>
                  <a:lnTo>
                    <a:pt x="1370207" y="62322"/>
                  </a:lnTo>
                  <a:lnTo>
                    <a:pt x="1377992" y="62463"/>
                  </a:lnTo>
                  <a:lnTo>
                    <a:pt x="1385778" y="62543"/>
                  </a:lnTo>
                  <a:lnTo>
                    <a:pt x="1393563" y="62627"/>
                  </a:lnTo>
                  <a:lnTo>
                    <a:pt x="1401348" y="62727"/>
                  </a:lnTo>
                  <a:lnTo>
                    <a:pt x="1409133" y="62869"/>
                  </a:lnTo>
                  <a:lnTo>
                    <a:pt x="1416919" y="63013"/>
                  </a:lnTo>
                  <a:lnTo>
                    <a:pt x="1424704" y="63124"/>
                  </a:lnTo>
                  <a:lnTo>
                    <a:pt x="1432489" y="63234"/>
                  </a:lnTo>
                  <a:lnTo>
                    <a:pt x="1440275" y="63348"/>
                  </a:lnTo>
                  <a:lnTo>
                    <a:pt x="1448060" y="63461"/>
                  </a:lnTo>
                  <a:lnTo>
                    <a:pt x="1455845" y="63538"/>
                  </a:lnTo>
                  <a:lnTo>
                    <a:pt x="1463630" y="63677"/>
                  </a:lnTo>
                  <a:lnTo>
                    <a:pt x="1471416" y="63788"/>
                  </a:lnTo>
                  <a:lnTo>
                    <a:pt x="1479201" y="63899"/>
                  </a:lnTo>
                  <a:lnTo>
                    <a:pt x="1486986" y="64011"/>
                  </a:lnTo>
                  <a:lnTo>
                    <a:pt x="1494771" y="64122"/>
                  </a:lnTo>
                  <a:lnTo>
                    <a:pt x="1502557" y="64233"/>
                  </a:lnTo>
                  <a:lnTo>
                    <a:pt x="1510342" y="64349"/>
                  </a:lnTo>
                  <a:lnTo>
                    <a:pt x="1518127" y="64781"/>
                  </a:lnTo>
                  <a:lnTo>
                    <a:pt x="1525912" y="65255"/>
                  </a:lnTo>
                  <a:lnTo>
                    <a:pt x="1533698" y="65336"/>
                  </a:lnTo>
                  <a:lnTo>
                    <a:pt x="1541483" y="65285"/>
                  </a:lnTo>
                  <a:lnTo>
                    <a:pt x="1549268" y="65461"/>
                  </a:lnTo>
                  <a:lnTo>
                    <a:pt x="1557054" y="65769"/>
                  </a:lnTo>
                  <a:lnTo>
                    <a:pt x="1564839" y="66083"/>
                  </a:lnTo>
                  <a:lnTo>
                    <a:pt x="1572624" y="66251"/>
                  </a:lnTo>
                  <a:lnTo>
                    <a:pt x="1580409" y="66418"/>
                  </a:lnTo>
                  <a:lnTo>
                    <a:pt x="1588195" y="66586"/>
                  </a:lnTo>
                  <a:lnTo>
                    <a:pt x="1595980" y="66754"/>
                  </a:lnTo>
                  <a:lnTo>
                    <a:pt x="1603765" y="67067"/>
                  </a:lnTo>
                  <a:lnTo>
                    <a:pt x="1611550" y="67388"/>
                  </a:lnTo>
                  <a:lnTo>
                    <a:pt x="1619336" y="67709"/>
                  </a:lnTo>
                  <a:lnTo>
                    <a:pt x="1627121" y="68030"/>
                  </a:lnTo>
                  <a:lnTo>
                    <a:pt x="1634906" y="68353"/>
                  </a:lnTo>
                  <a:lnTo>
                    <a:pt x="1642692" y="68552"/>
                  </a:lnTo>
                  <a:lnTo>
                    <a:pt x="1650477" y="68569"/>
                  </a:lnTo>
                  <a:lnTo>
                    <a:pt x="1658262" y="68586"/>
                  </a:lnTo>
                  <a:lnTo>
                    <a:pt x="1666047" y="68602"/>
                  </a:lnTo>
                  <a:lnTo>
                    <a:pt x="1673833" y="68619"/>
                  </a:lnTo>
                  <a:lnTo>
                    <a:pt x="1681618" y="68635"/>
                  </a:lnTo>
                  <a:lnTo>
                    <a:pt x="1689403" y="68734"/>
                  </a:lnTo>
                  <a:lnTo>
                    <a:pt x="1697188" y="68897"/>
                  </a:lnTo>
                  <a:lnTo>
                    <a:pt x="1704974" y="69067"/>
                  </a:lnTo>
                  <a:lnTo>
                    <a:pt x="1712759" y="69310"/>
                  </a:lnTo>
                  <a:lnTo>
                    <a:pt x="1720544" y="69625"/>
                  </a:lnTo>
                  <a:lnTo>
                    <a:pt x="1728330" y="69941"/>
                  </a:lnTo>
                  <a:lnTo>
                    <a:pt x="1736115" y="70168"/>
                  </a:lnTo>
                  <a:lnTo>
                    <a:pt x="1743900" y="70208"/>
                  </a:lnTo>
                  <a:lnTo>
                    <a:pt x="1751685" y="70286"/>
                  </a:lnTo>
                  <a:lnTo>
                    <a:pt x="1759471" y="70604"/>
                  </a:lnTo>
                  <a:lnTo>
                    <a:pt x="1767256" y="70926"/>
                  </a:lnTo>
                  <a:lnTo>
                    <a:pt x="1775041" y="71064"/>
                  </a:lnTo>
                  <a:lnTo>
                    <a:pt x="1782826" y="71019"/>
                  </a:lnTo>
                  <a:lnTo>
                    <a:pt x="1790612" y="70974"/>
                  </a:lnTo>
                  <a:lnTo>
                    <a:pt x="1798397" y="71079"/>
                  </a:lnTo>
                  <a:lnTo>
                    <a:pt x="1806182" y="71242"/>
                  </a:lnTo>
                  <a:lnTo>
                    <a:pt x="1813967" y="71377"/>
                  </a:lnTo>
                  <a:lnTo>
                    <a:pt x="1821753" y="71291"/>
                  </a:lnTo>
                  <a:lnTo>
                    <a:pt x="1829538" y="71394"/>
                  </a:lnTo>
                  <a:lnTo>
                    <a:pt x="1837323" y="71646"/>
                  </a:lnTo>
                  <a:lnTo>
                    <a:pt x="1845109" y="71899"/>
                  </a:lnTo>
                  <a:lnTo>
                    <a:pt x="1852894" y="72152"/>
                  </a:lnTo>
                  <a:lnTo>
                    <a:pt x="1860679" y="72400"/>
                  </a:lnTo>
                  <a:lnTo>
                    <a:pt x="1868464" y="72565"/>
                  </a:lnTo>
                  <a:lnTo>
                    <a:pt x="1876250" y="72732"/>
                  </a:lnTo>
                  <a:lnTo>
                    <a:pt x="1884035" y="72900"/>
                  </a:lnTo>
                  <a:lnTo>
                    <a:pt x="1891820" y="73070"/>
                  </a:lnTo>
                  <a:lnTo>
                    <a:pt x="1899605" y="73083"/>
                  </a:lnTo>
                  <a:lnTo>
                    <a:pt x="1907391" y="73078"/>
                  </a:lnTo>
                  <a:lnTo>
                    <a:pt x="1915176" y="73073"/>
                  </a:lnTo>
                  <a:lnTo>
                    <a:pt x="1922961" y="73067"/>
                  </a:lnTo>
                  <a:lnTo>
                    <a:pt x="1930747" y="73352"/>
                  </a:lnTo>
                  <a:lnTo>
                    <a:pt x="1938532" y="73822"/>
                  </a:lnTo>
                  <a:lnTo>
                    <a:pt x="1946317" y="74293"/>
                  </a:lnTo>
                  <a:lnTo>
                    <a:pt x="1954102" y="74461"/>
                  </a:lnTo>
                  <a:lnTo>
                    <a:pt x="1961888" y="74629"/>
                  </a:lnTo>
                  <a:lnTo>
                    <a:pt x="1969673" y="74798"/>
                  </a:lnTo>
                  <a:lnTo>
                    <a:pt x="1977458" y="74966"/>
                  </a:lnTo>
                  <a:lnTo>
                    <a:pt x="1985243" y="75135"/>
                  </a:lnTo>
                  <a:lnTo>
                    <a:pt x="1993029" y="75303"/>
                  </a:lnTo>
                  <a:lnTo>
                    <a:pt x="2000814" y="75409"/>
                  </a:lnTo>
                  <a:lnTo>
                    <a:pt x="2008599" y="75414"/>
                  </a:lnTo>
                  <a:lnTo>
                    <a:pt x="2016385" y="75420"/>
                  </a:lnTo>
                  <a:lnTo>
                    <a:pt x="2016385" y="420003"/>
                  </a:lnTo>
                  <a:lnTo>
                    <a:pt x="2008599" y="418135"/>
                  </a:lnTo>
                  <a:lnTo>
                    <a:pt x="2000814" y="416259"/>
                  </a:lnTo>
                  <a:lnTo>
                    <a:pt x="1993029" y="414374"/>
                  </a:lnTo>
                  <a:lnTo>
                    <a:pt x="1985243" y="412480"/>
                  </a:lnTo>
                  <a:lnTo>
                    <a:pt x="1977458" y="410578"/>
                  </a:lnTo>
                  <a:lnTo>
                    <a:pt x="1969673" y="409286"/>
                  </a:lnTo>
                  <a:lnTo>
                    <a:pt x="1961888" y="408072"/>
                  </a:lnTo>
                  <a:lnTo>
                    <a:pt x="1954102" y="406855"/>
                  </a:lnTo>
                  <a:lnTo>
                    <a:pt x="1946317" y="405635"/>
                  </a:lnTo>
                  <a:lnTo>
                    <a:pt x="1938532" y="404409"/>
                  </a:lnTo>
                  <a:lnTo>
                    <a:pt x="1930747" y="403177"/>
                  </a:lnTo>
                  <a:lnTo>
                    <a:pt x="1922961" y="401941"/>
                  </a:lnTo>
                  <a:lnTo>
                    <a:pt x="1915176" y="400422"/>
                  </a:lnTo>
                  <a:lnTo>
                    <a:pt x="1907391" y="398660"/>
                  </a:lnTo>
                  <a:lnTo>
                    <a:pt x="1899605" y="396889"/>
                  </a:lnTo>
                  <a:lnTo>
                    <a:pt x="1891820" y="395097"/>
                  </a:lnTo>
                  <a:lnTo>
                    <a:pt x="1884035" y="393299"/>
                  </a:lnTo>
                  <a:lnTo>
                    <a:pt x="1876250" y="391494"/>
                  </a:lnTo>
                  <a:lnTo>
                    <a:pt x="1868464" y="389799"/>
                  </a:lnTo>
                  <a:lnTo>
                    <a:pt x="1860679" y="388269"/>
                  </a:lnTo>
                  <a:lnTo>
                    <a:pt x="1852894" y="386286"/>
                  </a:lnTo>
                  <a:lnTo>
                    <a:pt x="1845109" y="384290"/>
                  </a:lnTo>
                  <a:lnTo>
                    <a:pt x="1837323" y="382397"/>
                  </a:lnTo>
                  <a:lnTo>
                    <a:pt x="1829538" y="380554"/>
                  </a:lnTo>
                  <a:lnTo>
                    <a:pt x="1821753" y="378652"/>
                  </a:lnTo>
                  <a:lnTo>
                    <a:pt x="1813967" y="376673"/>
                  </a:lnTo>
                  <a:lnTo>
                    <a:pt x="1806182" y="375009"/>
                  </a:lnTo>
                  <a:lnTo>
                    <a:pt x="1798397" y="373152"/>
                  </a:lnTo>
                  <a:lnTo>
                    <a:pt x="1790612" y="371224"/>
                  </a:lnTo>
                  <a:lnTo>
                    <a:pt x="1782826" y="369429"/>
                  </a:lnTo>
                  <a:lnTo>
                    <a:pt x="1775041" y="367689"/>
                  </a:lnTo>
                  <a:lnTo>
                    <a:pt x="1767256" y="365994"/>
                  </a:lnTo>
                  <a:lnTo>
                    <a:pt x="1759471" y="364295"/>
                  </a:lnTo>
                  <a:lnTo>
                    <a:pt x="1751685" y="362590"/>
                  </a:lnTo>
                  <a:lnTo>
                    <a:pt x="1743900" y="360880"/>
                  </a:lnTo>
                  <a:lnTo>
                    <a:pt x="1736115" y="359168"/>
                  </a:lnTo>
                  <a:lnTo>
                    <a:pt x="1728330" y="357442"/>
                  </a:lnTo>
                  <a:lnTo>
                    <a:pt x="1720544" y="355711"/>
                  </a:lnTo>
                  <a:lnTo>
                    <a:pt x="1712759" y="353648"/>
                  </a:lnTo>
                  <a:lnTo>
                    <a:pt x="1704974" y="351654"/>
                  </a:lnTo>
                  <a:lnTo>
                    <a:pt x="1697188" y="350302"/>
                  </a:lnTo>
                  <a:lnTo>
                    <a:pt x="1689403" y="348797"/>
                  </a:lnTo>
                  <a:lnTo>
                    <a:pt x="1681618" y="347067"/>
                  </a:lnTo>
                  <a:lnTo>
                    <a:pt x="1673833" y="345321"/>
                  </a:lnTo>
                  <a:lnTo>
                    <a:pt x="1666047" y="343579"/>
                  </a:lnTo>
                  <a:lnTo>
                    <a:pt x="1658262" y="341844"/>
                  </a:lnTo>
                  <a:lnTo>
                    <a:pt x="1650477" y="340092"/>
                  </a:lnTo>
                  <a:lnTo>
                    <a:pt x="1642692" y="338332"/>
                  </a:lnTo>
                  <a:lnTo>
                    <a:pt x="1634906" y="336244"/>
                  </a:lnTo>
                  <a:lnTo>
                    <a:pt x="1627121" y="334326"/>
                  </a:lnTo>
                  <a:lnTo>
                    <a:pt x="1619336" y="332799"/>
                  </a:lnTo>
                  <a:lnTo>
                    <a:pt x="1611550" y="331127"/>
                  </a:lnTo>
                  <a:lnTo>
                    <a:pt x="1603765" y="329138"/>
                  </a:lnTo>
                  <a:lnTo>
                    <a:pt x="1595980" y="327531"/>
                  </a:lnTo>
                  <a:lnTo>
                    <a:pt x="1588195" y="325922"/>
                  </a:lnTo>
                  <a:lnTo>
                    <a:pt x="1580409" y="324248"/>
                  </a:lnTo>
                  <a:lnTo>
                    <a:pt x="1572624" y="322483"/>
                  </a:lnTo>
                  <a:lnTo>
                    <a:pt x="1564839" y="320668"/>
                  </a:lnTo>
                  <a:lnTo>
                    <a:pt x="1557054" y="318516"/>
                  </a:lnTo>
                  <a:lnTo>
                    <a:pt x="1549268" y="316472"/>
                  </a:lnTo>
                  <a:lnTo>
                    <a:pt x="1541483" y="315010"/>
                  </a:lnTo>
                  <a:lnTo>
                    <a:pt x="1533698" y="313546"/>
                  </a:lnTo>
                  <a:lnTo>
                    <a:pt x="1525912" y="311836"/>
                  </a:lnTo>
                  <a:lnTo>
                    <a:pt x="1518127" y="310065"/>
                  </a:lnTo>
                  <a:lnTo>
                    <a:pt x="1510342" y="308293"/>
                  </a:lnTo>
                  <a:lnTo>
                    <a:pt x="1502557" y="306517"/>
                  </a:lnTo>
                  <a:lnTo>
                    <a:pt x="1494771" y="304733"/>
                  </a:lnTo>
                  <a:lnTo>
                    <a:pt x="1486986" y="302948"/>
                  </a:lnTo>
                  <a:lnTo>
                    <a:pt x="1479201" y="301268"/>
                  </a:lnTo>
                  <a:lnTo>
                    <a:pt x="1471416" y="299742"/>
                  </a:lnTo>
                  <a:lnTo>
                    <a:pt x="1463630" y="298125"/>
                  </a:lnTo>
                  <a:lnTo>
                    <a:pt x="1455845" y="295804"/>
                  </a:lnTo>
                  <a:lnTo>
                    <a:pt x="1448060" y="294018"/>
                  </a:lnTo>
                  <a:lnTo>
                    <a:pt x="1440275" y="292231"/>
                  </a:lnTo>
                  <a:lnTo>
                    <a:pt x="1432489" y="290686"/>
                  </a:lnTo>
                  <a:lnTo>
                    <a:pt x="1424704" y="288822"/>
                  </a:lnTo>
                  <a:lnTo>
                    <a:pt x="1416919" y="286959"/>
                  </a:lnTo>
                  <a:lnTo>
                    <a:pt x="1409133" y="285126"/>
                  </a:lnTo>
                  <a:lnTo>
                    <a:pt x="1401348" y="283338"/>
                  </a:lnTo>
                  <a:lnTo>
                    <a:pt x="1393563" y="281551"/>
                  </a:lnTo>
                  <a:lnTo>
                    <a:pt x="1385778" y="279839"/>
                  </a:lnTo>
                  <a:lnTo>
                    <a:pt x="1377992" y="278549"/>
                  </a:lnTo>
                  <a:lnTo>
                    <a:pt x="1370207" y="276514"/>
                  </a:lnTo>
                  <a:lnTo>
                    <a:pt x="1362422" y="274884"/>
                  </a:lnTo>
                  <a:lnTo>
                    <a:pt x="1354637" y="273005"/>
                  </a:lnTo>
                  <a:lnTo>
                    <a:pt x="1346851" y="271166"/>
                  </a:lnTo>
                  <a:lnTo>
                    <a:pt x="1339066" y="269253"/>
                  </a:lnTo>
                  <a:lnTo>
                    <a:pt x="1331281" y="267545"/>
                  </a:lnTo>
                  <a:lnTo>
                    <a:pt x="1323495" y="265796"/>
                  </a:lnTo>
                  <a:lnTo>
                    <a:pt x="1315710" y="264219"/>
                  </a:lnTo>
                  <a:lnTo>
                    <a:pt x="1307925" y="262644"/>
                  </a:lnTo>
                  <a:lnTo>
                    <a:pt x="1300140" y="261079"/>
                  </a:lnTo>
                  <a:lnTo>
                    <a:pt x="1292354" y="259507"/>
                  </a:lnTo>
                  <a:lnTo>
                    <a:pt x="1284569" y="257938"/>
                  </a:lnTo>
                  <a:lnTo>
                    <a:pt x="1276784" y="256639"/>
                  </a:lnTo>
                  <a:lnTo>
                    <a:pt x="1268999" y="255242"/>
                  </a:lnTo>
                  <a:lnTo>
                    <a:pt x="1261213" y="253658"/>
                  </a:lnTo>
                  <a:lnTo>
                    <a:pt x="1253428" y="251725"/>
                  </a:lnTo>
                  <a:lnTo>
                    <a:pt x="1245643" y="250201"/>
                  </a:lnTo>
                  <a:lnTo>
                    <a:pt x="1237857" y="248763"/>
                  </a:lnTo>
                  <a:lnTo>
                    <a:pt x="1230072" y="246987"/>
                  </a:lnTo>
                  <a:lnTo>
                    <a:pt x="1222287" y="245313"/>
                  </a:lnTo>
                  <a:lnTo>
                    <a:pt x="1214502" y="243595"/>
                  </a:lnTo>
                  <a:lnTo>
                    <a:pt x="1206716" y="241880"/>
                  </a:lnTo>
                  <a:lnTo>
                    <a:pt x="1198931" y="240168"/>
                  </a:lnTo>
                  <a:lnTo>
                    <a:pt x="1191146" y="238459"/>
                  </a:lnTo>
                  <a:lnTo>
                    <a:pt x="1183361" y="236752"/>
                  </a:lnTo>
                  <a:lnTo>
                    <a:pt x="1175575" y="235047"/>
                  </a:lnTo>
                  <a:lnTo>
                    <a:pt x="1167790" y="233334"/>
                  </a:lnTo>
                  <a:lnTo>
                    <a:pt x="1160005" y="231625"/>
                  </a:lnTo>
                  <a:lnTo>
                    <a:pt x="1152220" y="229918"/>
                  </a:lnTo>
                  <a:lnTo>
                    <a:pt x="1144434" y="228220"/>
                  </a:lnTo>
                  <a:lnTo>
                    <a:pt x="1136649" y="226539"/>
                  </a:lnTo>
                  <a:lnTo>
                    <a:pt x="1128864" y="224864"/>
                  </a:lnTo>
                  <a:lnTo>
                    <a:pt x="1121078" y="223415"/>
                  </a:lnTo>
                  <a:lnTo>
                    <a:pt x="1113293" y="221792"/>
                  </a:lnTo>
                  <a:lnTo>
                    <a:pt x="1105508" y="220063"/>
                  </a:lnTo>
                  <a:lnTo>
                    <a:pt x="1097723" y="219000"/>
                  </a:lnTo>
                  <a:lnTo>
                    <a:pt x="1089937" y="217220"/>
                  </a:lnTo>
                  <a:lnTo>
                    <a:pt x="1082152" y="215435"/>
                  </a:lnTo>
                  <a:lnTo>
                    <a:pt x="1074367" y="213651"/>
                  </a:lnTo>
                  <a:lnTo>
                    <a:pt x="1066582" y="211871"/>
                  </a:lnTo>
                  <a:lnTo>
                    <a:pt x="1058796" y="210097"/>
                  </a:lnTo>
                  <a:lnTo>
                    <a:pt x="1051011" y="208327"/>
                  </a:lnTo>
                  <a:lnTo>
                    <a:pt x="1043226" y="206655"/>
                  </a:lnTo>
                  <a:lnTo>
                    <a:pt x="1035440" y="205144"/>
                  </a:lnTo>
                  <a:lnTo>
                    <a:pt x="1027655" y="203365"/>
                  </a:lnTo>
                  <a:lnTo>
                    <a:pt x="1019870" y="201603"/>
                  </a:lnTo>
                  <a:lnTo>
                    <a:pt x="1012085" y="199973"/>
                  </a:lnTo>
                  <a:lnTo>
                    <a:pt x="1004299" y="198338"/>
                  </a:lnTo>
                  <a:lnTo>
                    <a:pt x="996514" y="196966"/>
                  </a:lnTo>
                  <a:lnTo>
                    <a:pt x="988729" y="195098"/>
                  </a:lnTo>
                  <a:lnTo>
                    <a:pt x="980944" y="193491"/>
                  </a:lnTo>
                  <a:lnTo>
                    <a:pt x="973158" y="191917"/>
                  </a:lnTo>
                  <a:lnTo>
                    <a:pt x="965373" y="190969"/>
                  </a:lnTo>
                  <a:lnTo>
                    <a:pt x="957588" y="189701"/>
                  </a:lnTo>
                  <a:lnTo>
                    <a:pt x="949802" y="188379"/>
                  </a:lnTo>
                  <a:lnTo>
                    <a:pt x="942017" y="186751"/>
                  </a:lnTo>
                  <a:lnTo>
                    <a:pt x="934232" y="185630"/>
                  </a:lnTo>
                  <a:lnTo>
                    <a:pt x="926447" y="184459"/>
                  </a:lnTo>
                  <a:lnTo>
                    <a:pt x="918661" y="183162"/>
                  </a:lnTo>
                  <a:lnTo>
                    <a:pt x="910876" y="181863"/>
                  </a:lnTo>
                  <a:lnTo>
                    <a:pt x="903091" y="180539"/>
                  </a:lnTo>
                  <a:lnTo>
                    <a:pt x="895306" y="178604"/>
                  </a:lnTo>
                  <a:lnTo>
                    <a:pt x="887520" y="177619"/>
                  </a:lnTo>
                  <a:lnTo>
                    <a:pt x="879735" y="176326"/>
                  </a:lnTo>
                  <a:lnTo>
                    <a:pt x="871950" y="174930"/>
                  </a:lnTo>
                  <a:lnTo>
                    <a:pt x="864165" y="174111"/>
                  </a:lnTo>
                  <a:lnTo>
                    <a:pt x="856379" y="172890"/>
                  </a:lnTo>
                  <a:lnTo>
                    <a:pt x="848594" y="172352"/>
                  </a:lnTo>
                  <a:lnTo>
                    <a:pt x="840809" y="171643"/>
                  </a:lnTo>
                  <a:lnTo>
                    <a:pt x="833023" y="170816"/>
                  </a:lnTo>
                  <a:lnTo>
                    <a:pt x="825238" y="169508"/>
                  </a:lnTo>
                  <a:lnTo>
                    <a:pt x="817453" y="168627"/>
                  </a:lnTo>
                  <a:lnTo>
                    <a:pt x="809668" y="167600"/>
                  </a:lnTo>
                  <a:lnTo>
                    <a:pt x="801882" y="166387"/>
                  </a:lnTo>
                  <a:lnTo>
                    <a:pt x="794097" y="165570"/>
                  </a:lnTo>
                  <a:lnTo>
                    <a:pt x="786312" y="164666"/>
                  </a:lnTo>
                  <a:lnTo>
                    <a:pt x="778527" y="163395"/>
                  </a:lnTo>
                  <a:lnTo>
                    <a:pt x="770741" y="162435"/>
                  </a:lnTo>
                  <a:lnTo>
                    <a:pt x="762956" y="161252"/>
                  </a:lnTo>
                  <a:lnTo>
                    <a:pt x="755171" y="159876"/>
                  </a:lnTo>
                  <a:lnTo>
                    <a:pt x="747385" y="158716"/>
                  </a:lnTo>
                  <a:lnTo>
                    <a:pt x="739600" y="157642"/>
                  </a:lnTo>
                  <a:lnTo>
                    <a:pt x="731815" y="156766"/>
                  </a:lnTo>
                  <a:lnTo>
                    <a:pt x="724030" y="156193"/>
                  </a:lnTo>
                  <a:lnTo>
                    <a:pt x="716244" y="155004"/>
                  </a:lnTo>
                  <a:lnTo>
                    <a:pt x="708459" y="154123"/>
                  </a:lnTo>
                  <a:lnTo>
                    <a:pt x="700674" y="153171"/>
                  </a:lnTo>
                  <a:lnTo>
                    <a:pt x="692889" y="152248"/>
                  </a:lnTo>
                  <a:lnTo>
                    <a:pt x="685103" y="151513"/>
                  </a:lnTo>
                  <a:lnTo>
                    <a:pt x="677318" y="150912"/>
                  </a:lnTo>
                  <a:lnTo>
                    <a:pt x="669533" y="149796"/>
                  </a:lnTo>
                  <a:lnTo>
                    <a:pt x="661747" y="148940"/>
                  </a:lnTo>
                  <a:lnTo>
                    <a:pt x="653962" y="148083"/>
                  </a:lnTo>
                  <a:lnTo>
                    <a:pt x="646177" y="147160"/>
                  </a:lnTo>
                  <a:lnTo>
                    <a:pt x="638392" y="145744"/>
                  </a:lnTo>
                  <a:lnTo>
                    <a:pt x="630606" y="144609"/>
                  </a:lnTo>
                  <a:lnTo>
                    <a:pt x="622821" y="143461"/>
                  </a:lnTo>
                  <a:lnTo>
                    <a:pt x="615036" y="142487"/>
                  </a:lnTo>
                  <a:lnTo>
                    <a:pt x="607251" y="141699"/>
                  </a:lnTo>
                  <a:lnTo>
                    <a:pt x="599465" y="140913"/>
                  </a:lnTo>
                  <a:lnTo>
                    <a:pt x="591680" y="140139"/>
                  </a:lnTo>
                  <a:lnTo>
                    <a:pt x="583895" y="139344"/>
                  </a:lnTo>
                  <a:lnTo>
                    <a:pt x="576110" y="138601"/>
                  </a:lnTo>
                  <a:lnTo>
                    <a:pt x="568324" y="137840"/>
                  </a:lnTo>
                  <a:lnTo>
                    <a:pt x="560539" y="137066"/>
                  </a:lnTo>
                  <a:lnTo>
                    <a:pt x="552754" y="135767"/>
                  </a:lnTo>
                  <a:lnTo>
                    <a:pt x="544968" y="134444"/>
                  </a:lnTo>
                  <a:lnTo>
                    <a:pt x="537183" y="133117"/>
                  </a:lnTo>
                  <a:lnTo>
                    <a:pt x="529398" y="132400"/>
                  </a:lnTo>
                  <a:lnTo>
                    <a:pt x="521613" y="131713"/>
                  </a:lnTo>
                  <a:lnTo>
                    <a:pt x="513827" y="131043"/>
                  </a:lnTo>
                  <a:lnTo>
                    <a:pt x="506042" y="130493"/>
                  </a:lnTo>
                  <a:lnTo>
                    <a:pt x="498257" y="129457"/>
                  </a:lnTo>
                  <a:lnTo>
                    <a:pt x="490472" y="128499"/>
                  </a:lnTo>
                  <a:lnTo>
                    <a:pt x="482686" y="127843"/>
                  </a:lnTo>
                  <a:lnTo>
                    <a:pt x="474901" y="127333"/>
                  </a:lnTo>
                  <a:lnTo>
                    <a:pt x="467116" y="127060"/>
                  </a:lnTo>
                  <a:lnTo>
                    <a:pt x="459330" y="126576"/>
                  </a:lnTo>
                  <a:lnTo>
                    <a:pt x="451545" y="125748"/>
                  </a:lnTo>
                  <a:lnTo>
                    <a:pt x="443760" y="125094"/>
                  </a:lnTo>
                  <a:lnTo>
                    <a:pt x="435975" y="124707"/>
                  </a:lnTo>
                  <a:lnTo>
                    <a:pt x="428189" y="124221"/>
                  </a:lnTo>
                  <a:lnTo>
                    <a:pt x="420404" y="123436"/>
                  </a:lnTo>
                  <a:lnTo>
                    <a:pt x="412619" y="122653"/>
                  </a:lnTo>
                  <a:lnTo>
                    <a:pt x="404834" y="122096"/>
                  </a:lnTo>
                  <a:lnTo>
                    <a:pt x="397048" y="121465"/>
                  </a:lnTo>
                  <a:lnTo>
                    <a:pt x="389263" y="120748"/>
                  </a:lnTo>
                  <a:lnTo>
                    <a:pt x="381478" y="120010"/>
                  </a:lnTo>
                  <a:lnTo>
                    <a:pt x="373692" y="119078"/>
                  </a:lnTo>
                  <a:lnTo>
                    <a:pt x="365907" y="118301"/>
                  </a:lnTo>
                  <a:lnTo>
                    <a:pt x="358122" y="117767"/>
                  </a:lnTo>
                  <a:lnTo>
                    <a:pt x="350337" y="117048"/>
                  </a:lnTo>
                  <a:lnTo>
                    <a:pt x="342551" y="116211"/>
                  </a:lnTo>
                  <a:lnTo>
                    <a:pt x="334766" y="115767"/>
                  </a:lnTo>
                  <a:lnTo>
                    <a:pt x="326981" y="115054"/>
                  </a:lnTo>
                  <a:lnTo>
                    <a:pt x="319196" y="114354"/>
                  </a:lnTo>
                  <a:lnTo>
                    <a:pt x="311410" y="113656"/>
                  </a:lnTo>
                  <a:lnTo>
                    <a:pt x="303625" y="113278"/>
                  </a:lnTo>
                  <a:lnTo>
                    <a:pt x="295840" y="112821"/>
                  </a:lnTo>
                  <a:lnTo>
                    <a:pt x="288055" y="112334"/>
                  </a:lnTo>
                  <a:lnTo>
                    <a:pt x="280269" y="111524"/>
                  </a:lnTo>
                  <a:lnTo>
                    <a:pt x="272484" y="111064"/>
                  </a:lnTo>
                  <a:lnTo>
                    <a:pt x="264699" y="110479"/>
                  </a:lnTo>
                  <a:lnTo>
                    <a:pt x="256913" y="109868"/>
                  </a:lnTo>
                  <a:lnTo>
                    <a:pt x="249128" y="109498"/>
                  </a:lnTo>
                  <a:lnTo>
                    <a:pt x="241343" y="109228"/>
                  </a:lnTo>
                  <a:lnTo>
                    <a:pt x="233558" y="108919"/>
                  </a:lnTo>
                  <a:lnTo>
                    <a:pt x="225772" y="108422"/>
                  </a:lnTo>
                  <a:lnTo>
                    <a:pt x="217987" y="107988"/>
                  </a:lnTo>
                  <a:lnTo>
                    <a:pt x="210202" y="107555"/>
                  </a:lnTo>
                  <a:lnTo>
                    <a:pt x="202417" y="107114"/>
                  </a:lnTo>
                  <a:lnTo>
                    <a:pt x="194631" y="106563"/>
                  </a:lnTo>
                  <a:lnTo>
                    <a:pt x="186846" y="106021"/>
                  </a:lnTo>
                  <a:lnTo>
                    <a:pt x="179061" y="105800"/>
                  </a:lnTo>
                  <a:lnTo>
                    <a:pt x="171275" y="105096"/>
                  </a:lnTo>
                  <a:lnTo>
                    <a:pt x="163490" y="104937"/>
                  </a:lnTo>
                  <a:lnTo>
                    <a:pt x="155705" y="104310"/>
                  </a:lnTo>
                  <a:lnTo>
                    <a:pt x="147920" y="103625"/>
                  </a:lnTo>
                  <a:lnTo>
                    <a:pt x="140134" y="102978"/>
                  </a:lnTo>
                  <a:lnTo>
                    <a:pt x="132349" y="102429"/>
                  </a:lnTo>
                  <a:lnTo>
                    <a:pt x="124564" y="102339"/>
                  </a:lnTo>
                  <a:lnTo>
                    <a:pt x="116779" y="101869"/>
                  </a:lnTo>
                  <a:lnTo>
                    <a:pt x="108993" y="101316"/>
                  </a:lnTo>
                  <a:lnTo>
                    <a:pt x="101208" y="101043"/>
                  </a:lnTo>
                  <a:lnTo>
                    <a:pt x="93423" y="100006"/>
                  </a:lnTo>
                  <a:lnTo>
                    <a:pt x="85637" y="99884"/>
                  </a:lnTo>
                  <a:lnTo>
                    <a:pt x="77852" y="99806"/>
                  </a:lnTo>
                  <a:lnTo>
                    <a:pt x="70067" y="99437"/>
                  </a:lnTo>
                  <a:lnTo>
                    <a:pt x="62282" y="99072"/>
                  </a:lnTo>
                  <a:lnTo>
                    <a:pt x="54496" y="98588"/>
                  </a:lnTo>
                  <a:lnTo>
                    <a:pt x="46711" y="98083"/>
                  </a:lnTo>
                  <a:lnTo>
                    <a:pt x="38926" y="97576"/>
                  </a:lnTo>
                  <a:lnTo>
                    <a:pt x="31141" y="97071"/>
                  </a:lnTo>
                  <a:lnTo>
                    <a:pt x="23355" y="96649"/>
                  </a:lnTo>
                  <a:lnTo>
                    <a:pt x="15570" y="96086"/>
                  </a:lnTo>
                  <a:lnTo>
                    <a:pt x="7785" y="95589"/>
                  </a:lnTo>
                  <a:lnTo>
                    <a:pt x="0" y="95094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3648531" y="2473400"/>
              <a:ext cx="2016385" cy="75420"/>
            </a:xfrm>
            <a:custGeom>
              <a:avLst/>
              <a:pathLst>
                <a:path w="2016385" h="75420">
                  <a:moveTo>
                    <a:pt x="0" y="0"/>
                  </a:moveTo>
                  <a:lnTo>
                    <a:pt x="7785" y="368"/>
                  </a:lnTo>
                  <a:lnTo>
                    <a:pt x="15570" y="692"/>
                  </a:lnTo>
                  <a:lnTo>
                    <a:pt x="23355" y="1095"/>
                  </a:lnTo>
                  <a:lnTo>
                    <a:pt x="31141" y="1510"/>
                  </a:lnTo>
                  <a:lnTo>
                    <a:pt x="38926" y="1947"/>
                  </a:lnTo>
                  <a:lnTo>
                    <a:pt x="46711" y="2353"/>
                  </a:lnTo>
                  <a:lnTo>
                    <a:pt x="54496" y="2725"/>
                  </a:lnTo>
                  <a:lnTo>
                    <a:pt x="62282" y="3139"/>
                  </a:lnTo>
                  <a:lnTo>
                    <a:pt x="70067" y="3477"/>
                  </a:lnTo>
                  <a:lnTo>
                    <a:pt x="77852" y="3799"/>
                  </a:lnTo>
                  <a:lnTo>
                    <a:pt x="85637" y="4401"/>
                  </a:lnTo>
                  <a:lnTo>
                    <a:pt x="93423" y="4787"/>
                  </a:lnTo>
                  <a:lnTo>
                    <a:pt x="101208" y="5162"/>
                  </a:lnTo>
                  <a:lnTo>
                    <a:pt x="108993" y="5586"/>
                  </a:lnTo>
                  <a:lnTo>
                    <a:pt x="116779" y="6098"/>
                  </a:lnTo>
                  <a:lnTo>
                    <a:pt x="124564" y="6575"/>
                  </a:lnTo>
                  <a:lnTo>
                    <a:pt x="132349" y="7104"/>
                  </a:lnTo>
                  <a:lnTo>
                    <a:pt x="140134" y="7467"/>
                  </a:lnTo>
                  <a:lnTo>
                    <a:pt x="147920" y="7928"/>
                  </a:lnTo>
                  <a:lnTo>
                    <a:pt x="155705" y="8428"/>
                  </a:lnTo>
                  <a:lnTo>
                    <a:pt x="163490" y="8932"/>
                  </a:lnTo>
                  <a:lnTo>
                    <a:pt x="171275" y="9441"/>
                  </a:lnTo>
                  <a:lnTo>
                    <a:pt x="179061" y="9949"/>
                  </a:lnTo>
                  <a:lnTo>
                    <a:pt x="186846" y="10382"/>
                  </a:lnTo>
                  <a:lnTo>
                    <a:pt x="194631" y="10917"/>
                  </a:lnTo>
                  <a:lnTo>
                    <a:pt x="202417" y="11515"/>
                  </a:lnTo>
                  <a:lnTo>
                    <a:pt x="210202" y="11947"/>
                  </a:lnTo>
                  <a:lnTo>
                    <a:pt x="217987" y="12476"/>
                  </a:lnTo>
                  <a:lnTo>
                    <a:pt x="225772" y="13009"/>
                  </a:lnTo>
                  <a:lnTo>
                    <a:pt x="233558" y="13546"/>
                  </a:lnTo>
                  <a:lnTo>
                    <a:pt x="241343" y="13992"/>
                  </a:lnTo>
                  <a:lnTo>
                    <a:pt x="249128" y="14402"/>
                  </a:lnTo>
                  <a:lnTo>
                    <a:pt x="256913" y="14863"/>
                  </a:lnTo>
                  <a:lnTo>
                    <a:pt x="264699" y="15302"/>
                  </a:lnTo>
                  <a:lnTo>
                    <a:pt x="272484" y="15794"/>
                  </a:lnTo>
                  <a:lnTo>
                    <a:pt x="280269" y="16300"/>
                  </a:lnTo>
                  <a:lnTo>
                    <a:pt x="288055" y="16784"/>
                  </a:lnTo>
                  <a:lnTo>
                    <a:pt x="295840" y="17124"/>
                  </a:lnTo>
                  <a:lnTo>
                    <a:pt x="303625" y="17541"/>
                  </a:lnTo>
                  <a:lnTo>
                    <a:pt x="311410" y="18058"/>
                  </a:lnTo>
                  <a:lnTo>
                    <a:pt x="319196" y="18486"/>
                  </a:lnTo>
                  <a:lnTo>
                    <a:pt x="326981" y="18919"/>
                  </a:lnTo>
                  <a:lnTo>
                    <a:pt x="334766" y="19355"/>
                  </a:lnTo>
                  <a:lnTo>
                    <a:pt x="342551" y="19793"/>
                  </a:lnTo>
                  <a:lnTo>
                    <a:pt x="350337" y="20177"/>
                  </a:lnTo>
                  <a:lnTo>
                    <a:pt x="358122" y="20679"/>
                  </a:lnTo>
                  <a:lnTo>
                    <a:pt x="365907" y="21012"/>
                  </a:lnTo>
                  <a:lnTo>
                    <a:pt x="373692" y="21433"/>
                  </a:lnTo>
                  <a:lnTo>
                    <a:pt x="381478" y="21968"/>
                  </a:lnTo>
                  <a:lnTo>
                    <a:pt x="389263" y="22470"/>
                  </a:lnTo>
                  <a:lnTo>
                    <a:pt x="397048" y="22919"/>
                  </a:lnTo>
                  <a:lnTo>
                    <a:pt x="404834" y="23335"/>
                  </a:lnTo>
                  <a:lnTo>
                    <a:pt x="412619" y="23849"/>
                  </a:lnTo>
                  <a:lnTo>
                    <a:pt x="420404" y="24359"/>
                  </a:lnTo>
                  <a:lnTo>
                    <a:pt x="428189" y="24781"/>
                  </a:lnTo>
                  <a:lnTo>
                    <a:pt x="435975" y="25247"/>
                  </a:lnTo>
                  <a:lnTo>
                    <a:pt x="443760" y="25720"/>
                  </a:lnTo>
                  <a:lnTo>
                    <a:pt x="451545" y="26192"/>
                  </a:lnTo>
                  <a:lnTo>
                    <a:pt x="459330" y="26586"/>
                  </a:lnTo>
                  <a:lnTo>
                    <a:pt x="467116" y="27107"/>
                  </a:lnTo>
                  <a:lnTo>
                    <a:pt x="474901" y="27538"/>
                  </a:lnTo>
                  <a:lnTo>
                    <a:pt x="482686" y="28034"/>
                  </a:lnTo>
                  <a:lnTo>
                    <a:pt x="490472" y="28394"/>
                  </a:lnTo>
                  <a:lnTo>
                    <a:pt x="498257" y="28761"/>
                  </a:lnTo>
                  <a:lnTo>
                    <a:pt x="506042" y="29250"/>
                  </a:lnTo>
                  <a:lnTo>
                    <a:pt x="513827" y="29662"/>
                  </a:lnTo>
                  <a:lnTo>
                    <a:pt x="521613" y="29981"/>
                  </a:lnTo>
                  <a:lnTo>
                    <a:pt x="529398" y="30266"/>
                  </a:lnTo>
                  <a:lnTo>
                    <a:pt x="537183" y="30821"/>
                  </a:lnTo>
                  <a:lnTo>
                    <a:pt x="544968" y="31335"/>
                  </a:lnTo>
                  <a:lnTo>
                    <a:pt x="552754" y="31613"/>
                  </a:lnTo>
                  <a:lnTo>
                    <a:pt x="560539" y="31966"/>
                  </a:lnTo>
                  <a:lnTo>
                    <a:pt x="568324" y="32300"/>
                  </a:lnTo>
                  <a:lnTo>
                    <a:pt x="576110" y="32726"/>
                  </a:lnTo>
                  <a:lnTo>
                    <a:pt x="583895" y="33177"/>
                  </a:lnTo>
                  <a:lnTo>
                    <a:pt x="591680" y="33611"/>
                  </a:lnTo>
                  <a:lnTo>
                    <a:pt x="599465" y="33993"/>
                  </a:lnTo>
                  <a:lnTo>
                    <a:pt x="607251" y="34373"/>
                  </a:lnTo>
                  <a:lnTo>
                    <a:pt x="615036" y="34759"/>
                  </a:lnTo>
                  <a:lnTo>
                    <a:pt x="622821" y="34972"/>
                  </a:lnTo>
                  <a:lnTo>
                    <a:pt x="630606" y="35423"/>
                  </a:lnTo>
                  <a:lnTo>
                    <a:pt x="638392" y="35912"/>
                  </a:lnTo>
                  <a:lnTo>
                    <a:pt x="646177" y="36302"/>
                  </a:lnTo>
                  <a:lnTo>
                    <a:pt x="653962" y="36694"/>
                  </a:lnTo>
                  <a:lnTo>
                    <a:pt x="661747" y="36904"/>
                  </a:lnTo>
                  <a:lnTo>
                    <a:pt x="669533" y="37312"/>
                  </a:lnTo>
                  <a:lnTo>
                    <a:pt x="677318" y="37755"/>
                  </a:lnTo>
                  <a:lnTo>
                    <a:pt x="685103" y="38282"/>
                  </a:lnTo>
                  <a:lnTo>
                    <a:pt x="692889" y="38683"/>
                  </a:lnTo>
                  <a:lnTo>
                    <a:pt x="700674" y="39152"/>
                  </a:lnTo>
                  <a:lnTo>
                    <a:pt x="708459" y="39621"/>
                  </a:lnTo>
                  <a:lnTo>
                    <a:pt x="716244" y="40093"/>
                  </a:lnTo>
                  <a:lnTo>
                    <a:pt x="724030" y="40551"/>
                  </a:lnTo>
                  <a:lnTo>
                    <a:pt x="731815" y="40752"/>
                  </a:lnTo>
                  <a:lnTo>
                    <a:pt x="739600" y="40887"/>
                  </a:lnTo>
                  <a:lnTo>
                    <a:pt x="747385" y="41076"/>
                  </a:lnTo>
                  <a:lnTo>
                    <a:pt x="755171" y="41276"/>
                  </a:lnTo>
                  <a:lnTo>
                    <a:pt x="762956" y="41799"/>
                  </a:lnTo>
                  <a:lnTo>
                    <a:pt x="770741" y="42298"/>
                  </a:lnTo>
                  <a:lnTo>
                    <a:pt x="778527" y="42851"/>
                  </a:lnTo>
                  <a:lnTo>
                    <a:pt x="786312" y="43321"/>
                  </a:lnTo>
                  <a:lnTo>
                    <a:pt x="794097" y="43746"/>
                  </a:lnTo>
                  <a:lnTo>
                    <a:pt x="801882" y="44171"/>
                  </a:lnTo>
                  <a:lnTo>
                    <a:pt x="809668" y="44702"/>
                  </a:lnTo>
                  <a:lnTo>
                    <a:pt x="817453" y="45280"/>
                  </a:lnTo>
                  <a:lnTo>
                    <a:pt x="825238" y="45711"/>
                  </a:lnTo>
                  <a:lnTo>
                    <a:pt x="833023" y="46139"/>
                  </a:lnTo>
                  <a:lnTo>
                    <a:pt x="840809" y="46569"/>
                  </a:lnTo>
                  <a:lnTo>
                    <a:pt x="848594" y="47001"/>
                  </a:lnTo>
                  <a:lnTo>
                    <a:pt x="856379" y="47435"/>
                  </a:lnTo>
                  <a:lnTo>
                    <a:pt x="864165" y="47872"/>
                  </a:lnTo>
                  <a:lnTo>
                    <a:pt x="871950" y="48306"/>
                  </a:lnTo>
                  <a:lnTo>
                    <a:pt x="879735" y="48664"/>
                  </a:lnTo>
                  <a:lnTo>
                    <a:pt x="887520" y="48961"/>
                  </a:lnTo>
                  <a:lnTo>
                    <a:pt x="895306" y="49190"/>
                  </a:lnTo>
                  <a:lnTo>
                    <a:pt x="903091" y="49554"/>
                  </a:lnTo>
                  <a:lnTo>
                    <a:pt x="910876" y="49850"/>
                  </a:lnTo>
                  <a:lnTo>
                    <a:pt x="918661" y="50138"/>
                  </a:lnTo>
                  <a:lnTo>
                    <a:pt x="926447" y="50149"/>
                  </a:lnTo>
                  <a:lnTo>
                    <a:pt x="934232" y="50576"/>
                  </a:lnTo>
                  <a:lnTo>
                    <a:pt x="942017" y="51027"/>
                  </a:lnTo>
                  <a:lnTo>
                    <a:pt x="949802" y="51321"/>
                  </a:lnTo>
                  <a:lnTo>
                    <a:pt x="957588" y="51540"/>
                  </a:lnTo>
                  <a:lnTo>
                    <a:pt x="965373" y="51740"/>
                  </a:lnTo>
                  <a:lnTo>
                    <a:pt x="973158" y="52074"/>
                  </a:lnTo>
                  <a:lnTo>
                    <a:pt x="980944" y="52144"/>
                  </a:lnTo>
                  <a:lnTo>
                    <a:pt x="988729" y="52466"/>
                  </a:lnTo>
                  <a:lnTo>
                    <a:pt x="996514" y="52825"/>
                  </a:lnTo>
                  <a:lnTo>
                    <a:pt x="1004299" y="53157"/>
                  </a:lnTo>
                  <a:lnTo>
                    <a:pt x="1012085" y="53426"/>
                  </a:lnTo>
                  <a:lnTo>
                    <a:pt x="1019870" y="53533"/>
                  </a:lnTo>
                  <a:lnTo>
                    <a:pt x="1027655" y="53520"/>
                  </a:lnTo>
                  <a:lnTo>
                    <a:pt x="1035440" y="53637"/>
                  </a:lnTo>
                  <a:lnTo>
                    <a:pt x="1043226" y="53911"/>
                  </a:lnTo>
                  <a:lnTo>
                    <a:pt x="1051011" y="54159"/>
                  </a:lnTo>
                  <a:lnTo>
                    <a:pt x="1058796" y="54272"/>
                  </a:lnTo>
                  <a:lnTo>
                    <a:pt x="1066582" y="54363"/>
                  </a:lnTo>
                  <a:lnTo>
                    <a:pt x="1074367" y="54453"/>
                  </a:lnTo>
                  <a:lnTo>
                    <a:pt x="1082152" y="54542"/>
                  </a:lnTo>
                  <a:lnTo>
                    <a:pt x="1089937" y="54631"/>
                  </a:lnTo>
                  <a:lnTo>
                    <a:pt x="1097723" y="54720"/>
                  </a:lnTo>
                  <a:lnTo>
                    <a:pt x="1105508" y="54913"/>
                  </a:lnTo>
                  <a:lnTo>
                    <a:pt x="1113293" y="55070"/>
                  </a:lnTo>
                  <a:lnTo>
                    <a:pt x="1121078" y="55398"/>
                  </a:lnTo>
                  <a:lnTo>
                    <a:pt x="1128864" y="55758"/>
                  </a:lnTo>
                  <a:lnTo>
                    <a:pt x="1136649" y="56052"/>
                  </a:lnTo>
                  <a:lnTo>
                    <a:pt x="1144434" y="56376"/>
                  </a:lnTo>
                  <a:lnTo>
                    <a:pt x="1152220" y="56652"/>
                  </a:lnTo>
                  <a:lnTo>
                    <a:pt x="1160005" y="56865"/>
                  </a:lnTo>
                  <a:lnTo>
                    <a:pt x="1167790" y="57072"/>
                  </a:lnTo>
                  <a:lnTo>
                    <a:pt x="1175575" y="57284"/>
                  </a:lnTo>
                  <a:lnTo>
                    <a:pt x="1183361" y="57563"/>
                  </a:lnTo>
                  <a:lnTo>
                    <a:pt x="1191146" y="57870"/>
                  </a:lnTo>
                  <a:lnTo>
                    <a:pt x="1198931" y="57999"/>
                  </a:lnTo>
                  <a:lnTo>
                    <a:pt x="1206716" y="58360"/>
                  </a:lnTo>
                  <a:lnTo>
                    <a:pt x="1214502" y="58722"/>
                  </a:lnTo>
                  <a:lnTo>
                    <a:pt x="1222287" y="59079"/>
                  </a:lnTo>
                  <a:lnTo>
                    <a:pt x="1230072" y="59243"/>
                  </a:lnTo>
                  <a:lnTo>
                    <a:pt x="1237857" y="59555"/>
                  </a:lnTo>
                  <a:lnTo>
                    <a:pt x="1245643" y="59925"/>
                  </a:lnTo>
                  <a:lnTo>
                    <a:pt x="1253428" y="60049"/>
                  </a:lnTo>
                  <a:lnTo>
                    <a:pt x="1261213" y="59965"/>
                  </a:lnTo>
                  <a:lnTo>
                    <a:pt x="1268999" y="60081"/>
                  </a:lnTo>
                  <a:lnTo>
                    <a:pt x="1276784" y="60180"/>
                  </a:lnTo>
                  <a:lnTo>
                    <a:pt x="1284569" y="60667"/>
                  </a:lnTo>
                  <a:lnTo>
                    <a:pt x="1292354" y="61013"/>
                  </a:lnTo>
                  <a:lnTo>
                    <a:pt x="1300140" y="61116"/>
                  </a:lnTo>
                  <a:lnTo>
                    <a:pt x="1307925" y="61465"/>
                  </a:lnTo>
                  <a:lnTo>
                    <a:pt x="1315710" y="61573"/>
                  </a:lnTo>
                  <a:lnTo>
                    <a:pt x="1323495" y="61685"/>
                  </a:lnTo>
                  <a:lnTo>
                    <a:pt x="1331281" y="61786"/>
                  </a:lnTo>
                  <a:lnTo>
                    <a:pt x="1339066" y="61764"/>
                  </a:lnTo>
                  <a:lnTo>
                    <a:pt x="1346851" y="61974"/>
                  </a:lnTo>
                  <a:lnTo>
                    <a:pt x="1354637" y="62120"/>
                  </a:lnTo>
                  <a:lnTo>
                    <a:pt x="1362422" y="62221"/>
                  </a:lnTo>
                  <a:lnTo>
                    <a:pt x="1370207" y="62322"/>
                  </a:lnTo>
                  <a:lnTo>
                    <a:pt x="1377992" y="62463"/>
                  </a:lnTo>
                  <a:lnTo>
                    <a:pt x="1385778" y="62543"/>
                  </a:lnTo>
                  <a:lnTo>
                    <a:pt x="1393563" y="62627"/>
                  </a:lnTo>
                  <a:lnTo>
                    <a:pt x="1401348" y="62727"/>
                  </a:lnTo>
                  <a:lnTo>
                    <a:pt x="1409133" y="62869"/>
                  </a:lnTo>
                  <a:lnTo>
                    <a:pt x="1416919" y="63013"/>
                  </a:lnTo>
                  <a:lnTo>
                    <a:pt x="1424704" y="63124"/>
                  </a:lnTo>
                  <a:lnTo>
                    <a:pt x="1432489" y="63234"/>
                  </a:lnTo>
                  <a:lnTo>
                    <a:pt x="1440275" y="63348"/>
                  </a:lnTo>
                  <a:lnTo>
                    <a:pt x="1448060" y="63461"/>
                  </a:lnTo>
                  <a:lnTo>
                    <a:pt x="1455845" y="63538"/>
                  </a:lnTo>
                  <a:lnTo>
                    <a:pt x="1463630" y="63677"/>
                  </a:lnTo>
                  <a:lnTo>
                    <a:pt x="1471416" y="63788"/>
                  </a:lnTo>
                  <a:lnTo>
                    <a:pt x="1479201" y="63899"/>
                  </a:lnTo>
                  <a:lnTo>
                    <a:pt x="1486986" y="64011"/>
                  </a:lnTo>
                  <a:lnTo>
                    <a:pt x="1494771" y="64122"/>
                  </a:lnTo>
                  <a:lnTo>
                    <a:pt x="1502557" y="64233"/>
                  </a:lnTo>
                  <a:lnTo>
                    <a:pt x="1510342" y="64349"/>
                  </a:lnTo>
                  <a:lnTo>
                    <a:pt x="1518127" y="64781"/>
                  </a:lnTo>
                  <a:lnTo>
                    <a:pt x="1525912" y="65255"/>
                  </a:lnTo>
                  <a:lnTo>
                    <a:pt x="1533698" y="65336"/>
                  </a:lnTo>
                  <a:lnTo>
                    <a:pt x="1541483" y="65285"/>
                  </a:lnTo>
                  <a:lnTo>
                    <a:pt x="1549268" y="65461"/>
                  </a:lnTo>
                  <a:lnTo>
                    <a:pt x="1557054" y="65769"/>
                  </a:lnTo>
                  <a:lnTo>
                    <a:pt x="1564839" y="66083"/>
                  </a:lnTo>
                  <a:lnTo>
                    <a:pt x="1572624" y="66251"/>
                  </a:lnTo>
                  <a:lnTo>
                    <a:pt x="1580409" y="66418"/>
                  </a:lnTo>
                  <a:lnTo>
                    <a:pt x="1588195" y="66586"/>
                  </a:lnTo>
                  <a:lnTo>
                    <a:pt x="1595980" y="66754"/>
                  </a:lnTo>
                  <a:lnTo>
                    <a:pt x="1603765" y="67067"/>
                  </a:lnTo>
                  <a:lnTo>
                    <a:pt x="1611550" y="67388"/>
                  </a:lnTo>
                  <a:lnTo>
                    <a:pt x="1619336" y="67709"/>
                  </a:lnTo>
                  <a:lnTo>
                    <a:pt x="1627121" y="68030"/>
                  </a:lnTo>
                  <a:lnTo>
                    <a:pt x="1634906" y="68353"/>
                  </a:lnTo>
                  <a:lnTo>
                    <a:pt x="1642692" y="68552"/>
                  </a:lnTo>
                  <a:lnTo>
                    <a:pt x="1650477" y="68569"/>
                  </a:lnTo>
                  <a:lnTo>
                    <a:pt x="1658262" y="68586"/>
                  </a:lnTo>
                  <a:lnTo>
                    <a:pt x="1666047" y="68602"/>
                  </a:lnTo>
                  <a:lnTo>
                    <a:pt x="1673833" y="68619"/>
                  </a:lnTo>
                  <a:lnTo>
                    <a:pt x="1681618" y="68635"/>
                  </a:lnTo>
                  <a:lnTo>
                    <a:pt x="1689403" y="68734"/>
                  </a:lnTo>
                  <a:lnTo>
                    <a:pt x="1697188" y="68897"/>
                  </a:lnTo>
                  <a:lnTo>
                    <a:pt x="1704974" y="69067"/>
                  </a:lnTo>
                  <a:lnTo>
                    <a:pt x="1712759" y="69310"/>
                  </a:lnTo>
                  <a:lnTo>
                    <a:pt x="1720544" y="69625"/>
                  </a:lnTo>
                  <a:lnTo>
                    <a:pt x="1728330" y="69941"/>
                  </a:lnTo>
                  <a:lnTo>
                    <a:pt x="1736115" y="70168"/>
                  </a:lnTo>
                  <a:lnTo>
                    <a:pt x="1743900" y="70208"/>
                  </a:lnTo>
                  <a:lnTo>
                    <a:pt x="1751685" y="70286"/>
                  </a:lnTo>
                  <a:lnTo>
                    <a:pt x="1759471" y="70604"/>
                  </a:lnTo>
                  <a:lnTo>
                    <a:pt x="1767256" y="70926"/>
                  </a:lnTo>
                  <a:lnTo>
                    <a:pt x="1775041" y="71064"/>
                  </a:lnTo>
                  <a:lnTo>
                    <a:pt x="1782826" y="71019"/>
                  </a:lnTo>
                  <a:lnTo>
                    <a:pt x="1790612" y="70974"/>
                  </a:lnTo>
                  <a:lnTo>
                    <a:pt x="1798397" y="71079"/>
                  </a:lnTo>
                  <a:lnTo>
                    <a:pt x="1806182" y="71242"/>
                  </a:lnTo>
                  <a:lnTo>
                    <a:pt x="1813967" y="71377"/>
                  </a:lnTo>
                  <a:lnTo>
                    <a:pt x="1821753" y="71291"/>
                  </a:lnTo>
                  <a:lnTo>
                    <a:pt x="1829538" y="71394"/>
                  </a:lnTo>
                  <a:lnTo>
                    <a:pt x="1837323" y="71646"/>
                  </a:lnTo>
                  <a:lnTo>
                    <a:pt x="1845109" y="71899"/>
                  </a:lnTo>
                  <a:lnTo>
                    <a:pt x="1852894" y="72152"/>
                  </a:lnTo>
                  <a:lnTo>
                    <a:pt x="1860679" y="72400"/>
                  </a:lnTo>
                  <a:lnTo>
                    <a:pt x="1868464" y="72565"/>
                  </a:lnTo>
                  <a:lnTo>
                    <a:pt x="1876250" y="72732"/>
                  </a:lnTo>
                  <a:lnTo>
                    <a:pt x="1884035" y="72900"/>
                  </a:lnTo>
                  <a:lnTo>
                    <a:pt x="1891820" y="73070"/>
                  </a:lnTo>
                  <a:lnTo>
                    <a:pt x="1899605" y="73083"/>
                  </a:lnTo>
                  <a:lnTo>
                    <a:pt x="1907391" y="73078"/>
                  </a:lnTo>
                  <a:lnTo>
                    <a:pt x="1915176" y="73073"/>
                  </a:lnTo>
                  <a:lnTo>
                    <a:pt x="1922961" y="73067"/>
                  </a:lnTo>
                  <a:lnTo>
                    <a:pt x="1930747" y="73352"/>
                  </a:lnTo>
                  <a:lnTo>
                    <a:pt x="1938532" y="73822"/>
                  </a:lnTo>
                  <a:lnTo>
                    <a:pt x="1946317" y="74293"/>
                  </a:lnTo>
                  <a:lnTo>
                    <a:pt x="1954102" y="74461"/>
                  </a:lnTo>
                  <a:lnTo>
                    <a:pt x="1961888" y="74629"/>
                  </a:lnTo>
                  <a:lnTo>
                    <a:pt x="1969673" y="74798"/>
                  </a:lnTo>
                  <a:lnTo>
                    <a:pt x="1977458" y="74966"/>
                  </a:lnTo>
                  <a:lnTo>
                    <a:pt x="1985243" y="75135"/>
                  </a:lnTo>
                  <a:lnTo>
                    <a:pt x="1993029" y="75303"/>
                  </a:lnTo>
                  <a:lnTo>
                    <a:pt x="2000814" y="75409"/>
                  </a:lnTo>
                  <a:lnTo>
                    <a:pt x="2008599" y="75414"/>
                  </a:lnTo>
                  <a:lnTo>
                    <a:pt x="2016385" y="754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1" name="pl120"/>
            <p:cNvSpPr/>
            <p:nvPr/>
          </p:nvSpPr>
          <p:spPr>
            <a:xfrm>
              <a:off x="3648531" y="2568494"/>
              <a:ext cx="2016385" cy="324909"/>
            </a:xfrm>
            <a:custGeom>
              <a:avLst/>
              <a:pathLst>
                <a:path w="2016385" h="324909">
                  <a:moveTo>
                    <a:pt x="2016385" y="324909"/>
                  </a:moveTo>
                  <a:lnTo>
                    <a:pt x="2008599" y="323041"/>
                  </a:lnTo>
                  <a:lnTo>
                    <a:pt x="2000814" y="321165"/>
                  </a:lnTo>
                  <a:lnTo>
                    <a:pt x="1993029" y="319280"/>
                  </a:lnTo>
                  <a:lnTo>
                    <a:pt x="1985243" y="317386"/>
                  </a:lnTo>
                  <a:lnTo>
                    <a:pt x="1977458" y="315484"/>
                  </a:lnTo>
                  <a:lnTo>
                    <a:pt x="1969673" y="314192"/>
                  </a:lnTo>
                  <a:lnTo>
                    <a:pt x="1961888" y="312978"/>
                  </a:lnTo>
                  <a:lnTo>
                    <a:pt x="1954102" y="311761"/>
                  </a:lnTo>
                  <a:lnTo>
                    <a:pt x="1946317" y="310541"/>
                  </a:lnTo>
                  <a:lnTo>
                    <a:pt x="1938532" y="309315"/>
                  </a:lnTo>
                  <a:lnTo>
                    <a:pt x="1930747" y="308083"/>
                  </a:lnTo>
                  <a:lnTo>
                    <a:pt x="1922961" y="306847"/>
                  </a:lnTo>
                  <a:lnTo>
                    <a:pt x="1915176" y="305328"/>
                  </a:lnTo>
                  <a:lnTo>
                    <a:pt x="1907391" y="303566"/>
                  </a:lnTo>
                  <a:lnTo>
                    <a:pt x="1899605" y="301795"/>
                  </a:lnTo>
                  <a:lnTo>
                    <a:pt x="1891820" y="300003"/>
                  </a:lnTo>
                  <a:lnTo>
                    <a:pt x="1884035" y="298205"/>
                  </a:lnTo>
                  <a:lnTo>
                    <a:pt x="1876250" y="296400"/>
                  </a:lnTo>
                  <a:lnTo>
                    <a:pt x="1868464" y="294705"/>
                  </a:lnTo>
                  <a:lnTo>
                    <a:pt x="1860679" y="293175"/>
                  </a:lnTo>
                  <a:lnTo>
                    <a:pt x="1852894" y="291192"/>
                  </a:lnTo>
                  <a:lnTo>
                    <a:pt x="1845109" y="289196"/>
                  </a:lnTo>
                  <a:lnTo>
                    <a:pt x="1837323" y="287303"/>
                  </a:lnTo>
                  <a:lnTo>
                    <a:pt x="1829538" y="285460"/>
                  </a:lnTo>
                  <a:lnTo>
                    <a:pt x="1821753" y="283558"/>
                  </a:lnTo>
                  <a:lnTo>
                    <a:pt x="1813967" y="281579"/>
                  </a:lnTo>
                  <a:lnTo>
                    <a:pt x="1806182" y="279915"/>
                  </a:lnTo>
                  <a:lnTo>
                    <a:pt x="1798397" y="278058"/>
                  </a:lnTo>
                  <a:lnTo>
                    <a:pt x="1790612" y="276130"/>
                  </a:lnTo>
                  <a:lnTo>
                    <a:pt x="1782826" y="274335"/>
                  </a:lnTo>
                  <a:lnTo>
                    <a:pt x="1775041" y="272595"/>
                  </a:lnTo>
                  <a:lnTo>
                    <a:pt x="1767256" y="270900"/>
                  </a:lnTo>
                  <a:lnTo>
                    <a:pt x="1759471" y="269201"/>
                  </a:lnTo>
                  <a:lnTo>
                    <a:pt x="1751685" y="267496"/>
                  </a:lnTo>
                  <a:lnTo>
                    <a:pt x="1743900" y="265786"/>
                  </a:lnTo>
                  <a:lnTo>
                    <a:pt x="1736115" y="264074"/>
                  </a:lnTo>
                  <a:lnTo>
                    <a:pt x="1728330" y="262348"/>
                  </a:lnTo>
                  <a:lnTo>
                    <a:pt x="1720544" y="260616"/>
                  </a:lnTo>
                  <a:lnTo>
                    <a:pt x="1712759" y="258554"/>
                  </a:lnTo>
                  <a:lnTo>
                    <a:pt x="1704974" y="256560"/>
                  </a:lnTo>
                  <a:lnTo>
                    <a:pt x="1697188" y="255208"/>
                  </a:lnTo>
                  <a:lnTo>
                    <a:pt x="1689403" y="253703"/>
                  </a:lnTo>
                  <a:lnTo>
                    <a:pt x="1681618" y="251973"/>
                  </a:lnTo>
                  <a:lnTo>
                    <a:pt x="1673833" y="250227"/>
                  </a:lnTo>
                  <a:lnTo>
                    <a:pt x="1666047" y="248484"/>
                  </a:lnTo>
                  <a:lnTo>
                    <a:pt x="1658262" y="246750"/>
                  </a:lnTo>
                  <a:lnTo>
                    <a:pt x="1650477" y="244997"/>
                  </a:lnTo>
                  <a:lnTo>
                    <a:pt x="1642692" y="243238"/>
                  </a:lnTo>
                  <a:lnTo>
                    <a:pt x="1634906" y="241150"/>
                  </a:lnTo>
                  <a:lnTo>
                    <a:pt x="1627121" y="239232"/>
                  </a:lnTo>
                  <a:lnTo>
                    <a:pt x="1619336" y="237704"/>
                  </a:lnTo>
                  <a:lnTo>
                    <a:pt x="1611550" y="236033"/>
                  </a:lnTo>
                  <a:lnTo>
                    <a:pt x="1603765" y="234044"/>
                  </a:lnTo>
                  <a:lnTo>
                    <a:pt x="1595980" y="232437"/>
                  </a:lnTo>
                  <a:lnTo>
                    <a:pt x="1588195" y="230828"/>
                  </a:lnTo>
                  <a:lnTo>
                    <a:pt x="1580409" y="229154"/>
                  </a:lnTo>
                  <a:lnTo>
                    <a:pt x="1572624" y="227389"/>
                  </a:lnTo>
                  <a:lnTo>
                    <a:pt x="1564839" y="225574"/>
                  </a:lnTo>
                  <a:lnTo>
                    <a:pt x="1557054" y="223422"/>
                  </a:lnTo>
                  <a:lnTo>
                    <a:pt x="1549268" y="221378"/>
                  </a:lnTo>
                  <a:lnTo>
                    <a:pt x="1541483" y="219915"/>
                  </a:lnTo>
                  <a:lnTo>
                    <a:pt x="1533698" y="218452"/>
                  </a:lnTo>
                  <a:lnTo>
                    <a:pt x="1525912" y="216742"/>
                  </a:lnTo>
                  <a:lnTo>
                    <a:pt x="1518127" y="214971"/>
                  </a:lnTo>
                  <a:lnTo>
                    <a:pt x="1510342" y="213199"/>
                  </a:lnTo>
                  <a:lnTo>
                    <a:pt x="1502557" y="211423"/>
                  </a:lnTo>
                  <a:lnTo>
                    <a:pt x="1494771" y="209639"/>
                  </a:lnTo>
                  <a:lnTo>
                    <a:pt x="1486986" y="207854"/>
                  </a:lnTo>
                  <a:lnTo>
                    <a:pt x="1479201" y="206174"/>
                  </a:lnTo>
                  <a:lnTo>
                    <a:pt x="1471416" y="204648"/>
                  </a:lnTo>
                  <a:lnTo>
                    <a:pt x="1463630" y="203031"/>
                  </a:lnTo>
                  <a:lnTo>
                    <a:pt x="1455845" y="200710"/>
                  </a:lnTo>
                  <a:lnTo>
                    <a:pt x="1448060" y="198924"/>
                  </a:lnTo>
                  <a:lnTo>
                    <a:pt x="1440275" y="197137"/>
                  </a:lnTo>
                  <a:lnTo>
                    <a:pt x="1432489" y="195592"/>
                  </a:lnTo>
                  <a:lnTo>
                    <a:pt x="1424704" y="193728"/>
                  </a:lnTo>
                  <a:lnTo>
                    <a:pt x="1416919" y="191865"/>
                  </a:lnTo>
                  <a:lnTo>
                    <a:pt x="1409133" y="190032"/>
                  </a:lnTo>
                  <a:lnTo>
                    <a:pt x="1401348" y="188244"/>
                  </a:lnTo>
                  <a:lnTo>
                    <a:pt x="1393563" y="186457"/>
                  </a:lnTo>
                  <a:lnTo>
                    <a:pt x="1385778" y="184745"/>
                  </a:lnTo>
                  <a:lnTo>
                    <a:pt x="1377992" y="183455"/>
                  </a:lnTo>
                  <a:lnTo>
                    <a:pt x="1370207" y="181419"/>
                  </a:lnTo>
                  <a:lnTo>
                    <a:pt x="1362422" y="179790"/>
                  </a:lnTo>
                  <a:lnTo>
                    <a:pt x="1354637" y="177911"/>
                  </a:lnTo>
                  <a:lnTo>
                    <a:pt x="1346851" y="176072"/>
                  </a:lnTo>
                  <a:lnTo>
                    <a:pt x="1339066" y="174159"/>
                  </a:lnTo>
                  <a:lnTo>
                    <a:pt x="1331281" y="172451"/>
                  </a:lnTo>
                  <a:lnTo>
                    <a:pt x="1323495" y="170702"/>
                  </a:lnTo>
                  <a:lnTo>
                    <a:pt x="1315710" y="169125"/>
                  </a:lnTo>
                  <a:lnTo>
                    <a:pt x="1307925" y="167550"/>
                  </a:lnTo>
                  <a:lnTo>
                    <a:pt x="1300140" y="165984"/>
                  </a:lnTo>
                  <a:lnTo>
                    <a:pt x="1292354" y="164413"/>
                  </a:lnTo>
                  <a:lnTo>
                    <a:pt x="1284569" y="162844"/>
                  </a:lnTo>
                  <a:lnTo>
                    <a:pt x="1276784" y="161545"/>
                  </a:lnTo>
                  <a:lnTo>
                    <a:pt x="1268999" y="160148"/>
                  </a:lnTo>
                  <a:lnTo>
                    <a:pt x="1261213" y="158564"/>
                  </a:lnTo>
                  <a:lnTo>
                    <a:pt x="1253428" y="156631"/>
                  </a:lnTo>
                  <a:lnTo>
                    <a:pt x="1245643" y="155107"/>
                  </a:lnTo>
                  <a:lnTo>
                    <a:pt x="1237857" y="153669"/>
                  </a:lnTo>
                  <a:lnTo>
                    <a:pt x="1230072" y="151893"/>
                  </a:lnTo>
                  <a:lnTo>
                    <a:pt x="1222287" y="150218"/>
                  </a:lnTo>
                  <a:lnTo>
                    <a:pt x="1214502" y="148501"/>
                  </a:lnTo>
                  <a:lnTo>
                    <a:pt x="1206716" y="146786"/>
                  </a:lnTo>
                  <a:lnTo>
                    <a:pt x="1198931" y="145074"/>
                  </a:lnTo>
                  <a:lnTo>
                    <a:pt x="1191146" y="143365"/>
                  </a:lnTo>
                  <a:lnTo>
                    <a:pt x="1183361" y="141658"/>
                  </a:lnTo>
                  <a:lnTo>
                    <a:pt x="1175575" y="139953"/>
                  </a:lnTo>
                  <a:lnTo>
                    <a:pt x="1167790" y="138240"/>
                  </a:lnTo>
                  <a:lnTo>
                    <a:pt x="1160005" y="136531"/>
                  </a:lnTo>
                  <a:lnTo>
                    <a:pt x="1152220" y="134824"/>
                  </a:lnTo>
                  <a:lnTo>
                    <a:pt x="1144434" y="133126"/>
                  </a:lnTo>
                  <a:lnTo>
                    <a:pt x="1136649" y="131445"/>
                  </a:lnTo>
                  <a:lnTo>
                    <a:pt x="1128864" y="129770"/>
                  </a:lnTo>
                  <a:lnTo>
                    <a:pt x="1121078" y="128320"/>
                  </a:lnTo>
                  <a:lnTo>
                    <a:pt x="1113293" y="126697"/>
                  </a:lnTo>
                  <a:lnTo>
                    <a:pt x="1105508" y="124969"/>
                  </a:lnTo>
                  <a:lnTo>
                    <a:pt x="1097723" y="123906"/>
                  </a:lnTo>
                  <a:lnTo>
                    <a:pt x="1089937" y="122126"/>
                  </a:lnTo>
                  <a:lnTo>
                    <a:pt x="1082152" y="120341"/>
                  </a:lnTo>
                  <a:lnTo>
                    <a:pt x="1074367" y="118557"/>
                  </a:lnTo>
                  <a:lnTo>
                    <a:pt x="1066582" y="116777"/>
                  </a:lnTo>
                  <a:lnTo>
                    <a:pt x="1058796" y="115003"/>
                  </a:lnTo>
                  <a:lnTo>
                    <a:pt x="1051011" y="113233"/>
                  </a:lnTo>
                  <a:lnTo>
                    <a:pt x="1043226" y="111560"/>
                  </a:lnTo>
                  <a:lnTo>
                    <a:pt x="1035440" y="110050"/>
                  </a:lnTo>
                  <a:lnTo>
                    <a:pt x="1027655" y="108270"/>
                  </a:lnTo>
                  <a:lnTo>
                    <a:pt x="1019870" y="106509"/>
                  </a:lnTo>
                  <a:lnTo>
                    <a:pt x="1012085" y="104879"/>
                  </a:lnTo>
                  <a:lnTo>
                    <a:pt x="1004299" y="103244"/>
                  </a:lnTo>
                  <a:lnTo>
                    <a:pt x="996514" y="101872"/>
                  </a:lnTo>
                  <a:lnTo>
                    <a:pt x="988729" y="100004"/>
                  </a:lnTo>
                  <a:lnTo>
                    <a:pt x="980944" y="98396"/>
                  </a:lnTo>
                  <a:lnTo>
                    <a:pt x="973158" y="96823"/>
                  </a:lnTo>
                  <a:lnTo>
                    <a:pt x="965373" y="95875"/>
                  </a:lnTo>
                  <a:lnTo>
                    <a:pt x="957588" y="94607"/>
                  </a:lnTo>
                  <a:lnTo>
                    <a:pt x="949802" y="93285"/>
                  </a:lnTo>
                  <a:lnTo>
                    <a:pt x="942017" y="91656"/>
                  </a:lnTo>
                  <a:lnTo>
                    <a:pt x="934232" y="90535"/>
                  </a:lnTo>
                  <a:lnTo>
                    <a:pt x="926447" y="89365"/>
                  </a:lnTo>
                  <a:lnTo>
                    <a:pt x="918661" y="88068"/>
                  </a:lnTo>
                  <a:lnTo>
                    <a:pt x="910876" y="86769"/>
                  </a:lnTo>
                  <a:lnTo>
                    <a:pt x="903091" y="85445"/>
                  </a:lnTo>
                  <a:lnTo>
                    <a:pt x="895306" y="83510"/>
                  </a:lnTo>
                  <a:lnTo>
                    <a:pt x="887520" y="82525"/>
                  </a:lnTo>
                  <a:lnTo>
                    <a:pt x="879735" y="81232"/>
                  </a:lnTo>
                  <a:lnTo>
                    <a:pt x="871950" y="79836"/>
                  </a:lnTo>
                  <a:lnTo>
                    <a:pt x="864165" y="79017"/>
                  </a:lnTo>
                  <a:lnTo>
                    <a:pt x="856379" y="77796"/>
                  </a:lnTo>
                  <a:lnTo>
                    <a:pt x="848594" y="77258"/>
                  </a:lnTo>
                  <a:lnTo>
                    <a:pt x="840809" y="76549"/>
                  </a:lnTo>
                  <a:lnTo>
                    <a:pt x="833023" y="75722"/>
                  </a:lnTo>
                  <a:lnTo>
                    <a:pt x="825238" y="74414"/>
                  </a:lnTo>
                  <a:lnTo>
                    <a:pt x="817453" y="73533"/>
                  </a:lnTo>
                  <a:lnTo>
                    <a:pt x="809668" y="72506"/>
                  </a:lnTo>
                  <a:lnTo>
                    <a:pt x="801882" y="71293"/>
                  </a:lnTo>
                  <a:lnTo>
                    <a:pt x="794097" y="70476"/>
                  </a:lnTo>
                  <a:lnTo>
                    <a:pt x="786312" y="69572"/>
                  </a:lnTo>
                  <a:lnTo>
                    <a:pt x="778527" y="68301"/>
                  </a:lnTo>
                  <a:lnTo>
                    <a:pt x="770741" y="67341"/>
                  </a:lnTo>
                  <a:lnTo>
                    <a:pt x="762956" y="66157"/>
                  </a:lnTo>
                  <a:lnTo>
                    <a:pt x="755171" y="64782"/>
                  </a:lnTo>
                  <a:lnTo>
                    <a:pt x="747385" y="63622"/>
                  </a:lnTo>
                  <a:lnTo>
                    <a:pt x="739600" y="62548"/>
                  </a:lnTo>
                  <a:lnTo>
                    <a:pt x="731815" y="61672"/>
                  </a:lnTo>
                  <a:lnTo>
                    <a:pt x="724030" y="61099"/>
                  </a:lnTo>
                  <a:lnTo>
                    <a:pt x="716244" y="59910"/>
                  </a:lnTo>
                  <a:lnTo>
                    <a:pt x="708459" y="59029"/>
                  </a:lnTo>
                  <a:lnTo>
                    <a:pt x="700674" y="58077"/>
                  </a:lnTo>
                  <a:lnTo>
                    <a:pt x="692889" y="57153"/>
                  </a:lnTo>
                  <a:lnTo>
                    <a:pt x="685103" y="56419"/>
                  </a:lnTo>
                  <a:lnTo>
                    <a:pt x="677318" y="55818"/>
                  </a:lnTo>
                  <a:lnTo>
                    <a:pt x="669533" y="54702"/>
                  </a:lnTo>
                  <a:lnTo>
                    <a:pt x="661747" y="53846"/>
                  </a:lnTo>
                  <a:lnTo>
                    <a:pt x="653962" y="52989"/>
                  </a:lnTo>
                  <a:lnTo>
                    <a:pt x="646177" y="52066"/>
                  </a:lnTo>
                  <a:lnTo>
                    <a:pt x="638392" y="50650"/>
                  </a:lnTo>
                  <a:lnTo>
                    <a:pt x="630606" y="49515"/>
                  </a:lnTo>
                  <a:lnTo>
                    <a:pt x="622821" y="48367"/>
                  </a:lnTo>
                  <a:lnTo>
                    <a:pt x="615036" y="47393"/>
                  </a:lnTo>
                  <a:lnTo>
                    <a:pt x="607251" y="46605"/>
                  </a:lnTo>
                  <a:lnTo>
                    <a:pt x="599465" y="45819"/>
                  </a:lnTo>
                  <a:lnTo>
                    <a:pt x="591680" y="45045"/>
                  </a:lnTo>
                  <a:lnTo>
                    <a:pt x="583895" y="44250"/>
                  </a:lnTo>
                  <a:lnTo>
                    <a:pt x="576110" y="43507"/>
                  </a:lnTo>
                  <a:lnTo>
                    <a:pt x="568324" y="42746"/>
                  </a:lnTo>
                  <a:lnTo>
                    <a:pt x="560539" y="41972"/>
                  </a:lnTo>
                  <a:lnTo>
                    <a:pt x="552754" y="40673"/>
                  </a:lnTo>
                  <a:lnTo>
                    <a:pt x="544968" y="39350"/>
                  </a:lnTo>
                  <a:lnTo>
                    <a:pt x="537183" y="38023"/>
                  </a:lnTo>
                  <a:lnTo>
                    <a:pt x="529398" y="37306"/>
                  </a:lnTo>
                  <a:lnTo>
                    <a:pt x="521613" y="36619"/>
                  </a:lnTo>
                  <a:lnTo>
                    <a:pt x="513827" y="35949"/>
                  </a:lnTo>
                  <a:lnTo>
                    <a:pt x="506042" y="35399"/>
                  </a:lnTo>
                  <a:lnTo>
                    <a:pt x="498257" y="34363"/>
                  </a:lnTo>
                  <a:lnTo>
                    <a:pt x="490472" y="33405"/>
                  </a:lnTo>
                  <a:lnTo>
                    <a:pt x="482686" y="32749"/>
                  </a:lnTo>
                  <a:lnTo>
                    <a:pt x="474901" y="32239"/>
                  </a:lnTo>
                  <a:lnTo>
                    <a:pt x="467116" y="31966"/>
                  </a:lnTo>
                  <a:lnTo>
                    <a:pt x="459330" y="31482"/>
                  </a:lnTo>
                  <a:lnTo>
                    <a:pt x="451545" y="30654"/>
                  </a:lnTo>
                  <a:lnTo>
                    <a:pt x="443760" y="30000"/>
                  </a:lnTo>
                  <a:lnTo>
                    <a:pt x="435975" y="29613"/>
                  </a:lnTo>
                  <a:lnTo>
                    <a:pt x="428189" y="29127"/>
                  </a:lnTo>
                  <a:lnTo>
                    <a:pt x="420404" y="28342"/>
                  </a:lnTo>
                  <a:lnTo>
                    <a:pt x="412619" y="27559"/>
                  </a:lnTo>
                  <a:lnTo>
                    <a:pt x="404834" y="27002"/>
                  </a:lnTo>
                  <a:lnTo>
                    <a:pt x="397048" y="26371"/>
                  </a:lnTo>
                  <a:lnTo>
                    <a:pt x="389263" y="25654"/>
                  </a:lnTo>
                  <a:lnTo>
                    <a:pt x="381478" y="24916"/>
                  </a:lnTo>
                  <a:lnTo>
                    <a:pt x="373692" y="23984"/>
                  </a:lnTo>
                  <a:lnTo>
                    <a:pt x="365907" y="23207"/>
                  </a:lnTo>
                  <a:lnTo>
                    <a:pt x="358122" y="22673"/>
                  </a:lnTo>
                  <a:lnTo>
                    <a:pt x="350337" y="21954"/>
                  </a:lnTo>
                  <a:lnTo>
                    <a:pt x="342551" y="21117"/>
                  </a:lnTo>
                  <a:lnTo>
                    <a:pt x="334766" y="20673"/>
                  </a:lnTo>
                  <a:lnTo>
                    <a:pt x="326981" y="19960"/>
                  </a:lnTo>
                  <a:lnTo>
                    <a:pt x="319196" y="19260"/>
                  </a:lnTo>
                  <a:lnTo>
                    <a:pt x="311410" y="18562"/>
                  </a:lnTo>
                  <a:lnTo>
                    <a:pt x="303625" y="18184"/>
                  </a:lnTo>
                  <a:lnTo>
                    <a:pt x="295840" y="17727"/>
                  </a:lnTo>
                  <a:lnTo>
                    <a:pt x="288055" y="17240"/>
                  </a:lnTo>
                  <a:lnTo>
                    <a:pt x="280269" y="16430"/>
                  </a:lnTo>
                  <a:lnTo>
                    <a:pt x="272484" y="15970"/>
                  </a:lnTo>
                  <a:lnTo>
                    <a:pt x="264699" y="15385"/>
                  </a:lnTo>
                  <a:lnTo>
                    <a:pt x="256913" y="14774"/>
                  </a:lnTo>
                  <a:lnTo>
                    <a:pt x="249128" y="14404"/>
                  </a:lnTo>
                  <a:lnTo>
                    <a:pt x="241343" y="14134"/>
                  </a:lnTo>
                  <a:lnTo>
                    <a:pt x="233558" y="13825"/>
                  </a:lnTo>
                  <a:lnTo>
                    <a:pt x="225772" y="13327"/>
                  </a:lnTo>
                  <a:lnTo>
                    <a:pt x="217987" y="12894"/>
                  </a:lnTo>
                  <a:lnTo>
                    <a:pt x="210202" y="12461"/>
                  </a:lnTo>
                  <a:lnTo>
                    <a:pt x="202417" y="12020"/>
                  </a:lnTo>
                  <a:lnTo>
                    <a:pt x="194631" y="11469"/>
                  </a:lnTo>
                  <a:lnTo>
                    <a:pt x="186846" y="10927"/>
                  </a:lnTo>
                  <a:lnTo>
                    <a:pt x="179061" y="10706"/>
                  </a:lnTo>
                  <a:lnTo>
                    <a:pt x="171275" y="10002"/>
                  </a:lnTo>
                  <a:lnTo>
                    <a:pt x="163490" y="9843"/>
                  </a:lnTo>
                  <a:lnTo>
                    <a:pt x="155705" y="9216"/>
                  </a:lnTo>
                  <a:lnTo>
                    <a:pt x="147920" y="8530"/>
                  </a:lnTo>
                  <a:lnTo>
                    <a:pt x="140134" y="7884"/>
                  </a:lnTo>
                  <a:lnTo>
                    <a:pt x="132349" y="7335"/>
                  </a:lnTo>
                  <a:lnTo>
                    <a:pt x="124564" y="7245"/>
                  </a:lnTo>
                  <a:lnTo>
                    <a:pt x="116779" y="6775"/>
                  </a:lnTo>
                  <a:lnTo>
                    <a:pt x="108993" y="6222"/>
                  </a:lnTo>
                  <a:lnTo>
                    <a:pt x="101208" y="5949"/>
                  </a:lnTo>
                  <a:lnTo>
                    <a:pt x="93423" y="4912"/>
                  </a:lnTo>
                  <a:lnTo>
                    <a:pt x="85637" y="4790"/>
                  </a:lnTo>
                  <a:lnTo>
                    <a:pt x="77852" y="4712"/>
                  </a:lnTo>
                  <a:lnTo>
                    <a:pt x="70067" y="4343"/>
                  </a:lnTo>
                  <a:lnTo>
                    <a:pt x="62282" y="3978"/>
                  </a:lnTo>
                  <a:lnTo>
                    <a:pt x="54496" y="3494"/>
                  </a:lnTo>
                  <a:lnTo>
                    <a:pt x="46711" y="2989"/>
                  </a:lnTo>
                  <a:lnTo>
                    <a:pt x="38926" y="2482"/>
                  </a:lnTo>
                  <a:lnTo>
                    <a:pt x="31141" y="1977"/>
                  </a:lnTo>
                  <a:lnTo>
                    <a:pt x="23355" y="1555"/>
                  </a:lnTo>
                  <a:lnTo>
                    <a:pt x="15570" y="992"/>
                  </a:lnTo>
                  <a:lnTo>
                    <a:pt x="7785" y="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648531" y="2478982"/>
              <a:ext cx="2016385" cy="390702"/>
            </a:xfrm>
            <a:custGeom>
              <a:avLst/>
              <a:pathLst>
                <a:path w="2016385" h="390702">
                  <a:moveTo>
                    <a:pt x="0" y="0"/>
                  </a:moveTo>
                  <a:lnTo>
                    <a:pt x="7785" y="360"/>
                  </a:lnTo>
                  <a:lnTo>
                    <a:pt x="15570" y="722"/>
                  </a:lnTo>
                  <a:lnTo>
                    <a:pt x="23355" y="1088"/>
                  </a:lnTo>
                  <a:lnTo>
                    <a:pt x="31141" y="1475"/>
                  </a:lnTo>
                  <a:lnTo>
                    <a:pt x="38926" y="1958"/>
                  </a:lnTo>
                  <a:lnTo>
                    <a:pt x="46711" y="2495"/>
                  </a:lnTo>
                  <a:lnTo>
                    <a:pt x="54496" y="3026"/>
                  </a:lnTo>
                  <a:lnTo>
                    <a:pt x="62282" y="3405"/>
                  </a:lnTo>
                  <a:lnTo>
                    <a:pt x="70067" y="3881"/>
                  </a:lnTo>
                  <a:lnTo>
                    <a:pt x="77852" y="4287"/>
                  </a:lnTo>
                  <a:lnTo>
                    <a:pt x="85637" y="4698"/>
                  </a:lnTo>
                  <a:lnTo>
                    <a:pt x="93423" y="5112"/>
                  </a:lnTo>
                  <a:lnTo>
                    <a:pt x="101208" y="5499"/>
                  </a:lnTo>
                  <a:lnTo>
                    <a:pt x="108993" y="5784"/>
                  </a:lnTo>
                  <a:lnTo>
                    <a:pt x="116779" y="6154"/>
                  </a:lnTo>
                  <a:lnTo>
                    <a:pt x="124564" y="6578"/>
                  </a:lnTo>
                  <a:lnTo>
                    <a:pt x="132349" y="7064"/>
                  </a:lnTo>
                  <a:lnTo>
                    <a:pt x="140134" y="7466"/>
                  </a:lnTo>
                  <a:lnTo>
                    <a:pt x="147920" y="7779"/>
                  </a:lnTo>
                  <a:lnTo>
                    <a:pt x="155705" y="8229"/>
                  </a:lnTo>
                  <a:lnTo>
                    <a:pt x="163490" y="8712"/>
                  </a:lnTo>
                  <a:lnTo>
                    <a:pt x="171275" y="9200"/>
                  </a:lnTo>
                  <a:lnTo>
                    <a:pt x="179061" y="9525"/>
                  </a:lnTo>
                  <a:lnTo>
                    <a:pt x="186846" y="9799"/>
                  </a:lnTo>
                  <a:lnTo>
                    <a:pt x="194631" y="10244"/>
                  </a:lnTo>
                  <a:lnTo>
                    <a:pt x="202417" y="10585"/>
                  </a:lnTo>
                  <a:lnTo>
                    <a:pt x="210202" y="11098"/>
                  </a:lnTo>
                  <a:lnTo>
                    <a:pt x="217987" y="11353"/>
                  </a:lnTo>
                  <a:lnTo>
                    <a:pt x="225772" y="11872"/>
                  </a:lnTo>
                  <a:lnTo>
                    <a:pt x="233558" y="12386"/>
                  </a:lnTo>
                  <a:lnTo>
                    <a:pt x="241343" y="12803"/>
                  </a:lnTo>
                  <a:lnTo>
                    <a:pt x="249128" y="13400"/>
                  </a:lnTo>
                  <a:lnTo>
                    <a:pt x="256913" y="13960"/>
                  </a:lnTo>
                  <a:lnTo>
                    <a:pt x="264699" y="14418"/>
                  </a:lnTo>
                  <a:lnTo>
                    <a:pt x="272484" y="14680"/>
                  </a:lnTo>
                  <a:lnTo>
                    <a:pt x="280269" y="15022"/>
                  </a:lnTo>
                  <a:lnTo>
                    <a:pt x="288055" y="15402"/>
                  </a:lnTo>
                  <a:lnTo>
                    <a:pt x="295840" y="15800"/>
                  </a:lnTo>
                  <a:lnTo>
                    <a:pt x="303625" y="16413"/>
                  </a:lnTo>
                  <a:lnTo>
                    <a:pt x="311410" y="16777"/>
                  </a:lnTo>
                  <a:lnTo>
                    <a:pt x="319196" y="17061"/>
                  </a:lnTo>
                  <a:lnTo>
                    <a:pt x="326981" y="17697"/>
                  </a:lnTo>
                  <a:lnTo>
                    <a:pt x="334766" y="18323"/>
                  </a:lnTo>
                  <a:lnTo>
                    <a:pt x="342551" y="18892"/>
                  </a:lnTo>
                  <a:lnTo>
                    <a:pt x="350337" y="19302"/>
                  </a:lnTo>
                  <a:lnTo>
                    <a:pt x="358122" y="19698"/>
                  </a:lnTo>
                  <a:lnTo>
                    <a:pt x="365907" y="19922"/>
                  </a:lnTo>
                  <a:lnTo>
                    <a:pt x="373692" y="20288"/>
                  </a:lnTo>
                  <a:lnTo>
                    <a:pt x="381478" y="20781"/>
                  </a:lnTo>
                  <a:lnTo>
                    <a:pt x="389263" y="21146"/>
                  </a:lnTo>
                  <a:lnTo>
                    <a:pt x="397048" y="21519"/>
                  </a:lnTo>
                  <a:lnTo>
                    <a:pt x="404834" y="21999"/>
                  </a:lnTo>
                  <a:lnTo>
                    <a:pt x="412619" y="22361"/>
                  </a:lnTo>
                  <a:lnTo>
                    <a:pt x="420404" y="22782"/>
                  </a:lnTo>
                  <a:lnTo>
                    <a:pt x="428189" y="23233"/>
                  </a:lnTo>
                  <a:lnTo>
                    <a:pt x="435975" y="23615"/>
                  </a:lnTo>
                  <a:lnTo>
                    <a:pt x="443760" y="24081"/>
                  </a:lnTo>
                  <a:lnTo>
                    <a:pt x="451545" y="24338"/>
                  </a:lnTo>
                  <a:lnTo>
                    <a:pt x="459330" y="24623"/>
                  </a:lnTo>
                  <a:lnTo>
                    <a:pt x="467116" y="25022"/>
                  </a:lnTo>
                  <a:lnTo>
                    <a:pt x="474901" y="25430"/>
                  </a:lnTo>
                  <a:lnTo>
                    <a:pt x="482686" y="25779"/>
                  </a:lnTo>
                  <a:lnTo>
                    <a:pt x="490472" y="26080"/>
                  </a:lnTo>
                  <a:lnTo>
                    <a:pt x="498257" y="26442"/>
                  </a:lnTo>
                  <a:lnTo>
                    <a:pt x="506042" y="26825"/>
                  </a:lnTo>
                  <a:lnTo>
                    <a:pt x="513827" y="27458"/>
                  </a:lnTo>
                  <a:lnTo>
                    <a:pt x="521613" y="27993"/>
                  </a:lnTo>
                  <a:lnTo>
                    <a:pt x="529398" y="28358"/>
                  </a:lnTo>
                  <a:lnTo>
                    <a:pt x="537183" y="28571"/>
                  </a:lnTo>
                  <a:lnTo>
                    <a:pt x="544968" y="28742"/>
                  </a:lnTo>
                  <a:lnTo>
                    <a:pt x="552754" y="29124"/>
                  </a:lnTo>
                  <a:lnTo>
                    <a:pt x="560539" y="29518"/>
                  </a:lnTo>
                  <a:lnTo>
                    <a:pt x="568324" y="29799"/>
                  </a:lnTo>
                  <a:lnTo>
                    <a:pt x="576110" y="30310"/>
                  </a:lnTo>
                  <a:lnTo>
                    <a:pt x="583895" y="30712"/>
                  </a:lnTo>
                  <a:lnTo>
                    <a:pt x="591680" y="30939"/>
                  </a:lnTo>
                  <a:lnTo>
                    <a:pt x="599465" y="31137"/>
                  </a:lnTo>
                  <a:lnTo>
                    <a:pt x="607251" y="31606"/>
                  </a:lnTo>
                  <a:lnTo>
                    <a:pt x="615036" y="31803"/>
                  </a:lnTo>
                  <a:lnTo>
                    <a:pt x="622821" y="31928"/>
                  </a:lnTo>
                  <a:lnTo>
                    <a:pt x="630606" y="32527"/>
                  </a:lnTo>
                  <a:lnTo>
                    <a:pt x="638392" y="32736"/>
                  </a:lnTo>
                  <a:lnTo>
                    <a:pt x="646177" y="32946"/>
                  </a:lnTo>
                  <a:lnTo>
                    <a:pt x="653962" y="33160"/>
                  </a:lnTo>
                  <a:lnTo>
                    <a:pt x="661747" y="33676"/>
                  </a:lnTo>
                  <a:lnTo>
                    <a:pt x="669533" y="33991"/>
                  </a:lnTo>
                  <a:lnTo>
                    <a:pt x="677318" y="34412"/>
                  </a:lnTo>
                  <a:lnTo>
                    <a:pt x="685103" y="34832"/>
                  </a:lnTo>
                  <a:lnTo>
                    <a:pt x="692889" y="35026"/>
                  </a:lnTo>
                  <a:lnTo>
                    <a:pt x="700674" y="35658"/>
                  </a:lnTo>
                  <a:lnTo>
                    <a:pt x="708459" y="35805"/>
                  </a:lnTo>
                  <a:lnTo>
                    <a:pt x="716244" y="35910"/>
                  </a:lnTo>
                  <a:lnTo>
                    <a:pt x="724030" y="36162"/>
                  </a:lnTo>
                  <a:lnTo>
                    <a:pt x="731815" y="36608"/>
                  </a:lnTo>
                  <a:lnTo>
                    <a:pt x="739600" y="36748"/>
                  </a:lnTo>
                  <a:lnTo>
                    <a:pt x="747385" y="37090"/>
                  </a:lnTo>
                  <a:lnTo>
                    <a:pt x="755171" y="37412"/>
                  </a:lnTo>
                  <a:lnTo>
                    <a:pt x="762956" y="37667"/>
                  </a:lnTo>
                  <a:lnTo>
                    <a:pt x="770741" y="37923"/>
                  </a:lnTo>
                  <a:lnTo>
                    <a:pt x="778527" y="38211"/>
                  </a:lnTo>
                  <a:lnTo>
                    <a:pt x="786312" y="38431"/>
                  </a:lnTo>
                  <a:lnTo>
                    <a:pt x="794097" y="38724"/>
                  </a:lnTo>
                  <a:lnTo>
                    <a:pt x="801882" y="39162"/>
                  </a:lnTo>
                  <a:lnTo>
                    <a:pt x="809668" y="39602"/>
                  </a:lnTo>
                  <a:lnTo>
                    <a:pt x="817453" y="39989"/>
                  </a:lnTo>
                  <a:lnTo>
                    <a:pt x="825238" y="40055"/>
                  </a:lnTo>
                  <a:lnTo>
                    <a:pt x="833023" y="40601"/>
                  </a:lnTo>
                  <a:lnTo>
                    <a:pt x="840809" y="40832"/>
                  </a:lnTo>
                  <a:lnTo>
                    <a:pt x="848594" y="40855"/>
                  </a:lnTo>
                  <a:lnTo>
                    <a:pt x="856379" y="41329"/>
                  </a:lnTo>
                  <a:lnTo>
                    <a:pt x="864165" y="41953"/>
                  </a:lnTo>
                  <a:lnTo>
                    <a:pt x="871950" y="42482"/>
                  </a:lnTo>
                  <a:lnTo>
                    <a:pt x="879735" y="42490"/>
                  </a:lnTo>
                  <a:lnTo>
                    <a:pt x="887520" y="42343"/>
                  </a:lnTo>
                  <a:lnTo>
                    <a:pt x="895306" y="42493"/>
                  </a:lnTo>
                  <a:lnTo>
                    <a:pt x="903091" y="42892"/>
                  </a:lnTo>
                  <a:lnTo>
                    <a:pt x="910876" y="43220"/>
                  </a:lnTo>
                  <a:lnTo>
                    <a:pt x="918661" y="43360"/>
                  </a:lnTo>
                  <a:lnTo>
                    <a:pt x="926447" y="43659"/>
                  </a:lnTo>
                  <a:lnTo>
                    <a:pt x="934232" y="43822"/>
                  </a:lnTo>
                  <a:lnTo>
                    <a:pt x="942017" y="43861"/>
                  </a:lnTo>
                  <a:lnTo>
                    <a:pt x="949802" y="43982"/>
                  </a:lnTo>
                  <a:lnTo>
                    <a:pt x="957588" y="44331"/>
                  </a:lnTo>
                  <a:lnTo>
                    <a:pt x="965373" y="44780"/>
                  </a:lnTo>
                  <a:lnTo>
                    <a:pt x="973158" y="45296"/>
                  </a:lnTo>
                  <a:lnTo>
                    <a:pt x="980944" y="45579"/>
                  </a:lnTo>
                  <a:lnTo>
                    <a:pt x="988729" y="45768"/>
                  </a:lnTo>
                  <a:lnTo>
                    <a:pt x="996514" y="46122"/>
                  </a:lnTo>
                  <a:lnTo>
                    <a:pt x="1004299" y="46710"/>
                  </a:lnTo>
                  <a:lnTo>
                    <a:pt x="1012085" y="47115"/>
                  </a:lnTo>
                  <a:lnTo>
                    <a:pt x="1019870" y="47126"/>
                  </a:lnTo>
                  <a:lnTo>
                    <a:pt x="1027655" y="47215"/>
                  </a:lnTo>
                  <a:lnTo>
                    <a:pt x="1035440" y="47269"/>
                  </a:lnTo>
                  <a:lnTo>
                    <a:pt x="1043226" y="47322"/>
                  </a:lnTo>
                  <a:lnTo>
                    <a:pt x="1051011" y="47408"/>
                  </a:lnTo>
                  <a:lnTo>
                    <a:pt x="1058796" y="47537"/>
                  </a:lnTo>
                  <a:lnTo>
                    <a:pt x="1066582" y="47607"/>
                  </a:lnTo>
                  <a:lnTo>
                    <a:pt x="1074367" y="47708"/>
                  </a:lnTo>
                  <a:lnTo>
                    <a:pt x="1082152" y="47697"/>
                  </a:lnTo>
                  <a:lnTo>
                    <a:pt x="1089937" y="47801"/>
                  </a:lnTo>
                  <a:lnTo>
                    <a:pt x="1097723" y="48189"/>
                  </a:lnTo>
                  <a:lnTo>
                    <a:pt x="1105508" y="48574"/>
                  </a:lnTo>
                  <a:lnTo>
                    <a:pt x="1113293" y="48889"/>
                  </a:lnTo>
                  <a:lnTo>
                    <a:pt x="1121078" y="49255"/>
                  </a:lnTo>
                  <a:lnTo>
                    <a:pt x="1128864" y="49616"/>
                  </a:lnTo>
                  <a:lnTo>
                    <a:pt x="1136649" y="49981"/>
                  </a:lnTo>
                  <a:lnTo>
                    <a:pt x="1144434" y="50051"/>
                  </a:lnTo>
                  <a:lnTo>
                    <a:pt x="1152220" y="49811"/>
                  </a:lnTo>
                  <a:lnTo>
                    <a:pt x="1160005" y="50002"/>
                  </a:lnTo>
                  <a:lnTo>
                    <a:pt x="1167790" y="50211"/>
                  </a:lnTo>
                  <a:lnTo>
                    <a:pt x="1175575" y="50288"/>
                  </a:lnTo>
                  <a:lnTo>
                    <a:pt x="1183361" y="50428"/>
                  </a:lnTo>
                  <a:lnTo>
                    <a:pt x="1191146" y="50450"/>
                  </a:lnTo>
                  <a:lnTo>
                    <a:pt x="1198931" y="50786"/>
                  </a:lnTo>
                  <a:lnTo>
                    <a:pt x="1206716" y="51058"/>
                  </a:lnTo>
                  <a:lnTo>
                    <a:pt x="1214502" y="51249"/>
                  </a:lnTo>
                  <a:lnTo>
                    <a:pt x="1222287" y="51446"/>
                  </a:lnTo>
                  <a:lnTo>
                    <a:pt x="1230072" y="51723"/>
                  </a:lnTo>
                  <a:lnTo>
                    <a:pt x="1237857" y="52030"/>
                  </a:lnTo>
                  <a:lnTo>
                    <a:pt x="1245643" y="52269"/>
                  </a:lnTo>
                  <a:lnTo>
                    <a:pt x="1253428" y="52223"/>
                  </a:lnTo>
                  <a:lnTo>
                    <a:pt x="1261213" y="52316"/>
                  </a:lnTo>
                  <a:lnTo>
                    <a:pt x="1268999" y="52602"/>
                  </a:lnTo>
                  <a:lnTo>
                    <a:pt x="1276784" y="52790"/>
                  </a:lnTo>
                  <a:lnTo>
                    <a:pt x="1284569" y="52873"/>
                  </a:lnTo>
                  <a:lnTo>
                    <a:pt x="1292354" y="52726"/>
                  </a:lnTo>
                  <a:lnTo>
                    <a:pt x="1300140" y="52582"/>
                  </a:lnTo>
                  <a:lnTo>
                    <a:pt x="1307925" y="52547"/>
                  </a:lnTo>
                  <a:lnTo>
                    <a:pt x="1315710" y="52761"/>
                  </a:lnTo>
                  <a:lnTo>
                    <a:pt x="1323495" y="52758"/>
                  </a:lnTo>
                  <a:lnTo>
                    <a:pt x="1331281" y="52692"/>
                  </a:lnTo>
                  <a:lnTo>
                    <a:pt x="1339066" y="52868"/>
                  </a:lnTo>
                  <a:lnTo>
                    <a:pt x="1346851" y="53108"/>
                  </a:lnTo>
                  <a:lnTo>
                    <a:pt x="1354637" y="53139"/>
                  </a:lnTo>
                  <a:lnTo>
                    <a:pt x="1362422" y="53318"/>
                  </a:lnTo>
                  <a:lnTo>
                    <a:pt x="1370207" y="53505"/>
                  </a:lnTo>
                  <a:lnTo>
                    <a:pt x="1377992" y="53965"/>
                  </a:lnTo>
                  <a:lnTo>
                    <a:pt x="1385778" y="53962"/>
                  </a:lnTo>
                  <a:lnTo>
                    <a:pt x="1393563" y="54041"/>
                  </a:lnTo>
                  <a:lnTo>
                    <a:pt x="1401348" y="54214"/>
                  </a:lnTo>
                  <a:lnTo>
                    <a:pt x="1409133" y="54365"/>
                  </a:lnTo>
                  <a:lnTo>
                    <a:pt x="1416919" y="54424"/>
                  </a:lnTo>
                  <a:lnTo>
                    <a:pt x="1424704" y="54483"/>
                  </a:lnTo>
                  <a:lnTo>
                    <a:pt x="1432489" y="54545"/>
                  </a:lnTo>
                  <a:lnTo>
                    <a:pt x="1440275" y="54613"/>
                  </a:lnTo>
                  <a:lnTo>
                    <a:pt x="1448060" y="54681"/>
                  </a:lnTo>
                  <a:lnTo>
                    <a:pt x="1455845" y="54746"/>
                  </a:lnTo>
                  <a:lnTo>
                    <a:pt x="1463630" y="54806"/>
                  </a:lnTo>
                  <a:lnTo>
                    <a:pt x="1471416" y="54866"/>
                  </a:lnTo>
                  <a:lnTo>
                    <a:pt x="1479201" y="54952"/>
                  </a:lnTo>
                  <a:lnTo>
                    <a:pt x="1486986" y="55015"/>
                  </a:lnTo>
                  <a:lnTo>
                    <a:pt x="1494771" y="55078"/>
                  </a:lnTo>
                  <a:lnTo>
                    <a:pt x="1502557" y="55108"/>
                  </a:lnTo>
                  <a:lnTo>
                    <a:pt x="1510342" y="55074"/>
                  </a:lnTo>
                  <a:lnTo>
                    <a:pt x="1518127" y="55004"/>
                  </a:lnTo>
                  <a:lnTo>
                    <a:pt x="1525912" y="54951"/>
                  </a:lnTo>
                  <a:lnTo>
                    <a:pt x="1533698" y="54839"/>
                  </a:lnTo>
                  <a:lnTo>
                    <a:pt x="1541483" y="54635"/>
                  </a:lnTo>
                  <a:lnTo>
                    <a:pt x="1549268" y="54570"/>
                  </a:lnTo>
                  <a:lnTo>
                    <a:pt x="1557054" y="54565"/>
                  </a:lnTo>
                  <a:lnTo>
                    <a:pt x="1564839" y="54481"/>
                  </a:lnTo>
                  <a:lnTo>
                    <a:pt x="1572624" y="54572"/>
                  </a:lnTo>
                  <a:lnTo>
                    <a:pt x="1580409" y="54594"/>
                  </a:lnTo>
                  <a:lnTo>
                    <a:pt x="1588195" y="54542"/>
                  </a:lnTo>
                  <a:lnTo>
                    <a:pt x="1595980" y="54491"/>
                  </a:lnTo>
                  <a:lnTo>
                    <a:pt x="1603765" y="54439"/>
                  </a:lnTo>
                  <a:lnTo>
                    <a:pt x="1611550" y="54387"/>
                  </a:lnTo>
                  <a:lnTo>
                    <a:pt x="1619336" y="54336"/>
                  </a:lnTo>
                  <a:lnTo>
                    <a:pt x="1627121" y="54284"/>
                  </a:lnTo>
                  <a:lnTo>
                    <a:pt x="1634906" y="54232"/>
                  </a:lnTo>
                  <a:lnTo>
                    <a:pt x="1642692" y="54181"/>
                  </a:lnTo>
                  <a:lnTo>
                    <a:pt x="1650477" y="54129"/>
                  </a:lnTo>
                  <a:lnTo>
                    <a:pt x="1658262" y="54077"/>
                  </a:lnTo>
                  <a:lnTo>
                    <a:pt x="1666047" y="54026"/>
                  </a:lnTo>
                  <a:lnTo>
                    <a:pt x="1673833" y="53974"/>
                  </a:lnTo>
                  <a:lnTo>
                    <a:pt x="1681618" y="53923"/>
                  </a:lnTo>
                  <a:lnTo>
                    <a:pt x="1689403" y="53871"/>
                  </a:lnTo>
                  <a:lnTo>
                    <a:pt x="1697188" y="53820"/>
                  </a:lnTo>
                  <a:lnTo>
                    <a:pt x="1704974" y="53771"/>
                  </a:lnTo>
                  <a:lnTo>
                    <a:pt x="1712759" y="53728"/>
                  </a:lnTo>
                  <a:lnTo>
                    <a:pt x="1720544" y="53685"/>
                  </a:lnTo>
                  <a:lnTo>
                    <a:pt x="1728330" y="53642"/>
                  </a:lnTo>
                  <a:lnTo>
                    <a:pt x="1736115" y="53776"/>
                  </a:lnTo>
                  <a:lnTo>
                    <a:pt x="1743900" y="54008"/>
                  </a:lnTo>
                  <a:lnTo>
                    <a:pt x="1751685" y="54241"/>
                  </a:lnTo>
                  <a:lnTo>
                    <a:pt x="1759471" y="54474"/>
                  </a:lnTo>
                  <a:lnTo>
                    <a:pt x="1767256" y="54707"/>
                  </a:lnTo>
                  <a:lnTo>
                    <a:pt x="1775041" y="54941"/>
                  </a:lnTo>
                  <a:lnTo>
                    <a:pt x="1782826" y="54939"/>
                  </a:lnTo>
                  <a:lnTo>
                    <a:pt x="1790612" y="54928"/>
                  </a:lnTo>
                  <a:lnTo>
                    <a:pt x="1798397" y="54917"/>
                  </a:lnTo>
                  <a:lnTo>
                    <a:pt x="1806182" y="54910"/>
                  </a:lnTo>
                  <a:lnTo>
                    <a:pt x="1813967" y="54907"/>
                  </a:lnTo>
                  <a:lnTo>
                    <a:pt x="1821753" y="54903"/>
                  </a:lnTo>
                  <a:lnTo>
                    <a:pt x="1829538" y="54900"/>
                  </a:lnTo>
                  <a:lnTo>
                    <a:pt x="1837323" y="54896"/>
                  </a:lnTo>
                  <a:lnTo>
                    <a:pt x="1845109" y="54893"/>
                  </a:lnTo>
                  <a:lnTo>
                    <a:pt x="1852894" y="54889"/>
                  </a:lnTo>
                  <a:lnTo>
                    <a:pt x="1860679" y="55135"/>
                  </a:lnTo>
                  <a:lnTo>
                    <a:pt x="1868464" y="55388"/>
                  </a:lnTo>
                  <a:lnTo>
                    <a:pt x="1876250" y="55457"/>
                  </a:lnTo>
                  <a:lnTo>
                    <a:pt x="1884035" y="54986"/>
                  </a:lnTo>
                  <a:lnTo>
                    <a:pt x="1891820" y="54830"/>
                  </a:lnTo>
                  <a:lnTo>
                    <a:pt x="1899605" y="54820"/>
                  </a:lnTo>
                  <a:lnTo>
                    <a:pt x="1907391" y="54841"/>
                  </a:lnTo>
                  <a:lnTo>
                    <a:pt x="1915176" y="55170"/>
                  </a:lnTo>
                  <a:lnTo>
                    <a:pt x="1922961" y="55499"/>
                  </a:lnTo>
                  <a:lnTo>
                    <a:pt x="1930747" y="55829"/>
                  </a:lnTo>
                  <a:lnTo>
                    <a:pt x="1938532" y="56160"/>
                  </a:lnTo>
                  <a:lnTo>
                    <a:pt x="1946317" y="56239"/>
                  </a:lnTo>
                  <a:lnTo>
                    <a:pt x="1954102" y="56087"/>
                  </a:lnTo>
                  <a:lnTo>
                    <a:pt x="1961888" y="55887"/>
                  </a:lnTo>
                  <a:lnTo>
                    <a:pt x="1969673" y="55687"/>
                  </a:lnTo>
                  <a:lnTo>
                    <a:pt x="1977458" y="55487"/>
                  </a:lnTo>
                  <a:lnTo>
                    <a:pt x="1985243" y="55288"/>
                  </a:lnTo>
                  <a:lnTo>
                    <a:pt x="1993029" y="55089"/>
                  </a:lnTo>
                  <a:lnTo>
                    <a:pt x="2000814" y="54890"/>
                  </a:lnTo>
                  <a:lnTo>
                    <a:pt x="2008599" y="54691"/>
                  </a:lnTo>
                  <a:lnTo>
                    <a:pt x="2016385" y="54671"/>
                  </a:lnTo>
                  <a:lnTo>
                    <a:pt x="2016385" y="390702"/>
                  </a:lnTo>
                  <a:lnTo>
                    <a:pt x="2008599" y="389327"/>
                  </a:lnTo>
                  <a:lnTo>
                    <a:pt x="2000814" y="387871"/>
                  </a:lnTo>
                  <a:lnTo>
                    <a:pt x="1993029" y="386449"/>
                  </a:lnTo>
                  <a:lnTo>
                    <a:pt x="1985243" y="384768"/>
                  </a:lnTo>
                  <a:lnTo>
                    <a:pt x="1977458" y="382993"/>
                  </a:lnTo>
                  <a:lnTo>
                    <a:pt x="1969673" y="381211"/>
                  </a:lnTo>
                  <a:lnTo>
                    <a:pt x="1961888" y="379425"/>
                  </a:lnTo>
                  <a:lnTo>
                    <a:pt x="1954102" y="377632"/>
                  </a:lnTo>
                  <a:lnTo>
                    <a:pt x="1946317" y="375834"/>
                  </a:lnTo>
                  <a:lnTo>
                    <a:pt x="1938532" y="374031"/>
                  </a:lnTo>
                  <a:lnTo>
                    <a:pt x="1930747" y="372223"/>
                  </a:lnTo>
                  <a:lnTo>
                    <a:pt x="1922961" y="370409"/>
                  </a:lnTo>
                  <a:lnTo>
                    <a:pt x="1915176" y="368927"/>
                  </a:lnTo>
                  <a:lnTo>
                    <a:pt x="1907391" y="367524"/>
                  </a:lnTo>
                  <a:lnTo>
                    <a:pt x="1899605" y="365917"/>
                  </a:lnTo>
                  <a:lnTo>
                    <a:pt x="1891820" y="364476"/>
                  </a:lnTo>
                  <a:lnTo>
                    <a:pt x="1884035" y="363024"/>
                  </a:lnTo>
                  <a:lnTo>
                    <a:pt x="1876250" y="361450"/>
                  </a:lnTo>
                  <a:lnTo>
                    <a:pt x="1868464" y="359717"/>
                  </a:lnTo>
                  <a:lnTo>
                    <a:pt x="1860679" y="357968"/>
                  </a:lnTo>
                  <a:lnTo>
                    <a:pt x="1852894" y="356179"/>
                  </a:lnTo>
                  <a:lnTo>
                    <a:pt x="1845109" y="354474"/>
                  </a:lnTo>
                  <a:lnTo>
                    <a:pt x="1837323" y="352724"/>
                  </a:lnTo>
                  <a:lnTo>
                    <a:pt x="1829538" y="350962"/>
                  </a:lnTo>
                  <a:lnTo>
                    <a:pt x="1821753" y="349228"/>
                  </a:lnTo>
                  <a:lnTo>
                    <a:pt x="1813967" y="347641"/>
                  </a:lnTo>
                  <a:lnTo>
                    <a:pt x="1806182" y="346126"/>
                  </a:lnTo>
                  <a:lnTo>
                    <a:pt x="1798397" y="344611"/>
                  </a:lnTo>
                  <a:lnTo>
                    <a:pt x="1790612" y="343094"/>
                  </a:lnTo>
                  <a:lnTo>
                    <a:pt x="1782826" y="341575"/>
                  </a:lnTo>
                  <a:lnTo>
                    <a:pt x="1775041" y="340050"/>
                  </a:lnTo>
                  <a:lnTo>
                    <a:pt x="1767256" y="338598"/>
                  </a:lnTo>
                  <a:lnTo>
                    <a:pt x="1759471" y="337297"/>
                  </a:lnTo>
                  <a:lnTo>
                    <a:pt x="1751685" y="335994"/>
                  </a:lnTo>
                  <a:lnTo>
                    <a:pt x="1743900" y="334690"/>
                  </a:lnTo>
                  <a:lnTo>
                    <a:pt x="1736115" y="333017"/>
                  </a:lnTo>
                  <a:lnTo>
                    <a:pt x="1728330" y="331306"/>
                  </a:lnTo>
                  <a:lnTo>
                    <a:pt x="1720544" y="329593"/>
                  </a:lnTo>
                  <a:lnTo>
                    <a:pt x="1712759" y="327996"/>
                  </a:lnTo>
                  <a:lnTo>
                    <a:pt x="1704974" y="326505"/>
                  </a:lnTo>
                  <a:lnTo>
                    <a:pt x="1697188" y="325013"/>
                  </a:lnTo>
                  <a:lnTo>
                    <a:pt x="1689403" y="323533"/>
                  </a:lnTo>
                  <a:lnTo>
                    <a:pt x="1681618" y="322056"/>
                  </a:lnTo>
                  <a:lnTo>
                    <a:pt x="1673833" y="320578"/>
                  </a:lnTo>
                  <a:lnTo>
                    <a:pt x="1666047" y="319098"/>
                  </a:lnTo>
                  <a:lnTo>
                    <a:pt x="1658262" y="317617"/>
                  </a:lnTo>
                  <a:lnTo>
                    <a:pt x="1650477" y="316135"/>
                  </a:lnTo>
                  <a:lnTo>
                    <a:pt x="1642692" y="314646"/>
                  </a:lnTo>
                  <a:lnTo>
                    <a:pt x="1634906" y="313148"/>
                  </a:lnTo>
                  <a:lnTo>
                    <a:pt x="1627121" y="311645"/>
                  </a:lnTo>
                  <a:lnTo>
                    <a:pt x="1619336" y="309755"/>
                  </a:lnTo>
                  <a:lnTo>
                    <a:pt x="1611550" y="307735"/>
                  </a:lnTo>
                  <a:lnTo>
                    <a:pt x="1603765" y="305910"/>
                  </a:lnTo>
                  <a:lnTo>
                    <a:pt x="1595980" y="304338"/>
                  </a:lnTo>
                  <a:lnTo>
                    <a:pt x="1588195" y="302766"/>
                  </a:lnTo>
                  <a:lnTo>
                    <a:pt x="1580409" y="301193"/>
                  </a:lnTo>
                  <a:lnTo>
                    <a:pt x="1572624" y="299414"/>
                  </a:lnTo>
                  <a:lnTo>
                    <a:pt x="1564839" y="297612"/>
                  </a:lnTo>
                  <a:lnTo>
                    <a:pt x="1557054" y="295811"/>
                  </a:lnTo>
                  <a:lnTo>
                    <a:pt x="1549268" y="294008"/>
                  </a:lnTo>
                  <a:lnTo>
                    <a:pt x="1541483" y="292545"/>
                  </a:lnTo>
                  <a:lnTo>
                    <a:pt x="1533698" y="291184"/>
                  </a:lnTo>
                  <a:lnTo>
                    <a:pt x="1525912" y="289822"/>
                  </a:lnTo>
                  <a:lnTo>
                    <a:pt x="1518127" y="288460"/>
                  </a:lnTo>
                  <a:lnTo>
                    <a:pt x="1510342" y="287071"/>
                  </a:lnTo>
                  <a:lnTo>
                    <a:pt x="1502557" y="285506"/>
                  </a:lnTo>
                  <a:lnTo>
                    <a:pt x="1494771" y="283941"/>
                  </a:lnTo>
                  <a:lnTo>
                    <a:pt x="1486986" y="282363"/>
                  </a:lnTo>
                  <a:lnTo>
                    <a:pt x="1479201" y="280666"/>
                  </a:lnTo>
                  <a:lnTo>
                    <a:pt x="1471416" y="279226"/>
                  </a:lnTo>
                  <a:lnTo>
                    <a:pt x="1463630" y="277664"/>
                  </a:lnTo>
                  <a:lnTo>
                    <a:pt x="1455845" y="276084"/>
                  </a:lnTo>
                  <a:lnTo>
                    <a:pt x="1448060" y="274521"/>
                  </a:lnTo>
                  <a:lnTo>
                    <a:pt x="1440275" y="272955"/>
                  </a:lnTo>
                  <a:lnTo>
                    <a:pt x="1432489" y="271139"/>
                  </a:lnTo>
                  <a:lnTo>
                    <a:pt x="1424704" y="269020"/>
                  </a:lnTo>
                  <a:lnTo>
                    <a:pt x="1416919" y="267559"/>
                  </a:lnTo>
                  <a:lnTo>
                    <a:pt x="1409133" y="266098"/>
                  </a:lnTo>
                  <a:lnTo>
                    <a:pt x="1401348" y="264637"/>
                  </a:lnTo>
                  <a:lnTo>
                    <a:pt x="1393563" y="263297"/>
                  </a:lnTo>
                  <a:lnTo>
                    <a:pt x="1385778" y="261994"/>
                  </a:lnTo>
                  <a:lnTo>
                    <a:pt x="1377992" y="260443"/>
                  </a:lnTo>
                  <a:lnTo>
                    <a:pt x="1370207" y="258886"/>
                  </a:lnTo>
                  <a:lnTo>
                    <a:pt x="1362422" y="257350"/>
                  </a:lnTo>
                  <a:lnTo>
                    <a:pt x="1354637" y="255753"/>
                  </a:lnTo>
                  <a:lnTo>
                    <a:pt x="1346851" y="254202"/>
                  </a:lnTo>
                  <a:lnTo>
                    <a:pt x="1339066" y="252650"/>
                  </a:lnTo>
                  <a:lnTo>
                    <a:pt x="1331281" y="251219"/>
                  </a:lnTo>
                  <a:lnTo>
                    <a:pt x="1323495" y="250012"/>
                  </a:lnTo>
                  <a:lnTo>
                    <a:pt x="1315710" y="248659"/>
                  </a:lnTo>
                  <a:lnTo>
                    <a:pt x="1307925" y="247213"/>
                  </a:lnTo>
                  <a:lnTo>
                    <a:pt x="1300140" y="245670"/>
                  </a:lnTo>
                  <a:lnTo>
                    <a:pt x="1292354" y="244281"/>
                  </a:lnTo>
                  <a:lnTo>
                    <a:pt x="1284569" y="242887"/>
                  </a:lnTo>
                  <a:lnTo>
                    <a:pt x="1276784" y="241528"/>
                  </a:lnTo>
                  <a:lnTo>
                    <a:pt x="1268999" y="240158"/>
                  </a:lnTo>
                  <a:lnTo>
                    <a:pt x="1261213" y="238789"/>
                  </a:lnTo>
                  <a:lnTo>
                    <a:pt x="1253428" y="237662"/>
                  </a:lnTo>
                  <a:lnTo>
                    <a:pt x="1245643" y="236783"/>
                  </a:lnTo>
                  <a:lnTo>
                    <a:pt x="1237857" y="235341"/>
                  </a:lnTo>
                  <a:lnTo>
                    <a:pt x="1230072" y="233758"/>
                  </a:lnTo>
                  <a:lnTo>
                    <a:pt x="1222287" y="232408"/>
                  </a:lnTo>
                  <a:lnTo>
                    <a:pt x="1214502" y="231176"/>
                  </a:lnTo>
                  <a:lnTo>
                    <a:pt x="1206716" y="229945"/>
                  </a:lnTo>
                  <a:lnTo>
                    <a:pt x="1198931" y="228716"/>
                  </a:lnTo>
                  <a:lnTo>
                    <a:pt x="1191146" y="227486"/>
                  </a:lnTo>
                  <a:lnTo>
                    <a:pt x="1183361" y="226246"/>
                  </a:lnTo>
                  <a:lnTo>
                    <a:pt x="1175575" y="224939"/>
                  </a:lnTo>
                  <a:lnTo>
                    <a:pt x="1167790" y="223788"/>
                  </a:lnTo>
                  <a:lnTo>
                    <a:pt x="1160005" y="222333"/>
                  </a:lnTo>
                  <a:lnTo>
                    <a:pt x="1152220" y="220468"/>
                  </a:lnTo>
                  <a:lnTo>
                    <a:pt x="1144434" y="218862"/>
                  </a:lnTo>
                  <a:lnTo>
                    <a:pt x="1136649" y="217431"/>
                  </a:lnTo>
                  <a:lnTo>
                    <a:pt x="1128864" y="215788"/>
                  </a:lnTo>
                  <a:lnTo>
                    <a:pt x="1121078" y="214396"/>
                  </a:lnTo>
                  <a:lnTo>
                    <a:pt x="1113293" y="213049"/>
                  </a:lnTo>
                  <a:lnTo>
                    <a:pt x="1105508" y="211366"/>
                  </a:lnTo>
                  <a:lnTo>
                    <a:pt x="1097723" y="209945"/>
                  </a:lnTo>
                  <a:lnTo>
                    <a:pt x="1089937" y="208409"/>
                  </a:lnTo>
                  <a:lnTo>
                    <a:pt x="1082152" y="207398"/>
                  </a:lnTo>
                  <a:lnTo>
                    <a:pt x="1074367" y="206388"/>
                  </a:lnTo>
                  <a:lnTo>
                    <a:pt x="1066582" y="205018"/>
                  </a:lnTo>
                  <a:lnTo>
                    <a:pt x="1058796" y="203560"/>
                  </a:lnTo>
                  <a:lnTo>
                    <a:pt x="1051011" y="202432"/>
                  </a:lnTo>
                  <a:lnTo>
                    <a:pt x="1043226" y="201137"/>
                  </a:lnTo>
                  <a:lnTo>
                    <a:pt x="1035440" y="200030"/>
                  </a:lnTo>
                  <a:lnTo>
                    <a:pt x="1027655" y="199075"/>
                  </a:lnTo>
                  <a:lnTo>
                    <a:pt x="1019870" y="197804"/>
                  </a:lnTo>
                  <a:lnTo>
                    <a:pt x="1012085" y="196790"/>
                  </a:lnTo>
                  <a:lnTo>
                    <a:pt x="1004299" y="195375"/>
                  </a:lnTo>
                  <a:lnTo>
                    <a:pt x="996514" y="193898"/>
                  </a:lnTo>
                  <a:lnTo>
                    <a:pt x="988729" y="192840"/>
                  </a:lnTo>
                  <a:lnTo>
                    <a:pt x="980944" y="191686"/>
                  </a:lnTo>
                  <a:lnTo>
                    <a:pt x="973158" y="190517"/>
                  </a:lnTo>
                  <a:lnTo>
                    <a:pt x="965373" y="189357"/>
                  </a:lnTo>
                  <a:lnTo>
                    <a:pt x="957588" y="188202"/>
                  </a:lnTo>
                  <a:lnTo>
                    <a:pt x="949802" y="187041"/>
                  </a:lnTo>
                  <a:lnTo>
                    <a:pt x="942017" y="185934"/>
                  </a:lnTo>
                  <a:lnTo>
                    <a:pt x="934232" y="185054"/>
                  </a:lnTo>
                  <a:lnTo>
                    <a:pt x="926447" y="183712"/>
                  </a:lnTo>
                  <a:lnTo>
                    <a:pt x="918661" y="182321"/>
                  </a:lnTo>
                  <a:lnTo>
                    <a:pt x="910876" y="180730"/>
                  </a:lnTo>
                  <a:lnTo>
                    <a:pt x="903091" y="179480"/>
                  </a:lnTo>
                  <a:lnTo>
                    <a:pt x="895306" y="178849"/>
                  </a:lnTo>
                  <a:lnTo>
                    <a:pt x="887520" y="177848"/>
                  </a:lnTo>
                  <a:lnTo>
                    <a:pt x="879735" y="176680"/>
                  </a:lnTo>
                  <a:lnTo>
                    <a:pt x="871950" y="175488"/>
                  </a:lnTo>
                  <a:lnTo>
                    <a:pt x="864165" y="174300"/>
                  </a:lnTo>
                  <a:lnTo>
                    <a:pt x="856379" y="173329"/>
                  </a:lnTo>
                  <a:lnTo>
                    <a:pt x="848594" y="172218"/>
                  </a:lnTo>
                  <a:lnTo>
                    <a:pt x="840809" y="171079"/>
                  </a:lnTo>
                  <a:lnTo>
                    <a:pt x="833023" y="169577"/>
                  </a:lnTo>
                  <a:lnTo>
                    <a:pt x="825238" y="168806"/>
                  </a:lnTo>
                  <a:lnTo>
                    <a:pt x="817453" y="167913"/>
                  </a:lnTo>
                  <a:lnTo>
                    <a:pt x="809668" y="166901"/>
                  </a:lnTo>
                  <a:lnTo>
                    <a:pt x="801882" y="166034"/>
                  </a:lnTo>
                  <a:lnTo>
                    <a:pt x="794097" y="165149"/>
                  </a:lnTo>
                  <a:lnTo>
                    <a:pt x="786312" y="164244"/>
                  </a:lnTo>
                  <a:lnTo>
                    <a:pt x="778527" y="162955"/>
                  </a:lnTo>
                  <a:lnTo>
                    <a:pt x="770741" y="162169"/>
                  </a:lnTo>
                  <a:lnTo>
                    <a:pt x="762956" y="160455"/>
                  </a:lnTo>
                  <a:lnTo>
                    <a:pt x="755171" y="159512"/>
                  </a:lnTo>
                  <a:lnTo>
                    <a:pt x="747385" y="158978"/>
                  </a:lnTo>
                  <a:lnTo>
                    <a:pt x="739600" y="158271"/>
                  </a:lnTo>
                  <a:lnTo>
                    <a:pt x="731815" y="157691"/>
                  </a:lnTo>
                  <a:lnTo>
                    <a:pt x="724030" y="156248"/>
                  </a:lnTo>
                  <a:lnTo>
                    <a:pt x="716244" y="155578"/>
                  </a:lnTo>
                  <a:lnTo>
                    <a:pt x="708459" y="154233"/>
                  </a:lnTo>
                  <a:lnTo>
                    <a:pt x="700674" y="152969"/>
                  </a:lnTo>
                  <a:lnTo>
                    <a:pt x="692889" y="152363"/>
                  </a:lnTo>
                  <a:lnTo>
                    <a:pt x="685103" y="151612"/>
                  </a:lnTo>
                  <a:lnTo>
                    <a:pt x="677318" y="151154"/>
                  </a:lnTo>
                  <a:lnTo>
                    <a:pt x="669533" y="150175"/>
                  </a:lnTo>
                  <a:lnTo>
                    <a:pt x="661747" y="149181"/>
                  </a:lnTo>
                  <a:lnTo>
                    <a:pt x="653962" y="148551"/>
                  </a:lnTo>
                  <a:lnTo>
                    <a:pt x="646177" y="148229"/>
                  </a:lnTo>
                  <a:lnTo>
                    <a:pt x="638392" y="147312"/>
                  </a:lnTo>
                  <a:lnTo>
                    <a:pt x="630606" y="146351"/>
                  </a:lnTo>
                  <a:lnTo>
                    <a:pt x="622821" y="145059"/>
                  </a:lnTo>
                  <a:lnTo>
                    <a:pt x="615036" y="144257"/>
                  </a:lnTo>
                  <a:lnTo>
                    <a:pt x="607251" y="143601"/>
                  </a:lnTo>
                  <a:lnTo>
                    <a:pt x="599465" y="143164"/>
                  </a:lnTo>
                  <a:lnTo>
                    <a:pt x="591680" y="142268"/>
                  </a:lnTo>
                  <a:lnTo>
                    <a:pt x="583895" y="141671"/>
                  </a:lnTo>
                  <a:lnTo>
                    <a:pt x="576110" y="141226"/>
                  </a:lnTo>
                  <a:lnTo>
                    <a:pt x="568324" y="140590"/>
                  </a:lnTo>
                  <a:lnTo>
                    <a:pt x="560539" y="139889"/>
                  </a:lnTo>
                  <a:lnTo>
                    <a:pt x="552754" y="139099"/>
                  </a:lnTo>
                  <a:lnTo>
                    <a:pt x="544968" y="138627"/>
                  </a:lnTo>
                  <a:lnTo>
                    <a:pt x="537183" y="137945"/>
                  </a:lnTo>
                  <a:lnTo>
                    <a:pt x="529398" y="137099"/>
                  </a:lnTo>
                  <a:lnTo>
                    <a:pt x="521613" y="136593"/>
                  </a:lnTo>
                  <a:lnTo>
                    <a:pt x="513827" y="136088"/>
                  </a:lnTo>
                  <a:lnTo>
                    <a:pt x="506042" y="135580"/>
                  </a:lnTo>
                  <a:lnTo>
                    <a:pt x="498257" y="134537"/>
                  </a:lnTo>
                  <a:lnTo>
                    <a:pt x="490472" y="133835"/>
                  </a:lnTo>
                  <a:lnTo>
                    <a:pt x="482686" y="132969"/>
                  </a:lnTo>
                  <a:lnTo>
                    <a:pt x="474901" y="132195"/>
                  </a:lnTo>
                  <a:lnTo>
                    <a:pt x="467116" y="131832"/>
                  </a:lnTo>
                  <a:lnTo>
                    <a:pt x="459330" y="131239"/>
                  </a:lnTo>
                  <a:lnTo>
                    <a:pt x="451545" y="130974"/>
                  </a:lnTo>
                  <a:lnTo>
                    <a:pt x="443760" y="130563"/>
                  </a:lnTo>
                  <a:lnTo>
                    <a:pt x="435975" y="130000"/>
                  </a:lnTo>
                  <a:lnTo>
                    <a:pt x="428189" y="129437"/>
                  </a:lnTo>
                  <a:lnTo>
                    <a:pt x="420404" y="128876"/>
                  </a:lnTo>
                  <a:lnTo>
                    <a:pt x="412619" y="128314"/>
                  </a:lnTo>
                  <a:lnTo>
                    <a:pt x="404834" y="127442"/>
                  </a:lnTo>
                  <a:lnTo>
                    <a:pt x="397048" y="127046"/>
                  </a:lnTo>
                  <a:lnTo>
                    <a:pt x="389263" y="126643"/>
                  </a:lnTo>
                  <a:lnTo>
                    <a:pt x="381478" y="126085"/>
                  </a:lnTo>
                  <a:lnTo>
                    <a:pt x="373692" y="125529"/>
                  </a:lnTo>
                  <a:lnTo>
                    <a:pt x="365907" y="125067"/>
                  </a:lnTo>
                  <a:lnTo>
                    <a:pt x="358122" y="124641"/>
                  </a:lnTo>
                  <a:lnTo>
                    <a:pt x="350337" y="124451"/>
                  </a:lnTo>
                  <a:lnTo>
                    <a:pt x="342551" y="123716"/>
                  </a:lnTo>
                  <a:lnTo>
                    <a:pt x="334766" y="123018"/>
                  </a:lnTo>
                  <a:lnTo>
                    <a:pt x="326981" y="122317"/>
                  </a:lnTo>
                  <a:lnTo>
                    <a:pt x="319196" y="121682"/>
                  </a:lnTo>
                  <a:lnTo>
                    <a:pt x="311410" y="121137"/>
                  </a:lnTo>
                  <a:lnTo>
                    <a:pt x="303625" y="120592"/>
                  </a:lnTo>
                  <a:lnTo>
                    <a:pt x="295840" y="120049"/>
                  </a:lnTo>
                  <a:lnTo>
                    <a:pt x="288055" y="119614"/>
                  </a:lnTo>
                  <a:lnTo>
                    <a:pt x="280269" y="118965"/>
                  </a:lnTo>
                  <a:lnTo>
                    <a:pt x="272484" y="118670"/>
                  </a:lnTo>
                  <a:lnTo>
                    <a:pt x="264699" y="118234"/>
                  </a:lnTo>
                  <a:lnTo>
                    <a:pt x="256913" y="117708"/>
                  </a:lnTo>
                  <a:lnTo>
                    <a:pt x="249128" y="117412"/>
                  </a:lnTo>
                  <a:lnTo>
                    <a:pt x="241343" y="117286"/>
                  </a:lnTo>
                  <a:lnTo>
                    <a:pt x="233558" y="116572"/>
                  </a:lnTo>
                  <a:lnTo>
                    <a:pt x="225772" y="115857"/>
                  </a:lnTo>
                  <a:lnTo>
                    <a:pt x="217987" y="115142"/>
                  </a:lnTo>
                  <a:lnTo>
                    <a:pt x="210202" y="114792"/>
                  </a:lnTo>
                  <a:lnTo>
                    <a:pt x="202417" y="114522"/>
                  </a:lnTo>
                  <a:lnTo>
                    <a:pt x="194631" y="114379"/>
                  </a:lnTo>
                  <a:lnTo>
                    <a:pt x="186846" y="113788"/>
                  </a:lnTo>
                  <a:lnTo>
                    <a:pt x="179061" y="113274"/>
                  </a:lnTo>
                  <a:lnTo>
                    <a:pt x="171275" y="113129"/>
                  </a:lnTo>
                  <a:lnTo>
                    <a:pt x="163490" y="113509"/>
                  </a:lnTo>
                  <a:lnTo>
                    <a:pt x="155705" y="113694"/>
                  </a:lnTo>
                  <a:lnTo>
                    <a:pt x="147920" y="113357"/>
                  </a:lnTo>
                  <a:lnTo>
                    <a:pt x="140134" y="112902"/>
                  </a:lnTo>
                  <a:lnTo>
                    <a:pt x="132349" y="112908"/>
                  </a:lnTo>
                  <a:lnTo>
                    <a:pt x="124564" y="112401"/>
                  </a:lnTo>
                  <a:lnTo>
                    <a:pt x="116779" y="112408"/>
                  </a:lnTo>
                  <a:lnTo>
                    <a:pt x="108993" y="112356"/>
                  </a:lnTo>
                  <a:lnTo>
                    <a:pt x="101208" y="112443"/>
                  </a:lnTo>
                  <a:lnTo>
                    <a:pt x="93423" y="112461"/>
                  </a:lnTo>
                  <a:lnTo>
                    <a:pt x="85637" y="112461"/>
                  </a:lnTo>
                  <a:lnTo>
                    <a:pt x="77852" y="112329"/>
                  </a:lnTo>
                  <a:lnTo>
                    <a:pt x="70067" y="112189"/>
                  </a:lnTo>
                  <a:lnTo>
                    <a:pt x="62282" y="111821"/>
                  </a:lnTo>
                  <a:lnTo>
                    <a:pt x="54496" y="111632"/>
                  </a:lnTo>
                  <a:lnTo>
                    <a:pt x="46711" y="111710"/>
                  </a:lnTo>
                  <a:lnTo>
                    <a:pt x="38926" y="111648"/>
                  </a:lnTo>
                  <a:lnTo>
                    <a:pt x="31141" y="111512"/>
                  </a:lnTo>
                  <a:lnTo>
                    <a:pt x="23355" y="111392"/>
                  </a:lnTo>
                  <a:lnTo>
                    <a:pt x="15570" y="111238"/>
                  </a:lnTo>
                  <a:lnTo>
                    <a:pt x="7785" y="110914"/>
                  </a:lnTo>
                  <a:lnTo>
                    <a:pt x="0" y="110897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23" name="pl122"/>
            <p:cNvSpPr/>
            <p:nvPr/>
          </p:nvSpPr>
          <p:spPr>
            <a:xfrm>
              <a:off x="3648531" y="2478982"/>
              <a:ext cx="2016385" cy="56239"/>
            </a:xfrm>
            <a:custGeom>
              <a:avLst/>
              <a:pathLst>
                <a:path w="2016385" h="56239">
                  <a:moveTo>
                    <a:pt x="0" y="0"/>
                  </a:moveTo>
                  <a:lnTo>
                    <a:pt x="7785" y="360"/>
                  </a:lnTo>
                  <a:lnTo>
                    <a:pt x="15570" y="722"/>
                  </a:lnTo>
                  <a:lnTo>
                    <a:pt x="23355" y="1088"/>
                  </a:lnTo>
                  <a:lnTo>
                    <a:pt x="31141" y="1475"/>
                  </a:lnTo>
                  <a:lnTo>
                    <a:pt x="38926" y="1958"/>
                  </a:lnTo>
                  <a:lnTo>
                    <a:pt x="46711" y="2495"/>
                  </a:lnTo>
                  <a:lnTo>
                    <a:pt x="54496" y="3026"/>
                  </a:lnTo>
                  <a:lnTo>
                    <a:pt x="62282" y="3405"/>
                  </a:lnTo>
                  <a:lnTo>
                    <a:pt x="70067" y="3881"/>
                  </a:lnTo>
                  <a:lnTo>
                    <a:pt x="77852" y="4287"/>
                  </a:lnTo>
                  <a:lnTo>
                    <a:pt x="85637" y="4698"/>
                  </a:lnTo>
                  <a:lnTo>
                    <a:pt x="93423" y="5112"/>
                  </a:lnTo>
                  <a:lnTo>
                    <a:pt x="101208" y="5499"/>
                  </a:lnTo>
                  <a:lnTo>
                    <a:pt x="108993" y="5784"/>
                  </a:lnTo>
                  <a:lnTo>
                    <a:pt x="116779" y="6154"/>
                  </a:lnTo>
                  <a:lnTo>
                    <a:pt x="124564" y="6578"/>
                  </a:lnTo>
                  <a:lnTo>
                    <a:pt x="132349" y="7064"/>
                  </a:lnTo>
                  <a:lnTo>
                    <a:pt x="140134" y="7466"/>
                  </a:lnTo>
                  <a:lnTo>
                    <a:pt x="147920" y="7779"/>
                  </a:lnTo>
                  <a:lnTo>
                    <a:pt x="155705" y="8229"/>
                  </a:lnTo>
                  <a:lnTo>
                    <a:pt x="163490" y="8712"/>
                  </a:lnTo>
                  <a:lnTo>
                    <a:pt x="171275" y="9200"/>
                  </a:lnTo>
                  <a:lnTo>
                    <a:pt x="179061" y="9525"/>
                  </a:lnTo>
                  <a:lnTo>
                    <a:pt x="186846" y="9799"/>
                  </a:lnTo>
                  <a:lnTo>
                    <a:pt x="194631" y="10244"/>
                  </a:lnTo>
                  <a:lnTo>
                    <a:pt x="202417" y="10585"/>
                  </a:lnTo>
                  <a:lnTo>
                    <a:pt x="210202" y="11098"/>
                  </a:lnTo>
                  <a:lnTo>
                    <a:pt x="217987" y="11353"/>
                  </a:lnTo>
                  <a:lnTo>
                    <a:pt x="225772" y="11872"/>
                  </a:lnTo>
                  <a:lnTo>
                    <a:pt x="233558" y="12386"/>
                  </a:lnTo>
                  <a:lnTo>
                    <a:pt x="241343" y="12803"/>
                  </a:lnTo>
                  <a:lnTo>
                    <a:pt x="249128" y="13400"/>
                  </a:lnTo>
                  <a:lnTo>
                    <a:pt x="256913" y="13960"/>
                  </a:lnTo>
                  <a:lnTo>
                    <a:pt x="264699" y="14418"/>
                  </a:lnTo>
                  <a:lnTo>
                    <a:pt x="272484" y="14680"/>
                  </a:lnTo>
                  <a:lnTo>
                    <a:pt x="280269" y="15022"/>
                  </a:lnTo>
                  <a:lnTo>
                    <a:pt x="288055" y="15402"/>
                  </a:lnTo>
                  <a:lnTo>
                    <a:pt x="295840" y="15800"/>
                  </a:lnTo>
                  <a:lnTo>
                    <a:pt x="303625" y="16413"/>
                  </a:lnTo>
                  <a:lnTo>
                    <a:pt x="311410" y="16777"/>
                  </a:lnTo>
                  <a:lnTo>
                    <a:pt x="319196" y="17061"/>
                  </a:lnTo>
                  <a:lnTo>
                    <a:pt x="326981" y="17697"/>
                  </a:lnTo>
                  <a:lnTo>
                    <a:pt x="334766" y="18323"/>
                  </a:lnTo>
                  <a:lnTo>
                    <a:pt x="342551" y="18892"/>
                  </a:lnTo>
                  <a:lnTo>
                    <a:pt x="350337" y="19302"/>
                  </a:lnTo>
                  <a:lnTo>
                    <a:pt x="358122" y="19698"/>
                  </a:lnTo>
                  <a:lnTo>
                    <a:pt x="365907" y="19922"/>
                  </a:lnTo>
                  <a:lnTo>
                    <a:pt x="373692" y="20288"/>
                  </a:lnTo>
                  <a:lnTo>
                    <a:pt x="381478" y="20781"/>
                  </a:lnTo>
                  <a:lnTo>
                    <a:pt x="389263" y="21146"/>
                  </a:lnTo>
                  <a:lnTo>
                    <a:pt x="397048" y="21519"/>
                  </a:lnTo>
                  <a:lnTo>
                    <a:pt x="404834" y="21999"/>
                  </a:lnTo>
                  <a:lnTo>
                    <a:pt x="412619" y="22361"/>
                  </a:lnTo>
                  <a:lnTo>
                    <a:pt x="420404" y="22782"/>
                  </a:lnTo>
                  <a:lnTo>
                    <a:pt x="428189" y="23233"/>
                  </a:lnTo>
                  <a:lnTo>
                    <a:pt x="435975" y="23615"/>
                  </a:lnTo>
                  <a:lnTo>
                    <a:pt x="443760" y="24081"/>
                  </a:lnTo>
                  <a:lnTo>
                    <a:pt x="451545" y="24338"/>
                  </a:lnTo>
                  <a:lnTo>
                    <a:pt x="459330" y="24623"/>
                  </a:lnTo>
                  <a:lnTo>
                    <a:pt x="467116" y="25022"/>
                  </a:lnTo>
                  <a:lnTo>
                    <a:pt x="474901" y="25430"/>
                  </a:lnTo>
                  <a:lnTo>
                    <a:pt x="482686" y="25779"/>
                  </a:lnTo>
                  <a:lnTo>
                    <a:pt x="490472" y="26080"/>
                  </a:lnTo>
                  <a:lnTo>
                    <a:pt x="498257" y="26442"/>
                  </a:lnTo>
                  <a:lnTo>
                    <a:pt x="506042" y="26825"/>
                  </a:lnTo>
                  <a:lnTo>
                    <a:pt x="513827" y="27458"/>
                  </a:lnTo>
                  <a:lnTo>
                    <a:pt x="521613" y="27993"/>
                  </a:lnTo>
                  <a:lnTo>
                    <a:pt x="529398" y="28358"/>
                  </a:lnTo>
                  <a:lnTo>
                    <a:pt x="537183" y="28571"/>
                  </a:lnTo>
                  <a:lnTo>
                    <a:pt x="544968" y="28742"/>
                  </a:lnTo>
                  <a:lnTo>
                    <a:pt x="552754" y="29124"/>
                  </a:lnTo>
                  <a:lnTo>
                    <a:pt x="560539" y="29518"/>
                  </a:lnTo>
                  <a:lnTo>
                    <a:pt x="568324" y="29799"/>
                  </a:lnTo>
                  <a:lnTo>
                    <a:pt x="576110" y="30310"/>
                  </a:lnTo>
                  <a:lnTo>
                    <a:pt x="583895" y="30712"/>
                  </a:lnTo>
                  <a:lnTo>
                    <a:pt x="591680" y="30939"/>
                  </a:lnTo>
                  <a:lnTo>
                    <a:pt x="599465" y="31137"/>
                  </a:lnTo>
                  <a:lnTo>
                    <a:pt x="607251" y="31606"/>
                  </a:lnTo>
                  <a:lnTo>
                    <a:pt x="615036" y="31803"/>
                  </a:lnTo>
                  <a:lnTo>
                    <a:pt x="622821" y="31928"/>
                  </a:lnTo>
                  <a:lnTo>
                    <a:pt x="630606" y="32527"/>
                  </a:lnTo>
                  <a:lnTo>
                    <a:pt x="638392" y="32736"/>
                  </a:lnTo>
                  <a:lnTo>
                    <a:pt x="646177" y="32946"/>
                  </a:lnTo>
                  <a:lnTo>
                    <a:pt x="653962" y="33160"/>
                  </a:lnTo>
                  <a:lnTo>
                    <a:pt x="661747" y="33676"/>
                  </a:lnTo>
                  <a:lnTo>
                    <a:pt x="669533" y="33991"/>
                  </a:lnTo>
                  <a:lnTo>
                    <a:pt x="677318" y="34412"/>
                  </a:lnTo>
                  <a:lnTo>
                    <a:pt x="685103" y="34832"/>
                  </a:lnTo>
                  <a:lnTo>
                    <a:pt x="692889" y="35026"/>
                  </a:lnTo>
                  <a:lnTo>
                    <a:pt x="700674" y="35658"/>
                  </a:lnTo>
                  <a:lnTo>
                    <a:pt x="708459" y="35805"/>
                  </a:lnTo>
                  <a:lnTo>
                    <a:pt x="716244" y="35910"/>
                  </a:lnTo>
                  <a:lnTo>
                    <a:pt x="724030" y="36162"/>
                  </a:lnTo>
                  <a:lnTo>
                    <a:pt x="731815" y="36608"/>
                  </a:lnTo>
                  <a:lnTo>
                    <a:pt x="739600" y="36748"/>
                  </a:lnTo>
                  <a:lnTo>
                    <a:pt x="747385" y="37090"/>
                  </a:lnTo>
                  <a:lnTo>
                    <a:pt x="755171" y="37412"/>
                  </a:lnTo>
                  <a:lnTo>
                    <a:pt x="762956" y="37667"/>
                  </a:lnTo>
                  <a:lnTo>
                    <a:pt x="770741" y="37923"/>
                  </a:lnTo>
                  <a:lnTo>
                    <a:pt x="778527" y="38211"/>
                  </a:lnTo>
                  <a:lnTo>
                    <a:pt x="786312" y="38431"/>
                  </a:lnTo>
                  <a:lnTo>
                    <a:pt x="794097" y="38724"/>
                  </a:lnTo>
                  <a:lnTo>
                    <a:pt x="801882" y="39162"/>
                  </a:lnTo>
                  <a:lnTo>
                    <a:pt x="809668" y="39602"/>
                  </a:lnTo>
                  <a:lnTo>
                    <a:pt x="817453" y="39989"/>
                  </a:lnTo>
                  <a:lnTo>
                    <a:pt x="825238" y="40055"/>
                  </a:lnTo>
                  <a:lnTo>
                    <a:pt x="833023" y="40601"/>
                  </a:lnTo>
                  <a:lnTo>
                    <a:pt x="840809" y="40832"/>
                  </a:lnTo>
                  <a:lnTo>
                    <a:pt x="848594" y="40855"/>
                  </a:lnTo>
                  <a:lnTo>
                    <a:pt x="856379" y="41329"/>
                  </a:lnTo>
                  <a:lnTo>
                    <a:pt x="864165" y="41953"/>
                  </a:lnTo>
                  <a:lnTo>
                    <a:pt x="871950" y="42482"/>
                  </a:lnTo>
                  <a:lnTo>
                    <a:pt x="879735" y="42490"/>
                  </a:lnTo>
                  <a:lnTo>
                    <a:pt x="887520" y="42343"/>
                  </a:lnTo>
                  <a:lnTo>
                    <a:pt x="895306" y="42493"/>
                  </a:lnTo>
                  <a:lnTo>
                    <a:pt x="903091" y="42892"/>
                  </a:lnTo>
                  <a:lnTo>
                    <a:pt x="910876" y="43220"/>
                  </a:lnTo>
                  <a:lnTo>
                    <a:pt x="918661" y="43360"/>
                  </a:lnTo>
                  <a:lnTo>
                    <a:pt x="926447" y="43659"/>
                  </a:lnTo>
                  <a:lnTo>
                    <a:pt x="934232" y="43822"/>
                  </a:lnTo>
                  <a:lnTo>
                    <a:pt x="942017" y="43861"/>
                  </a:lnTo>
                  <a:lnTo>
                    <a:pt x="949802" y="43982"/>
                  </a:lnTo>
                  <a:lnTo>
                    <a:pt x="957588" y="44331"/>
                  </a:lnTo>
                  <a:lnTo>
                    <a:pt x="965373" y="44780"/>
                  </a:lnTo>
                  <a:lnTo>
                    <a:pt x="973158" y="45296"/>
                  </a:lnTo>
                  <a:lnTo>
                    <a:pt x="980944" y="45579"/>
                  </a:lnTo>
                  <a:lnTo>
                    <a:pt x="988729" y="45768"/>
                  </a:lnTo>
                  <a:lnTo>
                    <a:pt x="996514" y="46122"/>
                  </a:lnTo>
                  <a:lnTo>
                    <a:pt x="1004299" y="46710"/>
                  </a:lnTo>
                  <a:lnTo>
                    <a:pt x="1012085" y="47115"/>
                  </a:lnTo>
                  <a:lnTo>
                    <a:pt x="1019870" y="47126"/>
                  </a:lnTo>
                  <a:lnTo>
                    <a:pt x="1027655" y="47215"/>
                  </a:lnTo>
                  <a:lnTo>
                    <a:pt x="1035440" y="47269"/>
                  </a:lnTo>
                  <a:lnTo>
                    <a:pt x="1043226" y="47322"/>
                  </a:lnTo>
                  <a:lnTo>
                    <a:pt x="1051011" y="47408"/>
                  </a:lnTo>
                  <a:lnTo>
                    <a:pt x="1058796" y="47537"/>
                  </a:lnTo>
                  <a:lnTo>
                    <a:pt x="1066582" y="47607"/>
                  </a:lnTo>
                  <a:lnTo>
                    <a:pt x="1074367" y="47708"/>
                  </a:lnTo>
                  <a:lnTo>
                    <a:pt x="1082152" y="47697"/>
                  </a:lnTo>
                  <a:lnTo>
                    <a:pt x="1089937" y="47801"/>
                  </a:lnTo>
                  <a:lnTo>
                    <a:pt x="1097723" y="48189"/>
                  </a:lnTo>
                  <a:lnTo>
                    <a:pt x="1105508" y="48574"/>
                  </a:lnTo>
                  <a:lnTo>
                    <a:pt x="1113293" y="48889"/>
                  </a:lnTo>
                  <a:lnTo>
                    <a:pt x="1121078" y="49255"/>
                  </a:lnTo>
                  <a:lnTo>
                    <a:pt x="1128864" y="49616"/>
                  </a:lnTo>
                  <a:lnTo>
                    <a:pt x="1136649" y="49981"/>
                  </a:lnTo>
                  <a:lnTo>
                    <a:pt x="1144434" y="50051"/>
                  </a:lnTo>
                  <a:lnTo>
                    <a:pt x="1152220" y="49811"/>
                  </a:lnTo>
                  <a:lnTo>
                    <a:pt x="1160005" y="50002"/>
                  </a:lnTo>
                  <a:lnTo>
                    <a:pt x="1167790" y="50211"/>
                  </a:lnTo>
                  <a:lnTo>
                    <a:pt x="1175575" y="50288"/>
                  </a:lnTo>
                  <a:lnTo>
                    <a:pt x="1183361" y="50428"/>
                  </a:lnTo>
                  <a:lnTo>
                    <a:pt x="1191146" y="50450"/>
                  </a:lnTo>
                  <a:lnTo>
                    <a:pt x="1198931" y="50786"/>
                  </a:lnTo>
                  <a:lnTo>
                    <a:pt x="1206716" y="51058"/>
                  </a:lnTo>
                  <a:lnTo>
                    <a:pt x="1214502" y="51249"/>
                  </a:lnTo>
                  <a:lnTo>
                    <a:pt x="1222287" y="51446"/>
                  </a:lnTo>
                  <a:lnTo>
                    <a:pt x="1230072" y="51723"/>
                  </a:lnTo>
                  <a:lnTo>
                    <a:pt x="1237857" y="52030"/>
                  </a:lnTo>
                  <a:lnTo>
                    <a:pt x="1245643" y="52269"/>
                  </a:lnTo>
                  <a:lnTo>
                    <a:pt x="1253428" y="52223"/>
                  </a:lnTo>
                  <a:lnTo>
                    <a:pt x="1261213" y="52316"/>
                  </a:lnTo>
                  <a:lnTo>
                    <a:pt x="1268999" y="52602"/>
                  </a:lnTo>
                  <a:lnTo>
                    <a:pt x="1276784" y="52790"/>
                  </a:lnTo>
                  <a:lnTo>
                    <a:pt x="1284569" y="52873"/>
                  </a:lnTo>
                  <a:lnTo>
                    <a:pt x="1292354" y="52726"/>
                  </a:lnTo>
                  <a:lnTo>
                    <a:pt x="1300140" y="52582"/>
                  </a:lnTo>
                  <a:lnTo>
                    <a:pt x="1307925" y="52547"/>
                  </a:lnTo>
                  <a:lnTo>
                    <a:pt x="1315710" y="52761"/>
                  </a:lnTo>
                  <a:lnTo>
                    <a:pt x="1323495" y="52758"/>
                  </a:lnTo>
                  <a:lnTo>
                    <a:pt x="1331281" y="52692"/>
                  </a:lnTo>
                  <a:lnTo>
                    <a:pt x="1339066" y="52868"/>
                  </a:lnTo>
                  <a:lnTo>
                    <a:pt x="1346851" y="53108"/>
                  </a:lnTo>
                  <a:lnTo>
                    <a:pt x="1354637" y="53139"/>
                  </a:lnTo>
                  <a:lnTo>
                    <a:pt x="1362422" y="53318"/>
                  </a:lnTo>
                  <a:lnTo>
                    <a:pt x="1370207" y="53505"/>
                  </a:lnTo>
                  <a:lnTo>
                    <a:pt x="1377992" y="53965"/>
                  </a:lnTo>
                  <a:lnTo>
                    <a:pt x="1385778" y="53962"/>
                  </a:lnTo>
                  <a:lnTo>
                    <a:pt x="1393563" y="54041"/>
                  </a:lnTo>
                  <a:lnTo>
                    <a:pt x="1401348" y="54214"/>
                  </a:lnTo>
                  <a:lnTo>
                    <a:pt x="1409133" y="54365"/>
                  </a:lnTo>
                  <a:lnTo>
                    <a:pt x="1416919" y="54424"/>
                  </a:lnTo>
                  <a:lnTo>
                    <a:pt x="1424704" y="54483"/>
                  </a:lnTo>
                  <a:lnTo>
                    <a:pt x="1432489" y="54545"/>
                  </a:lnTo>
                  <a:lnTo>
                    <a:pt x="1440275" y="54613"/>
                  </a:lnTo>
                  <a:lnTo>
                    <a:pt x="1448060" y="54681"/>
                  </a:lnTo>
                  <a:lnTo>
                    <a:pt x="1455845" y="54746"/>
                  </a:lnTo>
                  <a:lnTo>
                    <a:pt x="1463630" y="54806"/>
                  </a:lnTo>
                  <a:lnTo>
                    <a:pt x="1471416" y="54866"/>
                  </a:lnTo>
                  <a:lnTo>
                    <a:pt x="1479201" y="54952"/>
                  </a:lnTo>
                  <a:lnTo>
                    <a:pt x="1486986" y="55015"/>
                  </a:lnTo>
                  <a:lnTo>
                    <a:pt x="1494771" y="55078"/>
                  </a:lnTo>
                  <a:lnTo>
                    <a:pt x="1502557" y="55108"/>
                  </a:lnTo>
                  <a:lnTo>
                    <a:pt x="1510342" y="55074"/>
                  </a:lnTo>
                  <a:lnTo>
                    <a:pt x="1518127" y="55004"/>
                  </a:lnTo>
                  <a:lnTo>
                    <a:pt x="1525912" y="54951"/>
                  </a:lnTo>
                  <a:lnTo>
                    <a:pt x="1533698" y="54839"/>
                  </a:lnTo>
                  <a:lnTo>
                    <a:pt x="1541483" y="54635"/>
                  </a:lnTo>
                  <a:lnTo>
                    <a:pt x="1549268" y="54570"/>
                  </a:lnTo>
                  <a:lnTo>
                    <a:pt x="1557054" y="54565"/>
                  </a:lnTo>
                  <a:lnTo>
                    <a:pt x="1564839" y="54481"/>
                  </a:lnTo>
                  <a:lnTo>
                    <a:pt x="1572624" y="54572"/>
                  </a:lnTo>
                  <a:lnTo>
                    <a:pt x="1580409" y="54594"/>
                  </a:lnTo>
                  <a:lnTo>
                    <a:pt x="1588195" y="54542"/>
                  </a:lnTo>
                  <a:lnTo>
                    <a:pt x="1595980" y="54491"/>
                  </a:lnTo>
                  <a:lnTo>
                    <a:pt x="1603765" y="54439"/>
                  </a:lnTo>
                  <a:lnTo>
                    <a:pt x="1611550" y="54387"/>
                  </a:lnTo>
                  <a:lnTo>
                    <a:pt x="1619336" y="54336"/>
                  </a:lnTo>
                  <a:lnTo>
                    <a:pt x="1627121" y="54284"/>
                  </a:lnTo>
                  <a:lnTo>
                    <a:pt x="1634906" y="54232"/>
                  </a:lnTo>
                  <a:lnTo>
                    <a:pt x="1642692" y="54181"/>
                  </a:lnTo>
                  <a:lnTo>
                    <a:pt x="1650477" y="54129"/>
                  </a:lnTo>
                  <a:lnTo>
                    <a:pt x="1658262" y="54077"/>
                  </a:lnTo>
                  <a:lnTo>
                    <a:pt x="1666047" y="54026"/>
                  </a:lnTo>
                  <a:lnTo>
                    <a:pt x="1673833" y="53974"/>
                  </a:lnTo>
                  <a:lnTo>
                    <a:pt x="1681618" y="53923"/>
                  </a:lnTo>
                  <a:lnTo>
                    <a:pt x="1689403" y="53871"/>
                  </a:lnTo>
                  <a:lnTo>
                    <a:pt x="1697188" y="53820"/>
                  </a:lnTo>
                  <a:lnTo>
                    <a:pt x="1704974" y="53771"/>
                  </a:lnTo>
                  <a:lnTo>
                    <a:pt x="1712759" y="53728"/>
                  </a:lnTo>
                  <a:lnTo>
                    <a:pt x="1720544" y="53685"/>
                  </a:lnTo>
                  <a:lnTo>
                    <a:pt x="1728330" y="53642"/>
                  </a:lnTo>
                  <a:lnTo>
                    <a:pt x="1736115" y="53776"/>
                  </a:lnTo>
                  <a:lnTo>
                    <a:pt x="1743900" y="54008"/>
                  </a:lnTo>
                  <a:lnTo>
                    <a:pt x="1751685" y="54241"/>
                  </a:lnTo>
                  <a:lnTo>
                    <a:pt x="1759471" y="54474"/>
                  </a:lnTo>
                  <a:lnTo>
                    <a:pt x="1767256" y="54707"/>
                  </a:lnTo>
                  <a:lnTo>
                    <a:pt x="1775041" y="54941"/>
                  </a:lnTo>
                  <a:lnTo>
                    <a:pt x="1782826" y="54939"/>
                  </a:lnTo>
                  <a:lnTo>
                    <a:pt x="1790612" y="54928"/>
                  </a:lnTo>
                  <a:lnTo>
                    <a:pt x="1798397" y="54917"/>
                  </a:lnTo>
                  <a:lnTo>
                    <a:pt x="1806182" y="54910"/>
                  </a:lnTo>
                  <a:lnTo>
                    <a:pt x="1813967" y="54907"/>
                  </a:lnTo>
                  <a:lnTo>
                    <a:pt x="1821753" y="54903"/>
                  </a:lnTo>
                  <a:lnTo>
                    <a:pt x="1829538" y="54900"/>
                  </a:lnTo>
                  <a:lnTo>
                    <a:pt x="1837323" y="54896"/>
                  </a:lnTo>
                  <a:lnTo>
                    <a:pt x="1845109" y="54893"/>
                  </a:lnTo>
                  <a:lnTo>
                    <a:pt x="1852894" y="54889"/>
                  </a:lnTo>
                  <a:lnTo>
                    <a:pt x="1860679" y="55135"/>
                  </a:lnTo>
                  <a:lnTo>
                    <a:pt x="1868464" y="55388"/>
                  </a:lnTo>
                  <a:lnTo>
                    <a:pt x="1876250" y="55457"/>
                  </a:lnTo>
                  <a:lnTo>
                    <a:pt x="1884035" y="54986"/>
                  </a:lnTo>
                  <a:lnTo>
                    <a:pt x="1891820" y="54830"/>
                  </a:lnTo>
                  <a:lnTo>
                    <a:pt x="1899605" y="54820"/>
                  </a:lnTo>
                  <a:lnTo>
                    <a:pt x="1907391" y="54841"/>
                  </a:lnTo>
                  <a:lnTo>
                    <a:pt x="1915176" y="55170"/>
                  </a:lnTo>
                  <a:lnTo>
                    <a:pt x="1922961" y="55499"/>
                  </a:lnTo>
                  <a:lnTo>
                    <a:pt x="1930747" y="55829"/>
                  </a:lnTo>
                  <a:lnTo>
                    <a:pt x="1938532" y="56160"/>
                  </a:lnTo>
                  <a:lnTo>
                    <a:pt x="1946317" y="56239"/>
                  </a:lnTo>
                  <a:lnTo>
                    <a:pt x="1954102" y="56087"/>
                  </a:lnTo>
                  <a:lnTo>
                    <a:pt x="1961888" y="55887"/>
                  </a:lnTo>
                  <a:lnTo>
                    <a:pt x="1969673" y="55687"/>
                  </a:lnTo>
                  <a:lnTo>
                    <a:pt x="1977458" y="55487"/>
                  </a:lnTo>
                  <a:lnTo>
                    <a:pt x="1985243" y="55288"/>
                  </a:lnTo>
                  <a:lnTo>
                    <a:pt x="1993029" y="55089"/>
                  </a:lnTo>
                  <a:lnTo>
                    <a:pt x="2000814" y="54890"/>
                  </a:lnTo>
                  <a:lnTo>
                    <a:pt x="2008599" y="54691"/>
                  </a:lnTo>
                  <a:lnTo>
                    <a:pt x="2016385" y="546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3648531" y="2589880"/>
              <a:ext cx="2016385" cy="279804"/>
            </a:xfrm>
            <a:custGeom>
              <a:avLst/>
              <a:pathLst>
                <a:path w="2016385" h="279804">
                  <a:moveTo>
                    <a:pt x="2016385" y="279804"/>
                  </a:moveTo>
                  <a:lnTo>
                    <a:pt x="2008599" y="278429"/>
                  </a:lnTo>
                  <a:lnTo>
                    <a:pt x="2000814" y="276974"/>
                  </a:lnTo>
                  <a:lnTo>
                    <a:pt x="1993029" y="275552"/>
                  </a:lnTo>
                  <a:lnTo>
                    <a:pt x="1985243" y="273870"/>
                  </a:lnTo>
                  <a:lnTo>
                    <a:pt x="1977458" y="272095"/>
                  </a:lnTo>
                  <a:lnTo>
                    <a:pt x="1969673" y="270314"/>
                  </a:lnTo>
                  <a:lnTo>
                    <a:pt x="1961888" y="268527"/>
                  </a:lnTo>
                  <a:lnTo>
                    <a:pt x="1954102" y="266734"/>
                  </a:lnTo>
                  <a:lnTo>
                    <a:pt x="1946317" y="264937"/>
                  </a:lnTo>
                  <a:lnTo>
                    <a:pt x="1938532" y="263133"/>
                  </a:lnTo>
                  <a:lnTo>
                    <a:pt x="1930747" y="261325"/>
                  </a:lnTo>
                  <a:lnTo>
                    <a:pt x="1922961" y="259511"/>
                  </a:lnTo>
                  <a:lnTo>
                    <a:pt x="1915176" y="258029"/>
                  </a:lnTo>
                  <a:lnTo>
                    <a:pt x="1907391" y="256627"/>
                  </a:lnTo>
                  <a:lnTo>
                    <a:pt x="1899605" y="255020"/>
                  </a:lnTo>
                  <a:lnTo>
                    <a:pt x="1891820" y="253578"/>
                  </a:lnTo>
                  <a:lnTo>
                    <a:pt x="1884035" y="252127"/>
                  </a:lnTo>
                  <a:lnTo>
                    <a:pt x="1876250" y="250552"/>
                  </a:lnTo>
                  <a:lnTo>
                    <a:pt x="1868464" y="248819"/>
                  </a:lnTo>
                  <a:lnTo>
                    <a:pt x="1860679" y="247070"/>
                  </a:lnTo>
                  <a:lnTo>
                    <a:pt x="1852894" y="245282"/>
                  </a:lnTo>
                  <a:lnTo>
                    <a:pt x="1845109" y="243576"/>
                  </a:lnTo>
                  <a:lnTo>
                    <a:pt x="1837323" y="241827"/>
                  </a:lnTo>
                  <a:lnTo>
                    <a:pt x="1829538" y="240064"/>
                  </a:lnTo>
                  <a:lnTo>
                    <a:pt x="1821753" y="238330"/>
                  </a:lnTo>
                  <a:lnTo>
                    <a:pt x="1813967" y="236743"/>
                  </a:lnTo>
                  <a:lnTo>
                    <a:pt x="1806182" y="235228"/>
                  </a:lnTo>
                  <a:lnTo>
                    <a:pt x="1798397" y="233713"/>
                  </a:lnTo>
                  <a:lnTo>
                    <a:pt x="1790612" y="232196"/>
                  </a:lnTo>
                  <a:lnTo>
                    <a:pt x="1782826" y="230677"/>
                  </a:lnTo>
                  <a:lnTo>
                    <a:pt x="1775041" y="229152"/>
                  </a:lnTo>
                  <a:lnTo>
                    <a:pt x="1767256" y="227700"/>
                  </a:lnTo>
                  <a:lnTo>
                    <a:pt x="1759471" y="226399"/>
                  </a:lnTo>
                  <a:lnTo>
                    <a:pt x="1751685" y="225097"/>
                  </a:lnTo>
                  <a:lnTo>
                    <a:pt x="1743900" y="223793"/>
                  </a:lnTo>
                  <a:lnTo>
                    <a:pt x="1736115" y="222120"/>
                  </a:lnTo>
                  <a:lnTo>
                    <a:pt x="1728330" y="220409"/>
                  </a:lnTo>
                  <a:lnTo>
                    <a:pt x="1720544" y="218696"/>
                  </a:lnTo>
                  <a:lnTo>
                    <a:pt x="1712759" y="217098"/>
                  </a:lnTo>
                  <a:lnTo>
                    <a:pt x="1704974" y="215608"/>
                  </a:lnTo>
                  <a:lnTo>
                    <a:pt x="1697188" y="214116"/>
                  </a:lnTo>
                  <a:lnTo>
                    <a:pt x="1689403" y="212635"/>
                  </a:lnTo>
                  <a:lnTo>
                    <a:pt x="1681618" y="211158"/>
                  </a:lnTo>
                  <a:lnTo>
                    <a:pt x="1673833" y="209680"/>
                  </a:lnTo>
                  <a:lnTo>
                    <a:pt x="1666047" y="208200"/>
                  </a:lnTo>
                  <a:lnTo>
                    <a:pt x="1658262" y="206719"/>
                  </a:lnTo>
                  <a:lnTo>
                    <a:pt x="1650477" y="205237"/>
                  </a:lnTo>
                  <a:lnTo>
                    <a:pt x="1642692" y="203748"/>
                  </a:lnTo>
                  <a:lnTo>
                    <a:pt x="1634906" y="202250"/>
                  </a:lnTo>
                  <a:lnTo>
                    <a:pt x="1627121" y="200747"/>
                  </a:lnTo>
                  <a:lnTo>
                    <a:pt x="1619336" y="198857"/>
                  </a:lnTo>
                  <a:lnTo>
                    <a:pt x="1611550" y="196837"/>
                  </a:lnTo>
                  <a:lnTo>
                    <a:pt x="1603765" y="195012"/>
                  </a:lnTo>
                  <a:lnTo>
                    <a:pt x="1595980" y="193441"/>
                  </a:lnTo>
                  <a:lnTo>
                    <a:pt x="1588195" y="191868"/>
                  </a:lnTo>
                  <a:lnTo>
                    <a:pt x="1580409" y="190295"/>
                  </a:lnTo>
                  <a:lnTo>
                    <a:pt x="1572624" y="188516"/>
                  </a:lnTo>
                  <a:lnTo>
                    <a:pt x="1564839" y="186715"/>
                  </a:lnTo>
                  <a:lnTo>
                    <a:pt x="1557054" y="184913"/>
                  </a:lnTo>
                  <a:lnTo>
                    <a:pt x="1549268" y="183110"/>
                  </a:lnTo>
                  <a:lnTo>
                    <a:pt x="1541483" y="181647"/>
                  </a:lnTo>
                  <a:lnTo>
                    <a:pt x="1533698" y="180286"/>
                  </a:lnTo>
                  <a:lnTo>
                    <a:pt x="1525912" y="178924"/>
                  </a:lnTo>
                  <a:lnTo>
                    <a:pt x="1518127" y="177562"/>
                  </a:lnTo>
                  <a:lnTo>
                    <a:pt x="1510342" y="176173"/>
                  </a:lnTo>
                  <a:lnTo>
                    <a:pt x="1502557" y="174609"/>
                  </a:lnTo>
                  <a:lnTo>
                    <a:pt x="1494771" y="173043"/>
                  </a:lnTo>
                  <a:lnTo>
                    <a:pt x="1486986" y="171466"/>
                  </a:lnTo>
                  <a:lnTo>
                    <a:pt x="1479201" y="169768"/>
                  </a:lnTo>
                  <a:lnTo>
                    <a:pt x="1471416" y="168328"/>
                  </a:lnTo>
                  <a:lnTo>
                    <a:pt x="1463630" y="166766"/>
                  </a:lnTo>
                  <a:lnTo>
                    <a:pt x="1455845" y="165186"/>
                  </a:lnTo>
                  <a:lnTo>
                    <a:pt x="1448060" y="163623"/>
                  </a:lnTo>
                  <a:lnTo>
                    <a:pt x="1440275" y="162057"/>
                  </a:lnTo>
                  <a:lnTo>
                    <a:pt x="1432489" y="160241"/>
                  </a:lnTo>
                  <a:lnTo>
                    <a:pt x="1424704" y="158123"/>
                  </a:lnTo>
                  <a:lnTo>
                    <a:pt x="1416919" y="156661"/>
                  </a:lnTo>
                  <a:lnTo>
                    <a:pt x="1409133" y="155200"/>
                  </a:lnTo>
                  <a:lnTo>
                    <a:pt x="1401348" y="153739"/>
                  </a:lnTo>
                  <a:lnTo>
                    <a:pt x="1393563" y="152399"/>
                  </a:lnTo>
                  <a:lnTo>
                    <a:pt x="1385778" y="151097"/>
                  </a:lnTo>
                  <a:lnTo>
                    <a:pt x="1377992" y="149545"/>
                  </a:lnTo>
                  <a:lnTo>
                    <a:pt x="1370207" y="147988"/>
                  </a:lnTo>
                  <a:lnTo>
                    <a:pt x="1362422" y="146453"/>
                  </a:lnTo>
                  <a:lnTo>
                    <a:pt x="1354637" y="144855"/>
                  </a:lnTo>
                  <a:lnTo>
                    <a:pt x="1346851" y="143305"/>
                  </a:lnTo>
                  <a:lnTo>
                    <a:pt x="1339066" y="141752"/>
                  </a:lnTo>
                  <a:lnTo>
                    <a:pt x="1331281" y="140321"/>
                  </a:lnTo>
                  <a:lnTo>
                    <a:pt x="1323495" y="139114"/>
                  </a:lnTo>
                  <a:lnTo>
                    <a:pt x="1315710" y="137762"/>
                  </a:lnTo>
                  <a:lnTo>
                    <a:pt x="1307925" y="136315"/>
                  </a:lnTo>
                  <a:lnTo>
                    <a:pt x="1300140" y="134772"/>
                  </a:lnTo>
                  <a:lnTo>
                    <a:pt x="1292354" y="133383"/>
                  </a:lnTo>
                  <a:lnTo>
                    <a:pt x="1284569" y="131989"/>
                  </a:lnTo>
                  <a:lnTo>
                    <a:pt x="1276784" y="130630"/>
                  </a:lnTo>
                  <a:lnTo>
                    <a:pt x="1268999" y="129260"/>
                  </a:lnTo>
                  <a:lnTo>
                    <a:pt x="1261213" y="127892"/>
                  </a:lnTo>
                  <a:lnTo>
                    <a:pt x="1253428" y="126764"/>
                  </a:lnTo>
                  <a:lnTo>
                    <a:pt x="1245643" y="125885"/>
                  </a:lnTo>
                  <a:lnTo>
                    <a:pt x="1237857" y="124443"/>
                  </a:lnTo>
                  <a:lnTo>
                    <a:pt x="1230072" y="122860"/>
                  </a:lnTo>
                  <a:lnTo>
                    <a:pt x="1222287" y="121510"/>
                  </a:lnTo>
                  <a:lnTo>
                    <a:pt x="1214502" y="120278"/>
                  </a:lnTo>
                  <a:lnTo>
                    <a:pt x="1206716" y="119047"/>
                  </a:lnTo>
                  <a:lnTo>
                    <a:pt x="1198931" y="117818"/>
                  </a:lnTo>
                  <a:lnTo>
                    <a:pt x="1191146" y="116588"/>
                  </a:lnTo>
                  <a:lnTo>
                    <a:pt x="1183361" y="115348"/>
                  </a:lnTo>
                  <a:lnTo>
                    <a:pt x="1175575" y="114042"/>
                  </a:lnTo>
                  <a:lnTo>
                    <a:pt x="1167790" y="112891"/>
                  </a:lnTo>
                  <a:lnTo>
                    <a:pt x="1160005" y="111435"/>
                  </a:lnTo>
                  <a:lnTo>
                    <a:pt x="1152220" y="109570"/>
                  </a:lnTo>
                  <a:lnTo>
                    <a:pt x="1144434" y="107964"/>
                  </a:lnTo>
                  <a:lnTo>
                    <a:pt x="1136649" y="106533"/>
                  </a:lnTo>
                  <a:lnTo>
                    <a:pt x="1128864" y="104890"/>
                  </a:lnTo>
                  <a:lnTo>
                    <a:pt x="1121078" y="103498"/>
                  </a:lnTo>
                  <a:lnTo>
                    <a:pt x="1113293" y="102151"/>
                  </a:lnTo>
                  <a:lnTo>
                    <a:pt x="1105508" y="100468"/>
                  </a:lnTo>
                  <a:lnTo>
                    <a:pt x="1097723" y="99047"/>
                  </a:lnTo>
                  <a:lnTo>
                    <a:pt x="1089937" y="97511"/>
                  </a:lnTo>
                  <a:lnTo>
                    <a:pt x="1082152" y="96500"/>
                  </a:lnTo>
                  <a:lnTo>
                    <a:pt x="1074367" y="95491"/>
                  </a:lnTo>
                  <a:lnTo>
                    <a:pt x="1066582" y="94120"/>
                  </a:lnTo>
                  <a:lnTo>
                    <a:pt x="1058796" y="92663"/>
                  </a:lnTo>
                  <a:lnTo>
                    <a:pt x="1051011" y="91534"/>
                  </a:lnTo>
                  <a:lnTo>
                    <a:pt x="1043226" y="90239"/>
                  </a:lnTo>
                  <a:lnTo>
                    <a:pt x="1035440" y="89132"/>
                  </a:lnTo>
                  <a:lnTo>
                    <a:pt x="1027655" y="88177"/>
                  </a:lnTo>
                  <a:lnTo>
                    <a:pt x="1019870" y="86906"/>
                  </a:lnTo>
                  <a:lnTo>
                    <a:pt x="1012085" y="85892"/>
                  </a:lnTo>
                  <a:lnTo>
                    <a:pt x="1004299" y="84477"/>
                  </a:lnTo>
                  <a:lnTo>
                    <a:pt x="996514" y="83000"/>
                  </a:lnTo>
                  <a:lnTo>
                    <a:pt x="988729" y="81943"/>
                  </a:lnTo>
                  <a:lnTo>
                    <a:pt x="980944" y="80789"/>
                  </a:lnTo>
                  <a:lnTo>
                    <a:pt x="973158" y="79619"/>
                  </a:lnTo>
                  <a:lnTo>
                    <a:pt x="965373" y="78459"/>
                  </a:lnTo>
                  <a:lnTo>
                    <a:pt x="957588" y="77304"/>
                  </a:lnTo>
                  <a:lnTo>
                    <a:pt x="949802" y="76143"/>
                  </a:lnTo>
                  <a:lnTo>
                    <a:pt x="942017" y="75036"/>
                  </a:lnTo>
                  <a:lnTo>
                    <a:pt x="934232" y="74156"/>
                  </a:lnTo>
                  <a:lnTo>
                    <a:pt x="926447" y="72814"/>
                  </a:lnTo>
                  <a:lnTo>
                    <a:pt x="918661" y="71423"/>
                  </a:lnTo>
                  <a:lnTo>
                    <a:pt x="910876" y="69833"/>
                  </a:lnTo>
                  <a:lnTo>
                    <a:pt x="903091" y="68582"/>
                  </a:lnTo>
                  <a:lnTo>
                    <a:pt x="895306" y="67951"/>
                  </a:lnTo>
                  <a:lnTo>
                    <a:pt x="887520" y="66950"/>
                  </a:lnTo>
                  <a:lnTo>
                    <a:pt x="879735" y="65782"/>
                  </a:lnTo>
                  <a:lnTo>
                    <a:pt x="871950" y="64591"/>
                  </a:lnTo>
                  <a:lnTo>
                    <a:pt x="864165" y="63402"/>
                  </a:lnTo>
                  <a:lnTo>
                    <a:pt x="856379" y="62431"/>
                  </a:lnTo>
                  <a:lnTo>
                    <a:pt x="848594" y="61320"/>
                  </a:lnTo>
                  <a:lnTo>
                    <a:pt x="840809" y="60181"/>
                  </a:lnTo>
                  <a:lnTo>
                    <a:pt x="833023" y="58679"/>
                  </a:lnTo>
                  <a:lnTo>
                    <a:pt x="825238" y="57908"/>
                  </a:lnTo>
                  <a:lnTo>
                    <a:pt x="817453" y="57015"/>
                  </a:lnTo>
                  <a:lnTo>
                    <a:pt x="809668" y="56003"/>
                  </a:lnTo>
                  <a:lnTo>
                    <a:pt x="801882" y="55136"/>
                  </a:lnTo>
                  <a:lnTo>
                    <a:pt x="794097" y="54252"/>
                  </a:lnTo>
                  <a:lnTo>
                    <a:pt x="786312" y="53346"/>
                  </a:lnTo>
                  <a:lnTo>
                    <a:pt x="778527" y="52058"/>
                  </a:lnTo>
                  <a:lnTo>
                    <a:pt x="770741" y="51272"/>
                  </a:lnTo>
                  <a:lnTo>
                    <a:pt x="762956" y="49557"/>
                  </a:lnTo>
                  <a:lnTo>
                    <a:pt x="755171" y="48614"/>
                  </a:lnTo>
                  <a:lnTo>
                    <a:pt x="747385" y="48080"/>
                  </a:lnTo>
                  <a:lnTo>
                    <a:pt x="739600" y="47373"/>
                  </a:lnTo>
                  <a:lnTo>
                    <a:pt x="731815" y="46794"/>
                  </a:lnTo>
                  <a:lnTo>
                    <a:pt x="724030" y="45351"/>
                  </a:lnTo>
                  <a:lnTo>
                    <a:pt x="716244" y="44680"/>
                  </a:lnTo>
                  <a:lnTo>
                    <a:pt x="708459" y="43335"/>
                  </a:lnTo>
                  <a:lnTo>
                    <a:pt x="700674" y="42071"/>
                  </a:lnTo>
                  <a:lnTo>
                    <a:pt x="692889" y="41465"/>
                  </a:lnTo>
                  <a:lnTo>
                    <a:pt x="685103" y="40714"/>
                  </a:lnTo>
                  <a:lnTo>
                    <a:pt x="677318" y="40256"/>
                  </a:lnTo>
                  <a:lnTo>
                    <a:pt x="669533" y="39277"/>
                  </a:lnTo>
                  <a:lnTo>
                    <a:pt x="661747" y="38284"/>
                  </a:lnTo>
                  <a:lnTo>
                    <a:pt x="653962" y="37654"/>
                  </a:lnTo>
                  <a:lnTo>
                    <a:pt x="646177" y="37331"/>
                  </a:lnTo>
                  <a:lnTo>
                    <a:pt x="638392" y="36415"/>
                  </a:lnTo>
                  <a:lnTo>
                    <a:pt x="630606" y="35453"/>
                  </a:lnTo>
                  <a:lnTo>
                    <a:pt x="622821" y="34162"/>
                  </a:lnTo>
                  <a:lnTo>
                    <a:pt x="615036" y="33359"/>
                  </a:lnTo>
                  <a:lnTo>
                    <a:pt x="607251" y="32703"/>
                  </a:lnTo>
                  <a:lnTo>
                    <a:pt x="599465" y="32266"/>
                  </a:lnTo>
                  <a:lnTo>
                    <a:pt x="591680" y="31370"/>
                  </a:lnTo>
                  <a:lnTo>
                    <a:pt x="583895" y="30773"/>
                  </a:lnTo>
                  <a:lnTo>
                    <a:pt x="576110" y="30328"/>
                  </a:lnTo>
                  <a:lnTo>
                    <a:pt x="568324" y="29693"/>
                  </a:lnTo>
                  <a:lnTo>
                    <a:pt x="560539" y="28992"/>
                  </a:lnTo>
                  <a:lnTo>
                    <a:pt x="552754" y="28202"/>
                  </a:lnTo>
                  <a:lnTo>
                    <a:pt x="544968" y="27729"/>
                  </a:lnTo>
                  <a:lnTo>
                    <a:pt x="537183" y="27047"/>
                  </a:lnTo>
                  <a:lnTo>
                    <a:pt x="529398" y="26201"/>
                  </a:lnTo>
                  <a:lnTo>
                    <a:pt x="521613" y="25695"/>
                  </a:lnTo>
                  <a:lnTo>
                    <a:pt x="513827" y="25190"/>
                  </a:lnTo>
                  <a:lnTo>
                    <a:pt x="506042" y="24682"/>
                  </a:lnTo>
                  <a:lnTo>
                    <a:pt x="498257" y="23639"/>
                  </a:lnTo>
                  <a:lnTo>
                    <a:pt x="490472" y="22938"/>
                  </a:lnTo>
                  <a:lnTo>
                    <a:pt x="482686" y="22072"/>
                  </a:lnTo>
                  <a:lnTo>
                    <a:pt x="474901" y="21297"/>
                  </a:lnTo>
                  <a:lnTo>
                    <a:pt x="467116" y="20935"/>
                  </a:lnTo>
                  <a:lnTo>
                    <a:pt x="459330" y="20341"/>
                  </a:lnTo>
                  <a:lnTo>
                    <a:pt x="451545" y="20077"/>
                  </a:lnTo>
                  <a:lnTo>
                    <a:pt x="443760" y="19665"/>
                  </a:lnTo>
                  <a:lnTo>
                    <a:pt x="435975" y="19102"/>
                  </a:lnTo>
                  <a:lnTo>
                    <a:pt x="428189" y="18540"/>
                  </a:lnTo>
                  <a:lnTo>
                    <a:pt x="420404" y="17979"/>
                  </a:lnTo>
                  <a:lnTo>
                    <a:pt x="412619" y="17416"/>
                  </a:lnTo>
                  <a:lnTo>
                    <a:pt x="404834" y="16545"/>
                  </a:lnTo>
                  <a:lnTo>
                    <a:pt x="397048" y="16148"/>
                  </a:lnTo>
                  <a:lnTo>
                    <a:pt x="389263" y="15745"/>
                  </a:lnTo>
                  <a:lnTo>
                    <a:pt x="381478" y="15188"/>
                  </a:lnTo>
                  <a:lnTo>
                    <a:pt x="373692" y="14631"/>
                  </a:lnTo>
                  <a:lnTo>
                    <a:pt x="365907" y="14169"/>
                  </a:lnTo>
                  <a:lnTo>
                    <a:pt x="358122" y="13743"/>
                  </a:lnTo>
                  <a:lnTo>
                    <a:pt x="350337" y="13553"/>
                  </a:lnTo>
                  <a:lnTo>
                    <a:pt x="342551" y="12818"/>
                  </a:lnTo>
                  <a:lnTo>
                    <a:pt x="334766" y="12120"/>
                  </a:lnTo>
                  <a:lnTo>
                    <a:pt x="326981" y="11419"/>
                  </a:lnTo>
                  <a:lnTo>
                    <a:pt x="319196" y="10785"/>
                  </a:lnTo>
                  <a:lnTo>
                    <a:pt x="311410" y="10239"/>
                  </a:lnTo>
                  <a:lnTo>
                    <a:pt x="303625" y="9694"/>
                  </a:lnTo>
                  <a:lnTo>
                    <a:pt x="295840" y="9151"/>
                  </a:lnTo>
                  <a:lnTo>
                    <a:pt x="288055" y="8716"/>
                  </a:lnTo>
                  <a:lnTo>
                    <a:pt x="280269" y="8067"/>
                  </a:lnTo>
                  <a:lnTo>
                    <a:pt x="272484" y="7772"/>
                  </a:lnTo>
                  <a:lnTo>
                    <a:pt x="264699" y="7336"/>
                  </a:lnTo>
                  <a:lnTo>
                    <a:pt x="256913" y="6810"/>
                  </a:lnTo>
                  <a:lnTo>
                    <a:pt x="249128" y="6514"/>
                  </a:lnTo>
                  <a:lnTo>
                    <a:pt x="241343" y="6388"/>
                  </a:lnTo>
                  <a:lnTo>
                    <a:pt x="233558" y="5674"/>
                  </a:lnTo>
                  <a:lnTo>
                    <a:pt x="225772" y="4959"/>
                  </a:lnTo>
                  <a:lnTo>
                    <a:pt x="217987" y="4245"/>
                  </a:lnTo>
                  <a:lnTo>
                    <a:pt x="210202" y="3895"/>
                  </a:lnTo>
                  <a:lnTo>
                    <a:pt x="202417" y="3624"/>
                  </a:lnTo>
                  <a:lnTo>
                    <a:pt x="194631" y="3481"/>
                  </a:lnTo>
                  <a:lnTo>
                    <a:pt x="186846" y="2891"/>
                  </a:lnTo>
                  <a:lnTo>
                    <a:pt x="179061" y="2376"/>
                  </a:lnTo>
                  <a:lnTo>
                    <a:pt x="171275" y="2232"/>
                  </a:lnTo>
                  <a:lnTo>
                    <a:pt x="163490" y="2611"/>
                  </a:lnTo>
                  <a:lnTo>
                    <a:pt x="155705" y="2797"/>
                  </a:lnTo>
                  <a:lnTo>
                    <a:pt x="147920" y="2459"/>
                  </a:lnTo>
                  <a:lnTo>
                    <a:pt x="140134" y="2004"/>
                  </a:lnTo>
                  <a:lnTo>
                    <a:pt x="132349" y="2010"/>
                  </a:lnTo>
                  <a:lnTo>
                    <a:pt x="124564" y="1504"/>
                  </a:lnTo>
                  <a:lnTo>
                    <a:pt x="116779" y="1510"/>
                  </a:lnTo>
                  <a:lnTo>
                    <a:pt x="108993" y="1459"/>
                  </a:lnTo>
                  <a:lnTo>
                    <a:pt x="101208" y="1545"/>
                  </a:lnTo>
                  <a:lnTo>
                    <a:pt x="93423" y="1564"/>
                  </a:lnTo>
                  <a:lnTo>
                    <a:pt x="85637" y="1564"/>
                  </a:lnTo>
                  <a:lnTo>
                    <a:pt x="77852" y="1431"/>
                  </a:lnTo>
                  <a:lnTo>
                    <a:pt x="70067" y="1291"/>
                  </a:lnTo>
                  <a:lnTo>
                    <a:pt x="62282" y="923"/>
                  </a:lnTo>
                  <a:lnTo>
                    <a:pt x="54496" y="734"/>
                  </a:lnTo>
                  <a:lnTo>
                    <a:pt x="46711" y="812"/>
                  </a:lnTo>
                  <a:lnTo>
                    <a:pt x="38926" y="750"/>
                  </a:lnTo>
                  <a:lnTo>
                    <a:pt x="31141" y="614"/>
                  </a:lnTo>
                  <a:lnTo>
                    <a:pt x="23355" y="494"/>
                  </a:lnTo>
                  <a:lnTo>
                    <a:pt x="15570" y="341"/>
                  </a:lnTo>
                  <a:lnTo>
                    <a:pt x="7785" y="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648531" y="2430311"/>
              <a:ext cx="2016385" cy="657003"/>
            </a:xfrm>
            <a:custGeom>
              <a:avLst/>
              <a:pathLst>
                <a:path w="2016385" h="657003">
                  <a:moveTo>
                    <a:pt x="0" y="117381"/>
                  </a:moveTo>
                  <a:lnTo>
                    <a:pt x="7785" y="117674"/>
                  </a:lnTo>
                  <a:lnTo>
                    <a:pt x="15570" y="117718"/>
                  </a:lnTo>
                  <a:lnTo>
                    <a:pt x="23355" y="118304"/>
                  </a:lnTo>
                  <a:lnTo>
                    <a:pt x="31141" y="118902"/>
                  </a:lnTo>
                  <a:lnTo>
                    <a:pt x="38926" y="119577"/>
                  </a:lnTo>
                  <a:lnTo>
                    <a:pt x="46711" y="119773"/>
                  </a:lnTo>
                  <a:lnTo>
                    <a:pt x="54496" y="120288"/>
                  </a:lnTo>
                  <a:lnTo>
                    <a:pt x="62282" y="121006"/>
                  </a:lnTo>
                  <a:lnTo>
                    <a:pt x="70067" y="121939"/>
                  </a:lnTo>
                  <a:lnTo>
                    <a:pt x="77852" y="122771"/>
                  </a:lnTo>
                  <a:lnTo>
                    <a:pt x="85637" y="122530"/>
                  </a:lnTo>
                  <a:lnTo>
                    <a:pt x="93423" y="122909"/>
                  </a:lnTo>
                  <a:lnTo>
                    <a:pt x="101208" y="123434"/>
                  </a:lnTo>
                  <a:lnTo>
                    <a:pt x="108993" y="124239"/>
                  </a:lnTo>
                  <a:lnTo>
                    <a:pt x="116779" y="125315"/>
                  </a:lnTo>
                  <a:lnTo>
                    <a:pt x="124564" y="125586"/>
                  </a:lnTo>
                  <a:lnTo>
                    <a:pt x="132349" y="126031"/>
                  </a:lnTo>
                  <a:lnTo>
                    <a:pt x="140134" y="126086"/>
                  </a:lnTo>
                  <a:lnTo>
                    <a:pt x="147920" y="126556"/>
                  </a:lnTo>
                  <a:lnTo>
                    <a:pt x="155705" y="127168"/>
                  </a:lnTo>
                  <a:lnTo>
                    <a:pt x="163490" y="127665"/>
                  </a:lnTo>
                  <a:lnTo>
                    <a:pt x="171275" y="126369"/>
                  </a:lnTo>
                  <a:lnTo>
                    <a:pt x="179061" y="127230"/>
                  </a:lnTo>
                  <a:lnTo>
                    <a:pt x="186846" y="126620"/>
                  </a:lnTo>
                  <a:lnTo>
                    <a:pt x="194631" y="127010"/>
                  </a:lnTo>
                  <a:lnTo>
                    <a:pt x="202417" y="127135"/>
                  </a:lnTo>
                  <a:lnTo>
                    <a:pt x="210202" y="127521"/>
                  </a:lnTo>
                  <a:lnTo>
                    <a:pt x="217987" y="127748"/>
                  </a:lnTo>
                  <a:lnTo>
                    <a:pt x="225772" y="127370"/>
                  </a:lnTo>
                  <a:lnTo>
                    <a:pt x="233558" y="127405"/>
                  </a:lnTo>
                  <a:lnTo>
                    <a:pt x="241343" y="127191"/>
                  </a:lnTo>
                  <a:lnTo>
                    <a:pt x="249128" y="126840"/>
                  </a:lnTo>
                  <a:lnTo>
                    <a:pt x="256913" y="125507"/>
                  </a:lnTo>
                  <a:lnTo>
                    <a:pt x="264699" y="124914"/>
                  </a:lnTo>
                  <a:lnTo>
                    <a:pt x="272484" y="125353"/>
                  </a:lnTo>
                  <a:lnTo>
                    <a:pt x="280269" y="124116"/>
                  </a:lnTo>
                  <a:lnTo>
                    <a:pt x="288055" y="122901"/>
                  </a:lnTo>
                  <a:lnTo>
                    <a:pt x="295840" y="121829"/>
                  </a:lnTo>
                  <a:lnTo>
                    <a:pt x="303625" y="121800"/>
                  </a:lnTo>
                  <a:lnTo>
                    <a:pt x="311410" y="120904"/>
                  </a:lnTo>
                  <a:lnTo>
                    <a:pt x="319196" y="120013"/>
                  </a:lnTo>
                  <a:lnTo>
                    <a:pt x="326981" y="119059"/>
                  </a:lnTo>
                  <a:lnTo>
                    <a:pt x="334766" y="118092"/>
                  </a:lnTo>
                  <a:lnTo>
                    <a:pt x="342551" y="117138"/>
                  </a:lnTo>
                  <a:lnTo>
                    <a:pt x="350337" y="116164"/>
                  </a:lnTo>
                  <a:lnTo>
                    <a:pt x="358122" y="114135"/>
                  </a:lnTo>
                  <a:lnTo>
                    <a:pt x="365907" y="112758"/>
                  </a:lnTo>
                  <a:lnTo>
                    <a:pt x="373692" y="111965"/>
                  </a:lnTo>
                  <a:lnTo>
                    <a:pt x="381478" y="110039"/>
                  </a:lnTo>
                  <a:lnTo>
                    <a:pt x="389263" y="108700"/>
                  </a:lnTo>
                  <a:lnTo>
                    <a:pt x="397048" y="108085"/>
                  </a:lnTo>
                  <a:lnTo>
                    <a:pt x="404834" y="108716"/>
                  </a:lnTo>
                  <a:lnTo>
                    <a:pt x="412619" y="107921"/>
                  </a:lnTo>
                  <a:lnTo>
                    <a:pt x="420404" y="105860"/>
                  </a:lnTo>
                  <a:lnTo>
                    <a:pt x="428189" y="105569"/>
                  </a:lnTo>
                  <a:lnTo>
                    <a:pt x="435975" y="105241"/>
                  </a:lnTo>
                  <a:lnTo>
                    <a:pt x="443760" y="104096"/>
                  </a:lnTo>
                  <a:lnTo>
                    <a:pt x="451545" y="102910"/>
                  </a:lnTo>
                  <a:lnTo>
                    <a:pt x="459330" y="101761"/>
                  </a:lnTo>
                  <a:lnTo>
                    <a:pt x="467116" y="100693"/>
                  </a:lnTo>
                  <a:lnTo>
                    <a:pt x="474901" y="99472"/>
                  </a:lnTo>
                  <a:lnTo>
                    <a:pt x="482686" y="98326"/>
                  </a:lnTo>
                  <a:lnTo>
                    <a:pt x="490472" y="97191"/>
                  </a:lnTo>
                  <a:lnTo>
                    <a:pt x="498257" y="96091"/>
                  </a:lnTo>
                  <a:lnTo>
                    <a:pt x="506042" y="95023"/>
                  </a:lnTo>
                  <a:lnTo>
                    <a:pt x="513827" y="94313"/>
                  </a:lnTo>
                  <a:lnTo>
                    <a:pt x="521613" y="93336"/>
                  </a:lnTo>
                  <a:lnTo>
                    <a:pt x="529398" y="92717"/>
                  </a:lnTo>
                  <a:lnTo>
                    <a:pt x="537183" y="92164"/>
                  </a:lnTo>
                  <a:lnTo>
                    <a:pt x="544968" y="91095"/>
                  </a:lnTo>
                  <a:lnTo>
                    <a:pt x="552754" y="89713"/>
                  </a:lnTo>
                  <a:lnTo>
                    <a:pt x="560539" y="89361"/>
                  </a:lnTo>
                  <a:lnTo>
                    <a:pt x="568324" y="89009"/>
                  </a:lnTo>
                  <a:lnTo>
                    <a:pt x="576110" y="88139"/>
                  </a:lnTo>
                  <a:lnTo>
                    <a:pt x="583895" y="87019"/>
                  </a:lnTo>
                  <a:lnTo>
                    <a:pt x="591680" y="86188"/>
                  </a:lnTo>
                  <a:lnTo>
                    <a:pt x="599465" y="84793"/>
                  </a:lnTo>
                  <a:lnTo>
                    <a:pt x="607251" y="83437"/>
                  </a:lnTo>
                  <a:lnTo>
                    <a:pt x="615036" y="82394"/>
                  </a:lnTo>
                  <a:lnTo>
                    <a:pt x="622821" y="81136"/>
                  </a:lnTo>
                  <a:lnTo>
                    <a:pt x="630606" y="79893"/>
                  </a:lnTo>
                  <a:lnTo>
                    <a:pt x="638392" y="78729"/>
                  </a:lnTo>
                  <a:lnTo>
                    <a:pt x="646177" y="77900"/>
                  </a:lnTo>
                  <a:lnTo>
                    <a:pt x="653962" y="76609"/>
                  </a:lnTo>
                  <a:lnTo>
                    <a:pt x="661747" y="76056"/>
                  </a:lnTo>
                  <a:lnTo>
                    <a:pt x="669533" y="74689"/>
                  </a:lnTo>
                  <a:lnTo>
                    <a:pt x="677318" y="73335"/>
                  </a:lnTo>
                  <a:lnTo>
                    <a:pt x="685103" y="72289"/>
                  </a:lnTo>
                  <a:lnTo>
                    <a:pt x="692889" y="71400"/>
                  </a:lnTo>
                  <a:lnTo>
                    <a:pt x="700674" y="70161"/>
                  </a:lnTo>
                  <a:lnTo>
                    <a:pt x="708459" y="69133"/>
                  </a:lnTo>
                  <a:lnTo>
                    <a:pt x="716244" y="68386"/>
                  </a:lnTo>
                  <a:lnTo>
                    <a:pt x="724030" y="67646"/>
                  </a:lnTo>
                  <a:lnTo>
                    <a:pt x="731815" y="66912"/>
                  </a:lnTo>
                  <a:lnTo>
                    <a:pt x="739600" y="65824"/>
                  </a:lnTo>
                  <a:lnTo>
                    <a:pt x="747385" y="64189"/>
                  </a:lnTo>
                  <a:lnTo>
                    <a:pt x="755171" y="63300"/>
                  </a:lnTo>
                  <a:lnTo>
                    <a:pt x="762956" y="62680"/>
                  </a:lnTo>
                  <a:lnTo>
                    <a:pt x="770741" y="62078"/>
                  </a:lnTo>
                  <a:lnTo>
                    <a:pt x="778527" y="61437"/>
                  </a:lnTo>
                  <a:lnTo>
                    <a:pt x="786312" y="60142"/>
                  </a:lnTo>
                  <a:lnTo>
                    <a:pt x="794097" y="58799"/>
                  </a:lnTo>
                  <a:lnTo>
                    <a:pt x="801882" y="57481"/>
                  </a:lnTo>
                  <a:lnTo>
                    <a:pt x="809668" y="56484"/>
                  </a:lnTo>
                  <a:lnTo>
                    <a:pt x="817453" y="55765"/>
                  </a:lnTo>
                  <a:lnTo>
                    <a:pt x="825238" y="54694"/>
                  </a:lnTo>
                  <a:lnTo>
                    <a:pt x="833023" y="53630"/>
                  </a:lnTo>
                  <a:lnTo>
                    <a:pt x="840809" y="52519"/>
                  </a:lnTo>
                  <a:lnTo>
                    <a:pt x="848594" y="51476"/>
                  </a:lnTo>
                  <a:lnTo>
                    <a:pt x="856379" y="50553"/>
                  </a:lnTo>
                  <a:lnTo>
                    <a:pt x="864165" y="49554"/>
                  </a:lnTo>
                  <a:lnTo>
                    <a:pt x="871950" y="48576"/>
                  </a:lnTo>
                  <a:lnTo>
                    <a:pt x="879735" y="47613"/>
                  </a:lnTo>
                  <a:lnTo>
                    <a:pt x="887520" y="46808"/>
                  </a:lnTo>
                  <a:lnTo>
                    <a:pt x="895306" y="46015"/>
                  </a:lnTo>
                  <a:lnTo>
                    <a:pt x="903091" y="45232"/>
                  </a:lnTo>
                  <a:lnTo>
                    <a:pt x="910876" y="44469"/>
                  </a:lnTo>
                  <a:lnTo>
                    <a:pt x="918661" y="43717"/>
                  </a:lnTo>
                  <a:lnTo>
                    <a:pt x="926447" y="43140"/>
                  </a:lnTo>
                  <a:lnTo>
                    <a:pt x="934232" y="42603"/>
                  </a:lnTo>
                  <a:lnTo>
                    <a:pt x="942017" y="42027"/>
                  </a:lnTo>
                  <a:lnTo>
                    <a:pt x="949802" y="41063"/>
                  </a:lnTo>
                  <a:lnTo>
                    <a:pt x="957588" y="40118"/>
                  </a:lnTo>
                  <a:lnTo>
                    <a:pt x="965373" y="39391"/>
                  </a:lnTo>
                  <a:lnTo>
                    <a:pt x="973158" y="38798"/>
                  </a:lnTo>
                  <a:lnTo>
                    <a:pt x="980944" y="38389"/>
                  </a:lnTo>
                  <a:lnTo>
                    <a:pt x="988729" y="37760"/>
                  </a:lnTo>
                  <a:lnTo>
                    <a:pt x="996514" y="36894"/>
                  </a:lnTo>
                  <a:lnTo>
                    <a:pt x="1004299" y="36067"/>
                  </a:lnTo>
                  <a:lnTo>
                    <a:pt x="1012085" y="35375"/>
                  </a:lnTo>
                  <a:lnTo>
                    <a:pt x="1019870" y="34536"/>
                  </a:lnTo>
                  <a:lnTo>
                    <a:pt x="1027655" y="33713"/>
                  </a:lnTo>
                  <a:lnTo>
                    <a:pt x="1035440" y="32907"/>
                  </a:lnTo>
                  <a:lnTo>
                    <a:pt x="1043226" y="32116"/>
                  </a:lnTo>
                  <a:lnTo>
                    <a:pt x="1051011" y="31538"/>
                  </a:lnTo>
                  <a:lnTo>
                    <a:pt x="1058796" y="31042"/>
                  </a:lnTo>
                  <a:lnTo>
                    <a:pt x="1066582" y="30433"/>
                  </a:lnTo>
                  <a:lnTo>
                    <a:pt x="1074367" y="29839"/>
                  </a:lnTo>
                  <a:lnTo>
                    <a:pt x="1082152" y="29405"/>
                  </a:lnTo>
                  <a:lnTo>
                    <a:pt x="1089937" y="28976"/>
                  </a:lnTo>
                  <a:lnTo>
                    <a:pt x="1097723" y="28515"/>
                  </a:lnTo>
                  <a:lnTo>
                    <a:pt x="1105508" y="27930"/>
                  </a:lnTo>
                  <a:lnTo>
                    <a:pt x="1113293" y="27344"/>
                  </a:lnTo>
                  <a:lnTo>
                    <a:pt x="1121078" y="26773"/>
                  </a:lnTo>
                  <a:lnTo>
                    <a:pt x="1128864" y="26212"/>
                  </a:lnTo>
                  <a:lnTo>
                    <a:pt x="1136649" y="25660"/>
                  </a:lnTo>
                  <a:lnTo>
                    <a:pt x="1144434" y="25128"/>
                  </a:lnTo>
                  <a:lnTo>
                    <a:pt x="1152220" y="24703"/>
                  </a:lnTo>
                  <a:lnTo>
                    <a:pt x="1160005" y="24312"/>
                  </a:lnTo>
                  <a:lnTo>
                    <a:pt x="1167790" y="23956"/>
                  </a:lnTo>
                  <a:lnTo>
                    <a:pt x="1175575" y="23604"/>
                  </a:lnTo>
                  <a:lnTo>
                    <a:pt x="1183361" y="23256"/>
                  </a:lnTo>
                  <a:lnTo>
                    <a:pt x="1191146" y="22912"/>
                  </a:lnTo>
                  <a:lnTo>
                    <a:pt x="1198931" y="22572"/>
                  </a:lnTo>
                  <a:lnTo>
                    <a:pt x="1206716" y="22208"/>
                  </a:lnTo>
                  <a:lnTo>
                    <a:pt x="1214502" y="21692"/>
                  </a:lnTo>
                  <a:lnTo>
                    <a:pt x="1222287" y="21147"/>
                  </a:lnTo>
                  <a:lnTo>
                    <a:pt x="1230072" y="20757"/>
                  </a:lnTo>
                  <a:lnTo>
                    <a:pt x="1237857" y="20388"/>
                  </a:lnTo>
                  <a:lnTo>
                    <a:pt x="1245643" y="19987"/>
                  </a:lnTo>
                  <a:lnTo>
                    <a:pt x="1253428" y="19557"/>
                  </a:lnTo>
                  <a:lnTo>
                    <a:pt x="1261213" y="19136"/>
                  </a:lnTo>
                  <a:lnTo>
                    <a:pt x="1268999" y="18725"/>
                  </a:lnTo>
                  <a:lnTo>
                    <a:pt x="1276784" y="18470"/>
                  </a:lnTo>
                  <a:lnTo>
                    <a:pt x="1284569" y="18011"/>
                  </a:lnTo>
                  <a:lnTo>
                    <a:pt x="1292354" y="17530"/>
                  </a:lnTo>
                  <a:lnTo>
                    <a:pt x="1300140" y="17114"/>
                  </a:lnTo>
                  <a:lnTo>
                    <a:pt x="1307925" y="16730"/>
                  </a:lnTo>
                  <a:lnTo>
                    <a:pt x="1315710" y="16364"/>
                  </a:lnTo>
                  <a:lnTo>
                    <a:pt x="1323495" y="15980"/>
                  </a:lnTo>
                  <a:lnTo>
                    <a:pt x="1331281" y="15613"/>
                  </a:lnTo>
                  <a:lnTo>
                    <a:pt x="1339066" y="15252"/>
                  </a:lnTo>
                  <a:lnTo>
                    <a:pt x="1346851" y="14897"/>
                  </a:lnTo>
                  <a:lnTo>
                    <a:pt x="1354637" y="14548"/>
                  </a:lnTo>
                  <a:lnTo>
                    <a:pt x="1362422" y="14205"/>
                  </a:lnTo>
                  <a:lnTo>
                    <a:pt x="1370207" y="13868"/>
                  </a:lnTo>
                  <a:lnTo>
                    <a:pt x="1377992" y="13536"/>
                  </a:lnTo>
                  <a:lnTo>
                    <a:pt x="1385778" y="13213"/>
                  </a:lnTo>
                  <a:lnTo>
                    <a:pt x="1393563" y="12895"/>
                  </a:lnTo>
                  <a:lnTo>
                    <a:pt x="1401348" y="12583"/>
                  </a:lnTo>
                  <a:lnTo>
                    <a:pt x="1409133" y="12276"/>
                  </a:lnTo>
                  <a:lnTo>
                    <a:pt x="1416919" y="11975"/>
                  </a:lnTo>
                  <a:lnTo>
                    <a:pt x="1424704" y="11738"/>
                  </a:lnTo>
                  <a:lnTo>
                    <a:pt x="1432489" y="11509"/>
                  </a:lnTo>
                  <a:lnTo>
                    <a:pt x="1440275" y="11282"/>
                  </a:lnTo>
                  <a:lnTo>
                    <a:pt x="1448060" y="11059"/>
                  </a:lnTo>
                  <a:lnTo>
                    <a:pt x="1455845" y="10838"/>
                  </a:lnTo>
                  <a:lnTo>
                    <a:pt x="1463630" y="10622"/>
                  </a:lnTo>
                  <a:lnTo>
                    <a:pt x="1471416" y="10409"/>
                  </a:lnTo>
                  <a:lnTo>
                    <a:pt x="1479201" y="10199"/>
                  </a:lnTo>
                  <a:lnTo>
                    <a:pt x="1486986" y="9991"/>
                  </a:lnTo>
                  <a:lnTo>
                    <a:pt x="1494771" y="9786"/>
                  </a:lnTo>
                  <a:lnTo>
                    <a:pt x="1502557" y="9584"/>
                  </a:lnTo>
                  <a:lnTo>
                    <a:pt x="1510342" y="9385"/>
                  </a:lnTo>
                  <a:lnTo>
                    <a:pt x="1518127" y="9188"/>
                  </a:lnTo>
                  <a:lnTo>
                    <a:pt x="1525912" y="8968"/>
                  </a:lnTo>
                  <a:lnTo>
                    <a:pt x="1533698" y="8709"/>
                  </a:lnTo>
                  <a:lnTo>
                    <a:pt x="1541483" y="8456"/>
                  </a:lnTo>
                  <a:lnTo>
                    <a:pt x="1549268" y="8207"/>
                  </a:lnTo>
                  <a:lnTo>
                    <a:pt x="1557054" y="7978"/>
                  </a:lnTo>
                  <a:lnTo>
                    <a:pt x="1564839" y="7797"/>
                  </a:lnTo>
                  <a:lnTo>
                    <a:pt x="1572624" y="7619"/>
                  </a:lnTo>
                  <a:lnTo>
                    <a:pt x="1580409" y="7444"/>
                  </a:lnTo>
                  <a:lnTo>
                    <a:pt x="1588195" y="7266"/>
                  </a:lnTo>
                  <a:lnTo>
                    <a:pt x="1595980" y="7066"/>
                  </a:lnTo>
                  <a:lnTo>
                    <a:pt x="1603765" y="6870"/>
                  </a:lnTo>
                  <a:lnTo>
                    <a:pt x="1611550" y="6676"/>
                  </a:lnTo>
                  <a:lnTo>
                    <a:pt x="1619336" y="6486"/>
                  </a:lnTo>
                  <a:lnTo>
                    <a:pt x="1627121" y="6305"/>
                  </a:lnTo>
                  <a:lnTo>
                    <a:pt x="1634906" y="6154"/>
                  </a:lnTo>
                  <a:lnTo>
                    <a:pt x="1642692" y="6006"/>
                  </a:lnTo>
                  <a:lnTo>
                    <a:pt x="1650477" y="5859"/>
                  </a:lnTo>
                  <a:lnTo>
                    <a:pt x="1658262" y="5715"/>
                  </a:lnTo>
                  <a:lnTo>
                    <a:pt x="1666047" y="5572"/>
                  </a:lnTo>
                  <a:lnTo>
                    <a:pt x="1673833" y="5431"/>
                  </a:lnTo>
                  <a:lnTo>
                    <a:pt x="1681618" y="5292"/>
                  </a:lnTo>
                  <a:lnTo>
                    <a:pt x="1689403" y="5154"/>
                  </a:lnTo>
                  <a:lnTo>
                    <a:pt x="1697188" y="5019"/>
                  </a:lnTo>
                  <a:lnTo>
                    <a:pt x="1704974" y="4885"/>
                  </a:lnTo>
                  <a:lnTo>
                    <a:pt x="1712759" y="4753"/>
                  </a:lnTo>
                  <a:lnTo>
                    <a:pt x="1720544" y="4623"/>
                  </a:lnTo>
                  <a:lnTo>
                    <a:pt x="1728330" y="4494"/>
                  </a:lnTo>
                  <a:lnTo>
                    <a:pt x="1736115" y="4367"/>
                  </a:lnTo>
                  <a:lnTo>
                    <a:pt x="1743900" y="4242"/>
                  </a:lnTo>
                  <a:lnTo>
                    <a:pt x="1751685" y="4119"/>
                  </a:lnTo>
                  <a:lnTo>
                    <a:pt x="1759471" y="3997"/>
                  </a:lnTo>
                  <a:lnTo>
                    <a:pt x="1767256" y="3861"/>
                  </a:lnTo>
                  <a:lnTo>
                    <a:pt x="1775041" y="3693"/>
                  </a:lnTo>
                  <a:lnTo>
                    <a:pt x="1782826" y="3528"/>
                  </a:lnTo>
                  <a:lnTo>
                    <a:pt x="1790612" y="3366"/>
                  </a:lnTo>
                  <a:lnTo>
                    <a:pt x="1798397" y="3207"/>
                  </a:lnTo>
                  <a:lnTo>
                    <a:pt x="1806182" y="3051"/>
                  </a:lnTo>
                  <a:lnTo>
                    <a:pt x="1813967" y="2897"/>
                  </a:lnTo>
                  <a:lnTo>
                    <a:pt x="1821753" y="2747"/>
                  </a:lnTo>
                  <a:lnTo>
                    <a:pt x="1829538" y="2599"/>
                  </a:lnTo>
                  <a:lnTo>
                    <a:pt x="1837323" y="2454"/>
                  </a:lnTo>
                  <a:lnTo>
                    <a:pt x="1845109" y="2312"/>
                  </a:lnTo>
                  <a:lnTo>
                    <a:pt x="1852894" y="2172"/>
                  </a:lnTo>
                  <a:lnTo>
                    <a:pt x="1860679" y="2035"/>
                  </a:lnTo>
                  <a:lnTo>
                    <a:pt x="1868464" y="1927"/>
                  </a:lnTo>
                  <a:lnTo>
                    <a:pt x="1876250" y="1822"/>
                  </a:lnTo>
                  <a:lnTo>
                    <a:pt x="1884035" y="1718"/>
                  </a:lnTo>
                  <a:lnTo>
                    <a:pt x="1891820" y="1615"/>
                  </a:lnTo>
                  <a:lnTo>
                    <a:pt x="1899605" y="1514"/>
                  </a:lnTo>
                  <a:lnTo>
                    <a:pt x="1907391" y="1415"/>
                  </a:lnTo>
                  <a:lnTo>
                    <a:pt x="1915176" y="1317"/>
                  </a:lnTo>
                  <a:lnTo>
                    <a:pt x="1922961" y="1220"/>
                  </a:lnTo>
                  <a:lnTo>
                    <a:pt x="1930747" y="1125"/>
                  </a:lnTo>
                  <a:lnTo>
                    <a:pt x="1938532" y="1031"/>
                  </a:lnTo>
                  <a:lnTo>
                    <a:pt x="1946317" y="939"/>
                  </a:lnTo>
                  <a:lnTo>
                    <a:pt x="1954102" y="836"/>
                  </a:lnTo>
                  <a:lnTo>
                    <a:pt x="1961888" y="725"/>
                  </a:lnTo>
                  <a:lnTo>
                    <a:pt x="1969673" y="615"/>
                  </a:lnTo>
                  <a:lnTo>
                    <a:pt x="1977458" y="508"/>
                  </a:lnTo>
                  <a:lnTo>
                    <a:pt x="1985243" y="402"/>
                  </a:lnTo>
                  <a:lnTo>
                    <a:pt x="1993029" y="299"/>
                  </a:lnTo>
                  <a:lnTo>
                    <a:pt x="2000814" y="197"/>
                  </a:lnTo>
                  <a:lnTo>
                    <a:pt x="2008599" y="97"/>
                  </a:lnTo>
                  <a:lnTo>
                    <a:pt x="2016385" y="0"/>
                  </a:lnTo>
                  <a:lnTo>
                    <a:pt x="2016385" y="657003"/>
                  </a:lnTo>
                  <a:lnTo>
                    <a:pt x="2008599" y="656687"/>
                  </a:lnTo>
                  <a:lnTo>
                    <a:pt x="2000814" y="656365"/>
                  </a:lnTo>
                  <a:lnTo>
                    <a:pt x="1993029" y="656039"/>
                  </a:lnTo>
                  <a:lnTo>
                    <a:pt x="1985243" y="655706"/>
                  </a:lnTo>
                  <a:lnTo>
                    <a:pt x="1977458" y="655369"/>
                  </a:lnTo>
                  <a:lnTo>
                    <a:pt x="1969673" y="655025"/>
                  </a:lnTo>
                  <a:lnTo>
                    <a:pt x="1961888" y="654677"/>
                  </a:lnTo>
                  <a:lnTo>
                    <a:pt x="1954102" y="654322"/>
                  </a:lnTo>
                  <a:lnTo>
                    <a:pt x="1946317" y="653970"/>
                  </a:lnTo>
                  <a:lnTo>
                    <a:pt x="1938532" y="653636"/>
                  </a:lnTo>
                  <a:lnTo>
                    <a:pt x="1930747" y="653297"/>
                  </a:lnTo>
                  <a:lnTo>
                    <a:pt x="1922961" y="652952"/>
                  </a:lnTo>
                  <a:lnTo>
                    <a:pt x="1915176" y="652603"/>
                  </a:lnTo>
                  <a:lnTo>
                    <a:pt x="1907391" y="652249"/>
                  </a:lnTo>
                  <a:lnTo>
                    <a:pt x="1899605" y="651889"/>
                  </a:lnTo>
                  <a:lnTo>
                    <a:pt x="1891820" y="651524"/>
                  </a:lnTo>
                  <a:lnTo>
                    <a:pt x="1884035" y="651154"/>
                  </a:lnTo>
                  <a:lnTo>
                    <a:pt x="1876250" y="650778"/>
                  </a:lnTo>
                  <a:lnTo>
                    <a:pt x="1868464" y="650382"/>
                  </a:lnTo>
                  <a:lnTo>
                    <a:pt x="1860679" y="649955"/>
                  </a:lnTo>
                  <a:lnTo>
                    <a:pt x="1852894" y="649521"/>
                  </a:lnTo>
                  <a:lnTo>
                    <a:pt x="1845109" y="649080"/>
                  </a:lnTo>
                  <a:lnTo>
                    <a:pt x="1837323" y="648632"/>
                  </a:lnTo>
                  <a:lnTo>
                    <a:pt x="1829538" y="648177"/>
                  </a:lnTo>
                  <a:lnTo>
                    <a:pt x="1821753" y="647715"/>
                  </a:lnTo>
                  <a:lnTo>
                    <a:pt x="1813967" y="647245"/>
                  </a:lnTo>
                  <a:lnTo>
                    <a:pt x="1806182" y="646768"/>
                  </a:lnTo>
                  <a:lnTo>
                    <a:pt x="1798397" y="646282"/>
                  </a:lnTo>
                  <a:lnTo>
                    <a:pt x="1790612" y="645790"/>
                  </a:lnTo>
                  <a:lnTo>
                    <a:pt x="1782826" y="645289"/>
                  </a:lnTo>
                  <a:lnTo>
                    <a:pt x="1775041" y="644780"/>
                  </a:lnTo>
                  <a:lnTo>
                    <a:pt x="1767256" y="644264"/>
                  </a:lnTo>
                  <a:lnTo>
                    <a:pt x="1759471" y="643739"/>
                  </a:lnTo>
                  <a:lnTo>
                    <a:pt x="1751685" y="643206"/>
                  </a:lnTo>
                  <a:lnTo>
                    <a:pt x="1743900" y="642664"/>
                  </a:lnTo>
                  <a:lnTo>
                    <a:pt x="1736115" y="642114"/>
                  </a:lnTo>
                  <a:lnTo>
                    <a:pt x="1728330" y="641555"/>
                  </a:lnTo>
                  <a:lnTo>
                    <a:pt x="1720544" y="640987"/>
                  </a:lnTo>
                  <a:lnTo>
                    <a:pt x="1712759" y="640409"/>
                  </a:lnTo>
                  <a:lnTo>
                    <a:pt x="1704974" y="639818"/>
                  </a:lnTo>
                  <a:lnTo>
                    <a:pt x="1697188" y="639217"/>
                  </a:lnTo>
                  <a:lnTo>
                    <a:pt x="1689403" y="638607"/>
                  </a:lnTo>
                  <a:lnTo>
                    <a:pt x="1681618" y="637987"/>
                  </a:lnTo>
                  <a:lnTo>
                    <a:pt x="1673833" y="637357"/>
                  </a:lnTo>
                  <a:lnTo>
                    <a:pt x="1666047" y="636718"/>
                  </a:lnTo>
                  <a:lnTo>
                    <a:pt x="1658262" y="635941"/>
                  </a:lnTo>
                  <a:lnTo>
                    <a:pt x="1650477" y="635093"/>
                  </a:lnTo>
                  <a:lnTo>
                    <a:pt x="1642692" y="634303"/>
                  </a:lnTo>
                  <a:lnTo>
                    <a:pt x="1634906" y="633626"/>
                  </a:lnTo>
                  <a:lnTo>
                    <a:pt x="1627121" y="632938"/>
                  </a:lnTo>
                  <a:lnTo>
                    <a:pt x="1619336" y="632240"/>
                  </a:lnTo>
                  <a:lnTo>
                    <a:pt x="1611550" y="631531"/>
                  </a:lnTo>
                  <a:lnTo>
                    <a:pt x="1603765" y="630812"/>
                  </a:lnTo>
                  <a:lnTo>
                    <a:pt x="1595980" y="630081"/>
                  </a:lnTo>
                  <a:lnTo>
                    <a:pt x="1588195" y="629340"/>
                  </a:lnTo>
                  <a:lnTo>
                    <a:pt x="1580409" y="628588"/>
                  </a:lnTo>
                  <a:lnTo>
                    <a:pt x="1572624" y="627824"/>
                  </a:lnTo>
                  <a:lnTo>
                    <a:pt x="1564839" y="627049"/>
                  </a:lnTo>
                  <a:lnTo>
                    <a:pt x="1557054" y="626262"/>
                  </a:lnTo>
                  <a:lnTo>
                    <a:pt x="1549268" y="625464"/>
                  </a:lnTo>
                  <a:lnTo>
                    <a:pt x="1541483" y="624653"/>
                  </a:lnTo>
                  <a:lnTo>
                    <a:pt x="1533698" y="623831"/>
                  </a:lnTo>
                  <a:lnTo>
                    <a:pt x="1525912" y="622997"/>
                  </a:lnTo>
                  <a:lnTo>
                    <a:pt x="1518127" y="622150"/>
                  </a:lnTo>
                  <a:lnTo>
                    <a:pt x="1510342" y="621291"/>
                  </a:lnTo>
                  <a:lnTo>
                    <a:pt x="1502557" y="620419"/>
                  </a:lnTo>
                  <a:lnTo>
                    <a:pt x="1494771" y="619535"/>
                  </a:lnTo>
                  <a:lnTo>
                    <a:pt x="1486986" y="618638"/>
                  </a:lnTo>
                  <a:lnTo>
                    <a:pt x="1479201" y="617728"/>
                  </a:lnTo>
                  <a:lnTo>
                    <a:pt x="1471416" y="616804"/>
                  </a:lnTo>
                  <a:lnTo>
                    <a:pt x="1463630" y="615868"/>
                  </a:lnTo>
                  <a:lnTo>
                    <a:pt x="1455845" y="614918"/>
                  </a:lnTo>
                  <a:lnTo>
                    <a:pt x="1448060" y="613977"/>
                  </a:lnTo>
                  <a:lnTo>
                    <a:pt x="1440275" y="613153"/>
                  </a:lnTo>
                  <a:lnTo>
                    <a:pt x="1432489" y="612320"/>
                  </a:lnTo>
                  <a:lnTo>
                    <a:pt x="1424704" y="611467"/>
                  </a:lnTo>
                  <a:lnTo>
                    <a:pt x="1416919" y="610451"/>
                  </a:lnTo>
                  <a:lnTo>
                    <a:pt x="1409133" y="609422"/>
                  </a:lnTo>
                  <a:lnTo>
                    <a:pt x="1401348" y="608378"/>
                  </a:lnTo>
                  <a:lnTo>
                    <a:pt x="1393563" y="607319"/>
                  </a:lnTo>
                  <a:lnTo>
                    <a:pt x="1385778" y="606246"/>
                  </a:lnTo>
                  <a:lnTo>
                    <a:pt x="1377992" y="605157"/>
                  </a:lnTo>
                  <a:lnTo>
                    <a:pt x="1370207" y="604054"/>
                  </a:lnTo>
                  <a:lnTo>
                    <a:pt x="1362422" y="602936"/>
                  </a:lnTo>
                  <a:lnTo>
                    <a:pt x="1354637" y="601802"/>
                  </a:lnTo>
                  <a:lnTo>
                    <a:pt x="1346851" y="600652"/>
                  </a:lnTo>
                  <a:lnTo>
                    <a:pt x="1339066" y="599487"/>
                  </a:lnTo>
                  <a:lnTo>
                    <a:pt x="1331281" y="598306"/>
                  </a:lnTo>
                  <a:lnTo>
                    <a:pt x="1323495" y="597110"/>
                  </a:lnTo>
                  <a:lnTo>
                    <a:pt x="1315710" y="595897"/>
                  </a:lnTo>
                  <a:lnTo>
                    <a:pt x="1307925" y="594662"/>
                  </a:lnTo>
                  <a:lnTo>
                    <a:pt x="1300140" y="593398"/>
                  </a:lnTo>
                  <a:lnTo>
                    <a:pt x="1292354" y="592117"/>
                  </a:lnTo>
                  <a:lnTo>
                    <a:pt x="1284569" y="590819"/>
                  </a:lnTo>
                  <a:lnTo>
                    <a:pt x="1276784" y="589804"/>
                  </a:lnTo>
                  <a:lnTo>
                    <a:pt x="1268999" y="588353"/>
                  </a:lnTo>
                  <a:lnTo>
                    <a:pt x="1261213" y="586857"/>
                  </a:lnTo>
                  <a:lnTo>
                    <a:pt x="1253428" y="585711"/>
                  </a:lnTo>
                  <a:lnTo>
                    <a:pt x="1245643" y="584553"/>
                  </a:lnTo>
                  <a:lnTo>
                    <a:pt x="1237857" y="583382"/>
                  </a:lnTo>
                  <a:lnTo>
                    <a:pt x="1230072" y="582198"/>
                  </a:lnTo>
                  <a:lnTo>
                    <a:pt x="1222287" y="580986"/>
                  </a:lnTo>
                  <a:lnTo>
                    <a:pt x="1214502" y="579760"/>
                  </a:lnTo>
                  <a:lnTo>
                    <a:pt x="1206716" y="578520"/>
                  </a:lnTo>
                  <a:lnTo>
                    <a:pt x="1198931" y="576955"/>
                  </a:lnTo>
                  <a:lnTo>
                    <a:pt x="1191146" y="575158"/>
                  </a:lnTo>
                  <a:lnTo>
                    <a:pt x="1183361" y="573330"/>
                  </a:lnTo>
                  <a:lnTo>
                    <a:pt x="1175575" y="571927"/>
                  </a:lnTo>
                  <a:lnTo>
                    <a:pt x="1167790" y="570596"/>
                  </a:lnTo>
                  <a:lnTo>
                    <a:pt x="1160005" y="569219"/>
                  </a:lnTo>
                  <a:lnTo>
                    <a:pt x="1152220" y="568208"/>
                  </a:lnTo>
                  <a:lnTo>
                    <a:pt x="1144434" y="567167"/>
                  </a:lnTo>
                  <a:lnTo>
                    <a:pt x="1136649" y="565957"/>
                  </a:lnTo>
                  <a:lnTo>
                    <a:pt x="1128864" y="564736"/>
                  </a:lnTo>
                  <a:lnTo>
                    <a:pt x="1121078" y="563504"/>
                  </a:lnTo>
                  <a:lnTo>
                    <a:pt x="1113293" y="562254"/>
                  </a:lnTo>
                  <a:lnTo>
                    <a:pt x="1105508" y="560992"/>
                  </a:lnTo>
                  <a:lnTo>
                    <a:pt x="1097723" y="559719"/>
                  </a:lnTo>
                  <a:lnTo>
                    <a:pt x="1089937" y="558434"/>
                  </a:lnTo>
                  <a:lnTo>
                    <a:pt x="1082152" y="557019"/>
                  </a:lnTo>
                  <a:lnTo>
                    <a:pt x="1074367" y="555165"/>
                  </a:lnTo>
                  <a:lnTo>
                    <a:pt x="1066582" y="553287"/>
                  </a:lnTo>
                  <a:lnTo>
                    <a:pt x="1058796" y="551387"/>
                  </a:lnTo>
                  <a:lnTo>
                    <a:pt x="1051011" y="549464"/>
                  </a:lnTo>
                  <a:lnTo>
                    <a:pt x="1043226" y="547519"/>
                  </a:lnTo>
                  <a:lnTo>
                    <a:pt x="1035440" y="546024"/>
                  </a:lnTo>
                  <a:lnTo>
                    <a:pt x="1027655" y="544819"/>
                  </a:lnTo>
                  <a:lnTo>
                    <a:pt x="1019870" y="543605"/>
                  </a:lnTo>
                  <a:lnTo>
                    <a:pt x="1012085" y="542382"/>
                  </a:lnTo>
                  <a:lnTo>
                    <a:pt x="1004299" y="540521"/>
                  </a:lnTo>
                  <a:lnTo>
                    <a:pt x="996514" y="538569"/>
                  </a:lnTo>
                  <a:lnTo>
                    <a:pt x="988729" y="536569"/>
                  </a:lnTo>
                  <a:lnTo>
                    <a:pt x="980944" y="534612"/>
                  </a:lnTo>
                  <a:lnTo>
                    <a:pt x="973158" y="532614"/>
                  </a:lnTo>
                  <a:lnTo>
                    <a:pt x="965373" y="530595"/>
                  </a:lnTo>
                  <a:lnTo>
                    <a:pt x="957588" y="528555"/>
                  </a:lnTo>
                  <a:lnTo>
                    <a:pt x="949802" y="526495"/>
                  </a:lnTo>
                  <a:lnTo>
                    <a:pt x="942017" y="524414"/>
                  </a:lnTo>
                  <a:lnTo>
                    <a:pt x="934232" y="522309"/>
                  </a:lnTo>
                  <a:lnTo>
                    <a:pt x="926447" y="520164"/>
                  </a:lnTo>
                  <a:lnTo>
                    <a:pt x="918661" y="517999"/>
                  </a:lnTo>
                  <a:lnTo>
                    <a:pt x="910876" y="515813"/>
                  </a:lnTo>
                  <a:lnTo>
                    <a:pt x="903091" y="513605"/>
                  </a:lnTo>
                  <a:lnTo>
                    <a:pt x="895306" y="511377"/>
                  </a:lnTo>
                  <a:lnTo>
                    <a:pt x="887520" y="509120"/>
                  </a:lnTo>
                  <a:lnTo>
                    <a:pt x="879735" y="506841"/>
                  </a:lnTo>
                  <a:lnTo>
                    <a:pt x="871950" y="504943"/>
                  </a:lnTo>
                  <a:lnTo>
                    <a:pt x="864165" y="502947"/>
                  </a:lnTo>
                  <a:lnTo>
                    <a:pt x="856379" y="500004"/>
                  </a:lnTo>
                  <a:lnTo>
                    <a:pt x="848594" y="497574"/>
                  </a:lnTo>
                  <a:lnTo>
                    <a:pt x="840809" y="495202"/>
                  </a:lnTo>
                  <a:lnTo>
                    <a:pt x="833023" y="493208"/>
                  </a:lnTo>
                  <a:lnTo>
                    <a:pt x="825238" y="491323"/>
                  </a:lnTo>
                  <a:lnTo>
                    <a:pt x="817453" y="489676"/>
                  </a:lnTo>
                  <a:lnTo>
                    <a:pt x="809668" y="488532"/>
                  </a:lnTo>
                  <a:lnTo>
                    <a:pt x="801882" y="486980"/>
                  </a:lnTo>
                  <a:lnTo>
                    <a:pt x="794097" y="485406"/>
                  </a:lnTo>
                  <a:lnTo>
                    <a:pt x="786312" y="483799"/>
                  </a:lnTo>
                  <a:lnTo>
                    <a:pt x="778527" y="481826"/>
                  </a:lnTo>
                  <a:lnTo>
                    <a:pt x="770741" y="479583"/>
                  </a:lnTo>
                  <a:lnTo>
                    <a:pt x="762956" y="477892"/>
                  </a:lnTo>
                  <a:lnTo>
                    <a:pt x="755171" y="475999"/>
                  </a:lnTo>
                  <a:lnTo>
                    <a:pt x="747385" y="474488"/>
                  </a:lnTo>
                  <a:lnTo>
                    <a:pt x="739600" y="472478"/>
                  </a:lnTo>
                  <a:lnTo>
                    <a:pt x="731815" y="469579"/>
                  </a:lnTo>
                  <a:lnTo>
                    <a:pt x="724030" y="466657"/>
                  </a:lnTo>
                  <a:lnTo>
                    <a:pt x="716244" y="463713"/>
                  </a:lnTo>
                  <a:lnTo>
                    <a:pt x="708459" y="462290"/>
                  </a:lnTo>
                  <a:lnTo>
                    <a:pt x="700674" y="461131"/>
                  </a:lnTo>
                  <a:lnTo>
                    <a:pt x="692889" y="459585"/>
                  </a:lnTo>
                  <a:lnTo>
                    <a:pt x="685103" y="456805"/>
                  </a:lnTo>
                  <a:lnTo>
                    <a:pt x="677318" y="454024"/>
                  </a:lnTo>
                  <a:lnTo>
                    <a:pt x="669533" y="451206"/>
                  </a:lnTo>
                  <a:lnTo>
                    <a:pt x="661747" y="449077"/>
                  </a:lnTo>
                  <a:lnTo>
                    <a:pt x="653962" y="446798"/>
                  </a:lnTo>
                  <a:lnTo>
                    <a:pt x="646177" y="444097"/>
                  </a:lnTo>
                  <a:lnTo>
                    <a:pt x="638392" y="441385"/>
                  </a:lnTo>
                  <a:lnTo>
                    <a:pt x="630606" y="439315"/>
                  </a:lnTo>
                  <a:lnTo>
                    <a:pt x="622821" y="437522"/>
                  </a:lnTo>
                  <a:lnTo>
                    <a:pt x="615036" y="435814"/>
                  </a:lnTo>
                  <a:lnTo>
                    <a:pt x="607251" y="434094"/>
                  </a:lnTo>
                  <a:lnTo>
                    <a:pt x="599465" y="431754"/>
                  </a:lnTo>
                  <a:lnTo>
                    <a:pt x="591680" y="428692"/>
                  </a:lnTo>
                  <a:lnTo>
                    <a:pt x="583895" y="426298"/>
                  </a:lnTo>
                  <a:lnTo>
                    <a:pt x="576110" y="424894"/>
                  </a:lnTo>
                  <a:lnTo>
                    <a:pt x="568324" y="423198"/>
                  </a:lnTo>
                  <a:lnTo>
                    <a:pt x="560539" y="421659"/>
                  </a:lnTo>
                  <a:lnTo>
                    <a:pt x="552754" y="419909"/>
                  </a:lnTo>
                  <a:lnTo>
                    <a:pt x="544968" y="417542"/>
                  </a:lnTo>
                  <a:lnTo>
                    <a:pt x="537183" y="415235"/>
                  </a:lnTo>
                  <a:lnTo>
                    <a:pt x="529398" y="412897"/>
                  </a:lnTo>
                  <a:lnTo>
                    <a:pt x="521613" y="409775"/>
                  </a:lnTo>
                  <a:lnTo>
                    <a:pt x="513827" y="407829"/>
                  </a:lnTo>
                  <a:lnTo>
                    <a:pt x="506042" y="405889"/>
                  </a:lnTo>
                  <a:lnTo>
                    <a:pt x="498257" y="403595"/>
                  </a:lnTo>
                  <a:lnTo>
                    <a:pt x="490472" y="402032"/>
                  </a:lnTo>
                  <a:lnTo>
                    <a:pt x="482686" y="399867"/>
                  </a:lnTo>
                  <a:lnTo>
                    <a:pt x="474901" y="397765"/>
                  </a:lnTo>
                  <a:lnTo>
                    <a:pt x="467116" y="396235"/>
                  </a:lnTo>
                  <a:lnTo>
                    <a:pt x="459330" y="393082"/>
                  </a:lnTo>
                  <a:lnTo>
                    <a:pt x="451545" y="391318"/>
                  </a:lnTo>
                  <a:lnTo>
                    <a:pt x="443760" y="390000"/>
                  </a:lnTo>
                  <a:lnTo>
                    <a:pt x="435975" y="387770"/>
                  </a:lnTo>
                  <a:lnTo>
                    <a:pt x="428189" y="385839"/>
                  </a:lnTo>
                  <a:lnTo>
                    <a:pt x="420404" y="383021"/>
                  </a:lnTo>
                  <a:lnTo>
                    <a:pt x="412619" y="380180"/>
                  </a:lnTo>
                  <a:lnTo>
                    <a:pt x="404834" y="378349"/>
                  </a:lnTo>
                  <a:lnTo>
                    <a:pt x="397048" y="377407"/>
                  </a:lnTo>
                  <a:lnTo>
                    <a:pt x="389263" y="376411"/>
                  </a:lnTo>
                  <a:lnTo>
                    <a:pt x="381478" y="374670"/>
                  </a:lnTo>
                  <a:lnTo>
                    <a:pt x="373692" y="371891"/>
                  </a:lnTo>
                  <a:lnTo>
                    <a:pt x="365907" y="370718"/>
                  </a:lnTo>
                  <a:lnTo>
                    <a:pt x="358122" y="368746"/>
                  </a:lnTo>
                  <a:lnTo>
                    <a:pt x="350337" y="367718"/>
                  </a:lnTo>
                  <a:lnTo>
                    <a:pt x="342551" y="366389"/>
                  </a:lnTo>
                  <a:lnTo>
                    <a:pt x="334766" y="365387"/>
                  </a:lnTo>
                  <a:lnTo>
                    <a:pt x="326981" y="364460"/>
                  </a:lnTo>
                  <a:lnTo>
                    <a:pt x="319196" y="363757"/>
                  </a:lnTo>
                  <a:lnTo>
                    <a:pt x="311410" y="362143"/>
                  </a:lnTo>
                  <a:lnTo>
                    <a:pt x="303625" y="361272"/>
                  </a:lnTo>
                  <a:lnTo>
                    <a:pt x="295840" y="359589"/>
                  </a:lnTo>
                  <a:lnTo>
                    <a:pt x="288055" y="357257"/>
                  </a:lnTo>
                  <a:lnTo>
                    <a:pt x="280269" y="354343"/>
                  </a:lnTo>
                  <a:lnTo>
                    <a:pt x="272484" y="354735"/>
                  </a:lnTo>
                  <a:lnTo>
                    <a:pt x="264699" y="352272"/>
                  </a:lnTo>
                  <a:lnTo>
                    <a:pt x="256913" y="349871"/>
                  </a:lnTo>
                  <a:lnTo>
                    <a:pt x="249128" y="349349"/>
                  </a:lnTo>
                  <a:lnTo>
                    <a:pt x="241343" y="348906"/>
                  </a:lnTo>
                  <a:lnTo>
                    <a:pt x="233558" y="347879"/>
                  </a:lnTo>
                  <a:lnTo>
                    <a:pt x="225772" y="346103"/>
                  </a:lnTo>
                  <a:lnTo>
                    <a:pt x="217987" y="345370"/>
                  </a:lnTo>
                  <a:lnTo>
                    <a:pt x="210202" y="344989"/>
                  </a:lnTo>
                  <a:lnTo>
                    <a:pt x="202417" y="344471"/>
                  </a:lnTo>
                  <a:lnTo>
                    <a:pt x="194631" y="343297"/>
                  </a:lnTo>
                  <a:lnTo>
                    <a:pt x="186846" y="343163"/>
                  </a:lnTo>
                  <a:lnTo>
                    <a:pt x="179061" y="342372"/>
                  </a:lnTo>
                  <a:lnTo>
                    <a:pt x="171275" y="342642"/>
                  </a:lnTo>
                  <a:lnTo>
                    <a:pt x="163490" y="341888"/>
                  </a:lnTo>
                  <a:lnTo>
                    <a:pt x="155705" y="341374"/>
                  </a:lnTo>
                  <a:lnTo>
                    <a:pt x="147920" y="340865"/>
                  </a:lnTo>
                  <a:lnTo>
                    <a:pt x="140134" y="340335"/>
                  </a:lnTo>
                  <a:lnTo>
                    <a:pt x="132349" y="339853"/>
                  </a:lnTo>
                  <a:lnTo>
                    <a:pt x="124564" y="340411"/>
                  </a:lnTo>
                  <a:lnTo>
                    <a:pt x="116779" y="340660"/>
                  </a:lnTo>
                  <a:lnTo>
                    <a:pt x="108993" y="341187"/>
                  </a:lnTo>
                  <a:lnTo>
                    <a:pt x="101208" y="341289"/>
                  </a:lnTo>
                  <a:lnTo>
                    <a:pt x="93423" y="340920"/>
                  </a:lnTo>
                  <a:lnTo>
                    <a:pt x="85637" y="342030"/>
                  </a:lnTo>
                  <a:lnTo>
                    <a:pt x="77852" y="341971"/>
                  </a:lnTo>
                  <a:lnTo>
                    <a:pt x="70067" y="343473"/>
                  </a:lnTo>
                  <a:lnTo>
                    <a:pt x="62282" y="342461"/>
                  </a:lnTo>
                  <a:lnTo>
                    <a:pt x="54496" y="343630"/>
                  </a:lnTo>
                  <a:lnTo>
                    <a:pt x="46711" y="345039"/>
                  </a:lnTo>
                  <a:lnTo>
                    <a:pt x="38926" y="345710"/>
                  </a:lnTo>
                  <a:lnTo>
                    <a:pt x="31141" y="347390"/>
                  </a:lnTo>
                  <a:lnTo>
                    <a:pt x="23355" y="349561"/>
                  </a:lnTo>
                  <a:lnTo>
                    <a:pt x="15570" y="351357"/>
                  </a:lnTo>
                  <a:lnTo>
                    <a:pt x="7785" y="351948"/>
                  </a:lnTo>
                  <a:lnTo>
                    <a:pt x="0" y="354132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3648531" y="2430311"/>
              <a:ext cx="2016385" cy="127748"/>
            </a:xfrm>
            <a:custGeom>
              <a:avLst/>
              <a:pathLst>
                <a:path w="2016385" h="127748">
                  <a:moveTo>
                    <a:pt x="0" y="117381"/>
                  </a:moveTo>
                  <a:lnTo>
                    <a:pt x="7785" y="117674"/>
                  </a:lnTo>
                  <a:lnTo>
                    <a:pt x="15570" y="117718"/>
                  </a:lnTo>
                  <a:lnTo>
                    <a:pt x="23355" y="118304"/>
                  </a:lnTo>
                  <a:lnTo>
                    <a:pt x="31141" y="118902"/>
                  </a:lnTo>
                  <a:lnTo>
                    <a:pt x="38926" y="119577"/>
                  </a:lnTo>
                  <a:lnTo>
                    <a:pt x="46711" y="119773"/>
                  </a:lnTo>
                  <a:lnTo>
                    <a:pt x="54496" y="120288"/>
                  </a:lnTo>
                  <a:lnTo>
                    <a:pt x="62282" y="121006"/>
                  </a:lnTo>
                  <a:lnTo>
                    <a:pt x="70067" y="121939"/>
                  </a:lnTo>
                  <a:lnTo>
                    <a:pt x="77852" y="122771"/>
                  </a:lnTo>
                  <a:lnTo>
                    <a:pt x="85637" y="122530"/>
                  </a:lnTo>
                  <a:lnTo>
                    <a:pt x="93423" y="122909"/>
                  </a:lnTo>
                  <a:lnTo>
                    <a:pt x="101208" y="123434"/>
                  </a:lnTo>
                  <a:lnTo>
                    <a:pt x="108993" y="124239"/>
                  </a:lnTo>
                  <a:lnTo>
                    <a:pt x="116779" y="125315"/>
                  </a:lnTo>
                  <a:lnTo>
                    <a:pt x="124564" y="125586"/>
                  </a:lnTo>
                  <a:lnTo>
                    <a:pt x="132349" y="126031"/>
                  </a:lnTo>
                  <a:lnTo>
                    <a:pt x="140134" y="126086"/>
                  </a:lnTo>
                  <a:lnTo>
                    <a:pt x="147920" y="126556"/>
                  </a:lnTo>
                  <a:lnTo>
                    <a:pt x="155705" y="127168"/>
                  </a:lnTo>
                  <a:lnTo>
                    <a:pt x="163490" y="127665"/>
                  </a:lnTo>
                  <a:lnTo>
                    <a:pt x="171275" y="126369"/>
                  </a:lnTo>
                  <a:lnTo>
                    <a:pt x="179061" y="127230"/>
                  </a:lnTo>
                  <a:lnTo>
                    <a:pt x="186846" y="126620"/>
                  </a:lnTo>
                  <a:lnTo>
                    <a:pt x="194631" y="127010"/>
                  </a:lnTo>
                  <a:lnTo>
                    <a:pt x="202417" y="127135"/>
                  </a:lnTo>
                  <a:lnTo>
                    <a:pt x="210202" y="127521"/>
                  </a:lnTo>
                  <a:lnTo>
                    <a:pt x="217987" y="127748"/>
                  </a:lnTo>
                  <a:lnTo>
                    <a:pt x="225772" y="127370"/>
                  </a:lnTo>
                  <a:lnTo>
                    <a:pt x="233558" y="127405"/>
                  </a:lnTo>
                  <a:lnTo>
                    <a:pt x="241343" y="127191"/>
                  </a:lnTo>
                  <a:lnTo>
                    <a:pt x="249128" y="126840"/>
                  </a:lnTo>
                  <a:lnTo>
                    <a:pt x="256913" y="125507"/>
                  </a:lnTo>
                  <a:lnTo>
                    <a:pt x="264699" y="124914"/>
                  </a:lnTo>
                  <a:lnTo>
                    <a:pt x="272484" y="125353"/>
                  </a:lnTo>
                  <a:lnTo>
                    <a:pt x="280269" y="124116"/>
                  </a:lnTo>
                  <a:lnTo>
                    <a:pt x="288055" y="122901"/>
                  </a:lnTo>
                  <a:lnTo>
                    <a:pt x="295840" y="121829"/>
                  </a:lnTo>
                  <a:lnTo>
                    <a:pt x="303625" y="121800"/>
                  </a:lnTo>
                  <a:lnTo>
                    <a:pt x="311410" y="120904"/>
                  </a:lnTo>
                  <a:lnTo>
                    <a:pt x="319196" y="120013"/>
                  </a:lnTo>
                  <a:lnTo>
                    <a:pt x="326981" y="119059"/>
                  </a:lnTo>
                  <a:lnTo>
                    <a:pt x="334766" y="118092"/>
                  </a:lnTo>
                  <a:lnTo>
                    <a:pt x="342551" y="117138"/>
                  </a:lnTo>
                  <a:lnTo>
                    <a:pt x="350337" y="116164"/>
                  </a:lnTo>
                  <a:lnTo>
                    <a:pt x="358122" y="114135"/>
                  </a:lnTo>
                  <a:lnTo>
                    <a:pt x="365907" y="112758"/>
                  </a:lnTo>
                  <a:lnTo>
                    <a:pt x="373692" y="111965"/>
                  </a:lnTo>
                  <a:lnTo>
                    <a:pt x="381478" y="110039"/>
                  </a:lnTo>
                  <a:lnTo>
                    <a:pt x="389263" y="108700"/>
                  </a:lnTo>
                  <a:lnTo>
                    <a:pt x="397048" y="108085"/>
                  </a:lnTo>
                  <a:lnTo>
                    <a:pt x="404834" y="108716"/>
                  </a:lnTo>
                  <a:lnTo>
                    <a:pt x="412619" y="107921"/>
                  </a:lnTo>
                  <a:lnTo>
                    <a:pt x="420404" y="105860"/>
                  </a:lnTo>
                  <a:lnTo>
                    <a:pt x="428189" y="105569"/>
                  </a:lnTo>
                  <a:lnTo>
                    <a:pt x="435975" y="105241"/>
                  </a:lnTo>
                  <a:lnTo>
                    <a:pt x="443760" y="104096"/>
                  </a:lnTo>
                  <a:lnTo>
                    <a:pt x="451545" y="102910"/>
                  </a:lnTo>
                  <a:lnTo>
                    <a:pt x="459330" y="101761"/>
                  </a:lnTo>
                  <a:lnTo>
                    <a:pt x="467116" y="100693"/>
                  </a:lnTo>
                  <a:lnTo>
                    <a:pt x="474901" y="99472"/>
                  </a:lnTo>
                  <a:lnTo>
                    <a:pt x="482686" y="98326"/>
                  </a:lnTo>
                  <a:lnTo>
                    <a:pt x="490472" y="97191"/>
                  </a:lnTo>
                  <a:lnTo>
                    <a:pt x="498257" y="96091"/>
                  </a:lnTo>
                  <a:lnTo>
                    <a:pt x="506042" y="95023"/>
                  </a:lnTo>
                  <a:lnTo>
                    <a:pt x="513827" y="94313"/>
                  </a:lnTo>
                  <a:lnTo>
                    <a:pt x="521613" y="93336"/>
                  </a:lnTo>
                  <a:lnTo>
                    <a:pt x="529398" y="92717"/>
                  </a:lnTo>
                  <a:lnTo>
                    <a:pt x="537183" y="92164"/>
                  </a:lnTo>
                  <a:lnTo>
                    <a:pt x="544968" y="91095"/>
                  </a:lnTo>
                  <a:lnTo>
                    <a:pt x="552754" y="89713"/>
                  </a:lnTo>
                  <a:lnTo>
                    <a:pt x="560539" y="89361"/>
                  </a:lnTo>
                  <a:lnTo>
                    <a:pt x="568324" y="89009"/>
                  </a:lnTo>
                  <a:lnTo>
                    <a:pt x="576110" y="88139"/>
                  </a:lnTo>
                  <a:lnTo>
                    <a:pt x="583895" y="87019"/>
                  </a:lnTo>
                  <a:lnTo>
                    <a:pt x="591680" y="86188"/>
                  </a:lnTo>
                  <a:lnTo>
                    <a:pt x="599465" y="84793"/>
                  </a:lnTo>
                  <a:lnTo>
                    <a:pt x="607251" y="83437"/>
                  </a:lnTo>
                  <a:lnTo>
                    <a:pt x="615036" y="82394"/>
                  </a:lnTo>
                  <a:lnTo>
                    <a:pt x="622821" y="81136"/>
                  </a:lnTo>
                  <a:lnTo>
                    <a:pt x="630606" y="79893"/>
                  </a:lnTo>
                  <a:lnTo>
                    <a:pt x="638392" y="78729"/>
                  </a:lnTo>
                  <a:lnTo>
                    <a:pt x="646177" y="77900"/>
                  </a:lnTo>
                  <a:lnTo>
                    <a:pt x="653962" y="76609"/>
                  </a:lnTo>
                  <a:lnTo>
                    <a:pt x="661747" y="76056"/>
                  </a:lnTo>
                  <a:lnTo>
                    <a:pt x="669533" y="74689"/>
                  </a:lnTo>
                  <a:lnTo>
                    <a:pt x="677318" y="73335"/>
                  </a:lnTo>
                  <a:lnTo>
                    <a:pt x="685103" y="72289"/>
                  </a:lnTo>
                  <a:lnTo>
                    <a:pt x="692889" y="71400"/>
                  </a:lnTo>
                  <a:lnTo>
                    <a:pt x="700674" y="70161"/>
                  </a:lnTo>
                  <a:lnTo>
                    <a:pt x="708459" y="69133"/>
                  </a:lnTo>
                  <a:lnTo>
                    <a:pt x="716244" y="68386"/>
                  </a:lnTo>
                  <a:lnTo>
                    <a:pt x="724030" y="67646"/>
                  </a:lnTo>
                  <a:lnTo>
                    <a:pt x="731815" y="66912"/>
                  </a:lnTo>
                  <a:lnTo>
                    <a:pt x="739600" y="65824"/>
                  </a:lnTo>
                  <a:lnTo>
                    <a:pt x="747385" y="64189"/>
                  </a:lnTo>
                  <a:lnTo>
                    <a:pt x="755171" y="63300"/>
                  </a:lnTo>
                  <a:lnTo>
                    <a:pt x="762956" y="62680"/>
                  </a:lnTo>
                  <a:lnTo>
                    <a:pt x="770741" y="62078"/>
                  </a:lnTo>
                  <a:lnTo>
                    <a:pt x="778527" y="61437"/>
                  </a:lnTo>
                  <a:lnTo>
                    <a:pt x="786312" y="60142"/>
                  </a:lnTo>
                  <a:lnTo>
                    <a:pt x="794097" y="58799"/>
                  </a:lnTo>
                  <a:lnTo>
                    <a:pt x="801882" y="57481"/>
                  </a:lnTo>
                  <a:lnTo>
                    <a:pt x="809668" y="56484"/>
                  </a:lnTo>
                  <a:lnTo>
                    <a:pt x="817453" y="55765"/>
                  </a:lnTo>
                  <a:lnTo>
                    <a:pt x="825238" y="54694"/>
                  </a:lnTo>
                  <a:lnTo>
                    <a:pt x="833023" y="53630"/>
                  </a:lnTo>
                  <a:lnTo>
                    <a:pt x="840809" y="52519"/>
                  </a:lnTo>
                  <a:lnTo>
                    <a:pt x="848594" y="51476"/>
                  </a:lnTo>
                  <a:lnTo>
                    <a:pt x="856379" y="50553"/>
                  </a:lnTo>
                  <a:lnTo>
                    <a:pt x="864165" y="49554"/>
                  </a:lnTo>
                  <a:lnTo>
                    <a:pt x="871950" y="48576"/>
                  </a:lnTo>
                  <a:lnTo>
                    <a:pt x="879735" y="47613"/>
                  </a:lnTo>
                  <a:lnTo>
                    <a:pt x="887520" y="46808"/>
                  </a:lnTo>
                  <a:lnTo>
                    <a:pt x="895306" y="46015"/>
                  </a:lnTo>
                  <a:lnTo>
                    <a:pt x="903091" y="45232"/>
                  </a:lnTo>
                  <a:lnTo>
                    <a:pt x="910876" y="44469"/>
                  </a:lnTo>
                  <a:lnTo>
                    <a:pt x="918661" y="43717"/>
                  </a:lnTo>
                  <a:lnTo>
                    <a:pt x="926447" y="43140"/>
                  </a:lnTo>
                  <a:lnTo>
                    <a:pt x="934232" y="42603"/>
                  </a:lnTo>
                  <a:lnTo>
                    <a:pt x="942017" y="42027"/>
                  </a:lnTo>
                  <a:lnTo>
                    <a:pt x="949802" y="41063"/>
                  </a:lnTo>
                  <a:lnTo>
                    <a:pt x="957588" y="40118"/>
                  </a:lnTo>
                  <a:lnTo>
                    <a:pt x="965373" y="39391"/>
                  </a:lnTo>
                  <a:lnTo>
                    <a:pt x="973158" y="38798"/>
                  </a:lnTo>
                  <a:lnTo>
                    <a:pt x="980944" y="38389"/>
                  </a:lnTo>
                  <a:lnTo>
                    <a:pt x="988729" y="37760"/>
                  </a:lnTo>
                  <a:lnTo>
                    <a:pt x="996514" y="36894"/>
                  </a:lnTo>
                  <a:lnTo>
                    <a:pt x="1004299" y="36067"/>
                  </a:lnTo>
                  <a:lnTo>
                    <a:pt x="1012085" y="35375"/>
                  </a:lnTo>
                  <a:lnTo>
                    <a:pt x="1019870" y="34536"/>
                  </a:lnTo>
                  <a:lnTo>
                    <a:pt x="1027655" y="33713"/>
                  </a:lnTo>
                  <a:lnTo>
                    <a:pt x="1035440" y="32907"/>
                  </a:lnTo>
                  <a:lnTo>
                    <a:pt x="1043226" y="32116"/>
                  </a:lnTo>
                  <a:lnTo>
                    <a:pt x="1051011" y="31538"/>
                  </a:lnTo>
                  <a:lnTo>
                    <a:pt x="1058796" y="31042"/>
                  </a:lnTo>
                  <a:lnTo>
                    <a:pt x="1066582" y="30433"/>
                  </a:lnTo>
                  <a:lnTo>
                    <a:pt x="1074367" y="29839"/>
                  </a:lnTo>
                  <a:lnTo>
                    <a:pt x="1082152" y="29405"/>
                  </a:lnTo>
                  <a:lnTo>
                    <a:pt x="1089937" y="28976"/>
                  </a:lnTo>
                  <a:lnTo>
                    <a:pt x="1097723" y="28515"/>
                  </a:lnTo>
                  <a:lnTo>
                    <a:pt x="1105508" y="27930"/>
                  </a:lnTo>
                  <a:lnTo>
                    <a:pt x="1113293" y="27344"/>
                  </a:lnTo>
                  <a:lnTo>
                    <a:pt x="1121078" y="26773"/>
                  </a:lnTo>
                  <a:lnTo>
                    <a:pt x="1128864" y="26212"/>
                  </a:lnTo>
                  <a:lnTo>
                    <a:pt x="1136649" y="25660"/>
                  </a:lnTo>
                  <a:lnTo>
                    <a:pt x="1144434" y="25128"/>
                  </a:lnTo>
                  <a:lnTo>
                    <a:pt x="1152220" y="24703"/>
                  </a:lnTo>
                  <a:lnTo>
                    <a:pt x="1160005" y="24312"/>
                  </a:lnTo>
                  <a:lnTo>
                    <a:pt x="1167790" y="23956"/>
                  </a:lnTo>
                  <a:lnTo>
                    <a:pt x="1175575" y="23604"/>
                  </a:lnTo>
                  <a:lnTo>
                    <a:pt x="1183361" y="23256"/>
                  </a:lnTo>
                  <a:lnTo>
                    <a:pt x="1191146" y="22912"/>
                  </a:lnTo>
                  <a:lnTo>
                    <a:pt x="1198931" y="22572"/>
                  </a:lnTo>
                  <a:lnTo>
                    <a:pt x="1206716" y="22208"/>
                  </a:lnTo>
                  <a:lnTo>
                    <a:pt x="1214502" y="21692"/>
                  </a:lnTo>
                  <a:lnTo>
                    <a:pt x="1222287" y="21147"/>
                  </a:lnTo>
                  <a:lnTo>
                    <a:pt x="1230072" y="20757"/>
                  </a:lnTo>
                  <a:lnTo>
                    <a:pt x="1237857" y="20388"/>
                  </a:lnTo>
                  <a:lnTo>
                    <a:pt x="1245643" y="19987"/>
                  </a:lnTo>
                  <a:lnTo>
                    <a:pt x="1253428" y="19557"/>
                  </a:lnTo>
                  <a:lnTo>
                    <a:pt x="1261213" y="19136"/>
                  </a:lnTo>
                  <a:lnTo>
                    <a:pt x="1268999" y="18725"/>
                  </a:lnTo>
                  <a:lnTo>
                    <a:pt x="1276784" y="18470"/>
                  </a:lnTo>
                  <a:lnTo>
                    <a:pt x="1284569" y="18011"/>
                  </a:lnTo>
                  <a:lnTo>
                    <a:pt x="1292354" y="17530"/>
                  </a:lnTo>
                  <a:lnTo>
                    <a:pt x="1300140" y="17114"/>
                  </a:lnTo>
                  <a:lnTo>
                    <a:pt x="1307925" y="16730"/>
                  </a:lnTo>
                  <a:lnTo>
                    <a:pt x="1315710" y="16364"/>
                  </a:lnTo>
                  <a:lnTo>
                    <a:pt x="1323495" y="15980"/>
                  </a:lnTo>
                  <a:lnTo>
                    <a:pt x="1331281" y="15613"/>
                  </a:lnTo>
                  <a:lnTo>
                    <a:pt x="1339066" y="15252"/>
                  </a:lnTo>
                  <a:lnTo>
                    <a:pt x="1346851" y="14897"/>
                  </a:lnTo>
                  <a:lnTo>
                    <a:pt x="1354637" y="14548"/>
                  </a:lnTo>
                  <a:lnTo>
                    <a:pt x="1362422" y="14205"/>
                  </a:lnTo>
                  <a:lnTo>
                    <a:pt x="1370207" y="13868"/>
                  </a:lnTo>
                  <a:lnTo>
                    <a:pt x="1377992" y="13536"/>
                  </a:lnTo>
                  <a:lnTo>
                    <a:pt x="1385778" y="13213"/>
                  </a:lnTo>
                  <a:lnTo>
                    <a:pt x="1393563" y="12895"/>
                  </a:lnTo>
                  <a:lnTo>
                    <a:pt x="1401348" y="12583"/>
                  </a:lnTo>
                  <a:lnTo>
                    <a:pt x="1409133" y="12276"/>
                  </a:lnTo>
                  <a:lnTo>
                    <a:pt x="1416919" y="11975"/>
                  </a:lnTo>
                  <a:lnTo>
                    <a:pt x="1424704" y="11738"/>
                  </a:lnTo>
                  <a:lnTo>
                    <a:pt x="1432489" y="11509"/>
                  </a:lnTo>
                  <a:lnTo>
                    <a:pt x="1440275" y="11282"/>
                  </a:lnTo>
                  <a:lnTo>
                    <a:pt x="1448060" y="11059"/>
                  </a:lnTo>
                  <a:lnTo>
                    <a:pt x="1455845" y="10838"/>
                  </a:lnTo>
                  <a:lnTo>
                    <a:pt x="1463630" y="10622"/>
                  </a:lnTo>
                  <a:lnTo>
                    <a:pt x="1471416" y="10409"/>
                  </a:lnTo>
                  <a:lnTo>
                    <a:pt x="1479201" y="10199"/>
                  </a:lnTo>
                  <a:lnTo>
                    <a:pt x="1486986" y="9991"/>
                  </a:lnTo>
                  <a:lnTo>
                    <a:pt x="1494771" y="9786"/>
                  </a:lnTo>
                  <a:lnTo>
                    <a:pt x="1502557" y="9584"/>
                  </a:lnTo>
                  <a:lnTo>
                    <a:pt x="1510342" y="9385"/>
                  </a:lnTo>
                  <a:lnTo>
                    <a:pt x="1518127" y="9188"/>
                  </a:lnTo>
                  <a:lnTo>
                    <a:pt x="1525912" y="8968"/>
                  </a:lnTo>
                  <a:lnTo>
                    <a:pt x="1533698" y="8709"/>
                  </a:lnTo>
                  <a:lnTo>
                    <a:pt x="1541483" y="8456"/>
                  </a:lnTo>
                  <a:lnTo>
                    <a:pt x="1549268" y="8207"/>
                  </a:lnTo>
                  <a:lnTo>
                    <a:pt x="1557054" y="7978"/>
                  </a:lnTo>
                  <a:lnTo>
                    <a:pt x="1564839" y="7797"/>
                  </a:lnTo>
                  <a:lnTo>
                    <a:pt x="1572624" y="7619"/>
                  </a:lnTo>
                  <a:lnTo>
                    <a:pt x="1580409" y="7444"/>
                  </a:lnTo>
                  <a:lnTo>
                    <a:pt x="1588195" y="7266"/>
                  </a:lnTo>
                  <a:lnTo>
                    <a:pt x="1595980" y="7066"/>
                  </a:lnTo>
                  <a:lnTo>
                    <a:pt x="1603765" y="6870"/>
                  </a:lnTo>
                  <a:lnTo>
                    <a:pt x="1611550" y="6676"/>
                  </a:lnTo>
                  <a:lnTo>
                    <a:pt x="1619336" y="6486"/>
                  </a:lnTo>
                  <a:lnTo>
                    <a:pt x="1627121" y="6305"/>
                  </a:lnTo>
                  <a:lnTo>
                    <a:pt x="1634906" y="6154"/>
                  </a:lnTo>
                  <a:lnTo>
                    <a:pt x="1642692" y="6006"/>
                  </a:lnTo>
                  <a:lnTo>
                    <a:pt x="1650477" y="5859"/>
                  </a:lnTo>
                  <a:lnTo>
                    <a:pt x="1658262" y="5715"/>
                  </a:lnTo>
                  <a:lnTo>
                    <a:pt x="1666047" y="5572"/>
                  </a:lnTo>
                  <a:lnTo>
                    <a:pt x="1673833" y="5431"/>
                  </a:lnTo>
                  <a:lnTo>
                    <a:pt x="1681618" y="5292"/>
                  </a:lnTo>
                  <a:lnTo>
                    <a:pt x="1689403" y="5154"/>
                  </a:lnTo>
                  <a:lnTo>
                    <a:pt x="1697188" y="5019"/>
                  </a:lnTo>
                  <a:lnTo>
                    <a:pt x="1704974" y="4885"/>
                  </a:lnTo>
                  <a:lnTo>
                    <a:pt x="1712759" y="4753"/>
                  </a:lnTo>
                  <a:lnTo>
                    <a:pt x="1720544" y="4623"/>
                  </a:lnTo>
                  <a:lnTo>
                    <a:pt x="1728330" y="4494"/>
                  </a:lnTo>
                  <a:lnTo>
                    <a:pt x="1736115" y="4367"/>
                  </a:lnTo>
                  <a:lnTo>
                    <a:pt x="1743900" y="4242"/>
                  </a:lnTo>
                  <a:lnTo>
                    <a:pt x="1751685" y="4119"/>
                  </a:lnTo>
                  <a:lnTo>
                    <a:pt x="1759471" y="3997"/>
                  </a:lnTo>
                  <a:lnTo>
                    <a:pt x="1767256" y="3861"/>
                  </a:lnTo>
                  <a:lnTo>
                    <a:pt x="1775041" y="3693"/>
                  </a:lnTo>
                  <a:lnTo>
                    <a:pt x="1782826" y="3528"/>
                  </a:lnTo>
                  <a:lnTo>
                    <a:pt x="1790612" y="3366"/>
                  </a:lnTo>
                  <a:lnTo>
                    <a:pt x="1798397" y="3207"/>
                  </a:lnTo>
                  <a:lnTo>
                    <a:pt x="1806182" y="3051"/>
                  </a:lnTo>
                  <a:lnTo>
                    <a:pt x="1813967" y="2897"/>
                  </a:lnTo>
                  <a:lnTo>
                    <a:pt x="1821753" y="2747"/>
                  </a:lnTo>
                  <a:lnTo>
                    <a:pt x="1829538" y="2599"/>
                  </a:lnTo>
                  <a:lnTo>
                    <a:pt x="1837323" y="2454"/>
                  </a:lnTo>
                  <a:lnTo>
                    <a:pt x="1845109" y="2312"/>
                  </a:lnTo>
                  <a:lnTo>
                    <a:pt x="1852894" y="2172"/>
                  </a:lnTo>
                  <a:lnTo>
                    <a:pt x="1860679" y="2035"/>
                  </a:lnTo>
                  <a:lnTo>
                    <a:pt x="1868464" y="1927"/>
                  </a:lnTo>
                  <a:lnTo>
                    <a:pt x="1876250" y="1822"/>
                  </a:lnTo>
                  <a:lnTo>
                    <a:pt x="1884035" y="1718"/>
                  </a:lnTo>
                  <a:lnTo>
                    <a:pt x="1891820" y="1615"/>
                  </a:lnTo>
                  <a:lnTo>
                    <a:pt x="1899605" y="1514"/>
                  </a:lnTo>
                  <a:lnTo>
                    <a:pt x="1907391" y="1415"/>
                  </a:lnTo>
                  <a:lnTo>
                    <a:pt x="1915176" y="1317"/>
                  </a:lnTo>
                  <a:lnTo>
                    <a:pt x="1922961" y="1220"/>
                  </a:lnTo>
                  <a:lnTo>
                    <a:pt x="1930747" y="1125"/>
                  </a:lnTo>
                  <a:lnTo>
                    <a:pt x="1938532" y="1031"/>
                  </a:lnTo>
                  <a:lnTo>
                    <a:pt x="1946317" y="939"/>
                  </a:lnTo>
                  <a:lnTo>
                    <a:pt x="1954102" y="836"/>
                  </a:lnTo>
                  <a:lnTo>
                    <a:pt x="1961888" y="725"/>
                  </a:lnTo>
                  <a:lnTo>
                    <a:pt x="1969673" y="615"/>
                  </a:lnTo>
                  <a:lnTo>
                    <a:pt x="1977458" y="508"/>
                  </a:lnTo>
                  <a:lnTo>
                    <a:pt x="1985243" y="402"/>
                  </a:lnTo>
                  <a:lnTo>
                    <a:pt x="1993029" y="299"/>
                  </a:lnTo>
                  <a:lnTo>
                    <a:pt x="2000814" y="197"/>
                  </a:lnTo>
                  <a:lnTo>
                    <a:pt x="2008599" y="9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48531" y="2770164"/>
              <a:ext cx="2016385" cy="317150"/>
            </a:xfrm>
            <a:custGeom>
              <a:avLst/>
              <a:pathLst>
                <a:path w="2016385" h="317150">
                  <a:moveTo>
                    <a:pt x="2016385" y="317150"/>
                  </a:moveTo>
                  <a:lnTo>
                    <a:pt x="2008599" y="316834"/>
                  </a:lnTo>
                  <a:lnTo>
                    <a:pt x="2000814" y="316512"/>
                  </a:lnTo>
                  <a:lnTo>
                    <a:pt x="1993029" y="316185"/>
                  </a:lnTo>
                  <a:lnTo>
                    <a:pt x="1985243" y="315853"/>
                  </a:lnTo>
                  <a:lnTo>
                    <a:pt x="1977458" y="315516"/>
                  </a:lnTo>
                  <a:lnTo>
                    <a:pt x="1969673" y="315172"/>
                  </a:lnTo>
                  <a:lnTo>
                    <a:pt x="1961888" y="314824"/>
                  </a:lnTo>
                  <a:lnTo>
                    <a:pt x="1954102" y="314469"/>
                  </a:lnTo>
                  <a:lnTo>
                    <a:pt x="1946317" y="314117"/>
                  </a:lnTo>
                  <a:lnTo>
                    <a:pt x="1938532" y="313782"/>
                  </a:lnTo>
                  <a:lnTo>
                    <a:pt x="1930747" y="313443"/>
                  </a:lnTo>
                  <a:lnTo>
                    <a:pt x="1922961" y="313099"/>
                  </a:lnTo>
                  <a:lnTo>
                    <a:pt x="1915176" y="312750"/>
                  </a:lnTo>
                  <a:lnTo>
                    <a:pt x="1907391" y="312396"/>
                  </a:lnTo>
                  <a:lnTo>
                    <a:pt x="1899605" y="312036"/>
                  </a:lnTo>
                  <a:lnTo>
                    <a:pt x="1891820" y="311671"/>
                  </a:lnTo>
                  <a:lnTo>
                    <a:pt x="1884035" y="311301"/>
                  </a:lnTo>
                  <a:lnTo>
                    <a:pt x="1876250" y="310925"/>
                  </a:lnTo>
                  <a:lnTo>
                    <a:pt x="1868464" y="310528"/>
                  </a:lnTo>
                  <a:lnTo>
                    <a:pt x="1860679" y="310102"/>
                  </a:lnTo>
                  <a:lnTo>
                    <a:pt x="1852894" y="309668"/>
                  </a:lnTo>
                  <a:lnTo>
                    <a:pt x="1845109" y="309227"/>
                  </a:lnTo>
                  <a:lnTo>
                    <a:pt x="1837323" y="308779"/>
                  </a:lnTo>
                  <a:lnTo>
                    <a:pt x="1829538" y="308324"/>
                  </a:lnTo>
                  <a:lnTo>
                    <a:pt x="1821753" y="307862"/>
                  </a:lnTo>
                  <a:lnTo>
                    <a:pt x="1813967" y="307392"/>
                  </a:lnTo>
                  <a:lnTo>
                    <a:pt x="1806182" y="306914"/>
                  </a:lnTo>
                  <a:lnTo>
                    <a:pt x="1798397" y="306429"/>
                  </a:lnTo>
                  <a:lnTo>
                    <a:pt x="1790612" y="305937"/>
                  </a:lnTo>
                  <a:lnTo>
                    <a:pt x="1782826" y="305436"/>
                  </a:lnTo>
                  <a:lnTo>
                    <a:pt x="1775041" y="304927"/>
                  </a:lnTo>
                  <a:lnTo>
                    <a:pt x="1767256" y="304411"/>
                  </a:lnTo>
                  <a:lnTo>
                    <a:pt x="1759471" y="303886"/>
                  </a:lnTo>
                  <a:lnTo>
                    <a:pt x="1751685" y="303352"/>
                  </a:lnTo>
                  <a:lnTo>
                    <a:pt x="1743900" y="302811"/>
                  </a:lnTo>
                  <a:lnTo>
                    <a:pt x="1736115" y="302261"/>
                  </a:lnTo>
                  <a:lnTo>
                    <a:pt x="1728330" y="301702"/>
                  </a:lnTo>
                  <a:lnTo>
                    <a:pt x="1720544" y="301134"/>
                  </a:lnTo>
                  <a:lnTo>
                    <a:pt x="1712759" y="300556"/>
                  </a:lnTo>
                  <a:lnTo>
                    <a:pt x="1704974" y="299964"/>
                  </a:lnTo>
                  <a:lnTo>
                    <a:pt x="1697188" y="299364"/>
                  </a:lnTo>
                  <a:lnTo>
                    <a:pt x="1689403" y="298754"/>
                  </a:lnTo>
                  <a:lnTo>
                    <a:pt x="1681618" y="298134"/>
                  </a:lnTo>
                  <a:lnTo>
                    <a:pt x="1673833" y="297504"/>
                  </a:lnTo>
                  <a:lnTo>
                    <a:pt x="1666047" y="296865"/>
                  </a:lnTo>
                  <a:lnTo>
                    <a:pt x="1658262" y="296088"/>
                  </a:lnTo>
                  <a:lnTo>
                    <a:pt x="1650477" y="295239"/>
                  </a:lnTo>
                  <a:lnTo>
                    <a:pt x="1642692" y="294450"/>
                  </a:lnTo>
                  <a:lnTo>
                    <a:pt x="1634906" y="293772"/>
                  </a:lnTo>
                  <a:lnTo>
                    <a:pt x="1627121" y="293085"/>
                  </a:lnTo>
                  <a:lnTo>
                    <a:pt x="1619336" y="292387"/>
                  </a:lnTo>
                  <a:lnTo>
                    <a:pt x="1611550" y="291678"/>
                  </a:lnTo>
                  <a:lnTo>
                    <a:pt x="1603765" y="290959"/>
                  </a:lnTo>
                  <a:lnTo>
                    <a:pt x="1595980" y="290228"/>
                  </a:lnTo>
                  <a:lnTo>
                    <a:pt x="1588195" y="289487"/>
                  </a:lnTo>
                  <a:lnTo>
                    <a:pt x="1580409" y="288734"/>
                  </a:lnTo>
                  <a:lnTo>
                    <a:pt x="1572624" y="287971"/>
                  </a:lnTo>
                  <a:lnTo>
                    <a:pt x="1564839" y="287196"/>
                  </a:lnTo>
                  <a:lnTo>
                    <a:pt x="1557054" y="286409"/>
                  </a:lnTo>
                  <a:lnTo>
                    <a:pt x="1549268" y="285610"/>
                  </a:lnTo>
                  <a:lnTo>
                    <a:pt x="1541483" y="284800"/>
                  </a:lnTo>
                  <a:lnTo>
                    <a:pt x="1533698" y="283978"/>
                  </a:lnTo>
                  <a:lnTo>
                    <a:pt x="1525912" y="283143"/>
                  </a:lnTo>
                  <a:lnTo>
                    <a:pt x="1518127" y="282297"/>
                  </a:lnTo>
                  <a:lnTo>
                    <a:pt x="1510342" y="281438"/>
                  </a:lnTo>
                  <a:lnTo>
                    <a:pt x="1502557" y="280566"/>
                  </a:lnTo>
                  <a:lnTo>
                    <a:pt x="1494771" y="279682"/>
                  </a:lnTo>
                  <a:lnTo>
                    <a:pt x="1486986" y="278785"/>
                  </a:lnTo>
                  <a:lnTo>
                    <a:pt x="1479201" y="277874"/>
                  </a:lnTo>
                  <a:lnTo>
                    <a:pt x="1471416" y="276951"/>
                  </a:lnTo>
                  <a:lnTo>
                    <a:pt x="1463630" y="276014"/>
                  </a:lnTo>
                  <a:lnTo>
                    <a:pt x="1455845" y="275064"/>
                  </a:lnTo>
                  <a:lnTo>
                    <a:pt x="1448060" y="274124"/>
                  </a:lnTo>
                  <a:lnTo>
                    <a:pt x="1440275" y="273300"/>
                  </a:lnTo>
                  <a:lnTo>
                    <a:pt x="1432489" y="272467"/>
                  </a:lnTo>
                  <a:lnTo>
                    <a:pt x="1424704" y="271613"/>
                  </a:lnTo>
                  <a:lnTo>
                    <a:pt x="1416919" y="270598"/>
                  </a:lnTo>
                  <a:lnTo>
                    <a:pt x="1409133" y="269569"/>
                  </a:lnTo>
                  <a:lnTo>
                    <a:pt x="1401348" y="268525"/>
                  </a:lnTo>
                  <a:lnTo>
                    <a:pt x="1393563" y="267466"/>
                  </a:lnTo>
                  <a:lnTo>
                    <a:pt x="1385778" y="266393"/>
                  </a:lnTo>
                  <a:lnTo>
                    <a:pt x="1377992" y="265304"/>
                  </a:lnTo>
                  <a:lnTo>
                    <a:pt x="1370207" y="264201"/>
                  </a:lnTo>
                  <a:lnTo>
                    <a:pt x="1362422" y="263082"/>
                  </a:lnTo>
                  <a:lnTo>
                    <a:pt x="1354637" y="261948"/>
                  </a:lnTo>
                  <a:lnTo>
                    <a:pt x="1346851" y="260799"/>
                  </a:lnTo>
                  <a:lnTo>
                    <a:pt x="1339066" y="259634"/>
                  </a:lnTo>
                  <a:lnTo>
                    <a:pt x="1331281" y="258453"/>
                  </a:lnTo>
                  <a:lnTo>
                    <a:pt x="1323495" y="257256"/>
                  </a:lnTo>
                  <a:lnTo>
                    <a:pt x="1315710" y="256044"/>
                  </a:lnTo>
                  <a:lnTo>
                    <a:pt x="1307925" y="254808"/>
                  </a:lnTo>
                  <a:lnTo>
                    <a:pt x="1300140" y="253545"/>
                  </a:lnTo>
                  <a:lnTo>
                    <a:pt x="1292354" y="252264"/>
                  </a:lnTo>
                  <a:lnTo>
                    <a:pt x="1284569" y="250966"/>
                  </a:lnTo>
                  <a:lnTo>
                    <a:pt x="1276784" y="249951"/>
                  </a:lnTo>
                  <a:lnTo>
                    <a:pt x="1268999" y="248500"/>
                  </a:lnTo>
                  <a:lnTo>
                    <a:pt x="1261213" y="247004"/>
                  </a:lnTo>
                  <a:lnTo>
                    <a:pt x="1253428" y="245858"/>
                  </a:lnTo>
                  <a:lnTo>
                    <a:pt x="1245643" y="244700"/>
                  </a:lnTo>
                  <a:lnTo>
                    <a:pt x="1237857" y="243529"/>
                  </a:lnTo>
                  <a:lnTo>
                    <a:pt x="1230072" y="242345"/>
                  </a:lnTo>
                  <a:lnTo>
                    <a:pt x="1222287" y="241133"/>
                  </a:lnTo>
                  <a:lnTo>
                    <a:pt x="1214502" y="239907"/>
                  </a:lnTo>
                  <a:lnTo>
                    <a:pt x="1206716" y="238667"/>
                  </a:lnTo>
                  <a:lnTo>
                    <a:pt x="1198931" y="237102"/>
                  </a:lnTo>
                  <a:lnTo>
                    <a:pt x="1191146" y="235305"/>
                  </a:lnTo>
                  <a:lnTo>
                    <a:pt x="1183361" y="233476"/>
                  </a:lnTo>
                  <a:lnTo>
                    <a:pt x="1175575" y="232074"/>
                  </a:lnTo>
                  <a:lnTo>
                    <a:pt x="1167790" y="230742"/>
                  </a:lnTo>
                  <a:lnTo>
                    <a:pt x="1160005" y="229366"/>
                  </a:lnTo>
                  <a:lnTo>
                    <a:pt x="1152220" y="228355"/>
                  </a:lnTo>
                  <a:lnTo>
                    <a:pt x="1144434" y="227313"/>
                  </a:lnTo>
                  <a:lnTo>
                    <a:pt x="1136649" y="226104"/>
                  </a:lnTo>
                  <a:lnTo>
                    <a:pt x="1128864" y="224883"/>
                  </a:lnTo>
                  <a:lnTo>
                    <a:pt x="1121078" y="223651"/>
                  </a:lnTo>
                  <a:lnTo>
                    <a:pt x="1113293" y="222401"/>
                  </a:lnTo>
                  <a:lnTo>
                    <a:pt x="1105508" y="221139"/>
                  </a:lnTo>
                  <a:lnTo>
                    <a:pt x="1097723" y="219866"/>
                  </a:lnTo>
                  <a:lnTo>
                    <a:pt x="1089937" y="218581"/>
                  </a:lnTo>
                  <a:lnTo>
                    <a:pt x="1082152" y="217166"/>
                  </a:lnTo>
                  <a:lnTo>
                    <a:pt x="1074367" y="215312"/>
                  </a:lnTo>
                  <a:lnTo>
                    <a:pt x="1066582" y="213434"/>
                  </a:lnTo>
                  <a:lnTo>
                    <a:pt x="1058796" y="211534"/>
                  </a:lnTo>
                  <a:lnTo>
                    <a:pt x="1051011" y="209611"/>
                  </a:lnTo>
                  <a:lnTo>
                    <a:pt x="1043226" y="207665"/>
                  </a:lnTo>
                  <a:lnTo>
                    <a:pt x="1035440" y="206171"/>
                  </a:lnTo>
                  <a:lnTo>
                    <a:pt x="1027655" y="204966"/>
                  </a:lnTo>
                  <a:lnTo>
                    <a:pt x="1019870" y="203752"/>
                  </a:lnTo>
                  <a:lnTo>
                    <a:pt x="1012085" y="202529"/>
                  </a:lnTo>
                  <a:lnTo>
                    <a:pt x="1004299" y="200668"/>
                  </a:lnTo>
                  <a:lnTo>
                    <a:pt x="996514" y="198716"/>
                  </a:lnTo>
                  <a:lnTo>
                    <a:pt x="988729" y="196716"/>
                  </a:lnTo>
                  <a:lnTo>
                    <a:pt x="980944" y="194759"/>
                  </a:lnTo>
                  <a:lnTo>
                    <a:pt x="973158" y="192761"/>
                  </a:lnTo>
                  <a:lnTo>
                    <a:pt x="965373" y="190742"/>
                  </a:lnTo>
                  <a:lnTo>
                    <a:pt x="957588" y="188702"/>
                  </a:lnTo>
                  <a:lnTo>
                    <a:pt x="949802" y="186642"/>
                  </a:lnTo>
                  <a:lnTo>
                    <a:pt x="942017" y="184561"/>
                  </a:lnTo>
                  <a:lnTo>
                    <a:pt x="934232" y="182456"/>
                  </a:lnTo>
                  <a:lnTo>
                    <a:pt x="926447" y="180311"/>
                  </a:lnTo>
                  <a:lnTo>
                    <a:pt x="918661" y="178146"/>
                  </a:lnTo>
                  <a:lnTo>
                    <a:pt x="910876" y="175960"/>
                  </a:lnTo>
                  <a:lnTo>
                    <a:pt x="903091" y="173752"/>
                  </a:lnTo>
                  <a:lnTo>
                    <a:pt x="895306" y="171524"/>
                  </a:lnTo>
                  <a:lnTo>
                    <a:pt x="887520" y="169267"/>
                  </a:lnTo>
                  <a:lnTo>
                    <a:pt x="879735" y="166988"/>
                  </a:lnTo>
                  <a:lnTo>
                    <a:pt x="871950" y="165090"/>
                  </a:lnTo>
                  <a:lnTo>
                    <a:pt x="864165" y="163094"/>
                  </a:lnTo>
                  <a:lnTo>
                    <a:pt x="856379" y="160151"/>
                  </a:lnTo>
                  <a:lnTo>
                    <a:pt x="848594" y="157721"/>
                  </a:lnTo>
                  <a:lnTo>
                    <a:pt x="840809" y="155349"/>
                  </a:lnTo>
                  <a:lnTo>
                    <a:pt x="833023" y="153354"/>
                  </a:lnTo>
                  <a:lnTo>
                    <a:pt x="825238" y="151470"/>
                  </a:lnTo>
                  <a:lnTo>
                    <a:pt x="817453" y="149823"/>
                  </a:lnTo>
                  <a:lnTo>
                    <a:pt x="809668" y="148679"/>
                  </a:lnTo>
                  <a:lnTo>
                    <a:pt x="801882" y="147127"/>
                  </a:lnTo>
                  <a:lnTo>
                    <a:pt x="794097" y="145553"/>
                  </a:lnTo>
                  <a:lnTo>
                    <a:pt x="786312" y="143945"/>
                  </a:lnTo>
                  <a:lnTo>
                    <a:pt x="778527" y="141973"/>
                  </a:lnTo>
                  <a:lnTo>
                    <a:pt x="770741" y="139729"/>
                  </a:lnTo>
                  <a:lnTo>
                    <a:pt x="762956" y="138038"/>
                  </a:lnTo>
                  <a:lnTo>
                    <a:pt x="755171" y="136146"/>
                  </a:lnTo>
                  <a:lnTo>
                    <a:pt x="747385" y="134634"/>
                  </a:lnTo>
                  <a:lnTo>
                    <a:pt x="739600" y="132625"/>
                  </a:lnTo>
                  <a:lnTo>
                    <a:pt x="731815" y="129726"/>
                  </a:lnTo>
                  <a:lnTo>
                    <a:pt x="724030" y="126804"/>
                  </a:lnTo>
                  <a:lnTo>
                    <a:pt x="716244" y="123859"/>
                  </a:lnTo>
                  <a:lnTo>
                    <a:pt x="708459" y="122437"/>
                  </a:lnTo>
                  <a:lnTo>
                    <a:pt x="700674" y="121278"/>
                  </a:lnTo>
                  <a:lnTo>
                    <a:pt x="692889" y="119732"/>
                  </a:lnTo>
                  <a:lnTo>
                    <a:pt x="685103" y="116952"/>
                  </a:lnTo>
                  <a:lnTo>
                    <a:pt x="677318" y="114170"/>
                  </a:lnTo>
                  <a:lnTo>
                    <a:pt x="669533" y="111353"/>
                  </a:lnTo>
                  <a:lnTo>
                    <a:pt x="661747" y="109224"/>
                  </a:lnTo>
                  <a:lnTo>
                    <a:pt x="653962" y="106945"/>
                  </a:lnTo>
                  <a:lnTo>
                    <a:pt x="646177" y="104244"/>
                  </a:lnTo>
                  <a:lnTo>
                    <a:pt x="638392" y="101532"/>
                  </a:lnTo>
                  <a:lnTo>
                    <a:pt x="630606" y="99462"/>
                  </a:lnTo>
                  <a:lnTo>
                    <a:pt x="622821" y="97669"/>
                  </a:lnTo>
                  <a:lnTo>
                    <a:pt x="615036" y="95961"/>
                  </a:lnTo>
                  <a:lnTo>
                    <a:pt x="607251" y="94241"/>
                  </a:lnTo>
                  <a:lnTo>
                    <a:pt x="599465" y="91900"/>
                  </a:lnTo>
                  <a:lnTo>
                    <a:pt x="591680" y="88839"/>
                  </a:lnTo>
                  <a:lnTo>
                    <a:pt x="583895" y="86445"/>
                  </a:lnTo>
                  <a:lnTo>
                    <a:pt x="576110" y="85041"/>
                  </a:lnTo>
                  <a:lnTo>
                    <a:pt x="568324" y="83345"/>
                  </a:lnTo>
                  <a:lnTo>
                    <a:pt x="560539" y="81806"/>
                  </a:lnTo>
                  <a:lnTo>
                    <a:pt x="552754" y="80056"/>
                  </a:lnTo>
                  <a:lnTo>
                    <a:pt x="544968" y="77689"/>
                  </a:lnTo>
                  <a:lnTo>
                    <a:pt x="537183" y="75382"/>
                  </a:lnTo>
                  <a:lnTo>
                    <a:pt x="529398" y="73044"/>
                  </a:lnTo>
                  <a:lnTo>
                    <a:pt x="521613" y="69922"/>
                  </a:lnTo>
                  <a:lnTo>
                    <a:pt x="513827" y="67976"/>
                  </a:lnTo>
                  <a:lnTo>
                    <a:pt x="506042" y="66036"/>
                  </a:lnTo>
                  <a:lnTo>
                    <a:pt x="498257" y="63742"/>
                  </a:lnTo>
                  <a:lnTo>
                    <a:pt x="490472" y="62179"/>
                  </a:lnTo>
                  <a:lnTo>
                    <a:pt x="482686" y="60014"/>
                  </a:lnTo>
                  <a:lnTo>
                    <a:pt x="474901" y="57912"/>
                  </a:lnTo>
                  <a:lnTo>
                    <a:pt x="467116" y="56382"/>
                  </a:lnTo>
                  <a:lnTo>
                    <a:pt x="459330" y="53229"/>
                  </a:lnTo>
                  <a:lnTo>
                    <a:pt x="451545" y="51465"/>
                  </a:lnTo>
                  <a:lnTo>
                    <a:pt x="443760" y="50147"/>
                  </a:lnTo>
                  <a:lnTo>
                    <a:pt x="435975" y="47917"/>
                  </a:lnTo>
                  <a:lnTo>
                    <a:pt x="428189" y="45986"/>
                  </a:lnTo>
                  <a:lnTo>
                    <a:pt x="420404" y="43168"/>
                  </a:lnTo>
                  <a:lnTo>
                    <a:pt x="412619" y="40327"/>
                  </a:lnTo>
                  <a:lnTo>
                    <a:pt x="404834" y="38496"/>
                  </a:lnTo>
                  <a:lnTo>
                    <a:pt x="397048" y="37554"/>
                  </a:lnTo>
                  <a:lnTo>
                    <a:pt x="389263" y="36558"/>
                  </a:lnTo>
                  <a:lnTo>
                    <a:pt x="381478" y="34817"/>
                  </a:lnTo>
                  <a:lnTo>
                    <a:pt x="373692" y="32038"/>
                  </a:lnTo>
                  <a:lnTo>
                    <a:pt x="365907" y="30865"/>
                  </a:lnTo>
                  <a:lnTo>
                    <a:pt x="358122" y="28893"/>
                  </a:lnTo>
                  <a:lnTo>
                    <a:pt x="350337" y="27864"/>
                  </a:lnTo>
                  <a:lnTo>
                    <a:pt x="342551" y="26536"/>
                  </a:lnTo>
                  <a:lnTo>
                    <a:pt x="334766" y="25534"/>
                  </a:lnTo>
                  <a:lnTo>
                    <a:pt x="326981" y="24607"/>
                  </a:lnTo>
                  <a:lnTo>
                    <a:pt x="319196" y="23904"/>
                  </a:lnTo>
                  <a:lnTo>
                    <a:pt x="311410" y="22289"/>
                  </a:lnTo>
                  <a:lnTo>
                    <a:pt x="303625" y="21419"/>
                  </a:lnTo>
                  <a:lnTo>
                    <a:pt x="295840" y="19736"/>
                  </a:lnTo>
                  <a:lnTo>
                    <a:pt x="288055" y="17404"/>
                  </a:lnTo>
                  <a:lnTo>
                    <a:pt x="280269" y="14490"/>
                  </a:lnTo>
                  <a:lnTo>
                    <a:pt x="272484" y="14882"/>
                  </a:lnTo>
                  <a:lnTo>
                    <a:pt x="264699" y="12419"/>
                  </a:lnTo>
                  <a:lnTo>
                    <a:pt x="256913" y="10017"/>
                  </a:lnTo>
                  <a:lnTo>
                    <a:pt x="249128" y="9496"/>
                  </a:lnTo>
                  <a:lnTo>
                    <a:pt x="241343" y="9053"/>
                  </a:lnTo>
                  <a:lnTo>
                    <a:pt x="233558" y="8026"/>
                  </a:lnTo>
                  <a:lnTo>
                    <a:pt x="225772" y="6249"/>
                  </a:lnTo>
                  <a:lnTo>
                    <a:pt x="217987" y="5517"/>
                  </a:lnTo>
                  <a:lnTo>
                    <a:pt x="210202" y="5136"/>
                  </a:lnTo>
                  <a:lnTo>
                    <a:pt x="202417" y="4618"/>
                  </a:lnTo>
                  <a:lnTo>
                    <a:pt x="194631" y="3444"/>
                  </a:lnTo>
                  <a:lnTo>
                    <a:pt x="186846" y="3310"/>
                  </a:lnTo>
                  <a:lnTo>
                    <a:pt x="179061" y="2518"/>
                  </a:lnTo>
                  <a:lnTo>
                    <a:pt x="171275" y="2789"/>
                  </a:lnTo>
                  <a:lnTo>
                    <a:pt x="163490" y="2035"/>
                  </a:lnTo>
                  <a:lnTo>
                    <a:pt x="155705" y="1520"/>
                  </a:lnTo>
                  <a:lnTo>
                    <a:pt x="147920" y="1012"/>
                  </a:lnTo>
                  <a:lnTo>
                    <a:pt x="140134" y="482"/>
                  </a:lnTo>
                  <a:lnTo>
                    <a:pt x="132349" y="0"/>
                  </a:lnTo>
                  <a:lnTo>
                    <a:pt x="124564" y="557"/>
                  </a:lnTo>
                  <a:lnTo>
                    <a:pt x="116779" y="807"/>
                  </a:lnTo>
                  <a:lnTo>
                    <a:pt x="108993" y="1334"/>
                  </a:lnTo>
                  <a:lnTo>
                    <a:pt x="101208" y="1435"/>
                  </a:lnTo>
                  <a:lnTo>
                    <a:pt x="93423" y="1067"/>
                  </a:lnTo>
                  <a:lnTo>
                    <a:pt x="85637" y="2177"/>
                  </a:lnTo>
                  <a:lnTo>
                    <a:pt x="77852" y="2118"/>
                  </a:lnTo>
                  <a:lnTo>
                    <a:pt x="70067" y="3620"/>
                  </a:lnTo>
                  <a:lnTo>
                    <a:pt x="62282" y="2608"/>
                  </a:lnTo>
                  <a:lnTo>
                    <a:pt x="54496" y="3777"/>
                  </a:lnTo>
                  <a:lnTo>
                    <a:pt x="46711" y="5186"/>
                  </a:lnTo>
                  <a:lnTo>
                    <a:pt x="38926" y="5857"/>
                  </a:lnTo>
                  <a:lnTo>
                    <a:pt x="31141" y="7537"/>
                  </a:lnTo>
                  <a:lnTo>
                    <a:pt x="23355" y="9708"/>
                  </a:lnTo>
                  <a:lnTo>
                    <a:pt x="15570" y="11504"/>
                  </a:lnTo>
                  <a:lnTo>
                    <a:pt x="7785" y="12094"/>
                  </a:lnTo>
                  <a:lnTo>
                    <a:pt x="0" y="142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3648531" y="2542664"/>
              <a:ext cx="2016385" cy="176085"/>
            </a:xfrm>
            <a:custGeom>
              <a:avLst/>
              <a:pathLst>
                <a:path w="2016385" h="176085">
                  <a:moveTo>
                    <a:pt x="0" y="0"/>
                  </a:moveTo>
                  <a:lnTo>
                    <a:pt x="7785" y="496"/>
                  </a:lnTo>
                  <a:lnTo>
                    <a:pt x="15570" y="1110"/>
                  </a:lnTo>
                  <a:lnTo>
                    <a:pt x="23355" y="1656"/>
                  </a:lnTo>
                  <a:lnTo>
                    <a:pt x="31141" y="2048"/>
                  </a:lnTo>
                  <a:lnTo>
                    <a:pt x="38926" y="2508"/>
                  </a:lnTo>
                  <a:lnTo>
                    <a:pt x="46711" y="2999"/>
                  </a:lnTo>
                  <a:lnTo>
                    <a:pt x="54496" y="3404"/>
                  </a:lnTo>
                  <a:lnTo>
                    <a:pt x="62282" y="3987"/>
                  </a:lnTo>
                  <a:lnTo>
                    <a:pt x="70067" y="4351"/>
                  </a:lnTo>
                  <a:lnTo>
                    <a:pt x="77852" y="4864"/>
                  </a:lnTo>
                  <a:lnTo>
                    <a:pt x="85637" y="5448"/>
                  </a:lnTo>
                  <a:lnTo>
                    <a:pt x="93423" y="5967"/>
                  </a:lnTo>
                  <a:lnTo>
                    <a:pt x="101208" y="6456"/>
                  </a:lnTo>
                  <a:lnTo>
                    <a:pt x="108993" y="6869"/>
                  </a:lnTo>
                  <a:lnTo>
                    <a:pt x="116779" y="7390"/>
                  </a:lnTo>
                  <a:lnTo>
                    <a:pt x="124564" y="7795"/>
                  </a:lnTo>
                  <a:lnTo>
                    <a:pt x="132349" y="8323"/>
                  </a:lnTo>
                  <a:lnTo>
                    <a:pt x="140134" y="8840"/>
                  </a:lnTo>
                  <a:lnTo>
                    <a:pt x="147920" y="9462"/>
                  </a:lnTo>
                  <a:lnTo>
                    <a:pt x="155705" y="10100"/>
                  </a:lnTo>
                  <a:lnTo>
                    <a:pt x="163490" y="10443"/>
                  </a:lnTo>
                  <a:lnTo>
                    <a:pt x="171275" y="10815"/>
                  </a:lnTo>
                  <a:lnTo>
                    <a:pt x="179061" y="11283"/>
                  </a:lnTo>
                  <a:lnTo>
                    <a:pt x="186846" y="11784"/>
                  </a:lnTo>
                  <a:lnTo>
                    <a:pt x="194631" y="12131"/>
                  </a:lnTo>
                  <a:lnTo>
                    <a:pt x="202417" y="12789"/>
                  </a:lnTo>
                  <a:lnTo>
                    <a:pt x="210202" y="13318"/>
                  </a:lnTo>
                  <a:lnTo>
                    <a:pt x="217987" y="13928"/>
                  </a:lnTo>
                  <a:lnTo>
                    <a:pt x="225772" y="14405"/>
                  </a:lnTo>
                  <a:lnTo>
                    <a:pt x="233558" y="15058"/>
                  </a:lnTo>
                  <a:lnTo>
                    <a:pt x="241343" y="15624"/>
                  </a:lnTo>
                  <a:lnTo>
                    <a:pt x="249128" y="16122"/>
                  </a:lnTo>
                  <a:lnTo>
                    <a:pt x="256913" y="16696"/>
                  </a:lnTo>
                  <a:lnTo>
                    <a:pt x="264699" y="17185"/>
                  </a:lnTo>
                  <a:lnTo>
                    <a:pt x="272484" y="17691"/>
                  </a:lnTo>
                  <a:lnTo>
                    <a:pt x="280269" y="18435"/>
                  </a:lnTo>
                  <a:lnTo>
                    <a:pt x="288055" y="18966"/>
                  </a:lnTo>
                  <a:lnTo>
                    <a:pt x="295840" y="19419"/>
                  </a:lnTo>
                  <a:lnTo>
                    <a:pt x="303625" y="19997"/>
                  </a:lnTo>
                  <a:lnTo>
                    <a:pt x="311410" y="20691"/>
                  </a:lnTo>
                  <a:lnTo>
                    <a:pt x="319196" y="21267"/>
                  </a:lnTo>
                  <a:lnTo>
                    <a:pt x="326981" y="21826"/>
                  </a:lnTo>
                  <a:lnTo>
                    <a:pt x="334766" y="22369"/>
                  </a:lnTo>
                  <a:lnTo>
                    <a:pt x="342551" y="22983"/>
                  </a:lnTo>
                  <a:lnTo>
                    <a:pt x="350337" y="23611"/>
                  </a:lnTo>
                  <a:lnTo>
                    <a:pt x="358122" y="24175"/>
                  </a:lnTo>
                  <a:lnTo>
                    <a:pt x="365907" y="24698"/>
                  </a:lnTo>
                  <a:lnTo>
                    <a:pt x="373692" y="25341"/>
                  </a:lnTo>
                  <a:lnTo>
                    <a:pt x="381478" y="25953"/>
                  </a:lnTo>
                  <a:lnTo>
                    <a:pt x="389263" y="26470"/>
                  </a:lnTo>
                  <a:lnTo>
                    <a:pt x="397048" y="27206"/>
                  </a:lnTo>
                  <a:lnTo>
                    <a:pt x="404834" y="27725"/>
                  </a:lnTo>
                  <a:lnTo>
                    <a:pt x="412619" y="28261"/>
                  </a:lnTo>
                  <a:lnTo>
                    <a:pt x="420404" y="28686"/>
                  </a:lnTo>
                  <a:lnTo>
                    <a:pt x="428189" y="29146"/>
                  </a:lnTo>
                  <a:lnTo>
                    <a:pt x="435975" y="29670"/>
                  </a:lnTo>
                  <a:lnTo>
                    <a:pt x="443760" y="30230"/>
                  </a:lnTo>
                  <a:lnTo>
                    <a:pt x="451545" y="30795"/>
                  </a:lnTo>
                  <a:lnTo>
                    <a:pt x="459330" y="31364"/>
                  </a:lnTo>
                  <a:lnTo>
                    <a:pt x="467116" y="31800"/>
                  </a:lnTo>
                  <a:lnTo>
                    <a:pt x="474901" y="32504"/>
                  </a:lnTo>
                  <a:lnTo>
                    <a:pt x="482686" y="33093"/>
                  </a:lnTo>
                  <a:lnTo>
                    <a:pt x="490472" y="33938"/>
                  </a:lnTo>
                  <a:lnTo>
                    <a:pt x="498257" y="34701"/>
                  </a:lnTo>
                  <a:lnTo>
                    <a:pt x="506042" y="35390"/>
                  </a:lnTo>
                  <a:lnTo>
                    <a:pt x="513827" y="36046"/>
                  </a:lnTo>
                  <a:lnTo>
                    <a:pt x="521613" y="36519"/>
                  </a:lnTo>
                  <a:lnTo>
                    <a:pt x="529398" y="37137"/>
                  </a:lnTo>
                  <a:lnTo>
                    <a:pt x="537183" y="37873"/>
                  </a:lnTo>
                  <a:lnTo>
                    <a:pt x="544968" y="38494"/>
                  </a:lnTo>
                  <a:lnTo>
                    <a:pt x="552754" y="39109"/>
                  </a:lnTo>
                  <a:lnTo>
                    <a:pt x="560539" y="39731"/>
                  </a:lnTo>
                  <a:lnTo>
                    <a:pt x="568324" y="40468"/>
                  </a:lnTo>
                  <a:lnTo>
                    <a:pt x="576110" y="41034"/>
                  </a:lnTo>
                  <a:lnTo>
                    <a:pt x="583895" y="41498"/>
                  </a:lnTo>
                  <a:lnTo>
                    <a:pt x="591680" y="42032"/>
                  </a:lnTo>
                  <a:lnTo>
                    <a:pt x="599465" y="42760"/>
                  </a:lnTo>
                  <a:lnTo>
                    <a:pt x="607251" y="43375"/>
                  </a:lnTo>
                  <a:lnTo>
                    <a:pt x="615036" y="43982"/>
                  </a:lnTo>
                  <a:lnTo>
                    <a:pt x="622821" y="44547"/>
                  </a:lnTo>
                  <a:lnTo>
                    <a:pt x="630606" y="45279"/>
                  </a:lnTo>
                  <a:lnTo>
                    <a:pt x="638392" y="45645"/>
                  </a:lnTo>
                  <a:lnTo>
                    <a:pt x="646177" y="46281"/>
                  </a:lnTo>
                  <a:lnTo>
                    <a:pt x="653962" y="46706"/>
                  </a:lnTo>
                  <a:lnTo>
                    <a:pt x="661747" y="47163"/>
                  </a:lnTo>
                  <a:lnTo>
                    <a:pt x="669533" y="47723"/>
                  </a:lnTo>
                  <a:lnTo>
                    <a:pt x="677318" y="48491"/>
                  </a:lnTo>
                  <a:lnTo>
                    <a:pt x="685103" y="49283"/>
                  </a:lnTo>
                  <a:lnTo>
                    <a:pt x="692889" y="49996"/>
                  </a:lnTo>
                  <a:lnTo>
                    <a:pt x="700674" y="50734"/>
                  </a:lnTo>
                  <a:lnTo>
                    <a:pt x="708459" y="51279"/>
                  </a:lnTo>
                  <a:lnTo>
                    <a:pt x="716244" y="51773"/>
                  </a:lnTo>
                  <a:lnTo>
                    <a:pt x="724030" y="52388"/>
                  </a:lnTo>
                  <a:lnTo>
                    <a:pt x="731815" y="53011"/>
                  </a:lnTo>
                  <a:lnTo>
                    <a:pt x="739600" y="53779"/>
                  </a:lnTo>
                  <a:lnTo>
                    <a:pt x="747385" y="54378"/>
                  </a:lnTo>
                  <a:lnTo>
                    <a:pt x="755171" y="55000"/>
                  </a:lnTo>
                  <a:lnTo>
                    <a:pt x="762956" y="55798"/>
                  </a:lnTo>
                  <a:lnTo>
                    <a:pt x="770741" y="56360"/>
                  </a:lnTo>
                  <a:lnTo>
                    <a:pt x="778527" y="57072"/>
                  </a:lnTo>
                  <a:lnTo>
                    <a:pt x="786312" y="57615"/>
                  </a:lnTo>
                  <a:lnTo>
                    <a:pt x="794097" y="58069"/>
                  </a:lnTo>
                  <a:lnTo>
                    <a:pt x="801882" y="58623"/>
                  </a:lnTo>
                  <a:lnTo>
                    <a:pt x="809668" y="59347"/>
                  </a:lnTo>
                  <a:lnTo>
                    <a:pt x="817453" y="59845"/>
                  </a:lnTo>
                  <a:lnTo>
                    <a:pt x="825238" y="60511"/>
                  </a:lnTo>
                  <a:lnTo>
                    <a:pt x="833023" y="61341"/>
                  </a:lnTo>
                  <a:lnTo>
                    <a:pt x="840809" y="62181"/>
                  </a:lnTo>
                  <a:lnTo>
                    <a:pt x="848594" y="62778"/>
                  </a:lnTo>
                  <a:lnTo>
                    <a:pt x="856379" y="63511"/>
                  </a:lnTo>
                  <a:lnTo>
                    <a:pt x="864165" y="64182"/>
                  </a:lnTo>
                  <a:lnTo>
                    <a:pt x="871950" y="64817"/>
                  </a:lnTo>
                  <a:lnTo>
                    <a:pt x="879735" y="65532"/>
                  </a:lnTo>
                  <a:lnTo>
                    <a:pt x="887520" y="66140"/>
                  </a:lnTo>
                  <a:lnTo>
                    <a:pt x="895306" y="67004"/>
                  </a:lnTo>
                  <a:lnTo>
                    <a:pt x="903091" y="67611"/>
                  </a:lnTo>
                  <a:lnTo>
                    <a:pt x="910876" y="68271"/>
                  </a:lnTo>
                  <a:lnTo>
                    <a:pt x="918661" y="68920"/>
                  </a:lnTo>
                  <a:lnTo>
                    <a:pt x="926447" y="69559"/>
                  </a:lnTo>
                  <a:lnTo>
                    <a:pt x="934232" y="70173"/>
                  </a:lnTo>
                  <a:lnTo>
                    <a:pt x="942017" y="70743"/>
                  </a:lnTo>
                  <a:lnTo>
                    <a:pt x="949802" y="71301"/>
                  </a:lnTo>
                  <a:lnTo>
                    <a:pt x="957588" y="71971"/>
                  </a:lnTo>
                  <a:lnTo>
                    <a:pt x="965373" y="72577"/>
                  </a:lnTo>
                  <a:lnTo>
                    <a:pt x="973158" y="73334"/>
                  </a:lnTo>
                  <a:lnTo>
                    <a:pt x="980944" y="73894"/>
                  </a:lnTo>
                  <a:lnTo>
                    <a:pt x="988729" y="74629"/>
                  </a:lnTo>
                  <a:lnTo>
                    <a:pt x="996514" y="75341"/>
                  </a:lnTo>
                  <a:lnTo>
                    <a:pt x="1004299" y="75955"/>
                  </a:lnTo>
                  <a:lnTo>
                    <a:pt x="1012085" y="76487"/>
                  </a:lnTo>
                  <a:lnTo>
                    <a:pt x="1019870" y="77293"/>
                  </a:lnTo>
                  <a:lnTo>
                    <a:pt x="1027655" y="77927"/>
                  </a:lnTo>
                  <a:lnTo>
                    <a:pt x="1035440" y="78481"/>
                  </a:lnTo>
                  <a:lnTo>
                    <a:pt x="1043226" y="79126"/>
                  </a:lnTo>
                  <a:lnTo>
                    <a:pt x="1051011" y="79919"/>
                  </a:lnTo>
                  <a:lnTo>
                    <a:pt x="1058796" y="80697"/>
                  </a:lnTo>
                  <a:lnTo>
                    <a:pt x="1066582" y="81297"/>
                  </a:lnTo>
                  <a:lnTo>
                    <a:pt x="1074367" y="81990"/>
                  </a:lnTo>
                  <a:lnTo>
                    <a:pt x="1082152" y="82708"/>
                  </a:lnTo>
                  <a:lnTo>
                    <a:pt x="1089937" y="83683"/>
                  </a:lnTo>
                  <a:lnTo>
                    <a:pt x="1097723" y="84331"/>
                  </a:lnTo>
                  <a:lnTo>
                    <a:pt x="1105508" y="84957"/>
                  </a:lnTo>
                  <a:lnTo>
                    <a:pt x="1113293" y="85625"/>
                  </a:lnTo>
                  <a:lnTo>
                    <a:pt x="1121078" y="86209"/>
                  </a:lnTo>
                  <a:lnTo>
                    <a:pt x="1128864" y="86976"/>
                  </a:lnTo>
                  <a:lnTo>
                    <a:pt x="1136649" y="87632"/>
                  </a:lnTo>
                  <a:lnTo>
                    <a:pt x="1144434" y="88518"/>
                  </a:lnTo>
                  <a:lnTo>
                    <a:pt x="1152220" y="89171"/>
                  </a:lnTo>
                  <a:lnTo>
                    <a:pt x="1160005" y="89899"/>
                  </a:lnTo>
                  <a:lnTo>
                    <a:pt x="1167790" y="90563"/>
                  </a:lnTo>
                  <a:lnTo>
                    <a:pt x="1175575" y="91338"/>
                  </a:lnTo>
                  <a:lnTo>
                    <a:pt x="1183361" y="92095"/>
                  </a:lnTo>
                  <a:lnTo>
                    <a:pt x="1191146" y="92932"/>
                  </a:lnTo>
                  <a:lnTo>
                    <a:pt x="1198931" y="93633"/>
                  </a:lnTo>
                  <a:lnTo>
                    <a:pt x="1206716" y="94397"/>
                  </a:lnTo>
                  <a:lnTo>
                    <a:pt x="1214502" y="94988"/>
                  </a:lnTo>
                  <a:lnTo>
                    <a:pt x="1222287" y="95829"/>
                  </a:lnTo>
                  <a:lnTo>
                    <a:pt x="1230072" y="96625"/>
                  </a:lnTo>
                  <a:lnTo>
                    <a:pt x="1237857" y="97312"/>
                  </a:lnTo>
                  <a:lnTo>
                    <a:pt x="1245643" y="97955"/>
                  </a:lnTo>
                  <a:lnTo>
                    <a:pt x="1253428" y="98621"/>
                  </a:lnTo>
                  <a:lnTo>
                    <a:pt x="1261213" y="99428"/>
                  </a:lnTo>
                  <a:lnTo>
                    <a:pt x="1268999" y="99942"/>
                  </a:lnTo>
                  <a:lnTo>
                    <a:pt x="1276784" y="100597"/>
                  </a:lnTo>
                  <a:lnTo>
                    <a:pt x="1284569" y="101324"/>
                  </a:lnTo>
                  <a:lnTo>
                    <a:pt x="1292354" y="102118"/>
                  </a:lnTo>
                  <a:lnTo>
                    <a:pt x="1300140" y="102998"/>
                  </a:lnTo>
                  <a:lnTo>
                    <a:pt x="1307925" y="103767"/>
                  </a:lnTo>
                  <a:lnTo>
                    <a:pt x="1315710" y="104602"/>
                  </a:lnTo>
                  <a:lnTo>
                    <a:pt x="1323495" y="105440"/>
                  </a:lnTo>
                  <a:lnTo>
                    <a:pt x="1331281" y="106182"/>
                  </a:lnTo>
                  <a:lnTo>
                    <a:pt x="1339066" y="106846"/>
                  </a:lnTo>
                  <a:lnTo>
                    <a:pt x="1346851" y="107519"/>
                  </a:lnTo>
                  <a:lnTo>
                    <a:pt x="1354637" y="108117"/>
                  </a:lnTo>
                  <a:lnTo>
                    <a:pt x="1362422" y="108780"/>
                  </a:lnTo>
                  <a:lnTo>
                    <a:pt x="1370207" y="109558"/>
                  </a:lnTo>
                  <a:lnTo>
                    <a:pt x="1377992" y="110535"/>
                  </a:lnTo>
                  <a:lnTo>
                    <a:pt x="1385778" y="111542"/>
                  </a:lnTo>
                  <a:lnTo>
                    <a:pt x="1393563" y="112207"/>
                  </a:lnTo>
                  <a:lnTo>
                    <a:pt x="1401348" y="112881"/>
                  </a:lnTo>
                  <a:lnTo>
                    <a:pt x="1409133" y="113579"/>
                  </a:lnTo>
                  <a:lnTo>
                    <a:pt x="1416919" y="114156"/>
                  </a:lnTo>
                  <a:lnTo>
                    <a:pt x="1424704" y="114886"/>
                  </a:lnTo>
                  <a:lnTo>
                    <a:pt x="1432489" y="115525"/>
                  </a:lnTo>
                  <a:lnTo>
                    <a:pt x="1440275" y="116161"/>
                  </a:lnTo>
                  <a:lnTo>
                    <a:pt x="1448060" y="116831"/>
                  </a:lnTo>
                  <a:lnTo>
                    <a:pt x="1455845" y="117568"/>
                  </a:lnTo>
                  <a:lnTo>
                    <a:pt x="1463630" y="118207"/>
                  </a:lnTo>
                  <a:lnTo>
                    <a:pt x="1471416" y="118671"/>
                  </a:lnTo>
                  <a:lnTo>
                    <a:pt x="1479201" y="119616"/>
                  </a:lnTo>
                  <a:lnTo>
                    <a:pt x="1486986" y="120519"/>
                  </a:lnTo>
                  <a:lnTo>
                    <a:pt x="1494771" y="121374"/>
                  </a:lnTo>
                  <a:lnTo>
                    <a:pt x="1502557" y="122057"/>
                  </a:lnTo>
                  <a:lnTo>
                    <a:pt x="1510342" y="122848"/>
                  </a:lnTo>
                  <a:lnTo>
                    <a:pt x="1518127" y="123692"/>
                  </a:lnTo>
                  <a:lnTo>
                    <a:pt x="1525912" y="124459"/>
                  </a:lnTo>
                  <a:lnTo>
                    <a:pt x="1533698" y="125414"/>
                  </a:lnTo>
                  <a:lnTo>
                    <a:pt x="1541483" y="126279"/>
                  </a:lnTo>
                  <a:lnTo>
                    <a:pt x="1549268" y="127136"/>
                  </a:lnTo>
                  <a:lnTo>
                    <a:pt x="1557054" y="127996"/>
                  </a:lnTo>
                  <a:lnTo>
                    <a:pt x="1564839" y="128886"/>
                  </a:lnTo>
                  <a:lnTo>
                    <a:pt x="1572624" y="129623"/>
                  </a:lnTo>
                  <a:lnTo>
                    <a:pt x="1580409" y="130427"/>
                  </a:lnTo>
                  <a:lnTo>
                    <a:pt x="1588195" y="131348"/>
                  </a:lnTo>
                  <a:lnTo>
                    <a:pt x="1595980" y="131987"/>
                  </a:lnTo>
                  <a:lnTo>
                    <a:pt x="1603765" y="132743"/>
                  </a:lnTo>
                  <a:lnTo>
                    <a:pt x="1611550" y="133529"/>
                  </a:lnTo>
                  <a:lnTo>
                    <a:pt x="1619336" y="134290"/>
                  </a:lnTo>
                  <a:lnTo>
                    <a:pt x="1627121" y="135067"/>
                  </a:lnTo>
                  <a:lnTo>
                    <a:pt x="1634906" y="135728"/>
                  </a:lnTo>
                  <a:lnTo>
                    <a:pt x="1642692" y="136370"/>
                  </a:lnTo>
                  <a:lnTo>
                    <a:pt x="1650477" y="137104"/>
                  </a:lnTo>
                  <a:lnTo>
                    <a:pt x="1658262" y="137830"/>
                  </a:lnTo>
                  <a:lnTo>
                    <a:pt x="1666047" y="138494"/>
                  </a:lnTo>
                  <a:lnTo>
                    <a:pt x="1673833" y="139208"/>
                  </a:lnTo>
                  <a:lnTo>
                    <a:pt x="1681618" y="139786"/>
                  </a:lnTo>
                  <a:lnTo>
                    <a:pt x="1689403" y="140508"/>
                  </a:lnTo>
                  <a:lnTo>
                    <a:pt x="1697188" y="141338"/>
                  </a:lnTo>
                  <a:lnTo>
                    <a:pt x="1704974" y="142292"/>
                  </a:lnTo>
                  <a:lnTo>
                    <a:pt x="1712759" y="143109"/>
                  </a:lnTo>
                  <a:lnTo>
                    <a:pt x="1720544" y="143803"/>
                  </a:lnTo>
                  <a:lnTo>
                    <a:pt x="1728330" y="144491"/>
                  </a:lnTo>
                  <a:lnTo>
                    <a:pt x="1736115" y="145424"/>
                  </a:lnTo>
                  <a:lnTo>
                    <a:pt x="1743900" y="146085"/>
                  </a:lnTo>
                  <a:lnTo>
                    <a:pt x="1751685" y="146934"/>
                  </a:lnTo>
                  <a:lnTo>
                    <a:pt x="1759471" y="147657"/>
                  </a:lnTo>
                  <a:lnTo>
                    <a:pt x="1767256" y="148563"/>
                  </a:lnTo>
                  <a:lnTo>
                    <a:pt x="1775041" y="149328"/>
                  </a:lnTo>
                  <a:lnTo>
                    <a:pt x="1782826" y="150202"/>
                  </a:lnTo>
                  <a:lnTo>
                    <a:pt x="1790612" y="151252"/>
                  </a:lnTo>
                  <a:lnTo>
                    <a:pt x="1798397" y="152321"/>
                  </a:lnTo>
                  <a:lnTo>
                    <a:pt x="1806182" y="153301"/>
                  </a:lnTo>
                  <a:lnTo>
                    <a:pt x="1813967" y="154226"/>
                  </a:lnTo>
                  <a:lnTo>
                    <a:pt x="1821753" y="155067"/>
                  </a:lnTo>
                  <a:lnTo>
                    <a:pt x="1829538" y="155945"/>
                  </a:lnTo>
                  <a:lnTo>
                    <a:pt x="1837323" y="156848"/>
                  </a:lnTo>
                  <a:lnTo>
                    <a:pt x="1845109" y="157788"/>
                  </a:lnTo>
                  <a:lnTo>
                    <a:pt x="1852894" y="158832"/>
                  </a:lnTo>
                  <a:lnTo>
                    <a:pt x="1860679" y="159746"/>
                  </a:lnTo>
                  <a:lnTo>
                    <a:pt x="1868464" y="160537"/>
                  </a:lnTo>
                  <a:lnTo>
                    <a:pt x="1876250" y="161254"/>
                  </a:lnTo>
                  <a:lnTo>
                    <a:pt x="1884035" y="162270"/>
                  </a:lnTo>
                  <a:lnTo>
                    <a:pt x="1891820" y="163084"/>
                  </a:lnTo>
                  <a:lnTo>
                    <a:pt x="1899605" y="163863"/>
                  </a:lnTo>
                  <a:lnTo>
                    <a:pt x="1907391" y="164780"/>
                  </a:lnTo>
                  <a:lnTo>
                    <a:pt x="1915176" y="165521"/>
                  </a:lnTo>
                  <a:lnTo>
                    <a:pt x="1922961" y="166300"/>
                  </a:lnTo>
                  <a:lnTo>
                    <a:pt x="1930747" y="166985"/>
                  </a:lnTo>
                  <a:lnTo>
                    <a:pt x="1938532" y="167884"/>
                  </a:lnTo>
                  <a:lnTo>
                    <a:pt x="1946317" y="168713"/>
                  </a:lnTo>
                  <a:lnTo>
                    <a:pt x="1954102" y="169437"/>
                  </a:lnTo>
                  <a:lnTo>
                    <a:pt x="1961888" y="170341"/>
                  </a:lnTo>
                  <a:lnTo>
                    <a:pt x="1969673" y="171223"/>
                  </a:lnTo>
                  <a:lnTo>
                    <a:pt x="1977458" y="171990"/>
                  </a:lnTo>
                  <a:lnTo>
                    <a:pt x="1985243" y="172587"/>
                  </a:lnTo>
                  <a:lnTo>
                    <a:pt x="1993029" y="173406"/>
                  </a:lnTo>
                  <a:lnTo>
                    <a:pt x="2000814" y="174285"/>
                  </a:lnTo>
                  <a:lnTo>
                    <a:pt x="2008599" y="175184"/>
                  </a:lnTo>
                  <a:lnTo>
                    <a:pt x="2016385" y="176085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3648531" y="2509977"/>
              <a:ext cx="2016385" cy="125560"/>
            </a:xfrm>
            <a:custGeom>
              <a:avLst/>
              <a:pathLst>
                <a:path w="2016385" h="125560">
                  <a:moveTo>
                    <a:pt x="0" y="0"/>
                  </a:moveTo>
                  <a:lnTo>
                    <a:pt x="7785" y="326"/>
                  </a:lnTo>
                  <a:lnTo>
                    <a:pt x="15570" y="614"/>
                  </a:lnTo>
                  <a:lnTo>
                    <a:pt x="23355" y="985"/>
                  </a:lnTo>
                  <a:lnTo>
                    <a:pt x="31141" y="1164"/>
                  </a:lnTo>
                  <a:lnTo>
                    <a:pt x="38926" y="1396"/>
                  </a:lnTo>
                  <a:lnTo>
                    <a:pt x="46711" y="1694"/>
                  </a:lnTo>
                  <a:lnTo>
                    <a:pt x="54496" y="2089"/>
                  </a:lnTo>
                  <a:lnTo>
                    <a:pt x="62282" y="2396"/>
                  </a:lnTo>
                  <a:lnTo>
                    <a:pt x="70067" y="2708"/>
                  </a:lnTo>
                  <a:lnTo>
                    <a:pt x="77852" y="3013"/>
                  </a:lnTo>
                  <a:lnTo>
                    <a:pt x="85637" y="3334"/>
                  </a:lnTo>
                  <a:lnTo>
                    <a:pt x="93423" y="3639"/>
                  </a:lnTo>
                  <a:lnTo>
                    <a:pt x="101208" y="4052"/>
                  </a:lnTo>
                  <a:lnTo>
                    <a:pt x="108993" y="4470"/>
                  </a:lnTo>
                  <a:lnTo>
                    <a:pt x="116779" y="4630"/>
                  </a:lnTo>
                  <a:lnTo>
                    <a:pt x="124564" y="5105"/>
                  </a:lnTo>
                  <a:lnTo>
                    <a:pt x="132349" y="5513"/>
                  </a:lnTo>
                  <a:lnTo>
                    <a:pt x="140134" y="5891"/>
                  </a:lnTo>
                  <a:lnTo>
                    <a:pt x="147920" y="6403"/>
                  </a:lnTo>
                  <a:lnTo>
                    <a:pt x="155705" y="6745"/>
                  </a:lnTo>
                  <a:lnTo>
                    <a:pt x="163490" y="7105"/>
                  </a:lnTo>
                  <a:lnTo>
                    <a:pt x="171275" y="7473"/>
                  </a:lnTo>
                  <a:lnTo>
                    <a:pt x="179061" y="7950"/>
                  </a:lnTo>
                  <a:lnTo>
                    <a:pt x="186846" y="8294"/>
                  </a:lnTo>
                  <a:lnTo>
                    <a:pt x="194631" y="8679"/>
                  </a:lnTo>
                  <a:lnTo>
                    <a:pt x="202417" y="9122"/>
                  </a:lnTo>
                  <a:lnTo>
                    <a:pt x="210202" y="9528"/>
                  </a:lnTo>
                  <a:lnTo>
                    <a:pt x="217987" y="9881"/>
                  </a:lnTo>
                  <a:lnTo>
                    <a:pt x="225772" y="10223"/>
                  </a:lnTo>
                  <a:lnTo>
                    <a:pt x="233558" y="10590"/>
                  </a:lnTo>
                  <a:lnTo>
                    <a:pt x="241343" y="10847"/>
                  </a:lnTo>
                  <a:lnTo>
                    <a:pt x="249128" y="11272"/>
                  </a:lnTo>
                  <a:lnTo>
                    <a:pt x="256913" y="11711"/>
                  </a:lnTo>
                  <a:lnTo>
                    <a:pt x="264699" y="12078"/>
                  </a:lnTo>
                  <a:lnTo>
                    <a:pt x="272484" y="12600"/>
                  </a:lnTo>
                  <a:lnTo>
                    <a:pt x="280269" y="13026"/>
                  </a:lnTo>
                  <a:lnTo>
                    <a:pt x="288055" y="13248"/>
                  </a:lnTo>
                  <a:lnTo>
                    <a:pt x="295840" y="13687"/>
                  </a:lnTo>
                  <a:lnTo>
                    <a:pt x="303625" y="14102"/>
                  </a:lnTo>
                  <a:lnTo>
                    <a:pt x="311410" y="14492"/>
                  </a:lnTo>
                  <a:lnTo>
                    <a:pt x="319196" y="15010"/>
                  </a:lnTo>
                  <a:lnTo>
                    <a:pt x="326981" y="15495"/>
                  </a:lnTo>
                  <a:lnTo>
                    <a:pt x="334766" y="15990"/>
                  </a:lnTo>
                  <a:lnTo>
                    <a:pt x="342551" y="16339"/>
                  </a:lnTo>
                  <a:lnTo>
                    <a:pt x="350337" y="16657"/>
                  </a:lnTo>
                  <a:lnTo>
                    <a:pt x="358122" y="17022"/>
                  </a:lnTo>
                  <a:lnTo>
                    <a:pt x="365907" y="17309"/>
                  </a:lnTo>
                  <a:lnTo>
                    <a:pt x="373692" y="17545"/>
                  </a:lnTo>
                  <a:lnTo>
                    <a:pt x="381478" y="18009"/>
                  </a:lnTo>
                  <a:lnTo>
                    <a:pt x="389263" y="18338"/>
                  </a:lnTo>
                  <a:lnTo>
                    <a:pt x="397048" y="18762"/>
                  </a:lnTo>
                  <a:lnTo>
                    <a:pt x="404834" y="19090"/>
                  </a:lnTo>
                  <a:lnTo>
                    <a:pt x="412619" y="19369"/>
                  </a:lnTo>
                  <a:lnTo>
                    <a:pt x="420404" y="19830"/>
                  </a:lnTo>
                  <a:lnTo>
                    <a:pt x="428189" y="20294"/>
                  </a:lnTo>
                  <a:lnTo>
                    <a:pt x="435975" y="20791"/>
                  </a:lnTo>
                  <a:lnTo>
                    <a:pt x="443760" y="21270"/>
                  </a:lnTo>
                  <a:lnTo>
                    <a:pt x="451545" y="21784"/>
                  </a:lnTo>
                  <a:lnTo>
                    <a:pt x="459330" y="22214"/>
                  </a:lnTo>
                  <a:lnTo>
                    <a:pt x="467116" y="22486"/>
                  </a:lnTo>
                  <a:lnTo>
                    <a:pt x="474901" y="22817"/>
                  </a:lnTo>
                  <a:lnTo>
                    <a:pt x="482686" y="23220"/>
                  </a:lnTo>
                  <a:lnTo>
                    <a:pt x="490472" y="23486"/>
                  </a:lnTo>
                  <a:lnTo>
                    <a:pt x="498257" y="23878"/>
                  </a:lnTo>
                  <a:lnTo>
                    <a:pt x="506042" y="24342"/>
                  </a:lnTo>
                  <a:lnTo>
                    <a:pt x="513827" y="24824"/>
                  </a:lnTo>
                  <a:lnTo>
                    <a:pt x="521613" y="25306"/>
                  </a:lnTo>
                  <a:lnTo>
                    <a:pt x="529398" y="25727"/>
                  </a:lnTo>
                  <a:lnTo>
                    <a:pt x="537183" y="26269"/>
                  </a:lnTo>
                  <a:lnTo>
                    <a:pt x="544968" y="26750"/>
                  </a:lnTo>
                  <a:lnTo>
                    <a:pt x="552754" y="27065"/>
                  </a:lnTo>
                  <a:lnTo>
                    <a:pt x="560539" y="27536"/>
                  </a:lnTo>
                  <a:lnTo>
                    <a:pt x="568324" y="27870"/>
                  </a:lnTo>
                  <a:lnTo>
                    <a:pt x="576110" y="28216"/>
                  </a:lnTo>
                  <a:lnTo>
                    <a:pt x="583895" y="28676"/>
                  </a:lnTo>
                  <a:lnTo>
                    <a:pt x="591680" y="29047"/>
                  </a:lnTo>
                  <a:lnTo>
                    <a:pt x="599465" y="29332"/>
                  </a:lnTo>
                  <a:lnTo>
                    <a:pt x="607251" y="29882"/>
                  </a:lnTo>
                  <a:lnTo>
                    <a:pt x="615036" y="30489"/>
                  </a:lnTo>
                  <a:lnTo>
                    <a:pt x="622821" y="30944"/>
                  </a:lnTo>
                  <a:lnTo>
                    <a:pt x="630606" y="31179"/>
                  </a:lnTo>
                  <a:lnTo>
                    <a:pt x="638392" y="31581"/>
                  </a:lnTo>
                  <a:lnTo>
                    <a:pt x="646177" y="31985"/>
                  </a:lnTo>
                  <a:lnTo>
                    <a:pt x="653962" y="32194"/>
                  </a:lnTo>
                  <a:lnTo>
                    <a:pt x="661747" y="32512"/>
                  </a:lnTo>
                  <a:lnTo>
                    <a:pt x="669533" y="33049"/>
                  </a:lnTo>
                  <a:lnTo>
                    <a:pt x="677318" y="33490"/>
                  </a:lnTo>
                  <a:lnTo>
                    <a:pt x="685103" y="33926"/>
                  </a:lnTo>
                  <a:lnTo>
                    <a:pt x="692889" y="34263"/>
                  </a:lnTo>
                  <a:lnTo>
                    <a:pt x="700674" y="34651"/>
                  </a:lnTo>
                  <a:lnTo>
                    <a:pt x="708459" y="34943"/>
                  </a:lnTo>
                  <a:lnTo>
                    <a:pt x="716244" y="35323"/>
                  </a:lnTo>
                  <a:lnTo>
                    <a:pt x="724030" y="35916"/>
                  </a:lnTo>
                  <a:lnTo>
                    <a:pt x="731815" y="36340"/>
                  </a:lnTo>
                  <a:lnTo>
                    <a:pt x="739600" y="36935"/>
                  </a:lnTo>
                  <a:lnTo>
                    <a:pt x="747385" y="37321"/>
                  </a:lnTo>
                  <a:lnTo>
                    <a:pt x="755171" y="37755"/>
                  </a:lnTo>
                  <a:lnTo>
                    <a:pt x="762956" y="38214"/>
                  </a:lnTo>
                  <a:lnTo>
                    <a:pt x="770741" y="38613"/>
                  </a:lnTo>
                  <a:lnTo>
                    <a:pt x="778527" y="38932"/>
                  </a:lnTo>
                  <a:lnTo>
                    <a:pt x="786312" y="39255"/>
                  </a:lnTo>
                  <a:lnTo>
                    <a:pt x="794097" y="39849"/>
                  </a:lnTo>
                  <a:lnTo>
                    <a:pt x="801882" y="40225"/>
                  </a:lnTo>
                  <a:lnTo>
                    <a:pt x="809668" y="40796"/>
                  </a:lnTo>
                  <a:lnTo>
                    <a:pt x="817453" y="41059"/>
                  </a:lnTo>
                  <a:lnTo>
                    <a:pt x="825238" y="41360"/>
                  </a:lnTo>
                  <a:lnTo>
                    <a:pt x="833023" y="41775"/>
                  </a:lnTo>
                  <a:lnTo>
                    <a:pt x="840809" y="42187"/>
                  </a:lnTo>
                  <a:lnTo>
                    <a:pt x="848594" y="42739"/>
                  </a:lnTo>
                  <a:lnTo>
                    <a:pt x="856379" y="43225"/>
                  </a:lnTo>
                  <a:lnTo>
                    <a:pt x="864165" y="43671"/>
                  </a:lnTo>
                  <a:lnTo>
                    <a:pt x="871950" y="44113"/>
                  </a:lnTo>
                  <a:lnTo>
                    <a:pt x="879735" y="44479"/>
                  </a:lnTo>
                  <a:lnTo>
                    <a:pt x="887520" y="45013"/>
                  </a:lnTo>
                  <a:lnTo>
                    <a:pt x="895306" y="45429"/>
                  </a:lnTo>
                  <a:lnTo>
                    <a:pt x="903091" y="45695"/>
                  </a:lnTo>
                  <a:lnTo>
                    <a:pt x="910876" y="46048"/>
                  </a:lnTo>
                  <a:lnTo>
                    <a:pt x="918661" y="46526"/>
                  </a:lnTo>
                  <a:lnTo>
                    <a:pt x="926447" y="46900"/>
                  </a:lnTo>
                  <a:lnTo>
                    <a:pt x="934232" y="47341"/>
                  </a:lnTo>
                  <a:lnTo>
                    <a:pt x="942017" y="47884"/>
                  </a:lnTo>
                  <a:lnTo>
                    <a:pt x="949802" y="48501"/>
                  </a:lnTo>
                  <a:lnTo>
                    <a:pt x="957588" y="48992"/>
                  </a:lnTo>
                  <a:lnTo>
                    <a:pt x="965373" y="49452"/>
                  </a:lnTo>
                  <a:lnTo>
                    <a:pt x="973158" y="49783"/>
                  </a:lnTo>
                  <a:lnTo>
                    <a:pt x="980944" y="50249"/>
                  </a:lnTo>
                  <a:lnTo>
                    <a:pt x="988729" y="50742"/>
                  </a:lnTo>
                  <a:lnTo>
                    <a:pt x="996514" y="51249"/>
                  </a:lnTo>
                  <a:lnTo>
                    <a:pt x="1004299" y="51640"/>
                  </a:lnTo>
                  <a:lnTo>
                    <a:pt x="1012085" y="52131"/>
                  </a:lnTo>
                  <a:lnTo>
                    <a:pt x="1019870" y="52529"/>
                  </a:lnTo>
                  <a:lnTo>
                    <a:pt x="1027655" y="53239"/>
                  </a:lnTo>
                  <a:lnTo>
                    <a:pt x="1035440" y="53797"/>
                  </a:lnTo>
                  <a:lnTo>
                    <a:pt x="1043226" y="54339"/>
                  </a:lnTo>
                  <a:lnTo>
                    <a:pt x="1051011" y="54812"/>
                  </a:lnTo>
                  <a:lnTo>
                    <a:pt x="1058796" y="55221"/>
                  </a:lnTo>
                  <a:lnTo>
                    <a:pt x="1066582" y="55698"/>
                  </a:lnTo>
                  <a:lnTo>
                    <a:pt x="1074367" y="56218"/>
                  </a:lnTo>
                  <a:lnTo>
                    <a:pt x="1082152" y="56645"/>
                  </a:lnTo>
                  <a:lnTo>
                    <a:pt x="1089937" y="57076"/>
                  </a:lnTo>
                  <a:lnTo>
                    <a:pt x="1097723" y="57727"/>
                  </a:lnTo>
                  <a:lnTo>
                    <a:pt x="1105508" y="58245"/>
                  </a:lnTo>
                  <a:lnTo>
                    <a:pt x="1113293" y="58610"/>
                  </a:lnTo>
                  <a:lnTo>
                    <a:pt x="1121078" y="58998"/>
                  </a:lnTo>
                  <a:lnTo>
                    <a:pt x="1128864" y="59710"/>
                  </a:lnTo>
                  <a:lnTo>
                    <a:pt x="1136649" y="60068"/>
                  </a:lnTo>
                  <a:lnTo>
                    <a:pt x="1144434" y="60622"/>
                  </a:lnTo>
                  <a:lnTo>
                    <a:pt x="1152220" y="61258"/>
                  </a:lnTo>
                  <a:lnTo>
                    <a:pt x="1160005" y="61913"/>
                  </a:lnTo>
                  <a:lnTo>
                    <a:pt x="1167790" y="62553"/>
                  </a:lnTo>
                  <a:lnTo>
                    <a:pt x="1175575" y="63107"/>
                  </a:lnTo>
                  <a:lnTo>
                    <a:pt x="1183361" y="63567"/>
                  </a:lnTo>
                  <a:lnTo>
                    <a:pt x="1191146" y="64106"/>
                  </a:lnTo>
                  <a:lnTo>
                    <a:pt x="1198931" y="64655"/>
                  </a:lnTo>
                  <a:lnTo>
                    <a:pt x="1206716" y="65078"/>
                  </a:lnTo>
                  <a:lnTo>
                    <a:pt x="1214502" y="65483"/>
                  </a:lnTo>
                  <a:lnTo>
                    <a:pt x="1222287" y="66017"/>
                  </a:lnTo>
                  <a:lnTo>
                    <a:pt x="1230072" y="66491"/>
                  </a:lnTo>
                  <a:lnTo>
                    <a:pt x="1237857" y="67121"/>
                  </a:lnTo>
                  <a:lnTo>
                    <a:pt x="1245643" y="67722"/>
                  </a:lnTo>
                  <a:lnTo>
                    <a:pt x="1253428" y="68377"/>
                  </a:lnTo>
                  <a:lnTo>
                    <a:pt x="1261213" y="69040"/>
                  </a:lnTo>
                  <a:lnTo>
                    <a:pt x="1268999" y="69626"/>
                  </a:lnTo>
                  <a:lnTo>
                    <a:pt x="1276784" y="70295"/>
                  </a:lnTo>
                  <a:lnTo>
                    <a:pt x="1284569" y="70862"/>
                  </a:lnTo>
                  <a:lnTo>
                    <a:pt x="1292354" y="71388"/>
                  </a:lnTo>
                  <a:lnTo>
                    <a:pt x="1300140" y="72090"/>
                  </a:lnTo>
                  <a:lnTo>
                    <a:pt x="1307925" y="72628"/>
                  </a:lnTo>
                  <a:lnTo>
                    <a:pt x="1315710" y="73008"/>
                  </a:lnTo>
                  <a:lnTo>
                    <a:pt x="1323495" y="73519"/>
                  </a:lnTo>
                  <a:lnTo>
                    <a:pt x="1331281" y="74182"/>
                  </a:lnTo>
                  <a:lnTo>
                    <a:pt x="1339066" y="74605"/>
                  </a:lnTo>
                  <a:lnTo>
                    <a:pt x="1346851" y="75108"/>
                  </a:lnTo>
                  <a:lnTo>
                    <a:pt x="1354637" y="75600"/>
                  </a:lnTo>
                  <a:lnTo>
                    <a:pt x="1362422" y="76177"/>
                  </a:lnTo>
                  <a:lnTo>
                    <a:pt x="1370207" y="76660"/>
                  </a:lnTo>
                  <a:lnTo>
                    <a:pt x="1377992" y="77139"/>
                  </a:lnTo>
                  <a:lnTo>
                    <a:pt x="1385778" y="77707"/>
                  </a:lnTo>
                  <a:lnTo>
                    <a:pt x="1393563" y="78221"/>
                  </a:lnTo>
                  <a:lnTo>
                    <a:pt x="1401348" y="78949"/>
                  </a:lnTo>
                  <a:lnTo>
                    <a:pt x="1409133" y="79399"/>
                  </a:lnTo>
                  <a:lnTo>
                    <a:pt x="1416919" y="79787"/>
                  </a:lnTo>
                  <a:lnTo>
                    <a:pt x="1424704" y="80356"/>
                  </a:lnTo>
                  <a:lnTo>
                    <a:pt x="1432489" y="80837"/>
                  </a:lnTo>
                  <a:lnTo>
                    <a:pt x="1440275" y="81328"/>
                  </a:lnTo>
                  <a:lnTo>
                    <a:pt x="1448060" y="81679"/>
                  </a:lnTo>
                  <a:lnTo>
                    <a:pt x="1455845" y="82113"/>
                  </a:lnTo>
                  <a:lnTo>
                    <a:pt x="1463630" y="82893"/>
                  </a:lnTo>
                  <a:lnTo>
                    <a:pt x="1471416" y="83487"/>
                  </a:lnTo>
                  <a:lnTo>
                    <a:pt x="1479201" y="83987"/>
                  </a:lnTo>
                  <a:lnTo>
                    <a:pt x="1486986" y="84740"/>
                  </a:lnTo>
                  <a:lnTo>
                    <a:pt x="1494771" y="85096"/>
                  </a:lnTo>
                  <a:lnTo>
                    <a:pt x="1502557" y="85710"/>
                  </a:lnTo>
                  <a:lnTo>
                    <a:pt x="1510342" y="86293"/>
                  </a:lnTo>
                  <a:lnTo>
                    <a:pt x="1518127" y="86707"/>
                  </a:lnTo>
                  <a:lnTo>
                    <a:pt x="1525912" y="87299"/>
                  </a:lnTo>
                  <a:lnTo>
                    <a:pt x="1533698" y="87785"/>
                  </a:lnTo>
                  <a:lnTo>
                    <a:pt x="1541483" y="88335"/>
                  </a:lnTo>
                  <a:lnTo>
                    <a:pt x="1549268" y="88973"/>
                  </a:lnTo>
                  <a:lnTo>
                    <a:pt x="1557054" y="89639"/>
                  </a:lnTo>
                  <a:lnTo>
                    <a:pt x="1564839" y="90168"/>
                  </a:lnTo>
                  <a:lnTo>
                    <a:pt x="1572624" y="90899"/>
                  </a:lnTo>
                  <a:lnTo>
                    <a:pt x="1580409" y="91344"/>
                  </a:lnTo>
                  <a:lnTo>
                    <a:pt x="1588195" y="91908"/>
                  </a:lnTo>
                  <a:lnTo>
                    <a:pt x="1595980" y="92731"/>
                  </a:lnTo>
                  <a:lnTo>
                    <a:pt x="1603765" y="93345"/>
                  </a:lnTo>
                  <a:lnTo>
                    <a:pt x="1611550" y="93752"/>
                  </a:lnTo>
                  <a:lnTo>
                    <a:pt x="1619336" y="94250"/>
                  </a:lnTo>
                  <a:lnTo>
                    <a:pt x="1627121" y="94794"/>
                  </a:lnTo>
                  <a:lnTo>
                    <a:pt x="1634906" y="95283"/>
                  </a:lnTo>
                  <a:lnTo>
                    <a:pt x="1642692" y="95915"/>
                  </a:lnTo>
                  <a:lnTo>
                    <a:pt x="1650477" y="96388"/>
                  </a:lnTo>
                  <a:lnTo>
                    <a:pt x="1658262" y="97045"/>
                  </a:lnTo>
                  <a:lnTo>
                    <a:pt x="1666047" y="97603"/>
                  </a:lnTo>
                  <a:lnTo>
                    <a:pt x="1673833" y="98238"/>
                  </a:lnTo>
                  <a:lnTo>
                    <a:pt x="1681618" y="98946"/>
                  </a:lnTo>
                  <a:lnTo>
                    <a:pt x="1689403" y="99726"/>
                  </a:lnTo>
                  <a:lnTo>
                    <a:pt x="1697188" y="100444"/>
                  </a:lnTo>
                  <a:lnTo>
                    <a:pt x="1704974" y="100913"/>
                  </a:lnTo>
                  <a:lnTo>
                    <a:pt x="1712759" y="101380"/>
                  </a:lnTo>
                  <a:lnTo>
                    <a:pt x="1720544" y="101817"/>
                  </a:lnTo>
                  <a:lnTo>
                    <a:pt x="1728330" y="102518"/>
                  </a:lnTo>
                  <a:lnTo>
                    <a:pt x="1736115" y="103031"/>
                  </a:lnTo>
                  <a:lnTo>
                    <a:pt x="1743900" y="103337"/>
                  </a:lnTo>
                  <a:lnTo>
                    <a:pt x="1751685" y="104153"/>
                  </a:lnTo>
                  <a:lnTo>
                    <a:pt x="1759471" y="104727"/>
                  </a:lnTo>
                  <a:lnTo>
                    <a:pt x="1767256" y="105197"/>
                  </a:lnTo>
                  <a:lnTo>
                    <a:pt x="1775041" y="105899"/>
                  </a:lnTo>
                  <a:lnTo>
                    <a:pt x="1782826" y="106585"/>
                  </a:lnTo>
                  <a:lnTo>
                    <a:pt x="1790612" y="107350"/>
                  </a:lnTo>
                  <a:lnTo>
                    <a:pt x="1798397" y="108083"/>
                  </a:lnTo>
                  <a:lnTo>
                    <a:pt x="1806182" y="108868"/>
                  </a:lnTo>
                  <a:lnTo>
                    <a:pt x="1813967" y="109461"/>
                  </a:lnTo>
                  <a:lnTo>
                    <a:pt x="1821753" y="110071"/>
                  </a:lnTo>
                  <a:lnTo>
                    <a:pt x="1829538" y="110566"/>
                  </a:lnTo>
                  <a:lnTo>
                    <a:pt x="1837323" y="111031"/>
                  </a:lnTo>
                  <a:lnTo>
                    <a:pt x="1845109" y="111497"/>
                  </a:lnTo>
                  <a:lnTo>
                    <a:pt x="1852894" y="112084"/>
                  </a:lnTo>
                  <a:lnTo>
                    <a:pt x="1860679" y="112798"/>
                  </a:lnTo>
                  <a:lnTo>
                    <a:pt x="1868464" y="113432"/>
                  </a:lnTo>
                  <a:lnTo>
                    <a:pt x="1876250" y="113916"/>
                  </a:lnTo>
                  <a:lnTo>
                    <a:pt x="1884035" y="114475"/>
                  </a:lnTo>
                  <a:lnTo>
                    <a:pt x="1891820" y="115047"/>
                  </a:lnTo>
                  <a:lnTo>
                    <a:pt x="1899605" y="115869"/>
                  </a:lnTo>
                  <a:lnTo>
                    <a:pt x="1907391" y="116536"/>
                  </a:lnTo>
                  <a:lnTo>
                    <a:pt x="1915176" y="117159"/>
                  </a:lnTo>
                  <a:lnTo>
                    <a:pt x="1922961" y="117814"/>
                  </a:lnTo>
                  <a:lnTo>
                    <a:pt x="1930747" y="118411"/>
                  </a:lnTo>
                  <a:lnTo>
                    <a:pt x="1938532" y="118983"/>
                  </a:lnTo>
                  <a:lnTo>
                    <a:pt x="1946317" y="119522"/>
                  </a:lnTo>
                  <a:lnTo>
                    <a:pt x="1954102" y="120062"/>
                  </a:lnTo>
                  <a:lnTo>
                    <a:pt x="1961888" y="120607"/>
                  </a:lnTo>
                  <a:lnTo>
                    <a:pt x="1969673" y="121336"/>
                  </a:lnTo>
                  <a:lnTo>
                    <a:pt x="1977458" y="122151"/>
                  </a:lnTo>
                  <a:lnTo>
                    <a:pt x="1985243" y="122863"/>
                  </a:lnTo>
                  <a:lnTo>
                    <a:pt x="1993029" y="123530"/>
                  </a:lnTo>
                  <a:lnTo>
                    <a:pt x="2000814" y="124226"/>
                  </a:lnTo>
                  <a:lnTo>
                    <a:pt x="2008599" y="124892"/>
                  </a:lnTo>
                  <a:lnTo>
                    <a:pt x="2016385" y="12556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3648531" y="2509858"/>
              <a:ext cx="2016385" cy="202022"/>
            </a:xfrm>
            <a:custGeom>
              <a:avLst/>
              <a:pathLst>
                <a:path w="2016385" h="202022">
                  <a:moveTo>
                    <a:pt x="0" y="0"/>
                  </a:moveTo>
                  <a:lnTo>
                    <a:pt x="7785" y="386"/>
                  </a:lnTo>
                  <a:lnTo>
                    <a:pt x="15570" y="679"/>
                  </a:lnTo>
                  <a:lnTo>
                    <a:pt x="23355" y="1149"/>
                  </a:lnTo>
                  <a:lnTo>
                    <a:pt x="31141" y="1688"/>
                  </a:lnTo>
                  <a:lnTo>
                    <a:pt x="38926" y="2093"/>
                  </a:lnTo>
                  <a:lnTo>
                    <a:pt x="46711" y="2580"/>
                  </a:lnTo>
                  <a:lnTo>
                    <a:pt x="54496" y="3040"/>
                  </a:lnTo>
                  <a:lnTo>
                    <a:pt x="62282" y="3602"/>
                  </a:lnTo>
                  <a:lnTo>
                    <a:pt x="70067" y="4028"/>
                  </a:lnTo>
                  <a:lnTo>
                    <a:pt x="77852" y="4466"/>
                  </a:lnTo>
                  <a:lnTo>
                    <a:pt x="85637" y="4934"/>
                  </a:lnTo>
                  <a:lnTo>
                    <a:pt x="93423" y="5423"/>
                  </a:lnTo>
                  <a:lnTo>
                    <a:pt x="101208" y="5924"/>
                  </a:lnTo>
                  <a:lnTo>
                    <a:pt x="108993" y="6382"/>
                  </a:lnTo>
                  <a:lnTo>
                    <a:pt x="116779" y="6832"/>
                  </a:lnTo>
                  <a:lnTo>
                    <a:pt x="124564" y="7350"/>
                  </a:lnTo>
                  <a:lnTo>
                    <a:pt x="132349" y="7709"/>
                  </a:lnTo>
                  <a:lnTo>
                    <a:pt x="140134" y="8245"/>
                  </a:lnTo>
                  <a:lnTo>
                    <a:pt x="147920" y="8702"/>
                  </a:lnTo>
                  <a:lnTo>
                    <a:pt x="155705" y="9012"/>
                  </a:lnTo>
                  <a:lnTo>
                    <a:pt x="163490" y="9519"/>
                  </a:lnTo>
                  <a:lnTo>
                    <a:pt x="171275" y="9997"/>
                  </a:lnTo>
                  <a:lnTo>
                    <a:pt x="179061" y="10461"/>
                  </a:lnTo>
                  <a:lnTo>
                    <a:pt x="186846" y="11072"/>
                  </a:lnTo>
                  <a:lnTo>
                    <a:pt x="194631" y="11590"/>
                  </a:lnTo>
                  <a:lnTo>
                    <a:pt x="202417" y="11984"/>
                  </a:lnTo>
                  <a:lnTo>
                    <a:pt x="210202" y="12602"/>
                  </a:lnTo>
                  <a:lnTo>
                    <a:pt x="217987" y="13100"/>
                  </a:lnTo>
                  <a:lnTo>
                    <a:pt x="225772" y="13753"/>
                  </a:lnTo>
                  <a:lnTo>
                    <a:pt x="233558" y="14219"/>
                  </a:lnTo>
                  <a:lnTo>
                    <a:pt x="241343" y="14762"/>
                  </a:lnTo>
                  <a:lnTo>
                    <a:pt x="249128" y="15375"/>
                  </a:lnTo>
                  <a:lnTo>
                    <a:pt x="256913" y="15913"/>
                  </a:lnTo>
                  <a:lnTo>
                    <a:pt x="264699" y="16488"/>
                  </a:lnTo>
                  <a:lnTo>
                    <a:pt x="272484" y="17133"/>
                  </a:lnTo>
                  <a:lnTo>
                    <a:pt x="280269" y="17782"/>
                  </a:lnTo>
                  <a:lnTo>
                    <a:pt x="288055" y="18359"/>
                  </a:lnTo>
                  <a:lnTo>
                    <a:pt x="295840" y="18837"/>
                  </a:lnTo>
                  <a:lnTo>
                    <a:pt x="303625" y="19302"/>
                  </a:lnTo>
                  <a:lnTo>
                    <a:pt x="311410" y="19951"/>
                  </a:lnTo>
                  <a:lnTo>
                    <a:pt x="319196" y="20624"/>
                  </a:lnTo>
                  <a:lnTo>
                    <a:pt x="326981" y="21250"/>
                  </a:lnTo>
                  <a:lnTo>
                    <a:pt x="334766" y="21818"/>
                  </a:lnTo>
                  <a:lnTo>
                    <a:pt x="342551" y="22427"/>
                  </a:lnTo>
                  <a:lnTo>
                    <a:pt x="350337" y="22862"/>
                  </a:lnTo>
                  <a:lnTo>
                    <a:pt x="358122" y="23306"/>
                  </a:lnTo>
                  <a:lnTo>
                    <a:pt x="365907" y="23847"/>
                  </a:lnTo>
                  <a:lnTo>
                    <a:pt x="373692" y="24473"/>
                  </a:lnTo>
                  <a:lnTo>
                    <a:pt x="381478" y="25010"/>
                  </a:lnTo>
                  <a:lnTo>
                    <a:pt x="389263" y="25761"/>
                  </a:lnTo>
                  <a:lnTo>
                    <a:pt x="397048" y="26291"/>
                  </a:lnTo>
                  <a:lnTo>
                    <a:pt x="404834" y="26907"/>
                  </a:lnTo>
                  <a:lnTo>
                    <a:pt x="412619" y="27461"/>
                  </a:lnTo>
                  <a:lnTo>
                    <a:pt x="420404" y="28130"/>
                  </a:lnTo>
                  <a:lnTo>
                    <a:pt x="428189" y="28708"/>
                  </a:lnTo>
                  <a:lnTo>
                    <a:pt x="435975" y="29248"/>
                  </a:lnTo>
                  <a:lnTo>
                    <a:pt x="443760" y="29916"/>
                  </a:lnTo>
                  <a:lnTo>
                    <a:pt x="451545" y="30520"/>
                  </a:lnTo>
                  <a:lnTo>
                    <a:pt x="459330" y="31293"/>
                  </a:lnTo>
                  <a:lnTo>
                    <a:pt x="467116" y="32047"/>
                  </a:lnTo>
                  <a:lnTo>
                    <a:pt x="474901" y="32651"/>
                  </a:lnTo>
                  <a:lnTo>
                    <a:pt x="482686" y="33217"/>
                  </a:lnTo>
                  <a:lnTo>
                    <a:pt x="490472" y="33834"/>
                  </a:lnTo>
                  <a:lnTo>
                    <a:pt x="498257" y="34591"/>
                  </a:lnTo>
                  <a:lnTo>
                    <a:pt x="506042" y="35276"/>
                  </a:lnTo>
                  <a:lnTo>
                    <a:pt x="513827" y="35887"/>
                  </a:lnTo>
                  <a:lnTo>
                    <a:pt x="521613" y="36483"/>
                  </a:lnTo>
                  <a:lnTo>
                    <a:pt x="529398" y="36895"/>
                  </a:lnTo>
                  <a:lnTo>
                    <a:pt x="537183" y="37620"/>
                  </a:lnTo>
                  <a:lnTo>
                    <a:pt x="544968" y="38237"/>
                  </a:lnTo>
                  <a:lnTo>
                    <a:pt x="552754" y="38859"/>
                  </a:lnTo>
                  <a:lnTo>
                    <a:pt x="560539" y="39469"/>
                  </a:lnTo>
                  <a:lnTo>
                    <a:pt x="568324" y="39995"/>
                  </a:lnTo>
                  <a:lnTo>
                    <a:pt x="576110" y="40582"/>
                  </a:lnTo>
                  <a:lnTo>
                    <a:pt x="583895" y="41190"/>
                  </a:lnTo>
                  <a:lnTo>
                    <a:pt x="591680" y="41878"/>
                  </a:lnTo>
                  <a:lnTo>
                    <a:pt x="599465" y="42523"/>
                  </a:lnTo>
                  <a:lnTo>
                    <a:pt x="607251" y="43078"/>
                  </a:lnTo>
                  <a:lnTo>
                    <a:pt x="615036" y="43760"/>
                  </a:lnTo>
                  <a:lnTo>
                    <a:pt x="622821" y="44418"/>
                  </a:lnTo>
                  <a:lnTo>
                    <a:pt x="630606" y="45054"/>
                  </a:lnTo>
                  <a:lnTo>
                    <a:pt x="638392" y="45643"/>
                  </a:lnTo>
                  <a:lnTo>
                    <a:pt x="646177" y="46441"/>
                  </a:lnTo>
                  <a:lnTo>
                    <a:pt x="653962" y="47125"/>
                  </a:lnTo>
                  <a:lnTo>
                    <a:pt x="661747" y="47846"/>
                  </a:lnTo>
                  <a:lnTo>
                    <a:pt x="669533" y="48520"/>
                  </a:lnTo>
                  <a:lnTo>
                    <a:pt x="677318" y="49192"/>
                  </a:lnTo>
                  <a:lnTo>
                    <a:pt x="685103" y="49925"/>
                  </a:lnTo>
                  <a:lnTo>
                    <a:pt x="692889" y="50676"/>
                  </a:lnTo>
                  <a:lnTo>
                    <a:pt x="700674" y="51231"/>
                  </a:lnTo>
                  <a:lnTo>
                    <a:pt x="708459" y="51803"/>
                  </a:lnTo>
                  <a:lnTo>
                    <a:pt x="716244" y="52593"/>
                  </a:lnTo>
                  <a:lnTo>
                    <a:pt x="724030" y="53167"/>
                  </a:lnTo>
                  <a:lnTo>
                    <a:pt x="731815" y="53886"/>
                  </a:lnTo>
                  <a:lnTo>
                    <a:pt x="739600" y="54673"/>
                  </a:lnTo>
                  <a:lnTo>
                    <a:pt x="747385" y="55352"/>
                  </a:lnTo>
                  <a:lnTo>
                    <a:pt x="755171" y="55967"/>
                  </a:lnTo>
                  <a:lnTo>
                    <a:pt x="762956" y="56638"/>
                  </a:lnTo>
                  <a:lnTo>
                    <a:pt x="770741" y="57303"/>
                  </a:lnTo>
                  <a:lnTo>
                    <a:pt x="778527" y="58045"/>
                  </a:lnTo>
                  <a:lnTo>
                    <a:pt x="786312" y="58792"/>
                  </a:lnTo>
                  <a:lnTo>
                    <a:pt x="794097" y="59579"/>
                  </a:lnTo>
                  <a:lnTo>
                    <a:pt x="801882" y="60359"/>
                  </a:lnTo>
                  <a:lnTo>
                    <a:pt x="809668" y="61244"/>
                  </a:lnTo>
                  <a:lnTo>
                    <a:pt x="817453" y="61944"/>
                  </a:lnTo>
                  <a:lnTo>
                    <a:pt x="825238" y="62746"/>
                  </a:lnTo>
                  <a:lnTo>
                    <a:pt x="833023" y="63562"/>
                  </a:lnTo>
                  <a:lnTo>
                    <a:pt x="840809" y="64205"/>
                  </a:lnTo>
                  <a:lnTo>
                    <a:pt x="848594" y="64845"/>
                  </a:lnTo>
                  <a:lnTo>
                    <a:pt x="856379" y="65529"/>
                  </a:lnTo>
                  <a:lnTo>
                    <a:pt x="864165" y="66248"/>
                  </a:lnTo>
                  <a:lnTo>
                    <a:pt x="871950" y="66852"/>
                  </a:lnTo>
                  <a:lnTo>
                    <a:pt x="879735" y="67640"/>
                  </a:lnTo>
                  <a:lnTo>
                    <a:pt x="887520" y="68322"/>
                  </a:lnTo>
                  <a:lnTo>
                    <a:pt x="895306" y="69054"/>
                  </a:lnTo>
                  <a:lnTo>
                    <a:pt x="903091" y="69765"/>
                  </a:lnTo>
                  <a:lnTo>
                    <a:pt x="910876" y="70467"/>
                  </a:lnTo>
                  <a:lnTo>
                    <a:pt x="918661" y="71000"/>
                  </a:lnTo>
                  <a:lnTo>
                    <a:pt x="926447" y="71791"/>
                  </a:lnTo>
                  <a:lnTo>
                    <a:pt x="934232" y="72631"/>
                  </a:lnTo>
                  <a:lnTo>
                    <a:pt x="942017" y="73482"/>
                  </a:lnTo>
                  <a:lnTo>
                    <a:pt x="949802" y="74369"/>
                  </a:lnTo>
                  <a:lnTo>
                    <a:pt x="957588" y="75232"/>
                  </a:lnTo>
                  <a:lnTo>
                    <a:pt x="965373" y="76009"/>
                  </a:lnTo>
                  <a:lnTo>
                    <a:pt x="973158" y="76761"/>
                  </a:lnTo>
                  <a:lnTo>
                    <a:pt x="980944" y="77543"/>
                  </a:lnTo>
                  <a:lnTo>
                    <a:pt x="988729" y="78220"/>
                  </a:lnTo>
                  <a:lnTo>
                    <a:pt x="996514" y="79084"/>
                  </a:lnTo>
                  <a:lnTo>
                    <a:pt x="1004299" y="79961"/>
                  </a:lnTo>
                  <a:lnTo>
                    <a:pt x="1012085" y="80682"/>
                  </a:lnTo>
                  <a:lnTo>
                    <a:pt x="1019870" y="81387"/>
                  </a:lnTo>
                  <a:lnTo>
                    <a:pt x="1027655" y="82073"/>
                  </a:lnTo>
                  <a:lnTo>
                    <a:pt x="1035440" y="82883"/>
                  </a:lnTo>
                  <a:lnTo>
                    <a:pt x="1043226" y="83695"/>
                  </a:lnTo>
                  <a:lnTo>
                    <a:pt x="1051011" y="84425"/>
                  </a:lnTo>
                  <a:lnTo>
                    <a:pt x="1058796" y="85193"/>
                  </a:lnTo>
                  <a:lnTo>
                    <a:pt x="1066582" y="86041"/>
                  </a:lnTo>
                  <a:lnTo>
                    <a:pt x="1074367" y="86843"/>
                  </a:lnTo>
                  <a:lnTo>
                    <a:pt x="1082152" y="87600"/>
                  </a:lnTo>
                  <a:lnTo>
                    <a:pt x="1089937" y="88530"/>
                  </a:lnTo>
                  <a:lnTo>
                    <a:pt x="1097723" y="89476"/>
                  </a:lnTo>
                  <a:lnTo>
                    <a:pt x="1105508" y="90399"/>
                  </a:lnTo>
                  <a:lnTo>
                    <a:pt x="1113293" y="91227"/>
                  </a:lnTo>
                  <a:lnTo>
                    <a:pt x="1121078" y="91969"/>
                  </a:lnTo>
                  <a:lnTo>
                    <a:pt x="1128864" y="92759"/>
                  </a:lnTo>
                  <a:lnTo>
                    <a:pt x="1136649" y="93637"/>
                  </a:lnTo>
                  <a:lnTo>
                    <a:pt x="1144434" y="94559"/>
                  </a:lnTo>
                  <a:lnTo>
                    <a:pt x="1152220" y="95405"/>
                  </a:lnTo>
                  <a:lnTo>
                    <a:pt x="1160005" y="96226"/>
                  </a:lnTo>
                  <a:lnTo>
                    <a:pt x="1167790" y="96875"/>
                  </a:lnTo>
                  <a:lnTo>
                    <a:pt x="1175575" y="97703"/>
                  </a:lnTo>
                  <a:lnTo>
                    <a:pt x="1183361" y="98556"/>
                  </a:lnTo>
                  <a:lnTo>
                    <a:pt x="1191146" y="99416"/>
                  </a:lnTo>
                  <a:lnTo>
                    <a:pt x="1198931" y="100327"/>
                  </a:lnTo>
                  <a:lnTo>
                    <a:pt x="1206716" y="100956"/>
                  </a:lnTo>
                  <a:lnTo>
                    <a:pt x="1214502" y="101727"/>
                  </a:lnTo>
                  <a:lnTo>
                    <a:pt x="1222287" y="102539"/>
                  </a:lnTo>
                  <a:lnTo>
                    <a:pt x="1230072" y="103283"/>
                  </a:lnTo>
                  <a:lnTo>
                    <a:pt x="1237857" y="104107"/>
                  </a:lnTo>
                  <a:lnTo>
                    <a:pt x="1245643" y="104905"/>
                  </a:lnTo>
                  <a:lnTo>
                    <a:pt x="1253428" y="105827"/>
                  </a:lnTo>
                  <a:lnTo>
                    <a:pt x="1261213" y="106776"/>
                  </a:lnTo>
                  <a:lnTo>
                    <a:pt x="1268999" y="107391"/>
                  </a:lnTo>
                  <a:lnTo>
                    <a:pt x="1276784" y="108231"/>
                  </a:lnTo>
                  <a:lnTo>
                    <a:pt x="1284569" y="108996"/>
                  </a:lnTo>
                  <a:lnTo>
                    <a:pt x="1292354" y="109748"/>
                  </a:lnTo>
                  <a:lnTo>
                    <a:pt x="1300140" y="110582"/>
                  </a:lnTo>
                  <a:lnTo>
                    <a:pt x="1307925" y="111494"/>
                  </a:lnTo>
                  <a:lnTo>
                    <a:pt x="1315710" y="112421"/>
                  </a:lnTo>
                  <a:lnTo>
                    <a:pt x="1323495" y="113202"/>
                  </a:lnTo>
                  <a:lnTo>
                    <a:pt x="1331281" y="114070"/>
                  </a:lnTo>
                  <a:lnTo>
                    <a:pt x="1339066" y="114851"/>
                  </a:lnTo>
                  <a:lnTo>
                    <a:pt x="1346851" y="115763"/>
                  </a:lnTo>
                  <a:lnTo>
                    <a:pt x="1354637" y="116705"/>
                  </a:lnTo>
                  <a:lnTo>
                    <a:pt x="1362422" y="117505"/>
                  </a:lnTo>
                  <a:lnTo>
                    <a:pt x="1370207" y="118374"/>
                  </a:lnTo>
                  <a:lnTo>
                    <a:pt x="1377992" y="119133"/>
                  </a:lnTo>
                  <a:lnTo>
                    <a:pt x="1385778" y="119887"/>
                  </a:lnTo>
                  <a:lnTo>
                    <a:pt x="1393563" y="120772"/>
                  </a:lnTo>
                  <a:lnTo>
                    <a:pt x="1401348" y="121776"/>
                  </a:lnTo>
                  <a:lnTo>
                    <a:pt x="1409133" y="122784"/>
                  </a:lnTo>
                  <a:lnTo>
                    <a:pt x="1416919" y="123563"/>
                  </a:lnTo>
                  <a:lnTo>
                    <a:pt x="1424704" y="124476"/>
                  </a:lnTo>
                  <a:lnTo>
                    <a:pt x="1432489" y="125401"/>
                  </a:lnTo>
                  <a:lnTo>
                    <a:pt x="1440275" y="126341"/>
                  </a:lnTo>
                  <a:lnTo>
                    <a:pt x="1448060" y="127386"/>
                  </a:lnTo>
                  <a:lnTo>
                    <a:pt x="1455845" y="128338"/>
                  </a:lnTo>
                  <a:lnTo>
                    <a:pt x="1463630" y="129332"/>
                  </a:lnTo>
                  <a:lnTo>
                    <a:pt x="1471416" y="130350"/>
                  </a:lnTo>
                  <a:lnTo>
                    <a:pt x="1479201" y="131294"/>
                  </a:lnTo>
                  <a:lnTo>
                    <a:pt x="1486986" y="132100"/>
                  </a:lnTo>
                  <a:lnTo>
                    <a:pt x="1494771" y="132838"/>
                  </a:lnTo>
                  <a:lnTo>
                    <a:pt x="1502557" y="133501"/>
                  </a:lnTo>
                  <a:lnTo>
                    <a:pt x="1510342" y="134367"/>
                  </a:lnTo>
                  <a:lnTo>
                    <a:pt x="1518127" y="135267"/>
                  </a:lnTo>
                  <a:lnTo>
                    <a:pt x="1525912" y="136236"/>
                  </a:lnTo>
                  <a:lnTo>
                    <a:pt x="1533698" y="136937"/>
                  </a:lnTo>
                  <a:lnTo>
                    <a:pt x="1541483" y="138000"/>
                  </a:lnTo>
                  <a:lnTo>
                    <a:pt x="1549268" y="138897"/>
                  </a:lnTo>
                  <a:lnTo>
                    <a:pt x="1557054" y="139931"/>
                  </a:lnTo>
                  <a:lnTo>
                    <a:pt x="1564839" y="141123"/>
                  </a:lnTo>
                  <a:lnTo>
                    <a:pt x="1572624" y="142185"/>
                  </a:lnTo>
                  <a:lnTo>
                    <a:pt x="1580409" y="143164"/>
                  </a:lnTo>
                  <a:lnTo>
                    <a:pt x="1588195" y="143853"/>
                  </a:lnTo>
                  <a:lnTo>
                    <a:pt x="1595980" y="144996"/>
                  </a:lnTo>
                  <a:lnTo>
                    <a:pt x="1603765" y="146149"/>
                  </a:lnTo>
                  <a:lnTo>
                    <a:pt x="1611550" y="147306"/>
                  </a:lnTo>
                  <a:lnTo>
                    <a:pt x="1619336" y="148363"/>
                  </a:lnTo>
                  <a:lnTo>
                    <a:pt x="1627121" y="149378"/>
                  </a:lnTo>
                  <a:lnTo>
                    <a:pt x="1634906" y="150294"/>
                  </a:lnTo>
                  <a:lnTo>
                    <a:pt x="1642692" y="151243"/>
                  </a:lnTo>
                  <a:lnTo>
                    <a:pt x="1650477" y="152182"/>
                  </a:lnTo>
                  <a:lnTo>
                    <a:pt x="1658262" y="153134"/>
                  </a:lnTo>
                  <a:lnTo>
                    <a:pt x="1666047" y="154147"/>
                  </a:lnTo>
                  <a:lnTo>
                    <a:pt x="1673833" y="155197"/>
                  </a:lnTo>
                  <a:lnTo>
                    <a:pt x="1681618" y="156299"/>
                  </a:lnTo>
                  <a:lnTo>
                    <a:pt x="1689403" y="157445"/>
                  </a:lnTo>
                  <a:lnTo>
                    <a:pt x="1697188" y="158512"/>
                  </a:lnTo>
                  <a:lnTo>
                    <a:pt x="1704974" y="159486"/>
                  </a:lnTo>
                  <a:lnTo>
                    <a:pt x="1712759" y="160192"/>
                  </a:lnTo>
                  <a:lnTo>
                    <a:pt x="1720544" y="161095"/>
                  </a:lnTo>
                  <a:lnTo>
                    <a:pt x="1728330" y="161877"/>
                  </a:lnTo>
                  <a:lnTo>
                    <a:pt x="1736115" y="162826"/>
                  </a:lnTo>
                  <a:lnTo>
                    <a:pt x="1743900" y="163701"/>
                  </a:lnTo>
                  <a:lnTo>
                    <a:pt x="1751685" y="164717"/>
                  </a:lnTo>
                  <a:lnTo>
                    <a:pt x="1759471" y="165921"/>
                  </a:lnTo>
                  <a:lnTo>
                    <a:pt x="1767256" y="167011"/>
                  </a:lnTo>
                  <a:lnTo>
                    <a:pt x="1775041" y="167995"/>
                  </a:lnTo>
                  <a:lnTo>
                    <a:pt x="1782826" y="168996"/>
                  </a:lnTo>
                  <a:lnTo>
                    <a:pt x="1790612" y="169919"/>
                  </a:lnTo>
                  <a:lnTo>
                    <a:pt x="1798397" y="171006"/>
                  </a:lnTo>
                  <a:lnTo>
                    <a:pt x="1806182" y="172136"/>
                  </a:lnTo>
                  <a:lnTo>
                    <a:pt x="1813967" y="173221"/>
                  </a:lnTo>
                  <a:lnTo>
                    <a:pt x="1821753" y="174284"/>
                  </a:lnTo>
                  <a:lnTo>
                    <a:pt x="1829538" y="175348"/>
                  </a:lnTo>
                  <a:lnTo>
                    <a:pt x="1837323" y="176368"/>
                  </a:lnTo>
                  <a:lnTo>
                    <a:pt x="1845109" y="177371"/>
                  </a:lnTo>
                  <a:lnTo>
                    <a:pt x="1852894" y="178440"/>
                  </a:lnTo>
                  <a:lnTo>
                    <a:pt x="1860679" y="179582"/>
                  </a:lnTo>
                  <a:lnTo>
                    <a:pt x="1868464" y="180619"/>
                  </a:lnTo>
                  <a:lnTo>
                    <a:pt x="1876250" y="181689"/>
                  </a:lnTo>
                  <a:lnTo>
                    <a:pt x="1884035" y="182858"/>
                  </a:lnTo>
                  <a:lnTo>
                    <a:pt x="1891820" y="184026"/>
                  </a:lnTo>
                  <a:lnTo>
                    <a:pt x="1899605" y="185275"/>
                  </a:lnTo>
                  <a:lnTo>
                    <a:pt x="1907391" y="186348"/>
                  </a:lnTo>
                  <a:lnTo>
                    <a:pt x="1915176" y="187202"/>
                  </a:lnTo>
                  <a:lnTo>
                    <a:pt x="1922961" y="188323"/>
                  </a:lnTo>
                  <a:lnTo>
                    <a:pt x="1930747" y="189330"/>
                  </a:lnTo>
                  <a:lnTo>
                    <a:pt x="1938532" y="190281"/>
                  </a:lnTo>
                  <a:lnTo>
                    <a:pt x="1946317" y="191314"/>
                  </a:lnTo>
                  <a:lnTo>
                    <a:pt x="1954102" y="192562"/>
                  </a:lnTo>
                  <a:lnTo>
                    <a:pt x="1961888" y="193778"/>
                  </a:lnTo>
                  <a:lnTo>
                    <a:pt x="1969673" y="194915"/>
                  </a:lnTo>
                  <a:lnTo>
                    <a:pt x="1977458" y="195976"/>
                  </a:lnTo>
                  <a:lnTo>
                    <a:pt x="1985243" y="197215"/>
                  </a:lnTo>
                  <a:lnTo>
                    <a:pt x="1993029" y="198504"/>
                  </a:lnTo>
                  <a:lnTo>
                    <a:pt x="2000814" y="199638"/>
                  </a:lnTo>
                  <a:lnTo>
                    <a:pt x="2008599" y="200796"/>
                  </a:lnTo>
                  <a:lnTo>
                    <a:pt x="2016385" y="202022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3648531" y="2520137"/>
              <a:ext cx="2016385" cy="165153"/>
            </a:xfrm>
            <a:custGeom>
              <a:avLst/>
              <a:pathLst>
                <a:path w="2016385" h="165153">
                  <a:moveTo>
                    <a:pt x="0" y="0"/>
                  </a:moveTo>
                  <a:lnTo>
                    <a:pt x="7785" y="452"/>
                  </a:lnTo>
                  <a:lnTo>
                    <a:pt x="15570" y="879"/>
                  </a:lnTo>
                  <a:lnTo>
                    <a:pt x="23355" y="1246"/>
                  </a:lnTo>
                  <a:lnTo>
                    <a:pt x="31141" y="1667"/>
                  </a:lnTo>
                  <a:lnTo>
                    <a:pt x="38926" y="2008"/>
                  </a:lnTo>
                  <a:lnTo>
                    <a:pt x="46711" y="2521"/>
                  </a:lnTo>
                  <a:lnTo>
                    <a:pt x="54496" y="2926"/>
                  </a:lnTo>
                  <a:lnTo>
                    <a:pt x="62282" y="3360"/>
                  </a:lnTo>
                  <a:lnTo>
                    <a:pt x="70067" y="3783"/>
                  </a:lnTo>
                  <a:lnTo>
                    <a:pt x="77852" y="4203"/>
                  </a:lnTo>
                  <a:lnTo>
                    <a:pt x="85637" y="4586"/>
                  </a:lnTo>
                  <a:lnTo>
                    <a:pt x="93423" y="5025"/>
                  </a:lnTo>
                  <a:lnTo>
                    <a:pt x="101208" y="5550"/>
                  </a:lnTo>
                  <a:lnTo>
                    <a:pt x="108993" y="5949"/>
                  </a:lnTo>
                  <a:lnTo>
                    <a:pt x="116779" y="6418"/>
                  </a:lnTo>
                  <a:lnTo>
                    <a:pt x="124564" y="6781"/>
                  </a:lnTo>
                  <a:lnTo>
                    <a:pt x="132349" y="7024"/>
                  </a:lnTo>
                  <a:lnTo>
                    <a:pt x="140134" y="7308"/>
                  </a:lnTo>
                  <a:lnTo>
                    <a:pt x="147920" y="7756"/>
                  </a:lnTo>
                  <a:lnTo>
                    <a:pt x="155705" y="8195"/>
                  </a:lnTo>
                  <a:lnTo>
                    <a:pt x="163490" y="8715"/>
                  </a:lnTo>
                  <a:lnTo>
                    <a:pt x="171275" y="9214"/>
                  </a:lnTo>
                  <a:lnTo>
                    <a:pt x="179061" y="9593"/>
                  </a:lnTo>
                  <a:lnTo>
                    <a:pt x="186846" y="10045"/>
                  </a:lnTo>
                  <a:lnTo>
                    <a:pt x="194631" y="10502"/>
                  </a:lnTo>
                  <a:lnTo>
                    <a:pt x="202417" y="11127"/>
                  </a:lnTo>
                  <a:lnTo>
                    <a:pt x="210202" y="11445"/>
                  </a:lnTo>
                  <a:lnTo>
                    <a:pt x="217987" y="11849"/>
                  </a:lnTo>
                  <a:lnTo>
                    <a:pt x="225772" y="12140"/>
                  </a:lnTo>
                  <a:lnTo>
                    <a:pt x="233558" y="12590"/>
                  </a:lnTo>
                  <a:lnTo>
                    <a:pt x="241343" y="13096"/>
                  </a:lnTo>
                  <a:lnTo>
                    <a:pt x="249128" y="13468"/>
                  </a:lnTo>
                  <a:lnTo>
                    <a:pt x="256913" y="13919"/>
                  </a:lnTo>
                  <a:lnTo>
                    <a:pt x="264699" y="14410"/>
                  </a:lnTo>
                  <a:lnTo>
                    <a:pt x="272484" y="14885"/>
                  </a:lnTo>
                  <a:lnTo>
                    <a:pt x="280269" y="15381"/>
                  </a:lnTo>
                  <a:lnTo>
                    <a:pt x="288055" y="15906"/>
                  </a:lnTo>
                  <a:lnTo>
                    <a:pt x="295840" y="16393"/>
                  </a:lnTo>
                  <a:lnTo>
                    <a:pt x="303625" y="16896"/>
                  </a:lnTo>
                  <a:lnTo>
                    <a:pt x="311410" y="17340"/>
                  </a:lnTo>
                  <a:lnTo>
                    <a:pt x="319196" y="17936"/>
                  </a:lnTo>
                  <a:lnTo>
                    <a:pt x="326981" y="18514"/>
                  </a:lnTo>
                  <a:lnTo>
                    <a:pt x="334766" y="18908"/>
                  </a:lnTo>
                  <a:lnTo>
                    <a:pt x="342551" y="19419"/>
                  </a:lnTo>
                  <a:lnTo>
                    <a:pt x="350337" y="19953"/>
                  </a:lnTo>
                  <a:lnTo>
                    <a:pt x="358122" y="20389"/>
                  </a:lnTo>
                  <a:lnTo>
                    <a:pt x="365907" y="20823"/>
                  </a:lnTo>
                  <a:lnTo>
                    <a:pt x="373692" y="21337"/>
                  </a:lnTo>
                  <a:lnTo>
                    <a:pt x="381478" y="21878"/>
                  </a:lnTo>
                  <a:lnTo>
                    <a:pt x="389263" y="22497"/>
                  </a:lnTo>
                  <a:lnTo>
                    <a:pt x="397048" y="23011"/>
                  </a:lnTo>
                  <a:lnTo>
                    <a:pt x="404834" y="23513"/>
                  </a:lnTo>
                  <a:lnTo>
                    <a:pt x="412619" y="23944"/>
                  </a:lnTo>
                  <a:lnTo>
                    <a:pt x="420404" y="24445"/>
                  </a:lnTo>
                  <a:lnTo>
                    <a:pt x="428189" y="24921"/>
                  </a:lnTo>
                  <a:lnTo>
                    <a:pt x="435975" y="25416"/>
                  </a:lnTo>
                  <a:lnTo>
                    <a:pt x="443760" y="25915"/>
                  </a:lnTo>
                  <a:lnTo>
                    <a:pt x="451545" y="26404"/>
                  </a:lnTo>
                  <a:lnTo>
                    <a:pt x="459330" y="26763"/>
                  </a:lnTo>
                  <a:lnTo>
                    <a:pt x="467116" y="27232"/>
                  </a:lnTo>
                  <a:lnTo>
                    <a:pt x="474901" y="27674"/>
                  </a:lnTo>
                  <a:lnTo>
                    <a:pt x="482686" y="28226"/>
                  </a:lnTo>
                  <a:lnTo>
                    <a:pt x="490472" y="28565"/>
                  </a:lnTo>
                  <a:lnTo>
                    <a:pt x="498257" y="29166"/>
                  </a:lnTo>
                  <a:lnTo>
                    <a:pt x="506042" y="29687"/>
                  </a:lnTo>
                  <a:lnTo>
                    <a:pt x="513827" y="30255"/>
                  </a:lnTo>
                  <a:lnTo>
                    <a:pt x="521613" y="30848"/>
                  </a:lnTo>
                  <a:lnTo>
                    <a:pt x="529398" y="31365"/>
                  </a:lnTo>
                  <a:lnTo>
                    <a:pt x="537183" y="31859"/>
                  </a:lnTo>
                  <a:lnTo>
                    <a:pt x="544968" y="32589"/>
                  </a:lnTo>
                  <a:lnTo>
                    <a:pt x="552754" y="33148"/>
                  </a:lnTo>
                  <a:lnTo>
                    <a:pt x="560539" y="33797"/>
                  </a:lnTo>
                  <a:lnTo>
                    <a:pt x="568324" y="34321"/>
                  </a:lnTo>
                  <a:lnTo>
                    <a:pt x="576110" y="34743"/>
                  </a:lnTo>
                  <a:lnTo>
                    <a:pt x="583895" y="35183"/>
                  </a:lnTo>
                  <a:lnTo>
                    <a:pt x="591680" y="35744"/>
                  </a:lnTo>
                  <a:lnTo>
                    <a:pt x="599465" y="36409"/>
                  </a:lnTo>
                  <a:lnTo>
                    <a:pt x="607251" y="37046"/>
                  </a:lnTo>
                  <a:lnTo>
                    <a:pt x="615036" y="37647"/>
                  </a:lnTo>
                  <a:lnTo>
                    <a:pt x="622821" y="38234"/>
                  </a:lnTo>
                  <a:lnTo>
                    <a:pt x="630606" y="38800"/>
                  </a:lnTo>
                  <a:lnTo>
                    <a:pt x="638392" y="39397"/>
                  </a:lnTo>
                  <a:lnTo>
                    <a:pt x="646177" y="39905"/>
                  </a:lnTo>
                  <a:lnTo>
                    <a:pt x="653962" y="40571"/>
                  </a:lnTo>
                  <a:lnTo>
                    <a:pt x="661747" y="41004"/>
                  </a:lnTo>
                  <a:lnTo>
                    <a:pt x="669533" y="41668"/>
                  </a:lnTo>
                  <a:lnTo>
                    <a:pt x="677318" y="42232"/>
                  </a:lnTo>
                  <a:lnTo>
                    <a:pt x="685103" y="42825"/>
                  </a:lnTo>
                  <a:lnTo>
                    <a:pt x="692889" y="43304"/>
                  </a:lnTo>
                  <a:lnTo>
                    <a:pt x="700674" y="43912"/>
                  </a:lnTo>
                  <a:lnTo>
                    <a:pt x="708459" y="44455"/>
                  </a:lnTo>
                  <a:lnTo>
                    <a:pt x="716244" y="45035"/>
                  </a:lnTo>
                  <a:lnTo>
                    <a:pt x="724030" y="45497"/>
                  </a:lnTo>
                  <a:lnTo>
                    <a:pt x="731815" y="46006"/>
                  </a:lnTo>
                  <a:lnTo>
                    <a:pt x="739600" y="46638"/>
                  </a:lnTo>
                  <a:lnTo>
                    <a:pt x="747385" y="47170"/>
                  </a:lnTo>
                  <a:lnTo>
                    <a:pt x="755171" y="47817"/>
                  </a:lnTo>
                  <a:lnTo>
                    <a:pt x="762956" y="48361"/>
                  </a:lnTo>
                  <a:lnTo>
                    <a:pt x="770741" y="48914"/>
                  </a:lnTo>
                  <a:lnTo>
                    <a:pt x="778527" y="49417"/>
                  </a:lnTo>
                  <a:lnTo>
                    <a:pt x="786312" y="49983"/>
                  </a:lnTo>
                  <a:lnTo>
                    <a:pt x="794097" y="50581"/>
                  </a:lnTo>
                  <a:lnTo>
                    <a:pt x="801882" y="51233"/>
                  </a:lnTo>
                  <a:lnTo>
                    <a:pt x="809668" y="51814"/>
                  </a:lnTo>
                  <a:lnTo>
                    <a:pt x="817453" y="52449"/>
                  </a:lnTo>
                  <a:lnTo>
                    <a:pt x="825238" y="53069"/>
                  </a:lnTo>
                  <a:lnTo>
                    <a:pt x="833023" y="53720"/>
                  </a:lnTo>
                  <a:lnTo>
                    <a:pt x="840809" y="54202"/>
                  </a:lnTo>
                  <a:lnTo>
                    <a:pt x="848594" y="54942"/>
                  </a:lnTo>
                  <a:lnTo>
                    <a:pt x="856379" y="55519"/>
                  </a:lnTo>
                  <a:lnTo>
                    <a:pt x="864165" y="56299"/>
                  </a:lnTo>
                  <a:lnTo>
                    <a:pt x="871950" y="56869"/>
                  </a:lnTo>
                  <a:lnTo>
                    <a:pt x="879735" y="57529"/>
                  </a:lnTo>
                  <a:lnTo>
                    <a:pt x="887520" y="58007"/>
                  </a:lnTo>
                  <a:lnTo>
                    <a:pt x="895306" y="58432"/>
                  </a:lnTo>
                  <a:lnTo>
                    <a:pt x="903091" y="58912"/>
                  </a:lnTo>
                  <a:lnTo>
                    <a:pt x="910876" y="59684"/>
                  </a:lnTo>
                  <a:lnTo>
                    <a:pt x="918661" y="60416"/>
                  </a:lnTo>
                  <a:lnTo>
                    <a:pt x="926447" y="60902"/>
                  </a:lnTo>
                  <a:lnTo>
                    <a:pt x="934232" y="61511"/>
                  </a:lnTo>
                  <a:lnTo>
                    <a:pt x="942017" y="62050"/>
                  </a:lnTo>
                  <a:lnTo>
                    <a:pt x="949802" y="62653"/>
                  </a:lnTo>
                  <a:lnTo>
                    <a:pt x="957588" y="63294"/>
                  </a:lnTo>
                  <a:lnTo>
                    <a:pt x="965373" y="63931"/>
                  </a:lnTo>
                  <a:lnTo>
                    <a:pt x="973158" y="64668"/>
                  </a:lnTo>
                  <a:lnTo>
                    <a:pt x="980944" y="65361"/>
                  </a:lnTo>
                  <a:lnTo>
                    <a:pt x="988729" y="66028"/>
                  </a:lnTo>
                  <a:lnTo>
                    <a:pt x="996514" y="66753"/>
                  </a:lnTo>
                  <a:lnTo>
                    <a:pt x="1004299" y="67451"/>
                  </a:lnTo>
                  <a:lnTo>
                    <a:pt x="1012085" y="68169"/>
                  </a:lnTo>
                  <a:lnTo>
                    <a:pt x="1019870" y="68958"/>
                  </a:lnTo>
                  <a:lnTo>
                    <a:pt x="1027655" y="69660"/>
                  </a:lnTo>
                  <a:lnTo>
                    <a:pt x="1035440" y="70400"/>
                  </a:lnTo>
                  <a:lnTo>
                    <a:pt x="1043226" y="71050"/>
                  </a:lnTo>
                  <a:lnTo>
                    <a:pt x="1051011" y="71610"/>
                  </a:lnTo>
                  <a:lnTo>
                    <a:pt x="1058796" y="72320"/>
                  </a:lnTo>
                  <a:lnTo>
                    <a:pt x="1066582" y="73138"/>
                  </a:lnTo>
                  <a:lnTo>
                    <a:pt x="1074367" y="73830"/>
                  </a:lnTo>
                  <a:lnTo>
                    <a:pt x="1082152" y="74495"/>
                  </a:lnTo>
                  <a:lnTo>
                    <a:pt x="1089937" y="75116"/>
                  </a:lnTo>
                  <a:lnTo>
                    <a:pt x="1097723" y="75852"/>
                  </a:lnTo>
                  <a:lnTo>
                    <a:pt x="1105508" y="76590"/>
                  </a:lnTo>
                  <a:lnTo>
                    <a:pt x="1113293" y="77200"/>
                  </a:lnTo>
                  <a:lnTo>
                    <a:pt x="1121078" y="77958"/>
                  </a:lnTo>
                  <a:lnTo>
                    <a:pt x="1128864" y="78666"/>
                  </a:lnTo>
                  <a:lnTo>
                    <a:pt x="1136649" y="79073"/>
                  </a:lnTo>
                  <a:lnTo>
                    <a:pt x="1144434" y="79594"/>
                  </a:lnTo>
                  <a:lnTo>
                    <a:pt x="1152220" y="80432"/>
                  </a:lnTo>
                  <a:lnTo>
                    <a:pt x="1160005" y="81076"/>
                  </a:lnTo>
                  <a:lnTo>
                    <a:pt x="1167790" y="81711"/>
                  </a:lnTo>
                  <a:lnTo>
                    <a:pt x="1175575" y="82376"/>
                  </a:lnTo>
                  <a:lnTo>
                    <a:pt x="1183361" y="82996"/>
                  </a:lnTo>
                  <a:lnTo>
                    <a:pt x="1191146" y="83932"/>
                  </a:lnTo>
                  <a:lnTo>
                    <a:pt x="1198931" y="84569"/>
                  </a:lnTo>
                  <a:lnTo>
                    <a:pt x="1206716" y="85179"/>
                  </a:lnTo>
                  <a:lnTo>
                    <a:pt x="1214502" y="85884"/>
                  </a:lnTo>
                  <a:lnTo>
                    <a:pt x="1222287" y="86658"/>
                  </a:lnTo>
                  <a:lnTo>
                    <a:pt x="1230072" y="87351"/>
                  </a:lnTo>
                  <a:lnTo>
                    <a:pt x="1237857" y="88283"/>
                  </a:lnTo>
                  <a:lnTo>
                    <a:pt x="1245643" y="89015"/>
                  </a:lnTo>
                  <a:lnTo>
                    <a:pt x="1253428" y="89673"/>
                  </a:lnTo>
                  <a:lnTo>
                    <a:pt x="1261213" y="90394"/>
                  </a:lnTo>
                  <a:lnTo>
                    <a:pt x="1268999" y="91108"/>
                  </a:lnTo>
                  <a:lnTo>
                    <a:pt x="1276784" y="91970"/>
                  </a:lnTo>
                  <a:lnTo>
                    <a:pt x="1284569" y="92851"/>
                  </a:lnTo>
                  <a:lnTo>
                    <a:pt x="1292354" y="93571"/>
                  </a:lnTo>
                  <a:lnTo>
                    <a:pt x="1300140" y="94240"/>
                  </a:lnTo>
                  <a:lnTo>
                    <a:pt x="1307925" y="94896"/>
                  </a:lnTo>
                  <a:lnTo>
                    <a:pt x="1315710" y="95620"/>
                  </a:lnTo>
                  <a:lnTo>
                    <a:pt x="1323495" y="96351"/>
                  </a:lnTo>
                  <a:lnTo>
                    <a:pt x="1331281" y="97169"/>
                  </a:lnTo>
                  <a:lnTo>
                    <a:pt x="1339066" y="97765"/>
                  </a:lnTo>
                  <a:lnTo>
                    <a:pt x="1346851" y="98563"/>
                  </a:lnTo>
                  <a:lnTo>
                    <a:pt x="1354637" y="99323"/>
                  </a:lnTo>
                  <a:lnTo>
                    <a:pt x="1362422" y="100053"/>
                  </a:lnTo>
                  <a:lnTo>
                    <a:pt x="1370207" y="100753"/>
                  </a:lnTo>
                  <a:lnTo>
                    <a:pt x="1377992" y="101569"/>
                  </a:lnTo>
                  <a:lnTo>
                    <a:pt x="1385778" y="102423"/>
                  </a:lnTo>
                  <a:lnTo>
                    <a:pt x="1393563" y="103199"/>
                  </a:lnTo>
                  <a:lnTo>
                    <a:pt x="1401348" y="103923"/>
                  </a:lnTo>
                  <a:lnTo>
                    <a:pt x="1409133" y="104621"/>
                  </a:lnTo>
                  <a:lnTo>
                    <a:pt x="1416919" y="105385"/>
                  </a:lnTo>
                  <a:lnTo>
                    <a:pt x="1424704" y="106237"/>
                  </a:lnTo>
                  <a:lnTo>
                    <a:pt x="1432489" y="106880"/>
                  </a:lnTo>
                  <a:lnTo>
                    <a:pt x="1440275" y="107687"/>
                  </a:lnTo>
                  <a:lnTo>
                    <a:pt x="1448060" y="108317"/>
                  </a:lnTo>
                  <a:lnTo>
                    <a:pt x="1455845" y="109023"/>
                  </a:lnTo>
                  <a:lnTo>
                    <a:pt x="1463630" y="109610"/>
                  </a:lnTo>
                  <a:lnTo>
                    <a:pt x="1471416" y="110376"/>
                  </a:lnTo>
                  <a:lnTo>
                    <a:pt x="1479201" y="111086"/>
                  </a:lnTo>
                  <a:lnTo>
                    <a:pt x="1486986" y="111836"/>
                  </a:lnTo>
                  <a:lnTo>
                    <a:pt x="1494771" y="112641"/>
                  </a:lnTo>
                  <a:lnTo>
                    <a:pt x="1502557" y="113441"/>
                  </a:lnTo>
                  <a:lnTo>
                    <a:pt x="1510342" y="114323"/>
                  </a:lnTo>
                  <a:lnTo>
                    <a:pt x="1518127" y="115121"/>
                  </a:lnTo>
                  <a:lnTo>
                    <a:pt x="1525912" y="115744"/>
                  </a:lnTo>
                  <a:lnTo>
                    <a:pt x="1533698" y="116415"/>
                  </a:lnTo>
                  <a:lnTo>
                    <a:pt x="1541483" y="116933"/>
                  </a:lnTo>
                  <a:lnTo>
                    <a:pt x="1549268" y="117747"/>
                  </a:lnTo>
                  <a:lnTo>
                    <a:pt x="1557054" y="118507"/>
                  </a:lnTo>
                  <a:lnTo>
                    <a:pt x="1564839" y="119258"/>
                  </a:lnTo>
                  <a:lnTo>
                    <a:pt x="1572624" y="120304"/>
                  </a:lnTo>
                  <a:lnTo>
                    <a:pt x="1580409" y="120882"/>
                  </a:lnTo>
                  <a:lnTo>
                    <a:pt x="1588195" y="121560"/>
                  </a:lnTo>
                  <a:lnTo>
                    <a:pt x="1595980" y="122275"/>
                  </a:lnTo>
                  <a:lnTo>
                    <a:pt x="1603765" y="122936"/>
                  </a:lnTo>
                  <a:lnTo>
                    <a:pt x="1611550" y="123863"/>
                  </a:lnTo>
                  <a:lnTo>
                    <a:pt x="1619336" y="124520"/>
                  </a:lnTo>
                  <a:lnTo>
                    <a:pt x="1627121" y="125254"/>
                  </a:lnTo>
                  <a:lnTo>
                    <a:pt x="1634906" y="126069"/>
                  </a:lnTo>
                  <a:lnTo>
                    <a:pt x="1642692" y="126853"/>
                  </a:lnTo>
                  <a:lnTo>
                    <a:pt x="1650477" y="127502"/>
                  </a:lnTo>
                  <a:lnTo>
                    <a:pt x="1658262" y="128311"/>
                  </a:lnTo>
                  <a:lnTo>
                    <a:pt x="1666047" y="128969"/>
                  </a:lnTo>
                  <a:lnTo>
                    <a:pt x="1673833" y="129621"/>
                  </a:lnTo>
                  <a:lnTo>
                    <a:pt x="1681618" y="130547"/>
                  </a:lnTo>
                  <a:lnTo>
                    <a:pt x="1689403" y="131417"/>
                  </a:lnTo>
                  <a:lnTo>
                    <a:pt x="1697188" y="132166"/>
                  </a:lnTo>
                  <a:lnTo>
                    <a:pt x="1704974" y="132946"/>
                  </a:lnTo>
                  <a:lnTo>
                    <a:pt x="1712759" y="133745"/>
                  </a:lnTo>
                  <a:lnTo>
                    <a:pt x="1720544" y="134505"/>
                  </a:lnTo>
                  <a:lnTo>
                    <a:pt x="1728330" y="135271"/>
                  </a:lnTo>
                  <a:lnTo>
                    <a:pt x="1736115" y="136044"/>
                  </a:lnTo>
                  <a:lnTo>
                    <a:pt x="1743900" y="136805"/>
                  </a:lnTo>
                  <a:lnTo>
                    <a:pt x="1751685" y="137602"/>
                  </a:lnTo>
                  <a:lnTo>
                    <a:pt x="1759471" y="138343"/>
                  </a:lnTo>
                  <a:lnTo>
                    <a:pt x="1767256" y="139004"/>
                  </a:lnTo>
                  <a:lnTo>
                    <a:pt x="1775041" y="139941"/>
                  </a:lnTo>
                  <a:lnTo>
                    <a:pt x="1782826" y="140781"/>
                  </a:lnTo>
                  <a:lnTo>
                    <a:pt x="1790612" y="141672"/>
                  </a:lnTo>
                  <a:lnTo>
                    <a:pt x="1798397" y="142621"/>
                  </a:lnTo>
                  <a:lnTo>
                    <a:pt x="1806182" y="143571"/>
                  </a:lnTo>
                  <a:lnTo>
                    <a:pt x="1813967" y="144347"/>
                  </a:lnTo>
                  <a:lnTo>
                    <a:pt x="1821753" y="145162"/>
                  </a:lnTo>
                  <a:lnTo>
                    <a:pt x="1829538" y="145898"/>
                  </a:lnTo>
                  <a:lnTo>
                    <a:pt x="1837323" y="146677"/>
                  </a:lnTo>
                  <a:lnTo>
                    <a:pt x="1845109" y="147722"/>
                  </a:lnTo>
                  <a:lnTo>
                    <a:pt x="1852894" y="148793"/>
                  </a:lnTo>
                  <a:lnTo>
                    <a:pt x="1860679" y="149543"/>
                  </a:lnTo>
                  <a:lnTo>
                    <a:pt x="1868464" y="150274"/>
                  </a:lnTo>
                  <a:lnTo>
                    <a:pt x="1876250" y="151010"/>
                  </a:lnTo>
                  <a:lnTo>
                    <a:pt x="1884035" y="151810"/>
                  </a:lnTo>
                  <a:lnTo>
                    <a:pt x="1891820" y="152687"/>
                  </a:lnTo>
                  <a:lnTo>
                    <a:pt x="1899605" y="153383"/>
                  </a:lnTo>
                  <a:lnTo>
                    <a:pt x="1907391" y="153990"/>
                  </a:lnTo>
                  <a:lnTo>
                    <a:pt x="1915176" y="154768"/>
                  </a:lnTo>
                  <a:lnTo>
                    <a:pt x="1922961" y="155602"/>
                  </a:lnTo>
                  <a:lnTo>
                    <a:pt x="1930747" y="156426"/>
                  </a:lnTo>
                  <a:lnTo>
                    <a:pt x="1938532" y="157162"/>
                  </a:lnTo>
                  <a:lnTo>
                    <a:pt x="1946317" y="157853"/>
                  </a:lnTo>
                  <a:lnTo>
                    <a:pt x="1954102" y="158724"/>
                  </a:lnTo>
                  <a:lnTo>
                    <a:pt x="1961888" y="159599"/>
                  </a:lnTo>
                  <a:lnTo>
                    <a:pt x="1969673" y="160474"/>
                  </a:lnTo>
                  <a:lnTo>
                    <a:pt x="1977458" y="161242"/>
                  </a:lnTo>
                  <a:lnTo>
                    <a:pt x="1985243" y="162077"/>
                  </a:lnTo>
                  <a:lnTo>
                    <a:pt x="1993029" y="162875"/>
                  </a:lnTo>
                  <a:lnTo>
                    <a:pt x="2000814" y="163551"/>
                  </a:lnTo>
                  <a:lnTo>
                    <a:pt x="2008599" y="164329"/>
                  </a:lnTo>
                  <a:lnTo>
                    <a:pt x="2016385" y="165153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3648531" y="2648230"/>
              <a:ext cx="2016385" cy="11036"/>
            </a:xfrm>
            <a:custGeom>
              <a:avLst/>
              <a:pathLst>
                <a:path w="2016385" h="11036">
                  <a:moveTo>
                    <a:pt x="0" y="456"/>
                  </a:moveTo>
                  <a:lnTo>
                    <a:pt x="7785" y="200"/>
                  </a:lnTo>
                  <a:lnTo>
                    <a:pt x="15570" y="196"/>
                  </a:lnTo>
                  <a:lnTo>
                    <a:pt x="23355" y="234"/>
                  </a:lnTo>
                  <a:lnTo>
                    <a:pt x="31141" y="463"/>
                  </a:lnTo>
                  <a:lnTo>
                    <a:pt x="38926" y="368"/>
                  </a:lnTo>
                  <a:lnTo>
                    <a:pt x="46711" y="231"/>
                  </a:lnTo>
                  <a:lnTo>
                    <a:pt x="54496" y="171"/>
                  </a:lnTo>
                  <a:lnTo>
                    <a:pt x="62282" y="49"/>
                  </a:lnTo>
                  <a:lnTo>
                    <a:pt x="70067" y="75"/>
                  </a:lnTo>
                  <a:lnTo>
                    <a:pt x="77852" y="0"/>
                  </a:lnTo>
                  <a:lnTo>
                    <a:pt x="85637" y="133"/>
                  </a:lnTo>
                  <a:lnTo>
                    <a:pt x="93423" y="552"/>
                  </a:lnTo>
                  <a:lnTo>
                    <a:pt x="101208" y="777"/>
                  </a:lnTo>
                  <a:lnTo>
                    <a:pt x="108993" y="497"/>
                  </a:lnTo>
                  <a:lnTo>
                    <a:pt x="116779" y="934"/>
                  </a:lnTo>
                  <a:lnTo>
                    <a:pt x="124564" y="754"/>
                  </a:lnTo>
                  <a:lnTo>
                    <a:pt x="132349" y="1053"/>
                  </a:lnTo>
                  <a:lnTo>
                    <a:pt x="140134" y="1253"/>
                  </a:lnTo>
                  <a:lnTo>
                    <a:pt x="147920" y="1241"/>
                  </a:lnTo>
                  <a:lnTo>
                    <a:pt x="155705" y="1477"/>
                  </a:lnTo>
                  <a:lnTo>
                    <a:pt x="163490" y="1201"/>
                  </a:lnTo>
                  <a:lnTo>
                    <a:pt x="171275" y="1005"/>
                  </a:lnTo>
                  <a:lnTo>
                    <a:pt x="179061" y="1409"/>
                  </a:lnTo>
                  <a:lnTo>
                    <a:pt x="186846" y="1662"/>
                  </a:lnTo>
                  <a:lnTo>
                    <a:pt x="194631" y="1960"/>
                  </a:lnTo>
                  <a:lnTo>
                    <a:pt x="202417" y="1846"/>
                  </a:lnTo>
                  <a:lnTo>
                    <a:pt x="210202" y="1950"/>
                  </a:lnTo>
                  <a:lnTo>
                    <a:pt x="217987" y="2103"/>
                  </a:lnTo>
                  <a:lnTo>
                    <a:pt x="225772" y="2506"/>
                  </a:lnTo>
                  <a:lnTo>
                    <a:pt x="233558" y="2656"/>
                  </a:lnTo>
                  <a:lnTo>
                    <a:pt x="241343" y="2251"/>
                  </a:lnTo>
                  <a:lnTo>
                    <a:pt x="249128" y="2766"/>
                  </a:lnTo>
                  <a:lnTo>
                    <a:pt x="256913" y="2809"/>
                  </a:lnTo>
                  <a:lnTo>
                    <a:pt x="264699" y="3356"/>
                  </a:lnTo>
                  <a:lnTo>
                    <a:pt x="272484" y="3090"/>
                  </a:lnTo>
                  <a:lnTo>
                    <a:pt x="280269" y="2621"/>
                  </a:lnTo>
                  <a:lnTo>
                    <a:pt x="288055" y="2018"/>
                  </a:lnTo>
                  <a:lnTo>
                    <a:pt x="295840" y="1868"/>
                  </a:lnTo>
                  <a:lnTo>
                    <a:pt x="303625" y="1875"/>
                  </a:lnTo>
                  <a:lnTo>
                    <a:pt x="311410" y="2220"/>
                  </a:lnTo>
                  <a:lnTo>
                    <a:pt x="319196" y="2575"/>
                  </a:lnTo>
                  <a:lnTo>
                    <a:pt x="326981" y="2589"/>
                  </a:lnTo>
                  <a:lnTo>
                    <a:pt x="334766" y="3086"/>
                  </a:lnTo>
                  <a:lnTo>
                    <a:pt x="342551" y="3374"/>
                  </a:lnTo>
                  <a:lnTo>
                    <a:pt x="350337" y="3217"/>
                  </a:lnTo>
                  <a:lnTo>
                    <a:pt x="358122" y="3046"/>
                  </a:lnTo>
                  <a:lnTo>
                    <a:pt x="365907" y="3165"/>
                  </a:lnTo>
                  <a:lnTo>
                    <a:pt x="373692" y="3376"/>
                  </a:lnTo>
                  <a:lnTo>
                    <a:pt x="381478" y="2886"/>
                  </a:lnTo>
                  <a:lnTo>
                    <a:pt x="389263" y="2894"/>
                  </a:lnTo>
                  <a:lnTo>
                    <a:pt x="397048" y="2760"/>
                  </a:lnTo>
                  <a:lnTo>
                    <a:pt x="404834" y="3070"/>
                  </a:lnTo>
                  <a:lnTo>
                    <a:pt x="412619" y="3172"/>
                  </a:lnTo>
                  <a:lnTo>
                    <a:pt x="420404" y="3153"/>
                  </a:lnTo>
                  <a:lnTo>
                    <a:pt x="428189" y="2915"/>
                  </a:lnTo>
                  <a:lnTo>
                    <a:pt x="435975" y="2298"/>
                  </a:lnTo>
                  <a:lnTo>
                    <a:pt x="443760" y="2354"/>
                  </a:lnTo>
                  <a:lnTo>
                    <a:pt x="451545" y="2255"/>
                  </a:lnTo>
                  <a:lnTo>
                    <a:pt x="459330" y="2293"/>
                  </a:lnTo>
                  <a:lnTo>
                    <a:pt x="467116" y="2696"/>
                  </a:lnTo>
                  <a:lnTo>
                    <a:pt x="474901" y="2441"/>
                  </a:lnTo>
                  <a:lnTo>
                    <a:pt x="482686" y="2701"/>
                  </a:lnTo>
                  <a:lnTo>
                    <a:pt x="490472" y="2510"/>
                  </a:lnTo>
                  <a:lnTo>
                    <a:pt x="498257" y="2421"/>
                  </a:lnTo>
                  <a:lnTo>
                    <a:pt x="506042" y="2365"/>
                  </a:lnTo>
                  <a:lnTo>
                    <a:pt x="513827" y="2690"/>
                  </a:lnTo>
                  <a:lnTo>
                    <a:pt x="521613" y="2267"/>
                  </a:lnTo>
                  <a:lnTo>
                    <a:pt x="529398" y="2285"/>
                  </a:lnTo>
                  <a:lnTo>
                    <a:pt x="537183" y="1540"/>
                  </a:lnTo>
                  <a:lnTo>
                    <a:pt x="544968" y="1606"/>
                  </a:lnTo>
                  <a:lnTo>
                    <a:pt x="552754" y="1994"/>
                  </a:lnTo>
                  <a:lnTo>
                    <a:pt x="560539" y="1962"/>
                  </a:lnTo>
                  <a:lnTo>
                    <a:pt x="568324" y="1887"/>
                  </a:lnTo>
                  <a:lnTo>
                    <a:pt x="576110" y="1878"/>
                  </a:lnTo>
                  <a:lnTo>
                    <a:pt x="583895" y="1944"/>
                  </a:lnTo>
                  <a:lnTo>
                    <a:pt x="591680" y="2058"/>
                  </a:lnTo>
                  <a:lnTo>
                    <a:pt x="599465" y="1999"/>
                  </a:lnTo>
                  <a:lnTo>
                    <a:pt x="607251" y="2195"/>
                  </a:lnTo>
                  <a:lnTo>
                    <a:pt x="615036" y="2638"/>
                  </a:lnTo>
                  <a:lnTo>
                    <a:pt x="622821" y="2434"/>
                  </a:lnTo>
                  <a:lnTo>
                    <a:pt x="630606" y="2422"/>
                  </a:lnTo>
                  <a:lnTo>
                    <a:pt x="638392" y="1883"/>
                  </a:lnTo>
                  <a:lnTo>
                    <a:pt x="646177" y="1944"/>
                  </a:lnTo>
                  <a:lnTo>
                    <a:pt x="653962" y="1993"/>
                  </a:lnTo>
                  <a:lnTo>
                    <a:pt x="661747" y="2060"/>
                  </a:lnTo>
                  <a:lnTo>
                    <a:pt x="669533" y="2273"/>
                  </a:lnTo>
                  <a:lnTo>
                    <a:pt x="677318" y="2231"/>
                  </a:lnTo>
                  <a:lnTo>
                    <a:pt x="685103" y="2150"/>
                  </a:lnTo>
                  <a:lnTo>
                    <a:pt x="692889" y="2470"/>
                  </a:lnTo>
                  <a:lnTo>
                    <a:pt x="700674" y="2805"/>
                  </a:lnTo>
                  <a:lnTo>
                    <a:pt x="708459" y="2824"/>
                  </a:lnTo>
                  <a:lnTo>
                    <a:pt x="716244" y="2773"/>
                  </a:lnTo>
                  <a:lnTo>
                    <a:pt x="724030" y="2911"/>
                  </a:lnTo>
                  <a:lnTo>
                    <a:pt x="731815" y="3066"/>
                  </a:lnTo>
                  <a:lnTo>
                    <a:pt x="739600" y="2552"/>
                  </a:lnTo>
                  <a:lnTo>
                    <a:pt x="747385" y="2515"/>
                  </a:lnTo>
                  <a:lnTo>
                    <a:pt x="755171" y="2566"/>
                  </a:lnTo>
                  <a:lnTo>
                    <a:pt x="762956" y="2408"/>
                  </a:lnTo>
                  <a:lnTo>
                    <a:pt x="770741" y="2469"/>
                  </a:lnTo>
                  <a:lnTo>
                    <a:pt x="778527" y="2344"/>
                  </a:lnTo>
                  <a:lnTo>
                    <a:pt x="786312" y="2699"/>
                  </a:lnTo>
                  <a:lnTo>
                    <a:pt x="794097" y="3302"/>
                  </a:lnTo>
                  <a:lnTo>
                    <a:pt x="801882" y="3722"/>
                  </a:lnTo>
                  <a:lnTo>
                    <a:pt x="809668" y="3979"/>
                  </a:lnTo>
                  <a:lnTo>
                    <a:pt x="817453" y="3749"/>
                  </a:lnTo>
                  <a:lnTo>
                    <a:pt x="825238" y="4013"/>
                  </a:lnTo>
                  <a:lnTo>
                    <a:pt x="833023" y="3932"/>
                  </a:lnTo>
                  <a:lnTo>
                    <a:pt x="840809" y="4040"/>
                  </a:lnTo>
                  <a:lnTo>
                    <a:pt x="848594" y="4026"/>
                  </a:lnTo>
                  <a:lnTo>
                    <a:pt x="856379" y="3675"/>
                  </a:lnTo>
                  <a:lnTo>
                    <a:pt x="864165" y="3490"/>
                  </a:lnTo>
                  <a:lnTo>
                    <a:pt x="871950" y="3299"/>
                  </a:lnTo>
                  <a:lnTo>
                    <a:pt x="879735" y="3149"/>
                  </a:lnTo>
                  <a:lnTo>
                    <a:pt x="887520" y="3110"/>
                  </a:lnTo>
                  <a:lnTo>
                    <a:pt x="895306" y="3167"/>
                  </a:lnTo>
                  <a:lnTo>
                    <a:pt x="903091" y="3083"/>
                  </a:lnTo>
                  <a:lnTo>
                    <a:pt x="910876" y="3288"/>
                  </a:lnTo>
                  <a:lnTo>
                    <a:pt x="918661" y="3315"/>
                  </a:lnTo>
                  <a:lnTo>
                    <a:pt x="926447" y="3416"/>
                  </a:lnTo>
                  <a:lnTo>
                    <a:pt x="934232" y="3201"/>
                  </a:lnTo>
                  <a:lnTo>
                    <a:pt x="942017" y="3386"/>
                  </a:lnTo>
                  <a:lnTo>
                    <a:pt x="949802" y="3834"/>
                  </a:lnTo>
                  <a:lnTo>
                    <a:pt x="957588" y="3961"/>
                  </a:lnTo>
                  <a:lnTo>
                    <a:pt x="965373" y="4077"/>
                  </a:lnTo>
                  <a:lnTo>
                    <a:pt x="973158" y="4262"/>
                  </a:lnTo>
                  <a:lnTo>
                    <a:pt x="980944" y="4120"/>
                  </a:lnTo>
                  <a:lnTo>
                    <a:pt x="988729" y="4037"/>
                  </a:lnTo>
                  <a:lnTo>
                    <a:pt x="996514" y="4000"/>
                  </a:lnTo>
                  <a:lnTo>
                    <a:pt x="1004299" y="3643"/>
                  </a:lnTo>
                  <a:lnTo>
                    <a:pt x="1012085" y="3507"/>
                  </a:lnTo>
                  <a:lnTo>
                    <a:pt x="1019870" y="3447"/>
                  </a:lnTo>
                  <a:lnTo>
                    <a:pt x="1027655" y="3486"/>
                  </a:lnTo>
                  <a:lnTo>
                    <a:pt x="1035440" y="3407"/>
                  </a:lnTo>
                  <a:lnTo>
                    <a:pt x="1043226" y="3303"/>
                  </a:lnTo>
                  <a:lnTo>
                    <a:pt x="1051011" y="3084"/>
                  </a:lnTo>
                  <a:lnTo>
                    <a:pt x="1058796" y="3119"/>
                  </a:lnTo>
                  <a:lnTo>
                    <a:pt x="1066582" y="3274"/>
                  </a:lnTo>
                  <a:lnTo>
                    <a:pt x="1074367" y="3313"/>
                  </a:lnTo>
                  <a:lnTo>
                    <a:pt x="1082152" y="2864"/>
                  </a:lnTo>
                  <a:lnTo>
                    <a:pt x="1089937" y="2999"/>
                  </a:lnTo>
                  <a:lnTo>
                    <a:pt x="1097723" y="2844"/>
                  </a:lnTo>
                  <a:lnTo>
                    <a:pt x="1105508" y="2761"/>
                  </a:lnTo>
                  <a:lnTo>
                    <a:pt x="1113293" y="2604"/>
                  </a:lnTo>
                  <a:lnTo>
                    <a:pt x="1121078" y="2790"/>
                  </a:lnTo>
                  <a:lnTo>
                    <a:pt x="1128864" y="3032"/>
                  </a:lnTo>
                  <a:lnTo>
                    <a:pt x="1136649" y="3364"/>
                  </a:lnTo>
                  <a:lnTo>
                    <a:pt x="1144434" y="3749"/>
                  </a:lnTo>
                  <a:lnTo>
                    <a:pt x="1152220" y="4083"/>
                  </a:lnTo>
                  <a:lnTo>
                    <a:pt x="1160005" y="4092"/>
                  </a:lnTo>
                  <a:lnTo>
                    <a:pt x="1167790" y="4167"/>
                  </a:lnTo>
                  <a:lnTo>
                    <a:pt x="1175575" y="4290"/>
                  </a:lnTo>
                  <a:lnTo>
                    <a:pt x="1183361" y="4539"/>
                  </a:lnTo>
                  <a:lnTo>
                    <a:pt x="1191146" y="4592"/>
                  </a:lnTo>
                  <a:lnTo>
                    <a:pt x="1198931" y="4420"/>
                  </a:lnTo>
                  <a:lnTo>
                    <a:pt x="1206716" y="4161"/>
                  </a:lnTo>
                  <a:lnTo>
                    <a:pt x="1214502" y="3974"/>
                  </a:lnTo>
                  <a:lnTo>
                    <a:pt x="1222287" y="4003"/>
                  </a:lnTo>
                  <a:lnTo>
                    <a:pt x="1230072" y="4329"/>
                  </a:lnTo>
                  <a:lnTo>
                    <a:pt x="1237857" y="4813"/>
                  </a:lnTo>
                  <a:lnTo>
                    <a:pt x="1245643" y="4721"/>
                  </a:lnTo>
                  <a:lnTo>
                    <a:pt x="1253428" y="4464"/>
                  </a:lnTo>
                  <a:lnTo>
                    <a:pt x="1261213" y="4202"/>
                  </a:lnTo>
                  <a:lnTo>
                    <a:pt x="1268999" y="4318"/>
                  </a:lnTo>
                  <a:lnTo>
                    <a:pt x="1276784" y="4378"/>
                  </a:lnTo>
                  <a:lnTo>
                    <a:pt x="1284569" y="4490"/>
                  </a:lnTo>
                  <a:lnTo>
                    <a:pt x="1292354" y="4400"/>
                  </a:lnTo>
                  <a:lnTo>
                    <a:pt x="1300140" y="4390"/>
                  </a:lnTo>
                  <a:lnTo>
                    <a:pt x="1307925" y="4371"/>
                  </a:lnTo>
                  <a:lnTo>
                    <a:pt x="1315710" y="4349"/>
                  </a:lnTo>
                  <a:lnTo>
                    <a:pt x="1323495" y="4349"/>
                  </a:lnTo>
                  <a:lnTo>
                    <a:pt x="1331281" y="4593"/>
                  </a:lnTo>
                  <a:lnTo>
                    <a:pt x="1339066" y="4783"/>
                  </a:lnTo>
                  <a:lnTo>
                    <a:pt x="1346851" y="4883"/>
                  </a:lnTo>
                  <a:lnTo>
                    <a:pt x="1354637" y="5064"/>
                  </a:lnTo>
                  <a:lnTo>
                    <a:pt x="1362422" y="5322"/>
                  </a:lnTo>
                  <a:lnTo>
                    <a:pt x="1370207" y="5701"/>
                  </a:lnTo>
                  <a:lnTo>
                    <a:pt x="1377992" y="5640"/>
                  </a:lnTo>
                  <a:lnTo>
                    <a:pt x="1385778" y="5305"/>
                  </a:lnTo>
                  <a:lnTo>
                    <a:pt x="1393563" y="5111"/>
                  </a:lnTo>
                  <a:lnTo>
                    <a:pt x="1401348" y="4858"/>
                  </a:lnTo>
                  <a:lnTo>
                    <a:pt x="1409133" y="5041"/>
                  </a:lnTo>
                  <a:lnTo>
                    <a:pt x="1416919" y="5370"/>
                  </a:lnTo>
                  <a:lnTo>
                    <a:pt x="1424704" y="5739"/>
                  </a:lnTo>
                  <a:lnTo>
                    <a:pt x="1432489" y="6179"/>
                  </a:lnTo>
                  <a:lnTo>
                    <a:pt x="1440275" y="6508"/>
                  </a:lnTo>
                  <a:lnTo>
                    <a:pt x="1448060" y="7060"/>
                  </a:lnTo>
                  <a:lnTo>
                    <a:pt x="1455845" y="7263"/>
                  </a:lnTo>
                  <a:lnTo>
                    <a:pt x="1463630" y="7296"/>
                  </a:lnTo>
                  <a:lnTo>
                    <a:pt x="1471416" y="7101"/>
                  </a:lnTo>
                  <a:lnTo>
                    <a:pt x="1479201" y="7424"/>
                  </a:lnTo>
                  <a:lnTo>
                    <a:pt x="1486986" y="7966"/>
                  </a:lnTo>
                  <a:lnTo>
                    <a:pt x="1494771" y="8168"/>
                  </a:lnTo>
                  <a:lnTo>
                    <a:pt x="1502557" y="8053"/>
                  </a:lnTo>
                  <a:lnTo>
                    <a:pt x="1510342" y="8111"/>
                  </a:lnTo>
                  <a:lnTo>
                    <a:pt x="1518127" y="8003"/>
                  </a:lnTo>
                  <a:lnTo>
                    <a:pt x="1525912" y="7977"/>
                  </a:lnTo>
                  <a:lnTo>
                    <a:pt x="1533698" y="8163"/>
                  </a:lnTo>
                  <a:lnTo>
                    <a:pt x="1541483" y="8349"/>
                  </a:lnTo>
                  <a:lnTo>
                    <a:pt x="1549268" y="8562"/>
                  </a:lnTo>
                  <a:lnTo>
                    <a:pt x="1557054" y="8496"/>
                  </a:lnTo>
                  <a:lnTo>
                    <a:pt x="1564839" y="8430"/>
                  </a:lnTo>
                  <a:lnTo>
                    <a:pt x="1572624" y="8065"/>
                  </a:lnTo>
                  <a:lnTo>
                    <a:pt x="1580409" y="7904"/>
                  </a:lnTo>
                  <a:lnTo>
                    <a:pt x="1588195" y="7792"/>
                  </a:lnTo>
                  <a:lnTo>
                    <a:pt x="1595980" y="7798"/>
                  </a:lnTo>
                  <a:lnTo>
                    <a:pt x="1603765" y="7879"/>
                  </a:lnTo>
                  <a:lnTo>
                    <a:pt x="1611550" y="7969"/>
                  </a:lnTo>
                  <a:lnTo>
                    <a:pt x="1619336" y="8008"/>
                  </a:lnTo>
                  <a:lnTo>
                    <a:pt x="1627121" y="8005"/>
                  </a:lnTo>
                  <a:lnTo>
                    <a:pt x="1634906" y="7922"/>
                  </a:lnTo>
                  <a:lnTo>
                    <a:pt x="1642692" y="7967"/>
                  </a:lnTo>
                  <a:lnTo>
                    <a:pt x="1650477" y="7940"/>
                  </a:lnTo>
                  <a:lnTo>
                    <a:pt x="1658262" y="7983"/>
                  </a:lnTo>
                  <a:lnTo>
                    <a:pt x="1666047" y="7847"/>
                  </a:lnTo>
                  <a:lnTo>
                    <a:pt x="1673833" y="8090"/>
                  </a:lnTo>
                  <a:lnTo>
                    <a:pt x="1681618" y="8150"/>
                  </a:lnTo>
                  <a:lnTo>
                    <a:pt x="1689403" y="8325"/>
                  </a:lnTo>
                  <a:lnTo>
                    <a:pt x="1697188" y="8711"/>
                  </a:lnTo>
                  <a:lnTo>
                    <a:pt x="1704974" y="8834"/>
                  </a:lnTo>
                  <a:lnTo>
                    <a:pt x="1712759" y="8663"/>
                  </a:lnTo>
                  <a:lnTo>
                    <a:pt x="1720544" y="8148"/>
                  </a:lnTo>
                  <a:lnTo>
                    <a:pt x="1728330" y="8103"/>
                  </a:lnTo>
                  <a:lnTo>
                    <a:pt x="1736115" y="8058"/>
                  </a:lnTo>
                  <a:lnTo>
                    <a:pt x="1743900" y="8211"/>
                  </a:lnTo>
                  <a:lnTo>
                    <a:pt x="1751685" y="8325"/>
                  </a:lnTo>
                  <a:lnTo>
                    <a:pt x="1759471" y="8211"/>
                  </a:lnTo>
                  <a:lnTo>
                    <a:pt x="1767256" y="8018"/>
                  </a:lnTo>
                  <a:lnTo>
                    <a:pt x="1775041" y="7824"/>
                  </a:lnTo>
                  <a:lnTo>
                    <a:pt x="1782826" y="7802"/>
                  </a:lnTo>
                  <a:lnTo>
                    <a:pt x="1790612" y="7672"/>
                  </a:lnTo>
                  <a:lnTo>
                    <a:pt x="1798397" y="7828"/>
                  </a:lnTo>
                  <a:lnTo>
                    <a:pt x="1806182" y="7811"/>
                  </a:lnTo>
                  <a:lnTo>
                    <a:pt x="1813967" y="7787"/>
                  </a:lnTo>
                  <a:lnTo>
                    <a:pt x="1821753" y="7591"/>
                  </a:lnTo>
                  <a:lnTo>
                    <a:pt x="1829538" y="7550"/>
                  </a:lnTo>
                  <a:lnTo>
                    <a:pt x="1837323" y="7509"/>
                  </a:lnTo>
                  <a:lnTo>
                    <a:pt x="1845109" y="7468"/>
                  </a:lnTo>
                  <a:lnTo>
                    <a:pt x="1852894" y="7423"/>
                  </a:lnTo>
                  <a:lnTo>
                    <a:pt x="1860679" y="7346"/>
                  </a:lnTo>
                  <a:lnTo>
                    <a:pt x="1868464" y="7477"/>
                  </a:lnTo>
                  <a:lnTo>
                    <a:pt x="1876250" y="7712"/>
                  </a:lnTo>
                  <a:lnTo>
                    <a:pt x="1884035" y="7832"/>
                  </a:lnTo>
                  <a:lnTo>
                    <a:pt x="1891820" y="7938"/>
                  </a:lnTo>
                  <a:lnTo>
                    <a:pt x="1899605" y="8073"/>
                  </a:lnTo>
                  <a:lnTo>
                    <a:pt x="1907391" y="8335"/>
                  </a:lnTo>
                  <a:lnTo>
                    <a:pt x="1915176" y="8591"/>
                  </a:lnTo>
                  <a:lnTo>
                    <a:pt x="1922961" y="8769"/>
                  </a:lnTo>
                  <a:lnTo>
                    <a:pt x="1930747" y="9033"/>
                  </a:lnTo>
                  <a:lnTo>
                    <a:pt x="1938532" y="9325"/>
                  </a:lnTo>
                  <a:lnTo>
                    <a:pt x="1946317" y="9558"/>
                  </a:lnTo>
                  <a:lnTo>
                    <a:pt x="1954102" y="9742"/>
                  </a:lnTo>
                  <a:lnTo>
                    <a:pt x="1961888" y="9995"/>
                  </a:lnTo>
                  <a:lnTo>
                    <a:pt x="1969673" y="10056"/>
                  </a:lnTo>
                  <a:lnTo>
                    <a:pt x="1977458" y="10118"/>
                  </a:lnTo>
                  <a:lnTo>
                    <a:pt x="1985243" y="10217"/>
                  </a:lnTo>
                  <a:lnTo>
                    <a:pt x="1993029" y="10421"/>
                  </a:lnTo>
                  <a:lnTo>
                    <a:pt x="2000814" y="10626"/>
                  </a:lnTo>
                  <a:lnTo>
                    <a:pt x="2008599" y="10831"/>
                  </a:lnTo>
                  <a:lnTo>
                    <a:pt x="2016385" y="11036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rc132"/>
            <p:cNvSpPr/>
            <p:nvPr/>
          </p:nvSpPr>
          <p:spPr>
            <a:xfrm>
              <a:off x="3547712" y="2396548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rc133"/>
            <p:cNvSpPr/>
            <p:nvPr/>
          </p:nvSpPr>
          <p:spPr>
            <a:xfrm>
              <a:off x="3547712" y="3322206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l134"/>
            <p:cNvSpPr/>
            <p:nvPr/>
          </p:nvSpPr>
          <p:spPr>
            <a:xfrm>
              <a:off x="3547712" y="403169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5"/>
            <p:cNvSpPr/>
            <p:nvPr/>
          </p:nvSpPr>
          <p:spPr>
            <a:xfrm>
              <a:off x="3547712" y="386147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3547712" y="369125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3547712" y="352102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3547712" y="335080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3565873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4080906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4595939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11097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62600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648531" y="3474284"/>
              <a:ext cx="2016385" cy="445066"/>
            </a:xfrm>
            <a:custGeom>
              <a:avLst/>
              <a:pathLst>
                <a:path w="2016385" h="445066">
                  <a:moveTo>
                    <a:pt x="0" y="248799"/>
                  </a:moveTo>
                  <a:lnTo>
                    <a:pt x="7785" y="249347"/>
                  </a:lnTo>
                  <a:lnTo>
                    <a:pt x="15570" y="249350"/>
                  </a:lnTo>
                  <a:lnTo>
                    <a:pt x="23355" y="249243"/>
                  </a:lnTo>
                  <a:lnTo>
                    <a:pt x="31141" y="249059"/>
                  </a:lnTo>
                  <a:lnTo>
                    <a:pt x="38926" y="248875"/>
                  </a:lnTo>
                  <a:lnTo>
                    <a:pt x="46711" y="248421"/>
                  </a:lnTo>
                  <a:lnTo>
                    <a:pt x="54496" y="248070"/>
                  </a:lnTo>
                  <a:lnTo>
                    <a:pt x="62282" y="247810"/>
                  </a:lnTo>
                  <a:lnTo>
                    <a:pt x="70067" y="247350"/>
                  </a:lnTo>
                  <a:lnTo>
                    <a:pt x="77852" y="246459"/>
                  </a:lnTo>
                  <a:lnTo>
                    <a:pt x="85637" y="245898"/>
                  </a:lnTo>
                  <a:lnTo>
                    <a:pt x="93423" y="245387"/>
                  </a:lnTo>
                  <a:lnTo>
                    <a:pt x="101208" y="245134"/>
                  </a:lnTo>
                  <a:lnTo>
                    <a:pt x="108993" y="244883"/>
                  </a:lnTo>
                  <a:lnTo>
                    <a:pt x="116779" y="244873"/>
                  </a:lnTo>
                  <a:lnTo>
                    <a:pt x="124564" y="244788"/>
                  </a:lnTo>
                  <a:lnTo>
                    <a:pt x="132349" y="244318"/>
                  </a:lnTo>
                  <a:lnTo>
                    <a:pt x="140134" y="243850"/>
                  </a:lnTo>
                  <a:lnTo>
                    <a:pt x="147920" y="242853"/>
                  </a:lnTo>
                  <a:lnTo>
                    <a:pt x="155705" y="242325"/>
                  </a:lnTo>
                  <a:lnTo>
                    <a:pt x="163490" y="242079"/>
                  </a:lnTo>
                  <a:lnTo>
                    <a:pt x="171275" y="241974"/>
                  </a:lnTo>
                  <a:lnTo>
                    <a:pt x="179061" y="241565"/>
                  </a:lnTo>
                  <a:lnTo>
                    <a:pt x="186846" y="241017"/>
                  </a:lnTo>
                  <a:lnTo>
                    <a:pt x="194631" y="240545"/>
                  </a:lnTo>
                  <a:lnTo>
                    <a:pt x="202417" y="240076"/>
                  </a:lnTo>
                  <a:lnTo>
                    <a:pt x="210202" y="239542"/>
                  </a:lnTo>
                  <a:lnTo>
                    <a:pt x="217987" y="238942"/>
                  </a:lnTo>
                  <a:lnTo>
                    <a:pt x="225772" y="238329"/>
                  </a:lnTo>
                  <a:lnTo>
                    <a:pt x="233558" y="237694"/>
                  </a:lnTo>
                  <a:lnTo>
                    <a:pt x="241343" y="237630"/>
                  </a:lnTo>
                  <a:lnTo>
                    <a:pt x="249128" y="237202"/>
                  </a:lnTo>
                  <a:lnTo>
                    <a:pt x="256913" y="236474"/>
                  </a:lnTo>
                  <a:lnTo>
                    <a:pt x="264699" y="235728"/>
                  </a:lnTo>
                  <a:lnTo>
                    <a:pt x="272484" y="235777"/>
                  </a:lnTo>
                  <a:lnTo>
                    <a:pt x="280269" y="234913"/>
                  </a:lnTo>
                  <a:lnTo>
                    <a:pt x="288055" y="234297"/>
                  </a:lnTo>
                  <a:lnTo>
                    <a:pt x="295840" y="233923"/>
                  </a:lnTo>
                  <a:lnTo>
                    <a:pt x="303625" y="233308"/>
                  </a:lnTo>
                  <a:lnTo>
                    <a:pt x="311410" y="232865"/>
                  </a:lnTo>
                  <a:lnTo>
                    <a:pt x="319196" y="232940"/>
                  </a:lnTo>
                  <a:lnTo>
                    <a:pt x="326981" y="232763"/>
                  </a:lnTo>
                  <a:lnTo>
                    <a:pt x="334766" y="232249"/>
                  </a:lnTo>
                  <a:lnTo>
                    <a:pt x="342551" y="231633"/>
                  </a:lnTo>
                  <a:lnTo>
                    <a:pt x="350337" y="230794"/>
                  </a:lnTo>
                  <a:lnTo>
                    <a:pt x="358122" y="229710"/>
                  </a:lnTo>
                  <a:lnTo>
                    <a:pt x="365907" y="228683"/>
                  </a:lnTo>
                  <a:lnTo>
                    <a:pt x="373692" y="227664"/>
                  </a:lnTo>
                  <a:lnTo>
                    <a:pt x="381478" y="227059"/>
                  </a:lnTo>
                  <a:lnTo>
                    <a:pt x="389263" y="226507"/>
                  </a:lnTo>
                  <a:lnTo>
                    <a:pt x="397048" y="225749"/>
                  </a:lnTo>
                  <a:lnTo>
                    <a:pt x="404834" y="225087"/>
                  </a:lnTo>
                  <a:lnTo>
                    <a:pt x="412619" y="224021"/>
                  </a:lnTo>
                  <a:lnTo>
                    <a:pt x="420404" y="223300"/>
                  </a:lnTo>
                  <a:lnTo>
                    <a:pt x="428189" y="223113"/>
                  </a:lnTo>
                  <a:lnTo>
                    <a:pt x="435975" y="222586"/>
                  </a:lnTo>
                  <a:lnTo>
                    <a:pt x="443760" y="221958"/>
                  </a:lnTo>
                  <a:lnTo>
                    <a:pt x="451545" y="221318"/>
                  </a:lnTo>
                  <a:lnTo>
                    <a:pt x="459330" y="220701"/>
                  </a:lnTo>
                  <a:lnTo>
                    <a:pt x="467116" y="220066"/>
                  </a:lnTo>
                  <a:lnTo>
                    <a:pt x="474901" y="219321"/>
                  </a:lnTo>
                  <a:lnTo>
                    <a:pt x="482686" y="218453"/>
                  </a:lnTo>
                  <a:lnTo>
                    <a:pt x="490472" y="217660"/>
                  </a:lnTo>
                  <a:lnTo>
                    <a:pt x="498257" y="216645"/>
                  </a:lnTo>
                  <a:lnTo>
                    <a:pt x="506042" y="215572"/>
                  </a:lnTo>
                  <a:lnTo>
                    <a:pt x="513827" y="214240"/>
                  </a:lnTo>
                  <a:lnTo>
                    <a:pt x="521613" y="213183"/>
                  </a:lnTo>
                  <a:lnTo>
                    <a:pt x="529398" y="211665"/>
                  </a:lnTo>
                  <a:lnTo>
                    <a:pt x="537183" y="210701"/>
                  </a:lnTo>
                  <a:lnTo>
                    <a:pt x="544968" y="210065"/>
                  </a:lnTo>
                  <a:lnTo>
                    <a:pt x="552754" y="209381"/>
                  </a:lnTo>
                  <a:lnTo>
                    <a:pt x="560539" y="208618"/>
                  </a:lnTo>
                  <a:lnTo>
                    <a:pt x="568324" y="207521"/>
                  </a:lnTo>
                  <a:lnTo>
                    <a:pt x="576110" y="206793"/>
                  </a:lnTo>
                  <a:lnTo>
                    <a:pt x="583895" y="206451"/>
                  </a:lnTo>
                  <a:lnTo>
                    <a:pt x="591680" y="205731"/>
                  </a:lnTo>
                  <a:lnTo>
                    <a:pt x="599465" y="204882"/>
                  </a:lnTo>
                  <a:lnTo>
                    <a:pt x="607251" y="204184"/>
                  </a:lnTo>
                  <a:lnTo>
                    <a:pt x="615036" y="203071"/>
                  </a:lnTo>
                  <a:lnTo>
                    <a:pt x="622821" y="202178"/>
                  </a:lnTo>
                  <a:lnTo>
                    <a:pt x="630606" y="201169"/>
                  </a:lnTo>
                  <a:lnTo>
                    <a:pt x="638392" y="200145"/>
                  </a:lnTo>
                  <a:lnTo>
                    <a:pt x="646177" y="199541"/>
                  </a:lnTo>
                  <a:lnTo>
                    <a:pt x="653962" y="198274"/>
                  </a:lnTo>
                  <a:lnTo>
                    <a:pt x="661747" y="197118"/>
                  </a:lnTo>
                  <a:lnTo>
                    <a:pt x="669533" y="196447"/>
                  </a:lnTo>
                  <a:lnTo>
                    <a:pt x="677318" y="195872"/>
                  </a:lnTo>
                  <a:lnTo>
                    <a:pt x="685103" y="195298"/>
                  </a:lnTo>
                  <a:lnTo>
                    <a:pt x="692889" y="194723"/>
                  </a:lnTo>
                  <a:lnTo>
                    <a:pt x="700674" y="194134"/>
                  </a:lnTo>
                  <a:lnTo>
                    <a:pt x="708459" y="192897"/>
                  </a:lnTo>
                  <a:lnTo>
                    <a:pt x="716244" y="191665"/>
                  </a:lnTo>
                  <a:lnTo>
                    <a:pt x="724030" y="190436"/>
                  </a:lnTo>
                  <a:lnTo>
                    <a:pt x="731815" y="189207"/>
                  </a:lnTo>
                  <a:lnTo>
                    <a:pt x="739600" y="187979"/>
                  </a:lnTo>
                  <a:lnTo>
                    <a:pt x="747385" y="186915"/>
                  </a:lnTo>
                  <a:lnTo>
                    <a:pt x="755171" y="186125"/>
                  </a:lnTo>
                  <a:lnTo>
                    <a:pt x="762956" y="185661"/>
                  </a:lnTo>
                  <a:lnTo>
                    <a:pt x="770741" y="184973"/>
                  </a:lnTo>
                  <a:lnTo>
                    <a:pt x="778527" y="184763"/>
                  </a:lnTo>
                  <a:lnTo>
                    <a:pt x="786312" y="183893"/>
                  </a:lnTo>
                  <a:lnTo>
                    <a:pt x="794097" y="182635"/>
                  </a:lnTo>
                  <a:lnTo>
                    <a:pt x="801882" y="181550"/>
                  </a:lnTo>
                  <a:lnTo>
                    <a:pt x="809668" y="180047"/>
                  </a:lnTo>
                  <a:lnTo>
                    <a:pt x="817453" y="178545"/>
                  </a:lnTo>
                  <a:lnTo>
                    <a:pt x="825238" y="177024"/>
                  </a:lnTo>
                  <a:lnTo>
                    <a:pt x="833023" y="175459"/>
                  </a:lnTo>
                  <a:lnTo>
                    <a:pt x="840809" y="174077"/>
                  </a:lnTo>
                  <a:lnTo>
                    <a:pt x="848594" y="172952"/>
                  </a:lnTo>
                  <a:lnTo>
                    <a:pt x="856379" y="171914"/>
                  </a:lnTo>
                  <a:lnTo>
                    <a:pt x="864165" y="170354"/>
                  </a:lnTo>
                  <a:lnTo>
                    <a:pt x="871950" y="169602"/>
                  </a:lnTo>
                  <a:lnTo>
                    <a:pt x="879735" y="168927"/>
                  </a:lnTo>
                  <a:lnTo>
                    <a:pt x="887520" y="167959"/>
                  </a:lnTo>
                  <a:lnTo>
                    <a:pt x="895306" y="166970"/>
                  </a:lnTo>
                  <a:lnTo>
                    <a:pt x="903091" y="165983"/>
                  </a:lnTo>
                  <a:lnTo>
                    <a:pt x="910876" y="165028"/>
                  </a:lnTo>
                  <a:lnTo>
                    <a:pt x="918661" y="164274"/>
                  </a:lnTo>
                  <a:lnTo>
                    <a:pt x="926447" y="163521"/>
                  </a:lnTo>
                  <a:lnTo>
                    <a:pt x="934232" y="162769"/>
                  </a:lnTo>
                  <a:lnTo>
                    <a:pt x="942017" y="162021"/>
                  </a:lnTo>
                  <a:lnTo>
                    <a:pt x="949802" y="161273"/>
                  </a:lnTo>
                  <a:lnTo>
                    <a:pt x="957588" y="160526"/>
                  </a:lnTo>
                  <a:lnTo>
                    <a:pt x="965373" y="159262"/>
                  </a:lnTo>
                  <a:lnTo>
                    <a:pt x="973158" y="157845"/>
                  </a:lnTo>
                  <a:lnTo>
                    <a:pt x="980944" y="156205"/>
                  </a:lnTo>
                  <a:lnTo>
                    <a:pt x="988729" y="155119"/>
                  </a:lnTo>
                  <a:lnTo>
                    <a:pt x="996514" y="154068"/>
                  </a:lnTo>
                  <a:lnTo>
                    <a:pt x="1004299" y="152204"/>
                  </a:lnTo>
                  <a:lnTo>
                    <a:pt x="1012085" y="151122"/>
                  </a:lnTo>
                  <a:lnTo>
                    <a:pt x="1019870" y="149571"/>
                  </a:lnTo>
                  <a:lnTo>
                    <a:pt x="1027655" y="148582"/>
                  </a:lnTo>
                  <a:lnTo>
                    <a:pt x="1035440" y="147498"/>
                  </a:lnTo>
                  <a:lnTo>
                    <a:pt x="1043226" y="145542"/>
                  </a:lnTo>
                  <a:lnTo>
                    <a:pt x="1051011" y="144248"/>
                  </a:lnTo>
                  <a:lnTo>
                    <a:pt x="1058796" y="143440"/>
                  </a:lnTo>
                  <a:lnTo>
                    <a:pt x="1066582" y="142305"/>
                  </a:lnTo>
                  <a:lnTo>
                    <a:pt x="1074367" y="141022"/>
                  </a:lnTo>
                  <a:lnTo>
                    <a:pt x="1082152" y="139993"/>
                  </a:lnTo>
                  <a:lnTo>
                    <a:pt x="1089937" y="138578"/>
                  </a:lnTo>
                  <a:lnTo>
                    <a:pt x="1097723" y="137584"/>
                  </a:lnTo>
                  <a:lnTo>
                    <a:pt x="1105508" y="136436"/>
                  </a:lnTo>
                  <a:lnTo>
                    <a:pt x="1113293" y="134583"/>
                  </a:lnTo>
                  <a:lnTo>
                    <a:pt x="1121078" y="133294"/>
                  </a:lnTo>
                  <a:lnTo>
                    <a:pt x="1128864" y="132021"/>
                  </a:lnTo>
                  <a:lnTo>
                    <a:pt x="1136649" y="131177"/>
                  </a:lnTo>
                  <a:lnTo>
                    <a:pt x="1144434" y="129503"/>
                  </a:lnTo>
                  <a:lnTo>
                    <a:pt x="1152220" y="128192"/>
                  </a:lnTo>
                  <a:lnTo>
                    <a:pt x="1160005" y="126922"/>
                  </a:lnTo>
                  <a:lnTo>
                    <a:pt x="1167790" y="125664"/>
                  </a:lnTo>
                  <a:lnTo>
                    <a:pt x="1175575" y="124456"/>
                  </a:lnTo>
                  <a:lnTo>
                    <a:pt x="1183361" y="123246"/>
                  </a:lnTo>
                  <a:lnTo>
                    <a:pt x="1191146" y="121886"/>
                  </a:lnTo>
                  <a:lnTo>
                    <a:pt x="1198931" y="120631"/>
                  </a:lnTo>
                  <a:lnTo>
                    <a:pt x="1206716" y="119834"/>
                  </a:lnTo>
                  <a:lnTo>
                    <a:pt x="1214502" y="118283"/>
                  </a:lnTo>
                  <a:lnTo>
                    <a:pt x="1222287" y="116887"/>
                  </a:lnTo>
                  <a:lnTo>
                    <a:pt x="1230072" y="115636"/>
                  </a:lnTo>
                  <a:lnTo>
                    <a:pt x="1237857" y="114389"/>
                  </a:lnTo>
                  <a:lnTo>
                    <a:pt x="1245643" y="112881"/>
                  </a:lnTo>
                  <a:lnTo>
                    <a:pt x="1253428" y="111045"/>
                  </a:lnTo>
                  <a:lnTo>
                    <a:pt x="1261213" y="109216"/>
                  </a:lnTo>
                  <a:lnTo>
                    <a:pt x="1268999" y="108014"/>
                  </a:lnTo>
                  <a:lnTo>
                    <a:pt x="1276784" y="107074"/>
                  </a:lnTo>
                  <a:lnTo>
                    <a:pt x="1284569" y="106057"/>
                  </a:lnTo>
                  <a:lnTo>
                    <a:pt x="1292354" y="104138"/>
                  </a:lnTo>
                  <a:lnTo>
                    <a:pt x="1300140" y="102782"/>
                  </a:lnTo>
                  <a:lnTo>
                    <a:pt x="1307925" y="102182"/>
                  </a:lnTo>
                  <a:lnTo>
                    <a:pt x="1315710" y="101583"/>
                  </a:lnTo>
                  <a:lnTo>
                    <a:pt x="1323495" y="100140"/>
                  </a:lnTo>
                  <a:lnTo>
                    <a:pt x="1331281" y="98633"/>
                  </a:lnTo>
                  <a:lnTo>
                    <a:pt x="1339066" y="97132"/>
                  </a:lnTo>
                  <a:lnTo>
                    <a:pt x="1346851" y="95992"/>
                  </a:lnTo>
                  <a:lnTo>
                    <a:pt x="1354637" y="94892"/>
                  </a:lnTo>
                  <a:lnTo>
                    <a:pt x="1362422" y="93811"/>
                  </a:lnTo>
                  <a:lnTo>
                    <a:pt x="1370207" y="92737"/>
                  </a:lnTo>
                  <a:lnTo>
                    <a:pt x="1377992" y="91661"/>
                  </a:lnTo>
                  <a:lnTo>
                    <a:pt x="1385778" y="90570"/>
                  </a:lnTo>
                  <a:lnTo>
                    <a:pt x="1393563" y="89405"/>
                  </a:lnTo>
                  <a:lnTo>
                    <a:pt x="1401348" y="87774"/>
                  </a:lnTo>
                  <a:lnTo>
                    <a:pt x="1409133" y="86156"/>
                  </a:lnTo>
                  <a:lnTo>
                    <a:pt x="1416919" y="84817"/>
                  </a:lnTo>
                  <a:lnTo>
                    <a:pt x="1424704" y="83671"/>
                  </a:lnTo>
                  <a:lnTo>
                    <a:pt x="1432489" y="82844"/>
                  </a:lnTo>
                  <a:lnTo>
                    <a:pt x="1440275" y="81654"/>
                  </a:lnTo>
                  <a:lnTo>
                    <a:pt x="1448060" y="80649"/>
                  </a:lnTo>
                  <a:lnTo>
                    <a:pt x="1455845" y="79651"/>
                  </a:lnTo>
                  <a:lnTo>
                    <a:pt x="1463630" y="78681"/>
                  </a:lnTo>
                  <a:lnTo>
                    <a:pt x="1471416" y="77646"/>
                  </a:lnTo>
                  <a:lnTo>
                    <a:pt x="1479201" y="76635"/>
                  </a:lnTo>
                  <a:lnTo>
                    <a:pt x="1486986" y="75551"/>
                  </a:lnTo>
                  <a:lnTo>
                    <a:pt x="1494771" y="74221"/>
                  </a:lnTo>
                  <a:lnTo>
                    <a:pt x="1502557" y="72896"/>
                  </a:lnTo>
                  <a:lnTo>
                    <a:pt x="1510342" y="72022"/>
                  </a:lnTo>
                  <a:lnTo>
                    <a:pt x="1518127" y="70675"/>
                  </a:lnTo>
                  <a:lnTo>
                    <a:pt x="1525912" y="69234"/>
                  </a:lnTo>
                  <a:lnTo>
                    <a:pt x="1533698" y="67799"/>
                  </a:lnTo>
                  <a:lnTo>
                    <a:pt x="1541483" y="66371"/>
                  </a:lnTo>
                  <a:lnTo>
                    <a:pt x="1549268" y="64973"/>
                  </a:lnTo>
                  <a:lnTo>
                    <a:pt x="1557054" y="63668"/>
                  </a:lnTo>
                  <a:lnTo>
                    <a:pt x="1564839" y="62372"/>
                  </a:lnTo>
                  <a:lnTo>
                    <a:pt x="1572624" y="60960"/>
                  </a:lnTo>
                  <a:lnTo>
                    <a:pt x="1580409" y="59655"/>
                  </a:lnTo>
                  <a:lnTo>
                    <a:pt x="1588195" y="58515"/>
                  </a:lnTo>
                  <a:lnTo>
                    <a:pt x="1595980" y="57295"/>
                  </a:lnTo>
                  <a:lnTo>
                    <a:pt x="1603765" y="56323"/>
                  </a:lnTo>
                  <a:lnTo>
                    <a:pt x="1611550" y="55153"/>
                  </a:lnTo>
                  <a:lnTo>
                    <a:pt x="1619336" y="53681"/>
                  </a:lnTo>
                  <a:lnTo>
                    <a:pt x="1627121" y="52217"/>
                  </a:lnTo>
                  <a:lnTo>
                    <a:pt x="1634906" y="50960"/>
                  </a:lnTo>
                  <a:lnTo>
                    <a:pt x="1642692" y="49716"/>
                  </a:lnTo>
                  <a:lnTo>
                    <a:pt x="1650477" y="48478"/>
                  </a:lnTo>
                  <a:lnTo>
                    <a:pt x="1658262" y="47256"/>
                  </a:lnTo>
                  <a:lnTo>
                    <a:pt x="1666047" y="46099"/>
                  </a:lnTo>
                  <a:lnTo>
                    <a:pt x="1673833" y="45323"/>
                  </a:lnTo>
                  <a:lnTo>
                    <a:pt x="1681618" y="44382"/>
                  </a:lnTo>
                  <a:lnTo>
                    <a:pt x="1689403" y="43093"/>
                  </a:lnTo>
                  <a:lnTo>
                    <a:pt x="1697188" y="41811"/>
                  </a:lnTo>
                  <a:lnTo>
                    <a:pt x="1704974" y="40487"/>
                  </a:lnTo>
                  <a:lnTo>
                    <a:pt x="1712759" y="39054"/>
                  </a:lnTo>
                  <a:lnTo>
                    <a:pt x="1720544" y="38004"/>
                  </a:lnTo>
                  <a:lnTo>
                    <a:pt x="1728330" y="36748"/>
                  </a:lnTo>
                  <a:lnTo>
                    <a:pt x="1736115" y="35500"/>
                  </a:lnTo>
                  <a:lnTo>
                    <a:pt x="1743900" y="34258"/>
                  </a:lnTo>
                  <a:lnTo>
                    <a:pt x="1751685" y="33023"/>
                  </a:lnTo>
                  <a:lnTo>
                    <a:pt x="1759471" y="31845"/>
                  </a:lnTo>
                  <a:lnTo>
                    <a:pt x="1767256" y="30698"/>
                  </a:lnTo>
                  <a:lnTo>
                    <a:pt x="1775041" y="29558"/>
                  </a:lnTo>
                  <a:lnTo>
                    <a:pt x="1782826" y="28423"/>
                  </a:lnTo>
                  <a:lnTo>
                    <a:pt x="1790612" y="27297"/>
                  </a:lnTo>
                  <a:lnTo>
                    <a:pt x="1798397" y="26179"/>
                  </a:lnTo>
                  <a:lnTo>
                    <a:pt x="1806182" y="25066"/>
                  </a:lnTo>
                  <a:lnTo>
                    <a:pt x="1813967" y="23960"/>
                  </a:lnTo>
                  <a:lnTo>
                    <a:pt x="1821753" y="22938"/>
                  </a:lnTo>
                  <a:lnTo>
                    <a:pt x="1829538" y="21928"/>
                  </a:lnTo>
                  <a:lnTo>
                    <a:pt x="1837323" y="20924"/>
                  </a:lnTo>
                  <a:lnTo>
                    <a:pt x="1845109" y="19926"/>
                  </a:lnTo>
                  <a:lnTo>
                    <a:pt x="1852894" y="18937"/>
                  </a:lnTo>
                  <a:lnTo>
                    <a:pt x="1860679" y="17953"/>
                  </a:lnTo>
                  <a:lnTo>
                    <a:pt x="1868464" y="17088"/>
                  </a:lnTo>
                  <a:lnTo>
                    <a:pt x="1876250" y="16241"/>
                  </a:lnTo>
                  <a:lnTo>
                    <a:pt x="1884035" y="15398"/>
                  </a:lnTo>
                  <a:lnTo>
                    <a:pt x="1891820" y="14560"/>
                  </a:lnTo>
                  <a:lnTo>
                    <a:pt x="1899605" y="13727"/>
                  </a:lnTo>
                  <a:lnTo>
                    <a:pt x="1907391" y="12854"/>
                  </a:lnTo>
                  <a:lnTo>
                    <a:pt x="1915176" y="12073"/>
                  </a:lnTo>
                  <a:lnTo>
                    <a:pt x="1922961" y="11243"/>
                  </a:lnTo>
                  <a:lnTo>
                    <a:pt x="1930747" y="10422"/>
                  </a:lnTo>
                  <a:lnTo>
                    <a:pt x="1938532" y="9606"/>
                  </a:lnTo>
                  <a:lnTo>
                    <a:pt x="1946317" y="8793"/>
                  </a:lnTo>
                  <a:lnTo>
                    <a:pt x="1954102" y="7985"/>
                  </a:lnTo>
                  <a:lnTo>
                    <a:pt x="1961888" y="7180"/>
                  </a:lnTo>
                  <a:lnTo>
                    <a:pt x="1969673" y="6379"/>
                  </a:lnTo>
                  <a:lnTo>
                    <a:pt x="1977458" y="5511"/>
                  </a:lnTo>
                  <a:lnTo>
                    <a:pt x="1985243" y="4392"/>
                  </a:lnTo>
                  <a:lnTo>
                    <a:pt x="1993029" y="3282"/>
                  </a:lnTo>
                  <a:lnTo>
                    <a:pt x="2000814" y="2180"/>
                  </a:lnTo>
                  <a:lnTo>
                    <a:pt x="2008599" y="1086"/>
                  </a:lnTo>
                  <a:lnTo>
                    <a:pt x="2016385" y="0"/>
                  </a:lnTo>
                  <a:lnTo>
                    <a:pt x="2016385" y="371835"/>
                  </a:lnTo>
                  <a:lnTo>
                    <a:pt x="2008599" y="371353"/>
                  </a:lnTo>
                  <a:lnTo>
                    <a:pt x="2000814" y="370870"/>
                  </a:lnTo>
                  <a:lnTo>
                    <a:pt x="1993029" y="370542"/>
                  </a:lnTo>
                  <a:lnTo>
                    <a:pt x="1985243" y="370442"/>
                  </a:lnTo>
                  <a:lnTo>
                    <a:pt x="1977458" y="370342"/>
                  </a:lnTo>
                  <a:lnTo>
                    <a:pt x="1969673" y="370434"/>
                  </a:lnTo>
                  <a:lnTo>
                    <a:pt x="1961888" y="370640"/>
                  </a:lnTo>
                  <a:lnTo>
                    <a:pt x="1954102" y="370847"/>
                  </a:lnTo>
                  <a:lnTo>
                    <a:pt x="1946317" y="370682"/>
                  </a:lnTo>
                  <a:lnTo>
                    <a:pt x="1938532" y="370444"/>
                  </a:lnTo>
                  <a:lnTo>
                    <a:pt x="1930747" y="370205"/>
                  </a:lnTo>
                  <a:lnTo>
                    <a:pt x="1922961" y="370184"/>
                  </a:lnTo>
                  <a:lnTo>
                    <a:pt x="1915176" y="370185"/>
                  </a:lnTo>
                  <a:lnTo>
                    <a:pt x="1907391" y="370187"/>
                  </a:lnTo>
                  <a:lnTo>
                    <a:pt x="1899605" y="370188"/>
                  </a:lnTo>
                  <a:lnTo>
                    <a:pt x="1891820" y="370190"/>
                  </a:lnTo>
                  <a:lnTo>
                    <a:pt x="1884035" y="370191"/>
                  </a:lnTo>
                  <a:lnTo>
                    <a:pt x="1876250" y="370193"/>
                  </a:lnTo>
                  <a:lnTo>
                    <a:pt x="1868464" y="370194"/>
                  </a:lnTo>
                  <a:lnTo>
                    <a:pt x="1860679" y="370228"/>
                  </a:lnTo>
                  <a:lnTo>
                    <a:pt x="1852894" y="370276"/>
                  </a:lnTo>
                  <a:lnTo>
                    <a:pt x="1845109" y="370208"/>
                  </a:lnTo>
                  <a:lnTo>
                    <a:pt x="1837323" y="370208"/>
                  </a:lnTo>
                  <a:lnTo>
                    <a:pt x="1829538" y="370214"/>
                  </a:lnTo>
                  <a:lnTo>
                    <a:pt x="1821753" y="370221"/>
                  </a:lnTo>
                  <a:lnTo>
                    <a:pt x="1813967" y="370227"/>
                  </a:lnTo>
                  <a:lnTo>
                    <a:pt x="1806182" y="370233"/>
                  </a:lnTo>
                  <a:lnTo>
                    <a:pt x="1798397" y="370239"/>
                  </a:lnTo>
                  <a:lnTo>
                    <a:pt x="1790612" y="370246"/>
                  </a:lnTo>
                  <a:lnTo>
                    <a:pt x="1782826" y="370252"/>
                  </a:lnTo>
                  <a:lnTo>
                    <a:pt x="1775041" y="370258"/>
                  </a:lnTo>
                  <a:lnTo>
                    <a:pt x="1767256" y="370264"/>
                  </a:lnTo>
                  <a:lnTo>
                    <a:pt x="1759471" y="370271"/>
                  </a:lnTo>
                  <a:lnTo>
                    <a:pt x="1751685" y="370317"/>
                  </a:lnTo>
                  <a:lnTo>
                    <a:pt x="1743900" y="370483"/>
                  </a:lnTo>
                  <a:lnTo>
                    <a:pt x="1736115" y="370641"/>
                  </a:lnTo>
                  <a:lnTo>
                    <a:pt x="1728330" y="370520"/>
                  </a:lnTo>
                  <a:lnTo>
                    <a:pt x="1720544" y="370297"/>
                  </a:lnTo>
                  <a:lnTo>
                    <a:pt x="1712759" y="370306"/>
                  </a:lnTo>
                  <a:lnTo>
                    <a:pt x="1704974" y="370314"/>
                  </a:lnTo>
                  <a:lnTo>
                    <a:pt x="1697188" y="370321"/>
                  </a:lnTo>
                  <a:lnTo>
                    <a:pt x="1689403" y="370327"/>
                  </a:lnTo>
                  <a:lnTo>
                    <a:pt x="1681618" y="370332"/>
                  </a:lnTo>
                  <a:lnTo>
                    <a:pt x="1673833" y="370328"/>
                  </a:lnTo>
                  <a:lnTo>
                    <a:pt x="1666047" y="370325"/>
                  </a:lnTo>
                  <a:lnTo>
                    <a:pt x="1658262" y="370322"/>
                  </a:lnTo>
                  <a:lnTo>
                    <a:pt x="1650477" y="370329"/>
                  </a:lnTo>
                  <a:lnTo>
                    <a:pt x="1642692" y="370120"/>
                  </a:lnTo>
                  <a:lnTo>
                    <a:pt x="1634906" y="370161"/>
                  </a:lnTo>
                  <a:lnTo>
                    <a:pt x="1627121" y="370340"/>
                  </a:lnTo>
                  <a:lnTo>
                    <a:pt x="1619336" y="370096"/>
                  </a:lnTo>
                  <a:lnTo>
                    <a:pt x="1611550" y="369766"/>
                  </a:lnTo>
                  <a:lnTo>
                    <a:pt x="1603765" y="369497"/>
                  </a:lnTo>
                  <a:lnTo>
                    <a:pt x="1595980" y="369274"/>
                  </a:lnTo>
                  <a:lnTo>
                    <a:pt x="1588195" y="369050"/>
                  </a:lnTo>
                  <a:lnTo>
                    <a:pt x="1580409" y="369324"/>
                  </a:lnTo>
                  <a:lnTo>
                    <a:pt x="1572624" y="369618"/>
                  </a:lnTo>
                  <a:lnTo>
                    <a:pt x="1564839" y="369800"/>
                  </a:lnTo>
                  <a:lnTo>
                    <a:pt x="1557054" y="369533"/>
                  </a:lnTo>
                  <a:lnTo>
                    <a:pt x="1549268" y="369697"/>
                  </a:lnTo>
                  <a:lnTo>
                    <a:pt x="1541483" y="370115"/>
                  </a:lnTo>
                  <a:lnTo>
                    <a:pt x="1533698" y="370131"/>
                  </a:lnTo>
                  <a:lnTo>
                    <a:pt x="1525912" y="370004"/>
                  </a:lnTo>
                  <a:lnTo>
                    <a:pt x="1518127" y="369876"/>
                  </a:lnTo>
                  <a:lnTo>
                    <a:pt x="1510342" y="369748"/>
                  </a:lnTo>
                  <a:lnTo>
                    <a:pt x="1502557" y="369658"/>
                  </a:lnTo>
                  <a:lnTo>
                    <a:pt x="1494771" y="369781"/>
                  </a:lnTo>
                  <a:lnTo>
                    <a:pt x="1486986" y="369563"/>
                  </a:lnTo>
                  <a:lnTo>
                    <a:pt x="1479201" y="369225"/>
                  </a:lnTo>
                  <a:lnTo>
                    <a:pt x="1471416" y="369215"/>
                  </a:lnTo>
                  <a:lnTo>
                    <a:pt x="1463630" y="369418"/>
                  </a:lnTo>
                  <a:lnTo>
                    <a:pt x="1455845" y="369625"/>
                  </a:lnTo>
                  <a:lnTo>
                    <a:pt x="1448060" y="369609"/>
                  </a:lnTo>
                  <a:lnTo>
                    <a:pt x="1440275" y="369776"/>
                  </a:lnTo>
                  <a:lnTo>
                    <a:pt x="1432489" y="369956"/>
                  </a:lnTo>
                  <a:lnTo>
                    <a:pt x="1424704" y="370129"/>
                  </a:lnTo>
                  <a:lnTo>
                    <a:pt x="1416919" y="370296"/>
                  </a:lnTo>
                  <a:lnTo>
                    <a:pt x="1409133" y="370464"/>
                  </a:lnTo>
                  <a:lnTo>
                    <a:pt x="1401348" y="370491"/>
                  </a:lnTo>
                  <a:lnTo>
                    <a:pt x="1393563" y="370658"/>
                  </a:lnTo>
                  <a:lnTo>
                    <a:pt x="1385778" y="370925"/>
                  </a:lnTo>
                  <a:lnTo>
                    <a:pt x="1377992" y="371151"/>
                  </a:lnTo>
                  <a:lnTo>
                    <a:pt x="1370207" y="371323"/>
                  </a:lnTo>
                  <a:lnTo>
                    <a:pt x="1362422" y="371306"/>
                  </a:lnTo>
                  <a:lnTo>
                    <a:pt x="1354637" y="371214"/>
                  </a:lnTo>
                  <a:lnTo>
                    <a:pt x="1346851" y="371123"/>
                  </a:lnTo>
                  <a:lnTo>
                    <a:pt x="1339066" y="371270"/>
                  </a:lnTo>
                  <a:lnTo>
                    <a:pt x="1331281" y="371765"/>
                  </a:lnTo>
                  <a:lnTo>
                    <a:pt x="1323495" y="372024"/>
                  </a:lnTo>
                  <a:lnTo>
                    <a:pt x="1315710" y="371926"/>
                  </a:lnTo>
                  <a:lnTo>
                    <a:pt x="1307925" y="371826"/>
                  </a:lnTo>
                  <a:lnTo>
                    <a:pt x="1300140" y="371725"/>
                  </a:lnTo>
                  <a:lnTo>
                    <a:pt x="1292354" y="371624"/>
                  </a:lnTo>
                  <a:lnTo>
                    <a:pt x="1284569" y="371602"/>
                  </a:lnTo>
                  <a:lnTo>
                    <a:pt x="1276784" y="372080"/>
                  </a:lnTo>
                  <a:lnTo>
                    <a:pt x="1268999" y="372004"/>
                  </a:lnTo>
                  <a:lnTo>
                    <a:pt x="1261213" y="372328"/>
                  </a:lnTo>
                  <a:lnTo>
                    <a:pt x="1253428" y="372860"/>
                  </a:lnTo>
                  <a:lnTo>
                    <a:pt x="1245643" y="373387"/>
                  </a:lnTo>
                  <a:lnTo>
                    <a:pt x="1237857" y="373908"/>
                  </a:lnTo>
                  <a:lnTo>
                    <a:pt x="1230072" y="374157"/>
                  </a:lnTo>
                  <a:lnTo>
                    <a:pt x="1222287" y="374285"/>
                  </a:lnTo>
                  <a:lnTo>
                    <a:pt x="1214502" y="374017"/>
                  </a:lnTo>
                  <a:lnTo>
                    <a:pt x="1206716" y="373708"/>
                  </a:lnTo>
                  <a:lnTo>
                    <a:pt x="1198931" y="374112"/>
                  </a:lnTo>
                  <a:lnTo>
                    <a:pt x="1191146" y="374216"/>
                  </a:lnTo>
                  <a:lnTo>
                    <a:pt x="1183361" y="373780"/>
                  </a:lnTo>
                  <a:lnTo>
                    <a:pt x="1175575" y="374018"/>
                  </a:lnTo>
                  <a:lnTo>
                    <a:pt x="1167790" y="374524"/>
                  </a:lnTo>
                  <a:lnTo>
                    <a:pt x="1160005" y="374494"/>
                  </a:lnTo>
                  <a:lnTo>
                    <a:pt x="1152220" y="374730"/>
                  </a:lnTo>
                  <a:lnTo>
                    <a:pt x="1144434" y="374469"/>
                  </a:lnTo>
                  <a:lnTo>
                    <a:pt x="1136649" y="374723"/>
                  </a:lnTo>
                  <a:lnTo>
                    <a:pt x="1128864" y="375041"/>
                  </a:lnTo>
                  <a:lnTo>
                    <a:pt x="1121078" y="375241"/>
                  </a:lnTo>
                  <a:lnTo>
                    <a:pt x="1113293" y="375476"/>
                  </a:lnTo>
                  <a:lnTo>
                    <a:pt x="1105508" y="375548"/>
                  </a:lnTo>
                  <a:lnTo>
                    <a:pt x="1097723" y="375391"/>
                  </a:lnTo>
                  <a:lnTo>
                    <a:pt x="1089937" y="375515"/>
                  </a:lnTo>
                  <a:lnTo>
                    <a:pt x="1082152" y="375875"/>
                  </a:lnTo>
                  <a:lnTo>
                    <a:pt x="1074367" y="376270"/>
                  </a:lnTo>
                  <a:lnTo>
                    <a:pt x="1066582" y="376664"/>
                  </a:lnTo>
                  <a:lnTo>
                    <a:pt x="1058796" y="376877"/>
                  </a:lnTo>
                  <a:lnTo>
                    <a:pt x="1051011" y="377071"/>
                  </a:lnTo>
                  <a:lnTo>
                    <a:pt x="1043226" y="377099"/>
                  </a:lnTo>
                  <a:lnTo>
                    <a:pt x="1035440" y="376852"/>
                  </a:lnTo>
                  <a:lnTo>
                    <a:pt x="1027655" y="377165"/>
                  </a:lnTo>
                  <a:lnTo>
                    <a:pt x="1019870" y="377452"/>
                  </a:lnTo>
                  <a:lnTo>
                    <a:pt x="1012085" y="377399"/>
                  </a:lnTo>
                  <a:lnTo>
                    <a:pt x="1004299" y="377590"/>
                  </a:lnTo>
                  <a:lnTo>
                    <a:pt x="996514" y="377884"/>
                  </a:lnTo>
                  <a:lnTo>
                    <a:pt x="988729" y="377970"/>
                  </a:lnTo>
                  <a:lnTo>
                    <a:pt x="980944" y="378158"/>
                  </a:lnTo>
                  <a:lnTo>
                    <a:pt x="973158" y="378347"/>
                  </a:lnTo>
                  <a:lnTo>
                    <a:pt x="965373" y="378664"/>
                  </a:lnTo>
                  <a:lnTo>
                    <a:pt x="957588" y="378922"/>
                  </a:lnTo>
                  <a:lnTo>
                    <a:pt x="949802" y="379174"/>
                  </a:lnTo>
                  <a:lnTo>
                    <a:pt x="942017" y="379430"/>
                  </a:lnTo>
                  <a:lnTo>
                    <a:pt x="934232" y="379692"/>
                  </a:lnTo>
                  <a:lnTo>
                    <a:pt x="926447" y="379955"/>
                  </a:lnTo>
                  <a:lnTo>
                    <a:pt x="918661" y="380176"/>
                  </a:lnTo>
                  <a:lnTo>
                    <a:pt x="910876" y="380460"/>
                  </a:lnTo>
                  <a:lnTo>
                    <a:pt x="903091" y="380725"/>
                  </a:lnTo>
                  <a:lnTo>
                    <a:pt x="895306" y="380985"/>
                  </a:lnTo>
                  <a:lnTo>
                    <a:pt x="887520" y="381496"/>
                  </a:lnTo>
                  <a:lnTo>
                    <a:pt x="879735" y="381918"/>
                  </a:lnTo>
                  <a:lnTo>
                    <a:pt x="871950" y="382096"/>
                  </a:lnTo>
                  <a:lnTo>
                    <a:pt x="864165" y="382421"/>
                  </a:lnTo>
                  <a:lnTo>
                    <a:pt x="856379" y="382875"/>
                  </a:lnTo>
                  <a:lnTo>
                    <a:pt x="848594" y="383213"/>
                  </a:lnTo>
                  <a:lnTo>
                    <a:pt x="840809" y="383776"/>
                  </a:lnTo>
                  <a:lnTo>
                    <a:pt x="833023" y="384230"/>
                  </a:lnTo>
                  <a:lnTo>
                    <a:pt x="825238" y="384731"/>
                  </a:lnTo>
                  <a:lnTo>
                    <a:pt x="817453" y="385206"/>
                  </a:lnTo>
                  <a:lnTo>
                    <a:pt x="809668" y="385660"/>
                  </a:lnTo>
                  <a:lnTo>
                    <a:pt x="801882" y="386045"/>
                  </a:lnTo>
                  <a:lnTo>
                    <a:pt x="794097" y="386499"/>
                  </a:lnTo>
                  <a:lnTo>
                    <a:pt x="786312" y="386950"/>
                  </a:lnTo>
                  <a:lnTo>
                    <a:pt x="778527" y="387394"/>
                  </a:lnTo>
                  <a:lnTo>
                    <a:pt x="770741" y="387703"/>
                  </a:lnTo>
                  <a:lnTo>
                    <a:pt x="762956" y="388247"/>
                  </a:lnTo>
                  <a:lnTo>
                    <a:pt x="755171" y="388741"/>
                  </a:lnTo>
                  <a:lnTo>
                    <a:pt x="747385" y="389186"/>
                  </a:lnTo>
                  <a:lnTo>
                    <a:pt x="739600" y="389485"/>
                  </a:lnTo>
                  <a:lnTo>
                    <a:pt x="731815" y="389650"/>
                  </a:lnTo>
                  <a:lnTo>
                    <a:pt x="724030" y="389813"/>
                  </a:lnTo>
                  <a:lnTo>
                    <a:pt x="716244" y="390630"/>
                  </a:lnTo>
                  <a:lnTo>
                    <a:pt x="708459" y="391408"/>
                  </a:lnTo>
                  <a:lnTo>
                    <a:pt x="700674" y="391855"/>
                  </a:lnTo>
                  <a:lnTo>
                    <a:pt x="692889" y="392288"/>
                  </a:lnTo>
                  <a:lnTo>
                    <a:pt x="685103" y="392120"/>
                  </a:lnTo>
                  <a:lnTo>
                    <a:pt x="677318" y="392392"/>
                  </a:lnTo>
                  <a:lnTo>
                    <a:pt x="669533" y="392638"/>
                  </a:lnTo>
                  <a:lnTo>
                    <a:pt x="661747" y="392991"/>
                  </a:lnTo>
                  <a:lnTo>
                    <a:pt x="653962" y="393157"/>
                  </a:lnTo>
                  <a:lnTo>
                    <a:pt x="646177" y="393449"/>
                  </a:lnTo>
                  <a:lnTo>
                    <a:pt x="638392" y="394091"/>
                  </a:lnTo>
                  <a:lnTo>
                    <a:pt x="630606" y="394541"/>
                  </a:lnTo>
                  <a:lnTo>
                    <a:pt x="622821" y="395013"/>
                  </a:lnTo>
                  <a:lnTo>
                    <a:pt x="615036" y="395649"/>
                  </a:lnTo>
                  <a:lnTo>
                    <a:pt x="607251" y="395735"/>
                  </a:lnTo>
                  <a:lnTo>
                    <a:pt x="599465" y="396249"/>
                  </a:lnTo>
                  <a:lnTo>
                    <a:pt x="591680" y="396560"/>
                  </a:lnTo>
                  <a:lnTo>
                    <a:pt x="583895" y="396857"/>
                  </a:lnTo>
                  <a:lnTo>
                    <a:pt x="576110" y="397452"/>
                  </a:lnTo>
                  <a:lnTo>
                    <a:pt x="568324" y="397938"/>
                  </a:lnTo>
                  <a:lnTo>
                    <a:pt x="560539" y="398690"/>
                  </a:lnTo>
                  <a:lnTo>
                    <a:pt x="552754" y="399435"/>
                  </a:lnTo>
                  <a:lnTo>
                    <a:pt x="544968" y="400188"/>
                  </a:lnTo>
                  <a:lnTo>
                    <a:pt x="537183" y="400953"/>
                  </a:lnTo>
                  <a:lnTo>
                    <a:pt x="529398" y="401648"/>
                  </a:lnTo>
                  <a:lnTo>
                    <a:pt x="521613" y="402374"/>
                  </a:lnTo>
                  <a:lnTo>
                    <a:pt x="513827" y="403107"/>
                  </a:lnTo>
                  <a:lnTo>
                    <a:pt x="506042" y="403950"/>
                  </a:lnTo>
                  <a:lnTo>
                    <a:pt x="498257" y="404574"/>
                  </a:lnTo>
                  <a:lnTo>
                    <a:pt x="490472" y="405305"/>
                  </a:lnTo>
                  <a:lnTo>
                    <a:pt x="482686" y="406025"/>
                  </a:lnTo>
                  <a:lnTo>
                    <a:pt x="474901" y="406743"/>
                  </a:lnTo>
                  <a:lnTo>
                    <a:pt x="467116" y="407458"/>
                  </a:lnTo>
                  <a:lnTo>
                    <a:pt x="459330" y="408013"/>
                  </a:lnTo>
                  <a:lnTo>
                    <a:pt x="451545" y="408463"/>
                  </a:lnTo>
                  <a:lnTo>
                    <a:pt x="443760" y="409275"/>
                  </a:lnTo>
                  <a:lnTo>
                    <a:pt x="435975" y="409877"/>
                  </a:lnTo>
                  <a:lnTo>
                    <a:pt x="428189" y="410424"/>
                  </a:lnTo>
                  <a:lnTo>
                    <a:pt x="420404" y="411008"/>
                  </a:lnTo>
                  <a:lnTo>
                    <a:pt x="412619" y="411617"/>
                  </a:lnTo>
                  <a:lnTo>
                    <a:pt x="404834" y="412264"/>
                  </a:lnTo>
                  <a:lnTo>
                    <a:pt x="397048" y="412530"/>
                  </a:lnTo>
                  <a:lnTo>
                    <a:pt x="389263" y="412795"/>
                  </a:lnTo>
                  <a:lnTo>
                    <a:pt x="381478" y="413786"/>
                  </a:lnTo>
                  <a:lnTo>
                    <a:pt x="373692" y="414131"/>
                  </a:lnTo>
                  <a:lnTo>
                    <a:pt x="365907" y="414779"/>
                  </a:lnTo>
                  <a:lnTo>
                    <a:pt x="358122" y="415471"/>
                  </a:lnTo>
                  <a:lnTo>
                    <a:pt x="350337" y="416210"/>
                  </a:lnTo>
                  <a:lnTo>
                    <a:pt x="342551" y="416844"/>
                  </a:lnTo>
                  <a:lnTo>
                    <a:pt x="334766" y="417625"/>
                  </a:lnTo>
                  <a:lnTo>
                    <a:pt x="326981" y="418262"/>
                  </a:lnTo>
                  <a:lnTo>
                    <a:pt x="319196" y="418975"/>
                  </a:lnTo>
                  <a:lnTo>
                    <a:pt x="311410" y="419683"/>
                  </a:lnTo>
                  <a:lnTo>
                    <a:pt x="303625" y="420384"/>
                  </a:lnTo>
                  <a:lnTo>
                    <a:pt x="295840" y="421083"/>
                  </a:lnTo>
                  <a:lnTo>
                    <a:pt x="288055" y="421690"/>
                  </a:lnTo>
                  <a:lnTo>
                    <a:pt x="280269" y="422199"/>
                  </a:lnTo>
                  <a:lnTo>
                    <a:pt x="272484" y="422808"/>
                  </a:lnTo>
                  <a:lnTo>
                    <a:pt x="264699" y="423376"/>
                  </a:lnTo>
                  <a:lnTo>
                    <a:pt x="256913" y="423942"/>
                  </a:lnTo>
                  <a:lnTo>
                    <a:pt x="249128" y="424506"/>
                  </a:lnTo>
                  <a:lnTo>
                    <a:pt x="241343" y="425068"/>
                  </a:lnTo>
                  <a:lnTo>
                    <a:pt x="233558" y="425712"/>
                  </a:lnTo>
                  <a:lnTo>
                    <a:pt x="225772" y="426284"/>
                  </a:lnTo>
                  <a:lnTo>
                    <a:pt x="217987" y="426837"/>
                  </a:lnTo>
                  <a:lnTo>
                    <a:pt x="210202" y="427402"/>
                  </a:lnTo>
                  <a:lnTo>
                    <a:pt x="202417" y="427966"/>
                  </a:lnTo>
                  <a:lnTo>
                    <a:pt x="194631" y="428527"/>
                  </a:lnTo>
                  <a:lnTo>
                    <a:pt x="186846" y="429363"/>
                  </a:lnTo>
                  <a:lnTo>
                    <a:pt x="179061" y="429780"/>
                  </a:lnTo>
                  <a:lnTo>
                    <a:pt x="171275" y="430327"/>
                  </a:lnTo>
                  <a:lnTo>
                    <a:pt x="163490" y="430995"/>
                  </a:lnTo>
                  <a:lnTo>
                    <a:pt x="155705" y="431473"/>
                  </a:lnTo>
                  <a:lnTo>
                    <a:pt x="147920" y="431939"/>
                  </a:lnTo>
                  <a:lnTo>
                    <a:pt x="140134" y="432399"/>
                  </a:lnTo>
                  <a:lnTo>
                    <a:pt x="132349" y="432858"/>
                  </a:lnTo>
                  <a:lnTo>
                    <a:pt x="124564" y="433473"/>
                  </a:lnTo>
                  <a:lnTo>
                    <a:pt x="116779" y="434024"/>
                  </a:lnTo>
                  <a:lnTo>
                    <a:pt x="108993" y="434572"/>
                  </a:lnTo>
                  <a:lnTo>
                    <a:pt x="101208" y="435158"/>
                  </a:lnTo>
                  <a:lnTo>
                    <a:pt x="93423" y="436068"/>
                  </a:lnTo>
                  <a:lnTo>
                    <a:pt x="85637" y="436970"/>
                  </a:lnTo>
                  <a:lnTo>
                    <a:pt x="77852" y="437867"/>
                  </a:lnTo>
                  <a:lnTo>
                    <a:pt x="70067" y="438753"/>
                  </a:lnTo>
                  <a:lnTo>
                    <a:pt x="62282" y="439327"/>
                  </a:lnTo>
                  <a:lnTo>
                    <a:pt x="54496" y="440359"/>
                  </a:lnTo>
                  <a:lnTo>
                    <a:pt x="46711" y="441073"/>
                  </a:lnTo>
                  <a:lnTo>
                    <a:pt x="38926" y="441652"/>
                  </a:lnTo>
                  <a:lnTo>
                    <a:pt x="31141" y="442272"/>
                  </a:lnTo>
                  <a:lnTo>
                    <a:pt x="23355" y="442884"/>
                  </a:lnTo>
                  <a:lnTo>
                    <a:pt x="15570" y="443484"/>
                  </a:lnTo>
                  <a:lnTo>
                    <a:pt x="7785" y="444195"/>
                  </a:lnTo>
                  <a:lnTo>
                    <a:pt x="0" y="445066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3648531" y="3474284"/>
              <a:ext cx="2016385" cy="249350"/>
            </a:xfrm>
            <a:custGeom>
              <a:avLst/>
              <a:pathLst>
                <a:path w="2016385" h="249350">
                  <a:moveTo>
                    <a:pt x="0" y="248799"/>
                  </a:moveTo>
                  <a:lnTo>
                    <a:pt x="7785" y="249347"/>
                  </a:lnTo>
                  <a:lnTo>
                    <a:pt x="15570" y="249350"/>
                  </a:lnTo>
                  <a:lnTo>
                    <a:pt x="23355" y="249243"/>
                  </a:lnTo>
                  <a:lnTo>
                    <a:pt x="31141" y="249059"/>
                  </a:lnTo>
                  <a:lnTo>
                    <a:pt x="38926" y="248875"/>
                  </a:lnTo>
                  <a:lnTo>
                    <a:pt x="46711" y="248421"/>
                  </a:lnTo>
                  <a:lnTo>
                    <a:pt x="54496" y="248070"/>
                  </a:lnTo>
                  <a:lnTo>
                    <a:pt x="62282" y="247810"/>
                  </a:lnTo>
                  <a:lnTo>
                    <a:pt x="70067" y="247350"/>
                  </a:lnTo>
                  <a:lnTo>
                    <a:pt x="77852" y="246459"/>
                  </a:lnTo>
                  <a:lnTo>
                    <a:pt x="85637" y="245898"/>
                  </a:lnTo>
                  <a:lnTo>
                    <a:pt x="93423" y="245387"/>
                  </a:lnTo>
                  <a:lnTo>
                    <a:pt x="101208" y="245134"/>
                  </a:lnTo>
                  <a:lnTo>
                    <a:pt x="108993" y="244883"/>
                  </a:lnTo>
                  <a:lnTo>
                    <a:pt x="116779" y="244873"/>
                  </a:lnTo>
                  <a:lnTo>
                    <a:pt x="124564" y="244788"/>
                  </a:lnTo>
                  <a:lnTo>
                    <a:pt x="132349" y="244318"/>
                  </a:lnTo>
                  <a:lnTo>
                    <a:pt x="140134" y="243850"/>
                  </a:lnTo>
                  <a:lnTo>
                    <a:pt x="147920" y="242853"/>
                  </a:lnTo>
                  <a:lnTo>
                    <a:pt x="155705" y="242325"/>
                  </a:lnTo>
                  <a:lnTo>
                    <a:pt x="163490" y="242079"/>
                  </a:lnTo>
                  <a:lnTo>
                    <a:pt x="171275" y="241974"/>
                  </a:lnTo>
                  <a:lnTo>
                    <a:pt x="179061" y="241565"/>
                  </a:lnTo>
                  <a:lnTo>
                    <a:pt x="186846" y="241017"/>
                  </a:lnTo>
                  <a:lnTo>
                    <a:pt x="194631" y="240545"/>
                  </a:lnTo>
                  <a:lnTo>
                    <a:pt x="202417" y="240076"/>
                  </a:lnTo>
                  <a:lnTo>
                    <a:pt x="210202" y="239542"/>
                  </a:lnTo>
                  <a:lnTo>
                    <a:pt x="217987" y="238942"/>
                  </a:lnTo>
                  <a:lnTo>
                    <a:pt x="225772" y="238329"/>
                  </a:lnTo>
                  <a:lnTo>
                    <a:pt x="233558" y="237694"/>
                  </a:lnTo>
                  <a:lnTo>
                    <a:pt x="241343" y="237630"/>
                  </a:lnTo>
                  <a:lnTo>
                    <a:pt x="249128" y="237202"/>
                  </a:lnTo>
                  <a:lnTo>
                    <a:pt x="256913" y="236474"/>
                  </a:lnTo>
                  <a:lnTo>
                    <a:pt x="264699" y="235728"/>
                  </a:lnTo>
                  <a:lnTo>
                    <a:pt x="272484" y="235777"/>
                  </a:lnTo>
                  <a:lnTo>
                    <a:pt x="280269" y="234913"/>
                  </a:lnTo>
                  <a:lnTo>
                    <a:pt x="288055" y="234297"/>
                  </a:lnTo>
                  <a:lnTo>
                    <a:pt x="295840" y="233923"/>
                  </a:lnTo>
                  <a:lnTo>
                    <a:pt x="303625" y="233308"/>
                  </a:lnTo>
                  <a:lnTo>
                    <a:pt x="311410" y="232865"/>
                  </a:lnTo>
                  <a:lnTo>
                    <a:pt x="319196" y="232940"/>
                  </a:lnTo>
                  <a:lnTo>
                    <a:pt x="326981" y="232763"/>
                  </a:lnTo>
                  <a:lnTo>
                    <a:pt x="334766" y="232249"/>
                  </a:lnTo>
                  <a:lnTo>
                    <a:pt x="342551" y="231633"/>
                  </a:lnTo>
                  <a:lnTo>
                    <a:pt x="350337" y="230794"/>
                  </a:lnTo>
                  <a:lnTo>
                    <a:pt x="358122" y="229710"/>
                  </a:lnTo>
                  <a:lnTo>
                    <a:pt x="365907" y="228683"/>
                  </a:lnTo>
                  <a:lnTo>
                    <a:pt x="373692" y="227664"/>
                  </a:lnTo>
                  <a:lnTo>
                    <a:pt x="381478" y="227059"/>
                  </a:lnTo>
                  <a:lnTo>
                    <a:pt x="389263" y="226507"/>
                  </a:lnTo>
                  <a:lnTo>
                    <a:pt x="397048" y="225749"/>
                  </a:lnTo>
                  <a:lnTo>
                    <a:pt x="404834" y="225087"/>
                  </a:lnTo>
                  <a:lnTo>
                    <a:pt x="412619" y="224021"/>
                  </a:lnTo>
                  <a:lnTo>
                    <a:pt x="420404" y="223300"/>
                  </a:lnTo>
                  <a:lnTo>
                    <a:pt x="428189" y="223113"/>
                  </a:lnTo>
                  <a:lnTo>
                    <a:pt x="435975" y="222586"/>
                  </a:lnTo>
                  <a:lnTo>
                    <a:pt x="443760" y="221958"/>
                  </a:lnTo>
                  <a:lnTo>
                    <a:pt x="451545" y="221318"/>
                  </a:lnTo>
                  <a:lnTo>
                    <a:pt x="459330" y="220701"/>
                  </a:lnTo>
                  <a:lnTo>
                    <a:pt x="467116" y="220066"/>
                  </a:lnTo>
                  <a:lnTo>
                    <a:pt x="474901" y="219321"/>
                  </a:lnTo>
                  <a:lnTo>
                    <a:pt x="482686" y="218453"/>
                  </a:lnTo>
                  <a:lnTo>
                    <a:pt x="490472" y="217660"/>
                  </a:lnTo>
                  <a:lnTo>
                    <a:pt x="498257" y="216645"/>
                  </a:lnTo>
                  <a:lnTo>
                    <a:pt x="506042" y="215572"/>
                  </a:lnTo>
                  <a:lnTo>
                    <a:pt x="513827" y="214240"/>
                  </a:lnTo>
                  <a:lnTo>
                    <a:pt x="521613" y="213183"/>
                  </a:lnTo>
                  <a:lnTo>
                    <a:pt x="529398" y="211665"/>
                  </a:lnTo>
                  <a:lnTo>
                    <a:pt x="537183" y="210701"/>
                  </a:lnTo>
                  <a:lnTo>
                    <a:pt x="544968" y="210065"/>
                  </a:lnTo>
                  <a:lnTo>
                    <a:pt x="552754" y="209381"/>
                  </a:lnTo>
                  <a:lnTo>
                    <a:pt x="560539" y="208618"/>
                  </a:lnTo>
                  <a:lnTo>
                    <a:pt x="568324" y="207521"/>
                  </a:lnTo>
                  <a:lnTo>
                    <a:pt x="576110" y="206793"/>
                  </a:lnTo>
                  <a:lnTo>
                    <a:pt x="583895" y="206451"/>
                  </a:lnTo>
                  <a:lnTo>
                    <a:pt x="591680" y="205731"/>
                  </a:lnTo>
                  <a:lnTo>
                    <a:pt x="599465" y="204882"/>
                  </a:lnTo>
                  <a:lnTo>
                    <a:pt x="607251" y="204184"/>
                  </a:lnTo>
                  <a:lnTo>
                    <a:pt x="615036" y="203071"/>
                  </a:lnTo>
                  <a:lnTo>
                    <a:pt x="622821" y="202178"/>
                  </a:lnTo>
                  <a:lnTo>
                    <a:pt x="630606" y="201169"/>
                  </a:lnTo>
                  <a:lnTo>
                    <a:pt x="638392" y="200145"/>
                  </a:lnTo>
                  <a:lnTo>
                    <a:pt x="646177" y="199541"/>
                  </a:lnTo>
                  <a:lnTo>
                    <a:pt x="653962" y="198274"/>
                  </a:lnTo>
                  <a:lnTo>
                    <a:pt x="661747" y="197118"/>
                  </a:lnTo>
                  <a:lnTo>
                    <a:pt x="669533" y="196447"/>
                  </a:lnTo>
                  <a:lnTo>
                    <a:pt x="677318" y="195872"/>
                  </a:lnTo>
                  <a:lnTo>
                    <a:pt x="685103" y="195298"/>
                  </a:lnTo>
                  <a:lnTo>
                    <a:pt x="692889" y="194723"/>
                  </a:lnTo>
                  <a:lnTo>
                    <a:pt x="700674" y="194134"/>
                  </a:lnTo>
                  <a:lnTo>
                    <a:pt x="708459" y="192897"/>
                  </a:lnTo>
                  <a:lnTo>
                    <a:pt x="716244" y="191665"/>
                  </a:lnTo>
                  <a:lnTo>
                    <a:pt x="724030" y="190436"/>
                  </a:lnTo>
                  <a:lnTo>
                    <a:pt x="731815" y="189207"/>
                  </a:lnTo>
                  <a:lnTo>
                    <a:pt x="739600" y="187979"/>
                  </a:lnTo>
                  <a:lnTo>
                    <a:pt x="747385" y="186915"/>
                  </a:lnTo>
                  <a:lnTo>
                    <a:pt x="755171" y="186125"/>
                  </a:lnTo>
                  <a:lnTo>
                    <a:pt x="762956" y="185661"/>
                  </a:lnTo>
                  <a:lnTo>
                    <a:pt x="770741" y="184973"/>
                  </a:lnTo>
                  <a:lnTo>
                    <a:pt x="778527" y="184763"/>
                  </a:lnTo>
                  <a:lnTo>
                    <a:pt x="786312" y="183893"/>
                  </a:lnTo>
                  <a:lnTo>
                    <a:pt x="794097" y="182635"/>
                  </a:lnTo>
                  <a:lnTo>
                    <a:pt x="801882" y="181550"/>
                  </a:lnTo>
                  <a:lnTo>
                    <a:pt x="809668" y="180047"/>
                  </a:lnTo>
                  <a:lnTo>
                    <a:pt x="817453" y="178545"/>
                  </a:lnTo>
                  <a:lnTo>
                    <a:pt x="825238" y="177024"/>
                  </a:lnTo>
                  <a:lnTo>
                    <a:pt x="833023" y="175459"/>
                  </a:lnTo>
                  <a:lnTo>
                    <a:pt x="840809" y="174077"/>
                  </a:lnTo>
                  <a:lnTo>
                    <a:pt x="848594" y="172952"/>
                  </a:lnTo>
                  <a:lnTo>
                    <a:pt x="856379" y="171914"/>
                  </a:lnTo>
                  <a:lnTo>
                    <a:pt x="864165" y="170354"/>
                  </a:lnTo>
                  <a:lnTo>
                    <a:pt x="871950" y="169602"/>
                  </a:lnTo>
                  <a:lnTo>
                    <a:pt x="879735" y="168927"/>
                  </a:lnTo>
                  <a:lnTo>
                    <a:pt x="887520" y="167959"/>
                  </a:lnTo>
                  <a:lnTo>
                    <a:pt x="895306" y="166970"/>
                  </a:lnTo>
                  <a:lnTo>
                    <a:pt x="903091" y="165983"/>
                  </a:lnTo>
                  <a:lnTo>
                    <a:pt x="910876" y="165028"/>
                  </a:lnTo>
                  <a:lnTo>
                    <a:pt x="918661" y="164274"/>
                  </a:lnTo>
                  <a:lnTo>
                    <a:pt x="926447" y="163521"/>
                  </a:lnTo>
                  <a:lnTo>
                    <a:pt x="934232" y="162769"/>
                  </a:lnTo>
                  <a:lnTo>
                    <a:pt x="942017" y="162021"/>
                  </a:lnTo>
                  <a:lnTo>
                    <a:pt x="949802" y="161273"/>
                  </a:lnTo>
                  <a:lnTo>
                    <a:pt x="957588" y="160526"/>
                  </a:lnTo>
                  <a:lnTo>
                    <a:pt x="965373" y="159262"/>
                  </a:lnTo>
                  <a:lnTo>
                    <a:pt x="973158" y="157845"/>
                  </a:lnTo>
                  <a:lnTo>
                    <a:pt x="980944" y="156205"/>
                  </a:lnTo>
                  <a:lnTo>
                    <a:pt x="988729" y="155119"/>
                  </a:lnTo>
                  <a:lnTo>
                    <a:pt x="996514" y="154068"/>
                  </a:lnTo>
                  <a:lnTo>
                    <a:pt x="1004299" y="152204"/>
                  </a:lnTo>
                  <a:lnTo>
                    <a:pt x="1012085" y="151122"/>
                  </a:lnTo>
                  <a:lnTo>
                    <a:pt x="1019870" y="149571"/>
                  </a:lnTo>
                  <a:lnTo>
                    <a:pt x="1027655" y="148582"/>
                  </a:lnTo>
                  <a:lnTo>
                    <a:pt x="1035440" y="147498"/>
                  </a:lnTo>
                  <a:lnTo>
                    <a:pt x="1043226" y="145542"/>
                  </a:lnTo>
                  <a:lnTo>
                    <a:pt x="1051011" y="144248"/>
                  </a:lnTo>
                  <a:lnTo>
                    <a:pt x="1058796" y="143440"/>
                  </a:lnTo>
                  <a:lnTo>
                    <a:pt x="1066582" y="142305"/>
                  </a:lnTo>
                  <a:lnTo>
                    <a:pt x="1074367" y="141022"/>
                  </a:lnTo>
                  <a:lnTo>
                    <a:pt x="1082152" y="139993"/>
                  </a:lnTo>
                  <a:lnTo>
                    <a:pt x="1089937" y="138578"/>
                  </a:lnTo>
                  <a:lnTo>
                    <a:pt x="1097723" y="137584"/>
                  </a:lnTo>
                  <a:lnTo>
                    <a:pt x="1105508" y="136436"/>
                  </a:lnTo>
                  <a:lnTo>
                    <a:pt x="1113293" y="134583"/>
                  </a:lnTo>
                  <a:lnTo>
                    <a:pt x="1121078" y="133294"/>
                  </a:lnTo>
                  <a:lnTo>
                    <a:pt x="1128864" y="132021"/>
                  </a:lnTo>
                  <a:lnTo>
                    <a:pt x="1136649" y="131177"/>
                  </a:lnTo>
                  <a:lnTo>
                    <a:pt x="1144434" y="129503"/>
                  </a:lnTo>
                  <a:lnTo>
                    <a:pt x="1152220" y="128192"/>
                  </a:lnTo>
                  <a:lnTo>
                    <a:pt x="1160005" y="126922"/>
                  </a:lnTo>
                  <a:lnTo>
                    <a:pt x="1167790" y="125664"/>
                  </a:lnTo>
                  <a:lnTo>
                    <a:pt x="1175575" y="124456"/>
                  </a:lnTo>
                  <a:lnTo>
                    <a:pt x="1183361" y="123246"/>
                  </a:lnTo>
                  <a:lnTo>
                    <a:pt x="1191146" y="121886"/>
                  </a:lnTo>
                  <a:lnTo>
                    <a:pt x="1198931" y="120631"/>
                  </a:lnTo>
                  <a:lnTo>
                    <a:pt x="1206716" y="119834"/>
                  </a:lnTo>
                  <a:lnTo>
                    <a:pt x="1214502" y="118283"/>
                  </a:lnTo>
                  <a:lnTo>
                    <a:pt x="1222287" y="116887"/>
                  </a:lnTo>
                  <a:lnTo>
                    <a:pt x="1230072" y="115636"/>
                  </a:lnTo>
                  <a:lnTo>
                    <a:pt x="1237857" y="114389"/>
                  </a:lnTo>
                  <a:lnTo>
                    <a:pt x="1245643" y="112881"/>
                  </a:lnTo>
                  <a:lnTo>
                    <a:pt x="1253428" y="111045"/>
                  </a:lnTo>
                  <a:lnTo>
                    <a:pt x="1261213" y="109216"/>
                  </a:lnTo>
                  <a:lnTo>
                    <a:pt x="1268999" y="108014"/>
                  </a:lnTo>
                  <a:lnTo>
                    <a:pt x="1276784" y="107074"/>
                  </a:lnTo>
                  <a:lnTo>
                    <a:pt x="1284569" y="106057"/>
                  </a:lnTo>
                  <a:lnTo>
                    <a:pt x="1292354" y="104138"/>
                  </a:lnTo>
                  <a:lnTo>
                    <a:pt x="1300140" y="102782"/>
                  </a:lnTo>
                  <a:lnTo>
                    <a:pt x="1307925" y="102182"/>
                  </a:lnTo>
                  <a:lnTo>
                    <a:pt x="1315710" y="101583"/>
                  </a:lnTo>
                  <a:lnTo>
                    <a:pt x="1323495" y="100140"/>
                  </a:lnTo>
                  <a:lnTo>
                    <a:pt x="1331281" y="98633"/>
                  </a:lnTo>
                  <a:lnTo>
                    <a:pt x="1339066" y="97132"/>
                  </a:lnTo>
                  <a:lnTo>
                    <a:pt x="1346851" y="95992"/>
                  </a:lnTo>
                  <a:lnTo>
                    <a:pt x="1354637" y="94892"/>
                  </a:lnTo>
                  <a:lnTo>
                    <a:pt x="1362422" y="93811"/>
                  </a:lnTo>
                  <a:lnTo>
                    <a:pt x="1370207" y="92737"/>
                  </a:lnTo>
                  <a:lnTo>
                    <a:pt x="1377992" y="91661"/>
                  </a:lnTo>
                  <a:lnTo>
                    <a:pt x="1385778" y="90570"/>
                  </a:lnTo>
                  <a:lnTo>
                    <a:pt x="1393563" y="89405"/>
                  </a:lnTo>
                  <a:lnTo>
                    <a:pt x="1401348" y="87774"/>
                  </a:lnTo>
                  <a:lnTo>
                    <a:pt x="1409133" y="86156"/>
                  </a:lnTo>
                  <a:lnTo>
                    <a:pt x="1416919" y="84817"/>
                  </a:lnTo>
                  <a:lnTo>
                    <a:pt x="1424704" y="83671"/>
                  </a:lnTo>
                  <a:lnTo>
                    <a:pt x="1432489" y="82844"/>
                  </a:lnTo>
                  <a:lnTo>
                    <a:pt x="1440275" y="81654"/>
                  </a:lnTo>
                  <a:lnTo>
                    <a:pt x="1448060" y="80649"/>
                  </a:lnTo>
                  <a:lnTo>
                    <a:pt x="1455845" y="79651"/>
                  </a:lnTo>
                  <a:lnTo>
                    <a:pt x="1463630" y="78681"/>
                  </a:lnTo>
                  <a:lnTo>
                    <a:pt x="1471416" y="77646"/>
                  </a:lnTo>
                  <a:lnTo>
                    <a:pt x="1479201" y="76635"/>
                  </a:lnTo>
                  <a:lnTo>
                    <a:pt x="1486986" y="75551"/>
                  </a:lnTo>
                  <a:lnTo>
                    <a:pt x="1494771" y="74221"/>
                  </a:lnTo>
                  <a:lnTo>
                    <a:pt x="1502557" y="72896"/>
                  </a:lnTo>
                  <a:lnTo>
                    <a:pt x="1510342" y="72022"/>
                  </a:lnTo>
                  <a:lnTo>
                    <a:pt x="1518127" y="70675"/>
                  </a:lnTo>
                  <a:lnTo>
                    <a:pt x="1525912" y="69234"/>
                  </a:lnTo>
                  <a:lnTo>
                    <a:pt x="1533698" y="67799"/>
                  </a:lnTo>
                  <a:lnTo>
                    <a:pt x="1541483" y="66371"/>
                  </a:lnTo>
                  <a:lnTo>
                    <a:pt x="1549268" y="64973"/>
                  </a:lnTo>
                  <a:lnTo>
                    <a:pt x="1557054" y="63668"/>
                  </a:lnTo>
                  <a:lnTo>
                    <a:pt x="1564839" y="62372"/>
                  </a:lnTo>
                  <a:lnTo>
                    <a:pt x="1572624" y="60960"/>
                  </a:lnTo>
                  <a:lnTo>
                    <a:pt x="1580409" y="59655"/>
                  </a:lnTo>
                  <a:lnTo>
                    <a:pt x="1588195" y="58515"/>
                  </a:lnTo>
                  <a:lnTo>
                    <a:pt x="1595980" y="57295"/>
                  </a:lnTo>
                  <a:lnTo>
                    <a:pt x="1603765" y="56323"/>
                  </a:lnTo>
                  <a:lnTo>
                    <a:pt x="1611550" y="55153"/>
                  </a:lnTo>
                  <a:lnTo>
                    <a:pt x="1619336" y="53681"/>
                  </a:lnTo>
                  <a:lnTo>
                    <a:pt x="1627121" y="52217"/>
                  </a:lnTo>
                  <a:lnTo>
                    <a:pt x="1634906" y="50960"/>
                  </a:lnTo>
                  <a:lnTo>
                    <a:pt x="1642692" y="49716"/>
                  </a:lnTo>
                  <a:lnTo>
                    <a:pt x="1650477" y="48478"/>
                  </a:lnTo>
                  <a:lnTo>
                    <a:pt x="1658262" y="47256"/>
                  </a:lnTo>
                  <a:lnTo>
                    <a:pt x="1666047" y="46099"/>
                  </a:lnTo>
                  <a:lnTo>
                    <a:pt x="1673833" y="45323"/>
                  </a:lnTo>
                  <a:lnTo>
                    <a:pt x="1681618" y="44382"/>
                  </a:lnTo>
                  <a:lnTo>
                    <a:pt x="1689403" y="43093"/>
                  </a:lnTo>
                  <a:lnTo>
                    <a:pt x="1697188" y="41811"/>
                  </a:lnTo>
                  <a:lnTo>
                    <a:pt x="1704974" y="40487"/>
                  </a:lnTo>
                  <a:lnTo>
                    <a:pt x="1712759" y="39054"/>
                  </a:lnTo>
                  <a:lnTo>
                    <a:pt x="1720544" y="38004"/>
                  </a:lnTo>
                  <a:lnTo>
                    <a:pt x="1728330" y="36748"/>
                  </a:lnTo>
                  <a:lnTo>
                    <a:pt x="1736115" y="35500"/>
                  </a:lnTo>
                  <a:lnTo>
                    <a:pt x="1743900" y="34258"/>
                  </a:lnTo>
                  <a:lnTo>
                    <a:pt x="1751685" y="33023"/>
                  </a:lnTo>
                  <a:lnTo>
                    <a:pt x="1759471" y="31845"/>
                  </a:lnTo>
                  <a:lnTo>
                    <a:pt x="1767256" y="30698"/>
                  </a:lnTo>
                  <a:lnTo>
                    <a:pt x="1775041" y="29558"/>
                  </a:lnTo>
                  <a:lnTo>
                    <a:pt x="1782826" y="28423"/>
                  </a:lnTo>
                  <a:lnTo>
                    <a:pt x="1790612" y="27297"/>
                  </a:lnTo>
                  <a:lnTo>
                    <a:pt x="1798397" y="26179"/>
                  </a:lnTo>
                  <a:lnTo>
                    <a:pt x="1806182" y="25066"/>
                  </a:lnTo>
                  <a:lnTo>
                    <a:pt x="1813967" y="23960"/>
                  </a:lnTo>
                  <a:lnTo>
                    <a:pt x="1821753" y="22938"/>
                  </a:lnTo>
                  <a:lnTo>
                    <a:pt x="1829538" y="21928"/>
                  </a:lnTo>
                  <a:lnTo>
                    <a:pt x="1837323" y="20924"/>
                  </a:lnTo>
                  <a:lnTo>
                    <a:pt x="1845109" y="19926"/>
                  </a:lnTo>
                  <a:lnTo>
                    <a:pt x="1852894" y="18937"/>
                  </a:lnTo>
                  <a:lnTo>
                    <a:pt x="1860679" y="17953"/>
                  </a:lnTo>
                  <a:lnTo>
                    <a:pt x="1868464" y="17088"/>
                  </a:lnTo>
                  <a:lnTo>
                    <a:pt x="1876250" y="16241"/>
                  </a:lnTo>
                  <a:lnTo>
                    <a:pt x="1884035" y="15398"/>
                  </a:lnTo>
                  <a:lnTo>
                    <a:pt x="1891820" y="14560"/>
                  </a:lnTo>
                  <a:lnTo>
                    <a:pt x="1899605" y="13727"/>
                  </a:lnTo>
                  <a:lnTo>
                    <a:pt x="1907391" y="12854"/>
                  </a:lnTo>
                  <a:lnTo>
                    <a:pt x="1915176" y="12073"/>
                  </a:lnTo>
                  <a:lnTo>
                    <a:pt x="1922961" y="11243"/>
                  </a:lnTo>
                  <a:lnTo>
                    <a:pt x="1930747" y="10422"/>
                  </a:lnTo>
                  <a:lnTo>
                    <a:pt x="1938532" y="9606"/>
                  </a:lnTo>
                  <a:lnTo>
                    <a:pt x="1946317" y="8793"/>
                  </a:lnTo>
                  <a:lnTo>
                    <a:pt x="1954102" y="7985"/>
                  </a:lnTo>
                  <a:lnTo>
                    <a:pt x="1961888" y="7180"/>
                  </a:lnTo>
                  <a:lnTo>
                    <a:pt x="1969673" y="6379"/>
                  </a:lnTo>
                  <a:lnTo>
                    <a:pt x="1977458" y="5511"/>
                  </a:lnTo>
                  <a:lnTo>
                    <a:pt x="1985243" y="4392"/>
                  </a:lnTo>
                  <a:lnTo>
                    <a:pt x="1993029" y="3282"/>
                  </a:lnTo>
                  <a:lnTo>
                    <a:pt x="2000814" y="2180"/>
                  </a:lnTo>
                  <a:lnTo>
                    <a:pt x="2008599" y="1086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3648531" y="3843334"/>
              <a:ext cx="2016385" cy="76015"/>
            </a:xfrm>
            <a:custGeom>
              <a:avLst/>
              <a:pathLst>
                <a:path w="2016385" h="76015">
                  <a:moveTo>
                    <a:pt x="2016385" y="2784"/>
                  </a:moveTo>
                  <a:lnTo>
                    <a:pt x="2008599" y="2302"/>
                  </a:lnTo>
                  <a:lnTo>
                    <a:pt x="2000814" y="1820"/>
                  </a:lnTo>
                  <a:lnTo>
                    <a:pt x="1993029" y="1492"/>
                  </a:lnTo>
                  <a:lnTo>
                    <a:pt x="1985243" y="1391"/>
                  </a:lnTo>
                  <a:lnTo>
                    <a:pt x="1977458" y="1291"/>
                  </a:lnTo>
                  <a:lnTo>
                    <a:pt x="1969673" y="1383"/>
                  </a:lnTo>
                  <a:lnTo>
                    <a:pt x="1961888" y="1590"/>
                  </a:lnTo>
                  <a:lnTo>
                    <a:pt x="1954102" y="1796"/>
                  </a:lnTo>
                  <a:lnTo>
                    <a:pt x="1946317" y="1632"/>
                  </a:lnTo>
                  <a:lnTo>
                    <a:pt x="1938532" y="1393"/>
                  </a:lnTo>
                  <a:lnTo>
                    <a:pt x="1930747" y="1154"/>
                  </a:lnTo>
                  <a:lnTo>
                    <a:pt x="1922961" y="1133"/>
                  </a:lnTo>
                  <a:lnTo>
                    <a:pt x="1915176" y="1135"/>
                  </a:lnTo>
                  <a:lnTo>
                    <a:pt x="1907391" y="1136"/>
                  </a:lnTo>
                  <a:lnTo>
                    <a:pt x="1899605" y="1138"/>
                  </a:lnTo>
                  <a:lnTo>
                    <a:pt x="1891820" y="1139"/>
                  </a:lnTo>
                  <a:lnTo>
                    <a:pt x="1884035" y="1141"/>
                  </a:lnTo>
                  <a:lnTo>
                    <a:pt x="1876250" y="1142"/>
                  </a:lnTo>
                  <a:lnTo>
                    <a:pt x="1868464" y="1144"/>
                  </a:lnTo>
                  <a:lnTo>
                    <a:pt x="1860679" y="1178"/>
                  </a:lnTo>
                  <a:lnTo>
                    <a:pt x="1852894" y="1226"/>
                  </a:lnTo>
                  <a:lnTo>
                    <a:pt x="1845109" y="1158"/>
                  </a:lnTo>
                  <a:lnTo>
                    <a:pt x="1837323" y="1158"/>
                  </a:lnTo>
                  <a:lnTo>
                    <a:pt x="1829538" y="1164"/>
                  </a:lnTo>
                  <a:lnTo>
                    <a:pt x="1821753" y="1170"/>
                  </a:lnTo>
                  <a:lnTo>
                    <a:pt x="1813967" y="1176"/>
                  </a:lnTo>
                  <a:lnTo>
                    <a:pt x="1806182" y="1183"/>
                  </a:lnTo>
                  <a:lnTo>
                    <a:pt x="1798397" y="1189"/>
                  </a:lnTo>
                  <a:lnTo>
                    <a:pt x="1790612" y="1195"/>
                  </a:lnTo>
                  <a:lnTo>
                    <a:pt x="1782826" y="1201"/>
                  </a:lnTo>
                  <a:lnTo>
                    <a:pt x="1775041" y="1208"/>
                  </a:lnTo>
                  <a:lnTo>
                    <a:pt x="1767256" y="1214"/>
                  </a:lnTo>
                  <a:lnTo>
                    <a:pt x="1759471" y="1220"/>
                  </a:lnTo>
                  <a:lnTo>
                    <a:pt x="1751685" y="1267"/>
                  </a:lnTo>
                  <a:lnTo>
                    <a:pt x="1743900" y="1432"/>
                  </a:lnTo>
                  <a:lnTo>
                    <a:pt x="1736115" y="1591"/>
                  </a:lnTo>
                  <a:lnTo>
                    <a:pt x="1728330" y="1469"/>
                  </a:lnTo>
                  <a:lnTo>
                    <a:pt x="1720544" y="1247"/>
                  </a:lnTo>
                  <a:lnTo>
                    <a:pt x="1712759" y="1256"/>
                  </a:lnTo>
                  <a:lnTo>
                    <a:pt x="1704974" y="1264"/>
                  </a:lnTo>
                  <a:lnTo>
                    <a:pt x="1697188" y="1270"/>
                  </a:lnTo>
                  <a:lnTo>
                    <a:pt x="1689403" y="1276"/>
                  </a:lnTo>
                  <a:lnTo>
                    <a:pt x="1681618" y="1281"/>
                  </a:lnTo>
                  <a:lnTo>
                    <a:pt x="1673833" y="1278"/>
                  </a:lnTo>
                  <a:lnTo>
                    <a:pt x="1666047" y="1274"/>
                  </a:lnTo>
                  <a:lnTo>
                    <a:pt x="1658262" y="1271"/>
                  </a:lnTo>
                  <a:lnTo>
                    <a:pt x="1650477" y="1279"/>
                  </a:lnTo>
                  <a:lnTo>
                    <a:pt x="1642692" y="1070"/>
                  </a:lnTo>
                  <a:lnTo>
                    <a:pt x="1634906" y="1111"/>
                  </a:lnTo>
                  <a:lnTo>
                    <a:pt x="1627121" y="1290"/>
                  </a:lnTo>
                  <a:lnTo>
                    <a:pt x="1619336" y="1046"/>
                  </a:lnTo>
                  <a:lnTo>
                    <a:pt x="1611550" y="716"/>
                  </a:lnTo>
                  <a:lnTo>
                    <a:pt x="1603765" y="447"/>
                  </a:lnTo>
                  <a:lnTo>
                    <a:pt x="1595980" y="223"/>
                  </a:lnTo>
                  <a:lnTo>
                    <a:pt x="1588195" y="0"/>
                  </a:lnTo>
                  <a:lnTo>
                    <a:pt x="1580409" y="273"/>
                  </a:lnTo>
                  <a:lnTo>
                    <a:pt x="1572624" y="567"/>
                  </a:lnTo>
                  <a:lnTo>
                    <a:pt x="1564839" y="750"/>
                  </a:lnTo>
                  <a:lnTo>
                    <a:pt x="1557054" y="483"/>
                  </a:lnTo>
                  <a:lnTo>
                    <a:pt x="1549268" y="647"/>
                  </a:lnTo>
                  <a:lnTo>
                    <a:pt x="1541483" y="1065"/>
                  </a:lnTo>
                  <a:lnTo>
                    <a:pt x="1533698" y="1080"/>
                  </a:lnTo>
                  <a:lnTo>
                    <a:pt x="1525912" y="953"/>
                  </a:lnTo>
                  <a:lnTo>
                    <a:pt x="1518127" y="826"/>
                  </a:lnTo>
                  <a:lnTo>
                    <a:pt x="1510342" y="697"/>
                  </a:lnTo>
                  <a:lnTo>
                    <a:pt x="1502557" y="608"/>
                  </a:lnTo>
                  <a:lnTo>
                    <a:pt x="1494771" y="731"/>
                  </a:lnTo>
                  <a:lnTo>
                    <a:pt x="1486986" y="512"/>
                  </a:lnTo>
                  <a:lnTo>
                    <a:pt x="1479201" y="174"/>
                  </a:lnTo>
                  <a:lnTo>
                    <a:pt x="1471416" y="164"/>
                  </a:lnTo>
                  <a:lnTo>
                    <a:pt x="1463630" y="368"/>
                  </a:lnTo>
                  <a:lnTo>
                    <a:pt x="1455845" y="574"/>
                  </a:lnTo>
                  <a:lnTo>
                    <a:pt x="1448060" y="559"/>
                  </a:lnTo>
                  <a:lnTo>
                    <a:pt x="1440275" y="726"/>
                  </a:lnTo>
                  <a:lnTo>
                    <a:pt x="1432489" y="905"/>
                  </a:lnTo>
                  <a:lnTo>
                    <a:pt x="1424704" y="1078"/>
                  </a:lnTo>
                  <a:lnTo>
                    <a:pt x="1416919" y="1246"/>
                  </a:lnTo>
                  <a:lnTo>
                    <a:pt x="1409133" y="1414"/>
                  </a:lnTo>
                  <a:lnTo>
                    <a:pt x="1401348" y="1440"/>
                  </a:lnTo>
                  <a:lnTo>
                    <a:pt x="1393563" y="1607"/>
                  </a:lnTo>
                  <a:lnTo>
                    <a:pt x="1385778" y="1874"/>
                  </a:lnTo>
                  <a:lnTo>
                    <a:pt x="1377992" y="2101"/>
                  </a:lnTo>
                  <a:lnTo>
                    <a:pt x="1370207" y="2273"/>
                  </a:lnTo>
                  <a:lnTo>
                    <a:pt x="1362422" y="2255"/>
                  </a:lnTo>
                  <a:lnTo>
                    <a:pt x="1354637" y="2164"/>
                  </a:lnTo>
                  <a:lnTo>
                    <a:pt x="1346851" y="2073"/>
                  </a:lnTo>
                  <a:lnTo>
                    <a:pt x="1339066" y="2219"/>
                  </a:lnTo>
                  <a:lnTo>
                    <a:pt x="1331281" y="2715"/>
                  </a:lnTo>
                  <a:lnTo>
                    <a:pt x="1323495" y="2974"/>
                  </a:lnTo>
                  <a:lnTo>
                    <a:pt x="1315710" y="2876"/>
                  </a:lnTo>
                  <a:lnTo>
                    <a:pt x="1307925" y="2775"/>
                  </a:lnTo>
                  <a:lnTo>
                    <a:pt x="1300140" y="2675"/>
                  </a:lnTo>
                  <a:lnTo>
                    <a:pt x="1292354" y="2574"/>
                  </a:lnTo>
                  <a:lnTo>
                    <a:pt x="1284569" y="2551"/>
                  </a:lnTo>
                  <a:lnTo>
                    <a:pt x="1276784" y="3029"/>
                  </a:lnTo>
                  <a:lnTo>
                    <a:pt x="1268999" y="2953"/>
                  </a:lnTo>
                  <a:lnTo>
                    <a:pt x="1261213" y="3278"/>
                  </a:lnTo>
                  <a:lnTo>
                    <a:pt x="1253428" y="3810"/>
                  </a:lnTo>
                  <a:lnTo>
                    <a:pt x="1245643" y="4336"/>
                  </a:lnTo>
                  <a:lnTo>
                    <a:pt x="1237857" y="4857"/>
                  </a:lnTo>
                  <a:lnTo>
                    <a:pt x="1230072" y="5107"/>
                  </a:lnTo>
                  <a:lnTo>
                    <a:pt x="1222287" y="5234"/>
                  </a:lnTo>
                  <a:lnTo>
                    <a:pt x="1214502" y="4967"/>
                  </a:lnTo>
                  <a:lnTo>
                    <a:pt x="1206716" y="4657"/>
                  </a:lnTo>
                  <a:lnTo>
                    <a:pt x="1198931" y="5061"/>
                  </a:lnTo>
                  <a:lnTo>
                    <a:pt x="1191146" y="5166"/>
                  </a:lnTo>
                  <a:lnTo>
                    <a:pt x="1183361" y="4729"/>
                  </a:lnTo>
                  <a:lnTo>
                    <a:pt x="1175575" y="4968"/>
                  </a:lnTo>
                  <a:lnTo>
                    <a:pt x="1167790" y="5474"/>
                  </a:lnTo>
                  <a:lnTo>
                    <a:pt x="1160005" y="5444"/>
                  </a:lnTo>
                  <a:lnTo>
                    <a:pt x="1152220" y="5679"/>
                  </a:lnTo>
                  <a:lnTo>
                    <a:pt x="1144434" y="5418"/>
                  </a:lnTo>
                  <a:lnTo>
                    <a:pt x="1136649" y="5673"/>
                  </a:lnTo>
                  <a:lnTo>
                    <a:pt x="1128864" y="5991"/>
                  </a:lnTo>
                  <a:lnTo>
                    <a:pt x="1121078" y="6191"/>
                  </a:lnTo>
                  <a:lnTo>
                    <a:pt x="1113293" y="6426"/>
                  </a:lnTo>
                  <a:lnTo>
                    <a:pt x="1105508" y="6498"/>
                  </a:lnTo>
                  <a:lnTo>
                    <a:pt x="1097723" y="6340"/>
                  </a:lnTo>
                  <a:lnTo>
                    <a:pt x="1089937" y="6464"/>
                  </a:lnTo>
                  <a:lnTo>
                    <a:pt x="1082152" y="6824"/>
                  </a:lnTo>
                  <a:lnTo>
                    <a:pt x="1074367" y="7219"/>
                  </a:lnTo>
                  <a:lnTo>
                    <a:pt x="1066582" y="7614"/>
                  </a:lnTo>
                  <a:lnTo>
                    <a:pt x="1058796" y="7826"/>
                  </a:lnTo>
                  <a:lnTo>
                    <a:pt x="1051011" y="8021"/>
                  </a:lnTo>
                  <a:lnTo>
                    <a:pt x="1043226" y="8048"/>
                  </a:lnTo>
                  <a:lnTo>
                    <a:pt x="1035440" y="7802"/>
                  </a:lnTo>
                  <a:lnTo>
                    <a:pt x="1027655" y="8114"/>
                  </a:lnTo>
                  <a:lnTo>
                    <a:pt x="1019870" y="8401"/>
                  </a:lnTo>
                  <a:lnTo>
                    <a:pt x="1012085" y="8349"/>
                  </a:lnTo>
                  <a:lnTo>
                    <a:pt x="1004299" y="8539"/>
                  </a:lnTo>
                  <a:lnTo>
                    <a:pt x="996514" y="8834"/>
                  </a:lnTo>
                  <a:lnTo>
                    <a:pt x="988729" y="8919"/>
                  </a:lnTo>
                  <a:lnTo>
                    <a:pt x="980944" y="9107"/>
                  </a:lnTo>
                  <a:lnTo>
                    <a:pt x="973158" y="9296"/>
                  </a:lnTo>
                  <a:lnTo>
                    <a:pt x="965373" y="9613"/>
                  </a:lnTo>
                  <a:lnTo>
                    <a:pt x="957588" y="9872"/>
                  </a:lnTo>
                  <a:lnTo>
                    <a:pt x="949802" y="10124"/>
                  </a:lnTo>
                  <a:lnTo>
                    <a:pt x="942017" y="10379"/>
                  </a:lnTo>
                  <a:lnTo>
                    <a:pt x="934232" y="10642"/>
                  </a:lnTo>
                  <a:lnTo>
                    <a:pt x="926447" y="10904"/>
                  </a:lnTo>
                  <a:lnTo>
                    <a:pt x="918661" y="11125"/>
                  </a:lnTo>
                  <a:lnTo>
                    <a:pt x="910876" y="11410"/>
                  </a:lnTo>
                  <a:lnTo>
                    <a:pt x="903091" y="11674"/>
                  </a:lnTo>
                  <a:lnTo>
                    <a:pt x="895306" y="11935"/>
                  </a:lnTo>
                  <a:lnTo>
                    <a:pt x="887520" y="12445"/>
                  </a:lnTo>
                  <a:lnTo>
                    <a:pt x="879735" y="12868"/>
                  </a:lnTo>
                  <a:lnTo>
                    <a:pt x="871950" y="13045"/>
                  </a:lnTo>
                  <a:lnTo>
                    <a:pt x="864165" y="13371"/>
                  </a:lnTo>
                  <a:lnTo>
                    <a:pt x="856379" y="13824"/>
                  </a:lnTo>
                  <a:lnTo>
                    <a:pt x="848594" y="14163"/>
                  </a:lnTo>
                  <a:lnTo>
                    <a:pt x="840809" y="14726"/>
                  </a:lnTo>
                  <a:lnTo>
                    <a:pt x="833023" y="15179"/>
                  </a:lnTo>
                  <a:lnTo>
                    <a:pt x="825238" y="15680"/>
                  </a:lnTo>
                  <a:lnTo>
                    <a:pt x="817453" y="16155"/>
                  </a:lnTo>
                  <a:lnTo>
                    <a:pt x="809668" y="16609"/>
                  </a:lnTo>
                  <a:lnTo>
                    <a:pt x="801882" y="16994"/>
                  </a:lnTo>
                  <a:lnTo>
                    <a:pt x="794097" y="17448"/>
                  </a:lnTo>
                  <a:lnTo>
                    <a:pt x="786312" y="17899"/>
                  </a:lnTo>
                  <a:lnTo>
                    <a:pt x="778527" y="18343"/>
                  </a:lnTo>
                  <a:lnTo>
                    <a:pt x="770741" y="18653"/>
                  </a:lnTo>
                  <a:lnTo>
                    <a:pt x="762956" y="19196"/>
                  </a:lnTo>
                  <a:lnTo>
                    <a:pt x="755171" y="19691"/>
                  </a:lnTo>
                  <a:lnTo>
                    <a:pt x="747385" y="20135"/>
                  </a:lnTo>
                  <a:lnTo>
                    <a:pt x="739600" y="20435"/>
                  </a:lnTo>
                  <a:lnTo>
                    <a:pt x="731815" y="20599"/>
                  </a:lnTo>
                  <a:lnTo>
                    <a:pt x="724030" y="20763"/>
                  </a:lnTo>
                  <a:lnTo>
                    <a:pt x="716244" y="21579"/>
                  </a:lnTo>
                  <a:lnTo>
                    <a:pt x="708459" y="22357"/>
                  </a:lnTo>
                  <a:lnTo>
                    <a:pt x="700674" y="22804"/>
                  </a:lnTo>
                  <a:lnTo>
                    <a:pt x="692889" y="23238"/>
                  </a:lnTo>
                  <a:lnTo>
                    <a:pt x="685103" y="23069"/>
                  </a:lnTo>
                  <a:lnTo>
                    <a:pt x="677318" y="23342"/>
                  </a:lnTo>
                  <a:lnTo>
                    <a:pt x="669533" y="23588"/>
                  </a:lnTo>
                  <a:lnTo>
                    <a:pt x="661747" y="23940"/>
                  </a:lnTo>
                  <a:lnTo>
                    <a:pt x="653962" y="24106"/>
                  </a:lnTo>
                  <a:lnTo>
                    <a:pt x="646177" y="24398"/>
                  </a:lnTo>
                  <a:lnTo>
                    <a:pt x="638392" y="25041"/>
                  </a:lnTo>
                  <a:lnTo>
                    <a:pt x="630606" y="25491"/>
                  </a:lnTo>
                  <a:lnTo>
                    <a:pt x="622821" y="25962"/>
                  </a:lnTo>
                  <a:lnTo>
                    <a:pt x="615036" y="26599"/>
                  </a:lnTo>
                  <a:lnTo>
                    <a:pt x="607251" y="26685"/>
                  </a:lnTo>
                  <a:lnTo>
                    <a:pt x="599465" y="27198"/>
                  </a:lnTo>
                  <a:lnTo>
                    <a:pt x="591680" y="27510"/>
                  </a:lnTo>
                  <a:lnTo>
                    <a:pt x="583895" y="27807"/>
                  </a:lnTo>
                  <a:lnTo>
                    <a:pt x="576110" y="28401"/>
                  </a:lnTo>
                  <a:lnTo>
                    <a:pt x="568324" y="28888"/>
                  </a:lnTo>
                  <a:lnTo>
                    <a:pt x="560539" y="29640"/>
                  </a:lnTo>
                  <a:lnTo>
                    <a:pt x="552754" y="30384"/>
                  </a:lnTo>
                  <a:lnTo>
                    <a:pt x="544968" y="31138"/>
                  </a:lnTo>
                  <a:lnTo>
                    <a:pt x="537183" y="31902"/>
                  </a:lnTo>
                  <a:lnTo>
                    <a:pt x="529398" y="32597"/>
                  </a:lnTo>
                  <a:lnTo>
                    <a:pt x="521613" y="33323"/>
                  </a:lnTo>
                  <a:lnTo>
                    <a:pt x="513827" y="34056"/>
                  </a:lnTo>
                  <a:lnTo>
                    <a:pt x="506042" y="34900"/>
                  </a:lnTo>
                  <a:lnTo>
                    <a:pt x="498257" y="35524"/>
                  </a:lnTo>
                  <a:lnTo>
                    <a:pt x="490472" y="36254"/>
                  </a:lnTo>
                  <a:lnTo>
                    <a:pt x="482686" y="36974"/>
                  </a:lnTo>
                  <a:lnTo>
                    <a:pt x="474901" y="37692"/>
                  </a:lnTo>
                  <a:lnTo>
                    <a:pt x="467116" y="38408"/>
                  </a:lnTo>
                  <a:lnTo>
                    <a:pt x="459330" y="38963"/>
                  </a:lnTo>
                  <a:lnTo>
                    <a:pt x="451545" y="39413"/>
                  </a:lnTo>
                  <a:lnTo>
                    <a:pt x="443760" y="40225"/>
                  </a:lnTo>
                  <a:lnTo>
                    <a:pt x="435975" y="40827"/>
                  </a:lnTo>
                  <a:lnTo>
                    <a:pt x="428189" y="41374"/>
                  </a:lnTo>
                  <a:lnTo>
                    <a:pt x="420404" y="41957"/>
                  </a:lnTo>
                  <a:lnTo>
                    <a:pt x="412619" y="42566"/>
                  </a:lnTo>
                  <a:lnTo>
                    <a:pt x="404834" y="43214"/>
                  </a:lnTo>
                  <a:lnTo>
                    <a:pt x="397048" y="43480"/>
                  </a:lnTo>
                  <a:lnTo>
                    <a:pt x="389263" y="43744"/>
                  </a:lnTo>
                  <a:lnTo>
                    <a:pt x="381478" y="44736"/>
                  </a:lnTo>
                  <a:lnTo>
                    <a:pt x="373692" y="45081"/>
                  </a:lnTo>
                  <a:lnTo>
                    <a:pt x="365907" y="45729"/>
                  </a:lnTo>
                  <a:lnTo>
                    <a:pt x="358122" y="46420"/>
                  </a:lnTo>
                  <a:lnTo>
                    <a:pt x="350337" y="47160"/>
                  </a:lnTo>
                  <a:lnTo>
                    <a:pt x="342551" y="47794"/>
                  </a:lnTo>
                  <a:lnTo>
                    <a:pt x="334766" y="48575"/>
                  </a:lnTo>
                  <a:lnTo>
                    <a:pt x="326981" y="49212"/>
                  </a:lnTo>
                  <a:lnTo>
                    <a:pt x="319196" y="49925"/>
                  </a:lnTo>
                  <a:lnTo>
                    <a:pt x="311410" y="50633"/>
                  </a:lnTo>
                  <a:lnTo>
                    <a:pt x="303625" y="51334"/>
                  </a:lnTo>
                  <a:lnTo>
                    <a:pt x="295840" y="52032"/>
                  </a:lnTo>
                  <a:lnTo>
                    <a:pt x="288055" y="52639"/>
                  </a:lnTo>
                  <a:lnTo>
                    <a:pt x="280269" y="53149"/>
                  </a:lnTo>
                  <a:lnTo>
                    <a:pt x="272484" y="53757"/>
                  </a:lnTo>
                  <a:lnTo>
                    <a:pt x="264699" y="54325"/>
                  </a:lnTo>
                  <a:lnTo>
                    <a:pt x="256913" y="54891"/>
                  </a:lnTo>
                  <a:lnTo>
                    <a:pt x="249128" y="55456"/>
                  </a:lnTo>
                  <a:lnTo>
                    <a:pt x="241343" y="56018"/>
                  </a:lnTo>
                  <a:lnTo>
                    <a:pt x="233558" y="56661"/>
                  </a:lnTo>
                  <a:lnTo>
                    <a:pt x="225772" y="57233"/>
                  </a:lnTo>
                  <a:lnTo>
                    <a:pt x="217987" y="57786"/>
                  </a:lnTo>
                  <a:lnTo>
                    <a:pt x="210202" y="58352"/>
                  </a:lnTo>
                  <a:lnTo>
                    <a:pt x="202417" y="58915"/>
                  </a:lnTo>
                  <a:lnTo>
                    <a:pt x="194631" y="59477"/>
                  </a:lnTo>
                  <a:lnTo>
                    <a:pt x="186846" y="60312"/>
                  </a:lnTo>
                  <a:lnTo>
                    <a:pt x="179061" y="60729"/>
                  </a:lnTo>
                  <a:lnTo>
                    <a:pt x="171275" y="61276"/>
                  </a:lnTo>
                  <a:lnTo>
                    <a:pt x="163490" y="61944"/>
                  </a:lnTo>
                  <a:lnTo>
                    <a:pt x="155705" y="62422"/>
                  </a:lnTo>
                  <a:lnTo>
                    <a:pt x="147920" y="62889"/>
                  </a:lnTo>
                  <a:lnTo>
                    <a:pt x="140134" y="63348"/>
                  </a:lnTo>
                  <a:lnTo>
                    <a:pt x="132349" y="63808"/>
                  </a:lnTo>
                  <a:lnTo>
                    <a:pt x="124564" y="64423"/>
                  </a:lnTo>
                  <a:lnTo>
                    <a:pt x="116779" y="64973"/>
                  </a:lnTo>
                  <a:lnTo>
                    <a:pt x="108993" y="65522"/>
                  </a:lnTo>
                  <a:lnTo>
                    <a:pt x="101208" y="66107"/>
                  </a:lnTo>
                  <a:lnTo>
                    <a:pt x="93423" y="67018"/>
                  </a:lnTo>
                  <a:lnTo>
                    <a:pt x="85637" y="67920"/>
                  </a:lnTo>
                  <a:lnTo>
                    <a:pt x="77852" y="68816"/>
                  </a:lnTo>
                  <a:lnTo>
                    <a:pt x="70067" y="69702"/>
                  </a:lnTo>
                  <a:lnTo>
                    <a:pt x="62282" y="70276"/>
                  </a:lnTo>
                  <a:lnTo>
                    <a:pt x="54496" y="71309"/>
                  </a:lnTo>
                  <a:lnTo>
                    <a:pt x="46711" y="72022"/>
                  </a:lnTo>
                  <a:lnTo>
                    <a:pt x="38926" y="72602"/>
                  </a:lnTo>
                  <a:lnTo>
                    <a:pt x="31141" y="73222"/>
                  </a:lnTo>
                  <a:lnTo>
                    <a:pt x="23355" y="73834"/>
                  </a:lnTo>
                  <a:lnTo>
                    <a:pt x="15570" y="74433"/>
                  </a:lnTo>
                  <a:lnTo>
                    <a:pt x="7785" y="75144"/>
                  </a:lnTo>
                  <a:lnTo>
                    <a:pt x="0" y="76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648531" y="3394310"/>
              <a:ext cx="2016385" cy="528355"/>
            </a:xfrm>
            <a:custGeom>
              <a:avLst/>
              <a:pathLst>
                <a:path w="2016385" h="528355">
                  <a:moveTo>
                    <a:pt x="0" y="328094"/>
                  </a:moveTo>
                  <a:lnTo>
                    <a:pt x="7785" y="327561"/>
                  </a:lnTo>
                  <a:lnTo>
                    <a:pt x="15570" y="327141"/>
                  </a:lnTo>
                  <a:lnTo>
                    <a:pt x="23355" y="326999"/>
                  </a:lnTo>
                  <a:lnTo>
                    <a:pt x="31141" y="326857"/>
                  </a:lnTo>
                  <a:lnTo>
                    <a:pt x="38926" y="326149"/>
                  </a:lnTo>
                  <a:lnTo>
                    <a:pt x="46711" y="325484"/>
                  </a:lnTo>
                  <a:lnTo>
                    <a:pt x="54496" y="324420"/>
                  </a:lnTo>
                  <a:lnTo>
                    <a:pt x="62282" y="323777"/>
                  </a:lnTo>
                  <a:lnTo>
                    <a:pt x="70067" y="322972"/>
                  </a:lnTo>
                  <a:lnTo>
                    <a:pt x="77852" y="322177"/>
                  </a:lnTo>
                  <a:lnTo>
                    <a:pt x="85637" y="321387"/>
                  </a:lnTo>
                  <a:lnTo>
                    <a:pt x="93423" y="320596"/>
                  </a:lnTo>
                  <a:lnTo>
                    <a:pt x="101208" y="319805"/>
                  </a:lnTo>
                  <a:lnTo>
                    <a:pt x="108993" y="318917"/>
                  </a:lnTo>
                  <a:lnTo>
                    <a:pt x="116779" y="318085"/>
                  </a:lnTo>
                  <a:lnTo>
                    <a:pt x="124564" y="317307"/>
                  </a:lnTo>
                  <a:lnTo>
                    <a:pt x="132349" y="316682"/>
                  </a:lnTo>
                  <a:lnTo>
                    <a:pt x="140134" y="315830"/>
                  </a:lnTo>
                  <a:lnTo>
                    <a:pt x="147920" y="314918"/>
                  </a:lnTo>
                  <a:lnTo>
                    <a:pt x="155705" y="313686"/>
                  </a:lnTo>
                  <a:lnTo>
                    <a:pt x="163490" y="312732"/>
                  </a:lnTo>
                  <a:lnTo>
                    <a:pt x="171275" y="312621"/>
                  </a:lnTo>
                  <a:lnTo>
                    <a:pt x="179061" y="311609"/>
                  </a:lnTo>
                  <a:lnTo>
                    <a:pt x="186846" y="310580"/>
                  </a:lnTo>
                  <a:lnTo>
                    <a:pt x="194631" y="310234"/>
                  </a:lnTo>
                  <a:lnTo>
                    <a:pt x="202417" y="308946"/>
                  </a:lnTo>
                  <a:lnTo>
                    <a:pt x="210202" y="307870"/>
                  </a:lnTo>
                  <a:lnTo>
                    <a:pt x="217987" y="306231"/>
                  </a:lnTo>
                  <a:lnTo>
                    <a:pt x="225772" y="305213"/>
                  </a:lnTo>
                  <a:lnTo>
                    <a:pt x="233558" y="303969"/>
                  </a:lnTo>
                  <a:lnTo>
                    <a:pt x="241343" y="303150"/>
                  </a:lnTo>
                  <a:lnTo>
                    <a:pt x="249128" y="301753"/>
                  </a:lnTo>
                  <a:lnTo>
                    <a:pt x="256913" y="300641"/>
                  </a:lnTo>
                  <a:lnTo>
                    <a:pt x="264699" y="299663"/>
                  </a:lnTo>
                  <a:lnTo>
                    <a:pt x="272484" y="298279"/>
                  </a:lnTo>
                  <a:lnTo>
                    <a:pt x="280269" y="297047"/>
                  </a:lnTo>
                  <a:lnTo>
                    <a:pt x="288055" y="296328"/>
                  </a:lnTo>
                  <a:lnTo>
                    <a:pt x="295840" y="295312"/>
                  </a:lnTo>
                  <a:lnTo>
                    <a:pt x="303625" y="294580"/>
                  </a:lnTo>
                  <a:lnTo>
                    <a:pt x="311410" y="293843"/>
                  </a:lnTo>
                  <a:lnTo>
                    <a:pt x="319196" y="293099"/>
                  </a:lnTo>
                  <a:lnTo>
                    <a:pt x="326981" y="292365"/>
                  </a:lnTo>
                  <a:lnTo>
                    <a:pt x="334766" y="291547"/>
                  </a:lnTo>
                  <a:lnTo>
                    <a:pt x="342551" y="291022"/>
                  </a:lnTo>
                  <a:lnTo>
                    <a:pt x="350337" y="290155"/>
                  </a:lnTo>
                  <a:lnTo>
                    <a:pt x="358122" y="289440"/>
                  </a:lnTo>
                  <a:lnTo>
                    <a:pt x="365907" y="288628"/>
                  </a:lnTo>
                  <a:lnTo>
                    <a:pt x="373692" y="287437"/>
                  </a:lnTo>
                  <a:lnTo>
                    <a:pt x="381478" y="285976"/>
                  </a:lnTo>
                  <a:lnTo>
                    <a:pt x="389263" y="284979"/>
                  </a:lnTo>
                  <a:lnTo>
                    <a:pt x="397048" y="283881"/>
                  </a:lnTo>
                  <a:lnTo>
                    <a:pt x="404834" y="281686"/>
                  </a:lnTo>
                  <a:lnTo>
                    <a:pt x="412619" y="280640"/>
                  </a:lnTo>
                  <a:lnTo>
                    <a:pt x="420404" y="279325"/>
                  </a:lnTo>
                  <a:lnTo>
                    <a:pt x="428189" y="277363"/>
                  </a:lnTo>
                  <a:lnTo>
                    <a:pt x="435975" y="276066"/>
                  </a:lnTo>
                  <a:lnTo>
                    <a:pt x="443760" y="274880"/>
                  </a:lnTo>
                  <a:lnTo>
                    <a:pt x="451545" y="273989"/>
                  </a:lnTo>
                  <a:lnTo>
                    <a:pt x="459330" y="273098"/>
                  </a:lnTo>
                  <a:lnTo>
                    <a:pt x="467116" y="271446"/>
                  </a:lnTo>
                  <a:lnTo>
                    <a:pt x="474901" y="269965"/>
                  </a:lnTo>
                  <a:lnTo>
                    <a:pt x="482686" y="268136"/>
                  </a:lnTo>
                  <a:lnTo>
                    <a:pt x="490472" y="267004"/>
                  </a:lnTo>
                  <a:lnTo>
                    <a:pt x="498257" y="265553"/>
                  </a:lnTo>
                  <a:lnTo>
                    <a:pt x="506042" y="264367"/>
                  </a:lnTo>
                  <a:lnTo>
                    <a:pt x="513827" y="262432"/>
                  </a:lnTo>
                  <a:lnTo>
                    <a:pt x="521613" y="260933"/>
                  </a:lnTo>
                  <a:lnTo>
                    <a:pt x="529398" y="259227"/>
                  </a:lnTo>
                  <a:lnTo>
                    <a:pt x="537183" y="257898"/>
                  </a:lnTo>
                  <a:lnTo>
                    <a:pt x="544968" y="256602"/>
                  </a:lnTo>
                  <a:lnTo>
                    <a:pt x="552754" y="255332"/>
                  </a:lnTo>
                  <a:lnTo>
                    <a:pt x="560539" y="253567"/>
                  </a:lnTo>
                  <a:lnTo>
                    <a:pt x="568324" y="251804"/>
                  </a:lnTo>
                  <a:lnTo>
                    <a:pt x="576110" y="250134"/>
                  </a:lnTo>
                  <a:lnTo>
                    <a:pt x="583895" y="248312"/>
                  </a:lnTo>
                  <a:lnTo>
                    <a:pt x="591680" y="246364"/>
                  </a:lnTo>
                  <a:lnTo>
                    <a:pt x="599465" y="244741"/>
                  </a:lnTo>
                  <a:lnTo>
                    <a:pt x="607251" y="242979"/>
                  </a:lnTo>
                  <a:lnTo>
                    <a:pt x="615036" y="241219"/>
                  </a:lnTo>
                  <a:lnTo>
                    <a:pt x="622821" y="239479"/>
                  </a:lnTo>
                  <a:lnTo>
                    <a:pt x="630606" y="237720"/>
                  </a:lnTo>
                  <a:lnTo>
                    <a:pt x="638392" y="235976"/>
                  </a:lnTo>
                  <a:lnTo>
                    <a:pt x="646177" y="234235"/>
                  </a:lnTo>
                  <a:lnTo>
                    <a:pt x="653962" y="232420"/>
                  </a:lnTo>
                  <a:lnTo>
                    <a:pt x="661747" y="230447"/>
                  </a:lnTo>
                  <a:lnTo>
                    <a:pt x="669533" y="228882"/>
                  </a:lnTo>
                  <a:lnTo>
                    <a:pt x="677318" y="227045"/>
                  </a:lnTo>
                  <a:lnTo>
                    <a:pt x="685103" y="225376"/>
                  </a:lnTo>
                  <a:lnTo>
                    <a:pt x="692889" y="223716"/>
                  </a:lnTo>
                  <a:lnTo>
                    <a:pt x="700674" y="221574"/>
                  </a:lnTo>
                  <a:lnTo>
                    <a:pt x="708459" y="219814"/>
                  </a:lnTo>
                  <a:lnTo>
                    <a:pt x="716244" y="218316"/>
                  </a:lnTo>
                  <a:lnTo>
                    <a:pt x="724030" y="216506"/>
                  </a:lnTo>
                  <a:lnTo>
                    <a:pt x="731815" y="214895"/>
                  </a:lnTo>
                  <a:lnTo>
                    <a:pt x="739600" y="213203"/>
                  </a:lnTo>
                  <a:lnTo>
                    <a:pt x="747385" y="211653"/>
                  </a:lnTo>
                  <a:lnTo>
                    <a:pt x="755171" y="210025"/>
                  </a:lnTo>
                  <a:lnTo>
                    <a:pt x="762956" y="208404"/>
                  </a:lnTo>
                  <a:lnTo>
                    <a:pt x="770741" y="206884"/>
                  </a:lnTo>
                  <a:lnTo>
                    <a:pt x="778527" y="205217"/>
                  </a:lnTo>
                  <a:lnTo>
                    <a:pt x="786312" y="204046"/>
                  </a:lnTo>
                  <a:lnTo>
                    <a:pt x="794097" y="202221"/>
                  </a:lnTo>
                  <a:lnTo>
                    <a:pt x="801882" y="200395"/>
                  </a:lnTo>
                  <a:lnTo>
                    <a:pt x="809668" y="198567"/>
                  </a:lnTo>
                  <a:lnTo>
                    <a:pt x="817453" y="196898"/>
                  </a:lnTo>
                  <a:lnTo>
                    <a:pt x="825238" y="195001"/>
                  </a:lnTo>
                  <a:lnTo>
                    <a:pt x="833023" y="192805"/>
                  </a:lnTo>
                  <a:lnTo>
                    <a:pt x="840809" y="190954"/>
                  </a:lnTo>
                  <a:lnTo>
                    <a:pt x="848594" y="189598"/>
                  </a:lnTo>
                  <a:lnTo>
                    <a:pt x="856379" y="188008"/>
                  </a:lnTo>
                  <a:lnTo>
                    <a:pt x="864165" y="186194"/>
                  </a:lnTo>
                  <a:lnTo>
                    <a:pt x="871950" y="184387"/>
                  </a:lnTo>
                  <a:lnTo>
                    <a:pt x="879735" y="183550"/>
                  </a:lnTo>
                  <a:lnTo>
                    <a:pt x="887520" y="181654"/>
                  </a:lnTo>
                  <a:lnTo>
                    <a:pt x="895306" y="180545"/>
                  </a:lnTo>
                  <a:lnTo>
                    <a:pt x="903091" y="178620"/>
                  </a:lnTo>
                  <a:lnTo>
                    <a:pt x="910876" y="176704"/>
                  </a:lnTo>
                  <a:lnTo>
                    <a:pt x="918661" y="174796"/>
                  </a:lnTo>
                  <a:lnTo>
                    <a:pt x="926447" y="172898"/>
                  </a:lnTo>
                  <a:lnTo>
                    <a:pt x="934232" y="170939"/>
                  </a:lnTo>
                  <a:lnTo>
                    <a:pt x="942017" y="169220"/>
                  </a:lnTo>
                  <a:lnTo>
                    <a:pt x="949802" y="167633"/>
                  </a:lnTo>
                  <a:lnTo>
                    <a:pt x="957588" y="165637"/>
                  </a:lnTo>
                  <a:lnTo>
                    <a:pt x="965373" y="163524"/>
                  </a:lnTo>
                  <a:lnTo>
                    <a:pt x="973158" y="161661"/>
                  </a:lnTo>
                  <a:lnTo>
                    <a:pt x="980944" y="159823"/>
                  </a:lnTo>
                  <a:lnTo>
                    <a:pt x="988729" y="158073"/>
                  </a:lnTo>
                  <a:lnTo>
                    <a:pt x="996514" y="156379"/>
                  </a:lnTo>
                  <a:lnTo>
                    <a:pt x="1004299" y="154435"/>
                  </a:lnTo>
                  <a:lnTo>
                    <a:pt x="1012085" y="152543"/>
                  </a:lnTo>
                  <a:lnTo>
                    <a:pt x="1019870" y="151002"/>
                  </a:lnTo>
                  <a:lnTo>
                    <a:pt x="1027655" y="149043"/>
                  </a:lnTo>
                  <a:lnTo>
                    <a:pt x="1035440" y="147202"/>
                  </a:lnTo>
                  <a:lnTo>
                    <a:pt x="1043226" y="145425"/>
                  </a:lnTo>
                  <a:lnTo>
                    <a:pt x="1051011" y="143513"/>
                  </a:lnTo>
                  <a:lnTo>
                    <a:pt x="1058796" y="141288"/>
                  </a:lnTo>
                  <a:lnTo>
                    <a:pt x="1066582" y="139509"/>
                  </a:lnTo>
                  <a:lnTo>
                    <a:pt x="1074367" y="137521"/>
                  </a:lnTo>
                  <a:lnTo>
                    <a:pt x="1082152" y="136116"/>
                  </a:lnTo>
                  <a:lnTo>
                    <a:pt x="1089937" y="134618"/>
                  </a:lnTo>
                  <a:lnTo>
                    <a:pt x="1097723" y="132688"/>
                  </a:lnTo>
                  <a:lnTo>
                    <a:pt x="1105508" y="130777"/>
                  </a:lnTo>
                  <a:lnTo>
                    <a:pt x="1113293" y="129168"/>
                  </a:lnTo>
                  <a:lnTo>
                    <a:pt x="1121078" y="127661"/>
                  </a:lnTo>
                  <a:lnTo>
                    <a:pt x="1128864" y="126171"/>
                  </a:lnTo>
                  <a:lnTo>
                    <a:pt x="1136649" y="124611"/>
                  </a:lnTo>
                  <a:lnTo>
                    <a:pt x="1144434" y="122536"/>
                  </a:lnTo>
                  <a:lnTo>
                    <a:pt x="1152220" y="121100"/>
                  </a:lnTo>
                  <a:lnTo>
                    <a:pt x="1160005" y="119069"/>
                  </a:lnTo>
                  <a:lnTo>
                    <a:pt x="1167790" y="117277"/>
                  </a:lnTo>
                  <a:lnTo>
                    <a:pt x="1175575" y="115882"/>
                  </a:lnTo>
                  <a:lnTo>
                    <a:pt x="1183361" y="114496"/>
                  </a:lnTo>
                  <a:lnTo>
                    <a:pt x="1191146" y="113116"/>
                  </a:lnTo>
                  <a:lnTo>
                    <a:pt x="1198931" y="111518"/>
                  </a:lnTo>
                  <a:lnTo>
                    <a:pt x="1206716" y="110157"/>
                  </a:lnTo>
                  <a:lnTo>
                    <a:pt x="1214502" y="108818"/>
                  </a:lnTo>
                  <a:lnTo>
                    <a:pt x="1222287" y="107123"/>
                  </a:lnTo>
                  <a:lnTo>
                    <a:pt x="1230072" y="105373"/>
                  </a:lnTo>
                  <a:lnTo>
                    <a:pt x="1237857" y="103965"/>
                  </a:lnTo>
                  <a:lnTo>
                    <a:pt x="1245643" y="102361"/>
                  </a:lnTo>
                  <a:lnTo>
                    <a:pt x="1253428" y="101204"/>
                  </a:lnTo>
                  <a:lnTo>
                    <a:pt x="1261213" y="100173"/>
                  </a:lnTo>
                  <a:lnTo>
                    <a:pt x="1268999" y="98720"/>
                  </a:lnTo>
                  <a:lnTo>
                    <a:pt x="1276784" y="97242"/>
                  </a:lnTo>
                  <a:lnTo>
                    <a:pt x="1284569" y="95776"/>
                  </a:lnTo>
                  <a:lnTo>
                    <a:pt x="1292354" y="94320"/>
                  </a:lnTo>
                  <a:lnTo>
                    <a:pt x="1300140" y="92877"/>
                  </a:lnTo>
                  <a:lnTo>
                    <a:pt x="1307925" y="91444"/>
                  </a:lnTo>
                  <a:lnTo>
                    <a:pt x="1315710" y="90029"/>
                  </a:lnTo>
                  <a:lnTo>
                    <a:pt x="1323495" y="88598"/>
                  </a:lnTo>
                  <a:lnTo>
                    <a:pt x="1331281" y="87085"/>
                  </a:lnTo>
                  <a:lnTo>
                    <a:pt x="1339066" y="85585"/>
                  </a:lnTo>
                  <a:lnTo>
                    <a:pt x="1346851" y="84225"/>
                  </a:lnTo>
                  <a:lnTo>
                    <a:pt x="1354637" y="82928"/>
                  </a:lnTo>
                  <a:lnTo>
                    <a:pt x="1362422" y="81332"/>
                  </a:lnTo>
                  <a:lnTo>
                    <a:pt x="1370207" y="80372"/>
                  </a:lnTo>
                  <a:lnTo>
                    <a:pt x="1377992" y="79094"/>
                  </a:lnTo>
                  <a:lnTo>
                    <a:pt x="1385778" y="77773"/>
                  </a:lnTo>
                  <a:lnTo>
                    <a:pt x="1393563" y="76468"/>
                  </a:lnTo>
                  <a:lnTo>
                    <a:pt x="1401348" y="75174"/>
                  </a:lnTo>
                  <a:lnTo>
                    <a:pt x="1409133" y="73891"/>
                  </a:lnTo>
                  <a:lnTo>
                    <a:pt x="1416919" y="72298"/>
                  </a:lnTo>
                  <a:lnTo>
                    <a:pt x="1424704" y="70748"/>
                  </a:lnTo>
                  <a:lnTo>
                    <a:pt x="1432489" y="69549"/>
                  </a:lnTo>
                  <a:lnTo>
                    <a:pt x="1440275" y="68360"/>
                  </a:lnTo>
                  <a:lnTo>
                    <a:pt x="1448060" y="67190"/>
                  </a:lnTo>
                  <a:lnTo>
                    <a:pt x="1455845" y="66029"/>
                  </a:lnTo>
                  <a:lnTo>
                    <a:pt x="1463630" y="64878"/>
                  </a:lnTo>
                  <a:lnTo>
                    <a:pt x="1471416" y="63737"/>
                  </a:lnTo>
                  <a:lnTo>
                    <a:pt x="1479201" y="62606"/>
                  </a:lnTo>
                  <a:lnTo>
                    <a:pt x="1486986" y="61485"/>
                  </a:lnTo>
                  <a:lnTo>
                    <a:pt x="1494771" y="60373"/>
                  </a:lnTo>
                  <a:lnTo>
                    <a:pt x="1502557" y="59271"/>
                  </a:lnTo>
                  <a:lnTo>
                    <a:pt x="1510342" y="58136"/>
                  </a:lnTo>
                  <a:lnTo>
                    <a:pt x="1518127" y="57001"/>
                  </a:lnTo>
                  <a:lnTo>
                    <a:pt x="1525912" y="55875"/>
                  </a:lnTo>
                  <a:lnTo>
                    <a:pt x="1533698" y="54761"/>
                  </a:lnTo>
                  <a:lnTo>
                    <a:pt x="1541483" y="53539"/>
                  </a:lnTo>
                  <a:lnTo>
                    <a:pt x="1549268" y="52330"/>
                  </a:lnTo>
                  <a:lnTo>
                    <a:pt x="1557054" y="51135"/>
                  </a:lnTo>
                  <a:lnTo>
                    <a:pt x="1564839" y="49956"/>
                  </a:lnTo>
                  <a:lnTo>
                    <a:pt x="1572624" y="48789"/>
                  </a:lnTo>
                  <a:lnTo>
                    <a:pt x="1580409" y="47634"/>
                  </a:lnTo>
                  <a:lnTo>
                    <a:pt x="1588195" y="46492"/>
                  </a:lnTo>
                  <a:lnTo>
                    <a:pt x="1595980" y="45363"/>
                  </a:lnTo>
                  <a:lnTo>
                    <a:pt x="1603765" y="44246"/>
                  </a:lnTo>
                  <a:lnTo>
                    <a:pt x="1611550" y="43140"/>
                  </a:lnTo>
                  <a:lnTo>
                    <a:pt x="1619336" y="42047"/>
                  </a:lnTo>
                  <a:lnTo>
                    <a:pt x="1627121" y="40965"/>
                  </a:lnTo>
                  <a:lnTo>
                    <a:pt x="1634906" y="39838"/>
                  </a:lnTo>
                  <a:lnTo>
                    <a:pt x="1642692" y="38535"/>
                  </a:lnTo>
                  <a:lnTo>
                    <a:pt x="1650477" y="37546"/>
                  </a:lnTo>
                  <a:lnTo>
                    <a:pt x="1658262" y="36664"/>
                  </a:lnTo>
                  <a:lnTo>
                    <a:pt x="1666047" y="35694"/>
                  </a:lnTo>
                  <a:lnTo>
                    <a:pt x="1673833" y="34674"/>
                  </a:lnTo>
                  <a:lnTo>
                    <a:pt x="1681618" y="33671"/>
                  </a:lnTo>
                  <a:lnTo>
                    <a:pt x="1689403" y="32680"/>
                  </a:lnTo>
                  <a:lnTo>
                    <a:pt x="1697188" y="31700"/>
                  </a:lnTo>
                  <a:lnTo>
                    <a:pt x="1704974" y="30731"/>
                  </a:lnTo>
                  <a:lnTo>
                    <a:pt x="1712759" y="29773"/>
                  </a:lnTo>
                  <a:lnTo>
                    <a:pt x="1720544" y="28826"/>
                  </a:lnTo>
                  <a:lnTo>
                    <a:pt x="1728330" y="27889"/>
                  </a:lnTo>
                  <a:lnTo>
                    <a:pt x="1736115" y="26964"/>
                  </a:lnTo>
                  <a:lnTo>
                    <a:pt x="1743900" y="26049"/>
                  </a:lnTo>
                  <a:lnTo>
                    <a:pt x="1751685" y="25161"/>
                  </a:lnTo>
                  <a:lnTo>
                    <a:pt x="1759471" y="24364"/>
                  </a:lnTo>
                  <a:lnTo>
                    <a:pt x="1767256" y="23567"/>
                  </a:lnTo>
                  <a:lnTo>
                    <a:pt x="1775041" y="22679"/>
                  </a:lnTo>
                  <a:lnTo>
                    <a:pt x="1782826" y="21802"/>
                  </a:lnTo>
                  <a:lnTo>
                    <a:pt x="1790612" y="20935"/>
                  </a:lnTo>
                  <a:lnTo>
                    <a:pt x="1798397" y="20079"/>
                  </a:lnTo>
                  <a:lnTo>
                    <a:pt x="1806182" y="19233"/>
                  </a:lnTo>
                  <a:lnTo>
                    <a:pt x="1813967" y="18397"/>
                  </a:lnTo>
                  <a:lnTo>
                    <a:pt x="1821753" y="17571"/>
                  </a:lnTo>
                  <a:lnTo>
                    <a:pt x="1829538" y="16755"/>
                  </a:lnTo>
                  <a:lnTo>
                    <a:pt x="1837323" y="15949"/>
                  </a:lnTo>
                  <a:lnTo>
                    <a:pt x="1845109" y="15152"/>
                  </a:lnTo>
                  <a:lnTo>
                    <a:pt x="1852894" y="14344"/>
                  </a:lnTo>
                  <a:lnTo>
                    <a:pt x="1860679" y="13511"/>
                  </a:lnTo>
                  <a:lnTo>
                    <a:pt x="1868464" y="12772"/>
                  </a:lnTo>
                  <a:lnTo>
                    <a:pt x="1876250" y="12062"/>
                  </a:lnTo>
                  <a:lnTo>
                    <a:pt x="1884035" y="11313"/>
                  </a:lnTo>
                  <a:lnTo>
                    <a:pt x="1891820" y="10574"/>
                  </a:lnTo>
                  <a:lnTo>
                    <a:pt x="1899605" y="9843"/>
                  </a:lnTo>
                  <a:lnTo>
                    <a:pt x="1907391" y="9121"/>
                  </a:lnTo>
                  <a:lnTo>
                    <a:pt x="1915176" y="8409"/>
                  </a:lnTo>
                  <a:lnTo>
                    <a:pt x="1922961" y="7705"/>
                  </a:lnTo>
                  <a:lnTo>
                    <a:pt x="1930747" y="7011"/>
                  </a:lnTo>
                  <a:lnTo>
                    <a:pt x="1938532" y="6437"/>
                  </a:lnTo>
                  <a:lnTo>
                    <a:pt x="1946317" y="5719"/>
                  </a:lnTo>
                  <a:lnTo>
                    <a:pt x="1954102" y="5011"/>
                  </a:lnTo>
                  <a:lnTo>
                    <a:pt x="1961888" y="4339"/>
                  </a:lnTo>
                  <a:lnTo>
                    <a:pt x="1969673" y="3693"/>
                  </a:lnTo>
                  <a:lnTo>
                    <a:pt x="1977458" y="3055"/>
                  </a:lnTo>
                  <a:lnTo>
                    <a:pt x="1985243" y="2425"/>
                  </a:lnTo>
                  <a:lnTo>
                    <a:pt x="1993029" y="1803"/>
                  </a:lnTo>
                  <a:lnTo>
                    <a:pt x="2000814" y="1190"/>
                  </a:lnTo>
                  <a:lnTo>
                    <a:pt x="2008599" y="584"/>
                  </a:lnTo>
                  <a:lnTo>
                    <a:pt x="2016385" y="0"/>
                  </a:lnTo>
                  <a:lnTo>
                    <a:pt x="2016385" y="390108"/>
                  </a:lnTo>
                  <a:lnTo>
                    <a:pt x="2008599" y="390196"/>
                  </a:lnTo>
                  <a:lnTo>
                    <a:pt x="2000814" y="390365"/>
                  </a:lnTo>
                  <a:lnTo>
                    <a:pt x="1993029" y="390456"/>
                  </a:lnTo>
                  <a:lnTo>
                    <a:pt x="1985243" y="390464"/>
                  </a:lnTo>
                  <a:lnTo>
                    <a:pt x="1977458" y="390556"/>
                  </a:lnTo>
                  <a:lnTo>
                    <a:pt x="1969673" y="390648"/>
                  </a:lnTo>
                  <a:lnTo>
                    <a:pt x="1961888" y="390740"/>
                  </a:lnTo>
                  <a:lnTo>
                    <a:pt x="1954102" y="390831"/>
                  </a:lnTo>
                  <a:lnTo>
                    <a:pt x="1946317" y="390923"/>
                  </a:lnTo>
                  <a:lnTo>
                    <a:pt x="1938532" y="391136"/>
                  </a:lnTo>
                  <a:lnTo>
                    <a:pt x="1930747" y="391448"/>
                  </a:lnTo>
                  <a:lnTo>
                    <a:pt x="1922961" y="391760"/>
                  </a:lnTo>
                  <a:lnTo>
                    <a:pt x="1915176" y="392071"/>
                  </a:lnTo>
                  <a:lnTo>
                    <a:pt x="1907391" y="392383"/>
                  </a:lnTo>
                  <a:lnTo>
                    <a:pt x="1899605" y="392694"/>
                  </a:lnTo>
                  <a:lnTo>
                    <a:pt x="1891820" y="392973"/>
                  </a:lnTo>
                  <a:lnTo>
                    <a:pt x="1884035" y="393162"/>
                  </a:lnTo>
                  <a:lnTo>
                    <a:pt x="1876250" y="393352"/>
                  </a:lnTo>
                  <a:lnTo>
                    <a:pt x="1868464" y="393541"/>
                  </a:lnTo>
                  <a:lnTo>
                    <a:pt x="1860679" y="393730"/>
                  </a:lnTo>
                  <a:lnTo>
                    <a:pt x="1852894" y="393910"/>
                  </a:lnTo>
                  <a:lnTo>
                    <a:pt x="1845109" y="394080"/>
                  </a:lnTo>
                  <a:lnTo>
                    <a:pt x="1837323" y="394284"/>
                  </a:lnTo>
                  <a:lnTo>
                    <a:pt x="1829538" y="394532"/>
                  </a:lnTo>
                  <a:lnTo>
                    <a:pt x="1821753" y="394963"/>
                  </a:lnTo>
                  <a:lnTo>
                    <a:pt x="1813967" y="395391"/>
                  </a:lnTo>
                  <a:lnTo>
                    <a:pt x="1806182" y="395814"/>
                  </a:lnTo>
                  <a:lnTo>
                    <a:pt x="1798397" y="395911"/>
                  </a:lnTo>
                  <a:lnTo>
                    <a:pt x="1790612" y="395556"/>
                  </a:lnTo>
                  <a:lnTo>
                    <a:pt x="1782826" y="395608"/>
                  </a:lnTo>
                  <a:lnTo>
                    <a:pt x="1775041" y="395799"/>
                  </a:lnTo>
                  <a:lnTo>
                    <a:pt x="1767256" y="395990"/>
                  </a:lnTo>
                  <a:lnTo>
                    <a:pt x="1759471" y="396180"/>
                  </a:lnTo>
                  <a:lnTo>
                    <a:pt x="1751685" y="396368"/>
                  </a:lnTo>
                  <a:lnTo>
                    <a:pt x="1743900" y="396556"/>
                  </a:lnTo>
                  <a:lnTo>
                    <a:pt x="1736115" y="396744"/>
                  </a:lnTo>
                  <a:lnTo>
                    <a:pt x="1728330" y="397292"/>
                  </a:lnTo>
                  <a:lnTo>
                    <a:pt x="1720544" y="397855"/>
                  </a:lnTo>
                  <a:lnTo>
                    <a:pt x="1712759" y="398417"/>
                  </a:lnTo>
                  <a:lnTo>
                    <a:pt x="1704974" y="398129"/>
                  </a:lnTo>
                  <a:lnTo>
                    <a:pt x="1697188" y="397790"/>
                  </a:lnTo>
                  <a:lnTo>
                    <a:pt x="1689403" y="397846"/>
                  </a:lnTo>
                  <a:lnTo>
                    <a:pt x="1681618" y="398041"/>
                  </a:lnTo>
                  <a:lnTo>
                    <a:pt x="1673833" y="398235"/>
                  </a:lnTo>
                  <a:lnTo>
                    <a:pt x="1666047" y="398429"/>
                  </a:lnTo>
                  <a:lnTo>
                    <a:pt x="1658262" y="398619"/>
                  </a:lnTo>
                  <a:lnTo>
                    <a:pt x="1650477" y="398799"/>
                  </a:lnTo>
                  <a:lnTo>
                    <a:pt x="1642692" y="398973"/>
                  </a:lnTo>
                  <a:lnTo>
                    <a:pt x="1634906" y="399147"/>
                  </a:lnTo>
                  <a:lnTo>
                    <a:pt x="1627121" y="399320"/>
                  </a:lnTo>
                  <a:lnTo>
                    <a:pt x="1619336" y="399494"/>
                  </a:lnTo>
                  <a:lnTo>
                    <a:pt x="1611550" y="399667"/>
                  </a:lnTo>
                  <a:lnTo>
                    <a:pt x="1603765" y="399841"/>
                  </a:lnTo>
                  <a:lnTo>
                    <a:pt x="1595980" y="400014"/>
                  </a:lnTo>
                  <a:lnTo>
                    <a:pt x="1588195" y="400187"/>
                  </a:lnTo>
                  <a:lnTo>
                    <a:pt x="1580409" y="400365"/>
                  </a:lnTo>
                  <a:lnTo>
                    <a:pt x="1572624" y="400553"/>
                  </a:lnTo>
                  <a:lnTo>
                    <a:pt x="1564839" y="400733"/>
                  </a:lnTo>
                  <a:lnTo>
                    <a:pt x="1557054" y="400707"/>
                  </a:lnTo>
                  <a:lnTo>
                    <a:pt x="1549268" y="400485"/>
                  </a:lnTo>
                  <a:lnTo>
                    <a:pt x="1541483" y="400259"/>
                  </a:lnTo>
                  <a:lnTo>
                    <a:pt x="1533698" y="400029"/>
                  </a:lnTo>
                  <a:lnTo>
                    <a:pt x="1525912" y="399799"/>
                  </a:lnTo>
                  <a:lnTo>
                    <a:pt x="1518127" y="399569"/>
                  </a:lnTo>
                  <a:lnTo>
                    <a:pt x="1510342" y="399339"/>
                  </a:lnTo>
                  <a:lnTo>
                    <a:pt x="1502557" y="399377"/>
                  </a:lnTo>
                  <a:lnTo>
                    <a:pt x="1494771" y="399581"/>
                  </a:lnTo>
                  <a:lnTo>
                    <a:pt x="1486986" y="399785"/>
                  </a:lnTo>
                  <a:lnTo>
                    <a:pt x="1479201" y="399989"/>
                  </a:lnTo>
                  <a:lnTo>
                    <a:pt x="1471416" y="400193"/>
                  </a:lnTo>
                  <a:lnTo>
                    <a:pt x="1463630" y="400402"/>
                  </a:lnTo>
                  <a:lnTo>
                    <a:pt x="1455845" y="400621"/>
                  </a:lnTo>
                  <a:lnTo>
                    <a:pt x="1448060" y="400840"/>
                  </a:lnTo>
                  <a:lnTo>
                    <a:pt x="1440275" y="401059"/>
                  </a:lnTo>
                  <a:lnTo>
                    <a:pt x="1432489" y="401311"/>
                  </a:lnTo>
                  <a:lnTo>
                    <a:pt x="1424704" y="401771"/>
                  </a:lnTo>
                  <a:lnTo>
                    <a:pt x="1416919" y="402222"/>
                  </a:lnTo>
                  <a:lnTo>
                    <a:pt x="1409133" y="402662"/>
                  </a:lnTo>
                  <a:lnTo>
                    <a:pt x="1401348" y="402679"/>
                  </a:lnTo>
                  <a:lnTo>
                    <a:pt x="1393563" y="402612"/>
                  </a:lnTo>
                  <a:lnTo>
                    <a:pt x="1385778" y="402682"/>
                  </a:lnTo>
                  <a:lnTo>
                    <a:pt x="1377992" y="402744"/>
                  </a:lnTo>
                  <a:lnTo>
                    <a:pt x="1370207" y="402989"/>
                  </a:lnTo>
                  <a:lnTo>
                    <a:pt x="1362422" y="403445"/>
                  </a:lnTo>
                  <a:lnTo>
                    <a:pt x="1354637" y="403902"/>
                  </a:lnTo>
                  <a:lnTo>
                    <a:pt x="1346851" y="403959"/>
                  </a:lnTo>
                  <a:lnTo>
                    <a:pt x="1339066" y="403976"/>
                  </a:lnTo>
                  <a:lnTo>
                    <a:pt x="1331281" y="404011"/>
                  </a:lnTo>
                  <a:lnTo>
                    <a:pt x="1323495" y="404218"/>
                  </a:lnTo>
                  <a:lnTo>
                    <a:pt x="1315710" y="404491"/>
                  </a:lnTo>
                  <a:lnTo>
                    <a:pt x="1307925" y="405254"/>
                  </a:lnTo>
                  <a:lnTo>
                    <a:pt x="1300140" y="405473"/>
                  </a:lnTo>
                  <a:lnTo>
                    <a:pt x="1292354" y="405797"/>
                  </a:lnTo>
                  <a:lnTo>
                    <a:pt x="1284569" y="405495"/>
                  </a:lnTo>
                  <a:lnTo>
                    <a:pt x="1276784" y="405507"/>
                  </a:lnTo>
                  <a:lnTo>
                    <a:pt x="1268999" y="406149"/>
                  </a:lnTo>
                  <a:lnTo>
                    <a:pt x="1261213" y="406890"/>
                  </a:lnTo>
                  <a:lnTo>
                    <a:pt x="1253428" y="408006"/>
                  </a:lnTo>
                  <a:lnTo>
                    <a:pt x="1245643" y="408144"/>
                  </a:lnTo>
                  <a:lnTo>
                    <a:pt x="1237857" y="408373"/>
                  </a:lnTo>
                  <a:lnTo>
                    <a:pt x="1230072" y="408397"/>
                  </a:lnTo>
                  <a:lnTo>
                    <a:pt x="1222287" y="408148"/>
                  </a:lnTo>
                  <a:lnTo>
                    <a:pt x="1214502" y="407899"/>
                  </a:lnTo>
                  <a:lnTo>
                    <a:pt x="1206716" y="408349"/>
                  </a:lnTo>
                  <a:lnTo>
                    <a:pt x="1198931" y="409119"/>
                  </a:lnTo>
                  <a:lnTo>
                    <a:pt x="1191146" y="409459"/>
                  </a:lnTo>
                  <a:lnTo>
                    <a:pt x="1183361" y="409638"/>
                  </a:lnTo>
                  <a:lnTo>
                    <a:pt x="1175575" y="409830"/>
                  </a:lnTo>
                  <a:lnTo>
                    <a:pt x="1167790" y="410260"/>
                  </a:lnTo>
                  <a:lnTo>
                    <a:pt x="1160005" y="410305"/>
                  </a:lnTo>
                  <a:lnTo>
                    <a:pt x="1152220" y="410350"/>
                  </a:lnTo>
                  <a:lnTo>
                    <a:pt x="1144434" y="410596"/>
                  </a:lnTo>
                  <a:lnTo>
                    <a:pt x="1136649" y="411011"/>
                  </a:lnTo>
                  <a:lnTo>
                    <a:pt x="1128864" y="411120"/>
                  </a:lnTo>
                  <a:lnTo>
                    <a:pt x="1121078" y="411864"/>
                  </a:lnTo>
                  <a:lnTo>
                    <a:pt x="1113293" y="412471"/>
                  </a:lnTo>
                  <a:lnTo>
                    <a:pt x="1105508" y="413425"/>
                  </a:lnTo>
                  <a:lnTo>
                    <a:pt x="1097723" y="414083"/>
                  </a:lnTo>
                  <a:lnTo>
                    <a:pt x="1089937" y="414432"/>
                  </a:lnTo>
                  <a:lnTo>
                    <a:pt x="1082152" y="415343"/>
                  </a:lnTo>
                  <a:lnTo>
                    <a:pt x="1074367" y="416334"/>
                  </a:lnTo>
                  <a:lnTo>
                    <a:pt x="1066582" y="417237"/>
                  </a:lnTo>
                  <a:lnTo>
                    <a:pt x="1058796" y="417324"/>
                  </a:lnTo>
                  <a:lnTo>
                    <a:pt x="1051011" y="418237"/>
                  </a:lnTo>
                  <a:lnTo>
                    <a:pt x="1043226" y="418882"/>
                  </a:lnTo>
                  <a:lnTo>
                    <a:pt x="1035440" y="418855"/>
                  </a:lnTo>
                  <a:lnTo>
                    <a:pt x="1027655" y="419208"/>
                  </a:lnTo>
                  <a:lnTo>
                    <a:pt x="1019870" y="418948"/>
                  </a:lnTo>
                  <a:lnTo>
                    <a:pt x="1012085" y="418352"/>
                  </a:lnTo>
                  <a:lnTo>
                    <a:pt x="1004299" y="418516"/>
                  </a:lnTo>
                  <a:lnTo>
                    <a:pt x="996514" y="418934"/>
                  </a:lnTo>
                  <a:lnTo>
                    <a:pt x="988729" y="419635"/>
                  </a:lnTo>
                  <a:lnTo>
                    <a:pt x="980944" y="420649"/>
                  </a:lnTo>
                  <a:lnTo>
                    <a:pt x="973158" y="421661"/>
                  </a:lnTo>
                  <a:lnTo>
                    <a:pt x="965373" y="422418"/>
                  </a:lnTo>
                  <a:lnTo>
                    <a:pt x="957588" y="422616"/>
                  </a:lnTo>
                  <a:lnTo>
                    <a:pt x="949802" y="422813"/>
                  </a:lnTo>
                  <a:lnTo>
                    <a:pt x="942017" y="423100"/>
                  </a:lnTo>
                  <a:lnTo>
                    <a:pt x="934232" y="423837"/>
                  </a:lnTo>
                  <a:lnTo>
                    <a:pt x="926447" y="424919"/>
                  </a:lnTo>
                  <a:lnTo>
                    <a:pt x="918661" y="426176"/>
                  </a:lnTo>
                  <a:lnTo>
                    <a:pt x="910876" y="427112"/>
                  </a:lnTo>
                  <a:lnTo>
                    <a:pt x="903091" y="428196"/>
                  </a:lnTo>
                  <a:lnTo>
                    <a:pt x="895306" y="428101"/>
                  </a:lnTo>
                  <a:lnTo>
                    <a:pt x="887520" y="428746"/>
                  </a:lnTo>
                  <a:lnTo>
                    <a:pt x="879735" y="429718"/>
                  </a:lnTo>
                  <a:lnTo>
                    <a:pt x="871950" y="430312"/>
                  </a:lnTo>
                  <a:lnTo>
                    <a:pt x="864165" y="430766"/>
                  </a:lnTo>
                  <a:lnTo>
                    <a:pt x="856379" y="430788"/>
                  </a:lnTo>
                  <a:lnTo>
                    <a:pt x="848594" y="431498"/>
                  </a:lnTo>
                  <a:lnTo>
                    <a:pt x="840809" y="432345"/>
                  </a:lnTo>
                  <a:lnTo>
                    <a:pt x="833023" y="432863"/>
                  </a:lnTo>
                  <a:lnTo>
                    <a:pt x="825238" y="433365"/>
                  </a:lnTo>
                  <a:lnTo>
                    <a:pt x="817453" y="433867"/>
                  </a:lnTo>
                  <a:lnTo>
                    <a:pt x="809668" y="434378"/>
                  </a:lnTo>
                  <a:lnTo>
                    <a:pt x="801882" y="434884"/>
                  </a:lnTo>
                  <a:lnTo>
                    <a:pt x="794097" y="435360"/>
                  </a:lnTo>
                  <a:lnTo>
                    <a:pt x="786312" y="435572"/>
                  </a:lnTo>
                  <a:lnTo>
                    <a:pt x="778527" y="436174"/>
                  </a:lnTo>
                  <a:lnTo>
                    <a:pt x="770741" y="436899"/>
                  </a:lnTo>
                  <a:lnTo>
                    <a:pt x="762956" y="437407"/>
                  </a:lnTo>
                  <a:lnTo>
                    <a:pt x="755171" y="437908"/>
                  </a:lnTo>
                  <a:lnTo>
                    <a:pt x="747385" y="438400"/>
                  </a:lnTo>
                  <a:lnTo>
                    <a:pt x="739600" y="438830"/>
                  </a:lnTo>
                  <a:lnTo>
                    <a:pt x="731815" y="439150"/>
                  </a:lnTo>
                  <a:lnTo>
                    <a:pt x="724030" y="439796"/>
                  </a:lnTo>
                  <a:lnTo>
                    <a:pt x="716244" y="440629"/>
                  </a:lnTo>
                  <a:lnTo>
                    <a:pt x="708459" y="441171"/>
                  </a:lnTo>
                  <a:lnTo>
                    <a:pt x="700674" y="442235"/>
                  </a:lnTo>
                  <a:lnTo>
                    <a:pt x="692889" y="442849"/>
                  </a:lnTo>
                  <a:lnTo>
                    <a:pt x="685103" y="443505"/>
                  </a:lnTo>
                  <a:lnTo>
                    <a:pt x="677318" y="445222"/>
                  </a:lnTo>
                  <a:lnTo>
                    <a:pt x="669533" y="446348"/>
                  </a:lnTo>
                  <a:lnTo>
                    <a:pt x="661747" y="446584"/>
                  </a:lnTo>
                  <a:lnTo>
                    <a:pt x="653962" y="446527"/>
                  </a:lnTo>
                  <a:lnTo>
                    <a:pt x="646177" y="447255"/>
                  </a:lnTo>
                  <a:lnTo>
                    <a:pt x="638392" y="448577"/>
                  </a:lnTo>
                  <a:lnTo>
                    <a:pt x="630606" y="449198"/>
                  </a:lnTo>
                  <a:lnTo>
                    <a:pt x="622821" y="450175"/>
                  </a:lnTo>
                  <a:lnTo>
                    <a:pt x="615036" y="450870"/>
                  </a:lnTo>
                  <a:lnTo>
                    <a:pt x="607251" y="451938"/>
                  </a:lnTo>
                  <a:lnTo>
                    <a:pt x="599465" y="453287"/>
                  </a:lnTo>
                  <a:lnTo>
                    <a:pt x="591680" y="453917"/>
                  </a:lnTo>
                  <a:lnTo>
                    <a:pt x="583895" y="454136"/>
                  </a:lnTo>
                  <a:lnTo>
                    <a:pt x="576110" y="455195"/>
                  </a:lnTo>
                  <a:lnTo>
                    <a:pt x="568324" y="455976"/>
                  </a:lnTo>
                  <a:lnTo>
                    <a:pt x="560539" y="456789"/>
                  </a:lnTo>
                  <a:lnTo>
                    <a:pt x="552754" y="457941"/>
                  </a:lnTo>
                  <a:lnTo>
                    <a:pt x="544968" y="459588"/>
                  </a:lnTo>
                  <a:lnTo>
                    <a:pt x="537183" y="460617"/>
                  </a:lnTo>
                  <a:lnTo>
                    <a:pt x="529398" y="460998"/>
                  </a:lnTo>
                  <a:lnTo>
                    <a:pt x="521613" y="461368"/>
                  </a:lnTo>
                  <a:lnTo>
                    <a:pt x="513827" y="462173"/>
                  </a:lnTo>
                  <a:lnTo>
                    <a:pt x="506042" y="463520"/>
                  </a:lnTo>
                  <a:lnTo>
                    <a:pt x="498257" y="464616"/>
                  </a:lnTo>
                  <a:lnTo>
                    <a:pt x="490472" y="465396"/>
                  </a:lnTo>
                  <a:lnTo>
                    <a:pt x="482686" y="466170"/>
                  </a:lnTo>
                  <a:lnTo>
                    <a:pt x="474901" y="467122"/>
                  </a:lnTo>
                  <a:lnTo>
                    <a:pt x="467116" y="468970"/>
                  </a:lnTo>
                  <a:lnTo>
                    <a:pt x="459330" y="470373"/>
                  </a:lnTo>
                  <a:lnTo>
                    <a:pt x="451545" y="471165"/>
                  </a:lnTo>
                  <a:lnTo>
                    <a:pt x="443760" y="471990"/>
                  </a:lnTo>
                  <a:lnTo>
                    <a:pt x="435975" y="473155"/>
                  </a:lnTo>
                  <a:lnTo>
                    <a:pt x="428189" y="473955"/>
                  </a:lnTo>
                  <a:lnTo>
                    <a:pt x="420404" y="474285"/>
                  </a:lnTo>
                  <a:lnTo>
                    <a:pt x="412619" y="475710"/>
                  </a:lnTo>
                  <a:lnTo>
                    <a:pt x="404834" y="476020"/>
                  </a:lnTo>
                  <a:lnTo>
                    <a:pt x="397048" y="477292"/>
                  </a:lnTo>
                  <a:lnTo>
                    <a:pt x="389263" y="478515"/>
                  </a:lnTo>
                  <a:lnTo>
                    <a:pt x="381478" y="479303"/>
                  </a:lnTo>
                  <a:lnTo>
                    <a:pt x="373692" y="480420"/>
                  </a:lnTo>
                  <a:lnTo>
                    <a:pt x="365907" y="481526"/>
                  </a:lnTo>
                  <a:lnTo>
                    <a:pt x="358122" y="482616"/>
                  </a:lnTo>
                  <a:lnTo>
                    <a:pt x="350337" y="483426"/>
                  </a:lnTo>
                  <a:lnTo>
                    <a:pt x="342551" y="484063"/>
                  </a:lnTo>
                  <a:lnTo>
                    <a:pt x="334766" y="484691"/>
                  </a:lnTo>
                  <a:lnTo>
                    <a:pt x="326981" y="485322"/>
                  </a:lnTo>
                  <a:lnTo>
                    <a:pt x="319196" y="486670"/>
                  </a:lnTo>
                  <a:lnTo>
                    <a:pt x="311410" y="488025"/>
                  </a:lnTo>
                  <a:lnTo>
                    <a:pt x="303625" y="489047"/>
                  </a:lnTo>
                  <a:lnTo>
                    <a:pt x="295840" y="490047"/>
                  </a:lnTo>
                  <a:lnTo>
                    <a:pt x="288055" y="490786"/>
                  </a:lnTo>
                  <a:lnTo>
                    <a:pt x="280269" y="491523"/>
                  </a:lnTo>
                  <a:lnTo>
                    <a:pt x="272484" y="492256"/>
                  </a:lnTo>
                  <a:lnTo>
                    <a:pt x="264699" y="493458"/>
                  </a:lnTo>
                  <a:lnTo>
                    <a:pt x="256913" y="493954"/>
                  </a:lnTo>
                  <a:lnTo>
                    <a:pt x="249128" y="494967"/>
                  </a:lnTo>
                  <a:lnTo>
                    <a:pt x="241343" y="496519"/>
                  </a:lnTo>
                  <a:lnTo>
                    <a:pt x="233558" y="497373"/>
                  </a:lnTo>
                  <a:lnTo>
                    <a:pt x="225772" y="497901"/>
                  </a:lnTo>
                  <a:lnTo>
                    <a:pt x="217987" y="499061"/>
                  </a:lnTo>
                  <a:lnTo>
                    <a:pt x="210202" y="500451"/>
                  </a:lnTo>
                  <a:lnTo>
                    <a:pt x="202417" y="501908"/>
                  </a:lnTo>
                  <a:lnTo>
                    <a:pt x="194631" y="503038"/>
                  </a:lnTo>
                  <a:lnTo>
                    <a:pt x="186846" y="503824"/>
                  </a:lnTo>
                  <a:lnTo>
                    <a:pt x="179061" y="505254"/>
                  </a:lnTo>
                  <a:lnTo>
                    <a:pt x="171275" y="506840"/>
                  </a:lnTo>
                  <a:lnTo>
                    <a:pt x="163490" y="508135"/>
                  </a:lnTo>
                  <a:lnTo>
                    <a:pt x="155705" y="509335"/>
                  </a:lnTo>
                  <a:lnTo>
                    <a:pt x="147920" y="510396"/>
                  </a:lnTo>
                  <a:lnTo>
                    <a:pt x="140134" y="511465"/>
                  </a:lnTo>
                  <a:lnTo>
                    <a:pt x="132349" y="512285"/>
                  </a:lnTo>
                  <a:lnTo>
                    <a:pt x="124564" y="513240"/>
                  </a:lnTo>
                  <a:lnTo>
                    <a:pt x="116779" y="514103"/>
                  </a:lnTo>
                  <a:lnTo>
                    <a:pt x="108993" y="514970"/>
                  </a:lnTo>
                  <a:lnTo>
                    <a:pt x="101208" y="515888"/>
                  </a:lnTo>
                  <a:lnTo>
                    <a:pt x="93423" y="516844"/>
                  </a:lnTo>
                  <a:lnTo>
                    <a:pt x="85637" y="517833"/>
                  </a:lnTo>
                  <a:lnTo>
                    <a:pt x="77852" y="519032"/>
                  </a:lnTo>
                  <a:lnTo>
                    <a:pt x="70067" y="519882"/>
                  </a:lnTo>
                  <a:lnTo>
                    <a:pt x="62282" y="520640"/>
                  </a:lnTo>
                  <a:lnTo>
                    <a:pt x="54496" y="521381"/>
                  </a:lnTo>
                  <a:lnTo>
                    <a:pt x="46711" y="522188"/>
                  </a:lnTo>
                  <a:lnTo>
                    <a:pt x="38926" y="523223"/>
                  </a:lnTo>
                  <a:lnTo>
                    <a:pt x="31141" y="524452"/>
                  </a:lnTo>
                  <a:lnTo>
                    <a:pt x="23355" y="525158"/>
                  </a:lnTo>
                  <a:lnTo>
                    <a:pt x="15570" y="526151"/>
                  </a:lnTo>
                  <a:lnTo>
                    <a:pt x="7785" y="527274"/>
                  </a:lnTo>
                  <a:lnTo>
                    <a:pt x="0" y="528355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8"/>
            <p:cNvSpPr/>
            <p:nvPr/>
          </p:nvSpPr>
          <p:spPr>
            <a:xfrm>
              <a:off x="3648531" y="3394310"/>
              <a:ext cx="2016385" cy="328094"/>
            </a:xfrm>
            <a:custGeom>
              <a:avLst/>
              <a:pathLst>
                <a:path w="2016385" h="328094">
                  <a:moveTo>
                    <a:pt x="0" y="328094"/>
                  </a:moveTo>
                  <a:lnTo>
                    <a:pt x="7785" y="327561"/>
                  </a:lnTo>
                  <a:lnTo>
                    <a:pt x="15570" y="327141"/>
                  </a:lnTo>
                  <a:lnTo>
                    <a:pt x="23355" y="326999"/>
                  </a:lnTo>
                  <a:lnTo>
                    <a:pt x="31141" y="326857"/>
                  </a:lnTo>
                  <a:lnTo>
                    <a:pt x="38926" y="326149"/>
                  </a:lnTo>
                  <a:lnTo>
                    <a:pt x="46711" y="325484"/>
                  </a:lnTo>
                  <a:lnTo>
                    <a:pt x="54496" y="324420"/>
                  </a:lnTo>
                  <a:lnTo>
                    <a:pt x="62282" y="323777"/>
                  </a:lnTo>
                  <a:lnTo>
                    <a:pt x="70067" y="322972"/>
                  </a:lnTo>
                  <a:lnTo>
                    <a:pt x="77852" y="322177"/>
                  </a:lnTo>
                  <a:lnTo>
                    <a:pt x="85637" y="321387"/>
                  </a:lnTo>
                  <a:lnTo>
                    <a:pt x="93423" y="320596"/>
                  </a:lnTo>
                  <a:lnTo>
                    <a:pt x="101208" y="319805"/>
                  </a:lnTo>
                  <a:lnTo>
                    <a:pt x="108993" y="318917"/>
                  </a:lnTo>
                  <a:lnTo>
                    <a:pt x="116779" y="318085"/>
                  </a:lnTo>
                  <a:lnTo>
                    <a:pt x="124564" y="317307"/>
                  </a:lnTo>
                  <a:lnTo>
                    <a:pt x="132349" y="316682"/>
                  </a:lnTo>
                  <a:lnTo>
                    <a:pt x="140134" y="315830"/>
                  </a:lnTo>
                  <a:lnTo>
                    <a:pt x="147920" y="314918"/>
                  </a:lnTo>
                  <a:lnTo>
                    <a:pt x="155705" y="313686"/>
                  </a:lnTo>
                  <a:lnTo>
                    <a:pt x="163490" y="312732"/>
                  </a:lnTo>
                  <a:lnTo>
                    <a:pt x="171275" y="312621"/>
                  </a:lnTo>
                  <a:lnTo>
                    <a:pt x="179061" y="311609"/>
                  </a:lnTo>
                  <a:lnTo>
                    <a:pt x="186846" y="310580"/>
                  </a:lnTo>
                  <a:lnTo>
                    <a:pt x="194631" y="310234"/>
                  </a:lnTo>
                  <a:lnTo>
                    <a:pt x="202417" y="308946"/>
                  </a:lnTo>
                  <a:lnTo>
                    <a:pt x="210202" y="307870"/>
                  </a:lnTo>
                  <a:lnTo>
                    <a:pt x="217987" y="306231"/>
                  </a:lnTo>
                  <a:lnTo>
                    <a:pt x="225772" y="305213"/>
                  </a:lnTo>
                  <a:lnTo>
                    <a:pt x="233558" y="303969"/>
                  </a:lnTo>
                  <a:lnTo>
                    <a:pt x="241343" y="303150"/>
                  </a:lnTo>
                  <a:lnTo>
                    <a:pt x="249128" y="301753"/>
                  </a:lnTo>
                  <a:lnTo>
                    <a:pt x="256913" y="300641"/>
                  </a:lnTo>
                  <a:lnTo>
                    <a:pt x="264699" y="299663"/>
                  </a:lnTo>
                  <a:lnTo>
                    <a:pt x="272484" y="298279"/>
                  </a:lnTo>
                  <a:lnTo>
                    <a:pt x="280269" y="297047"/>
                  </a:lnTo>
                  <a:lnTo>
                    <a:pt x="288055" y="296328"/>
                  </a:lnTo>
                  <a:lnTo>
                    <a:pt x="295840" y="295312"/>
                  </a:lnTo>
                  <a:lnTo>
                    <a:pt x="303625" y="294580"/>
                  </a:lnTo>
                  <a:lnTo>
                    <a:pt x="311410" y="293843"/>
                  </a:lnTo>
                  <a:lnTo>
                    <a:pt x="319196" y="293099"/>
                  </a:lnTo>
                  <a:lnTo>
                    <a:pt x="326981" y="292365"/>
                  </a:lnTo>
                  <a:lnTo>
                    <a:pt x="334766" y="291547"/>
                  </a:lnTo>
                  <a:lnTo>
                    <a:pt x="342551" y="291022"/>
                  </a:lnTo>
                  <a:lnTo>
                    <a:pt x="350337" y="290155"/>
                  </a:lnTo>
                  <a:lnTo>
                    <a:pt x="358122" y="289440"/>
                  </a:lnTo>
                  <a:lnTo>
                    <a:pt x="365907" y="288628"/>
                  </a:lnTo>
                  <a:lnTo>
                    <a:pt x="373692" y="287437"/>
                  </a:lnTo>
                  <a:lnTo>
                    <a:pt x="381478" y="285976"/>
                  </a:lnTo>
                  <a:lnTo>
                    <a:pt x="389263" y="284979"/>
                  </a:lnTo>
                  <a:lnTo>
                    <a:pt x="397048" y="283881"/>
                  </a:lnTo>
                  <a:lnTo>
                    <a:pt x="404834" y="281686"/>
                  </a:lnTo>
                  <a:lnTo>
                    <a:pt x="412619" y="280640"/>
                  </a:lnTo>
                  <a:lnTo>
                    <a:pt x="420404" y="279325"/>
                  </a:lnTo>
                  <a:lnTo>
                    <a:pt x="428189" y="277363"/>
                  </a:lnTo>
                  <a:lnTo>
                    <a:pt x="435975" y="276066"/>
                  </a:lnTo>
                  <a:lnTo>
                    <a:pt x="443760" y="274880"/>
                  </a:lnTo>
                  <a:lnTo>
                    <a:pt x="451545" y="273989"/>
                  </a:lnTo>
                  <a:lnTo>
                    <a:pt x="459330" y="273098"/>
                  </a:lnTo>
                  <a:lnTo>
                    <a:pt x="467116" y="271446"/>
                  </a:lnTo>
                  <a:lnTo>
                    <a:pt x="474901" y="269965"/>
                  </a:lnTo>
                  <a:lnTo>
                    <a:pt x="482686" y="268136"/>
                  </a:lnTo>
                  <a:lnTo>
                    <a:pt x="490472" y="267004"/>
                  </a:lnTo>
                  <a:lnTo>
                    <a:pt x="498257" y="265553"/>
                  </a:lnTo>
                  <a:lnTo>
                    <a:pt x="506042" y="264367"/>
                  </a:lnTo>
                  <a:lnTo>
                    <a:pt x="513827" y="262432"/>
                  </a:lnTo>
                  <a:lnTo>
                    <a:pt x="521613" y="260933"/>
                  </a:lnTo>
                  <a:lnTo>
                    <a:pt x="529398" y="259227"/>
                  </a:lnTo>
                  <a:lnTo>
                    <a:pt x="537183" y="257898"/>
                  </a:lnTo>
                  <a:lnTo>
                    <a:pt x="544968" y="256602"/>
                  </a:lnTo>
                  <a:lnTo>
                    <a:pt x="552754" y="255332"/>
                  </a:lnTo>
                  <a:lnTo>
                    <a:pt x="560539" y="253567"/>
                  </a:lnTo>
                  <a:lnTo>
                    <a:pt x="568324" y="251804"/>
                  </a:lnTo>
                  <a:lnTo>
                    <a:pt x="576110" y="250134"/>
                  </a:lnTo>
                  <a:lnTo>
                    <a:pt x="583895" y="248312"/>
                  </a:lnTo>
                  <a:lnTo>
                    <a:pt x="591680" y="246364"/>
                  </a:lnTo>
                  <a:lnTo>
                    <a:pt x="599465" y="244741"/>
                  </a:lnTo>
                  <a:lnTo>
                    <a:pt x="607251" y="242979"/>
                  </a:lnTo>
                  <a:lnTo>
                    <a:pt x="615036" y="241219"/>
                  </a:lnTo>
                  <a:lnTo>
                    <a:pt x="622821" y="239479"/>
                  </a:lnTo>
                  <a:lnTo>
                    <a:pt x="630606" y="237720"/>
                  </a:lnTo>
                  <a:lnTo>
                    <a:pt x="638392" y="235976"/>
                  </a:lnTo>
                  <a:lnTo>
                    <a:pt x="646177" y="234235"/>
                  </a:lnTo>
                  <a:lnTo>
                    <a:pt x="653962" y="232420"/>
                  </a:lnTo>
                  <a:lnTo>
                    <a:pt x="661747" y="230447"/>
                  </a:lnTo>
                  <a:lnTo>
                    <a:pt x="669533" y="228882"/>
                  </a:lnTo>
                  <a:lnTo>
                    <a:pt x="677318" y="227045"/>
                  </a:lnTo>
                  <a:lnTo>
                    <a:pt x="685103" y="225376"/>
                  </a:lnTo>
                  <a:lnTo>
                    <a:pt x="692889" y="223716"/>
                  </a:lnTo>
                  <a:lnTo>
                    <a:pt x="700674" y="221574"/>
                  </a:lnTo>
                  <a:lnTo>
                    <a:pt x="708459" y="219814"/>
                  </a:lnTo>
                  <a:lnTo>
                    <a:pt x="716244" y="218316"/>
                  </a:lnTo>
                  <a:lnTo>
                    <a:pt x="724030" y="216506"/>
                  </a:lnTo>
                  <a:lnTo>
                    <a:pt x="731815" y="214895"/>
                  </a:lnTo>
                  <a:lnTo>
                    <a:pt x="739600" y="213203"/>
                  </a:lnTo>
                  <a:lnTo>
                    <a:pt x="747385" y="211653"/>
                  </a:lnTo>
                  <a:lnTo>
                    <a:pt x="755171" y="210025"/>
                  </a:lnTo>
                  <a:lnTo>
                    <a:pt x="762956" y="208404"/>
                  </a:lnTo>
                  <a:lnTo>
                    <a:pt x="770741" y="206884"/>
                  </a:lnTo>
                  <a:lnTo>
                    <a:pt x="778527" y="205217"/>
                  </a:lnTo>
                  <a:lnTo>
                    <a:pt x="786312" y="204046"/>
                  </a:lnTo>
                  <a:lnTo>
                    <a:pt x="794097" y="202221"/>
                  </a:lnTo>
                  <a:lnTo>
                    <a:pt x="801882" y="200395"/>
                  </a:lnTo>
                  <a:lnTo>
                    <a:pt x="809668" y="198567"/>
                  </a:lnTo>
                  <a:lnTo>
                    <a:pt x="817453" y="196898"/>
                  </a:lnTo>
                  <a:lnTo>
                    <a:pt x="825238" y="195001"/>
                  </a:lnTo>
                  <a:lnTo>
                    <a:pt x="833023" y="192805"/>
                  </a:lnTo>
                  <a:lnTo>
                    <a:pt x="840809" y="190954"/>
                  </a:lnTo>
                  <a:lnTo>
                    <a:pt x="848594" y="189598"/>
                  </a:lnTo>
                  <a:lnTo>
                    <a:pt x="856379" y="188008"/>
                  </a:lnTo>
                  <a:lnTo>
                    <a:pt x="864165" y="186194"/>
                  </a:lnTo>
                  <a:lnTo>
                    <a:pt x="871950" y="184387"/>
                  </a:lnTo>
                  <a:lnTo>
                    <a:pt x="879735" y="183550"/>
                  </a:lnTo>
                  <a:lnTo>
                    <a:pt x="887520" y="181654"/>
                  </a:lnTo>
                  <a:lnTo>
                    <a:pt x="895306" y="180545"/>
                  </a:lnTo>
                  <a:lnTo>
                    <a:pt x="903091" y="178620"/>
                  </a:lnTo>
                  <a:lnTo>
                    <a:pt x="910876" y="176704"/>
                  </a:lnTo>
                  <a:lnTo>
                    <a:pt x="918661" y="174796"/>
                  </a:lnTo>
                  <a:lnTo>
                    <a:pt x="926447" y="172898"/>
                  </a:lnTo>
                  <a:lnTo>
                    <a:pt x="934232" y="170939"/>
                  </a:lnTo>
                  <a:lnTo>
                    <a:pt x="942017" y="169220"/>
                  </a:lnTo>
                  <a:lnTo>
                    <a:pt x="949802" y="167633"/>
                  </a:lnTo>
                  <a:lnTo>
                    <a:pt x="957588" y="165637"/>
                  </a:lnTo>
                  <a:lnTo>
                    <a:pt x="965373" y="163524"/>
                  </a:lnTo>
                  <a:lnTo>
                    <a:pt x="973158" y="161661"/>
                  </a:lnTo>
                  <a:lnTo>
                    <a:pt x="980944" y="159823"/>
                  </a:lnTo>
                  <a:lnTo>
                    <a:pt x="988729" y="158073"/>
                  </a:lnTo>
                  <a:lnTo>
                    <a:pt x="996514" y="156379"/>
                  </a:lnTo>
                  <a:lnTo>
                    <a:pt x="1004299" y="154435"/>
                  </a:lnTo>
                  <a:lnTo>
                    <a:pt x="1012085" y="152543"/>
                  </a:lnTo>
                  <a:lnTo>
                    <a:pt x="1019870" y="151002"/>
                  </a:lnTo>
                  <a:lnTo>
                    <a:pt x="1027655" y="149043"/>
                  </a:lnTo>
                  <a:lnTo>
                    <a:pt x="1035440" y="147202"/>
                  </a:lnTo>
                  <a:lnTo>
                    <a:pt x="1043226" y="145425"/>
                  </a:lnTo>
                  <a:lnTo>
                    <a:pt x="1051011" y="143513"/>
                  </a:lnTo>
                  <a:lnTo>
                    <a:pt x="1058796" y="141288"/>
                  </a:lnTo>
                  <a:lnTo>
                    <a:pt x="1066582" y="139509"/>
                  </a:lnTo>
                  <a:lnTo>
                    <a:pt x="1074367" y="137521"/>
                  </a:lnTo>
                  <a:lnTo>
                    <a:pt x="1082152" y="136116"/>
                  </a:lnTo>
                  <a:lnTo>
                    <a:pt x="1089937" y="134618"/>
                  </a:lnTo>
                  <a:lnTo>
                    <a:pt x="1097723" y="132688"/>
                  </a:lnTo>
                  <a:lnTo>
                    <a:pt x="1105508" y="130777"/>
                  </a:lnTo>
                  <a:lnTo>
                    <a:pt x="1113293" y="129168"/>
                  </a:lnTo>
                  <a:lnTo>
                    <a:pt x="1121078" y="127661"/>
                  </a:lnTo>
                  <a:lnTo>
                    <a:pt x="1128864" y="126171"/>
                  </a:lnTo>
                  <a:lnTo>
                    <a:pt x="1136649" y="124611"/>
                  </a:lnTo>
                  <a:lnTo>
                    <a:pt x="1144434" y="122536"/>
                  </a:lnTo>
                  <a:lnTo>
                    <a:pt x="1152220" y="121100"/>
                  </a:lnTo>
                  <a:lnTo>
                    <a:pt x="1160005" y="119069"/>
                  </a:lnTo>
                  <a:lnTo>
                    <a:pt x="1167790" y="117277"/>
                  </a:lnTo>
                  <a:lnTo>
                    <a:pt x="1175575" y="115882"/>
                  </a:lnTo>
                  <a:lnTo>
                    <a:pt x="1183361" y="114496"/>
                  </a:lnTo>
                  <a:lnTo>
                    <a:pt x="1191146" y="113116"/>
                  </a:lnTo>
                  <a:lnTo>
                    <a:pt x="1198931" y="111518"/>
                  </a:lnTo>
                  <a:lnTo>
                    <a:pt x="1206716" y="110157"/>
                  </a:lnTo>
                  <a:lnTo>
                    <a:pt x="1214502" y="108818"/>
                  </a:lnTo>
                  <a:lnTo>
                    <a:pt x="1222287" y="107123"/>
                  </a:lnTo>
                  <a:lnTo>
                    <a:pt x="1230072" y="105373"/>
                  </a:lnTo>
                  <a:lnTo>
                    <a:pt x="1237857" y="103965"/>
                  </a:lnTo>
                  <a:lnTo>
                    <a:pt x="1245643" y="102361"/>
                  </a:lnTo>
                  <a:lnTo>
                    <a:pt x="1253428" y="101204"/>
                  </a:lnTo>
                  <a:lnTo>
                    <a:pt x="1261213" y="100173"/>
                  </a:lnTo>
                  <a:lnTo>
                    <a:pt x="1268999" y="98720"/>
                  </a:lnTo>
                  <a:lnTo>
                    <a:pt x="1276784" y="97242"/>
                  </a:lnTo>
                  <a:lnTo>
                    <a:pt x="1284569" y="95776"/>
                  </a:lnTo>
                  <a:lnTo>
                    <a:pt x="1292354" y="94320"/>
                  </a:lnTo>
                  <a:lnTo>
                    <a:pt x="1300140" y="92877"/>
                  </a:lnTo>
                  <a:lnTo>
                    <a:pt x="1307925" y="91444"/>
                  </a:lnTo>
                  <a:lnTo>
                    <a:pt x="1315710" y="90029"/>
                  </a:lnTo>
                  <a:lnTo>
                    <a:pt x="1323495" y="88598"/>
                  </a:lnTo>
                  <a:lnTo>
                    <a:pt x="1331281" y="87085"/>
                  </a:lnTo>
                  <a:lnTo>
                    <a:pt x="1339066" y="85585"/>
                  </a:lnTo>
                  <a:lnTo>
                    <a:pt x="1346851" y="84225"/>
                  </a:lnTo>
                  <a:lnTo>
                    <a:pt x="1354637" y="82928"/>
                  </a:lnTo>
                  <a:lnTo>
                    <a:pt x="1362422" y="81332"/>
                  </a:lnTo>
                  <a:lnTo>
                    <a:pt x="1370207" y="80372"/>
                  </a:lnTo>
                  <a:lnTo>
                    <a:pt x="1377992" y="79094"/>
                  </a:lnTo>
                  <a:lnTo>
                    <a:pt x="1385778" y="77773"/>
                  </a:lnTo>
                  <a:lnTo>
                    <a:pt x="1393563" y="76468"/>
                  </a:lnTo>
                  <a:lnTo>
                    <a:pt x="1401348" y="75174"/>
                  </a:lnTo>
                  <a:lnTo>
                    <a:pt x="1409133" y="73891"/>
                  </a:lnTo>
                  <a:lnTo>
                    <a:pt x="1416919" y="72298"/>
                  </a:lnTo>
                  <a:lnTo>
                    <a:pt x="1424704" y="70748"/>
                  </a:lnTo>
                  <a:lnTo>
                    <a:pt x="1432489" y="69549"/>
                  </a:lnTo>
                  <a:lnTo>
                    <a:pt x="1440275" y="68360"/>
                  </a:lnTo>
                  <a:lnTo>
                    <a:pt x="1448060" y="67190"/>
                  </a:lnTo>
                  <a:lnTo>
                    <a:pt x="1455845" y="66029"/>
                  </a:lnTo>
                  <a:lnTo>
                    <a:pt x="1463630" y="64878"/>
                  </a:lnTo>
                  <a:lnTo>
                    <a:pt x="1471416" y="63737"/>
                  </a:lnTo>
                  <a:lnTo>
                    <a:pt x="1479201" y="62606"/>
                  </a:lnTo>
                  <a:lnTo>
                    <a:pt x="1486986" y="61485"/>
                  </a:lnTo>
                  <a:lnTo>
                    <a:pt x="1494771" y="60373"/>
                  </a:lnTo>
                  <a:lnTo>
                    <a:pt x="1502557" y="59271"/>
                  </a:lnTo>
                  <a:lnTo>
                    <a:pt x="1510342" y="58136"/>
                  </a:lnTo>
                  <a:lnTo>
                    <a:pt x="1518127" y="57001"/>
                  </a:lnTo>
                  <a:lnTo>
                    <a:pt x="1525912" y="55875"/>
                  </a:lnTo>
                  <a:lnTo>
                    <a:pt x="1533698" y="54761"/>
                  </a:lnTo>
                  <a:lnTo>
                    <a:pt x="1541483" y="53539"/>
                  </a:lnTo>
                  <a:lnTo>
                    <a:pt x="1549268" y="52330"/>
                  </a:lnTo>
                  <a:lnTo>
                    <a:pt x="1557054" y="51135"/>
                  </a:lnTo>
                  <a:lnTo>
                    <a:pt x="1564839" y="49956"/>
                  </a:lnTo>
                  <a:lnTo>
                    <a:pt x="1572624" y="48789"/>
                  </a:lnTo>
                  <a:lnTo>
                    <a:pt x="1580409" y="47634"/>
                  </a:lnTo>
                  <a:lnTo>
                    <a:pt x="1588195" y="46492"/>
                  </a:lnTo>
                  <a:lnTo>
                    <a:pt x="1595980" y="45363"/>
                  </a:lnTo>
                  <a:lnTo>
                    <a:pt x="1603765" y="44246"/>
                  </a:lnTo>
                  <a:lnTo>
                    <a:pt x="1611550" y="43140"/>
                  </a:lnTo>
                  <a:lnTo>
                    <a:pt x="1619336" y="42047"/>
                  </a:lnTo>
                  <a:lnTo>
                    <a:pt x="1627121" y="40965"/>
                  </a:lnTo>
                  <a:lnTo>
                    <a:pt x="1634906" y="39838"/>
                  </a:lnTo>
                  <a:lnTo>
                    <a:pt x="1642692" y="38535"/>
                  </a:lnTo>
                  <a:lnTo>
                    <a:pt x="1650477" y="37546"/>
                  </a:lnTo>
                  <a:lnTo>
                    <a:pt x="1658262" y="36664"/>
                  </a:lnTo>
                  <a:lnTo>
                    <a:pt x="1666047" y="35694"/>
                  </a:lnTo>
                  <a:lnTo>
                    <a:pt x="1673833" y="34674"/>
                  </a:lnTo>
                  <a:lnTo>
                    <a:pt x="1681618" y="33671"/>
                  </a:lnTo>
                  <a:lnTo>
                    <a:pt x="1689403" y="32680"/>
                  </a:lnTo>
                  <a:lnTo>
                    <a:pt x="1697188" y="31700"/>
                  </a:lnTo>
                  <a:lnTo>
                    <a:pt x="1704974" y="30731"/>
                  </a:lnTo>
                  <a:lnTo>
                    <a:pt x="1712759" y="29773"/>
                  </a:lnTo>
                  <a:lnTo>
                    <a:pt x="1720544" y="28826"/>
                  </a:lnTo>
                  <a:lnTo>
                    <a:pt x="1728330" y="27889"/>
                  </a:lnTo>
                  <a:lnTo>
                    <a:pt x="1736115" y="26964"/>
                  </a:lnTo>
                  <a:lnTo>
                    <a:pt x="1743900" y="26049"/>
                  </a:lnTo>
                  <a:lnTo>
                    <a:pt x="1751685" y="25161"/>
                  </a:lnTo>
                  <a:lnTo>
                    <a:pt x="1759471" y="24364"/>
                  </a:lnTo>
                  <a:lnTo>
                    <a:pt x="1767256" y="23567"/>
                  </a:lnTo>
                  <a:lnTo>
                    <a:pt x="1775041" y="22679"/>
                  </a:lnTo>
                  <a:lnTo>
                    <a:pt x="1782826" y="21802"/>
                  </a:lnTo>
                  <a:lnTo>
                    <a:pt x="1790612" y="20935"/>
                  </a:lnTo>
                  <a:lnTo>
                    <a:pt x="1798397" y="20079"/>
                  </a:lnTo>
                  <a:lnTo>
                    <a:pt x="1806182" y="19233"/>
                  </a:lnTo>
                  <a:lnTo>
                    <a:pt x="1813967" y="18397"/>
                  </a:lnTo>
                  <a:lnTo>
                    <a:pt x="1821753" y="17571"/>
                  </a:lnTo>
                  <a:lnTo>
                    <a:pt x="1829538" y="16755"/>
                  </a:lnTo>
                  <a:lnTo>
                    <a:pt x="1837323" y="15949"/>
                  </a:lnTo>
                  <a:lnTo>
                    <a:pt x="1845109" y="15152"/>
                  </a:lnTo>
                  <a:lnTo>
                    <a:pt x="1852894" y="14344"/>
                  </a:lnTo>
                  <a:lnTo>
                    <a:pt x="1860679" y="13511"/>
                  </a:lnTo>
                  <a:lnTo>
                    <a:pt x="1868464" y="12772"/>
                  </a:lnTo>
                  <a:lnTo>
                    <a:pt x="1876250" y="12062"/>
                  </a:lnTo>
                  <a:lnTo>
                    <a:pt x="1884035" y="11313"/>
                  </a:lnTo>
                  <a:lnTo>
                    <a:pt x="1891820" y="10574"/>
                  </a:lnTo>
                  <a:lnTo>
                    <a:pt x="1899605" y="9843"/>
                  </a:lnTo>
                  <a:lnTo>
                    <a:pt x="1907391" y="9121"/>
                  </a:lnTo>
                  <a:lnTo>
                    <a:pt x="1915176" y="8409"/>
                  </a:lnTo>
                  <a:lnTo>
                    <a:pt x="1922961" y="7705"/>
                  </a:lnTo>
                  <a:lnTo>
                    <a:pt x="1930747" y="7011"/>
                  </a:lnTo>
                  <a:lnTo>
                    <a:pt x="1938532" y="6437"/>
                  </a:lnTo>
                  <a:lnTo>
                    <a:pt x="1946317" y="5719"/>
                  </a:lnTo>
                  <a:lnTo>
                    <a:pt x="1954102" y="5011"/>
                  </a:lnTo>
                  <a:lnTo>
                    <a:pt x="1961888" y="4339"/>
                  </a:lnTo>
                  <a:lnTo>
                    <a:pt x="1969673" y="3693"/>
                  </a:lnTo>
                  <a:lnTo>
                    <a:pt x="1977458" y="3055"/>
                  </a:lnTo>
                  <a:lnTo>
                    <a:pt x="1985243" y="2425"/>
                  </a:lnTo>
                  <a:lnTo>
                    <a:pt x="1993029" y="1803"/>
                  </a:lnTo>
                  <a:lnTo>
                    <a:pt x="2000814" y="1190"/>
                  </a:lnTo>
                  <a:lnTo>
                    <a:pt x="2008599" y="584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0" name="pl149"/>
            <p:cNvSpPr/>
            <p:nvPr/>
          </p:nvSpPr>
          <p:spPr>
            <a:xfrm>
              <a:off x="3648531" y="3784419"/>
              <a:ext cx="2016385" cy="138246"/>
            </a:xfrm>
            <a:custGeom>
              <a:avLst/>
              <a:pathLst>
                <a:path w="2016385" h="138246">
                  <a:moveTo>
                    <a:pt x="2016385" y="0"/>
                  </a:moveTo>
                  <a:lnTo>
                    <a:pt x="2008599" y="87"/>
                  </a:lnTo>
                  <a:lnTo>
                    <a:pt x="2000814" y="256"/>
                  </a:lnTo>
                  <a:lnTo>
                    <a:pt x="1993029" y="347"/>
                  </a:lnTo>
                  <a:lnTo>
                    <a:pt x="1985243" y="355"/>
                  </a:lnTo>
                  <a:lnTo>
                    <a:pt x="1977458" y="447"/>
                  </a:lnTo>
                  <a:lnTo>
                    <a:pt x="1969673" y="539"/>
                  </a:lnTo>
                  <a:lnTo>
                    <a:pt x="1961888" y="631"/>
                  </a:lnTo>
                  <a:lnTo>
                    <a:pt x="1954102" y="722"/>
                  </a:lnTo>
                  <a:lnTo>
                    <a:pt x="1946317" y="814"/>
                  </a:lnTo>
                  <a:lnTo>
                    <a:pt x="1938532" y="1027"/>
                  </a:lnTo>
                  <a:lnTo>
                    <a:pt x="1930747" y="1339"/>
                  </a:lnTo>
                  <a:lnTo>
                    <a:pt x="1922961" y="1651"/>
                  </a:lnTo>
                  <a:lnTo>
                    <a:pt x="1915176" y="1963"/>
                  </a:lnTo>
                  <a:lnTo>
                    <a:pt x="1907391" y="2274"/>
                  </a:lnTo>
                  <a:lnTo>
                    <a:pt x="1899605" y="2586"/>
                  </a:lnTo>
                  <a:lnTo>
                    <a:pt x="1891820" y="2864"/>
                  </a:lnTo>
                  <a:lnTo>
                    <a:pt x="1884035" y="3053"/>
                  </a:lnTo>
                  <a:lnTo>
                    <a:pt x="1876250" y="3243"/>
                  </a:lnTo>
                  <a:lnTo>
                    <a:pt x="1868464" y="3432"/>
                  </a:lnTo>
                  <a:lnTo>
                    <a:pt x="1860679" y="3621"/>
                  </a:lnTo>
                  <a:lnTo>
                    <a:pt x="1852894" y="3801"/>
                  </a:lnTo>
                  <a:lnTo>
                    <a:pt x="1845109" y="3971"/>
                  </a:lnTo>
                  <a:lnTo>
                    <a:pt x="1837323" y="4176"/>
                  </a:lnTo>
                  <a:lnTo>
                    <a:pt x="1829538" y="4423"/>
                  </a:lnTo>
                  <a:lnTo>
                    <a:pt x="1821753" y="4855"/>
                  </a:lnTo>
                  <a:lnTo>
                    <a:pt x="1813967" y="5282"/>
                  </a:lnTo>
                  <a:lnTo>
                    <a:pt x="1806182" y="5705"/>
                  </a:lnTo>
                  <a:lnTo>
                    <a:pt x="1798397" y="5802"/>
                  </a:lnTo>
                  <a:lnTo>
                    <a:pt x="1790612" y="5447"/>
                  </a:lnTo>
                  <a:lnTo>
                    <a:pt x="1782826" y="5499"/>
                  </a:lnTo>
                  <a:lnTo>
                    <a:pt x="1775041" y="5690"/>
                  </a:lnTo>
                  <a:lnTo>
                    <a:pt x="1767256" y="5881"/>
                  </a:lnTo>
                  <a:lnTo>
                    <a:pt x="1759471" y="6071"/>
                  </a:lnTo>
                  <a:lnTo>
                    <a:pt x="1751685" y="6259"/>
                  </a:lnTo>
                  <a:lnTo>
                    <a:pt x="1743900" y="6447"/>
                  </a:lnTo>
                  <a:lnTo>
                    <a:pt x="1736115" y="6635"/>
                  </a:lnTo>
                  <a:lnTo>
                    <a:pt x="1728330" y="7183"/>
                  </a:lnTo>
                  <a:lnTo>
                    <a:pt x="1720544" y="7746"/>
                  </a:lnTo>
                  <a:lnTo>
                    <a:pt x="1712759" y="8308"/>
                  </a:lnTo>
                  <a:lnTo>
                    <a:pt x="1704974" y="8020"/>
                  </a:lnTo>
                  <a:lnTo>
                    <a:pt x="1697188" y="7681"/>
                  </a:lnTo>
                  <a:lnTo>
                    <a:pt x="1689403" y="7737"/>
                  </a:lnTo>
                  <a:lnTo>
                    <a:pt x="1681618" y="7932"/>
                  </a:lnTo>
                  <a:lnTo>
                    <a:pt x="1673833" y="8126"/>
                  </a:lnTo>
                  <a:lnTo>
                    <a:pt x="1666047" y="8320"/>
                  </a:lnTo>
                  <a:lnTo>
                    <a:pt x="1658262" y="8510"/>
                  </a:lnTo>
                  <a:lnTo>
                    <a:pt x="1650477" y="8690"/>
                  </a:lnTo>
                  <a:lnTo>
                    <a:pt x="1642692" y="8864"/>
                  </a:lnTo>
                  <a:lnTo>
                    <a:pt x="1634906" y="9038"/>
                  </a:lnTo>
                  <a:lnTo>
                    <a:pt x="1627121" y="9211"/>
                  </a:lnTo>
                  <a:lnTo>
                    <a:pt x="1619336" y="9385"/>
                  </a:lnTo>
                  <a:lnTo>
                    <a:pt x="1611550" y="9558"/>
                  </a:lnTo>
                  <a:lnTo>
                    <a:pt x="1603765" y="9732"/>
                  </a:lnTo>
                  <a:lnTo>
                    <a:pt x="1595980" y="9905"/>
                  </a:lnTo>
                  <a:lnTo>
                    <a:pt x="1588195" y="10078"/>
                  </a:lnTo>
                  <a:lnTo>
                    <a:pt x="1580409" y="10256"/>
                  </a:lnTo>
                  <a:lnTo>
                    <a:pt x="1572624" y="10444"/>
                  </a:lnTo>
                  <a:lnTo>
                    <a:pt x="1564839" y="10624"/>
                  </a:lnTo>
                  <a:lnTo>
                    <a:pt x="1557054" y="10598"/>
                  </a:lnTo>
                  <a:lnTo>
                    <a:pt x="1549268" y="10376"/>
                  </a:lnTo>
                  <a:lnTo>
                    <a:pt x="1541483" y="10150"/>
                  </a:lnTo>
                  <a:lnTo>
                    <a:pt x="1533698" y="9920"/>
                  </a:lnTo>
                  <a:lnTo>
                    <a:pt x="1525912" y="9690"/>
                  </a:lnTo>
                  <a:lnTo>
                    <a:pt x="1518127" y="9461"/>
                  </a:lnTo>
                  <a:lnTo>
                    <a:pt x="1510342" y="9230"/>
                  </a:lnTo>
                  <a:lnTo>
                    <a:pt x="1502557" y="9268"/>
                  </a:lnTo>
                  <a:lnTo>
                    <a:pt x="1494771" y="9472"/>
                  </a:lnTo>
                  <a:lnTo>
                    <a:pt x="1486986" y="9676"/>
                  </a:lnTo>
                  <a:lnTo>
                    <a:pt x="1479201" y="9880"/>
                  </a:lnTo>
                  <a:lnTo>
                    <a:pt x="1471416" y="10084"/>
                  </a:lnTo>
                  <a:lnTo>
                    <a:pt x="1463630" y="10293"/>
                  </a:lnTo>
                  <a:lnTo>
                    <a:pt x="1455845" y="10512"/>
                  </a:lnTo>
                  <a:lnTo>
                    <a:pt x="1448060" y="10731"/>
                  </a:lnTo>
                  <a:lnTo>
                    <a:pt x="1440275" y="10950"/>
                  </a:lnTo>
                  <a:lnTo>
                    <a:pt x="1432489" y="11202"/>
                  </a:lnTo>
                  <a:lnTo>
                    <a:pt x="1424704" y="11663"/>
                  </a:lnTo>
                  <a:lnTo>
                    <a:pt x="1416919" y="12113"/>
                  </a:lnTo>
                  <a:lnTo>
                    <a:pt x="1409133" y="12553"/>
                  </a:lnTo>
                  <a:lnTo>
                    <a:pt x="1401348" y="12570"/>
                  </a:lnTo>
                  <a:lnTo>
                    <a:pt x="1393563" y="12503"/>
                  </a:lnTo>
                  <a:lnTo>
                    <a:pt x="1385778" y="12573"/>
                  </a:lnTo>
                  <a:lnTo>
                    <a:pt x="1377992" y="12636"/>
                  </a:lnTo>
                  <a:lnTo>
                    <a:pt x="1370207" y="12880"/>
                  </a:lnTo>
                  <a:lnTo>
                    <a:pt x="1362422" y="13337"/>
                  </a:lnTo>
                  <a:lnTo>
                    <a:pt x="1354637" y="13793"/>
                  </a:lnTo>
                  <a:lnTo>
                    <a:pt x="1346851" y="13850"/>
                  </a:lnTo>
                  <a:lnTo>
                    <a:pt x="1339066" y="13867"/>
                  </a:lnTo>
                  <a:lnTo>
                    <a:pt x="1331281" y="13902"/>
                  </a:lnTo>
                  <a:lnTo>
                    <a:pt x="1323495" y="14110"/>
                  </a:lnTo>
                  <a:lnTo>
                    <a:pt x="1315710" y="14382"/>
                  </a:lnTo>
                  <a:lnTo>
                    <a:pt x="1307925" y="15145"/>
                  </a:lnTo>
                  <a:lnTo>
                    <a:pt x="1300140" y="15364"/>
                  </a:lnTo>
                  <a:lnTo>
                    <a:pt x="1292354" y="15688"/>
                  </a:lnTo>
                  <a:lnTo>
                    <a:pt x="1284569" y="15386"/>
                  </a:lnTo>
                  <a:lnTo>
                    <a:pt x="1276784" y="15398"/>
                  </a:lnTo>
                  <a:lnTo>
                    <a:pt x="1268999" y="16040"/>
                  </a:lnTo>
                  <a:lnTo>
                    <a:pt x="1261213" y="16781"/>
                  </a:lnTo>
                  <a:lnTo>
                    <a:pt x="1253428" y="17897"/>
                  </a:lnTo>
                  <a:lnTo>
                    <a:pt x="1245643" y="18035"/>
                  </a:lnTo>
                  <a:lnTo>
                    <a:pt x="1237857" y="18264"/>
                  </a:lnTo>
                  <a:lnTo>
                    <a:pt x="1230072" y="18288"/>
                  </a:lnTo>
                  <a:lnTo>
                    <a:pt x="1222287" y="18039"/>
                  </a:lnTo>
                  <a:lnTo>
                    <a:pt x="1214502" y="17790"/>
                  </a:lnTo>
                  <a:lnTo>
                    <a:pt x="1206716" y="18240"/>
                  </a:lnTo>
                  <a:lnTo>
                    <a:pt x="1198931" y="19010"/>
                  </a:lnTo>
                  <a:lnTo>
                    <a:pt x="1191146" y="19350"/>
                  </a:lnTo>
                  <a:lnTo>
                    <a:pt x="1183361" y="19529"/>
                  </a:lnTo>
                  <a:lnTo>
                    <a:pt x="1175575" y="19721"/>
                  </a:lnTo>
                  <a:lnTo>
                    <a:pt x="1167790" y="20151"/>
                  </a:lnTo>
                  <a:lnTo>
                    <a:pt x="1160005" y="20196"/>
                  </a:lnTo>
                  <a:lnTo>
                    <a:pt x="1152220" y="20241"/>
                  </a:lnTo>
                  <a:lnTo>
                    <a:pt x="1144434" y="20488"/>
                  </a:lnTo>
                  <a:lnTo>
                    <a:pt x="1136649" y="20902"/>
                  </a:lnTo>
                  <a:lnTo>
                    <a:pt x="1128864" y="21011"/>
                  </a:lnTo>
                  <a:lnTo>
                    <a:pt x="1121078" y="21755"/>
                  </a:lnTo>
                  <a:lnTo>
                    <a:pt x="1113293" y="22362"/>
                  </a:lnTo>
                  <a:lnTo>
                    <a:pt x="1105508" y="23316"/>
                  </a:lnTo>
                  <a:lnTo>
                    <a:pt x="1097723" y="23974"/>
                  </a:lnTo>
                  <a:lnTo>
                    <a:pt x="1089937" y="24324"/>
                  </a:lnTo>
                  <a:lnTo>
                    <a:pt x="1082152" y="25234"/>
                  </a:lnTo>
                  <a:lnTo>
                    <a:pt x="1074367" y="26225"/>
                  </a:lnTo>
                  <a:lnTo>
                    <a:pt x="1066582" y="27128"/>
                  </a:lnTo>
                  <a:lnTo>
                    <a:pt x="1058796" y="27215"/>
                  </a:lnTo>
                  <a:lnTo>
                    <a:pt x="1051011" y="28128"/>
                  </a:lnTo>
                  <a:lnTo>
                    <a:pt x="1043226" y="28773"/>
                  </a:lnTo>
                  <a:lnTo>
                    <a:pt x="1035440" y="28746"/>
                  </a:lnTo>
                  <a:lnTo>
                    <a:pt x="1027655" y="29099"/>
                  </a:lnTo>
                  <a:lnTo>
                    <a:pt x="1019870" y="28839"/>
                  </a:lnTo>
                  <a:lnTo>
                    <a:pt x="1012085" y="28244"/>
                  </a:lnTo>
                  <a:lnTo>
                    <a:pt x="1004299" y="28407"/>
                  </a:lnTo>
                  <a:lnTo>
                    <a:pt x="996514" y="28825"/>
                  </a:lnTo>
                  <a:lnTo>
                    <a:pt x="988729" y="29526"/>
                  </a:lnTo>
                  <a:lnTo>
                    <a:pt x="980944" y="30540"/>
                  </a:lnTo>
                  <a:lnTo>
                    <a:pt x="973158" y="31552"/>
                  </a:lnTo>
                  <a:lnTo>
                    <a:pt x="965373" y="32309"/>
                  </a:lnTo>
                  <a:lnTo>
                    <a:pt x="957588" y="32507"/>
                  </a:lnTo>
                  <a:lnTo>
                    <a:pt x="949802" y="32704"/>
                  </a:lnTo>
                  <a:lnTo>
                    <a:pt x="942017" y="32991"/>
                  </a:lnTo>
                  <a:lnTo>
                    <a:pt x="934232" y="33728"/>
                  </a:lnTo>
                  <a:lnTo>
                    <a:pt x="926447" y="34810"/>
                  </a:lnTo>
                  <a:lnTo>
                    <a:pt x="918661" y="36067"/>
                  </a:lnTo>
                  <a:lnTo>
                    <a:pt x="910876" y="37003"/>
                  </a:lnTo>
                  <a:lnTo>
                    <a:pt x="903091" y="38087"/>
                  </a:lnTo>
                  <a:lnTo>
                    <a:pt x="895306" y="37992"/>
                  </a:lnTo>
                  <a:lnTo>
                    <a:pt x="887520" y="38637"/>
                  </a:lnTo>
                  <a:lnTo>
                    <a:pt x="879735" y="39609"/>
                  </a:lnTo>
                  <a:lnTo>
                    <a:pt x="871950" y="40203"/>
                  </a:lnTo>
                  <a:lnTo>
                    <a:pt x="864165" y="40658"/>
                  </a:lnTo>
                  <a:lnTo>
                    <a:pt x="856379" y="40679"/>
                  </a:lnTo>
                  <a:lnTo>
                    <a:pt x="848594" y="41389"/>
                  </a:lnTo>
                  <a:lnTo>
                    <a:pt x="840809" y="42236"/>
                  </a:lnTo>
                  <a:lnTo>
                    <a:pt x="833023" y="42754"/>
                  </a:lnTo>
                  <a:lnTo>
                    <a:pt x="825238" y="43256"/>
                  </a:lnTo>
                  <a:lnTo>
                    <a:pt x="817453" y="43758"/>
                  </a:lnTo>
                  <a:lnTo>
                    <a:pt x="809668" y="44269"/>
                  </a:lnTo>
                  <a:lnTo>
                    <a:pt x="801882" y="44775"/>
                  </a:lnTo>
                  <a:lnTo>
                    <a:pt x="794097" y="45251"/>
                  </a:lnTo>
                  <a:lnTo>
                    <a:pt x="786312" y="45463"/>
                  </a:lnTo>
                  <a:lnTo>
                    <a:pt x="778527" y="46065"/>
                  </a:lnTo>
                  <a:lnTo>
                    <a:pt x="770741" y="46790"/>
                  </a:lnTo>
                  <a:lnTo>
                    <a:pt x="762956" y="47298"/>
                  </a:lnTo>
                  <a:lnTo>
                    <a:pt x="755171" y="47799"/>
                  </a:lnTo>
                  <a:lnTo>
                    <a:pt x="747385" y="48291"/>
                  </a:lnTo>
                  <a:lnTo>
                    <a:pt x="739600" y="48721"/>
                  </a:lnTo>
                  <a:lnTo>
                    <a:pt x="731815" y="49041"/>
                  </a:lnTo>
                  <a:lnTo>
                    <a:pt x="724030" y="49687"/>
                  </a:lnTo>
                  <a:lnTo>
                    <a:pt x="716244" y="50520"/>
                  </a:lnTo>
                  <a:lnTo>
                    <a:pt x="708459" y="51062"/>
                  </a:lnTo>
                  <a:lnTo>
                    <a:pt x="700674" y="52126"/>
                  </a:lnTo>
                  <a:lnTo>
                    <a:pt x="692889" y="52740"/>
                  </a:lnTo>
                  <a:lnTo>
                    <a:pt x="685103" y="53396"/>
                  </a:lnTo>
                  <a:lnTo>
                    <a:pt x="677318" y="55113"/>
                  </a:lnTo>
                  <a:lnTo>
                    <a:pt x="669533" y="56239"/>
                  </a:lnTo>
                  <a:lnTo>
                    <a:pt x="661747" y="56475"/>
                  </a:lnTo>
                  <a:lnTo>
                    <a:pt x="653962" y="56419"/>
                  </a:lnTo>
                  <a:lnTo>
                    <a:pt x="646177" y="57146"/>
                  </a:lnTo>
                  <a:lnTo>
                    <a:pt x="638392" y="58468"/>
                  </a:lnTo>
                  <a:lnTo>
                    <a:pt x="630606" y="59089"/>
                  </a:lnTo>
                  <a:lnTo>
                    <a:pt x="622821" y="60066"/>
                  </a:lnTo>
                  <a:lnTo>
                    <a:pt x="615036" y="60761"/>
                  </a:lnTo>
                  <a:lnTo>
                    <a:pt x="607251" y="61829"/>
                  </a:lnTo>
                  <a:lnTo>
                    <a:pt x="599465" y="63178"/>
                  </a:lnTo>
                  <a:lnTo>
                    <a:pt x="591680" y="63808"/>
                  </a:lnTo>
                  <a:lnTo>
                    <a:pt x="583895" y="64027"/>
                  </a:lnTo>
                  <a:lnTo>
                    <a:pt x="576110" y="65086"/>
                  </a:lnTo>
                  <a:lnTo>
                    <a:pt x="568324" y="65867"/>
                  </a:lnTo>
                  <a:lnTo>
                    <a:pt x="560539" y="66680"/>
                  </a:lnTo>
                  <a:lnTo>
                    <a:pt x="552754" y="67832"/>
                  </a:lnTo>
                  <a:lnTo>
                    <a:pt x="544968" y="69479"/>
                  </a:lnTo>
                  <a:lnTo>
                    <a:pt x="537183" y="70508"/>
                  </a:lnTo>
                  <a:lnTo>
                    <a:pt x="529398" y="70889"/>
                  </a:lnTo>
                  <a:lnTo>
                    <a:pt x="521613" y="71259"/>
                  </a:lnTo>
                  <a:lnTo>
                    <a:pt x="513827" y="72064"/>
                  </a:lnTo>
                  <a:lnTo>
                    <a:pt x="506042" y="73411"/>
                  </a:lnTo>
                  <a:lnTo>
                    <a:pt x="498257" y="74508"/>
                  </a:lnTo>
                  <a:lnTo>
                    <a:pt x="490472" y="75287"/>
                  </a:lnTo>
                  <a:lnTo>
                    <a:pt x="482686" y="76061"/>
                  </a:lnTo>
                  <a:lnTo>
                    <a:pt x="474901" y="77013"/>
                  </a:lnTo>
                  <a:lnTo>
                    <a:pt x="467116" y="78861"/>
                  </a:lnTo>
                  <a:lnTo>
                    <a:pt x="459330" y="80264"/>
                  </a:lnTo>
                  <a:lnTo>
                    <a:pt x="451545" y="81056"/>
                  </a:lnTo>
                  <a:lnTo>
                    <a:pt x="443760" y="81881"/>
                  </a:lnTo>
                  <a:lnTo>
                    <a:pt x="435975" y="83046"/>
                  </a:lnTo>
                  <a:lnTo>
                    <a:pt x="428189" y="83846"/>
                  </a:lnTo>
                  <a:lnTo>
                    <a:pt x="420404" y="84176"/>
                  </a:lnTo>
                  <a:lnTo>
                    <a:pt x="412619" y="85601"/>
                  </a:lnTo>
                  <a:lnTo>
                    <a:pt x="404834" y="85911"/>
                  </a:lnTo>
                  <a:lnTo>
                    <a:pt x="397048" y="87183"/>
                  </a:lnTo>
                  <a:lnTo>
                    <a:pt x="389263" y="88406"/>
                  </a:lnTo>
                  <a:lnTo>
                    <a:pt x="381478" y="89194"/>
                  </a:lnTo>
                  <a:lnTo>
                    <a:pt x="373692" y="90311"/>
                  </a:lnTo>
                  <a:lnTo>
                    <a:pt x="365907" y="91417"/>
                  </a:lnTo>
                  <a:lnTo>
                    <a:pt x="358122" y="92507"/>
                  </a:lnTo>
                  <a:lnTo>
                    <a:pt x="350337" y="93317"/>
                  </a:lnTo>
                  <a:lnTo>
                    <a:pt x="342551" y="93954"/>
                  </a:lnTo>
                  <a:lnTo>
                    <a:pt x="334766" y="94582"/>
                  </a:lnTo>
                  <a:lnTo>
                    <a:pt x="326981" y="95213"/>
                  </a:lnTo>
                  <a:lnTo>
                    <a:pt x="319196" y="96561"/>
                  </a:lnTo>
                  <a:lnTo>
                    <a:pt x="311410" y="97916"/>
                  </a:lnTo>
                  <a:lnTo>
                    <a:pt x="303625" y="98938"/>
                  </a:lnTo>
                  <a:lnTo>
                    <a:pt x="295840" y="99939"/>
                  </a:lnTo>
                  <a:lnTo>
                    <a:pt x="288055" y="100677"/>
                  </a:lnTo>
                  <a:lnTo>
                    <a:pt x="280269" y="101414"/>
                  </a:lnTo>
                  <a:lnTo>
                    <a:pt x="272484" y="102147"/>
                  </a:lnTo>
                  <a:lnTo>
                    <a:pt x="264699" y="103349"/>
                  </a:lnTo>
                  <a:lnTo>
                    <a:pt x="256913" y="103845"/>
                  </a:lnTo>
                  <a:lnTo>
                    <a:pt x="249128" y="104858"/>
                  </a:lnTo>
                  <a:lnTo>
                    <a:pt x="241343" y="106410"/>
                  </a:lnTo>
                  <a:lnTo>
                    <a:pt x="233558" y="107264"/>
                  </a:lnTo>
                  <a:lnTo>
                    <a:pt x="225772" y="107792"/>
                  </a:lnTo>
                  <a:lnTo>
                    <a:pt x="217987" y="108952"/>
                  </a:lnTo>
                  <a:lnTo>
                    <a:pt x="210202" y="110342"/>
                  </a:lnTo>
                  <a:lnTo>
                    <a:pt x="202417" y="111799"/>
                  </a:lnTo>
                  <a:lnTo>
                    <a:pt x="194631" y="112929"/>
                  </a:lnTo>
                  <a:lnTo>
                    <a:pt x="186846" y="113715"/>
                  </a:lnTo>
                  <a:lnTo>
                    <a:pt x="179061" y="115146"/>
                  </a:lnTo>
                  <a:lnTo>
                    <a:pt x="171275" y="116731"/>
                  </a:lnTo>
                  <a:lnTo>
                    <a:pt x="163490" y="118026"/>
                  </a:lnTo>
                  <a:lnTo>
                    <a:pt x="155705" y="119226"/>
                  </a:lnTo>
                  <a:lnTo>
                    <a:pt x="147920" y="120287"/>
                  </a:lnTo>
                  <a:lnTo>
                    <a:pt x="140134" y="121356"/>
                  </a:lnTo>
                  <a:lnTo>
                    <a:pt x="132349" y="122176"/>
                  </a:lnTo>
                  <a:lnTo>
                    <a:pt x="124564" y="123131"/>
                  </a:lnTo>
                  <a:lnTo>
                    <a:pt x="116779" y="123994"/>
                  </a:lnTo>
                  <a:lnTo>
                    <a:pt x="108993" y="124861"/>
                  </a:lnTo>
                  <a:lnTo>
                    <a:pt x="101208" y="125779"/>
                  </a:lnTo>
                  <a:lnTo>
                    <a:pt x="93423" y="126735"/>
                  </a:lnTo>
                  <a:lnTo>
                    <a:pt x="85637" y="127724"/>
                  </a:lnTo>
                  <a:lnTo>
                    <a:pt x="77852" y="128923"/>
                  </a:lnTo>
                  <a:lnTo>
                    <a:pt x="70067" y="129773"/>
                  </a:lnTo>
                  <a:lnTo>
                    <a:pt x="62282" y="130531"/>
                  </a:lnTo>
                  <a:lnTo>
                    <a:pt x="54496" y="131272"/>
                  </a:lnTo>
                  <a:lnTo>
                    <a:pt x="46711" y="132079"/>
                  </a:lnTo>
                  <a:lnTo>
                    <a:pt x="38926" y="133114"/>
                  </a:lnTo>
                  <a:lnTo>
                    <a:pt x="31141" y="134344"/>
                  </a:lnTo>
                  <a:lnTo>
                    <a:pt x="23355" y="135049"/>
                  </a:lnTo>
                  <a:lnTo>
                    <a:pt x="15570" y="136042"/>
                  </a:lnTo>
                  <a:lnTo>
                    <a:pt x="7785" y="137165"/>
                  </a:lnTo>
                  <a:lnTo>
                    <a:pt x="0" y="138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648531" y="3454227"/>
              <a:ext cx="2016385" cy="470000"/>
            </a:xfrm>
            <a:custGeom>
              <a:avLst/>
              <a:pathLst>
                <a:path w="2016385" h="470000">
                  <a:moveTo>
                    <a:pt x="0" y="269527"/>
                  </a:moveTo>
                  <a:lnTo>
                    <a:pt x="7785" y="269267"/>
                  </a:lnTo>
                  <a:lnTo>
                    <a:pt x="15570" y="269006"/>
                  </a:lnTo>
                  <a:lnTo>
                    <a:pt x="23355" y="268746"/>
                  </a:lnTo>
                  <a:lnTo>
                    <a:pt x="31141" y="268486"/>
                  </a:lnTo>
                  <a:lnTo>
                    <a:pt x="38926" y="267937"/>
                  </a:lnTo>
                  <a:lnTo>
                    <a:pt x="46711" y="267135"/>
                  </a:lnTo>
                  <a:lnTo>
                    <a:pt x="54496" y="266849"/>
                  </a:lnTo>
                  <a:lnTo>
                    <a:pt x="62282" y="266464"/>
                  </a:lnTo>
                  <a:lnTo>
                    <a:pt x="70067" y="265807"/>
                  </a:lnTo>
                  <a:lnTo>
                    <a:pt x="77852" y="265593"/>
                  </a:lnTo>
                  <a:lnTo>
                    <a:pt x="85637" y="265389"/>
                  </a:lnTo>
                  <a:lnTo>
                    <a:pt x="93423" y="265106"/>
                  </a:lnTo>
                  <a:lnTo>
                    <a:pt x="101208" y="264963"/>
                  </a:lnTo>
                  <a:lnTo>
                    <a:pt x="108993" y="264675"/>
                  </a:lnTo>
                  <a:lnTo>
                    <a:pt x="116779" y="264197"/>
                  </a:lnTo>
                  <a:lnTo>
                    <a:pt x="124564" y="263862"/>
                  </a:lnTo>
                  <a:lnTo>
                    <a:pt x="132349" y="263292"/>
                  </a:lnTo>
                  <a:lnTo>
                    <a:pt x="140134" y="262988"/>
                  </a:lnTo>
                  <a:lnTo>
                    <a:pt x="147920" y="262802"/>
                  </a:lnTo>
                  <a:lnTo>
                    <a:pt x="155705" y="262092"/>
                  </a:lnTo>
                  <a:lnTo>
                    <a:pt x="163490" y="261177"/>
                  </a:lnTo>
                  <a:lnTo>
                    <a:pt x="171275" y="260263"/>
                  </a:lnTo>
                  <a:lnTo>
                    <a:pt x="179061" y="259747"/>
                  </a:lnTo>
                  <a:lnTo>
                    <a:pt x="186846" y="259881"/>
                  </a:lnTo>
                  <a:lnTo>
                    <a:pt x="194631" y="259175"/>
                  </a:lnTo>
                  <a:lnTo>
                    <a:pt x="202417" y="258091"/>
                  </a:lnTo>
                  <a:lnTo>
                    <a:pt x="210202" y="257007"/>
                  </a:lnTo>
                  <a:lnTo>
                    <a:pt x="217987" y="256192"/>
                  </a:lnTo>
                  <a:lnTo>
                    <a:pt x="225772" y="255583"/>
                  </a:lnTo>
                  <a:lnTo>
                    <a:pt x="233558" y="255330"/>
                  </a:lnTo>
                  <a:lnTo>
                    <a:pt x="241343" y="254565"/>
                  </a:lnTo>
                  <a:lnTo>
                    <a:pt x="249128" y="253784"/>
                  </a:lnTo>
                  <a:lnTo>
                    <a:pt x="256913" y="253003"/>
                  </a:lnTo>
                  <a:lnTo>
                    <a:pt x="264699" y="252317"/>
                  </a:lnTo>
                  <a:lnTo>
                    <a:pt x="272484" y="251670"/>
                  </a:lnTo>
                  <a:lnTo>
                    <a:pt x="280269" y="250956"/>
                  </a:lnTo>
                  <a:lnTo>
                    <a:pt x="288055" y="250294"/>
                  </a:lnTo>
                  <a:lnTo>
                    <a:pt x="295840" y="249671"/>
                  </a:lnTo>
                  <a:lnTo>
                    <a:pt x="303625" y="249083"/>
                  </a:lnTo>
                  <a:lnTo>
                    <a:pt x="311410" y="248436"/>
                  </a:lnTo>
                  <a:lnTo>
                    <a:pt x="319196" y="247789"/>
                  </a:lnTo>
                  <a:lnTo>
                    <a:pt x="326981" y="246956"/>
                  </a:lnTo>
                  <a:lnTo>
                    <a:pt x="334766" y="246111"/>
                  </a:lnTo>
                  <a:lnTo>
                    <a:pt x="342551" y="245433"/>
                  </a:lnTo>
                  <a:lnTo>
                    <a:pt x="350337" y="244098"/>
                  </a:lnTo>
                  <a:lnTo>
                    <a:pt x="358122" y="243060"/>
                  </a:lnTo>
                  <a:lnTo>
                    <a:pt x="365907" y="242650"/>
                  </a:lnTo>
                  <a:lnTo>
                    <a:pt x="373692" y="242243"/>
                  </a:lnTo>
                  <a:lnTo>
                    <a:pt x="381478" y="241176"/>
                  </a:lnTo>
                  <a:lnTo>
                    <a:pt x="389263" y="239998"/>
                  </a:lnTo>
                  <a:lnTo>
                    <a:pt x="397048" y="239315"/>
                  </a:lnTo>
                  <a:lnTo>
                    <a:pt x="404834" y="238085"/>
                  </a:lnTo>
                  <a:lnTo>
                    <a:pt x="412619" y="237507"/>
                  </a:lnTo>
                  <a:lnTo>
                    <a:pt x="420404" y="236812"/>
                  </a:lnTo>
                  <a:lnTo>
                    <a:pt x="428189" y="235717"/>
                  </a:lnTo>
                  <a:lnTo>
                    <a:pt x="435975" y="234762"/>
                  </a:lnTo>
                  <a:lnTo>
                    <a:pt x="443760" y="234086"/>
                  </a:lnTo>
                  <a:lnTo>
                    <a:pt x="451545" y="232880"/>
                  </a:lnTo>
                  <a:lnTo>
                    <a:pt x="459330" y="231673"/>
                  </a:lnTo>
                  <a:lnTo>
                    <a:pt x="467116" y="230830"/>
                  </a:lnTo>
                  <a:lnTo>
                    <a:pt x="474901" y="230654"/>
                  </a:lnTo>
                  <a:lnTo>
                    <a:pt x="482686" y="229501"/>
                  </a:lnTo>
                  <a:lnTo>
                    <a:pt x="490472" y="227581"/>
                  </a:lnTo>
                  <a:lnTo>
                    <a:pt x="498257" y="227168"/>
                  </a:lnTo>
                  <a:lnTo>
                    <a:pt x="506042" y="225998"/>
                  </a:lnTo>
                  <a:lnTo>
                    <a:pt x="513827" y="225372"/>
                  </a:lnTo>
                  <a:lnTo>
                    <a:pt x="521613" y="224069"/>
                  </a:lnTo>
                  <a:lnTo>
                    <a:pt x="529398" y="223223"/>
                  </a:lnTo>
                  <a:lnTo>
                    <a:pt x="537183" y="222281"/>
                  </a:lnTo>
                  <a:lnTo>
                    <a:pt x="544968" y="220627"/>
                  </a:lnTo>
                  <a:lnTo>
                    <a:pt x="552754" y="219545"/>
                  </a:lnTo>
                  <a:lnTo>
                    <a:pt x="560539" y="218569"/>
                  </a:lnTo>
                  <a:lnTo>
                    <a:pt x="568324" y="217729"/>
                  </a:lnTo>
                  <a:lnTo>
                    <a:pt x="576110" y="216797"/>
                  </a:lnTo>
                  <a:lnTo>
                    <a:pt x="583895" y="215572"/>
                  </a:lnTo>
                  <a:lnTo>
                    <a:pt x="591680" y="215004"/>
                  </a:lnTo>
                  <a:lnTo>
                    <a:pt x="599465" y="213848"/>
                  </a:lnTo>
                  <a:lnTo>
                    <a:pt x="607251" y="212708"/>
                  </a:lnTo>
                  <a:lnTo>
                    <a:pt x="615036" y="211547"/>
                  </a:lnTo>
                  <a:lnTo>
                    <a:pt x="622821" y="209946"/>
                  </a:lnTo>
                  <a:lnTo>
                    <a:pt x="630606" y="209210"/>
                  </a:lnTo>
                  <a:lnTo>
                    <a:pt x="638392" y="208037"/>
                  </a:lnTo>
                  <a:lnTo>
                    <a:pt x="646177" y="206884"/>
                  </a:lnTo>
                  <a:lnTo>
                    <a:pt x="653962" y="205732"/>
                  </a:lnTo>
                  <a:lnTo>
                    <a:pt x="661747" y="204580"/>
                  </a:lnTo>
                  <a:lnTo>
                    <a:pt x="669533" y="203430"/>
                  </a:lnTo>
                  <a:lnTo>
                    <a:pt x="677318" y="202291"/>
                  </a:lnTo>
                  <a:lnTo>
                    <a:pt x="685103" y="201152"/>
                  </a:lnTo>
                  <a:lnTo>
                    <a:pt x="692889" y="200015"/>
                  </a:lnTo>
                  <a:lnTo>
                    <a:pt x="700674" y="199335"/>
                  </a:lnTo>
                  <a:lnTo>
                    <a:pt x="708459" y="198486"/>
                  </a:lnTo>
                  <a:lnTo>
                    <a:pt x="716244" y="197436"/>
                  </a:lnTo>
                  <a:lnTo>
                    <a:pt x="724030" y="196237"/>
                  </a:lnTo>
                  <a:lnTo>
                    <a:pt x="731815" y="195061"/>
                  </a:lnTo>
                  <a:lnTo>
                    <a:pt x="739600" y="194124"/>
                  </a:lnTo>
                  <a:lnTo>
                    <a:pt x="747385" y="193313"/>
                  </a:lnTo>
                  <a:lnTo>
                    <a:pt x="755171" y="192502"/>
                  </a:lnTo>
                  <a:lnTo>
                    <a:pt x="762956" y="191393"/>
                  </a:lnTo>
                  <a:lnTo>
                    <a:pt x="770741" y="190548"/>
                  </a:lnTo>
                  <a:lnTo>
                    <a:pt x="778527" y="189714"/>
                  </a:lnTo>
                  <a:lnTo>
                    <a:pt x="786312" y="188890"/>
                  </a:lnTo>
                  <a:lnTo>
                    <a:pt x="794097" y="187811"/>
                  </a:lnTo>
                  <a:lnTo>
                    <a:pt x="801882" y="186683"/>
                  </a:lnTo>
                  <a:lnTo>
                    <a:pt x="809668" y="185555"/>
                  </a:lnTo>
                  <a:lnTo>
                    <a:pt x="817453" y="184429"/>
                  </a:lnTo>
                  <a:lnTo>
                    <a:pt x="825238" y="183109"/>
                  </a:lnTo>
                  <a:lnTo>
                    <a:pt x="833023" y="182057"/>
                  </a:lnTo>
                  <a:lnTo>
                    <a:pt x="840809" y="181053"/>
                  </a:lnTo>
                  <a:lnTo>
                    <a:pt x="848594" y="179902"/>
                  </a:lnTo>
                  <a:lnTo>
                    <a:pt x="856379" y="178767"/>
                  </a:lnTo>
                  <a:lnTo>
                    <a:pt x="864165" y="177635"/>
                  </a:lnTo>
                  <a:lnTo>
                    <a:pt x="871950" y="176505"/>
                  </a:lnTo>
                  <a:lnTo>
                    <a:pt x="879735" y="175376"/>
                  </a:lnTo>
                  <a:lnTo>
                    <a:pt x="887520" y="174270"/>
                  </a:lnTo>
                  <a:lnTo>
                    <a:pt x="895306" y="173145"/>
                  </a:lnTo>
                  <a:lnTo>
                    <a:pt x="903091" y="171631"/>
                  </a:lnTo>
                  <a:lnTo>
                    <a:pt x="910876" y="170462"/>
                  </a:lnTo>
                  <a:lnTo>
                    <a:pt x="918661" y="169272"/>
                  </a:lnTo>
                  <a:lnTo>
                    <a:pt x="926447" y="168595"/>
                  </a:lnTo>
                  <a:lnTo>
                    <a:pt x="934232" y="167825"/>
                  </a:lnTo>
                  <a:lnTo>
                    <a:pt x="942017" y="166674"/>
                  </a:lnTo>
                  <a:lnTo>
                    <a:pt x="949802" y="165393"/>
                  </a:lnTo>
                  <a:lnTo>
                    <a:pt x="957588" y="164287"/>
                  </a:lnTo>
                  <a:lnTo>
                    <a:pt x="965373" y="163168"/>
                  </a:lnTo>
                  <a:lnTo>
                    <a:pt x="973158" y="162077"/>
                  </a:lnTo>
                  <a:lnTo>
                    <a:pt x="980944" y="160984"/>
                  </a:lnTo>
                  <a:lnTo>
                    <a:pt x="988729" y="159870"/>
                  </a:lnTo>
                  <a:lnTo>
                    <a:pt x="996514" y="158591"/>
                  </a:lnTo>
                  <a:lnTo>
                    <a:pt x="1004299" y="157189"/>
                  </a:lnTo>
                  <a:lnTo>
                    <a:pt x="1012085" y="155791"/>
                  </a:lnTo>
                  <a:lnTo>
                    <a:pt x="1019870" y="154406"/>
                  </a:lnTo>
                  <a:lnTo>
                    <a:pt x="1027655" y="153026"/>
                  </a:lnTo>
                  <a:lnTo>
                    <a:pt x="1035440" y="151887"/>
                  </a:lnTo>
                  <a:lnTo>
                    <a:pt x="1043226" y="150850"/>
                  </a:lnTo>
                  <a:lnTo>
                    <a:pt x="1051011" y="149094"/>
                  </a:lnTo>
                  <a:lnTo>
                    <a:pt x="1058796" y="147819"/>
                  </a:lnTo>
                  <a:lnTo>
                    <a:pt x="1066582" y="146257"/>
                  </a:lnTo>
                  <a:lnTo>
                    <a:pt x="1074367" y="145170"/>
                  </a:lnTo>
                  <a:lnTo>
                    <a:pt x="1082152" y="144085"/>
                  </a:lnTo>
                  <a:lnTo>
                    <a:pt x="1089937" y="142850"/>
                  </a:lnTo>
                  <a:lnTo>
                    <a:pt x="1097723" y="141280"/>
                  </a:lnTo>
                  <a:lnTo>
                    <a:pt x="1105508" y="139715"/>
                  </a:lnTo>
                  <a:lnTo>
                    <a:pt x="1113293" y="138154"/>
                  </a:lnTo>
                  <a:lnTo>
                    <a:pt x="1121078" y="136627"/>
                  </a:lnTo>
                  <a:lnTo>
                    <a:pt x="1128864" y="135508"/>
                  </a:lnTo>
                  <a:lnTo>
                    <a:pt x="1136649" y="134398"/>
                  </a:lnTo>
                  <a:lnTo>
                    <a:pt x="1144434" y="133268"/>
                  </a:lnTo>
                  <a:lnTo>
                    <a:pt x="1152220" y="132056"/>
                  </a:lnTo>
                  <a:lnTo>
                    <a:pt x="1160005" y="130328"/>
                  </a:lnTo>
                  <a:lnTo>
                    <a:pt x="1167790" y="128607"/>
                  </a:lnTo>
                  <a:lnTo>
                    <a:pt x="1175575" y="126882"/>
                  </a:lnTo>
                  <a:lnTo>
                    <a:pt x="1183361" y="125450"/>
                  </a:lnTo>
                  <a:lnTo>
                    <a:pt x="1191146" y="124495"/>
                  </a:lnTo>
                  <a:lnTo>
                    <a:pt x="1198931" y="123206"/>
                  </a:lnTo>
                  <a:lnTo>
                    <a:pt x="1206716" y="121902"/>
                  </a:lnTo>
                  <a:lnTo>
                    <a:pt x="1214502" y="120601"/>
                  </a:lnTo>
                  <a:lnTo>
                    <a:pt x="1222287" y="119305"/>
                  </a:lnTo>
                  <a:lnTo>
                    <a:pt x="1230072" y="118203"/>
                  </a:lnTo>
                  <a:lnTo>
                    <a:pt x="1237857" y="117231"/>
                  </a:lnTo>
                  <a:lnTo>
                    <a:pt x="1245643" y="116260"/>
                  </a:lnTo>
                  <a:lnTo>
                    <a:pt x="1253428" y="115292"/>
                  </a:lnTo>
                  <a:lnTo>
                    <a:pt x="1261213" y="114331"/>
                  </a:lnTo>
                  <a:lnTo>
                    <a:pt x="1268999" y="113373"/>
                  </a:lnTo>
                  <a:lnTo>
                    <a:pt x="1276784" y="112081"/>
                  </a:lnTo>
                  <a:lnTo>
                    <a:pt x="1284569" y="110354"/>
                  </a:lnTo>
                  <a:lnTo>
                    <a:pt x="1292354" y="108828"/>
                  </a:lnTo>
                  <a:lnTo>
                    <a:pt x="1300140" y="107651"/>
                  </a:lnTo>
                  <a:lnTo>
                    <a:pt x="1307925" y="106596"/>
                  </a:lnTo>
                  <a:lnTo>
                    <a:pt x="1315710" y="105436"/>
                  </a:lnTo>
                  <a:lnTo>
                    <a:pt x="1323495" y="104151"/>
                  </a:lnTo>
                  <a:lnTo>
                    <a:pt x="1331281" y="103092"/>
                  </a:lnTo>
                  <a:lnTo>
                    <a:pt x="1339066" y="101965"/>
                  </a:lnTo>
                  <a:lnTo>
                    <a:pt x="1346851" y="100686"/>
                  </a:lnTo>
                  <a:lnTo>
                    <a:pt x="1354637" y="99412"/>
                  </a:lnTo>
                  <a:lnTo>
                    <a:pt x="1362422" y="98144"/>
                  </a:lnTo>
                  <a:lnTo>
                    <a:pt x="1370207" y="96783"/>
                  </a:lnTo>
                  <a:lnTo>
                    <a:pt x="1377992" y="95202"/>
                  </a:lnTo>
                  <a:lnTo>
                    <a:pt x="1385778" y="93632"/>
                  </a:lnTo>
                  <a:lnTo>
                    <a:pt x="1393563" y="92070"/>
                  </a:lnTo>
                  <a:lnTo>
                    <a:pt x="1401348" y="90618"/>
                  </a:lnTo>
                  <a:lnTo>
                    <a:pt x="1409133" y="89611"/>
                  </a:lnTo>
                  <a:lnTo>
                    <a:pt x="1416919" y="88409"/>
                  </a:lnTo>
                  <a:lnTo>
                    <a:pt x="1424704" y="86830"/>
                  </a:lnTo>
                  <a:lnTo>
                    <a:pt x="1432489" y="85640"/>
                  </a:lnTo>
                  <a:lnTo>
                    <a:pt x="1440275" y="84600"/>
                  </a:lnTo>
                  <a:lnTo>
                    <a:pt x="1448060" y="83556"/>
                  </a:lnTo>
                  <a:lnTo>
                    <a:pt x="1455845" y="82096"/>
                  </a:lnTo>
                  <a:lnTo>
                    <a:pt x="1463630" y="80914"/>
                  </a:lnTo>
                  <a:lnTo>
                    <a:pt x="1471416" y="79746"/>
                  </a:lnTo>
                  <a:lnTo>
                    <a:pt x="1479201" y="78589"/>
                  </a:lnTo>
                  <a:lnTo>
                    <a:pt x="1486986" y="77255"/>
                  </a:lnTo>
                  <a:lnTo>
                    <a:pt x="1494771" y="76289"/>
                  </a:lnTo>
                  <a:lnTo>
                    <a:pt x="1502557" y="75328"/>
                  </a:lnTo>
                  <a:lnTo>
                    <a:pt x="1510342" y="74353"/>
                  </a:lnTo>
                  <a:lnTo>
                    <a:pt x="1518127" y="72963"/>
                  </a:lnTo>
                  <a:lnTo>
                    <a:pt x="1525912" y="71723"/>
                  </a:lnTo>
                  <a:lnTo>
                    <a:pt x="1533698" y="70587"/>
                  </a:lnTo>
                  <a:lnTo>
                    <a:pt x="1541483" y="69457"/>
                  </a:lnTo>
                  <a:lnTo>
                    <a:pt x="1549268" y="68097"/>
                  </a:lnTo>
                  <a:lnTo>
                    <a:pt x="1557054" y="66520"/>
                  </a:lnTo>
                  <a:lnTo>
                    <a:pt x="1564839" y="64889"/>
                  </a:lnTo>
                  <a:lnTo>
                    <a:pt x="1572624" y="63984"/>
                  </a:lnTo>
                  <a:lnTo>
                    <a:pt x="1580409" y="62594"/>
                  </a:lnTo>
                  <a:lnTo>
                    <a:pt x="1588195" y="61182"/>
                  </a:lnTo>
                  <a:lnTo>
                    <a:pt x="1595980" y="59779"/>
                  </a:lnTo>
                  <a:lnTo>
                    <a:pt x="1603765" y="58383"/>
                  </a:lnTo>
                  <a:lnTo>
                    <a:pt x="1611550" y="56916"/>
                  </a:lnTo>
                  <a:lnTo>
                    <a:pt x="1619336" y="55462"/>
                  </a:lnTo>
                  <a:lnTo>
                    <a:pt x="1627121" y="54166"/>
                  </a:lnTo>
                  <a:lnTo>
                    <a:pt x="1634906" y="52884"/>
                  </a:lnTo>
                  <a:lnTo>
                    <a:pt x="1642692" y="51599"/>
                  </a:lnTo>
                  <a:lnTo>
                    <a:pt x="1650477" y="50327"/>
                  </a:lnTo>
                  <a:lnTo>
                    <a:pt x="1658262" y="49333"/>
                  </a:lnTo>
                  <a:lnTo>
                    <a:pt x="1666047" y="48095"/>
                  </a:lnTo>
                  <a:lnTo>
                    <a:pt x="1673833" y="46799"/>
                  </a:lnTo>
                  <a:lnTo>
                    <a:pt x="1681618" y="45512"/>
                  </a:lnTo>
                  <a:lnTo>
                    <a:pt x="1689403" y="44235"/>
                  </a:lnTo>
                  <a:lnTo>
                    <a:pt x="1697188" y="43075"/>
                  </a:lnTo>
                  <a:lnTo>
                    <a:pt x="1704974" y="41959"/>
                  </a:lnTo>
                  <a:lnTo>
                    <a:pt x="1712759" y="40803"/>
                  </a:lnTo>
                  <a:lnTo>
                    <a:pt x="1720544" y="39708"/>
                  </a:lnTo>
                  <a:lnTo>
                    <a:pt x="1728330" y="38462"/>
                  </a:lnTo>
                  <a:lnTo>
                    <a:pt x="1736115" y="37224"/>
                  </a:lnTo>
                  <a:lnTo>
                    <a:pt x="1743900" y="35994"/>
                  </a:lnTo>
                  <a:lnTo>
                    <a:pt x="1751685" y="34772"/>
                  </a:lnTo>
                  <a:lnTo>
                    <a:pt x="1759471" y="33558"/>
                  </a:lnTo>
                  <a:lnTo>
                    <a:pt x="1767256" y="32352"/>
                  </a:lnTo>
                  <a:lnTo>
                    <a:pt x="1775041" y="31304"/>
                  </a:lnTo>
                  <a:lnTo>
                    <a:pt x="1782826" y="30209"/>
                  </a:lnTo>
                  <a:lnTo>
                    <a:pt x="1790612" y="29066"/>
                  </a:lnTo>
                  <a:lnTo>
                    <a:pt x="1798397" y="28072"/>
                  </a:lnTo>
                  <a:lnTo>
                    <a:pt x="1806182" y="27084"/>
                  </a:lnTo>
                  <a:lnTo>
                    <a:pt x="1813967" y="25988"/>
                  </a:lnTo>
                  <a:lnTo>
                    <a:pt x="1821753" y="24843"/>
                  </a:lnTo>
                  <a:lnTo>
                    <a:pt x="1829538" y="23659"/>
                  </a:lnTo>
                  <a:lnTo>
                    <a:pt x="1837323" y="22489"/>
                  </a:lnTo>
                  <a:lnTo>
                    <a:pt x="1845109" y="21384"/>
                  </a:lnTo>
                  <a:lnTo>
                    <a:pt x="1852894" y="20161"/>
                  </a:lnTo>
                  <a:lnTo>
                    <a:pt x="1860679" y="19391"/>
                  </a:lnTo>
                  <a:lnTo>
                    <a:pt x="1868464" y="18367"/>
                  </a:lnTo>
                  <a:lnTo>
                    <a:pt x="1876250" y="17495"/>
                  </a:lnTo>
                  <a:lnTo>
                    <a:pt x="1884035" y="16299"/>
                  </a:lnTo>
                  <a:lnTo>
                    <a:pt x="1891820" y="15256"/>
                  </a:lnTo>
                  <a:lnTo>
                    <a:pt x="1899605" y="14394"/>
                  </a:lnTo>
                  <a:lnTo>
                    <a:pt x="1907391" y="13536"/>
                  </a:lnTo>
                  <a:lnTo>
                    <a:pt x="1915176" y="12684"/>
                  </a:lnTo>
                  <a:lnTo>
                    <a:pt x="1922961" y="11837"/>
                  </a:lnTo>
                  <a:lnTo>
                    <a:pt x="1930747" y="10863"/>
                  </a:lnTo>
                  <a:lnTo>
                    <a:pt x="1938532" y="9511"/>
                  </a:lnTo>
                  <a:lnTo>
                    <a:pt x="1946317" y="8295"/>
                  </a:lnTo>
                  <a:lnTo>
                    <a:pt x="1954102" y="7519"/>
                  </a:lnTo>
                  <a:lnTo>
                    <a:pt x="1961888" y="6751"/>
                  </a:lnTo>
                  <a:lnTo>
                    <a:pt x="1969673" y="5902"/>
                  </a:lnTo>
                  <a:lnTo>
                    <a:pt x="1977458" y="4899"/>
                  </a:lnTo>
                  <a:lnTo>
                    <a:pt x="1985243" y="3905"/>
                  </a:lnTo>
                  <a:lnTo>
                    <a:pt x="1993029" y="2917"/>
                  </a:lnTo>
                  <a:lnTo>
                    <a:pt x="2000814" y="1937"/>
                  </a:lnTo>
                  <a:lnTo>
                    <a:pt x="2008599" y="965"/>
                  </a:lnTo>
                  <a:lnTo>
                    <a:pt x="2016385" y="0"/>
                  </a:lnTo>
                  <a:lnTo>
                    <a:pt x="2016385" y="360980"/>
                  </a:lnTo>
                  <a:lnTo>
                    <a:pt x="2008599" y="361227"/>
                  </a:lnTo>
                  <a:lnTo>
                    <a:pt x="2000814" y="361518"/>
                  </a:lnTo>
                  <a:lnTo>
                    <a:pt x="1993029" y="361791"/>
                  </a:lnTo>
                  <a:lnTo>
                    <a:pt x="1985243" y="362022"/>
                  </a:lnTo>
                  <a:lnTo>
                    <a:pt x="1977458" y="362295"/>
                  </a:lnTo>
                  <a:lnTo>
                    <a:pt x="1969673" y="362522"/>
                  </a:lnTo>
                  <a:lnTo>
                    <a:pt x="1961888" y="362379"/>
                  </a:lnTo>
                  <a:lnTo>
                    <a:pt x="1954102" y="362237"/>
                  </a:lnTo>
                  <a:lnTo>
                    <a:pt x="1946317" y="362138"/>
                  </a:lnTo>
                  <a:lnTo>
                    <a:pt x="1938532" y="362356"/>
                  </a:lnTo>
                  <a:lnTo>
                    <a:pt x="1930747" y="362371"/>
                  </a:lnTo>
                  <a:lnTo>
                    <a:pt x="1922961" y="362117"/>
                  </a:lnTo>
                  <a:lnTo>
                    <a:pt x="1915176" y="361864"/>
                  </a:lnTo>
                  <a:lnTo>
                    <a:pt x="1907391" y="361610"/>
                  </a:lnTo>
                  <a:lnTo>
                    <a:pt x="1899605" y="361359"/>
                  </a:lnTo>
                  <a:lnTo>
                    <a:pt x="1891820" y="362235"/>
                  </a:lnTo>
                  <a:lnTo>
                    <a:pt x="1884035" y="363107"/>
                  </a:lnTo>
                  <a:lnTo>
                    <a:pt x="1876250" y="363840"/>
                  </a:lnTo>
                  <a:lnTo>
                    <a:pt x="1868464" y="363853"/>
                  </a:lnTo>
                  <a:lnTo>
                    <a:pt x="1860679" y="363862"/>
                  </a:lnTo>
                  <a:lnTo>
                    <a:pt x="1852894" y="363870"/>
                  </a:lnTo>
                  <a:lnTo>
                    <a:pt x="1845109" y="363879"/>
                  </a:lnTo>
                  <a:lnTo>
                    <a:pt x="1837323" y="363888"/>
                  </a:lnTo>
                  <a:lnTo>
                    <a:pt x="1829538" y="363955"/>
                  </a:lnTo>
                  <a:lnTo>
                    <a:pt x="1821753" y="364385"/>
                  </a:lnTo>
                  <a:lnTo>
                    <a:pt x="1813967" y="364814"/>
                  </a:lnTo>
                  <a:lnTo>
                    <a:pt x="1806182" y="365244"/>
                  </a:lnTo>
                  <a:lnTo>
                    <a:pt x="1798397" y="365672"/>
                  </a:lnTo>
                  <a:lnTo>
                    <a:pt x="1790612" y="366100"/>
                  </a:lnTo>
                  <a:lnTo>
                    <a:pt x="1782826" y="366528"/>
                  </a:lnTo>
                  <a:lnTo>
                    <a:pt x="1775041" y="366955"/>
                  </a:lnTo>
                  <a:lnTo>
                    <a:pt x="1767256" y="367380"/>
                  </a:lnTo>
                  <a:lnTo>
                    <a:pt x="1759471" y="367612"/>
                  </a:lnTo>
                  <a:lnTo>
                    <a:pt x="1751685" y="367776"/>
                  </a:lnTo>
                  <a:lnTo>
                    <a:pt x="1743900" y="367750"/>
                  </a:lnTo>
                  <a:lnTo>
                    <a:pt x="1736115" y="367906"/>
                  </a:lnTo>
                  <a:lnTo>
                    <a:pt x="1728330" y="367863"/>
                  </a:lnTo>
                  <a:lnTo>
                    <a:pt x="1720544" y="367814"/>
                  </a:lnTo>
                  <a:lnTo>
                    <a:pt x="1712759" y="367768"/>
                  </a:lnTo>
                  <a:lnTo>
                    <a:pt x="1704974" y="367735"/>
                  </a:lnTo>
                  <a:lnTo>
                    <a:pt x="1697188" y="367700"/>
                  </a:lnTo>
                  <a:lnTo>
                    <a:pt x="1689403" y="367656"/>
                  </a:lnTo>
                  <a:lnTo>
                    <a:pt x="1681618" y="367863"/>
                  </a:lnTo>
                  <a:lnTo>
                    <a:pt x="1673833" y="368305"/>
                  </a:lnTo>
                  <a:lnTo>
                    <a:pt x="1666047" y="368494"/>
                  </a:lnTo>
                  <a:lnTo>
                    <a:pt x="1658262" y="368475"/>
                  </a:lnTo>
                  <a:lnTo>
                    <a:pt x="1650477" y="368457"/>
                  </a:lnTo>
                  <a:lnTo>
                    <a:pt x="1642692" y="368431"/>
                  </a:lnTo>
                  <a:lnTo>
                    <a:pt x="1634906" y="368406"/>
                  </a:lnTo>
                  <a:lnTo>
                    <a:pt x="1627121" y="368799"/>
                  </a:lnTo>
                  <a:lnTo>
                    <a:pt x="1619336" y="369192"/>
                  </a:lnTo>
                  <a:lnTo>
                    <a:pt x="1611550" y="369584"/>
                  </a:lnTo>
                  <a:lnTo>
                    <a:pt x="1603765" y="369897"/>
                  </a:lnTo>
                  <a:lnTo>
                    <a:pt x="1595980" y="369924"/>
                  </a:lnTo>
                  <a:lnTo>
                    <a:pt x="1588195" y="369950"/>
                  </a:lnTo>
                  <a:lnTo>
                    <a:pt x="1580409" y="370246"/>
                  </a:lnTo>
                  <a:lnTo>
                    <a:pt x="1572624" y="370595"/>
                  </a:lnTo>
                  <a:lnTo>
                    <a:pt x="1564839" y="370944"/>
                  </a:lnTo>
                  <a:lnTo>
                    <a:pt x="1557054" y="371292"/>
                  </a:lnTo>
                  <a:lnTo>
                    <a:pt x="1549268" y="371633"/>
                  </a:lnTo>
                  <a:lnTo>
                    <a:pt x="1541483" y="371965"/>
                  </a:lnTo>
                  <a:lnTo>
                    <a:pt x="1533698" y="372086"/>
                  </a:lnTo>
                  <a:lnTo>
                    <a:pt x="1525912" y="371869"/>
                  </a:lnTo>
                  <a:lnTo>
                    <a:pt x="1518127" y="372509"/>
                  </a:lnTo>
                  <a:lnTo>
                    <a:pt x="1510342" y="373036"/>
                  </a:lnTo>
                  <a:lnTo>
                    <a:pt x="1502557" y="372970"/>
                  </a:lnTo>
                  <a:lnTo>
                    <a:pt x="1494771" y="372890"/>
                  </a:lnTo>
                  <a:lnTo>
                    <a:pt x="1486986" y="372754"/>
                  </a:lnTo>
                  <a:lnTo>
                    <a:pt x="1479201" y="372748"/>
                  </a:lnTo>
                  <a:lnTo>
                    <a:pt x="1471416" y="372684"/>
                  </a:lnTo>
                  <a:lnTo>
                    <a:pt x="1463630" y="372619"/>
                  </a:lnTo>
                  <a:lnTo>
                    <a:pt x="1455845" y="372554"/>
                  </a:lnTo>
                  <a:lnTo>
                    <a:pt x="1448060" y="372490"/>
                  </a:lnTo>
                  <a:lnTo>
                    <a:pt x="1440275" y="372684"/>
                  </a:lnTo>
                  <a:lnTo>
                    <a:pt x="1432489" y="372951"/>
                  </a:lnTo>
                  <a:lnTo>
                    <a:pt x="1424704" y="373219"/>
                  </a:lnTo>
                  <a:lnTo>
                    <a:pt x="1416919" y="373487"/>
                  </a:lnTo>
                  <a:lnTo>
                    <a:pt x="1409133" y="373753"/>
                  </a:lnTo>
                  <a:lnTo>
                    <a:pt x="1401348" y="374050"/>
                  </a:lnTo>
                  <a:lnTo>
                    <a:pt x="1393563" y="374292"/>
                  </a:lnTo>
                  <a:lnTo>
                    <a:pt x="1385778" y="374556"/>
                  </a:lnTo>
                  <a:lnTo>
                    <a:pt x="1377992" y="374748"/>
                  </a:lnTo>
                  <a:lnTo>
                    <a:pt x="1370207" y="374685"/>
                  </a:lnTo>
                  <a:lnTo>
                    <a:pt x="1362422" y="374716"/>
                  </a:lnTo>
                  <a:lnTo>
                    <a:pt x="1354637" y="374780"/>
                  </a:lnTo>
                  <a:lnTo>
                    <a:pt x="1346851" y="374840"/>
                  </a:lnTo>
                  <a:lnTo>
                    <a:pt x="1339066" y="375022"/>
                  </a:lnTo>
                  <a:lnTo>
                    <a:pt x="1331281" y="375271"/>
                  </a:lnTo>
                  <a:lnTo>
                    <a:pt x="1323495" y="375100"/>
                  </a:lnTo>
                  <a:lnTo>
                    <a:pt x="1315710" y="375068"/>
                  </a:lnTo>
                  <a:lnTo>
                    <a:pt x="1307925" y="375122"/>
                  </a:lnTo>
                  <a:lnTo>
                    <a:pt x="1300140" y="375177"/>
                  </a:lnTo>
                  <a:lnTo>
                    <a:pt x="1292354" y="375239"/>
                  </a:lnTo>
                  <a:lnTo>
                    <a:pt x="1284569" y="375309"/>
                  </a:lnTo>
                  <a:lnTo>
                    <a:pt x="1276784" y="375378"/>
                  </a:lnTo>
                  <a:lnTo>
                    <a:pt x="1268999" y="375442"/>
                  </a:lnTo>
                  <a:lnTo>
                    <a:pt x="1261213" y="375502"/>
                  </a:lnTo>
                  <a:lnTo>
                    <a:pt x="1253428" y="375563"/>
                  </a:lnTo>
                  <a:lnTo>
                    <a:pt x="1245643" y="375623"/>
                  </a:lnTo>
                  <a:lnTo>
                    <a:pt x="1237857" y="375683"/>
                  </a:lnTo>
                  <a:lnTo>
                    <a:pt x="1230072" y="375930"/>
                  </a:lnTo>
                  <a:lnTo>
                    <a:pt x="1222287" y="376757"/>
                  </a:lnTo>
                  <a:lnTo>
                    <a:pt x="1214502" y="377127"/>
                  </a:lnTo>
                  <a:lnTo>
                    <a:pt x="1206716" y="377202"/>
                  </a:lnTo>
                  <a:lnTo>
                    <a:pt x="1198931" y="376991"/>
                  </a:lnTo>
                  <a:lnTo>
                    <a:pt x="1191146" y="376759"/>
                  </a:lnTo>
                  <a:lnTo>
                    <a:pt x="1183361" y="376526"/>
                  </a:lnTo>
                  <a:lnTo>
                    <a:pt x="1175575" y="376293"/>
                  </a:lnTo>
                  <a:lnTo>
                    <a:pt x="1167790" y="376595"/>
                  </a:lnTo>
                  <a:lnTo>
                    <a:pt x="1160005" y="377156"/>
                  </a:lnTo>
                  <a:lnTo>
                    <a:pt x="1152220" y="377788"/>
                  </a:lnTo>
                  <a:lnTo>
                    <a:pt x="1144434" y="378044"/>
                  </a:lnTo>
                  <a:lnTo>
                    <a:pt x="1136649" y="378541"/>
                  </a:lnTo>
                  <a:lnTo>
                    <a:pt x="1128864" y="379191"/>
                  </a:lnTo>
                  <a:lnTo>
                    <a:pt x="1121078" y="379853"/>
                  </a:lnTo>
                  <a:lnTo>
                    <a:pt x="1113293" y="380497"/>
                  </a:lnTo>
                  <a:lnTo>
                    <a:pt x="1105508" y="380624"/>
                  </a:lnTo>
                  <a:lnTo>
                    <a:pt x="1097723" y="380991"/>
                  </a:lnTo>
                  <a:lnTo>
                    <a:pt x="1089937" y="381481"/>
                  </a:lnTo>
                  <a:lnTo>
                    <a:pt x="1082152" y="381969"/>
                  </a:lnTo>
                  <a:lnTo>
                    <a:pt x="1074367" y="382458"/>
                  </a:lnTo>
                  <a:lnTo>
                    <a:pt x="1066582" y="383099"/>
                  </a:lnTo>
                  <a:lnTo>
                    <a:pt x="1058796" y="383864"/>
                  </a:lnTo>
                  <a:lnTo>
                    <a:pt x="1051011" y="384597"/>
                  </a:lnTo>
                  <a:lnTo>
                    <a:pt x="1043226" y="385547"/>
                  </a:lnTo>
                  <a:lnTo>
                    <a:pt x="1035440" y="386406"/>
                  </a:lnTo>
                  <a:lnTo>
                    <a:pt x="1027655" y="386483"/>
                  </a:lnTo>
                  <a:lnTo>
                    <a:pt x="1019870" y="387103"/>
                  </a:lnTo>
                  <a:lnTo>
                    <a:pt x="1012085" y="387373"/>
                  </a:lnTo>
                  <a:lnTo>
                    <a:pt x="1004299" y="387586"/>
                  </a:lnTo>
                  <a:lnTo>
                    <a:pt x="996514" y="387895"/>
                  </a:lnTo>
                  <a:lnTo>
                    <a:pt x="988729" y="388152"/>
                  </a:lnTo>
                  <a:lnTo>
                    <a:pt x="980944" y="388409"/>
                  </a:lnTo>
                  <a:lnTo>
                    <a:pt x="973158" y="388652"/>
                  </a:lnTo>
                  <a:lnTo>
                    <a:pt x="965373" y="388935"/>
                  </a:lnTo>
                  <a:lnTo>
                    <a:pt x="957588" y="389195"/>
                  </a:lnTo>
                  <a:lnTo>
                    <a:pt x="949802" y="389271"/>
                  </a:lnTo>
                  <a:lnTo>
                    <a:pt x="942017" y="389588"/>
                  </a:lnTo>
                  <a:lnTo>
                    <a:pt x="934232" y="390120"/>
                  </a:lnTo>
                  <a:lnTo>
                    <a:pt x="926447" y="390232"/>
                  </a:lnTo>
                  <a:lnTo>
                    <a:pt x="918661" y="390490"/>
                  </a:lnTo>
                  <a:lnTo>
                    <a:pt x="910876" y="390747"/>
                  </a:lnTo>
                  <a:lnTo>
                    <a:pt x="903091" y="391069"/>
                  </a:lnTo>
                  <a:lnTo>
                    <a:pt x="895306" y="391314"/>
                  </a:lnTo>
                  <a:lnTo>
                    <a:pt x="887520" y="392146"/>
                  </a:lnTo>
                  <a:lnTo>
                    <a:pt x="879735" y="392363"/>
                  </a:lnTo>
                  <a:lnTo>
                    <a:pt x="871950" y="392610"/>
                  </a:lnTo>
                  <a:lnTo>
                    <a:pt x="864165" y="393201"/>
                  </a:lnTo>
                  <a:lnTo>
                    <a:pt x="856379" y="393791"/>
                  </a:lnTo>
                  <a:lnTo>
                    <a:pt x="848594" y="394379"/>
                  </a:lnTo>
                  <a:lnTo>
                    <a:pt x="840809" y="395104"/>
                  </a:lnTo>
                  <a:lnTo>
                    <a:pt x="833023" y="395826"/>
                  </a:lnTo>
                  <a:lnTo>
                    <a:pt x="825238" y="396137"/>
                  </a:lnTo>
                  <a:lnTo>
                    <a:pt x="817453" y="396719"/>
                  </a:lnTo>
                  <a:lnTo>
                    <a:pt x="809668" y="396793"/>
                  </a:lnTo>
                  <a:lnTo>
                    <a:pt x="801882" y="397174"/>
                  </a:lnTo>
                  <a:lnTo>
                    <a:pt x="794097" y="398239"/>
                  </a:lnTo>
                  <a:lnTo>
                    <a:pt x="786312" y="398942"/>
                  </a:lnTo>
                  <a:lnTo>
                    <a:pt x="778527" y="399462"/>
                  </a:lnTo>
                  <a:lnTo>
                    <a:pt x="770741" y="400192"/>
                  </a:lnTo>
                  <a:lnTo>
                    <a:pt x="762956" y="400510"/>
                  </a:lnTo>
                  <a:lnTo>
                    <a:pt x="755171" y="401280"/>
                  </a:lnTo>
                  <a:lnTo>
                    <a:pt x="747385" y="402018"/>
                  </a:lnTo>
                  <a:lnTo>
                    <a:pt x="739600" y="402552"/>
                  </a:lnTo>
                  <a:lnTo>
                    <a:pt x="731815" y="403081"/>
                  </a:lnTo>
                  <a:lnTo>
                    <a:pt x="724030" y="403661"/>
                  </a:lnTo>
                  <a:lnTo>
                    <a:pt x="716244" y="404239"/>
                  </a:lnTo>
                  <a:lnTo>
                    <a:pt x="708459" y="404792"/>
                  </a:lnTo>
                  <a:lnTo>
                    <a:pt x="700674" y="404981"/>
                  </a:lnTo>
                  <a:lnTo>
                    <a:pt x="692889" y="405644"/>
                  </a:lnTo>
                  <a:lnTo>
                    <a:pt x="685103" y="406318"/>
                  </a:lnTo>
                  <a:lnTo>
                    <a:pt x="677318" y="406984"/>
                  </a:lnTo>
                  <a:lnTo>
                    <a:pt x="669533" y="407609"/>
                  </a:lnTo>
                  <a:lnTo>
                    <a:pt x="661747" y="408172"/>
                  </a:lnTo>
                  <a:lnTo>
                    <a:pt x="653962" y="408733"/>
                  </a:lnTo>
                  <a:lnTo>
                    <a:pt x="646177" y="409230"/>
                  </a:lnTo>
                  <a:lnTo>
                    <a:pt x="638392" y="409741"/>
                  </a:lnTo>
                  <a:lnTo>
                    <a:pt x="630606" y="410053"/>
                  </a:lnTo>
                  <a:lnTo>
                    <a:pt x="622821" y="410948"/>
                  </a:lnTo>
                  <a:lnTo>
                    <a:pt x="615036" y="411519"/>
                  </a:lnTo>
                  <a:lnTo>
                    <a:pt x="607251" y="412428"/>
                  </a:lnTo>
                  <a:lnTo>
                    <a:pt x="599465" y="413403"/>
                  </a:lnTo>
                  <a:lnTo>
                    <a:pt x="591680" y="414111"/>
                  </a:lnTo>
                  <a:lnTo>
                    <a:pt x="583895" y="414818"/>
                  </a:lnTo>
                  <a:lnTo>
                    <a:pt x="576110" y="415516"/>
                  </a:lnTo>
                  <a:lnTo>
                    <a:pt x="568324" y="416161"/>
                  </a:lnTo>
                  <a:lnTo>
                    <a:pt x="560539" y="416805"/>
                  </a:lnTo>
                  <a:lnTo>
                    <a:pt x="552754" y="416981"/>
                  </a:lnTo>
                  <a:lnTo>
                    <a:pt x="544968" y="417681"/>
                  </a:lnTo>
                  <a:lnTo>
                    <a:pt x="537183" y="417708"/>
                  </a:lnTo>
                  <a:lnTo>
                    <a:pt x="529398" y="417727"/>
                  </a:lnTo>
                  <a:lnTo>
                    <a:pt x="521613" y="418619"/>
                  </a:lnTo>
                  <a:lnTo>
                    <a:pt x="513827" y="419187"/>
                  </a:lnTo>
                  <a:lnTo>
                    <a:pt x="506042" y="419504"/>
                  </a:lnTo>
                  <a:lnTo>
                    <a:pt x="498257" y="419728"/>
                  </a:lnTo>
                  <a:lnTo>
                    <a:pt x="490472" y="420623"/>
                  </a:lnTo>
                  <a:lnTo>
                    <a:pt x="482686" y="420945"/>
                  </a:lnTo>
                  <a:lnTo>
                    <a:pt x="474901" y="421284"/>
                  </a:lnTo>
                  <a:lnTo>
                    <a:pt x="467116" y="422172"/>
                  </a:lnTo>
                  <a:lnTo>
                    <a:pt x="459330" y="423473"/>
                  </a:lnTo>
                  <a:lnTo>
                    <a:pt x="451545" y="424252"/>
                  </a:lnTo>
                  <a:lnTo>
                    <a:pt x="443760" y="425276"/>
                  </a:lnTo>
                  <a:lnTo>
                    <a:pt x="435975" y="426615"/>
                  </a:lnTo>
                  <a:lnTo>
                    <a:pt x="428189" y="427452"/>
                  </a:lnTo>
                  <a:lnTo>
                    <a:pt x="420404" y="427890"/>
                  </a:lnTo>
                  <a:lnTo>
                    <a:pt x="412619" y="428402"/>
                  </a:lnTo>
                  <a:lnTo>
                    <a:pt x="404834" y="428602"/>
                  </a:lnTo>
                  <a:lnTo>
                    <a:pt x="397048" y="428761"/>
                  </a:lnTo>
                  <a:lnTo>
                    <a:pt x="389263" y="429468"/>
                  </a:lnTo>
                  <a:lnTo>
                    <a:pt x="381478" y="430279"/>
                  </a:lnTo>
                  <a:lnTo>
                    <a:pt x="373692" y="430851"/>
                  </a:lnTo>
                  <a:lnTo>
                    <a:pt x="365907" y="431919"/>
                  </a:lnTo>
                  <a:lnTo>
                    <a:pt x="358122" y="432740"/>
                  </a:lnTo>
                  <a:lnTo>
                    <a:pt x="350337" y="433542"/>
                  </a:lnTo>
                  <a:lnTo>
                    <a:pt x="342551" y="434182"/>
                  </a:lnTo>
                  <a:lnTo>
                    <a:pt x="334766" y="434950"/>
                  </a:lnTo>
                  <a:lnTo>
                    <a:pt x="326981" y="435948"/>
                  </a:lnTo>
                  <a:lnTo>
                    <a:pt x="319196" y="436752"/>
                  </a:lnTo>
                  <a:lnTo>
                    <a:pt x="311410" y="437546"/>
                  </a:lnTo>
                  <a:lnTo>
                    <a:pt x="303625" y="438330"/>
                  </a:lnTo>
                  <a:lnTo>
                    <a:pt x="295840" y="438986"/>
                  </a:lnTo>
                  <a:lnTo>
                    <a:pt x="288055" y="439549"/>
                  </a:lnTo>
                  <a:lnTo>
                    <a:pt x="280269" y="440370"/>
                  </a:lnTo>
                  <a:lnTo>
                    <a:pt x="272484" y="441237"/>
                  </a:lnTo>
                  <a:lnTo>
                    <a:pt x="264699" y="441999"/>
                  </a:lnTo>
                  <a:lnTo>
                    <a:pt x="256913" y="442620"/>
                  </a:lnTo>
                  <a:lnTo>
                    <a:pt x="249128" y="443328"/>
                  </a:lnTo>
                  <a:lnTo>
                    <a:pt x="241343" y="444289"/>
                  </a:lnTo>
                  <a:lnTo>
                    <a:pt x="233558" y="445222"/>
                  </a:lnTo>
                  <a:lnTo>
                    <a:pt x="225772" y="445911"/>
                  </a:lnTo>
                  <a:lnTo>
                    <a:pt x="217987" y="446802"/>
                  </a:lnTo>
                  <a:lnTo>
                    <a:pt x="210202" y="447446"/>
                  </a:lnTo>
                  <a:lnTo>
                    <a:pt x="202417" y="448298"/>
                  </a:lnTo>
                  <a:lnTo>
                    <a:pt x="194631" y="449068"/>
                  </a:lnTo>
                  <a:lnTo>
                    <a:pt x="186846" y="449896"/>
                  </a:lnTo>
                  <a:lnTo>
                    <a:pt x="179061" y="450527"/>
                  </a:lnTo>
                  <a:lnTo>
                    <a:pt x="171275" y="451352"/>
                  </a:lnTo>
                  <a:lnTo>
                    <a:pt x="163490" y="452072"/>
                  </a:lnTo>
                  <a:lnTo>
                    <a:pt x="155705" y="452987"/>
                  </a:lnTo>
                  <a:lnTo>
                    <a:pt x="147920" y="453784"/>
                  </a:lnTo>
                  <a:lnTo>
                    <a:pt x="140134" y="454845"/>
                  </a:lnTo>
                  <a:lnTo>
                    <a:pt x="132349" y="455799"/>
                  </a:lnTo>
                  <a:lnTo>
                    <a:pt x="124564" y="456617"/>
                  </a:lnTo>
                  <a:lnTo>
                    <a:pt x="116779" y="457425"/>
                  </a:lnTo>
                  <a:lnTo>
                    <a:pt x="108993" y="458285"/>
                  </a:lnTo>
                  <a:lnTo>
                    <a:pt x="101208" y="459312"/>
                  </a:lnTo>
                  <a:lnTo>
                    <a:pt x="93423" y="460316"/>
                  </a:lnTo>
                  <a:lnTo>
                    <a:pt x="85637" y="460954"/>
                  </a:lnTo>
                  <a:lnTo>
                    <a:pt x="77852" y="461943"/>
                  </a:lnTo>
                  <a:lnTo>
                    <a:pt x="70067" y="462750"/>
                  </a:lnTo>
                  <a:lnTo>
                    <a:pt x="62282" y="463574"/>
                  </a:lnTo>
                  <a:lnTo>
                    <a:pt x="54496" y="464428"/>
                  </a:lnTo>
                  <a:lnTo>
                    <a:pt x="46711" y="465237"/>
                  </a:lnTo>
                  <a:lnTo>
                    <a:pt x="38926" y="465820"/>
                  </a:lnTo>
                  <a:lnTo>
                    <a:pt x="31141" y="466380"/>
                  </a:lnTo>
                  <a:lnTo>
                    <a:pt x="23355" y="467458"/>
                  </a:lnTo>
                  <a:lnTo>
                    <a:pt x="15570" y="468428"/>
                  </a:lnTo>
                  <a:lnTo>
                    <a:pt x="7785" y="469218"/>
                  </a:lnTo>
                  <a:lnTo>
                    <a:pt x="0" y="470000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2" name="pl151"/>
            <p:cNvSpPr/>
            <p:nvPr/>
          </p:nvSpPr>
          <p:spPr>
            <a:xfrm>
              <a:off x="3648531" y="3454227"/>
              <a:ext cx="2016385" cy="269527"/>
            </a:xfrm>
            <a:custGeom>
              <a:avLst/>
              <a:pathLst>
                <a:path w="2016385" h="269527">
                  <a:moveTo>
                    <a:pt x="0" y="269527"/>
                  </a:moveTo>
                  <a:lnTo>
                    <a:pt x="7785" y="269267"/>
                  </a:lnTo>
                  <a:lnTo>
                    <a:pt x="15570" y="269006"/>
                  </a:lnTo>
                  <a:lnTo>
                    <a:pt x="23355" y="268746"/>
                  </a:lnTo>
                  <a:lnTo>
                    <a:pt x="31141" y="268486"/>
                  </a:lnTo>
                  <a:lnTo>
                    <a:pt x="38926" y="267937"/>
                  </a:lnTo>
                  <a:lnTo>
                    <a:pt x="46711" y="267135"/>
                  </a:lnTo>
                  <a:lnTo>
                    <a:pt x="54496" y="266849"/>
                  </a:lnTo>
                  <a:lnTo>
                    <a:pt x="62282" y="266464"/>
                  </a:lnTo>
                  <a:lnTo>
                    <a:pt x="70067" y="265807"/>
                  </a:lnTo>
                  <a:lnTo>
                    <a:pt x="77852" y="265593"/>
                  </a:lnTo>
                  <a:lnTo>
                    <a:pt x="85637" y="265389"/>
                  </a:lnTo>
                  <a:lnTo>
                    <a:pt x="93423" y="265106"/>
                  </a:lnTo>
                  <a:lnTo>
                    <a:pt x="101208" y="264963"/>
                  </a:lnTo>
                  <a:lnTo>
                    <a:pt x="108993" y="264675"/>
                  </a:lnTo>
                  <a:lnTo>
                    <a:pt x="116779" y="264197"/>
                  </a:lnTo>
                  <a:lnTo>
                    <a:pt x="124564" y="263862"/>
                  </a:lnTo>
                  <a:lnTo>
                    <a:pt x="132349" y="263292"/>
                  </a:lnTo>
                  <a:lnTo>
                    <a:pt x="140134" y="262988"/>
                  </a:lnTo>
                  <a:lnTo>
                    <a:pt x="147920" y="262802"/>
                  </a:lnTo>
                  <a:lnTo>
                    <a:pt x="155705" y="262092"/>
                  </a:lnTo>
                  <a:lnTo>
                    <a:pt x="163490" y="261177"/>
                  </a:lnTo>
                  <a:lnTo>
                    <a:pt x="171275" y="260263"/>
                  </a:lnTo>
                  <a:lnTo>
                    <a:pt x="179061" y="259747"/>
                  </a:lnTo>
                  <a:lnTo>
                    <a:pt x="186846" y="259881"/>
                  </a:lnTo>
                  <a:lnTo>
                    <a:pt x="194631" y="259175"/>
                  </a:lnTo>
                  <a:lnTo>
                    <a:pt x="202417" y="258091"/>
                  </a:lnTo>
                  <a:lnTo>
                    <a:pt x="210202" y="257007"/>
                  </a:lnTo>
                  <a:lnTo>
                    <a:pt x="217987" y="256192"/>
                  </a:lnTo>
                  <a:lnTo>
                    <a:pt x="225772" y="255583"/>
                  </a:lnTo>
                  <a:lnTo>
                    <a:pt x="233558" y="255330"/>
                  </a:lnTo>
                  <a:lnTo>
                    <a:pt x="241343" y="254565"/>
                  </a:lnTo>
                  <a:lnTo>
                    <a:pt x="249128" y="253784"/>
                  </a:lnTo>
                  <a:lnTo>
                    <a:pt x="256913" y="253003"/>
                  </a:lnTo>
                  <a:lnTo>
                    <a:pt x="264699" y="252317"/>
                  </a:lnTo>
                  <a:lnTo>
                    <a:pt x="272484" y="251670"/>
                  </a:lnTo>
                  <a:lnTo>
                    <a:pt x="280269" y="250956"/>
                  </a:lnTo>
                  <a:lnTo>
                    <a:pt x="288055" y="250294"/>
                  </a:lnTo>
                  <a:lnTo>
                    <a:pt x="295840" y="249671"/>
                  </a:lnTo>
                  <a:lnTo>
                    <a:pt x="303625" y="249083"/>
                  </a:lnTo>
                  <a:lnTo>
                    <a:pt x="311410" y="248436"/>
                  </a:lnTo>
                  <a:lnTo>
                    <a:pt x="319196" y="247789"/>
                  </a:lnTo>
                  <a:lnTo>
                    <a:pt x="326981" y="246956"/>
                  </a:lnTo>
                  <a:lnTo>
                    <a:pt x="334766" y="246111"/>
                  </a:lnTo>
                  <a:lnTo>
                    <a:pt x="342551" y="245433"/>
                  </a:lnTo>
                  <a:lnTo>
                    <a:pt x="350337" y="244098"/>
                  </a:lnTo>
                  <a:lnTo>
                    <a:pt x="358122" y="243060"/>
                  </a:lnTo>
                  <a:lnTo>
                    <a:pt x="365907" y="242650"/>
                  </a:lnTo>
                  <a:lnTo>
                    <a:pt x="373692" y="242243"/>
                  </a:lnTo>
                  <a:lnTo>
                    <a:pt x="381478" y="241176"/>
                  </a:lnTo>
                  <a:lnTo>
                    <a:pt x="389263" y="239998"/>
                  </a:lnTo>
                  <a:lnTo>
                    <a:pt x="397048" y="239315"/>
                  </a:lnTo>
                  <a:lnTo>
                    <a:pt x="404834" y="238085"/>
                  </a:lnTo>
                  <a:lnTo>
                    <a:pt x="412619" y="237507"/>
                  </a:lnTo>
                  <a:lnTo>
                    <a:pt x="420404" y="236812"/>
                  </a:lnTo>
                  <a:lnTo>
                    <a:pt x="428189" y="235717"/>
                  </a:lnTo>
                  <a:lnTo>
                    <a:pt x="435975" y="234762"/>
                  </a:lnTo>
                  <a:lnTo>
                    <a:pt x="443760" y="234086"/>
                  </a:lnTo>
                  <a:lnTo>
                    <a:pt x="451545" y="232880"/>
                  </a:lnTo>
                  <a:lnTo>
                    <a:pt x="459330" y="231673"/>
                  </a:lnTo>
                  <a:lnTo>
                    <a:pt x="467116" y="230830"/>
                  </a:lnTo>
                  <a:lnTo>
                    <a:pt x="474901" y="230654"/>
                  </a:lnTo>
                  <a:lnTo>
                    <a:pt x="482686" y="229501"/>
                  </a:lnTo>
                  <a:lnTo>
                    <a:pt x="490472" y="227581"/>
                  </a:lnTo>
                  <a:lnTo>
                    <a:pt x="498257" y="227168"/>
                  </a:lnTo>
                  <a:lnTo>
                    <a:pt x="506042" y="225998"/>
                  </a:lnTo>
                  <a:lnTo>
                    <a:pt x="513827" y="225372"/>
                  </a:lnTo>
                  <a:lnTo>
                    <a:pt x="521613" y="224069"/>
                  </a:lnTo>
                  <a:lnTo>
                    <a:pt x="529398" y="223223"/>
                  </a:lnTo>
                  <a:lnTo>
                    <a:pt x="537183" y="222281"/>
                  </a:lnTo>
                  <a:lnTo>
                    <a:pt x="544968" y="220627"/>
                  </a:lnTo>
                  <a:lnTo>
                    <a:pt x="552754" y="219545"/>
                  </a:lnTo>
                  <a:lnTo>
                    <a:pt x="560539" y="218569"/>
                  </a:lnTo>
                  <a:lnTo>
                    <a:pt x="568324" y="217729"/>
                  </a:lnTo>
                  <a:lnTo>
                    <a:pt x="576110" y="216797"/>
                  </a:lnTo>
                  <a:lnTo>
                    <a:pt x="583895" y="215572"/>
                  </a:lnTo>
                  <a:lnTo>
                    <a:pt x="591680" y="215004"/>
                  </a:lnTo>
                  <a:lnTo>
                    <a:pt x="599465" y="213848"/>
                  </a:lnTo>
                  <a:lnTo>
                    <a:pt x="607251" y="212708"/>
                  </a:lnTo>
                  <a:lnTo>
                    <a:pt x="615036" y="211547"/>
                  </a:lnTo>
                  <a:lnTo>
                    <a:pt x="622821" y="209946"/>
                  </a:lnTo>
                  <a:lnTo>
                    <a:pt x="630606" y="209210"/>
                  </a:lnTo>
                  <a:lnTo>
                    <a:pt x="638392" y="208037"/>
                  </a:lnTo>
                  <a:lnTo>
                    <a:pt x="646177" y="206884"/>
                  </a:lnTo>
                  <a:lnTo>
                    <a:pt x="653962" y="205732"/>
                  </a:lnTo>
                  <a:lnTo>
                    <a:pt x="661747" y="204580"/>
                  </a:lnTo>
                  <a:lnTo>
                    <a:pt x="669533" y="203430"/>
                  </a:lnTo>
                  <a:lnTo>
                    <a:pt x="677318" y="202291"/>
                  </a:lnTo>
                  <a:lnTo>
                    <a:pt x="685103" y="201152"/>
                  </a:lnTo>
                  <a:lnTo>
                    <a:pt x="692889" y="200015"/>
                  </a:lnTo>
                  <a:lnTo>
                    <a:pt x="700674" y="199335"/>
                  </a:lnTo>
                  <a:lnTo>
                    <a:pt x="708459" y="198486"/>
                  </a:lnTo>
                  <a:lnTo>
                    <a:pt x="716244" y="197436"/>
                  </a:lnTo>
                  <a:lnTo>
                    <a:pt x="724030" y="196237"/>
                  </a:lnTo>
                  <a:lnTo>
                    <a:pt x="731815" y="195061"/>
                  </a:lnTo>
                  <a:lnTo>
                    <a:pt x="739600" y="194124"/>
                  </a:lnTo>
                  <a:lnTo>
                    <a:pt x="747385" y="193313"/>
                  </a:lnTo>
                  <a:lnTo>
                    <a:pt x="755171" y="192502"/>
                  </a:lnTo>
                  <a:lnTo>
                    <a:pt x="762956" y="191393"/>
                  </a:lnTo>
                  <a:lnTo>
                    <a:pt x="770741" y="190548"/>
                  </a:lnTo>
                  <a:lnTo>
                    <a:pt x="778527" y="189714"/>
                  </a:lnTo>
                  <a:lnTo>
                    <a:pt x="786312" y="188890"/>
                  </a:lnTo>
                  <a:lnTo>
                    <a:pt x="794097" y="187811"/>
                  </a:lnTo>
                  <a:lnTo>
                    <a:pt x="801882" y="186683"/>
                  </a:lnTo>
                  <a:lnTo>
                    <a:pt x="809668" y="185555"/>
                  </a:lnTo>
                  <a:lnTo>
                    <a:pt x="817453" y="184429"/>
                  </a:lnTo>
                  <a:lnTo>
                    <a:pt x="825238" y="183109"/>
                  </a:lnTo>
                  <a:lnTo>
                    <a:pt x="833023" y="182057"/>
                  </a:lnTo>
                  <a:lnTo>
                    <a:pt x="840809" y="181053"/>
                  </a:lnTo>
                  <a:lnTo>
                    <a:pt x="848594" y="179902"/>
                  </a:lnTo>
                  <a:lnTo>
                    <a:pt x="856379" y="178767"/>
                  </a:lnTo>
                  <a:lnTo>
                    <a:pt x="864165" y="177635"/>
                  </a:lnTo>
                  <a:lnTo>
                    <a:pt x="871950" y="176505"/>
                  </a:lnTo>
                  <a:lnTo>
                    <a:pt x="879735" y="175376"/>
                  </a:lnTo>
                  <a:lnTo>
                    <a:pt x="887520" y="174270"/>
                  </a:lnTo>
                  <a:lnTo>
                    <a:pt x="895306" y="173145"/>
                  </a:lnTo>
                  <a:lnTo>
                    <a:pt x="903091" y="171631"/>
                  </a:lnTo>
                  <a:lnTo>
                    <a:pt x="910876" y="170462"/>
                  </a:lnTo>
                  <a:lnTo>
                    <a:pt x="918661" y="169272"/>
                  </a:lnTo>
                  <a:lnTo>
                    <a:pt x="926447" y="168595"/>
                  </a:lnTo>
                  <a:lnTo>
                    <a:pt x="934232" y="167825"/>
                  </a:lnTo>
                  <a:lnTo>
                    <a:pt x="942017" y="166674"/>
                  </a:lnTo>
                  <a:lnTo>
                    <a:pt x="949802" y="165393"/>
                  </a:lnTo>
                  <a:lnTo>
                    <a:pt x="957588" y="164287"/>
                  </a:lnTo>
                  <a:lnTo>
                    <a:pt x="965373" y="163168"/>
                  </a:lnTo>
                  <a:lnTo>
                    <a:pt x="973158" y="162077"/>
                  </a:lnTo>
                  <a:lnTo>
                    <a:pt x="980944" y="160984"/>
                  </a:lnTo>
                  <a:lnTo>
                    <a:pt x="988729" y="159870"/>
                  </a:lnTo>
                  <a:lnTo>
                    <a:pt x="996514" y="158591"/>
                  </a:lnTo>
                  <a:lnTo>
                    <a:pt x="1004299" y="157189"/>
                  </a:lnTo>
                  <a:lnTo>
                    <a:pt x="1012085" y="155791"/>
                  </a:lnTo>
                  <a:lnTo>
                    <a:pt x="1019870" y="154406"/>
                  </a:lnTo>
                  <a:lnTo>
                    <a:pt x="1027655" y="153026"/>
                  </a:lnTo>
                  <a:lnTo>
                    <a:pt x="1035440" y="151887"/>
                  </a:lnTo>
                  <a:lnTo>
                    <a:pt x="1043226" y="150850"/>
                  </a:lnTo>
                  <a:lnTo>
                    <a:pt x="1051011" y="149094"/>
                  </a:lnTo>
                  <a:lnTo>
                    <a:pt x="1058796" y="147819"/>
                  </a:lnTo>
                  <a:lnTo>
                    <a:pt x="1066582" y="146257"/>
                  </a:lnTo>
                  <a:lnTo>
                    <a:pt x="1074367" y="145170"/>
                  </a:lnTo>
                  <a:lnTo>
                    <a:pt x="1082152" y="144085"/>
                  </a:lnTo>
                  <a:lnTo>
                    <a:pt x="1089937" y="142850"/>
                  </a:lnTo>
                  <a:lnTo>
                    <a:pt x="1097723" y="141280"/>
                  </a:lnTo>
                  <a:lnTo>
                    <a:pt x="1105508" y="139715"/>
                  </a:lnTo>
                  <a:lnTo>
                    <a:pt x="1113293" y="138154"/>
                  </a:lnTo>
                  <a:lnTo>
                    <a:pt x="1121078" y="136627"/>
                  </a:lnTo>
                  <a:lnTo>
                    <a:pt x="1128864" y="135508"/>
                  </a:lnTo>
                  <a:lnTo>
                    <a:pt x="1136649" y="134398"/>
                  </a:lnTo>
                  <a:lnTo>
                    <a:pt x="1144434" y="133268"/>
                  </a:lnTo>
                  <a:lnTo>
                    <a:pt x="1152220" y="132056"/>
                  </a:lnTo>
                  <a:lnTo>
                    <a:pt x="1160005" y="130328"/>
                  </a:lnTo>
                  <a:lnTo>
                    <a:pt x="1167790" y="128607"/>
                  </a:lnTo>
                  <a:lnTo>
                    <a:pt x="1175575" y="126882"/>
                  </a:lnTo>
                  <a:lnTo>
                    <a:pt x="1183361" y="125450"/>
                  </a:lnTo>
                  <a:lnTo>
                    <a:pt x="1191146" y="124495"/>
                  </a:lnTo>
                  <a:lnTo>
                    <a:pt x="1198931" y="123206"/>
                  </a:lnTo>
                  <a:lnTo>
                    <a:pt x="1206716" y="121902"/>
                  </a:lnTo>
                  <a:lnTo>
                    <a:pt x="1214502" y="120601"/>
                  </a:lnTo>
                  <a:lnTo>
                    <a:pt x="1222287" y="119305"/>
                  </a:lnTo>
                  <a:lnTo>
                    <a:pt x="1230072" y="118203"/>
                  </a:lnTo>
                  <a:lnTo>
                    <a:pt x="1237857" y="117231"/>
                  </a:lnTo>
                  <a:lnTo>
                    <a:pt x="1245643" y="116260"/>
                  </a:lnTo>
                  <a:lnTo>
                    <a:pt x="1253428" y="115292"/>
                  </a:lnTo>
                  <a:lnTo>
                    <a:pt x="1261213" y="114331"/>
                  </a:lnTo>
                  <a:lnTo>
                    <a:pt x="1268999" y="113373"/>
                  </a:lnTo>
                  <a:lnTo>
                    <a:pt x="1276784" y="112081"/>
                  </a:lnTo>
                  <a:lnTo>
                    <a:pt x="1284569" y="110354"/>
                  </a:lnTo>
                  <a:lnTo>
                    <a:pt x="1292354" y="108828"/>
                  </a:lnTo>
                  <a:lnTo>
                    <a:pt x="1300140" y="107651"/>
                  </a:lnTo>
                  <a:lnTo>
                    <a:pt x="1307925" y="106596"/>
                  </a:lnTo>
                  <a:lnTo>
                    <a:pt x="1315710" y="105436"/>
                  </a:lnTo>
                  <a:lnTo>
                    <a:pt x="1323495" y="104151"/>
                  </a:lnTo>
                  <a:lnTo>
                    <a:pt x="1331281" y="103092"/>
                  </a:lnTo>
                  <a:lnTo>
                    <a:pt x="1339066" y="101965"/>
                  </a:lnTo>
                  <a:lnTo>
                    <a:pt x="1346851" y="100686"/>
                  </a:lnTo>
                  <a:lnTo>
                    <a:pt x="1354637" y="99412"/>
                  </a:lnTo>
                  <a:lnTo>
                    <a:pt x="1362422" y="98144"/>
                  </a:lnTo>
                  <a:lnTo>
                    <a:pt x="1370207" y="96783"/>
                  </a:lnTo>
                  <a:lnTo>
                    <a:pt x="1377992" y="95202"/>
                  </a:lnTo>
                  <a:lnTo>
                    <a:pt x="1385778" y="93632"/>
                  </a:lnTo>
                  <a:lnTo>
                    <a:pt x="1393563" y="92070"/>
                  </a:lnTo>
                  <a:lnTo>
                    <a:pt x="1401348" y="90618"/>
                  </a:lnTo>
                  <a:lnTo>
                    <a:pt x="1409133" y="89611"/>
                  </a:lnTo>
                  <a:lnTo>
                    <a:pt x="1416919" y="88409"/>
                  </a:lnTo>
                  <a:lnTo>
                    <a:pt x="1424704" y="86830"/>
                  </a:lnTo>
                  <a:lnTo>
                    <a:pt x="1432489" y="85640"/>
                  </a:lnTo>
                  <a:lnTo>
                    <a:pt x="1440275" y="84600"/>
                  </a:lnTo>
                  <a:lnTo>
                    <a:pt x="1448060" y="83556"/>
                  </a:lnTo>
                  <a:lnTo>
                    <a:pt x="1455845" y="82096"/>
                  </a:lnTo>
                  <a:lnTo>
                    <a:pt x="1463630" y="80914"/>
                  </a:lnTo>
                  <a:lnTo>
                    <a:pt x="1471416" y="79746"/>
                  </a:lnTo>
                  <a:lnTo>
                    <a:pt x="1479201" y="78589"/>
                  </a:lnTo>
                  <a:lnTo>
                    <a:pt x="1486986" y="77255"/>
                  </a:lnTo>
                  <a:lnTo>
                    <a:pt x="1494771" y="76289"/>
                  </a:lnTo>
                  <a:lnTo>
                    <a:pt x="1502557" y="75328"/>
                  </a:lnTo>
                  <a:lnTo>
                    <a:pt x="1510342" y="74353"/>
                  </a:lnTo>
                  <a:lnTo>
                    <a:pt x="1518127" y="72963"/>
                  </a:lnTo>
                  <a:lnTo>
                    <a:pt x="1525912" y="71723"/>
                  </a:lnTo>
                  <a:lnTo>
                    <a:pt x="1533698" y="70587"/>
                  </a:lnTo>
                  <a:lnTo>
                    <a:pt x="1541483" y="69457"/>
                  </a:lnTo>
                  <a:lnTo>
                    <a:pt x="1549268" y="68097"/>
                  </a:lnTo>
                  <a:lnTo>
                    <a:pt x="1557054" y="66520"/>
                  </a:lnTo>
                  <a:lnTo>
                    <a:pt x="1564839" y="64889"/>
                  </a:lnTo>
                  <a:lnTo>
                    <a:pt x="1572624" y="63984"/>
                  </a:lnTo>
                  <a:lnTo>
                    <a:pt x="1580409" y="62594"/>
                  </a:lnTo>
                  <a:lnTo>
                    <a:pt x="1588195" y="61182"/>
                  </a:lnTo>
                  <a:lnTo>
                    <a:pt x="1595980" y="59779"/>
                  </a:lnTo>
                  <a:lnTo>
                    <a:pt x="1603765" y="58383"/>
                  </a:lnTo>
                  <a:lnTo>
                    <a:pt x="1611550" y="56916"/>
                  </a:lnTo>
                  <a:lnTo>
                    <a:pt x="1619336" y="55462"/>
                  </a:lnTo>
                  <a:lnTo>
                    <a:pt x="1627121" y="54166"/>
                  </a:lnTo>
                  <a:lnTo>
                    <a:pt x="1634906" y="52884"/>
                  </a:lnTo>
                  <a:lnTo>
                    <a:pt x="1642692" y="51599"/>
                  </a:lnTo>
                  <a:lnTo>
                    <a:pt x="1650477" y="50327"/>
                  </a:lnTo>
                  <a:lnTo>
                    <a:pt x="1658262" y="49333"/>
                  </a:lnTo>
                  <a:lnTo>
                    <a:pt x="1666047" y="48095"/>
                  </a:lnTo>
                  <a:lnTo>
                    <a:pt x="1673833" y="46799"/>
                  </a:lnTo>
                  <a:lnTo>
                    <a:pt x="1681618" y="45512"/>
                  </a:lnTo>
                  <a:lnTo>
                    <a:pt x="1689403" y="44235"/>
                  </a:lnTo>
                  <a:lnTo>
                    <a:pt x="1697188" y="43075"/>
                  </a:lnTo>
                  <a:lnTo>
                    <a:pt x="1704974" y="41959"/>
                  </a:lnTo>
                  <a:lnTo>
                    <a:pt x="1712759" y="40803"/>
                  </a:lnTo>
                  <a:lnTo>
                    <a:pt x="1720544" y="39708"/>
                  </a:lnTo>
                  <a:lnTo>
                    <a:pt x="1728330" y="38462"/>
                  </a:lnTo>
                  <a:lnTo>
                    <a:pt x="1736115" y="37224"/>
                  </a:lnTo>
                  <a:lnTo>
                    <a:pt x="1743900" y="35994"/>
                  </a:lnTo>
                  <a:lnTo>
                    <a:pt x="1751685" y="34772"/>
                  </a:lnTo>
                  <a:lnTo>
                    <a:pt x="1759471" y="33558"/>
                  </a:lnTo>
                  <a:lnTo>
                    <a:pt x="1767256" y="32352"/>
                  </a:lnTo>
                  <a:lnTo>
                    <a:pt x="1775041" y="31304"/>
                  </a:lnTo>
                  <a:lnTo>
                    <a:pt x="1782826" y="30209"/>
                  </a:lnTo>
                  <a:lnTo>
                    <a:pt x="1790612" y="29066"/>
                  </a:lnTo>
                  <a:lnTo>
                    <a:pt x="1798397" y="28072"/>
                  </a:lnTo>
                  <a:lnTo>
                    <a:pt x="1806182" y="27084"/>
                  </a:lnTo>
                  <a:lnTo>
                    <a:pt x="1813967" y="25988"/>
                  </a:lnTo>
                  <a:lnTo>
                    <a:pt x="1821753" y="24843"/>
                  </a:lnTo>
                  <a:lnTo>
                    <a:pt x="1829538" y="23659"/>
                  </a:lnTo>
                  <a:lnTo>
                    <a:pt x="1837323" y="22489"/>
                  </a:lnTo>
                  <a:lnTo>
                    <a:pt x="1845109" y="21384"/>
                  </a:lnTo>
                  <a:lnTo>
                    <a:pt x="1852894" y="20161"/>
                  </a:lnTo>
                  <a:lnTo>
                    <a:pt x="1860679" y="19391"/>
                  </a:lnTo>
                  <a:lnTo>
                    <a:pt x="1868464" y="18367"/>
                  </a:lnTo>
                  <a:lnTo>
                    <a:pt x="1876250" y="17495"/>
                  </a:lnTo>
                  <a:lnTo>
                    <a:pt x="1884035" y="16299"/>
                  </a:lnTo>
                  <a:lnTo>
                    <a:pt x="1891820" y="15256"/>
                  </a:lnTo>
                  <a:lnTo>
                    <a:pt x="1899605" y="14394"/>
                  </a:lnTo>
                  <a:lnTo>
                    <a:pt x="1907391" y="13536"/>
                  </a:lnTo>
                  <a:lnTo>
                    <a:pt x="1915176" y="12684"/>
                  </a:lnTo>
                  <a:lnTo>
                    <a:pt x="1922961" y="11837"/>
                  </a:lnTo>
                  <a:lnTo>
                    <a:pt x="1930747" y="10863"/>
                  </a:lnTo>
                  <a:lnTo>
                    <a:pt x="1938532" y="9511"/>
                  </a:lnTo>
                  <a:lnTo>
                    <a:pt x="1946317" y="8295"/>
                  </a:lnTo>
                  <a:lnTo>
                    <a:pt x="1954102" y="7519"/>
                  </a:lnTo>
                  <a:lnTo>
                    <a:pt x="1961888" y="6751"/>
                  </a:lnTo>
                  <a:lnTo>
                    <a:pt x="1969673" y="5902"/>
                  </a:lnTo>
                  <a:lnTo>
                    <a:pt x="1977458" y="4899"/>
                  </a:lnTo>
                  <a:lnTo>
                    <a:pt x="1985243" y="3905"/>
                  </a:lnTo>
                  <a:lnTo>
                    <a:pt x="1993029" y="2917"/>
                  </a:lnTo>
                  <a:lnTo>
                    <a:pt x="2000814" y="1937"/>
                  </a:lnTo>
                  <a:lnTo>
                    <a:pt x="2008599" y="965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3" name="pl152"/>
            <p:cNvSpPr/>
            <p:nvPr/>
          </p:nvSpPr>
          <p:spPr>
            <a:xfrm>
              <a:off x="3648531" y="3815207"/>
              <a:ext cx="2016385" cy="109019"/>
            </a:xfrm>
            <a:custGeom>
              <a:avLst/>
              <a:pathLst>
                <a:path w="2016385" h="109019">
                  <a:moveTo>
                    <a:pt x="2016385" y="0"/>
                  </a:moveTo>
                  <a:lnTo>
                    <a:pt x="2008599" y="246"/>
                  </a:lnTo>
                  <a:lnTo>
                    <a:pt x="2000814" y="537"/>
                  </a:lnTo>
                  <a:lnTo>
                    <a:pt x="1993029" y="810"/>
                  </a:lnTo>
                  <a:lnTo>
                    <a:pt x="1985243" y="1042"/>
                  </a:lnTo>
                  <a:lnTo>
                    <a:pt x="1977458" y="1314"/>
                  </a:lnTo>
                  <a:lnTo>
                    <a:pt x="1969673" y="1541"/>
                  </a:lnTo>
                  <a:lnTo>
                    <a:pt x="1961888" y="1399"/>
                  </a:lnTo>
                  <a:lnTo>
                    <a:pt x="1954102" y="1256"/>
                  </a:lnTo>
                  <a:lnTo>
                    <a:pt x="1946317" y="1158"/>
                  </a:lnTo>
                  <a:lnTo>
                    <a:pt x="1938532" y="1375"/>
                  </a:lnTo>
                  <a:lnTo>
                    <a:pt x="1930747" y="1390"/>
                  </a:lnTo>
                  <a:lnTo>
                    <a:pt x="1922961" y="1137"/>
                  </a:lnTo>
                  <a:lnTo>
                    <a:pt x="1915176" y="883"/>
                  </a:lnTo>
                  <a:lnTo>
                    <a:pt x="1907391" y="629"/>
                  </a:lnTo>
                  <a:lnTo>
                    <a:pt x="1899605" y="378"/>
                  </a:lnTo>
                  <a:lnTo>
                    <a:pt x="1891820" y="1255"/>
                  </a:lnTo>
                  <a:lnTo>
                    <a:pt x="1884035" y="2126"/>
                  </a:lnTo>
                  <a:lnTo>
                    <a:pt x="1876250" y="2859"/>
                  </a:lnTo>
                  <a:lnTo>
                    <a:pt x="1868464" y="2873"/>
                  </a:lnTo>
                  <a:lnTo>
                    <a:pt x="1860679" y="2881"/>
                  </a:lnTo>
                  <a:lnTo>
                    <a:pt x="1852894" y="2890"/>
                  </a:lnTo>
                  <a:lnTo>
                    <a:pt x="1845109" y="2898"/>
                  </a:lnTo>
                  <a:lnTo>
                    <a:pt x="1837323" y="2907"/>
                  </a:lnTo>
                  <a:lnTo>
                    <a:pt x="1829538" y="2974"/>
                  </a:lnTo>
                  <a:lnTo>
                    <a:pt x="1821753" y="3404"/>
                  </a:lnTo>
                  <a:lnTo>
                    <a:pt x="1813967" y="3834"/>
                  </a:lnTo>
                  <a:lnTo>
                    <a:pt x="1806182" y="4263"/>
                  </a:lnTo>
                  <a:lnTo>
                    <a:pt x="1798397" y="4691"/>
                  </a:lnTo>
                  <a:lnTo>
                    <a:pt x="1790612" y="5120"/>
                  </a:lnTo>
                  <a:lnTo>
                    <a:pt x="1782826" y="5547"/>
                  </a:lnTo>
                  <a:lnTo>
                    <a:pt x="1775041" y="5974"/>
                  </a:lnTo>
                  <a:lnTo>
                    <a:pt x="1767256" y="6399"/>
                  </a:lnTo>
                  <a:lnTo>
                    <a:pt x="1759471" y="6631"/>
                  </a:lnTo>
                  <a:lnTo>
                    <a:pt x="1751685" y="6796"/>
                  </a:lnTo>
                  <a:lnTo>
                    <a:pt x="1743900" y="6769"/>
                  </a:lnTo>
                  <a:lnTo>
                    <a:pt x="1736115" y="6925"/>
                  </a:lnTo>
                  <a:lnTo>
                    <a:pt x="1728330" y="6882"/>
                  </a:lnTo>
                  <a:lnTo>
                    <a:pt x="1720544" y="6833"/>
                  </a:lnTo>
                  <a:lnTo>
                    <a:pt x="1712759" y="6787"/>
                  </a:lnTo>
                  <a:lnTo>
                    <a:pt x="1704974" y="6754"/>
                  </a:lnTo>
                  <a:lnTo>
                    <a:pt x="1697188" y="6719"/>
                  </a:lnTo>
                  <a:lnTo>
                    <a:pt x="1689403" y="6675"/>
                  </a:lnTo>
                  <a:lnTo>
                    <a:pt x="1681618" y="6882"/>
                  </a:lnTo>
                  <a:lnTo>
                    <a:pt x="1673833" y="7324"/>
                  </a:lnTo>
                  <a:lnTo>
                    <a:pt x="1666047" y="7513"/>
                  </a:lnTo>
                  <a:lnTo>
                    <a:pt x="1658262" y="7495"/>
                  </a:lnTo>
                  <a:lnTo>
                    <a:pt x="1650477" y="7476"/>
                  </a:lnTo>
                  <a:lnTo>
                    <a:pt x="1642692" y="7450"/>
                  </a:lnTo>
                  <a:lnTo>
                    <a:pt x="1634906" y="7425"/>
                  </a:lnTo>
                  <a:lnTo>
                    <a:pt x="1627121" y="7818"/>
                  </a:lnTo>
                  <a:lnTo>
                    <a:pt x="1619336" y="8211"/>
                  </a:lnTo>
                  <a:lnTo>
                    <a:pt x="1611550" y="8603"/>
                  </a:lnTo>
                  <a:lnTo>
                    <a:pt x="1603765" y="8917"/>
                  </a:lnTo>
                  <a:lnTo>
                    <a:pt x="1595980" y="8943"/>
                  </a:lnTo>
                  <a:lnTo>
                    <a:pt x="1588195" y="8970"/>
                  </a:lnTo>
                  <a:lnTo>
                    <a:pt x="1580409" y="9266"/>
                  </a:lnTo>
                  <a:lnTo>
                    <a:pt x="1572624" y="9614"/>
                  </a:lnTo>
                  <a:lnTo>
                    <a:pt x="1564839" y="9963"/>
                  </a:lnTo>
                  <a:lnTo>
                    <a:pt x="1557054" y="10311"/>
                  </a:lnTo>
                  <a:lnTo>
                    <a:pt x="1549268" y="10653"/>
                  </a:lnTo>
                  <a:lnTo>
                    <a:pt x="1541483" y="10984"/>
                  </a:lnTo>
                  <a:lnTo>
                    <a:pt x="1533698" y="11105"/>
                  </a:lnTo>
                  <a:lnTo>
                    <a:pt x="1525912" y="10888"/>
                  </a:lnTo>
                  <a:lnTo>
                    <a:pt x="1518127" y="11528"/>
                  </a:lnTo>
                  <a:lnTo>
                    <a:pt x="1510342" y="12055"/>
                  </a:lnTo>
                  <a:lnTo>
                    <a:pt x="1502557" y="11990"/>
                  </a:lnTo>
                  <a:lnTo>
                    <a:pt x="1494771" y="11910"/>
                  </a:lnTo>
                  <a:lnTo>
                    <a:pt x="1486986" y="11773"/>
                  </a:lnTo>
                  <a:lnTo>
                    <a:pt x="1479201" y="11768"/>
                  </a:lnTo>
                  <a:lnTo>
                    <a:pt x="1471416" y="11703"/>
                  </a:lnTo>
                  <a:lnTo>
                    <a:pt x="1463630" y="11638"/>
                  </a:lnTo>
                  <a:lnTo>
                    <a:pt x="1455845" y="11574"/>
                  </a:lnTo>
                  <a:lnTo>
                    <a:pt x="1448060" y="11509"/>
                  </a:lnTo>
                  <a:lnTo>
                    <a:pt x="1440275" y="11703"/>
                  </a:lnTo>
                  <a:lnTo>
                    <a:pt x="1432489" y="11971"/>
                  </a:lnTo>
                  <a:lnTo>
                    <a:pt x="1424704" y="12239"/>
                  </a:lnTo>
                  <a:lnTo>
                    <a:pt x="1416919" y="12506"/>
                  </a:lnTo>
                  <a:lnTo>
                    <a:pt x="1409133" y="12772"/>
                  </a:lnTo>
                  <a:lnTo>
                    <a:pt x="1401348" y="13069"/>
                  </a:lnTo>
                  <a:lnTo>
                    <a:pt x="1393563" y="13311"/>
                  </a:lnTo>
                  <a:lnTo>
                    <a:pt x="1385778" y="13575"/>
                  </a:lnTo>
                  <a:lnTo>
                    <a:pt x="1377992" y="13768"/>
                  </a:lnTo>
                  <a:lnTo>
                    <a:pt x="1370207" y="13704"/>
                  </a:lnTo>
                  <a:lnTo>
                    <a:pt x="1362422" y="13735"/>
                  </a:lnTo>
                  <a:lnTo>
                    <a:pt x="1354637" y="13799"/>
                  </a:lnTo>
                  <a:lnTo>
                    <a:pt x="1346851" y="13859"/>
                  </a:lnTo>
                  <a:lnTo>
                    <a:pt x="1339066" y="14042"/>
                  </a:lnTo>
                  <a:lnTo>
                    <a:pt x="1331281" y="14290"/>
                  </a:lnTo>
                  <a:lnTo>
                    <a:pt x="1323495" y="14119"/>
                  </a:lnTo>
                  <a:lnTo>
                    <a:pt x="1315710" y="14087"/>
                  </a:lnTo>
                  <a:lnTo>
                    <a:pt x="1307925" y="14141"/>
                  </a:lnTo>
                  <a:lnTo>
                    <a:pt x="1300140" y="14196"/>
                  </a:lnTo>
                  <a:lnTo>
                    <a:pt x="1292354" y="14258"/>
                  </a:lnTo>
                  <a:lnTo>
                    <a:pt x="1284569" y="14328"/>
                  </a:lnTo>
                  <a:lnTo>
                    <a:pt x="1276784" y="14397"/>
                  </a:lnTo>
                  <a:lnTo>
                    <a:pt x="1268999" y="14462"/>
                  </a:lnTo>
                  <a:lnTo>
                    <a:pt x="1261213" y="14522"/>
                  </a:lnTo>
                  <a:lnTo>
                    <a:pt x="1253428" y="14582"/>
                  </a:lnTo>
                  <a:lnTo>
                    <a:pt x="1245643" y="14642"/>
                  </a:lnTo>
                  <a:lnTo>
                    <a:pt x="1237857" y="14702"/>
                  </a:lnTo>
                  <a:lnTo>
                    <a:pt x="1230072" y="14949"/>
                  </a:lnTo>
                  <a:lnTo>
                    <a:pt x="1222287" y="15776"/>
                  </a:lnTo>
                  <a:lnTo>
                    <a:pt x="1214502" y="16146"/>
                  </a:lnTo>
                  <a:lnTo>
                    <a:pt x="1206716" y="16222"/>
                  </a:lnTo>
                  <a:lnTo>
                    <a:pt x="1198931" y="16010"/>
                  </a:lnTo>
                  <a:lnTo>
                    <a:pt x="1191146" y="15778"/>
                  </a:lnTo>
                  <a:lnTo>
                    <a:pt x="1183361" y="15545"/>
                  </a:lnTo>
                  <a:lnTo>
                    <a:pt x="1175575" y="15312"/>
                  </a:lnTo>
                  <a:lnTo>
                    <a:pt x="1167790" y="15614"/>
                  </a:lnTo>
                  <a:lnTo>
                    <a:pt x="1160005" y="16176"/>
                  </a:lnTo>
                  <a:lnTo>
                    <a:pt x="1152220" y="16808"/>
                  </a:lnTo>
                  <a:lnTo>
                    <a:pt x="1144434" y="17063"/>
                  </a:lnTo>
                  <a:lnTo>
                    <a:pt x="1136649" y="17560"/>
                  </a:lnTo>
                  <a:lnTo>
                    <a:pt x="1128864" y="18211"/>
                  </a:lnTo>
                  <a:lnTo>
                    <a:pt x="1121078" y="18872"/>
                  </a:lnTo>
                  <a:lnTo>
                    <a:pt x="1113293" y="19516"/>
                  </a:lnTo>
                  <a:lnTo>
                    <a:pt x="1105508" y="19644"/>
                  </a:lnTo>
                  <a:lnTo>
                    <a:pt x="1097723" y="20010"/>
                  </a:lnTo>
                  <a:lnTo>
                    <a:pt x="1089937" y="20500"/>
                  </a:lnTo>
                  <a:lnTo>
                    <a:pt x="1082152" y="20989"/>
                  </a:lnTo>
                  <a:lnTo>
                    <a:pt x="1074367" y="21477"/>
                  </a:lnTo>
                  <a:lnTo>
                    <a:pt x="1066582" y="22118"/>
                  </a:lnTo>
                  <a:lnTo>
                    <a:pt x="1058796" y="22883"/>
                  </a:lnTo>
                  <a:lnTo>
                    <a:pt x="1051011" y="23616"/>
                  </a:lnTo>
                  <a:lnTo>
                    <a:pt x="1043226" y="24566"/>
                  </a:lnTo>
                  <a:lnTo>
                    <a:pt x="1035440" y="25426"/>
                  </a:lnTo>
                  <a:lnTo>
                    <a:pt x="1027655" y="25502"/>
                  </a:lnTo>
                  <a:lnTo>
                    <a:pt x="1019870" y="26123"/>
                  </a:lnTo>
                  <a:lnTo>
                    <a:pt x="1012085" y="26392"/>
                  </a:lnTo>
                  <a:lnTo>
                    <a:pt x="1004299" y="26606"/>
                  </a:lnTo>
                  <a:lnTo>
                    <a:pt x="996514" y="26914"/>
                  </a:lnTo>
                  <a:lnTo>
                    <a:pt x="988729" y="27171"/>
                  </a:lnTo>
                  <a:lnTo>
                    <a:pt x="980944" y="27428"/>
                  </a:lnTo>
                  <a:lnTo>
                    <a:pt x="973158" y="27671"/>
                  </a:lnTo>
                  <a:lnTo>
                    <a:pt x="965373" y="27954"/>
                  </a:lnTo>
                  <a:lnTo>
                    <a:pt x="957588" y="28215"/>
                  </a:lnTo>
                  <a:lnTo>
                    <a:pt x="949802" y="28290"/>
                  </a:lnTo>
                  <a:lnTo>
                    <a:pt x="942017" y="28607"/>
                  </a:lnTo>
                  <a:lnTo>
                    <a:pt x="934232" y="29140"/>
                  </a:lnTo>
                  <a:lnTo>
                    <a:pt x="926447" y="29251"/>
                  </a:lnTo>
                  <a:lnTo>
                    <a:pt x="918661" y="29509"/>
                  </a:lnTo>
                  <a:lnTo>
                    <a:pt x="910876" y="29766"/>
                  </a:lnTo>
                  <a:lnTo>
                    <a:pt x="903091" y="30089"/>
                  </a:lnTo>
                  <a:lnTo>
                    <a:pt x="895306" y="30333"/>
                  </a:lnTo>
                  <a:lnTo>
                    <a:pt x="887520" y="31166"/>
                  </a:lnTo>
                  <a:lnTo>
                    <a:pt x="879735" y="31382"/>
                  </a:lnTo>
                  <a:lnTo>
                    <a:pt x="871950" y="31629"/>
                  </a:lnTo>
                  <a:lnTo>
                    <a:pt x="864165" y="32220"/>
                  </a:lnTo>
                  <a:lnTo>
                    <a:pt x="856379" y="32810"/>
                  </a:lnTo>
                  <a:lnTo>
                    <a:pt x="848594" y="33398"/>
                  </a:lnTo>
                  <a:lnTo>
                    <a:pt x="840809" y="34123"/>
                  </a:lnTo>
                  <a:lnTo>
                    <a:pt x="833023" y="34845"/>
                  </a:lnTo>
                  <a:lnTo>
                    <a:pt x="825238" y="35157"/>
                  </a:lnTo>
                  <a:lnTo>
                    <a:pt x="817453" y="35738"/>
                  </a:lnTo>
                  <a:lnTo>
                    <a:pt x="809668" y="35812"/>
                  </a:lnTo>
                  <a:lnTo>
                    <a:pt x="801882" y="36193"/>
                  </a:lnTo>
                  <a:lnTo>
                    <a:pt x="794097" y="37258"/>
                  </a:lnTo>
                  <a:lnTo>
                    <a:pt x="786312" y="37962"/>
                  </a:lnTo>
                  <a:lnTo>
                    <a:pt x="778527" y="38481"/>
                  </a:lnTo>
                  <a:lnTo>
                    <a:pt x="770741" y="39212"/>
                  </a:lnTo>
                  <a:lnTo>
                    <a:pt x="762956" y="39529"/>
                  </a:lnTo>
                  <a:lnTo>
                    <a:pt x="755171" y="40299"/>
                  </a:lnTo>
                  <a:lnTo>
                    <a:pt x="747385" y="41038"/>
                  </a:lnTo>
                  <a:lnTo>
                    <a:pt x="739600" y="41572"/>
                  </a:lnTo>
                  <a:lnTo>
                    <a:pt x="731815" y="42100"/>
                  </a:lnTo>
                  <a:lnTo>
                    <a:pt x="724030" y="42680"/>
                  </a:lnTo>
                  <a:lnTo>
                    <a:pt x="716244" y="43258"/>
                  </a:lnTo>
                  <a:lnTo>
                    <a:pt x="708459" y="43811"/>
                  </a:lnTo>
                  <a:lnTo>
                    <a:pt x="700674" y="44000"/>
                  </a:lnTo>
                  <a:lnTo>
                    <a:pt x="692889" y="44664"/>
                  </a:lnTo>
                  <a:lnTo>
                    <a:pt x="685103" y="45337"/>
                  </a:lnTo>
                  <a:lnTo>
                    <a:pt x="677318" y="46003"/>
                  </a:lnTo>
                  <a:lnTo>
                    <a:pt x="669533" y="46628"/>
                  </a:lnTo>
                  <a:lnTo>
                    <a:pt x="661747" y="47191"/>
                  </a:lnTo>
                  <a:lnTo>
                    <a:pt x="653962" y="47752"/>
                  </a:lnTo>
                  <a:lnTo>
                    <a:pt x="646177" y="48250"/>
                  </a:lnTo>
                  <a:lnTo>
                    <a:pt x="638392" y="48761"/>
                  </a:lnTo>
                  <a:lnTo>
                    <a:pt x="630606" y="49072"/>
                  </a:lnTo>
                  <a:lnTo>
                    <a:pt x="622821" y="49968"/>
                  </a:lnTo>
                  <a:lnTo>
                    <a:pt x="615036" y="50538"/>
                  </a:lnTo>
                  <a:lnTo>
                    <a:pt x="607251" y="51447"/>
                  </a:lnTo>
                  <a:lnTo>
                    <a:pt x="599465" y="52422"/>
                  </a:lnTo>
                  <a:lnTo>
                    <a:pt x="591680" y="53130"/>
                  </a:lnTo>
                  <a:lnTo>
                    <a:pt x="583895" y="53837"/>
                  </a:lnTo>
                  <a:lnTo>
                    <a:pt x="576110" y="54535"/>
                  </a:lnTo>
                  <a:lnTo>
                    <a:pt x="568324" y="55181"/>
                  </a:lnTo>
                  <a:lnTo>
                    <a:pt x="560539" y="55825"/>
                  </a:lnTo>
                  <a:lnTo>
                    <a:pt x="552754" y="56000"/>
                  </a:lnTo>
                  <a:lnTo>
                    <a:pt x="544968" y="56700"/>
                  </a:lnTo>
                  <a:lnTo>
                    <a:pt x="537183" y="56727"/>
                  </a:lnTo>
                  <a:lnTo>
                    <a:pt x="529398" y="56747"/>
                  </a:lnTo>
                  <a:lnTo>
                    <a:pt x="521613" y="57639"/>
                  </a:lnTo>
                  <a:lnTo>
                    <a:pt x="513827" y="58206"/>
                  </a:lnTo>
                  <a:lnTo>
                    <a:pt x="506042" y="58523"/>
                  </a:lnTo>
                  <a:lnTo>
                    <a:pt x="498257" y="58747"/>
                  </a:lnTo>
                  <a:lnTo>
                    <a:pt x="490472" y="59642"/>
                  </a:lnTo>
                  <a:lnTo>
                    <a:pt x="482686" y="59965"/>
                  </a:lnTo>
                  <a:lnTo>
                    <a:pt x="474901" y="60303"/>
                  </a:lnTo>
                  <a:lnTo>
                    <a:pt x="467116" y="61191"/>
                  </a:lnTo>
                  <a:lnTo>
                    <a:pt x="459330" y="62492"/>
                  </a:lnTo>
                  <a:lnTo>
                    <a:pt x="451545" y="63272"/>
                  </a:lnTo>
                  <a:lnTo>
                    <a:pt x="443760" y="64295"/>
                  </a:lnTo>
                  <a:lnTo>
                    <a:pt x="435975" y="65634"/>
                  </a:lnTo>
                  <a:lnTo>
                    <a:pt x="428189" y="66472"/>
                  </a:lnTo>
                  <a:lnTo>
                    <a:pt x="420404" y="66909"/>
                  </a:lnTo>
                  <a:lnTo>
                    <a:pt x="412619" y="67422"/>
                  </a:lnTo>
                  <a:lnTo>
                    <a:pt x="404834" y="67622"/>
                  </a:lnTo>
                  <a:lnTo>
                    <a:pt x="397048" y="67780"/>
                  </a:lnTo>
                  <a:lnTo>
                    <a:pt x="389263" y="68488"/>
                  </a:lnTo>
                  <a:lnTo>
                    <a:pt x="381478" y="69299"/>
                  </a:lnTo>
                  <a:lnTo>
                    <a:pt x="373692" y="69870"/>
                  </a:lnTo>
                  <a:lnTo>
                    <a:pt x="365907" y="70938"/>
                  </a:lnTo>
                  <a:lnTo>
                    <a:pt x="358122" y="71759"/>
                  </a:lnTo>
                  <a:lnTo>
                    <a:pt x="350337" y="72562"/>
                  </a:lnTo>
                  <a:lnTo>
                    <a:pt x="342551" y="73201"/>
                  </a:lnTo>
                  <a:lnTo>
                    <a:pt x="334766" y="73969"/>
                  </a:lnTo>
                  <a:lnTo>
                    <a:pt x="326981" y="74967"/>
                  </a:lnTo>
                  <a:lnTo>
                    <a:pt x="319196" y="75772"/>
                  </a:lnTo>
                  <a:lnTo>
                    <a:pt x="311410" y="76565"/>
                  </a:lnTo>
                  <a:lnTo>
                    <a:pt x="303625" y="77349"/>
                  </a:lnTo>
                  <a:lnTo>
                    <a:pt x="295840" y="78005"/>
                  </a:lnTo>
                  <a:lnTo>
                    <a:pt x="288055" y="78568"/>
                  </a:lnTo>
                  <a:lnTo>
                    <a:pt x="280269" y="79389"/>
                  </a:lnTo>
                  <a:lnTo>
                    <a:pt x="272484" y="80256"/>
                  </a:lnTo>
                  <a:lnTo>
                    <a:pt x="264699" y="81019"/>
                  </a:lnTo>
                  <a:lnTo>
                    <a:pt x="256913" y="81640"/>
                  </a:lnTo>
                  <a:lnTo>
                    <a:pt x="249128" y="82347"/>
                  </a:lnTo>
                  <a:lnTo>
                    <a:pt x="241343" y="83308"/>
                  </a:lnTo>
                  <a:lnTo>
                    <a:pt x="233558" y="84241"/>
                  </a:lnTo>
                  <a:lnTo>
                    <a:pt x="225772" y="84930"/>
                  </a:lnTo>
                  <a:lnTo>
                    <a:pt x="217987" y="85822"/>
                  </a:lnTo>
                  <a:lnTo>
                    <a:pt x="210202" y="86465"/>
                  </a:lnTo>
                  <a:lnTo>
                    <a:pt x="202417" y="87317"/>
                  </a:lnTo>
                  <a:lnTo>
                    <a:pt x="194631" y="88087"/>
                  </a:lnTo>
                  <a:lnTo>
                    <a:pt x="186846" y="88915"/>
                  </a:lnTo>
                  <a:lnTo>
                    <a:pt x="179061" y="89546"/>
                  </a:lnTo>
                  <a:lnTo>
                    <a:pt x="171275" y="90372"/>
                  </a:lnTo>
                  <a:lnTo>
                    <a:pt x="163490" y="91091"/>
                  </a:lnTo>
                  <a:lnTo>
                    <a:pt x="155705" y="92006"/>
                  </a:lnTo>
                  <a:lnTo>
                    <a:pt x="147920" y="92803"/>
                  </a:lnTo>
                  <a:lnTo>
                    <a:pt x="140134" y="93864"/>
                  </a:lnTo>
                  <a:lnTo>
                    <a:pt x="132349" y="94819"/>
                  </a:lnTo>
                  <a:lnTo>
                    <a:pt x="124564" y="95636"/>
                  </a:lnTo>
                  <a:lnTo>
                    <a:pt x="116779" y="96445"/>
                  </a:lnTo>
                  <a:lnTo>
                    <a:pt x="108993" y="97305"/>
                  </a:lnTo>
                  <a:lnTo>
                    <a:pt x="101208" y="98332"/>
                  </a:lnTo>
                  <a:lnTo>
                    <a:pt x="93423" y="99336"/>
                  </a:lnTo>
                  <a:lnTo>
                    <a:pt x="85637" y="99973"/>
                  </a:lnTo>
                  <a:lnTo>
                    <a:pt x="77852" y="100963"/>
                  </a:lnTo>
                  <a:lnTo>
                    <a:pt x="70067" y="101770"/>
                  </a:lnTo>
                  <a:lnTo>
                    <a:pt x="62282" y="102594"/>
                  </a:lnTo>
                  <a:lnTo>
                    <a:pt x="54496" y="103447"/>
                  </a:lnTo>
                  <a:lnTo>
                    <a:pt x="46711" y="104256"/>
                  </a:lnTo>
                  <a:lnTo>
                    <a:pt x="38926" y="104839"/>
                  </a:lnTo>
                  <a:lnTo>
                    <a:pt x="31141" y="105399"/>
                  </a:lnTo>
                  <a:lnTo>
                    <a:pt x="23355" y="106477"/>
                  </a:lnTo>
                  <a:lnTo>
                    <a:pt x="15570" y="107447"/>
                  </a:lnTo>
                  <a:lnTo>
                    <a:pt x="7785" y="108237"/>
                  </a:lnTo>
                  <a:lnTo>
                    <a:pt x="0" y="109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648531" y="3470255"/>
              <a:ext cx="2016385" cy="414943"/>
            </a:xfrm>
            <a:custGeom>
              <a:avLst/>
              <a:pathLst>
                <a:path w="2016385" h="414943">
                  <a:moveTo>
                    <a:pt x="0" y="182262"/>
                  </a:moveTo>
                  <a:lnTo>
                    <a:pt x="7785" y="182529"/>
                  </a:lnTo>
                  <a:lnTo>
                    <a:pt x="15570" y="182861"/>
                  </a:lnTo>
                  <a:lnTo>
                    <a:pt x="23355" y="182870"/>
                  </a:lnTo>
                  <a:lnTo>
                    <a:pt x="31141" y="182730"/>
                  </a:lnTo>
                  <a:lnTo>
                    <a:pt x="38926" y="182932"/>
                  </a:lnTo>
                  <a:lnTo>
                    <a:pt x="46711" y="183140"/>
                  </a:lnTo>
                  <a:lnTo>
                    <a:pt x="54496" y="183348"/>
                  </a:lnTo>
                  <a:lnTo>
                    <a:pt x="62282" y="183544"/>
                  </a:lnTo>
                  <a:lnTo>
                    <a:pt x="70067" y="183448"/>
                  </a:lnTo>
                  <a:lnTo>
                    <a:pt x="77852" y="182806"/>
                  </a:lnTo>
                  <a:lnTo>
                    <a:pt x="85637" y="182176"/>
                  </a:lnTo>
                  <a:lnTo>
                    <a:pt x="93423" y="181560"/>
                  </a:lnTo>
                  <a:lnTo>
                    <a:pt x="101208" y="181736"/>
                  </a:lnTo>
                  <a:lnTo>
                    <a:pt x="108993" y="181782"/>
                  </a:lnTo>
                  <a:lnTo>
                    <a:pt x="116779" y="181720"/>
                  </a:lnTo>
                  <a:lnTo>
                    <a:pt x="124564" y="181144"/>
                  </a:lnTo>
                  <a:lnTo>
                    <a:pt x="132349" y="180853"/>
                  </a:lnTo>
                  <a:lnTo>
                    <a:pt x="140134" y="180898"/>
                  </a:lnTo>
                  <a:lnTo>
                    <a:pt x="147920" y="181045"/>
                  </a:lnTo>
                  <a:lnTo>
                    <a:pt x="155705" y="180833"/>
                  </a:lnTo>
                  <a:lnTo>
                    <a:pt x="163490" y="179670"/>
                  </a:lnTo>
                  <a:lnTo>
                    <a:pt x="171275" y="179262"/>
                  </a:lnTo>
                  <a:lnTo>
                    <a:pt x="179061" y="178793"/>
                  </a:lnTo>
                  <a:lnTo>
                    <a:pt x="186846" y="179140"/>
                  </a:lnTo>
                  <a:lnTo>
                    <a:pt x="194631" y="178766"/>
                  </a:lnTo>
                  <a:lnTo>
                    <a:pt x="202417" y="178350"/>
                  </a:lnTo>
                  <a:lnTo>
                    <a:pt x="210202" y="177717"/>
                  </a:lnTo>
                  <a:lnTo>
                    <a:pt x="217987" y="177520"/>
                  </a:lnTo>
                  <a:lnTo>
                    <a:pt x="225772" y="177292"/>
                  </a:lnTo>
                  <a:lnTo>
                    <a:pt x="233558" y="177072"/>
                  </a:lnTo>
                  <a:lnTo>
                    <a:pt x="241343" y="176864"/>
                  </a:lnTo>
                  <a:lnTo>
                    <a:pt x="249128" y="177308"/>
                  </a:lnTo>
                  <a:lnTo>
                    <a:pt x="256913" y="177005"/>
                  </a:lnTo>
                  <a:lnTo>
                    <a:pt x="264699" y="176710"/>
                  </a:lnTo>
                  <a:lnTo>
                    <a:pt x="272484" y="176006"/>
                  </a:lnTo>
                  <a:lnTo>
                    <a:pt x="280269" y="175782"/>
                  </a:lnTo>
                  <a:lnTo>
                    <a:pt x="288055" y="175406"/>
                  </a:lnTo>
                  <a:lnTo>
                    <a:pt x="295840" y="174938"/>
                  </a:lnTo>
                  <a:lnTo>
                    <a:pt x="303625" y="174806"/>
                  </a:lnTo>
                  <a:lnTo>
                    <a:pt x="311410" y="174673"/>
                  </a:lnTo>
                  <a:lnTo>
                    <a:pt x="319196" y="174540"/>
                  </a:lnTo>
                  <a:lnTo>
                    <a:pt x="326981" y="173569"/>
                  </a:lnTo>
                  <a:lnTo>
                    <a:pt x="334766" y="173935"/>
                  </a:lnTo>
                  <a:lnTo>
                    <a:pt x="342551" y="173649"/>
                  </a:lnTo>
                  <a:lnTo>
                    <a:pt x="350337" y="173410"/>
                  </a:lnTo>
                  <a:lnTo>
                    <a:pt x="358122" y="173201"/>
                  </a:lnTo>
                  <a:lnTo>
                    <a:pt x="365907" y="172749"/>
                  </a:lnTo>
                  <a:lnTo>
                    <a:pt x="373692" y="171993"/>
                  </a:lnTo>
                  <a:lnTo>
                    <a:pt x="381478" y="170950"/>
                  </a:lnTo>
                  <a:lnTo>
                    <a:pt x="389263" y="169913"/>
                  </a:lnTo>
                  <a:lnTo>
                    <a:pt x="397048" y="169634"/>
                  </a:lnTo>
                  <a:lnTo>
                    <a:pt x="404834" y="169555"/>
                  </a:lnTo>
                  <a:lnTo>
                    <a:pt x="412619" y="169480"/>
                  </a:lnTo>
                  <a:lnTo>
                    <a:pt x="420404" y="169406"/>
                  </a:lnTo>
                  <a:lnTo>
                    <a:pt x="428189" y="169332"/>
                  </a:lnTo>
                  <a:lnTo>
                    <a:pt x="435975" y="169108"/>
                  </a:lnTo>
                  <a:lnTo>
                    <a:pt x="443760" y="168409"/>
                  </a:lnTo>
                  <a:lnTo>
                    <a:pt x="451545" y="167860"/>
                  </a:lnTo>
                  <a:lnTo>
                    <a:pt x="459330" y="167912"/>
                  </a:lnTo>
                  <a:lnTo>
                    <a:pt x="467116" y="167913"/>
                  </a:lnTo>
                  <a:lnTo>
                    <a:pt x="474901" y="167654"/>
                  </a:lnTo>
                  <a:lnTo>
                    <a:pt x="482686" y="167185"/>
                  </a:lnTo>
                  <a:lnTo>
                    <a:pt x="490472" y="166725"/>
                  </a:lnTo>
                  <a:lnTo>
                    <a:pt x="498257" y="166254"/>
                  </a:lnTo>
                  <a:lnTo>
                    <a:pt x="506042" y="165636"/>
                  </a:lnTo>
                  <a:lnTo>
                    <a:pt x="513827" y="165050"/>
                  </a:lnTo>
                  <a:lnTo>
                    <a:pt x="521613" y="164625"/>
                  </a:lnTo>
                  <a:lnTo>
                    <a:pt x="529398" y="163490"/>
                  </a:lnTo>
                  <a:lnTo>
                    <a:pt x="537183" y="163114"/>
                  </a:lnTo>
                  <a:lnTo>
                    <a:pt x="544968" y="163188"/>
                  </a:lnTo>
                  <a:lnTo>
                    <a:pt x="552754" y="162754"/>
                  </a:lnTo>
                  <a:lnTo>
                    <a:pt x="560539" y="162206"/>
                  </a:lnTo>
                  <a:lnTo>
                    <a:pt x="568324" y="161348"/>
                  </a:lnTo>
                  <a:lnTo>
                    <a:pt x="576110" y="160490"/>
                  </a:lnTo>
                  <a:lnTo>
                    <a:pt x="583895" y="159782"/>
                  </a:lnTo>
                  <a:lnTo>
                    <a:pt x="591680" y="159070"/>
                  </a:lnTo>
                  <a:lnTo>
                    <a:pt x="599465" y="159112"/>
                  </a:lnTo>
                  <a:lnTo>
                    <a:pt x="607251" y="158143"/>
                  </a:lnTo>
                  <a:lnTo>
                    <a:pt x="615036" y="157482"/>
                  </a:lnTo>
                  <a:lnTo>
                    <a:pt x="622821" y="157349"/>
                  </a:lnTo>
                  <a:lnTo>
                    <a:pt x="630606" y="157222"/>
                  </a:lnTo>
                  <a:lnTo>
                    <a:pt x="638392" y="156290"/>
                  </a:lnTo>
                  <a:lnTo>
                    <a:pt x="646177" y="155121"/>
                  </a:lnTo>
                  <a:lnTo>
                    <a:pt x="653962" y="154430"/>
                  </a:lnTo>
                  <a:lnTo>
                    <a:pt x="661747" y="153809"/>
                  </a:lnTo>
                  <a:lnTo>
                    <a:pt x="669533" y="153526"/>
                  </a:lnTo>
                  <a:lnTo>
                    <a:pt x="677318" y="153351"/>
                  </a:lnTo>
                  <a:lnTo>
                    <a:pt x="685103" y="152578"/>
                  </a:lnTo>
                  <a:lnTo>
                    <a:pt x="692889" y="152160"/>
                  </a:lnTo>
                  <a:lnTo>
                    <a:pt x="700674" y="151730"/>
                  </a:lnTo>
                  <a:lnTo>
                    <a:pt x="708459" y="151300"/>
                  </a:lnTo>
                  <a:lnTo>
                    <a:pt x="716244" y="150870"/>
                  </a:lnTo>
                  <a:lnTo>
                    <a:pt x="724030" y="150441"/>
                  </a:lnTo>
                  <a:lnTo>
                    <a:pt x="731815" y="149483"/>
                  </a:lnTo>
                  <a:lnTo>
                    <a:pt x="739600" y="147988"/>
                  </a:lnTo>
                  <a:lnTo>
                    <a:pt x="747385" y="146507"/>
                  </a:lnTo>
                  <a:lnTo>
                    <a:pt x="755171" y="146179"/>
                  </a:lnTo>
                  <a:lnTo>
                    <a:pt x="762956" y="146109"/>
                  </a:lnTo>
                  <a:lnTo>
                    <a:pt x="770741" y="145031"/>
                  </a:lnTo>
                  <a:lnTo>
                    <a:pt x="778527" y="143955"/>
                  </a:lnTo>
                  <a:lnTo>
                    <a:pt x="786312" y="143437"/>
                  </a:lnTo>
                  <a:lnTo>
                    <a:pt x="794097" y="143188"/>
                  </a:lnTo>
                  <a:lnTo>
                    <a:pt x="801882" y="143051"/>
                  </a:lnTo>
                  <a:lnTo>
                    <a:pt x="809668" y="142691"/>
                  </a:lnTo>
                  <a:lnTo>
                    <a:pt x="817453" y="142443"/>
                  </a:lnTo>
                  <a:lnTo>
                    <a:pt x="825238" y="141052"/>
                  </a:lnTo>
                  <a:lnTo>
                    <a:pt x="833023" y="139649"/>
                  </a:lnTo>
                  <a:lnTo>
                    <a:pt x="840809" y="138550"/>
                  </a:lnTo>
                  <a:lnTo>
                    <a:pt x="848594" y="137630"/>
                  </a:lnTo>
                  <a:lnTo>
                    <a:pt x="856379" y="136576"/>
                  </a:lnTo>
                  <a:lnTo>
                    <a:pt x="864165" y="135801"/>
                  </a:lnTo>
                  <a:lnTo>
                    <a:pt x="871950" y="134878"/>
                  </a:lnTo>
                  <a:lnTo>
                    <a:pt x="879735" y="133955"/>
                  </a:lnTo>
                  <a:lnTo>
                    <a:pt x="887520" y="132811"/>
                  </a:lnTo>
                  <a:lnTo>
                    <a:pt x="895306" y="131449"/>
                  </a:lnTo>
                  <a:lnTo>
                    <a:pt x="903091" y="131223"/>
                  </a:lnTo>
                  <a:lnTo>
                    <a:pt x="910876" y="130361"/>
                  </a:lnTo>
                  <a:lnTo>
                    <a:pt x="918661" y="129370"/>
                  </a:lnTo>
                  <a:lnTo>
                    <a:pt x="926447" y="128357"/>
                  </a:lnTo>
                  <a:lnTo>
                    <a:pt x="934232" y="127355"/>
                  </a:lnTo>
                  <a:lnTo>
                    <a:pt x="942017" y="126545"/>
                  </a:lnTo>
                  <a:lnTo>
                    <a:pt x="949802" y="125881"/>
                  </a:lnTo>
                  <a:lnTo>
                    <a:pt x="957588" y="125266"/>
                  </a:lnTo>
                  <a:lnTo>
                    <a:pt x="965373" y="124973"/>
                  </a:lnTo>
                  <a:lnTo>
                    <a:pt x="973158" y="124017"/>
                  </a:lnTo>
                  <a:lnTo>
                    <a:pt x="980944" y="123652"/>
                  </a:lnTo>
                  <a:lnTo>
                    <a:pt x="988729" y="122531"/>
                  </a:lnTo>
                  <a:lnTo>
                    <a:pt x="996514" y="121347"/>
                  </a:lnTo>
                  <a:lnTo>
                    <a:pt x="1004299" y="120167"/>
                  </a:lnTo>
                  <a:lnTo>
                    <a:pt x="1012085" y="118989"/>
                  </a:lnTo>
                  <a:lnTo>
                    <a:pt x="1019870" y="117805"/>
                  </a:lnTo>
                  <a:lnTo>
                    <a:pt x="1027655" y="116573"/>
                  </a:lnTo>
                  <a:lnTo>
                    <a:pt x="1035440" y="115179"/>
                  </a:lnTo>
                  <a:lnTo>
                    <a:pt x="1043226" y="114397"/>
                  </a:lnTo>
                  <a:lnTo>
                    <a:pt x="1051011" y="113220"/>
                  </a:lnTo>
                  <a:lnTo>
                    <a:pt x="1058796" y="112503"/>
                  </a:lnTo>
                  <a:lnTo>
                    <a:pt x="1066582" y="111002"/>
                  </a:lnTo>
                  <a:lnTo>
                    <a:pt x="1074367" y="109614"/>
                  </a:lnTo>
                  <a:lnTo>
                    <a:pt x="1082152" y="108641"/>
                  </a:lnTo>
                  <a:lnTo>
                    <a:pt x="1089937" y="107777"/>
                  </a:lnTo>
                  <a:lnTo>
                    <a:pt x="1097723" y="107457"/>
                  </a:lnTo>
                  <a:lnTo>
                    <a:pt x="1105508" y="106894"/>
                  </a:lnTo>
                  <a:lnTo>
                    <a:pt x="1113293" y="106229"/>
                  </a:lnTo>
                  <a:lnTo>
                    <a:pt x="1121078" y="105447"/>
                  </a:lnTo>
                  <a:lnTo>
                    <a:pt x="1128864" y="104078"/>
                  </a:lnTo>
                  <a:lnTo>
                    <a:pt x="1136649" y="102712"/>
                  </a:lnTo>
                  <a:lnTo>
                    <a:pt x="1144434" y="101388"/>
                  </a:lnTo>
                  <a:lnTo>
                    <a:pt x="1152220" y="100260"/>
                  </a:lnTo>
                  <a:lnTo>
                    <a:pt x="1160005" y="99271"/>
                  </a:lnTo>
                  <a:lnTo>
                    <a:pt x="1167790" y="98508"/>
                  </a:lnTo>
                  <a:lnTo>
                    <a:pt x="1175575" y="97733"/>
                  </a:lnTo>
                  <a:lnTo>
                    <a:pt x="1183361" y="96971"/>
                  </a:lnTo>
                  <a:lnTo>
                    <a:pt x="1191146" y="96380"/>
                  </a:lnTo>
                  <a:lnTo>
                    <a:pt x="1198931" y="95799"/>
                  </a:lnTo>
                  <a:lnTo>
                    <a:pt x="1206716" y="94723"/>
                  </a:lnTo>
                  <a:lnTo>
                    <a:pt x="1214502" y="93913"/>
                  </a:lnTo>
                  <a:lnTo>
                    <a:pt x="1222287" y="93146"/>
                  </a:lnTo>
                  <a:lnTo>
                    <a:pt x="1230072" y="92391"/>
                  </a:lnTo>
                  <a:lnTo>
                    <a:pt x="1237857" y="91407"/>
                  </a:lnTo>
                  <a:lnTo>
                    <a:pt x="1245643" y="90619"/>
                  </a:lnTo>
                  <a:lnTo>
                    <a:pt x="1253428" y="90131"/>
                  </a:lnTo>
                  <a:lnTo>
                    <a:pt x="1261213" y="89264"/>
                  </a:lnTo>
                  <a:lnTo>
                    <a:pt x="1268999" y="88696"/>
                  </a:lnTo>
                  <a:lnTo>
                    <a:pt x="1276784" y="88279"/>
                  </a:lnTo>
                  <a:lnTo>
                    <a:pt x="1284569" y="87197"/>
                  </a:lnTo>
                  <a:lnTo>
                    <a:pt x="1292354" y="86386"/>
                  </a:lnTo>
                  <a:lnTo>
                    <a:pt x="1300140" y="85521"/>
                  </a:lnTo>
                  <a:lnTo>
                    <a:pt x="1307925" y="84410"/>
                  </a:lnTo>
                  <a:lnTo>
                    <a:pt x="1315710" y="83303"/>
                  </a:lnTo>
                  <a:lnTo>
                    <a:pt x="1323495" y="82199"/>
                  </a:lnTo>
                  <a:lnTo>
                    <a:pt x="1331281" y="81099"/>
                  </a:lnTo>
                  <a:lnTo>
                    <a:pt x="1339066" y="80014"/>
                  </a:lnTo>
                  <a:lnTo>
                    <a:pt x="1346851" y="78937"/>
                  </a:lnTo>
                  <a:lnTo>
                    <a:pt x="1354637" y="77863"/>
                  </a:lnTo>
                  <a:lnTo>
                    <a:pt x="1362422" y="77237"/>
                  </a:lnTo>
                  <a:lnTo>
                    <a:pt x="1370207" y="76292"/>
                  </a:lnTo>
                  <a:lnTo>
                    <a:pt x="1377992" y="75273"/>
                  </a:lnTo>
                  <a:lnTo>
                    <a:pt x="1385778" y="74257"/>
                  </a:lnTo>
                  <a:lnTo>
                    <a:pt x="1393563" y="73245"/>
                  </a:lnTo>
                  <a:lnTo>
                    <a:pt x="1401348" y="72031"/>
                  </a:lnTo>
                  <a:lnTo>
                    <a:pt x="1409133" y="70788"/>
                  </a:lnTo>
                  <a:lnTo>
                    <a:pt x="1416919" y="70227"/>
                  </a:lnTo>
                  <a:lnTo>
                    <a:pt x="1424704" y="69226"/>
                  </a:lnTo>
                  <a:lnTo>
                    <a:pt x="1432489" y="68236"/>
                  </a:lnTo>
                  <a:lnTo>
                    <a:pt x="1440275" y="67118"/>
                  </a:lnTo>
                  <a:lnTo>
                    <a:pt x="1448060" y="65991"/>
                  </a:lnTo>
                  <a:lnTo>
                    <a:pt x="1455845" y="65257"/>
                  </a:lnTo>
                  <a:lnTo>
                    <a:pt x="1463630" y="64299"/>
                  </a:lnTo>
                  <a:lnTo>
                    <a:pt x="1471416" y="63323"/>
                  </a:lnTo>
                  <a:lnTo>
                    <a:pt x="1479201" y="62240"/>
                  </a:lnTo>
                  <a:lnTo>
                    <a:pt x="1486986" y="61374"/>
                  </a:lnTo>
                  <a:lnTo>
                    <a:pt x="1494771" y="60298"/>
                  </a:lnTo>
                  <a:lnTo>
                    <a:pt x="1502557" y="59207"/>
                  </a:lnTo>
                  <a:lnTo>
                    <a:pt x="1510342" y="58121"/>
                  </a:lnTo>
                  <a:lnTo>
                    <a:pt x="1518127" y="57039"/>
                  </a:lnTo>
                  <a:lnTo>
                    <a:pt x="1525912" y="55962"/>
                  </a:lnTo>
                  <a:lnTo>
                    <a:pt x="1533698" y="54889"/>
                  </a:lnTo>
                  <a:lnTo>
                    <a:pt x="1541483" y="53830"/>
                  </a:lnTo>
                  <a:lnTo>
                    <a:pt x="1549268" y="52838"/>
                  </a:lnTo>
                  <a:lnTo>
                    <a:pt x="1557054" y="52139"/>
                  </a:lnTo>
                  <a:lnTo>
                    <a:pt x="1564839" y="51442"/>
                  </a:lnTo>
                  <a:lnTo>
                    <a:pt x="1572624" y="50747"/>
                  </a:lnTo>
                  <a:lnTo>
                    <a:pt x="1580409" y="49878"/>
                  </a:lnTo>
                  <a:lnTo>
                    <a:pt x="1588195" y="49025"/>
                  </a:lnTo>
                  <a:lnTo>
                    <a:pt x="1595980" y="48085"/>
                  </a:lnTo>
                  <a:lnTo>
                    <a:pt x="1603765" y="47162"/>
                  </a:lnTo>
                  <a:lnTo>
                    <a:pt x="1611550" y="46249"/>
                  </a:lnTo>
                  <a:lnTo>
                    <a:pt x="1619336" y="45060"/>
                  </a:lnTo>
                  <a:lnTo>
                    <a:pt x="1627121" y="43794"/>
                  </a:lnTo>
                  <a:lnTo>
                    <a:pt x="1634906" y="42605"/>
                  </a:lnTo>
                  <a:lnTo>
                    <a:pt x="1642692" y="41388"/>
                  </a:lnTo>
                  <a:lnTo>
                    <a:pt x="1650477" y="40002"/>
                  </a:lnTo>
                  <a:lnTo>
                    <a:pt x="1658262" y="38745"/>
                  </a:lnTo>
                  <a:lnTo>
                    <a:pt x="1666047" y="37787"/>
                  </a:lnTo>
                  <a:lnTo>
                    <a:pt x="1673833" y="37183"/>
                  </a:lnTo>
                  <a:lnTo>
                    <a:pt x="1681618" y="36583"/>
                  </a:lnTo>
                  <a:lnTo>
                    <a:pt x="1689403" y="35933"/>
                  </a:lnTo>
                  <a:lnTo>
                    <a:pt x="1697188" y="34809"/>
                  </a:lnTo>
                  <a:lnTo>
                    <a:pt x="1704974" y="33519"/>
                  </a:lnTo>
                  <a:lnTo>
                    <a:pt x="1712759" y="32236"/>
                  </a:lnTo>
                  <a:lnTo>
                    <a:pt x="1720544" y="30985"/>
                  </a:lnTo>
                  <a:lnTo>
                    <a:pt x="1728330" y="30075"/>
                  </a:lnTo>
                  <a:lnTo>
                    <a:pt x="1736115" y="29292"/>
                  </a:lnTo>
                  <a:lnTo>
                    <a:pt x="1743900" y="28654"/>
                  </a:lnTo>
                  <a:lnTo>
                    <a:pt x="1751685" y="27800"/>
                  </a:lnTo>
                  <a:lnTo>
                    <a:pt x="1759471" y="27199"/>
                  </a:lnTo>
                  <a:lnTo>
                    <a:pt x="1767256" y="26599"/>
                  </a:lnTo>
                  <a:lnTo>
                    <a:pt x="1775041" y="25940"/>
                  </a:lnTo>
                  <a:lnTo>
                    <a:pt x="1782826" y="24753"/>
                  </a:lnTo>
                  <a:lnTo>
                    <a:pt x="1790612" y="23574"/>
                  </a:lnTo>
                  <a:lnTo>
                    <a:pt x="1798397" y="22401"/>
                  </a:lnTo>
                  <a:lnTo>
                    <a:pt x="1806182" y="21244"/>
                  </a:lnTo>
                  <a:lnTo>
                    <a:pt x="1813967" y="20380"/>
                  </a:lnTo>
                  <a:lnTo>
                    <a:pt x="1821753" y="19523"/>
                  </a:lnTo>
                  <a:lnTo>
                    <a:pt x="1829538" y="18670"/>
                  </a:lnTo>
                  <a:lnTo>
                    <a:pt x="1837323" y="17845"/>
                  </a:lnTo>
                  <a:lnTo>
                    <a:pt x="1845109" y="17038"/>
                  </a:lnTo>
                  <a:lnTo>
                    <a:pt x="1852894" y="16234"/>
                  </a:lnTo>
                  <a:lnTo>
                    <a:pt x="1860679" y="15434"/>
                  </a:lnTo>
                  <a:lnTo>
                    <a:pt x="1868464" y="14528"/>
                  </a:lnTo>
                  <a:lnTo>
                    <a:pt x="1876250" y="13624"/>
                  </a:lnTo>
                  <a:lnTo>
                    <a:pt x="1884035" y="12795"/>
                  </a:lnTo>
                  <a:lnTo>
                    <a:pt x="1891820" y="11975"/>
                  </a:lnTo>
                  <a:lnTo>
                    <a:pt x="1899605" y="11158"/>
                  </a:lnTo>
                  <a:lnTo>
                    <a:pt x="1907391" y="10434"/>
                  </a:lnTo>
                  <a:lnTo>
                    <a:pt x="1915176" y="9719"/>
                  </a:lnTo>
                  <a:lnTo>
                    <a:pt x="1922961" y="9011"/>
                  </a:lnTo>
                  <a:lnTo>
                    <a:pt x="1930747" y="8402"/>
                  </a:lnTo>
                  <a:lnTo>
                    <a:pt x="1938532" y="7640"/>
                  </a:lnTo>
                  <a:lnTo>
                    <a:pt x="1946317" y="6905"/>
                  </a:lnTo>
                  <a:lnTo>
                    <a:pt x="1954102" y="6206"/>
                  </a:lnTo>
                  <a:lnTo>
                    <a:pt x="1961888" y="5510"/>
                  </a:lnTo>
                  <a:lnTo>
                    <a:pt x="1969673" y="4817"/>
                  </a:lnTo>
                  <a:lnTo>
                    <a:pt x="1977458" y="4063"/>
                  </a:lnTo>
                  <a:lnTo>
                    <a:pt x="1985243" y="3204"/>
                  </a:lnTo>
                  <a:lnTo>
                    <a:pt x="1993029" y="2390"/>
                  </a:lnTo>
                  <a:lnTo>
                    <a:pt x="2000814" y="1655"/>
                  </a:lnTo>
                  <a:lnTo>
                    <a:pt x="2008599" y="833"/>
                  </a:lnTo>
                  <a:lnTo>
                    <a:pt x="2016385" y="0"/>
                  </a:lnTo>
                  <a:lnTo>
                    <a:pt x="2016385" y="372497"/>
                  </a:lnTo>
                  <a:lnTo>
                    <a:pt x="2008599" y="372382"/>
                  </a:lnTo>
                  <a:lnTo>
                    <a:pt x="2000814" y="372267"/>
                  </a:lnTo>
                  <a:lnTo>
                    <a:pt x="1993029" y="372151"/>
                  </a:lnTo>
                  <a:lnTo>
                    <a:pt x="1985243" y="372035"/>
                  </a:lnTo>
                  <a:lnTo>
                    <a:pt x="1977458" y="371900"/>
                  </a:lnTo>
                  <a:lnTo>
                    <a:pt x="1969673" y="371752"/>
                  </a:lnTo>
                  <a:lnTo>
                    <a:pt x="1961888" y="371604"/>
                  </a:lnTo>
                  <a:lnTo>
                    <a:pt x="1954102" y="371455"/>
                  </a:lnTo>
                  <a:lnTo>
                    <a:pt x="1946317" y="371307"/>
                  </a:lnTo>
                  <a:lnTo>
                    <a:pt x="1938532" y="371159"/>
                  </a:lnTo>
                  <a:lnTo>
                    <a:pt x="1930747" y="371011"/>
                  </a:lnTo>
                  <a:lnTo>
                    <a:pt x="1922961" y="370862"/>
                  </a:lnTo>
                  <a:lnTo>
                    <a:pt x="1915176" y="370714"/>
                  </a:lnTo>
                  <a:lnTo>
                    <a:pt x="1907391" y="370565"/>
                  </a:lnTo>
                  <a:lnTo>
                    <a:pt x="1899605" y="370416"/>
                  </a:lnTo>
                  <a:lnTo>
                    <a:pt x="1891820" y="370268"/>
                  </a:lnTo>
                  <a:lnTo>
                    <a:pt x="1884035" y="370119"/>
                  </a:lnTo>
                  <a:lnTo>
                    <a:pt x="1876250" y="369970"/>
                  </a:lnTo>
                  <a:lnTo>
                    <a:pt x="1868464" y="369821"/>
                  </a:lnTo>
                  <a:lnTo>
                    <a:pt x="1860679" y="369672"/>
                  </a:lnTo>
                  <a:lnTo>
                    <a:pt x="1852894" y="369523"/>
                  </a:lnTo>
                  <a:lnTo>
                    <a:pt x="1845109" y="369374"/>
                  </a:lnTo>
                  <a:lnTo>
                    <a:pt x="1837323" y="369225"/>
                  </a:lnTo>
                  <a:lnTo>
                    <a:pt x="1829538" y="369075"/>
                  </a:lnTo>
                  <a:lnTo>
                    <a:pt x="1821753" y="369216"/>
                  </a:lnTo>
                  <a:lnTo>
                    <a:pt x="1813967" y="369172"/>
                  </a:lnTo>
                  <a:lnTo>
                    <a:pt x="1806182" y="369029"/>
                  </a:lnTo>
                  <a:lnTo>
                    <a:pt x="1798397" y="369027"/>
                  </a:lnTo>
                  <a:lnTo>
                    <a:pt x="1790612" y="369026"/>
                  </a:lnTo>
                  <a:lnTo>
                    <a:pt x="1782826" y="369023"/>
                  </a:lnTo>
                  <a:lnTo>
                    <a:pt x="1775041" y="368624"/>
                  </a:lnTo>
                  <a:lnTo>
                    <a:pt x="1767256" y="368045"/>
                  </a:lnTo>
                  <a:lnTo>
                    <a:pt x="1759471" y="367929"/>
                  </a:lnTo>
                  <a:lnTo>
                    <a:pt x="1751685" y="367976"/>
                  </a:lnTo>
                  <a:lnTo>
                    <a:pt x="1743900" y="368018"/>
                  </a:lnTo>
                  <a:lnTo>
                    <a:pt x="1736115" y="367752"/>
                  </a:lnTo>
                  <a:lnTo>
                    <a:pt x="1728330" y="367207"/>
                  </a:lnTo>
                  <a:lnTo>
                    <a:pt x="1720544" y="366970"/>
                  </a:lnTo>
                  <a:lnTo>
                    <a:pt x="1712759" y="366806"/>
                  </a:lnTo>
                  <a:lnTo>
                    <a:pt x="1704974" y="366404"/>
                  </a:lnTo>
                  <a:lnTo>
                    <a:pt x="1697188" y="365732"/>
                  </a:lnTo>
                  <a:lnTo>
                    <a:pt x="1689403" y="365426"/>
                  </a:lnTo>
                  <a:lnTo>
                    <a:pt x="1681618" y="365032"/>
                  </a:lnTo>
                  <a:lnTo>
                    <a:pt x="1673833" y="364442"/>
                  </a:lnTo>
                  <a:lnTo>
                    <a:pt x="1666047" y="364183"/>
                  </a:lnTo>
                  <a:lnTo>
                    <a:pt x="1658262" y="363924"/>
                  </a:lnTo>
                  <a:lnTo>
                    <a:pt x="1650477" y="363665"/>
                  </a:lnTo>
                  <a:lnTo>
                    <a:pt x="1642692" y="363402"/>
                  </a:lnTo>
                  <a:lnTo>
                    <a:pt x="1634906" y="363132"/>
                  </a:lnTo>
                  <a:lnTo>
                    <a:pt x="1627121" y="362862"/>
                  </a:lnTo>
                  <a:lnTo>
                    <a:pt x="1619336" y="362638"/>
                  </a:lnTo>
                  <a:lnTo>
                    <a:pt x="1611550" y="362540"/>
                  </a:lnTo>
                  <a:lnTo>
                    <a:pt x="1603765" y="362442"/>
                  </a:lnTo>
                  <a:lnTo>
                    <a:pt x="1595980" y="362344"/>
                  </a:lnTo>
                  <a:lnTo>
                    <a:pt x="1588195" y="362246"/>
                  </a:lnTo>
                  <a:lnTo>
                    <a:pt x="1580409" y="362147"/>
                  </a:lnTo>
                  <a:lnTo>
                    <a:pt x="1572624" y="361866"/>
                  </a:lnTo>
                  <a:lnTo>
                    <a:pt x="1564839" y="361477"/>
                  </a:lnTo>
                  <a:lnTo>
                    <a:pt x="1557054" y="361087"/>
                  </a:lnTo>
                  <a:lnTo>
                    <a:pt x="1549268" y="361292"/>
                  </a:lnTo>
                  <a:lnTo>
                    <a:pt x="1541483" y="361519"/>
                  </a:lnTo>
                  <a:lnTo>
                    <a:pt x="1533698" y="361604"/>
                  </a:lnTo>
                  <a:lnTo>
                    <a:pt x="1525912" y="361352"/>
                  </a:lnTo>
                  <a:lnTo>
                    <a:pt x="1518127" y="360953"/>
                  </a:lnTo>
                  <a:lnTo>
                    <a:pt x="1510342" y="360553"/>
                  </a:lnTo>
                  <a:lnTo>
                    <a:pt x="1502557" y="360168"/>
                  </a:lnTo>
                  <a:lnTo>
                    <a:pt x="1494771" y="359755"/>
                  </a:lnTo>
                  <a:lnTo>
                    <a:pt x="1486986" y="359352"/>
                  </a:lnTo>
                  <a:lnTo>
                    <a:pt x="1479201" y="358950"/>
                  </a:lnTo>
                  <a:lnTo>
                    <a:pt x="1471416" y="358548"/>
                  </a:lnTo>
                  <a:lnTo>
                    <a:pt x="1463630" y="358146"/>
                  </a:lnTo>
                  <a:lnTo>
                    <a:pt x="1455845" y="357743"/>
                  </a:lnTo>
                  <a:lnTo>
                    <a:pt x="1448060" y="357829"/>
                  </a:lnTo>
                  <a:lnTo>
                    <a:pt x="1440275" y="357688"/>
                  </a:lnTo>
                  <a:lnTo>
                    <a:pt x="1432489" y="357352"/>
                  </a:lnTo>
                  <a:lnTo>
                    <a:pt x="1424704" y="357228"/>
                  </a:lnTo>
                  <a:lnTo>
                    <a:pt x="1416919" y="357288"/>
                  </a:lnTo>
                  <a:lnTo>
                    <a:pt x="1409133" y="357472"/>
                  </a:lnTo>
                  <a:lnTo>
                    <a:pt x="1401348" y="357910"/>
                  </a:lnTo>
                  <a:lnTo>
                    <a:pt x="1393563" y="358347"/>
                  </a:lnTo>
                  <a:lnTo>
                    <a:pt x="1385778" y="358784"/>
                  </a:lnTo>
                  <a:lnTo>
                    <a:pt x="1377992" y="358944"/>
                  </a:lnTo>
                  <a:lnTo>
                    <a:pt x="1370207" y="359076"/>
                  </a:lnTo>
                  <a:lnTo>
                    <a:pt x="1362422" y="359194"/>
                  </a:lnTo>
                  <a:lnTo>
                    <a:pt x="1354637" y="359312"/>
                  </a:lnTo>
                  <a:lnTo>
                    <a:pt x="1346851" y="359030"/>
                  </a:lnTo>
                  <a:lnTo>
                    <a:pt x="1339066" y="359251"/>
                  </a:lnTo>
                  <a:lnTo>
                    <a:pt x="1331281" y="359236"/>
                  </a:lnTo>
                  <a:lnTo>
                    <a:pt x="1323495" y="359143"/>
                  </a:lnTo>
                  <a:lnTo>
                    <a:pt x="1315710" y="358996"/>
                  </a:lnTo>
                  <a:lnTo>
                    <a:pt x="1307925" y="358843"/>
                  </a:lnTo>
                  <a:lnTo>
                    <a:pt x="1300140" y="358690"/>
                  </a:lnTo>
                  <a:lnTo>
                    <a:pt x="1292354" y="358537"/>
                  </a:lnTo>
                  <a:lnTo>
                    <a:pt x="1284569" y="358383"/>
                  </a:lnTo>
                  <a:lnTo>
                    <a:pt x="1276784" y="358319"/>
                  </a:lnTo>
                  <a:lnTo>
                    <a:pt x="1268999" y="358478"/>
                  </a:lnTo>
                  <a:lnTo>
                    <a:pt x="1261213" y="358487"/>
                  </a:lnTo>
                  <a:lnTo>
                    <a:pt x="1253428" y="358492"/>
                  </a:lnTo>
                  <a:lnTo>
                    <a:pt x="1245643" y="358553"/>
                  </a:lnTo>
                  <a:lnTo>
                    <a:pt x="1237857" y="358605"/>
                  </a:lnTo>
                  <a:lnTo>
                    <a:pt x="1230072" y="358449"/>
                  </a:lnTo>
                  <a:lnTo>
                    <a:pt x="1222287" y="358245"/>
                  </a:lnTo>
                  <a:lnTo>
                    <a:pt x="1214502" y="358029"/>
                  </a:lnTo>
                  <a:lnTo>
                    <a:pt x="1206716" y="357652"/>
                  </a:lnTo>
                  <a:lnTo>
                    <a:pt x="1198931" y="356987"/>
                  </a:lnTo>
                  <a:lnTo>
                    <a:pt x="1191146" y="356774"/>
                  </a:lnTo>
                  <a:lnTo>
                    <a:pt x="1183361" y="357098"/>
                  </a:lnTo>
                  <a:lnTo>
                    <a:pt x="1175575" y="356976"/>
                  </a:lnTo>
                  <a:lnTo>
                    <a:pt x="1167790" y="356768"/>
                  </a:lnTo>
                  <a:lnTo>
                    <a:pt x="1160005" y="356559"/>
                  </a:lnTo>
                  <a:lnTo>
                    <a:pt x="1152220" y="356350"/>
                  </a:lnTo>
                  <a:lnTo>
                    <a:pt x="1144434" y="356763"/>
                  </a:lnTo>
                  <a:lnTo>
                    <a:pt x="1136649" y="356952"/>
                  </a:lnTo>
                  <a:lnTo>
                    <a:pt x="1128864" y="357086"/>
                  </a:lnTo>
                  <a:lnTo>
                    <a:pt x="1121078" y="357425"/>
                  </a:lnTo>
                  <a:lnTo>
                    <a:pt x="1113293" y="357761"/>
                  </a:lnTo>
                  <a:lnTo>
                    <a:pt x="1105508" y="358082"/>
                  </a:lnTo>
                  <a:lnTo>
                    <a:pt x="1097723" y="358403"/>
                  </a:lnTo>
                  <a:lnTo>
                    <a:pt x="1089937" y="358503"/>
                  </a:lnTo>
                  <a:lnTo>
                    <a:pt x="1082152" y="358394"/>
                  </a:lnTo>
                  <a:lnTo>
                    <a:pt x="1074367" y="358627"/>
                  </a:lnTo>
                  <a:lnTo>
                    <a:pt x="1066582" y="359040"/>
                  </a:lnTo>
                  <a:lnTo>
                    <a:pt x="1058796" y="359070"/>
                  </a:lnTo>
                  <a:lnTo>
                    <a:pt x="1051011" y="358972"/>
                  </a:lnTo>
                  <a:lnTo>
                    <a:pt x="1043226" y="358866"/>
                  </a:lnTo>
                  <a:lnTo>
                    <a:pt x="1035440" y="358754"/>
                  </a:lnTo>
                  <a:lnTo>
                    <a:pt x="1027655" y="358634"/>
                  </a:lnTo>
                  <a:lnTo>
                    <a:pt x="1019870" y="358513"/>
                  </a:lnTo>
                  <a:lnTo>
                    <a:pt x="1012085" y="358393"/>
                  </a:lnTo>
                  <a:lnTo>
                    <a:pt x="1004299" y="358200"/>
                  </a:lnTo>
                  <a:lnTo>
                    <a:pt x="996514" y="358167"/>
                  </a:lnTo>
                  <a:lnTo>
                    <a:pt x="988729" y="358293"/>
                  </a:lnTo>
                  <a:lnTo>
                    <a:pt x="980944" y="358582"/>
                  </a:lnTo>
                  <a:lnTo>
                    <a:pt x="973158" y="358650"/>
                  </a:lnTo>
                  <a:lnTo>
                    <a:pt x="965373" y="358590"/>
                  </a:lnTo>
                  <a:lnTo>
                    <a:pt x="957588" y="358447"/>
                  </a:lnTo>
                  <a:lnTo>
                    <a:pt x="949802" y="358263"/>
                  </a:lnTo>
                  <a:lnTo>
                    <a:pt x="942017" y="357814"/>
                  </a:lnTo>
                  <a:lnTo>
                    <a:pt x="934232" y="357339"/>
                  </a:lnTo>
                  <a:lnTo>
                    <a:pt x="926447" y="357461"/>
                  </a:lnTo>
                  <a:lnTo>
                    <a:pt x="918661" y="357539"/>
                  </a:lnTo>
                  <a:lnTo>
                    <a:pt x="910876" y="357356"/>
                  </a:lnTo>
                  <a:lnTo>
                    <a:pt x="903091" y="357203"/>
                  </a:lnTo>
                  <a:lnTo>
                    <a:pt x="895306" y="357432"/>
                  </a:lnTo>
                  <a:lnTo>
                    <a:pt x="887520" y="357283"/>
                  </a:lnTo>
                  <a:lnTo>
                    <a:pt x="879735" y="357123"/>
                  </a:lnTo>
                  <a:lnTo>
                    <a:pt x="871950" y="356989"/>
                  </a:lnTo>
                  <a:lnTo>
                    <a:pt x="864165" y="356845"/>
                  </a:lnTo>
                  <a:lnTo>
                    <a:pt x="856379" y="356698"/>
                  </a:lnTo>
                  <a:lnTo>
                    <a:pt x="848594" y="356731"/>
                  </a:lnTo>
                  <a:lnTo>
                    <a:pt x="840809" y="357468"/>
                  </a:lnTo>
                  <a:lnTo>
                    <a:pt x="833023" y="357178"/>
                  </a:lnTo>
                  <a:lnTo>
                    <a:pt x="825238" y="358227"/>
                  </a:lnTo>
                  <a:lnTo>
                    <a:pt x="817453" y="358464"/>
                  </a:lnTo>
                  <a:lnTo>
                    <a:pt x="809668" y="359280"/>
                  </a:lnTo>
                  <a:lnTo>
                    <a:pt x="801882" y="359812"/>
                  </a:lnTo>
                  <a:lnTo>
                    <a:pt x="794097" y="360332"/>
                  </a:lnTo>
                  <a:lnTo>
                    <a:pt x="786312" y="360677"/>
                  </a:lnTo>
                  <a:lnTo>
                    <a:pt x="778527" y="361199"/>
                  </a:lnTo>
                  <a:lnTo>
                    <a:pt x="770741" y="361888"/>
                  </a:lnTo>
                  <a:lnTo>
                    <a:pt x="762956" y="362140"/>
                  </a:lnTo>
                  <a:lnTo>
                    <a:pt x="755171" y="361655"/>
                  </a:lnTo>
                  <a:lnTo>
                    <a:pt x="747385" y="361845"/>
                  </a:lnTo>
                  <a:lnTo>
                    <a:pt x="739600" y="362318"/>
                  </a:lnTo>
                  <a:lnTo>
                    <a:pt x="731815" y="362375"/>
                  </a:lnTo>
                  <a:lnTo>
                    <a:pt x="724030" y="361878"/>
                  </a:lnTo>
                  <a:lnTo>
                    <a:pt x="716244" y="361801"/>
                  </a:lnTo>
                  <a:lnTo>
                    <a:pt x="708459" y="362101"/>
                  </a:lnTo>
                  <a:lnTo>
                    <a:pt x="700674" y="362603"/>
                  </a:lnTo>
                  <a:lnTo>
                    <a:pt x="692889" y="362759"/>
                  </a:lnTo>
                  <a:lnTo>
                    <a:pt x="685103" y="363507"/>
                  </a:lnTo>
                  <a:lnTo>
                    <a:pt x="677318" y="364053"/>
                  </a:lnTo>
                  <a:lnTo>
                    <a:pt x="669533" y="364756"/>
                  </a:lnTo>
                  <a:lnTo>
                    <a:pt x="661747" y="365379"/>
                  </a:lnTo>
                  <a:lnTo>
                    <a:pt x="653962" y="365651"/>
                  </a:lnTo>
                  <a:lnTo>
                    <a:pt x="646177" y="366275"/>
                  </a:lnTo>
                  <a:lnTo>
                    <a:pt x="638392" y="366603"/>
                  </a:lnTo>
                  <a:lnTo>
                    <a:pt x="630606" y="367249"/>
                  </a:lnTo>
                  <a:lnTo>
                    <a:pt x="622821" y="367771"/>
                  </a:lnTo>
                  <a:lnTo>
                    <a:pt x="615036" y="368079"/>
                  </a:lnTo>
                  <a:lnTo>
                    <a:pt x="607251" y="368349"/>
                  </a:lnTo>
                  <a:lnTo>
                    <a:pt x="599465" y="369248"/>
                  </a:lnTo>
                  <a:lnTo>
                    <a:pt x="591680" y="369250"/>
                  </a:lnTo>
                  <a:lnTo>
                    <a:pt x="583895" y="369272"/>
                  </a:lnTo>
                  <a:lnTo>
                    <a:pt x="576110" y="369425"/>
                  </a:lnTo>
                  <a:lnTo>
                    <a:pt x="568324" y="370087"/>
                  </a:lnTo>
                  <a:lnTo>
                    <a:pt x="560539" y="370369"/>
                  </a:lnTo>
                  <a:lnTo>
                    <a:pt x="552754" y="370936"/>
                  </a:lnTo>
                  <a:lnTo>
                    <a:pt x="544968" y="371303"/>
                  </a:lnTo>
                  <a:lnTo>
                    <a:pt x="537183" y="371774"/>
                  </a:lnTo>
                  <a:lnTo>
                    <a:pt x="529398" y="372140"/>
                  </a:lnTo>
                  <a:lnTo>
                    <a:pt x="521613" y="372268"/>
                  </a:lnTo>
                  <a:lnTo>
                    <a:pt x="513827" y="373094"/>
                  </a:lnTo>
                  <a:lnTo>
                    <a:pt x="506042" y="374068"/>
                  </a:lnTo>
                  <a:lnTo>
                    <a:pt x="498257" y="374494"/>
                  </a:lnTo>
                  <a:lnTo>
                    <a:pt x="490472" y="374601"/>
                  </a:lnTo>
                  <a:lnTo>
                    <a:pt x="482686" y="375066"/>
                  </a:lnTo>
                  <a:lnTo>
                    <a:pt x="474901" y="375537"/>
                  </a:lnTo>
                  <a:lnTo>
                    <a:pt x="467116" y="376003"/>
                  </a:lnTo>
                  <a:lnTo>
                    <a:pt x="459330" y="376241"/>
                  </a:lnTo>
                  <a:lnTo>
                    <a:pt x="451545" y="376592"/>
                  </a:lnTo>
                  <a:lnTo>
                    <a:pt x="443760" y="376831"/>
                  </a:lnTo>
                  <a:lnTo>
                    <a:pt x="435975" y="376932"/>
                  </a:lnTo>
                  <a:lnTo>
                    <a:pt x="428189" y="377634"/>
                  </a:lnTo>
                  <a:lnTo>
                    <a:pt x="420404" y="378026"/>
                  </a:lnTo>
                  <a:lnTo>
                    <a:pt x="412619" y="378334"/>
                  </a:lnTo>
                  <a:lnTo>
                    <a:pt x="404834" y="378942"/>
                  </a:lnTo>
                  <a:lnTo>
                    <a:pt x="397048" y="379863"/>
                  </a:lnTo>
                  <a:lnTo>
                    <a:pt x="389263" y="380564"/>
                  </a:lnTo>
                  <a:lnTo>
                    <a:pt x="381478" y="380577"/>
                  </a:lnTo>
                  <a:lnTo>
                    <a:pt x="373692" y="381247"/>
                  </a:lnTo>
                  <a:lnTo>
                    <a:pt x="365907" y="382012"/>
                  </a:lnTo>
                  <a:lnTo>
                    <a:pt x="358122" y="382485"/>
                  </a:lnTo>
                  <a:lnTo>
                    <a:pt x="350337" y="382996"/>
                  </a:lnTo>
                  <a:lnTo>
                    <a:pt x="342551" y="384190"/>
                  </a:lnTo>
                  <a:lnTo>
                    <a:pt x="334766" y="384777"/>
                  </a:lnTo>
                  <a:lnTo>
                    <a:pt x="326981" y="384831"/>
                  </a:lnTo>
                  <a:lnTo>
                    <a:pt x="319196" y="386086"/>
                  </a:lnTo>
                  <a:lnTo>
                    <a:pt x="311410" y="386729"/>
                  </a:lnTo>
                  <a:lnTo>
                    <a:pt x="303625" y="387809"/>
                  </a:lnTo>
                  <a:lnTo>
                    <a:pt x="295840" y="388865"/>
                  </a:lnTo>
                  <a:lnTo>
                    <a:pt x="288055" y="389699"/>
                  </a:lnTo>
                  <a:lnTo>
                    <a:pt x="280269" y="390299"/>
                  </a:lnTo>
                  <a:lnTo>
                    <a:pt x="272484" y="390694"/>
                  </a:lnTo>
                  <a:lnTo>
                    <a:pt x="264699" y="391644"/>
                  </a:lnTo>
                  <a:lnTo>
                    <a:pt x="256913" y="392289"/>
                  </a:lnTo>
                  <a:lnTo>
                    <a:pt x="249128" y="392669"/>
                  </a:lnTo>
                  <a:lnTo>
                    <a:pt x="241343" y="393687"/>
                  </a:lnTo>
                  <a:lnTo>
                    <a:pt x="233558" y="394209"/>
                  </a:lnTo>
                  <a:lnTo>
                    <a:pt x="225772" y="394601"/>
                  </a:lnTo>
                  <a:lnTo>
                    <a:pt x="217987" y="395470"/>
                  </a:lnTo>
                  <a:lnTo>
                    <a:pt x="210202" y="396312"/>
                  </a:lnTo>
                  <a:lnTo>
                    <a:pt x="202417" y="396996"/>
                  </a:lnTo>
                  <a:lnTo>
                    <a:pt x="194631" y="397826"/>
                  </a:lnTo>
                  <a:lnTo>
                    <a:pt x="186846" y="398641"/>
                  </a:lnTo>
                  <a:lnTo>
                    <a:pt x="179061" y="399109"/>
                  </a:lnTo>
                  <a:lnTo>
                    <a:pt x="171275" y="399722"/>
                  </a:lnTo>
                  <a:lnTo>
                    <a:pt x="163490" y="400202"/>
                  </a:lnTo>
                  <a:lnTo>
                    <a:pt x="155705" y="400643"/>
                  </a:lnTo>
                  <a:lnTo>
                    <a:pt x="147920" y="400988"/>
                  </a:lnTo>
                  <a:lnTo>
                    <a:pt x="140134" y="401567"/>
                  </a:lnTo>
                  <a:lnTo>
                    <a:pt x="132349" y="402143"/>
                  </a:lnTo>
                  <a:lnTo>
                    <a:pt x="124564" y="402706"/>
                  </a:lnTo>
                  <a:lnTo>
                    <a:pt x="116779" y="403269"/>
                  </a:lnTo>
                  <a:lnTo>
                    <a:pt x="108993" y="403829"/>
                  </a:lnTo>
                  <a:lnTo>
                    <a:pt x="101208" y="404389"/>
                  </a:lnTo>
                  <a:lnTo>
                    <a:pt x="93423" y="404969"/>
                  </a:lnTo>
                  <a:lnTo>
                    <a:pt x="85637" y="405517"/>
                  </a:lnTo>
                  <a:lnTo>
                    <a:pt x="77852" y="406089"/>
                  </a:lnTo>
                  <a:lnTo>
                    <a:pt x="70067" y="406659"/>
                  </a:lnTo>
                  <a:lnTo>
                    <a:pt x="62282" y="407237"/>
                  </a:lnTo>
                  <a:lnTo>
                    <a:pt x="54496" y="408377"/>
                  </a:lnTo>
                  <a:lnTo>
                    <a:pt x="46711" y="409556"/>
                  </a:lnTo>
                  <a:lnTo>
                    <a:pt x="38926" y="410511"/>
                  </a:lnTo>
                  <a:lnTo>
                    <a:pt x="31141" y="411193"/>
                  </a:lnTo>
                  <a:lnTo>
                    <a:pt x="23355" y="412577"/>
                  </a:lnTo>
                  <a:lnTo>
                    <a:pt x="15570" y="413949"/>
                  </a:lnTo>
                  <a:lnTo>
                    <a:pt x="7785" y="414547"/>
                  </a:lnTo>
                  <a:lnTo>
                    <a:pt x="0" y="41494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5" name="pl154"/>
            <p:cNvSpPr/>
            <p:nvPr/>
          </p:nvSpPr>
          <p:spPr>
            <a:xfrm>
              <a:off x="3648531" y="3470255"/>
              <a:ext cx="2016385" cy="183544"/>
            </a:xfrm>
            <a:custGeom>
              <a:avLst/>
              <a:pathLst>
                <a:path w="2016385" h="183544">
                  <a:moveTo>
                    <a:pt x="0" y="182262"/>
                  </a:moveTo>
                  <a:lnTo>
                    <a:pt x="7785" y="182529"/>
                  </a:lnTo>
                  <a:lnTo>
                    <a:pt x="15570" y="182861"/>
                  </a:lnTo>
                  <a:lnTo>
                    <a:pt x="23355" y="182870"/>
                  </a:lnTo>
                  <a:lnTo>
                    <a:pt x="31141" y="182730"/>
                  </a:lnTo>
                  <a:lnTo>
                    <a:pt x="38926" y="182932"/>
                  </a:lnTo>
                  <a:lnTo>
                    <a:pt x="46711" y="183140"/>
                  </a:lnTo>
                  <a:lnTo>
                    <a:pt x="54496" y="183348"/>
                  </a:lnTo>
                  <a:lnTo>
                    <a:pt x="62282" y="183544"/>
                  </a:lnTo>
                  <a:lnTo>
                    <a:pt x="70067" y="183448"/>
                  </a:lnTo>
                  <a:lnTo>
                    <a:pt x="77852" y="182806"/>
                  </a:lnTo>
                  <a:lnTo>
                    <a:pt x="85637" y="182176"/>
                  </a:lnTo>
                  <a:lnTo>
                    <a:pt x="93423" y="181560"/>
                  </a:lnTo>
                  <a:lnTo>
                    <a:pt x="101208" y="181736"/>
                  </a:lnTo>
                  <a:lnTo>
                    <a:pt x="108993" y="181782"/>
                  </a:lnTo>
                  <a:lnTo>
                    <a:pt x="116779" y="181720"/>
                  </a:lnTo>
                  <a:lnTo>
                    <a:pt x="124564" y="181144"/>
                  </a:lnTo>
                  <a:lnTo>
                    <a:pt x="132349" y="180853"/>
                  </a:lnTo>
                  <a:lnTo>
                    <a:pt x="140134" y="180898"/>
                  </a:lnTo>
                  <a:lnTo>
                    <a:pt x="147920" y="181045"/>
                  </a:lnTo>
                  <a:lnTo>
                    <a:pt x="155705" y="180833"/>
                  </a:lnTo>
                  <a:lnTo>
                    <a:pt x="163490" y="179670"/>
                  </a:lnTo>
                  <a:lnTo>
                    <a:pt x="171275" y="179262"/>
                  </a:lnTo>
                  <a:lnTo>
                    <a:pt x="179061" y="178793"/>
                  </a:lnTo>
                  <a:lnTo>
                    <a:pt x="186846" y="179140"/>
                  </a:lnTo>
                  <a:lnTo>
                    <a:pt x="194631" y="178766"/>
                  </a:lnTo>
                  <a:lnTo>
                    <a:pt x="202417" y="178350"/>
                  </a:lnTo>
                  <a:lnTo>
                    <a:pt x="210202" y="177717"/>
                  </a:lnTo>
                  <a:lnTo>
                    <a:pt x="217987" y="177520"/>
                  </a:lnTo>
                  <a:lnTo>
                    <a:pt x="225772" y="177292"/>
                  </a:lnTo>
                  <a:lnTo>
                    <a:pt x="233558" y="177072"/>
                  </a:lnTo>
                  <a:lnTo>
                    <a:pt x="241343" y="176864"/>
                  </a:lnTo>
                  <a:lnTo>
                    <a:pt x="249128" y="177308"/>
                  </a:lnTo>
                  <a:lnTo>
                    <a:pt x="256913" y="177005"/>
                  </a:lnTo>
                  <a:lnTo>
                    <a:pt x="264699" y="176710"/>
                  </a:lnTo>
                  <a:lnTo>
                    <a:pt x="272484" y="176006"/>
                  </a:lnTo>
                  <a:lnTo>
                    <a:pt x="280269" y="175782"/>
                  </a:lnTo>
                  <a:lnTo>
                    <a:pt x="288055" y="175406"/>
                  </a:lnTo>
                  <a:lnTo>
                    <a:pt x="295840" y="174938"/>
                  </a:lnTo>
                  <a:lnTo>
                    <a:pt x="303625" y="174806"/>
                  </a:lnTo>
                  <a:lnTo>
                    <a:pt x="311410" y="174673"/>
                  </a:lnTo>
                  <a:lnTo>
                    <a:pt x="319196" y="174540"/>
                  </a:lnTo>
                  <a:lnTo>
                    <a:pt x="326981" y="173569"/>
                  </a:lnTo>
                  <a:lnTo>
                    <a:pt x="334766" y="173935"/>
                  </a:lnTo>
                  <a:lnTo>
                    <a:pt x="342551" y="173649"/>
                  </a:lnTo>
                  <a:lnTo>
                    <a:pt x="350337" y="173410"/>
                  </a:lnTo>
                  <a:lnTo>
                    <a:pt x="358122" y="173201"/>
                  </a:lnTo>
                  <a:lnTo>
                    <a:pt x="365907" y="172749"/>
                  </a:lnTo>
                  <a:lnTo>
                    <a:pt x="373692" y="171993"/>
                  </a:lnTo>
                  <a:lnTo>
                    <a:pt x="381478" y="170950"/>
                  </a:lnTo>
                  <a:lnTo>
                    <a:pt x="389263" y="169913"/>
                  </a:lnTo>
                  <a:lnTo>
                    <a:pt x="397048" y="169634"/>
                  </a:lnTo>
                  <a:lnTo>
                    <a:pt x="404834" y="169555"/>
                  </a:lnTo>
                  <a:lnTo>
                    <a:pt x="412619" y="169480"/>
                  </a:lnTo>
                  <a:lnTo>
                    <a:pt x="420404" y="169406"/>
                  </a:lnTo>
                  <a:lnTo>
                    <a:pt x="428189" y="169332"/>
                  </a:lnTo>
                  <a:lnTo>
                    <a:pt x="435975" y="169108"/>
                  </a:lnTo>
                  <a:lnTo>
                    <a:pt x="443760" y="168409"/>
                  </a:lnTo>
                  <a:lnTo>
                    <a:pt x="451545" y="167860"/>
                  </a:lnTo>
                  <a:lnTo>
                    <a:pt x="459330" y="167912"/>
                  </a:lnTo>
                  <a:lnTo>
                    <a:pt x="467116" y="167913"/>
                  </a:lnTo>
                  <a:lnTo>
                    <a:pt x="474901" y="167654"/>
                  </a:lnTo>
                  <a:lnTo>
                    <a:pt x="482686" y="167185"/>
                  </a:lnTo>
                  <a:lnTo>
                    <a:pt x="490472" y="166725"/>
                  </a:lnTo>
                  <a:lnTo>
                    <a:pt x="498257" y="166254"/>
                  </a:lnTo>
                  <a:lnTo>
                    <a:pt x="506042" y="165636"/>
                  </a:lnTo>
                  <a:lnTo>
                    <a:pt x="513827" y="165050"/>
                  </a:lnTo>
                  <a:lnTo>
                    <a:pt x="521613" y="164625"/>
                  </a:lnTo>
                  <a:lnTo>
                    <a:pt x="529398" y="163490"/>
                  </a:lnTo>
                  <a:lnTo>
                    <a:pt x="537183" y="163114"/>
                  </a:lnTo>
                  <a:lnTo>
                    <a:pt x="544968" y="163188"/>
                  </a:lnTo>
                  <a:lnTo>
                    <a:pt x="552754" y="162754"/>
                  </a:lnTo>
                  <a:lnTo>
                    <a:pt x="560539" y="162206"/>
                  </a:lnTo>
                  <a:lnTo>
                    <a:pt x="568324" y="161348"/>
                  </a:lnTo>
                  <a:lnTo>
                    <a:pt x="576110" y="160490"/>
                  </a:lnTo>
                  <a:lnTo>
                    <a:pt x="583895" y="159782"/>
                  </a:lnTo>
                  <a:lnTo>
                    <a:pt x="591680" y="159070"/>
                  </a:lnTo>
                  <a:lnTo>
                    <a:pt x="599465" y="159112"/>
                  </a:lnTo>
                  <a:lnTo>
                    <a:pt x="607251" y="158143"/>
                  </a:lnTo>
                  <a:lnTo>
                    <a:pt x="615036" y="157482"/>
                  </a:lnTo>
                  <a:lnTo>
                    <a:pt x="622821" y="157349"/>
                  </a:lnTo>
                  <a:lnTo>
                    <a:pt x="630606" y="157222"/>
                  </a:lnTo>
                  <a:lnTo>
                    <a:pt x="638392" y="156290"/>
                  </a:lnTo>
                  <a:lnTo>
                    <a:pt x="646177" y="155121"/>
                  </a:lnTo>
                  <a:lnTo>
                    <a:pt x="653962" y="154430"/>
                  </a:lnTo>
                  <a:lnTo>
                    <a:pt x="661747" y="153809"/>
                  </a:lnTo>
                  <a:lnTo>
                    <a:pt x="669533" y="153526"/>
                  </a:lnTo>
                  <a:lnTo>
                    <a:pt x="677318" y="153351"/>
                  </a:lnTo>
                  <a:lnTo>
                    <a:pt x="685103" y="152578"/>
                  </a:lnTo>
                  <a:lnTo>
                    <a:pt x="692889" y="152160"/>
                  </a:lnTo>
                  <a:lnTo>
                    <a:pt x="700674" y="151730"/>
                  </a:lnTo>
                  <a:lnTo>
                    <a:pt x="708459" y="151300"/>
                  </a:lnTo>
                  <a:lnTo>
                    <a:pt x="716244" y="150870"/>
                  </a:lnTo>
                  <a:lnTo>
                    <a:pt x="724030" y="150441"/>
                  </a:lnTo>
                  <a:lnTo>
                    <a:pt x="731815" y="149483"/>
                  </a:lnTo>
                  <a:lnTo>
                    <a:pt x="739600" y="147988"/>
                  </a:lnTo>
                  <a:lnTo>
                    <a:pt x="747385" y="146507"/>
                  </a:lnTo>
                  <a:lnTo>
                    <a:pt x="755171" y="146179"/>
                  </a:lnTo>
                  <a:lnTo>
                    <a:pt x="762956" y="146109"/>
                  </a:lnTo>
                  <a:lnTo>
                    <a:pt x="770741" y="145031"/>
                  </a:lnTo>
                  <a:lnTo>
                    <a:pt x="778527" y="143955"/>
                  </a:lnTo>
                  <a:lnTo>
                    <a:pt x="786312" y="143437"/>
                  </a:lnTo>
                  <a:lnTo>
                    <a:pt x="794097" y="143188"/>
                  </a:lnTo>
                  <a:lnTo>
                    <a:pt x="801882" y="143051"/>
                  </a:lnTo>
                  <a:lnTo>
                    <a:pt x="809668" y="142691"/>
                  </a:lnTo>
                  <a:lnTo>
                    <a:pt x="817453" y="142443"/>
                  </a:lnTo>
                  <a:lnTo>
                    <a:pt x="825238" y="141052"/>
                  </a:lnTo>
                  <a:lnTo>
                    <a:pt x="833023" y="139649"/>
                  </a:lnTo>
                  <a:lnTo>
                    <a:pt x="840809" y="138550"/>
                  </a:lnTo>
                  <a:lnTo>
                    <a:pt x="848594" y="137630"/>
                  </a:lnTo>
                  <a:lnTo>
                    <a:pt x="856379" y="136576"/>
                  </a:lnTo>
                  <a:lnTo>
                    <a:pt x="864165" y="135801"/>
                  </a:lnTo>
                  <a:lnTo>
                    <a:pt x="871950" y="134878"/>
                  </a:lnTo>
                  <a:lnTo>
                    <a:pt x="879735" y="133955"/>
                  </a:lnTo>
                  <a:lnTo>
                    <a:pt x="887520" y="132811"/>
                  </a:lnTo>
                  <a:lnTo>
                    <a:pt x="895306" y="131449"/>
                  </a:lnTo>
                  <a:lnTo>
                    <a:pt x="903091" y="131223"/>
                  </a:lnTo>
                  <a:lnTo>
                    <a:pt x="910876" y="130361"/>
                  </a:lnTo>
                  <a:lnTo>
                    <a:pt x="918661" y="129370"/>
                  </a:lnTo>
                  <a:lnTo>
                    <a:pt x="926447" y="128357"/>
                  </a:lnTo>
                  <a:lnTo>
                    <a:pt x="934232" y="127355"/>
                  </a:lnTo>
                  <a:lnTo>
                    <a:pt x="942017" y="126545"/>
                  </a:lnTo>
                  <a:lnTo>
                    <a:pt x="949802" y="125881"/>
                  </a:lnTo>
                  <a:lnTo>
                    <a:pt x="957588" y="125266"/>
                  </a:lnTo>
                  <a:lnTo>
                    <a:pt x="965373" y="124973"/>
                  </a:lnTo>
                  <a:lnTo>
                    <a:pt x="973158" y="124017"/>
                  </a:lnTo>
                  <a:lnTo>
                    <a:pt x="980944" y="123652"/>
                  </a:lnTo>
                  <a:lnTo>
                    <a:pt x="988729" y="122531"/>
                  </a:lnTo>
                  <a:lnTo>
                    <a:pt x="996514" y="121347"/>
                  </a:lnTo>
                  <a:lnTo>
                    <a:pt x="1004299" y="120167"/>
                  </a:lnTo>
                  <a:lnTo>
                    <a:pt x="1012085" y="118989"/>
                  </a:lnTo>
                  <a:lnTo>
                    <a:pt x="1019870" y="117805"/>
                  </a:lnTo>
                  <a:lnTo>
                    <a:pt x="1027655" y="116573"/>
                  </a:lnTo>
                  <a:lnTo>
                    <a:pt x="1035440" y="115179"/>
                  </a:lnTo>
                  <a:lnTo>
                    <a:pt x="1043226" y="114397"/>
                  </a:lnTo>
                  <a:lnTo>
                    <a:pt x="1051011" y="113220"/>
                  </a:lnTo>
                  <a:lnTo>
                    <a:pt x="1058796" y="112503"/>
                  </a:lnTo>
                  <a:lnTo>
                    <a:pt x="1066582" y="111002"/>
                  </a:lnTo>
                  <a:lnTo>
                    <a:pt x="1074367" y="109614"/>
                  </a:lnTo>
                  <a:lnTo>
                    <a:pt x="1082152" y="108641"/>
                  </a:lnTo>
                  <a:lnTo>
                    <a:pt x="1089937" y="107777"/>
                  </a:lnTo>
                  <a:lnTo>
                    <a:pt x="1097723" y="107457"/>
                  </a:lnTo>
                  <a:lnTo>
                    <a:pt x="1105508" y="106894"/>
                  </a:lnTo>
                  <a:lnTo>
                    <a:pt x="1113293" y="106229"/>
                  </a:lnTo>
                  <a:lnTo>
                    <a:pt x="1121078" y="105447"/>
                  </a:lnTo>
                  <a:lnTo>
                    <a:pt x="1128864" y="104078"/>
                  </a:lnTo>
                  <a:lnTo>
                    <a:pt x="1136649" y="102712"/>
                  </a:lnTo>
                  <a:lnTo>
                    <a:pt x="1144434" y="101388"/>
                  </a:lnTo>
                  <a:lnTo>
                    <a:pt x="1152220" y="100260"/>
                  </a:lnTo>
                  <a:lnTo>
                    <a:pt x="1160005" y="99271"/>
                  </a:lnTo>
                  <a:lnTo>
                    <a:pt x="1167790" y="98508"/>
                  </a:lnTo>
                  <a:lnTo>
                    <a:pt x="1175575" y="97733"/>
                  </a:lnTo>
                  <a:lnTo>
                    <a:pt x="1183361" y="96971"/>
                  </a:lnTo>
                  <a:lnTo>
                    <a:pt x="1191146" y="96380"/>
                  </a:lnTo>
                  <a:lnTo>
                    <a:pt x="1198931" y="95799"/>
                  </a:lnTo>
                  <a:lnTo>
                    <a:pt x="1206716" y="94723"/>
                  </a:lnTo>
                  <a:lnTo>
                    <a:pt x="1214502" y="93913"/>
                  </a:lnTo>
                  <a:lnTo>
                    <a:pt x="1222287" y="93146"/>
                  </a:lnTo>
                  <a:lnTo>
                    <a:pt x="1230072" y="92391"/>
                  </a:lnTo>
                  <a:lnTo>
                    <a:pt x="1237857" y="91407"/>
                  </a:lnTo>
                  <a:lnTo>
                    <a:pt x="1245643" y="90619"/>
                  </a:lnTo>
                  <a:lnTo>
                    <a:pt x="1253428" y="90131"/>
                  </a:lnTo>
                  <a:lnTo>
                    <a:pt x="1261213" y="89264"/>
                  </a:lnTo>
                  <a:lnTo>
                    <a:pt x="1268999" y="88696"/>
                  </a:lnTo>
                  <a:lnTo>
                    <a:pt x="1276784" y="88279"/>
                  </a:lnTo>
                  <a:lnTo>
                    <a:pt x="1284569" y="87197"/>
                  </a:lnTo>
                  <a:lnTo>
                    <a:pt x="1292354" y="86386"/>
                  </a:lnTo>
                  <a:lnTo>
                    <a:pt x="1300140" y="85521"/>
                  </a:lnTo>
                  <a:lnTo>
                    <a:pt x="1307925" y="84410"/>
                  </a:lnTo>
                  <a:lnTo>
                    <a:pt x="1315710" y="83303"/>
                  </a:lnTo>
                  <a:lnTo>
                    <a:pt x="1323495" y="82199"/>
                  </a:lnTo>
                  <a:lnTo>
                    <a:pt x="1331281" y="81099"/>
                  </a:lnTo>
                  <a:lnTo>
                    <a:pt x="1339066" y="80014"/>
                  </a:lnTo>
                  <a:lnTo>
                    <a:pt x="1346851" y="78937"/>
                  </a:lnTo>
                  <a:lnTo>
                    <a:pt x="1354637" y="77863"/>
                  </a:lnTo>
                  <a:lnTo>
                    <a:pt x="1362422" y="77237"/>
                  </a:lnTo>
                  <a:lnTo>
                    <a:pt x="1370207" y="76292"/>
                  </a:lnTo>
                  <a:lnTo>
                    <a:pt x="1377992" y="75273"/>
                  </a:lnTo>
                  <a:lnTo>
                    <a:pt x="1385778" y="74257"/>
                  </a:lnTo>
                  <a:lnTo>
                    <a:pt x="1393563" y="73245"/>
                  </a:lnTo>
                  <a:lnTo>
                    <a:pt x="1401348" y="72031"/>
                  </a:lnTo>
                  <a:lnTo>
                    <a:pt x="1409133" y="70788"/>
                  </a:lnTo>
                  <a:lnTo>
                    <a:pt x="1416919" y="70227"/>
                  </a:lnTo>
                  <a:lnTo>
                    <a:pt x="1424704" y="69226"/>
                  </a:lnTo>
                  <a:lnTo>
                    <a:pt x="1432489" y="68236"/>
                  </a:lnTo>
                  <a:lnTo>
                    <a:pt x="1440275" y="67118"/>
                  </a:lnTo>
                  <a:lnTo>
                    <a:pt x="1448060" y="65991"/>
                  </a:lnTo>
                  <a:lnTo>
                    <a:pt x="1455845" y="65257"/>
                  </a:lnTo>
                  <a:lnTo>
                    <a:pt x="1463630" y="64299"/>
                  </a:lnTo>
                  <a:lnTo>
                    <a:pt x="1471416" y="63323"/>
                  </a:lnTo>
                  <a:lnTo>
                    <a:pt x="1479201" y="62240"/>
                  </a:lnTo>
                  <a:lnTo>
                    <a:pt x="1486986" y="61374"/>
                  </a:lnTo>
                  <a:lnTo>
                    <a:pt x="1494771" y="60298"/>
                  </a:lnTo>
                  <a:lnTo>
                    <a:pt x="1502557" y="59207"/>
                  </a:lnTo>
                  <a:lnTo>
                    <a:pt x="1510342" y="58121"/>
                  </a:lnTo>
                  <a:lnTo>
                    <a:pt x="1518127" y="57039"/>
                  </a:lnTo>
                  <a:lnTo>
                    <a:pt x="1525912" y="55962"/>
                  </a:lnTo>
                  <a:lnTo>
                    <a:pt x="1533698" y="54889"/>
                  </a:lnTo>
                  <a:lnTo>
                    <a:pt x="1541483" y="53830"/>
                  </a:lnTo>
                  <a:lnTo>
                    <a:pt x="1549268" y="52838"/>
                  </a:lnTo>
                  <a:lnTo>
                    <a:pt x="1557054" y="52139"/>
                  </a:lnTo>
                  <a:lnTo>
                    <a:pt x="1564839" y="51442"/>
                  </a:lnTo>
                  <a:lnTo>
                    <a:pt x="1572624" y="50747"/>
                  </a:lnTo>
                  <a:lnTo>
                    <a:pt x="1580409" y="49878"/>
                  </a:lnTo>
                  <a:lnTo>
                    <a:pt x="1588195" y="49025"/>
                  </a:lnTo>
                  <a:lnTo>
                    <a:pt x="1595980" y="48085"/>
                  </a:lnTo>
                  <a:lnTo>
                    <a:pt x="1603765" y="47162"/>
                  </a:lnTo>
                  <a:lnTo>
                    <a:pt x="1611550" y="46249"/>
                  </a:lnTo>
                  <a:lnTo>
                    <a:pt x="1619336" y="45060"/>
                  </a:lnTo>
                  <a:lnTo>
                    <a:pt x="1627121" y="43794"/>
                  </a:lnTo>
                  <a:lnTo>
                    <a:pt x="1634906" y="42605"/>
                  </a:lnTo>
                  <a:lnTo>
                    <a:pt x="1642692" y="41388"/>
                  </a:lnTo>
                  <a:lnTo>
                    <a:pt x="1650477" y="40002"/>
                  </a:lnTo>
                  <a:lnTo>
                    <a:pt x="1658262" y="38745"/>
                  </a:lnTo>
                  <a:lnTo>
                    <a:pt x="1666047" y="37787"/>
                  </a:lnTo>
                  <a:lnTo>
                    <a:pt x="1673833" y="37183"/>
                  </a:lnTo>
                  <a:lnTo>
                    <a:pt x="1681618" y="36583"/>
                  </a:lnTo>
                  <a:lnTo>
                    <a:pt x="1689403" y="35933"/>
                  </a:lnTo>
                  <a:lnTo>
                    <a:pt x="1697188" y="34809"/>
                  </a:lnTo>
                  <a:lnTo>
                    <a:pt x="1704974" y="33519"/>
                  </a:lnTo>
                  <a:lnTo>
                    <a:pt x="1712759" y="32236"/>
                  </a:lnTo>
                  <a:lnTo>
                    <a:pt x="1720544" y="30985"/>
                  </a:lnTo>
                  <a:lnTo>
                    <a:pt x="1728330" y="30075"/>
                  </a:lnTo>
                  <a:lnTo>
                    <a:pt x="1736115" y="29292"/>
                  </a:lnTo>
                  <a:lnTo>
                    <a:pt x="1743900" y="28654"/>
                  </a:lnTo>
                  <a:lnTo>
                    <a:pt x="1751685" y="27800"/>
                  </a:lnTo>
                  <a:lnTo>
                    <a:pt x="1759471" y="27199"/>
                  </a:lnTo>
                  <a:lnTo>
                    <a:pt x="1767256" y="26599"/>
                  </a:lnTo>
                  <a:lnTo>
                    <a:pt x="1775041" y="25940"/>
                  </a:lnTo>
                  <a:lnTo>
                    <a:pt x="1782826" y="24753"/>
                  </a:lnTo>
                  <a:lnTo>
                    <a:pt x="1790612" y="23574"/>
                  </a:lnTo>
                  <a:lnTo>
                    <a:pt x="1798397" y="22401"/>
                  </a:lnTo>
                  <a:lnTo>
                    <a:pt x="1806182" y="21244"/>
                  </a:lnTo>
                  <a:lnTo>
                    <a:pt x="1813967" y="20380"/>
                  </a:lnTo>
                  <a:lnTo>
                    <a:pt x="1821753" y="19523"/>
                  </a:lnTo>
                  <a:lnTo>
                    <a:pt x="1829538" y="18670"/>
                  </a:lnTo>
                  <a:lnTo>
                    <a:pt x="1837323" y="17845"/>
                  </a:lnTo>
                  <a:lnTo>
                    <a:pt x="1845109" y="17038"/>
                  </a:lnTo>
                  <a:lnTo>
                    <a:pt x="1852894" y="16234"/>
                  </a:lnTo>
                  <a:lnTo>
                    <a:pt x="1860679" y="15434"/>
                  </a:lnTo>
                  <a:lnTo>
                    <a:pt x="1868464" y="14528"/>
                  </a:lnTo>
                  <a:lnTo>
                    <a:pt x="1876250" y="13624"/>
                  </a:lnTo>
                  <a:lnTo>
                    <a:pt x="1884035" y="12795"/>
                  </a:lnTo>
                  <a:lnTo>
                    <a:pt x="1891820" y="11975"/>
                  </a:lnTo>
                  <a:lnTo>
                    <a:pt x="1899605" y="11158"/>
                  </a:lnTo>
                  <a:lnTo>
                    <a:pt x="1907391" y="10434"/>
                  </a:lnTo>
                  <a:lnTo>
                    <a:pt x="1915176" y="9719"/>
                  </a:lnTo>
                  <a:lnTo>
                    <a:pt x="1922961" y="9011"/>
                  </a:lnTo>
                  <a:lnTo>
                    <a:pt x="1930747" y="8402"/>
                  </a:lnTo>
                  <a:lnTo>
                    <a:pt x="1938532" y="7640"/>
                  </a:lnTo>
                  <a:lnTo>
                    <a:pt x="1946317" y="6905"/>
                  </a:lnTo>
                  <a:lnTo>
                    <a:pt x="1954102" y="6206"/>
                  </a:lnTo>
                  <a:lnTo>
                    <a:pt x="1961888" y="5510"/>
                  </a:lnTo>
                  <a:lnTo>
                    <a:pt x="1969673" y="4817"/>
                  </a:lnTo>
                  <a:lnTo>
                    <a:pt x="1977458" y="4063"/>
                  </a:lnTo>
                  <a:lnTo>
                    <a:pt x="1985243" y="3204"/>
                  </a:lnTo>
                  <a:lnTo>
                    <a:pt x="1993029" y="2390"/>
                  </a:lnTo>
                  <a:lnTo>
                    <a:pt x="2000814" y="1655"/>
                  </a:lnTo>
                  <a:lnTo>
                    <a:pt x="2008599" y="833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6" name="pl155"/>
            <p:cNvSpPr/>
            <p:nvPr/>
          </p:nvSpPr>
          <p:spPr>
            <a:xfrm>
              <a:off x="3648531" y="3826606"/>
              <a:ext cx="2016385" cy="58592"/>
            </a:xfrm>
            <a:custGeom>
              <a:avLst/>
              <a:pathLst>
                <a:path w="2016385" h="58592">
                  <a:moveTo>
                    <a:pt x="2016385" y="16146"/>
                  </a:moveTo>
                  <a:lnTo>
                    <a:pt x="2008599" y="16031"/>
                  </a:lnTo>
                  <a:lnTo>
                    <a:pt x="2000814" y="15916"/>
                  </a:lnTo>
                  <a:lnTo>
                    <a:pt x="1993029" y="15800"/>
                  </a:lnTo>
                  <a:lnTo>
                    <a:pt x="1985243" y="15684"/>
                  </a:lnTo>
                  <a:lnTo>
                    <a:pt x="1977458" y="15549"/>
                  </a:lnTo>
                  <a:lnTo>
                    <a:pt x="1969673" y="15401"/>
                  </a:lnTo>
                  <a:lnTo>
                    <a:pt x="1961888" y="15253"/>
                  </a:lnTo>
                  <a:lnTo>
                    <a:pt x="1954102" y="15105"/>
                  </a:lnTo>
                  <a:lnTo>
                    <a:pt x="1946317" y="14957"/>
                  </a:lnTo>
                  <a:lnTo>
                    <a:pt x="1938532" y="14808"/>
                  </a:lnTo>
                  <a:lnTo>
                    <a:pt x="1930747" y="14660"/>
                  </a:lnTo>
                  <a:lnTo>
                    <a:pt x="1922961" y="14512"/>
                  </a:lnTo>
                  <a:lnTo>
                    <a:pt x="1915176" y="14363"/>
                  </a:lnTo>
                  <a:lnTo>
                    <a:pt x="1907391" y="14214"/>
                  </a:lnTo>
                  <a:lnTo>
                    <a:pt x="1899605" y="14066"/>
                  </a:lnTo>
                  <a:lnTo>
                    <a:pt x="1891820" y="13917"/>
                  </a:lnTo>
                  <a:lnTo>
                    <a:pt x="1884035" y="13768"/>
                  </a:lnTo>
                  <a:lnTo>
                    <a:pt x="1876250" y="13619"/>
                  </a:lnTo>
                  <a:lnTo>
                    <a:pt x="1868464" y="13471"/>
                  </a:lnTo>
                  <a:lnTo>
                    <a:pt x="1860679" y="13322"/>
                  </a:lnTo>
                  <a:lnTo>
                    <a:pt x="1852894" y="13172"/>
                  </a:lnTo>
                  <a:lnTo>
                    <a:pt x="1845109" y="13023"/>
                  </a:lnTo>
                  <a:lnTo>
                    <a:pt x="1837323" y="12874"/>
                  </a:lnTo>
                  <a:lnTo>
                    <a:pt x="1829538" y="12724"/>
                  </a:lnTo>
                  <a:lnTo>
                    <a:pt x="1821753" y="12865"/>
                  </a:lnTo>
                  <a:lnTo>
                    <a:pt x="1813967" y="12821"/>
                  </a:lnTo>
                  <a:lnTo>
                    <a:pt x="1806182" y="12678"/>
                  </a:lnTo>
                  <a:lnTo>
                    <a:pt x="1798397" y="12677"/>
                  </a:lnTo>
                  <a:lnTo>
                    <a:pt x="1790612" y="12675"/>
                  </a:lnTo>
                  <a:lnTo>
                    <a:pt x="1782826" y="12672"/>
                  </a:lnTo>
                  <a:lnTo>
                    <a:pt x="1775041" y="12273"/>
                  </a:lnTo>
                  <a:lnTo>
                    <a:pt x="1767256" y="11695"/>
                  </a:lnTo>
                  <a:lnTo>
                    <a:pt x="1759471" y="11579"/>
                  </a:lnTo>
                  <a:lnTo>
                    <a:pt x="1751685" y="11625"/>
                  </a:lnTo>
                  <a:lnTo>
                    <a:pt x="1743900" y="11668"/>
                  </a:lnTo>
                  <a:lnTo>
                    <a:pt x="1736115" y="11401"/>
                  </a:lnTo>
                  <a:lnTo>
                    <a:pt x="1728330" y="10856"/>
                  </a:lnTo>
                  <a:lnTo>
                    <a:pt x="1720544" y="10619"/>
                  </a:lnTo>
                  <a:lnTo>
                    <a:pt x="1712759" y="10455"/>
                  </a:lnTo>
                  <a:lnTo>
                    <a:pt x="1704974" y="10053"/>
                  </a:lnTo>
                  <a:lnTo>
                    <a:pt x="1697188" y="9382"/>
                  </a:lnTo>
                  <a:lnTo>
                    <a:pt x="1689403" y="9075"/>
                  </a:lnTo>
                  <a:lnTo>
                    <a:pt x="1681618" y="8682"/>
                  </a:lnTo>
                  <a:lnTo>
                    <a:pt x="1673833" y="8091"/>
                  </a:lnTo>
                  <a:lnTo>
                    <a:pt x="1666047" y="7832"/>
                  </a:lnTo>
                  <a:lnTo>
                    <a:pt x="1658262" y="7573"/>
                  </a:lnTo>
                  <a:lnTo>
                    <a:pt x="1650477" y="7314"/>
                  </a:lnTo>
                  <a:lnTo>
                    <a:pt x="1642692" y="7052"/>
                  </a:lnTo>
                  <a:lnTo>
                    <a:pt x="1634906" y="6782"/>
                  </a:lnTo>
                  <a:lnTo>
                    <a:pt x="1627121" y="6512"/>
                  </a:lnTo>
                  <a:lnTo>
                    <a:pt x="1619336" y="6287"/>
                  </a:lnTo>
                  <a:lnTo>
                    <a:pt x="1611550" y="6189"/>
                  </a:lnTo>
                  <a:lnTo>
                    <a:pt x="1603765" y="6091"/>
                  </a:lnTo>
                  <a:lnTo>
                    <a:pt x="1595980" y="5993"/>
                  </a:lnTo>
                  <a:lnTo>
                    <a:pt x="1588195" y="5895"/>
                  </a:lnTo>
                  <a:lnTo>
                    <a:pt x="1580409" y="5797"/>
                  </a:lnTo>
                  <a:lnTo>
                    <a:pt x="1572624" y="5515"/>
                  </a:lnTo>
                  <a:lnTo>
                    <a:pt x="1564839" y="5126"/>
                  </a:lnTo>
                  <a:lnTo>
                    <a:pt x="1557054" y="4736"/>
                  </a:lnTo>
                  <a:lnTo>
                    <a:pt x="1549268" y="4941"/>
                  </a:lnTo>
                  <a:lnTo>
                    <a:pt x="1541483" y="5169"/>
                  </a:lnTo>
                  <a:lnTo>
                    <a:pt x="1533698" y="5254"/>
                  </a:lnTo>
                  <a:lnTo>
                    <a:pt x="1525912" y="5001"/>
                  </a:lnTo>
                  <a:lnTo>
                    <a:pt x="1518127" y="4602"/>
                  </a:lnTo>
                  <a:lnTo>
                    <a:pt x="1510342" y="4203"/>
                  </a:lnTo>
                  <a:lnTo>
                    <a:pt x="1502557" y="3817"/>
                  </a:lnTo>
                  <a:lnTo>
                    <a:pt x="1494771" y="3404"/>
                  </a:lnTo>
                  <a:lnTo>
                    <a:pt x="1486986" y="3001"/>
                  </a:lnTo>
                  <a:lnTo>
                    <a:pt x="1479201" y="2599"/>
                  </a:lnTo>
                  <a:lnTo>
                    <a:pt x="1471416" y="2197"/>
                  </a:lnTo>
                  <a:lnTo>
                    <a:pt x="1463630" y="1795"/>
                  </a:lnTo>
                  <a:lnTo>
                    <a:pt x="1455845" y="1392"/>
                  </a:lnTo>
                  <a:lnTo>
                    <a:pt x="1448060" y="1478"/>
                  </a:lnTo>
                  <a:lnTo>
                    <a:pt x="1440275" y="1337"/>
                  </a:lnTo>
                  <a:lnTo>
                    <a:pt x="1432489" y="1001"/>
                  </a:lnTo>
                  <a:lnTo>
                    <a:pt x="1424704" y="877"/>
                  </a:lnTo>
                  <a:lnTo>
                    <a:pt x="1416919" y="937"/>
                  </a:lnTo>
                  <a:lnTo>
                    <a:pt x="1409133" y="1122"/>
                  </a:lnTo>
                  <a:lnTo>
                    <a:pt x="1401348" y="1560"/>
                  </a:lnTo>
                  <a:lnTo>
                    <a:pt x="1393563" y="1997"/>
                  </a:lnTo>
                  <a:lnTo>
                    <a:pt x="1385778" y="2433"/>
                  </a:lnTo>
                  <a:lnTo>
                    <a:pt x="1377992" y="2594"/>
                  </a:lnTo>
                  <a:lnTo>
                    <a:pt x="1370207" y="2725"/>
                  </a:lnTo>
                  <a:lnTo>
                    <a:pt x="1362422" y="2844"/>
                  </a:lnTo>
                  <a:lnTo>
                    <a:pt x="1354637" y="2962"/>
                  </a:lnTo>
                  <a:lnTo>
                    <a:pt x="1346851" y="2680"/>
                  </a:lnTo>
                  <a:lnTo>
                    <a:pt x="1339066" y="2900"/>
                  </a:lnTo>
                  <a:lnTo>
                    <a:pt x="1331281" y="2885"/>
                  </a:lnTo>
                  <a:lnTo>
                    <a:pt x="1323495" y="2792"/>
                  </a:lnTo>
                  <a:lnTo>
                    <a:pt x="1315710" y="2646"/>
                  </a:lnTo>
                  <a:lnTo>
                    <a:pt x="1307925" y="2493"/>
                  </a:lnTo>
                  <a:lnTo>
                    <a:pt x="1300140" y="2339"/>
                  </a:lnTo>
                  <a:lnTo>
                    <a:pt x="1292354" y="2186"/>
                  </a:lnTo>
                  <a:lnTo>
                    <a:pt x="1284569" y="2033"/>
                  </a:lnTo>
                  <a:lnTo>
                    <a:pt x="1276784" y="1969"/>
                  </a:lnTo>
                  <a:lnTo>
                    <a:pt x="1268999" y="2127"/>
                  </a:lnTo>
                  <a:lnTo>
                    <a:pt x="1261213" y="2137"/>
                  </a:lnTo>
                  <a:lnTo>
                    <a:pt x="1253428" y="2142"/>
                  </a:lnTo>
                  <a:lnTo>
                    <a:pt x="1245643" y="2203"/>
                  </a:lnTo>
                  <a:lnTo>
                    <a:pt x="1237857" y="2254"/>
                  </a:lnTo>
                  <a:lnTo>
                    <a:pt x="1230072" y="2098"/>
                  </a:lnTo>
                  <a:lnTo>
                    <a:pt x="1222287" y="1894"/>
                  </a:lnTo>
                  <a:lnTo>
                    <a:pt x="1214502" y="1678"/>
                  </a:lnTo>
                  <a:lnTo>
                    <a:pt x="1206716" y="1302"/>
                  </a:lnTo>
                  <a:lnTo>
                    <a:pt x="1198931" y="637"/>
                  </a:lnTo>
                  <a:lnTo>
                    <a:pt x="1191146" y="423"/>
                  </a:lnTo>
                  <a:lnTo>
                    <a:pt x="1183361" y="747"/>
                  </a:lnTo>
                  <a:lnTo>
                    <a:pt x="1175575" y="626"/>
                  </a:lnTo>
                  <a:lnTo>
                    <a:pt x="1167790" y="417"/>
                  </a:lnTo>
                  <a:lnTo>
                    <a:pt x="1160005" y="208"/>
                  </a:lnTo>
                  <a:lnTo>
                    <a:pt x="1152220" y="0"/>
                  </a:lnTo>
                  <a:lnTo>
                    <a:pt x="1144434" y="412"/>
                  </a:lnTo>
                  <a:lnTo>
                    <a:pt x="1136649" y="601"/>
                  </a:lnTo>
                  <a:lnTo>
                    <a:pt x="1128864" y="736"/>
                  </a:lnTo>
                  <a:lnTo>
                    <a:pt x="1121078" y="1075"/>
                  </a:lnTo>
                  <a:lnTo>
                    <a:pt x="1113293" y="1410"/>
                  </a:lnTo>
                  <a:lnTo>
                    <a:pt x="1105508" y="1731"/>
                  </a:lnTo>
                  <a:lnTo>
                    <a:pt x="1097723" y="2052"/>
                  </a:lnTo>
                  <a:lnTo>
                    <a:pt x="1089937" y="2152"/>
                  </a:lnTo>
                  <a:lnTo>
                    <a:pt x="1082152" y="2043"/>
                  </a:lnTo>
                  <a:lnTo>
                    <a:pt x="1074367" y="2276"/>
                  </a:lnTo>
                  <a:lnTo>
                    <a:pt x="1066582" y="2689"/>
                  </a:lnTo>
                  <a:lnTo>
                    <a:pt x="1058796" y="2720"/>
                  </a:lnTo>
                  <a:lnTo>
                    <a:pt x="1051011" y="2621"/>
                  </a:lnTo>
                  <a:lnTo>
                    <a:pt x="1043226" y="2516"/>
                  </a:lnTo>
                  <a:lnTo>
                    <a:pt x="1035440" y="2403"/>
                  </a:lnTo>
                  <a:lnTo>
                    <a:pt x="1027655" y="2283"/>
                  </a:lnTo>
                  <a:lnTo>
                    <a:pt x="1019870" y="2163"/>
                  </a:lnTo>
                  <a:lnTo>
                    <a:pt x="1012085" y="2042"/>
                  </a:lnTo>
                  <a:lnTo>
                    <a:pt x="1004299" y="1849"/>
                  </a:lnTo>
                  <a:lnTo>
                    <a:pt x="996514" y="1817"/>
                  </a:lnTo>
                  <a:lnTo>
                    <a:pt x="988729" y="1942"/>
                  </a:lnTo>
                  <a:lnTo>
                    <a:pt x="980944" y="2231"/>
                  </a:lnTo>
                  <a:lnTo>
                    <a:pt x="973158" y="2300"/>
                  </a:lnTo>
                  <a:lnTo>
                    <a:pt x="965373" y="2240"/>
                  </a:lnTo>
                  <a:lnTo>
                    <a:pt x="957588" y="2096"/>
                  </a:lnTo>
                  <a:lnTo>
                    <a:pt x="949802" y="1912"/>
                  </a:lnTo>
                  <a:lnTo>
                    <a:pt x="942017" y="1464"/>
                  </a:lnTo>
                  <a:lnTo>
                    <a:pt x="934232" y="988"/>
                  </a:lnTo>
                  <a:lnTo>
                    <a:pt x="926447" y="1110"/>
                  </a:lnTo>
                  <a:lnTo>
                    <a:pt x="918661" y="1188"/>
                  </a:lnTo>
                  <a:lnTo>
                    <a:pt x="910876" y="1006"/>
                  </a:lnTo>
                  <a:lnTo>
                    <a:pt x="903091" y="852"/>
                  </a:lnTo>
                  <a:lnTo>
                    <a:pt x="895306" y="1081"/>
                  </a:lnTo>
                  <a:lnTo>
                    <a:pt x="887520" y="932"/>
                  </a:lnTo>
                  <a:lnTo>
                    <a:pt x="879735" y="773"/>
                  </a:lnTo>
                  <a:lnTo>
                    <a:pt x="871950" y="638"/>
                  </a:lnTo>
                  <a:lnTo>
                    <a:pt x="864165" y="494"/>
                  </a:lnTo>
                  <a:lnTo>
                    <a:pt x="856379" y="347"/>
                  </a:lnTo>
                  <a:lnTo>
                    <a:pt x="848594" y="381"/>
                  </a:lnTo>
                  <a:lnTo>
                    <a:pt x="840809" y="1117"/>
                  </a:lnTo>
                  <a:lnTo>
                    <a:pt x="833023" y="827"/>
                  </a:lnTo>
                  <a:lnTo>
                    <a:pt x="825238" y="1876"/>
                  </a:lnTo>
                  <a:lnTo>
                    <a:pt x="817453" y="2113"/>
                  </a:lnTo>
                  <a:lnTo>
                    <a:pt x="809668" y="2929"/>
                  </a:lnTo>
                  <a:lnTo>
                    <a:pt x="801882" y="3462"/>
                  </a:lnTo>
                  <a:lnTo>
                    <a:pt x="794097" y="3982"/>
                  </a:lnTo>
                  <a:lnTo>
                    <a:pt x="786312" y="4327"/>
                  </a:lnTo>
                  <a:lnTo>
                    <a:pt x="778527" y="4848"/>
                  </a:lnTo>
                  <a:lnTo>
                    <a:pt x="770741" y="5537"/>
                  </a:lnTo>
                  <a:lnTo>
                    <a:pt x="762956" y="5790"/>
                  </a:lnTo>
                  <a:lnTo>
                    <a:pt x="755171" y="5304"/>
                  </a:lnTo>
                  <a:lnTo>
                    <a:pt x="747385" y="5494"/>
                  </a:lnTo>
                  <a:lnTo>
                    <a:pt x="739600" y="5967"/>
                  </a:lnTo>
                  <a:lnTo>
                    <a:pt x="731815" y="6024"/>
                  </a:lnTo>
                  <a:lnTo>
                    <a:pt x="724030" y="5528"/>
                  </a:lnTo>
                  <a:lnTo>
                    <a:pt x="716244" y="5450"/>
                  </a:lnTo>
                  <a:lnTo>
                    <a:pt x="708459" y="5750"/>
                  </a:lnTo>
                  <a:lnTo>
                    <a:pt x="700674" y="6253"/>
                  </a:lnTo>
                  <a:lnTo>
                    <a:pt x="692889" y="6408"/>
                  </a:lnTo>
                  <a:lnTo>
                    <a:pt x="685103" y="7156"/>
                  </a:lnTo>
                  <a:lnTo>
                    <a:pt x="677318" y="7702"/>
                  </a:lnTo>
                  <a:lnTo>
                    <a:pt x="669533" y="8405"/>
                  </a:lnTo>
                  <a:lnTo>
                    <a:pt x="661747" y="9029"/>
                  </a:lnTo>
                  <a:lnTo>
                    <a:pt x="653962" y="9301"/>
                  </a:lnTo>
                  <a:lnTo>
                    <a:pt x="646177" y="9925"/>
                  </a:lnTo>
                  <a:lnTo>
                    <a:pt x="638392" y="10253"/>
                  </a:lnTo>
                  <a:lnTo>
                    <a:pt x="630606" y="10898"/>
                  </a:lnTo>
                  <a:lnTo>
                    <a:pt x="622821" y="11421"/>
                  </a:lnTo>
                  <a:lnTo>
                    <a:pt x="615036" y="11728"/>
                  </a:lnTo>
                  <a:lnTo>
                    <a:pt x="607251" y="11998"/>
                  </a:lnTo>
                  <a:lnTo>
                    <a:pt x="599465" y="12898"/>
                  </a:lnTo>
                  <a:lnTo>
                    <a:pt x="591680" y="12900"/>
                  </a:lnTo>
                  <a:lnTo>
                    <a:pt x="583895" y="12921"/>
                  </a:lnTo>
                  <a:lnTo>
                    <a:pt x="576110" y="13075"/>
                  </a:lnTo>
                  <a:lnTo>
                    <a:pt x="568324" y="13737"/>
                  </a:lnTo>
                  <a:lnTo>
                    <a:pt x="560539" y="14018"/>
                  </a:lnTo>
                  <a:lnTo>
                    <a:pt x="552754" y="14585"/>
                  </a:lnTo>
                  <a:lnTo>
                    <a:pt x="544968" y="14952"/>
                  </a:lnTo>
                  <a:lnTo>
                    <a:pt x="537183" y="15423"/>
                  </a:lnTo>
                  <a:lnTo>
                    <a:pt x="529398" y="15790"/>
                  </a:lnTo>
                  <a:lnTo>
                    <a:pt x="521613" y="15917"/>
                  </a:lnTo>
                  <a:lnTo>
                    <a:pt x="513827" y="16743"/>
                  </a:lnTo>
                  <a:lnTo>
                    <a:pt x="506042" y="17718"/>
                  </a:lnTo>
                  <a:lnTo>
                    <a:pt x="498257" y="18143"/>
                  </a:lnTo>
                  <a:lnTo>
                    <a:pt x="490472" y="18250"/>
                  </a:lnTo>
                  <a:lnTo>
                    <a:pt x="482686" y="18716"/>
                  </a:lnTo>
                  <a:lnTo>
                    <a:pt x="474901" y="19187"/>
                  </a:lnTo>
                  <a:lnTo>
                    <a:pt x="467116" y="19652"/>
                  </a:lnTo>
                  <a:lnTo>
                    <a:pt x="459330" y="19890"/>
                  </a:lnTo>
                  <a:lnTo>
                    <a:pt x="451545" y="20242"/>
                  </a:lnTo>
                  <a:lnTo>
                    <a:pt x="443760" y="20481"/>
                  </a:lnTo>
                  <a:lnTo>
                    <a:pt x="435975" y="20581"/>
                  </a:lnTo>
                  <a:lnTo>
                    <a:pt x="428189" y="21283"/>
                  </a:lnTo>
                  <a:lnTo>
                    <a:pt x="420404" y="21676"/>
                  </a:lnTo>
                  <a:lnTo>
                    <a:pt x="412619" y="21984"/>
                  </a:lnTo>
                  <a:lnTo>
                    <a:pt x="404834" y="22591"/>
                  </a:lnTo>
                  <a:lnTo>
                    <a:pt x="397048" y="23512"/>
                  </a:lnTo>
                  <a:lnTo>
                    <a:pt x="389263" y="24213"/>
                  </a:lnTo>
                  <a:lnTo>
                    <a:pt x="381478" y="24227"/>
                  </a:lnTo>
                  <a:lnTo>
                    <a:pt x="373692" y="24896"/>
                  </a:lnTo>
                  <a:lnTo>
                    <a:pt x="365907" y="25662"/>
                  </a:lnTo>
                  <a:lnTo>
                    <a:pt x="358122" y="26134"/>
                  </a:lnTo>
                  <a:lnTo>
                    <a:pt x="350337" y="26645"/>
                  </a:lnTo>
                  <a:lnTo>
                    <a:pt x="342551" y="27839"/>
                  </a:lnTo>
                  <a:lnTo>
                    <a:pt x="334766" y="28426"/>
                  </a:lnTo>
                  <a:lnTo>
                    <a:pt x="326981" y="28480"/>
                  </a:lnTo>
                  <a:lnTo>
                    <a:pt x="319196" y="29735"/>
                  </a:lnTo>
                  <a:lnTo>
                    <a:pt x="311410" y="30379"/>
                  </a:lnTo>
                  <a:lnTo>
                    <a:pt x="303625" y="31458"/>
                  </a:lnTo>
                  <a:lnTo>
                    <a:pt x="295840" y="32514"/>
                  </a:lnTo>
                  <a:lnTo>
                    <a:pt x="288055" y="33348"/>
                  </a:lnTo>
                  <a:lnTo>
                    <a:pt x="280269" y="33949"/>
                  </a:lnTo>
                  <a:lnTo>
                    <a:pt x="272484" y="34344"/>
                  </a:lnTo>
                  <a:lnTo>
                    <a:pt x="264699" y="35293"/>
                  </a:lnTo>
                  <a:lnTo>
                    <a:pt x="256913" y="35939"/>
                  </a:lnTo>
                  <a:lnTo>
                    <a:pt x="249128" y="36319"/>
                  </a:lnTo>
                  <a:lnTo>
                    <a:pt x="241343" y="37337"/>
                  </a:lnTo>
                  <a:lnTo>
                    <a:pt x="233558" y="37859"/>
                  </a:lnTo>
                  <a:lnTo>
                    <a:pt x="225772" y="38250"/>
                  </a:lnTo>
                  <a:lnTo>
                    <a:pt x="217987" y="39119"/>
                  </a:lnTo>
                  <a:lnTo>
                    <a:pt x="210202" y="39961"/>
                  </a:lnTo>
                  <a:lnTo>
                    <a:pt x="202417" y="40645"/>
                  </a:lnTo>
                  <a:lnTo>
                    <a:pt x="194631" y="41475"/>
                  </a:lnTo>
                  <a:lnTo>
                    <a:pt x="186846" y="42291"/>
                  </a:lnTo>
                  <a:lnTo>
                    <a:pt x="179061" y="42758"/>
                  </a:lnTo>
                  <a:lnTo>
                    <a:pt x="171275" y="43372"/>
                  </a:lnTo>
                  <a:lnTo>
                    <a:pt x="163490" y="43851"/>
                  </a:lnTo>
                  <a:lnTo>
                    <a:pt x="155705" y="44292"/>
                  </a:lnTo>
                  <a:lnTo>
                    <a:pt x="147920" y="44638"/>
                  </a:lnTo>
                  <a:lnTo>
                    <a:pt x="140134" y="45217"/>
                  </a:lnTo>
                  <a:lnTo>
                    <a:pt x="132349" y="45792"/>
                  </a:lnTo>
                  <a:lnTo>
                    <a:pt x="124564" y="46356"/>
                  </a:lnTo>
                  <a:lnTo>
                    <a:pt x="116779" y="46918"/>
                  </a:lnTo>
                  <a:lnTo>
                    <a:pt x="108993" y="47479"/>
                  </a:lnTo>
                  <a:lnTo>
                    <a:pt x="101208" y="48038"/>
                  </a:lnTo>
                  <a:lnTo>
                    <a:pt x="93423" y="48619"/>
                  </a:lnTo>
                  <a:lnTo>
                    <a:pt x="85637" y="49167"/>
                  </a:lnTo>
                  <a:lnTo>
                    <a:pt x="77852" y="49738"/>
                  </a:lnTo>
                  <a:lnTo>
                    <a:pt x="70067" y="50309"/>
                  </a:lnTo>
                  <a:lnTo>
                    <a:pt x="62282" y="50886"/>
                  </a:lnTo>
                  <a:lnTo>
                    <a:pt x="54496" y="52026"/>
                  </a:lnTo>
                  <a:lnTo>
                    <a:pt x="46711" y="53206"/>
                  </a:lnTo>
                  <a:lnTo>
                    <a:pt x="38926" y="54161"/>
                  </a:lnTo>
                  <a:lnTo>
                    <a:pt x="31141" y="54842"/>
                  </a:lnTo>
                  <a:lnTo>
                    <a:pt x="23355" y="56227"/>
                  </a:lnTo>
                  <a:lnTo>
                    <a:pt x="15570" y="57598"/>
                  </a:lnTo>
                  <a:lnTo>
                    <a:pt x="7785" y="58196"/>
                  </a:lnTo>
                  <a:lnTo>
                    <a:pt x="0" y="585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48531" y="3458333"/>
              <a:ext cx="2016385" cy="572150"/>
            </a:xfrm>
            <a:custGeom>
              <a:avLst/>
              <a:pathLst>
                <a:path w="2016385" h="572150">
                  <a:moveTo>
                    <a:pt x="0" y="372033"/>
                  </a:moveTo>
                  <a:lnTo>
                    <a:pt x="7785" y="373270"/>
                  </a:lnTo>
                  <a:lnTo>
                    <a:pt x="15570" y="374517"/>
                  </a:lnTo>
                  <a:lnTo>
                    <a:pt x="23355" y="375747"/>
                  </a:lnTo>
                  <a:lnTo>
                    <a:pt x="31141" y="376839"/>
                  </a:lnTo>
                  <a:lnTo>
                    <a:pt x="38926" y="377740"/>
                  </a:lnTo>
                  <a:lnTo>
                    <a:pt x="46711" y="379400"/>
                  </a:lnTo>
                  <a:lnTo>
                    <a:pt x="54496" y="380629"/>
                  </a:lnTo>
                  <a:lnTo>
                    <a:pt x="62282" y="381830"/>
                  </a:lnTo>
                  <a:lnTo>
                    <a:pt x="70067" y="383038"/>
                  </a:lnTo>
                  <a:lnTo>
                    <a:pt x="77852" y="384062"/>
                  </a:lnTo>
                  <a:lnTo>
                    <a:pt x="85637" y="384138"/>
                  </a:lnTo>
                  <a:lnTo>
                    <a:pt x="93423" y="384515"/>
                  </a:lnTo>
                  <a:lnTo>
                    <a:pt x="101208" y="384512"/>
                  </a:lnTo>
                  <a:lnTo>
                    <a:pt x="108993" y="385294"/>
                  </a:lnTo>
                  <a:lnTo>
                    <a:pt x="116779" y="385061"/>
                  </a:lnTo>
                  <a:lnTo>
                    <a:pt x="124564" y="385101"/>
                  </a:lnTo>
                  <a:lnTo>
                    <a:pt x="132349" y="385527"/>
                  </a:lnTo>
                  <a:lnTo>
                    <a:pt x="140134" y="386359"/>
                  </a:lnTo>
                  <a:lnTo>
                    <a:pt x="147920" y="385993"/>
                  </a:lnTo>
                  <a:lnTo>
                    <a:pt x="155705" y="386166"/>
                  </a:lnTo>
                  <a:lnTo>
                    <a:pt x="163490" y="385814"/>
                  </a:lnTo>
                  <a:lnTo>
                    <a:pt x="171275" y="387016"/>
                  </a:lnTo>
                  <a:lnTo>
                    <a:pt x="179061" y="387794"/>
                  </a:lnTo>
                  <a:lnTo>
                    <a:pt x="186846" y="387757"/>
                  </a:lnTo>
                  <a:lnTo>
                    <a:pt x="194631" y="387588"/>
                  </a:lnTo>
                  <a:lnTo>
                    <a:pt x="202417" y="387408"/>
                  </a:lnTo>
                  <a:lnTo>
                    <a:pt x="210202" y="387018"/>
                  </a:lnTo>
                  <a:lnTo>
                    <a:pt x="217987" y="386314"/>
                  </a:lnTo>
                  <a:lnTo>
                    <a:pt x="225772" y="385609"/>
                  </a:lnTo>
                  <a:lnTo>
                    <a:pt x="233558" y="386234"/>
                  </a:lnTo>
                  <a:lnTo>
                    <a:pt x="241343" y="386577"/>
                  </a:lnTo>
                  <a:lnTo>
                    <a:pt x="249128" y="386087"/>
                  </a:lnTo>
                  <a:lnTo>
                    <a:pt x="256913" y="386134"/>
                  </a:lnTo>
                  <a:lnTo>
                    <a:pt x="264699" y="385232"/>
                  </a:lnTo>
                  <a:lnTo>
                    <a:pt x="272484" y="384477"/>
                  </a:lnTo>
                  <a:lnTo>
                    <a:pt x="280269" y="384186"/>
                  </a:lnTo>
                  <a:lnTo>
                    <a:pt x="288055" y="384209"/>
                  </a:lnTo>
                  <a:lnTo>
                    <a:pt x="295840" y="384236"/>
                  </a:lnTo>
                  <a:lnTo>
                    <a:pt x="303625" y="384256"/>
                  </a:lnTo>
                  <a:lnTo>
                    <a:pt x="311410" y="383543"/>
                  </a:lnTo>
                  <a:lnTo>
                    <a:pt x="319196" y="382357"/>
                  </a:lnTo>
                  <a:lnTo>
                    <a:pt x="326981" y="382155"/>
                  </a:lnTo>
                  <a:lnTo>
                    <a:pt x="334766" y="381828"/>
                  </a:lnTo>
                  <a:lnTo>
                    <a:pt x="342551" y="381232"/>
                  </a:lnTo>
                  <a:lnTo>
                    <a:pt x="350337" y="380314"/>
                  </a:lnTo>
                  <a:lnTo>
                    <a:pt x="358122" y="379099"/>
                  </a:lnTo>
                  <a:lnTo>
                    <a:pt x="365907" y="379041"/>
                  </a:lnTo>
                  <a:lnTo>
                    <a:pt x="373692" y="378144"/>
                  </a:lnTo>
                  <a:lnTo>
                    <a:pt x="381478" y="377041"/>
                  </a:lnTo>
                  <a:lnTo>
                    <a:pt x="389263" y="376518"/>
                  </a:lnTo>
                  <a:lnTo>
                    <a:pt x="397048" y="374782"/>
                  </a:lnTo>
                  <a:lnTo>
                    <a:pt x="404834" y="373512"/>
                  </a:lnTo>
                  <a:lnTo>
                    <a:pt x="412619" y="372171"/>
                  </a:lnTo>
                  <a:lnTo>
                    <a:pt x="420404" y="371718"/>
                  </a:lnTo>
                  <a:lnTo>
                    <a:pt x="428189" y="370955"/>
                  </a:lnTo>
                  <a:lnTo>
                    <a:pt x="435975" y="370091"/>
                  </a:lnTo>
                  <a:lnTo>
                    <a:pt x="443760" y="369052"/>
                  </a:lnTo>
                  <a:lnTo>
                    <a:pt x="451545" y="368153"/>
                  </a:lnTo>
                  <a:lnTo>
                    <a:pt x="459330" y="366796"/>
                  </a:lnTo>
                  <a:lnTo>
                    <a:pt x="467116" y="365193"/>
                  </a:lnTo>
                  <a:lnTo>
                    <a:pt x="474901" y="364826"/>
                  </a:lnTo>
                  <a:lnTo>
                    <a:pt x="482686" y="361963"/>
                  </a:lnTo>
                  <a:lnTo>
                    <a:pt x="490472" y="360830"/>
                  </a:lnTo>
                  <a:lnTo>
                    <a:pt x="498257" y="360319"/>
                  </a:lnTo>
                  <a:lnTo>
                    <a:pt x="506042" y="358837"/>
                  </a:lnTo>
                  <a:lnTo>
                    <a:pt x="513827" y="358057"/>
                  </a:lnTo>
                  <a:lnTo>
                    <a:pt x="521613" y="357290"/>
                  </a:lnTo>
                  <a:lnTo>
                    <a:pt x="529398" y="356513"/>
                  </a:lnTo>
                  <a:lnTo>
                    <a:pt x="537183" y="355666"/>
                  </a:lnTo>
                  <a:lnTo>
                    <a:pt x="544968" y="354168"/>
                  </a:lnTo>
                  <a:lnTo>
                    <a:pt x="552754" y="353268"/>
                  </a:lnTo>
                  <a:lnTo>
                    <a:pt x="560539" y="351760"/>
                  </a:lnTo>
                  <a:lnTo>
                    <a:pt x="568324" y="351243"/>
                  </a:lnTo>
                  <a:lnTo>
                    <a:pt x="576110" y="350475"/>
                  </a:lnTo>
                  <a:lnTo>
                    <a:pt x="583895" y="349615"/>
                  </a:lnTo>
                  <a:lnTo>
                    <a:pt x="591680" y="348715"/>
                  </a:lnTo>
                  <a:lnTo>
                    <a:pt x="599465" y="346574"/>
                  </a:lnTo>
                  <a:lnTo>
                    <a:pt x="607251" y="344150"/>
                  </a:lnTo>
                  <a:lnTo>
                    <a:pt x="615036" y="341788"/>
                  </a:lnTo>
                  <a:lnTo>
                    <a:pt x="622821" y="340266"/>
                  </a:lnTo>
                  <a:lnTo>
                    <a:pt x="630606" y="339243"/>
                  </a:lnTo>
                  <a:lnTo>
                    <a:pt x="638392" y="338185"/>
                  </a:lnTo>
                  <a:lnTo>
                    <a:pt x="646177" y="337107"/>
                  </a:lnTo>
                  <a:lnTo>
                    <a:pt x="653962" y="335349"/>
                  </a:lnTo>
                  <a:lnTo>
                    <a:pt x="661747" y="332593"/>
                  </a:lnTo>
                  <a:lnTo>
                    <a:pt x="669533" y="329822"/>
                  </a:lnTo>
                  <a:lnTo>
                    <a:pt x="677318" y="328444"/>
                  </a:lnTo>
                  <a:lnTo>
                    <a:pt x="685103" y="328654"/>
                  </a:lnTo>
                  <a:lnTo>
                    <a:pt x="692889" y="327320"/>
                  </a:lnTo>
                  <a:lnTo>
                    <a:pt x="700674" y="325585"/>
                  </a:lnTo>
                  <a:lnTo>
                    <a:pt x="708459" y="323844"/>
                  </a:lnTo>
                  <a:lnTo>
                    <a:pt x="716244" y="322105"/>
                  </a:lnTo>
                  <a:lnTo>
                    <a:pt x="724030" y="320403"/>
                  </a:lnTo>
                  <a:lnTo>
                    <a:pt x="731815" y="319326"/>
                  </a:lnTo>
                  <a:lnTo>
                    <a:pt x="739600" y="318252"/>
                  </a:lnTo>
                  <a:lnTo>
                    <a:pt x="747385" y="316679"/>
                  </a:lnTo>
                  <a:lnTo>
                    <a:pt x="755171" y="314535"/>
                  </a:lnTo>
                  <a:lnTo>
                    <a:pt x="762956" y="312369"/>
                  </a:lnTo>
                  <a:lnTo>
                    <a:pt x="770741" y="310299"/>
                  </a:lnTo>
                  <a:lnTo>
                    <a:pt x="778527" y="308009"/>
                  </a:lnTo>
                  <a:lnTo>
                    <a:pt x="786312" y="305808"/>
                  </a:lnTo>
                  <a:lnTo>
                    <a:pt x="794097" y="303596"/>
                  </a:lnTo>
                  <a:lnTo>
                    <a:pt x="801882" y="301377"/>
                  </a:lnTo>
                  <a:lnTo>
                    <a:pt x="809668" y="299155"/>
                  </a:lnTo>
                  <a:lnTo>
                    <a:pt x="817453" y="296947"/>
                  </a:lnTo>
                  <a:lnTo>
                    <a:pt x="825238" y="294766"/>
                  </a:lnTo>
                  <a:lnTo>
                    <a:pt x="833023" y="293463"/>
                  </a:lnTo>
                  <a:lnTo>
                    <a:pt x="840809" y="292720"/>
                  </a:lnTo>
                  <a:lnTo>
                    <a:pt x="848594" y="290391"/>
                  </a:lnTo>
                  <a:lnTo>
                    <a:pt x="856379" y="288057"/>
                  </a:lnTo>
                  <a:lnTo>
                    <a:pt x="864165" y="285718"/>
                  </a:lnTo>
                  <a:lnTo>
                    <a:pt x="871950" y="283374"/>
                  </a:lnTo>
                  <a:lnTo>
                    <a:pt x="879735" y="281024"/>
                  </a:lnTo>
                  <a:lnTo>
                    <a:pt x="887520" y="278670"/>
                  </a:lnTo>
                  <a:lnTo>
                    <a:pt x="895306" y="276312"/>
                  </a:lnTo>
                  <a:lnTo>
                    <a:pt x="903091" y="273952"/>
                  </a:lnTo>
                  <a:lnTo>
                    <a:pt x="910876" y="271598"/>
                  </a:lnTo>
                  <a:lnTo>
                    <a:pt x="918661" y="269239"/>
                  </a:lnTo>
                  <a:lnTo>
                    <a:pt x="926447" y="267064"/>
                  </a:lnTo>
                  <a:lnTo>
                    <a:pt x="934232" y="265255"/>
                  </a:lnTo>
                  <a:lnTo>
                    <a:pt x="942017" y="263444"/>
                  </a:lnTo>
                  <a:lnTo>
                    <a:pt x="949802" y="261631"/>
                  </a:lnTo>
                  <a:lnTo>
                    <a:pt x="957588" y="259816"/>
                  </a:lnTo>
                  <a:lnTo>
                    <a:pt x="965373" y="258000"/>
                  </a:lnTo>
                  <a:lnTo>
                    <a:pt x="973158" y="256196"/>
                  </a:lnTo>
                  <a:lnTo>
                    <a:pt x="980944" y="254404"/>
                  </a:lnTo>
                  <a:lnTo>
                    <a:pt x="988729" y="252611"/>
                  </a:lnTo>
                  <a:lnTo>
                    <a:pt x="996514" y="250816"/>
                  </a:lnTo>
                  <a:lnTo>
                    <a:pt x="1004299" y="249021"/>
                  </a:lnTo>
                  <a:lnTo>
                    <a:pt x="1012085" y="247225"/>
                  </a:lnTo>
                  <a:lnTo>
                    <a:pt x="1019870" y="245428"/>
                  </a:lnTo>
                  <a:lnTo>
                    <a:pt x="1027655" y="243613"/>
                  </a:lnTo>
                  <a:lnTo>
                    <a:pt x="1035440" y="241502"/>
                  </a:lnTo>
                  <a:lnTo>
                    <a:pt x="1043226" y="239060"/>
                  </a:lnTo>
                  <a:lnTo>
                    <a:pt x="1051011" y="238129"/>
                  </a:lnTo>
                  <a:lnTo>
                    <a:pt x="1058796" y="236322"/>
                  </a:lnTo>
                  <a:lnTo>
                    <a:pt x="1066582" y="234516"/>
                  </a:lnTo>
                  <a:lnTo>
                    <a:pt x="1074367" y="232709"/>
                  </a:lnTo>
                  <a:lnTo>
                    <a:pt x="1082152" y="230907"/>
                  </a:lnTo>
                  <a:lnTo>
                    <a:pt x="1089937" y="229111"/>
                  </a:lnTo>
                  <a:lnTo>
                    <a:pt x="1097723" y="227067"/>
                  </a:lnTo>
                  <a:lnTo>
                    <a:pt x="1105508" y="225413"/>
                  </a:lnTo>
                  <a:lnTo>
                    <a:pt x="1113293" y="223141"/>
                  </a:lnTo>
                  <a:lnTo>
                    <a:pt x="1121078" y="221127"/>
                  </a:lnTo>
                  <a:lnTo>
                    <a:pt x="1128864" y="218572"/>
                  </a:lnTo>
                  <a:lnTo>
                    <a:pt x="1136649" y="216228"/>
                  </a:lnTo>
                  <a:lnTo>
                    <a:pt x="1144434" y="213793"/>
                  </a:lnTo>
                  <a:lnTo>
                    <a:pt x="1152220" y="211370"/>
                  </a:lnTo>
                  <a:lnTo>
                    <a:pt x="1160005" y="208959"/>
                  </a:lnTo>
                  <a:lnTo>
                    <a:pt x="1167790" y="207155"/>
                  </a:lnTo>
                  <a:lnTo>
                    <a:pt x="1175575" y="204807"/>
                  </a:lnTo>
                  <a:lnTo>
                    <a:pt x="1183361" y="202339"/>
                  </a:lnTo>
                  <a:lnTo>
                    <a:pt x="1191146" y="199875"/>
                  </a:lnTo>
                  <a:lnTo>
                    <a:pt x="1198931" y="197419"/>
                  </a:lnTo>
                  <a:lnTo>
                    <a:pt x="1206716" y="194968"/>
                  </a:lnTo>
                  <a:lnTo>
                    <a:pt x="1214502" y="192531"/>
                  </a:lnTo>
                  <a:lnTo>
                    <a:pt x="1222287" y="190614"/>
                  </a:lnTo>
                  <a:lnTo>
                    <a:pt x="1230072" y="188799"/>
                  </a:lnTo>
                  <a:lnTo>
                    <a:pt x="1237857" y="186761"/>
                  </a:lnTo>
                  <a:lnTo>
                    <a:pt x="1245643" y="184526"/>
                  </a:lnTo>
                  <a:lnTo>
                    <a:pt x="1253428" y="182294"/>
                  </a:lnTo>
                  <a:lnTo>
                    <a:pt x="1261213" y="180067"/>
                  </a:lnTo>
                  <a:lnTo>
                    <a:pt x="1268999" y="177871"/>
                  </a:lnTo>
                  <a:lnTo>
                    <a:pt x="1276784" y="176018"/>
                  </a:lnTo>
                  <a:lnTo>
                    <a:pt x="1284569" y="174168"/>
                  </a:lnTo>
                  <a:lnTo>
                    <a:pt x="1292354" y="172329"/>
                  </a:lnTo>
                  <a:lnTo>
                    <a:pt x="1300140" y="170494"/>
                  </a:lnTo>
                  <a:lnTo>
                    <a:pt x="1307925" y="168664"/>
                  </a:lnTo>
                  <a:lnTo>
                    <a:pt x="1315710" y="166837"/>
                  </a:lnTo>
                  <a:lnTo>
                    <a:pt x="1323495" y="165015"/>
                  </a:lnTo>
                  <a:lnTo>
                    <a:pt x="1331281" y="163196"/>
                  </a:lnTo>
                  <a:lnTo>
                    <a:pt x="1339066" y="161297"/>
                  </a:lnTo>
                  <a:lnTo>
                    <a:pt x="1346851" y="158780"/>
                  </a:lnTo>
                  <a:lnTo>
                    <a:pt x="1354637" y="156436"/>
                  </a:lnTo>
                  <a:lnTo>
                    <a:pt x="1362422" y="154566"/>
                  </a:lnTo>
                  <a:lnTo>
                    <a:pt x="1370207" y="152701"/>
                  </a:lnTo>
                  <a:lnTo>
                    <a:pt x="1377992" y="150590"/>
                  </a:lnTo>
                  <a:lnTo>
                    <a:pt x="1385778" y="148252"/>
                  </a:lnTo>
                  <a:lnTo>
                    <a:pt x="1393563" y="145923"/>
                  </a:lnTo>
                  <a:lnTo>
                    <a:pt x="1401348" y="143298"/>
                  </a:lnTo>
                  <a:lnTo>
                    <a:pt x="1409133" y="140525"/>
                  </a:lnTo>
                  <a:lnTo>
                    <a:pt x="1416919" y="137770"/>
                  </a:lnTo>
                  <a:lnTo>
                    <a:pt x="1424704" y="135032"/>
                  </a:lnTo>
                  <a:lnTo>
                    <a:pt x="1432489" y="132485"/>
                  </a:lnTo>
                  <a:lnTo>
                    <a:pt x="1440275" y="131221"/>
                  </a:lnTo>
                  <a:lnTo>
                    <a:pt x="1448060" y="129910"/>
                  </a:lnTo>
                  <a:lnTo>
                    <a:pt x="1455845" y="127664"/>
                  </a:lnTo>
                  <a:lnTo>
                    <a:pt x="1463630" y="125428"/>
                  </a:lnTo>
                  <a:lnTo>
                    <a:pt x="1471416" y="122929"/>
                  </a:lnTo>
                  <a:lnTo>
                    <a:pt x="1479201" y="120287"/>
                  </a:lnTo>
                  <a:lnTo>
                    <a:pt x="1486986" y="117940"/>
                  </a:lnTo>
                  <a:lnTo>
                    <a:pt x="1494771" y="115901"/>
                  </a:lnTo>
                  <a:lnTo>
                    <a:pt x="1502557" y="113665"/>
                  </a:lnTo>
                  <a:lnTo>
                    <a:pt x="1510342" y="111142"/>
                  </a:lnTo>
                  <a:lnTo>
                    <a:pt x="1518127" y="108658"/>
                  </a:lnTo>
                  <a:lnTo>
                    <a:pt x="1525912" y="106686"/>
                  </a:lnTo>
                  <a:lnTo>
                    <a:pt x="1533698" y="105128"/>
                  </a:lnTo>
                  <a:lnTo>
                    <a:pt x="1541483" y="103578"/>
                  </a:lnTo>
                  <a:lnTo>
                    <a:pt x="1549268" y="101778"/>
                  </a:lnTo>
                  <a:lnTo>
                    <a:pt x="1557054" y="99415"/>
                  </a:lnTo>
                  <a:lnTo>
                    <a:pt x="1564839" y="97308"/>
                  </a:lnTo>
                  <a:lnTo>
                    <a:pt x="1572624" y="95213"/>
                  </a:lnTo>
                  <a:lnTo>
                    <a:pt x="1580409" y="93142"/>
                  </a:lnTo>
                  <a:lnTo>
                    <a:pt x="1588195" y="91095"/>
                  </a:lnTo>
                  <a:lnTo>
                    <a:pt x="1595980" y="89061"/>
                  </a:lnTo>
                  <a:lnTo>
                    <a:pt x="1603765" y="87028"/>
                  </a:lnTo>
                  <a:lnTo>
                    <a:pt x="1611550" y="84995"/>
                  </a:lnTo>
                  <a:lnTo>
                    <a:pt x="1619336" y="82993"/>
                  </a:lnTo>
                  <a:lnTo>
                    <a:pt x="1627121" y="81063"/>
                  </a:lnTo>
                  <a:lnTo>
                    <a:pt x="1634906" y="79659"/>
                  </a:lnTo>
                  <a:lnTo>
                    <a:pt x="1642692" y="77597"/>
                  </a:lnTo>
                  <a:lnTo>
                    <a:pt x="1650477" y="75371"/>
                  </a:lnTo>
                  <a:lnTo>
                    <a:pt x="1658262" y="73161"/>
                  </a:lnTo>
                  <a:lnTo>
                    <a:pt x="1666047" y="71225"/>
                  </a:lnTo>
                  <a:lnTo>
                    <a:pt x="1673833" y="69302"/>
                  </a:lnTo>
                  <a:lnTo>
                    <a:pt x="1681618" y="67393"/>
                  </a:lnTo>
                  <a:lnTo>
                    <a:pt x="1689403" y="65497"/>
                  </a:lnTo>
                  <a:lnTo>
                    <a:pt x="1697188" y="63615"/>
                  </a:lnTo>
                  <a:lnTo>
                    <a:pt x="1704974" y="61746"/>
                  </a:lnTo>
                  <a:lnTo>
                    <a:pt x="1712759" y="59891"/>
                  </a:lnTo>
                  <a:lnTo>
                    <a:pt x="1720544" y="58050"/>
                  </a:lnTo>
                  <a:lnTo>
                    <a:pt x="1728330" y="56223"/>
                  </a:lnTo>
                  <a:lnTo>
                    <a:pt x="1736115" y="54409"/>
                  </a:lnTo>
                  <a:lnTo>
                    <a:pt x="1743900" y="52613"/>
                  </a:lnTo>
                  <a:lnTo>
                    <a:pt x="1751685" y="50835"/>
                  </a:lnTo>
                  <a:lnTo>
                    <a:pt x="1759471" y="49071"/>
                  </a:lnTo>
                  <a:lnTo>
                    <a:pt x="1767256" y="47320"/>
                  </a:lnTo>
                  <a:lnTo>
                    <a:pt x="1775041" y="45584"/>
                  </a:lnTo>
                  <a:lnTo>
                    <a:pt x="1782826" y="43861"/>
                  </a:lnTo>
                  <a:lnTo>
                    <a:pt x="1790612" y="42153"/>
                  </a:lnTo>
                  <a:lnTo>
                    <a:pt x="1798397" y="40458"/>
                  </a:lnTo>
                  <a:lnTo>
                    <a:pt x="1806182" y="38777"/>
                  </a:lnTo>
                  <a:lnTo>
                    <a:pt x="1813967" y="37110"/>
                  </a:lnTo>
                  <a:lnTo>
                    <a:pt x="1821753" y="35457"/>
                  </a:lnTo>
                  <a:lnTo>
                    <a:pt x="1829538" y="33818"/>
                  </a:lnTo>
                  <a:lnTo>
                    <a:pt x="1837323" y="32192"/>
                  </a:lnTo>
                  <a:lnTo>
                    <a:pt x="1845109" y="30581"/>
                  </a:lnTo>
                  <a:lnTo>
                    <a:pt x="1852894" y="28984"/>
                  </a:lnTo>
                  <a:lnTo>
                    <a:pt x="1860679" y="27400"/>
                  </a:lnTo>
                  <a:lnTo>
                    <a:pt x="1868464" y="25830"/>
                  </a:lnTo>
                  <a:lnTo>
                    <a:pt x="1876250" y="24275"/>
                  </a:lnTo>
                  <a:lnTo>
                    <a:pt x="1884035" y="22733"/>
                  </a:lnTo>
                  <a:lnTo>
                    <a:pt x="1891820" y="21204"/>
                  </a:lnTo>
                  <a:lnTo>
                    <a:pt x="1899605" y="19690"/>
                  </a:lnTo>
                  <a:lnTo>
                    <a:pt x="1907391" y="18190"/>
                  </a:lnTo>
                  <a:lnTo>
                    <a:pt x="1915176" y="16706"/>
                  </a:lnTo>
                  <a:lnTo>
                    <a:pt x="1922961" y="15236"/>
                  </a:lnTo>
                  <a:lnTo>
                    <a:pt x="1930747" y="13780"/>
                  </a:lnTo>
                  <a:lnTo>
                    <a:pt x="1938532" y="12337"/>
                  </a:lnTo>
                  <a:lnTo>
                    <a:pt x="1946317" y="10907"/>
                  </a:lnTo>
                  <a:lnTo>
                    <a:pt x="1954102" y="9620"/>
                  </a:lnTo>
                  <a:lnTo>
                    <a:pt x="1961888" y="8381"/>
                  </a:lnTo>
                  <a:lnTo>
                    <a:pt x="1969673" y="7153"/>
                  </a:lnTo>
                  <a:lnTo>
                    <a:pt x="1977458" y="5935"/>
                  </a:lnTo>
                  <a:lnTo>
                    <a:pt x="1985243" y="4727"/>
                  </a:lnTo>
                  <a:lnTo>
                    <a:pt x="1993029" y="3530"/>
                  </a:lnTo>
                  <a:lnTo>
                    <a:pt x="2000814" y="2343"/>
                  </a:lnTo>
                  <a:lnTo>
                    <a:pt x="2008599" y="1166"/>
                  </a:lnTo>
                  <a:lnTo>
                    <a:pt x="2016385" y="0"/>
                  </a:lnTo>
                  <a:lnTo>
                    <a:pt x="2016385" y="572150"/>
                  </a:lnTo>
                  <a:lnTo>
                    <a:pt x="2008599" y="572128"/>
                  </a:lnTo>
                  <a:lnTo>
                    <a:pt x="2000814" y="572105"/>
                  </a:lnTo>
                  <a:lnTo>
                    <a:pt x="1993029" y="572081"/>
                  </a:lnTo>
                  <a:lnTo>
                    <a:pt x="1985243" y="572058"/>
                  </a:lnTo>
                  <a:lnTo>
                    <a:pt x="1977458" y="572034"/>
                  </a:lnTo>
                  <a:lnTo>
                    <a:pt x="1969673" y="572009"/>
                  </a:lnTo>
                  <a:lnTo>
                    <a:pt x="1961888" y="571985"/>
                  </a:lnTo>
                  <a:lnTo>
                    <a:pt x="1954102" y="571961"/>
                  </a:lnTo>
                  <a:lnTo>
                    <a:pt x="1946317" y="571937"/>
                  </a:lnTo>
                  <a:lnTo>
                    <a:pt x="1938532" y="571912"/>
                  </a:lnTo>
                  <a:lnTo>
                    <a:pt x="1930747" y="571887"/>
                  </a:lnTo>
                  <a:lnTo>
                    <a:pt x="1922961" y="571862"/>
                  </a:lnTo>
                  <a:lnTo>
                    <a:pt x="1915176" y="571832"/>
                  </a:lnTo>
                  <a:lnTo>
                    <a:pt x="1907391" y="571801"/>
                  </a:lnTo>
                  <a:lnTo>
                    <a:pt x="1899605" y="571769"/>
                  </a:lnTo>
                  <a:lnTo>
                    <a:pt x="1891820" y="571736"/>
                  </a:lnTo>
                  <a:lnTo>
                    <a:pt x="1884035" y="571707"/>
                  </a:lnTo>
                  <a:lnTo>
                    <a:pt x="1876250" y="571679"/>
                  </a:lnTo>
                  <a:lnTo>
                    <a:pt x="1868464" y="571645"/>
                  </a:lnTo>
                  <a:lnTo>
                    <a:pt x="1860679" y="571612"/>
                  </a:lnTo>
                  <a:lnTo>
                    <a:pt x="1852894" y="571579"/>
                  </a:lnTo>
                  <a:lnTo>
                    <a:pt x="1845109" y="571546"/>
                  </a:lnTo>
                  <a:lnTo>
                    <a:pt x="1837323" y="571513"/>
                  </a:lnTo>
                  <a:lnTo>
                    <a:pt x="1829538" y="571479"/>
                  </a:lnTo>
                  <a:lnTo>
                    <a:pt x="1821753" y="571444"/>
                  </a:lnTo>
                  <a:lnTo>
                    <a:pt x="1813967" y="571408"/>
                  </a:lnTo>
                  <a:lnTo>
                    <a:pt x="1806182" y="571372"/>
                  </a:lnTo>
                  <a:lnTo>
                    <a:pt x="1798397" y="571336"/>
                  </a:lnTo>
                  <a:lnTo>
                    <a:pt x="1790612" y="571298"/>
                  </a:lnTo>
                  <a:lnTo>
                    <a:pt x="1782826" y="571260"/>
                  </a:lnTo>
                  <a:lnTo>
                    <a:pt x="1775041" y="571221"/>
                  </a:lnTo>
                  <a:lnTo>
                    <a:pt x="1767256" y="571182"/>
                  </a:lnTo>
                  <a:lnTo>
                    <a:pt x="1759471" y="571141"/>
                  </a:lnTo>
                  <a:lnTo>
                    <a:pt x="1751685" y="571100"/>
                  </a:lnTo>
                  <a:lnTo>
                    <a:pt x="1743900" y="571059"/>
                  </a:lnTo>
                  <a:lnTo>
                    <a:pt x="1736115" y="571016"/>
                  </a:lnTo>
                  <a:lnTo>
                    <a:pt x="1728330" y="570973"/>
                  </a:lnTo>
                  <a:lnTo>
                    <a:pt x="1720544" y="570929"/>
                  </a:lnTo>
                  <a:lnTo>
                    <a:pt x="1712759" y="570884"/>
                  </a:lnTo>
                  <a:lnTo>
                    <a:pt x="1704974" y="570840"/>
                  </a:lnTo>
                  <a:lnTo>
                    <a:pt x="1697188" y="570794"/>
                  </a:lnTo>
                  <a:lnTo>
                    <a:pt x="1689403" y="570747"/>
                  </a:lnTo>
                  <a:lnTo>
                    <a:pt x="1681618" y="570699"/>
                  </a:lnTo>
                  <a:lnTo>
                    <a:pt x="1673833" y="570651"/>
                  </a:lnTo>
                  <a:lnTo>
                    <a:pt x="1666047" y="570601"/>
                  </a:lnTo>
                  <a:lnTo>
                    <a:pt x="1658262" y="570551"/>
                  </a:lnTo>
                  <a:lnTo>
                    <a:pt x="1650477" y="570500"/>
                  </a:lnTo>
                  <a:lnTo>
                    <a:pt x="1642692" y="570448"/>
                  </a:lnTo>
                  <a:lnTo>
                    <a:pt x="1634906" y="570394"/>
                  </a:lnTo>
                  <a:lnTo>
                    <a:pt x="1627121" y="570340"/>
                  </a:lnTo>
                  <a:lnTo>
                    <a:pt x="1619336" y="570285"/>
                  </a:lnTo>
                  <a:lnTo>
                    <a:pt x="1611550" y="570229"/>
                  </a:lnTo>
                  <a:lnTo>
                    <a:pt x="1603765" y="570172"/>
                  </a:lnTo>
                  <a:lnTo>
                    <a:pt x="1595980" y="570114"/>
                  </a:lnTo>
                  <a:lnTo>
                    <a:pt x="1588195" y="570055"/>
                  </a:lnTo>
                  <a:lnTo>
                    <a:pt x="1580409" y="569994"/>
                  </a:lnTo>
                  <a:lnTo>
                    <a:pt x="1572624" y="569923"/>
                  </a:lnTo>
                  <a:lnTo>
                    <a:pt x="1564839" y="569852"/>
                  </a:lnTo>
                  <a:lnTo>
                    <a:pt x="1557054" y="569784"/>
                  </a:lnTo>
                  <a:lnTo>
                    <a:pt x="1549268" y="569718"/>
                  </a:lnTo>
                  <a:lnTo>
                    <a:pt x="1541483" y="569651"/>
                  </a:lnTo>
                  <a:lnTo>
                    <a:pt x="1533698" y="569582"/>
                  </a:lnTo>
                  <a:lnTo>
                    <a:pt x="1525912" y="569512"/>
                  </a:lnTo>
                  <a:lnTo>
                    <a:pt x="1518127" y="569441"/>
                  </a:lnTo>
                  <a:lnTo>
                    <a:pt x="1510342" y="569376"/>
                  </a:lnTo>
                  <a:lnTo>
                    <a:pt x="1502557" y="569326"/>
                  </a:lnTo>
                  <a:lnTo>
                    <a:pt x="1494771" y="569260"/>
                  </a:lnTo>
                  <a:lnTo>
                    <a:pt x="1486986" y="569181"/>
                  </a:lnTo>
                  <a:lnTo>
                    <a:pt x="1479201" y="569094"/>
                  </a:lnTo>
                  <a:lnTo>
                    <a:pt x="1471416" y="569005"/>
                  </a:lnTo>
                  <a:lnTo>
                    <a:pt x="1463630" y="568927"/>
                  </a:lnTo>
                  <a:lnTo>
                    <a:pt x="1455845" y="568853"/>
                  </a:lnTo>
                  <a:lnTo>
                    <a:pt x="1448060" y="568778"/>
                  </a:lnTo>
                  <a:lnTo>
                    <a:pt x="1440275" y="568702"/>
                  </a:lnTo>
                  <a:lnTo>
                    <a:pt x="1432489" y="568625"/>
                  </a:lnTo>
                  <a:lnTo>
                    <a:pt x="1424704" y="568541"/>
                  </a:lnTo>
                  <a:lnTo>
                    <a:pt x="1416919" y="568454"/>
                  </a:lnTo>
                  <a:lnTo>
                    <a:pt x="1409133" y="568365"/>
                  </a:lnTo>
                  <a:lnTo>
                    <a:pt x="1401348" y="568275"/>
                  </a:lnTo>
                  <a:lnTo>
                    <a:pt x="1393563" y="568183"/>
                  </a:lnTo>
                  <a:lnTo>
                    <a:pt x="1385778" y="568090"/>
                  </a:lnTo>
                  <a:lnTo>
                    <a:pt x="1377992" y="567995"/>
                  </a:lnTo>
                  <a:lnTo>
                    <a:pt x="1370207" y="567898"/>
                  </a:lnTo>
                  <a:lnTo>
                    <a:pt x="1362422" y="567799"/>
                  </a:lnTo>
                  <a:lnTo>
                    <a:pt x="1354637" y="567699"/>
                  </a:lnTo>
                  <a:lnTo>
                    <a:pt x="1346851" y="567611"/>
                  </a:lnTo>
                  <a:lnTo>
                    <a:pt x="1339066" y="567537"/>
                  </a:lnTo>
                  <a:lnTo>
                    <a:pt x="1331281" y="567461"/>
                  </a:lnTo>
                  <a:lnTo>
                    <a:pt x="1323495" y="567385"/>
                  </a:lnTo>
                  <a:lnTo>
                    <a:pt x="1315710" y="567305"/>
                  </a:lnTo>
                  <a:lnTo>
                    <a:pt x="1307925" y="567206"/>
                  </a:lnTo>
                  <a:lnTo>
                    <a:pt x="1300140" y="567105"/>
                  </a:lnTo>
                  <a:lnTo>
                    <a:pt x="1292354" y="567001"/>
                  </a:lnTo>
                  <a:lnTo>
                    <a:pt x="1284569" y="566896"/>
                  </a:lnTo>
                  <a:lnTo>
                    <a:pt x="1276784" y="566789"/>
                  </a:lnTo>
                  <a:lnTo>
                    <a:pt x="1268999" y="566664"/>
                  </a:lnTo>
                  <a:lnTo>
                    <a:pt x="1261213" y="566534"/>
                  </a:lnTo>
                  <a:lnTo>
                    <a:pt x="1253428" y="566402"/>
                  </a:lnTo>
                  <a:lnTo>
                    <a:pt x="1245643" y="566268"/>
                  </a:lnTo>
                  <a:lnTo>
                    <a:pt x="1237857" y="566131"/>
                  </a:lnTo>
                  <a:lnTo>
                    <a:pt x="1230072" y="565991"/>
                  </a:lnTo>
                  <a:lnTo>
                    <a:pt x="1222287" y="565849"/>
                  </a:lnTo>
                  <a:lnTo>
                    <a:pt x="1214502" y="565704"/>
                  </a:lnTo>
                  <a:lnTo>
                    <a:pt x="1206716" y="565556"/>
                  </a:lnTo>
                  <a:lnTo>
                    <a:pt x="1198931" y="565419"/>
                  </a:lnTo>
                  <a:lnTo>
                    <a:pt x="1191146" y="565281"/>
                  </a:lnTo>
                  <a:lnTo>
                    <a:pt x="1183361" y="565125"/>
                  </a:lnTo>
                  <a:lnTo>
                    <a:pt x="1175575" y="564988"/>
                  </a:lnTo>
                  <a:lnTo>
                    <a:pt x="1167790" y="564857"/>
                  </a:lnTo>
                  <a:lnTo>
                    <a:pt x="1160005" y="564744"/>
                  </a:lnTo>
                  <a:lnTo>
                    <a:pt x="1152220" y="564637"/>
                  </a:lnTo>
                  <a:lnTo>
                    <a:pt x="1144434" y="564528"/>
                  </a:lnTo>
                  <a:lnTo>
                    <a:pt x="1136649" y="564418"/>
                  </a:lnTo>
                  <a:lnTo>
                    <a:pt x="1128864" y="564306"/>
                  </a:lnTo>
                  <a:lnTo>
                    <a:pt x="1121078" y="564192"/>
                  </a:lnTo>
                  <a:lnTo>
                    <a:pt x="1113293" y="564048"/>
                  </a:lnTo>
                  <a:lnTo>
                    <a:pt x="1105508" y="563850"/>
                  </a:lnTo>
                  <a:lnTo>
                    <a:pt x="1097723" y="563647"/>
                  </a:lnTo>
                  <a:lnTo>
                    <a:pt x="1089937" y="563456"/>
                  </a:lnTo>
                  <a:lnTo>
                    <a:pt x="1082152" y="563309"/>
                  </a:lnTo>
                  <a:lnTo>
                    <a:pt x="1074367" y="563160"/>
                  </a:lnTo>
                  <a:lnTo>
                    <a:pt x="1066582" y="562998"/>
                  </a:lnTo>
                  <a:lnTo>
                    <a:pt x="1058796" y="562780"/>
                  </a:lnTo>
                  <a:lnTo>
                    <a:pt x="1051011" y="562612"/>
                  </a:lnTo>
                  <a:lnTo>
                    <a:pt x="1043226" y="562443"/>
                  </a:lnTo>
                  <a:lnTo>
                    <a:pt x="1035440" y="562245"/>
                  </a:lnTo>
                  <a:lnTo>
                    <a:pt x="1027655" y="562069"/>
                  </a:lnTo>
                  <a:lnTo>
                    <a:pt x="1019870" y="561862"/>
                  </a:lnTo>
                  <a:lnTo>
                    <a:pt x="1012085" y="561652"/>
                  </a:lnTo>
                  <a:lnTo>
                    <a:pt x="1004299" y="561438"/>
                  </a:lnTo>
                  <a:lnTo>
                    <a:pt x="996514" y="561220"/>
                  </a:lnTo>
                  <a:lnTo>
                    <a:pt x="988729" y="560999"/>
                  </a:lnTo>
                  <a:lnTo>
                    <a:pt x="980944" y="560800"/>
                  </a:lnTo>
                  <a:lnTo>
                    <a:pt x="973158" y="560625"/>
                  </a:lnTo>
                  <a:lnTo>
                    <a:pt x="965373" y="560447"/>
                  </a:lnTo>
                  <a:lnTo>
                    <a:pt x="957588" y="560267"/>
                  </a:lnTo>
                  <a:lnTo>
                    <a:pt x="949802" y="560085"/>
                  </a:lnTo>
                  <a:lnTo>
                    <a:pt x="942017" y="559900"/>
                  </a:lnTo>
                  <a:lnTo>
                    <a:pt x="934232" y="559684"/>
                  </a:lnTo>
                  <a:lnTo>
                    <a:pt x="926447" y="559315"/>
                  </a:lnTo>
                  <a:lnTo>
                    <a:pt x="918661" y="558994"/>
                  </a:lnTo>
                  <a:lnTo>
                    <a:pt x="910876" y="558779"/>
                  </a:lnTo>
                  <a:lnTo>
                    <a:pt x="903091" y="558561"/>
                  </a:lnTo>
                  <a:lnTo>
                    <a:pt x="895306" y="558339"/>
                  </a:lnTo>
                  <a:lnTo>
                    <a:pt x="887520" y="558116"/>
                  </a:lnTo>
                  <a:lnTo>
                    <a:pt x="879735" y="557891"/>
                  </a:lnTo>
                  <a:lnTo>
                    <a:pt x="871950" y="557661"/>
                  </a:lnTo>
                  <a:lnTo>
                    <a:pt x="864165" y="557410"/>
                  </a:lnTo>
                  <a:lnTo>
                    <a:pt x="856379" y="557167"/>
                  </a:lnTo>
                  <a:lnTo>
                    <a:pt x="848594" y="556951"/>
                  </a:lnTo>
                  <a:lnTo>
                    <a:pt x="840809" y="556708"/>
                  </a:lnTo>
                  <a:lnTo>
                    <a:pt x="833023" y="556463"/>
                  </a:lnTo>
                  <a:lnTo>
                    <a:pt x="825238" y="556199"/>
                  </a:lnTo>
                  <a:lnTo>
                    <a:pt x="817453" y="555847"/>
                  </a:lnTo>
                  <a:lnTo>
                    <a:pt x="809668" y="555488"/>
                  </a:lnTo>
                  <a:lnTo>
                    <a:pt x="801882" y="555173"/>
                  </a:lnTo>
                  <a:lnTo>
                    <a:pt x="794097" y="554916"/>
                  </a:lnTo>
                  <a:lnTo>
                    <a:pt x="786312" y="554655"/>
                  </a:lnTo>
                  <a:lnTo>
                    <a:pt x="778527" y="554390"/>
                  </a:lnTo>
                  <a:lnTo>
                    <a:pt x="770741" y="554122"/>
                  </a:lnTo>
                  <a:lnTo>
                    <a:pt x="762956" y="553849"/>
                  </a:lnTo>
                  <a:lnTo>
                    <a:pt x="755171" y="553552"/>
                  </a:lnTo>
                  <a:lnTo>
                    <a:pt x="747385" y="553215"/>
                  </a:lnTo>
                  <a:lnTo>
                    <a:pt x="739600" y="552978"/>
                  </a:lnTo>
                  <a:lnTo>
                    <a:pt x="731815" y="552729"/>
                  </a:lnTo>
                  <a:lnTo>
                    <a:pt x="724030" y="552326"/>
                  </a:lnTo>
                  <a:lnTo>
                    <a:pt x="716244" y="551954"/>
                  </a:lnTo>
                  <a:lnTo>
                    <a:pt x="708459" y="551640"/>
                  </a:lnTo>
                  <a:lnTo>
                    <a:pt x="700674" y="551320"/>
                  </a:lnTo>
                  <a:lnTo>
                    <a:pt x="692889" y="550995"/>
                  </a:lnTo>
                  <a:lnTo>
                    <a:pt x="685103" y="550665"/>
                  </a:lnTo>
                  <a:lnTo>
                    <a:pt x="677318" y="550294"/>
                  </a:lnTo>
                  <a:lnTo>
                    <a:pt x="669533" y="549902"/>
                  </a:lnTo>
                  <a:lnTo>
                    <a:pt x="661747" y="549503"/>
                  </a:lnTo>
                  <a:lnTo>
                    <a:pt x="653962" y="549077"/>
                  </a:lnTo>
                  <a:lnTo>
                    <a:pt x="646177" y="548559"/>
                  </a:lnTo>
                  <a:lnTo>
                    <a:pt x="638392" y="548257"/>
                  </a:lnTo>
                  <a:lnTo>
                    <a:pt x="630606" y="547838"/>
                  </a:lnTo>
                  <a:lnTo>
                    <a:pt x="622821" y="547414"/>
                  </a:lnTo>
                  <a:lnTo>
                    <a:pt x="615036" y="547193"/>
                  </a:lnTo>
                  <a:lnTo>
                    <a:pt x="607251" y="546705"/>
                  </a:lnTo>
                  <a:lnTo>
                    <a:pt x="599465" y="546393"/>
                  </a:lnTo>
                  <a:lnTo>
                    <a:pt x="591680" y="545908"/>
                  </a:lnTo>
                  <a:lnTo>
                    <a:pt x="583895" y="545593"/>
                  </a:lnTo>
                  <a:lnTo>
                    <a:pt x="576110" y="545245"/>
                  </a:lnTo>
                  <a:lnTo>
                    <a:pt x="568324" y="545057"/>
                  </a:lnTo>
                  <a:lnTo>
                    <a:pt x="560539" y="544510"/>
                  </a:lnTo>
                  <a:lnTo>
                    <a:pt x="552754" y="543949"/>
                  </a:lnTo>
                  <a:lnTo>
                    <a:pt x="544968" y="543379"/>
                  </a:lnTo>
                  <a:lnTo>
                    <a:pt x="537183" y="542777"/>
                  </a:lnTo>
                  <a:lnTo>
                    <a:pt x="529398" y="542208"/>
                  </a:lnTo>
                  <a:lnTo>
                    <a:pt x="521613" y="541614"/>
                  </a:lnTo>
                  <a:lnTo>
                    <a:pt x="513827" y="541004"/>
                  </a:lnTo>
                  <a:lnTo>
                    <a:pt x="506042" y="540520"/>
                  </a:lnTo>
                  <a:lnTo>
                    <a:pt x="498257" y="540181"/>
                  </a:lnTo>
                  <a:lnTo>
                    <a:pt x="490472" y="539838"/>
                  </a:lnTo>
                  <a:lnTo>
                    <a:pt x="482686" y="539504"/>
                  </a:lnTo>
                  <a:lnTo>
                    <a:pt x="474901" y="539327"/>
                  </a:lnTo>
                  <a:lnTo>
                    <a:pt x="467116" y="539224"/>
                  </a:lnTo>
                  <a:lnTo>
                    <a:pt x="459330" y="538617"/>
                  </a:lnTo>
                  <a:lnTo>
                    <a:pt x="451545" y="538098"/>
                  </a:lnTo>
                  <a:lnTo>
                    <a:pt x="443760" y="537740"/>
                  </a:lnTo>
                  <a:lnTo>
                    <a:pt x="435975" y="537348"/>
                  </a:lnTo>
                  <a:lnTo>
                    <a:pt x="428189" y="536835"/>
                  </a:lnTo>
                  <a:lnTo>
                    <a:pt x="420404" y="536314"/>
                  </a:lnTo>
                  <a:lnTo>
                    <a:pt x="412619" y="535918"/>
                  </a:lnTo>
                  <a:lnTo>
                    <a:pt x="404834" y="535708"/>
                  </a:lnTo>
                  <a:lnTo>
                    <a:pt x="397048" y="535312"/>
                  </a:lnTo>
                  <a:lnTo>
                    <a:pt x="389263" y="534947"/>
                  </a:lnTo>
                  <a:lnTo>
                    <a:pt x="381478" y="534271"/>
                  </a:lnTo>
                  <a:lnTo>
                    <a:pt x="373692" y="533951"/>
                  </a:lnTo>
                  <a:lnTo>
                    <a:pt x="365907" y="533276"/>
                  </a:lnTo>
                  <a:lnTo>
                    <a:pt x="358122" y="532791"/>
                  </a:lnTo>
                  <a:lnTo>
                    <a:pt x="350337" y="532411"/>
                  </a:lnTo>
                  <a:lnTo>
                    <a:pt x="342551" y="532022"/>
                  </a:lnTo>
                  <a:lnTo>
                    <a:pt x="334766" y="531431"/>
                  </a:lnTo>
                  <a:lnTo>
                    <a:pt x="326981" y="531092"/>
                  </a:lnTo>
                  <a:lnTo>
                    <a:pt x="319196" y="530617"/>
                  </a:lnTo>
                  <a:lnTo>
                    <a:pt x="311410" y="530039"/>
                  </a:lnTo>
                  <a:lnTo>
                    <a:pt x="303625" y="529868"/>
                  </a:lnTo>
                  <a:lnTo>
                    <a:pt x="295840" y="529602"/>
                  </a:lnTo>
                  <a:lnTo>
                    <a:pt x="288055" y="529449"/>
                  </a:lnTo>
                  <a:lnTo>
                    <a:pt x="280269" y="529278"/>
                  </a:lnTo>
                  <a:lnTo>
                    <a:pt x="272484" y="528939"/>
                  </a:lnTo>
                  <a:lnTo>
                    <a:pt x="264699" y="528494"/>
                  </a:lnTo>
                  <a:lnTo>
                    <a:pt x="256913" y="528047"/>
                  </a:lnTo>
                  <a:lnTo>
                    <a:pt x="249128" y="527496"/>
                  </a:lnTo>
                  <a:lnTo>
                    <a:pt x="241343" y="527037"/>
                  </a:lnTo>
                  <a:lnTo>
                    <a:pt x="233558" y="526674"/>
                  </a:lnTo>
                  <a:lnTo>
                    <a:pt x="225772" y="526210"/>
                  </a:lnTo>
                  <a:lnTo>
                    <a:pt x="217987" y="525740"/>
                  </a:lnTo>
                  <a:lnTo>
                    <a:pt x="210202" y="525389"/>
                  </a:lnTo>
                  <a:lnTo>
                    <a:pt x="202417" y="525004"/>
                  </a:lnTo>
                  <a:lnTo>
                    <a:pt x="194631" y="524763"/>
                  </a:lnTo>
                  <a:lnTo>
                    <a:pt x="186846" y="524521"/>
                  </a:lnTo>
                  <a:lnTo>
                    <a:pt x="179061" y="524548"/>
                  </a:lnTo>
                  <a:lnTo>
                    <a:pt x="171275" y="524704"/>
                  </a:lnTo>
                  <a:lnTo>
                    <a:pt x="163490" y="524493"/>
                  </a:lnTo>
                  <a:lnTo>
                    <a:pt x="155705" y="524239"/>
                  </a:lnTo>
                  <a:lnTo>
                    <a:pt x="147920" y="524076"/>
                  </a:lnTo>
                  <a:lnTo>
                    <a:pt x="140134" y="524187"/>
                  </a:lnTo>
                  <a:lnTo>
                    <a:pt x="132349" y="524149"/>
                  </a:lnTo>
                  <a:lnTo>
                    <a:pt x="124564" y="524080"/>
                  </a:lnTo>
                  <a:lnTo>
                    <a:pt x="116779" y="523868"/>
                  </a:lnTo>
                  <a:lnTo>
                    <a:pt x="108993" y="524097"/>
                  </a:lnTo>
                  <a:lnTo>
                    <a:pt x="101208" y="524357"/>
                  </a:lnTo>
                  <a:lnTo>
                    <a:pt x="93423" y="524445"/>
                  </a:lnTo>
                  <a:lnTo>
                    <a:pt x="85637" y="524727"/>
                  </a:lnTo>
                  <a:lnTo>
                    <a:pt x="77852" y="524923"/>
                  </a:lnTo>
                  <a:lnTo>
                    <a:pt x="70067" y="524902"/>
                  </a:lnTo>
                  <a:lnTo>
                    <a:pt x="62282" y="524996"/>
                  </a:lnTo>
                  <a:lnTo>
                    <a:pt x="54496" y="525080"/>
                  </a:lnTo>
                  <a:lnTo>
                    <a:pt x="46711" y="525317"/>
                  </a:lnTo>
                  <a:lnTo>
                    <a:pt x="38926" y="525136"/>
                  </a:lnTo>
                  <a:lnTo>
                    <a:pt x="31141" y="525461"/>
                  </a:lnTo>
                  <a:lnTo>
                    <a:pt x="23355" y="525605"/>
                  </a:lnTo>
                  <a:lnTo>
                    <a:pt x="15570" y="525958"/>
                  </a:lnTo>
                  <a:lnTo>
                    <a:pt x="7785" y="526198"/>
                  </a:lnTo>
                  <a:lnTo>
                    <a:pt x="0" y="526405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8" name="pl157"/>
            <p:cNvSpPr/>
            <p:nvPr/>
          </p:nvSpPr>
          <p:spPr>
            <a:xfrm>
              <a:off x="3648531" y="3458333"/>
              <a:ext cx="2016385" cy="387794"/>
            </a:xfrm>
            <a:custGeom>
              <a:avLst/>
              <a:pathLst>
                <a:path w="2016385" h="387794">
                  <a:moveTo>
                    <a:pt x="0" y="372033"/>
                  </a:moveTo>
                  <a:lnTo>
                    <a:pt x="7785" y="373270"/>
                  </a:lnTo>
                  <a:lnTo>
                    <a:pt x="15570" y="374517"/>
                  </a:lnTo>
                  <a:lnTo>
                    <a:pt x="23355" y="375747"/>
                  </a:lnTo>
                  <a:lnTo>
                    <a:pt x="31141" y="376839"/>
                  </a:lnTo>
                  <a:lnTo>
                    <a:pt x="38926" y="377740"/>
                  </a:lnTo>
                  <a:lnTo>
                    <a:pt x="46711" y="379400"/>
                  </a:lnTo>
                  <a:lnTo>
                    <a:pt x="54496" y="380629"/>
                  </a:lnTo>
                  <a:lnTo>
                    <a:pt x="62282" y="381830"/>
                  </a:lnTo>
                  <a:lnTo>
                    <a:pt x="70067" y="383038"/>
                  </a:lnTo>
                  <a:lnTo>
                    <a:pt x="77852" y="384062"/>
                  </a:lnTo>
                  <a:lnTo>
                    <a:pt x="85637" y="384138"/>
                  </a:lnTo>
                  <a:lnTo>
                    <a:pt x="93423" y="384515"/>
                  </a:lnTo>
                  <a:lnTo>
                    <a:pt x="101208" y="384512"/>
                  </a:lnTo>
                  <a:lnTo>
                    <a:pt x="108993" y="385294"/>
                  </a:lnTo>
                  <a:lnTo>
                    <a:pt x="116779" y="385061"/>
                  </a:lnTo>
                  <a:lnTo>
                    <a:pt x="124564" y="385101"/>
                  </a:lnTo>
                  <a:lnTo>
                    <a:pt x="132349" y="385527"/>
                  </a:lnTo>
                  <a:lnTo>
                    <a:pt x="140134" y="386359"/>
                  </a:lnTo>
                  <a:lnTo>
                    <a:pt x="147920" y="385993"/>
                  </a:lnTo>
                  <a:lnTo>
                    <a:pt x="155705" y="386166"/>
                  </a:lnTo>
                  <a:lnTo>
                    <a:pt x="163490" y="385814"/>
                  </a:lnTo>
                  <a:lnTo>
                    <a:pt x="171275" y="387016"/>
                  </a:lnTo>
                  <a:lnTo>
                    <a:pt x="179061" y="387794"/>
                  </a:lnTo>
                  <a:lnTo>
                    <a:pt x="186846" y="387757"/>
                  </a:lnTo>
                  <a:lnTo>
                    <a:pt x="194631" y="387588"/>
                  </a:lnTo>
                  <a:lnTo>
                    <a:pt x="202417" y="387408"/>
                  </a:lnTo>
                  <a:lnTo>
                    <a:pt x="210202" y="387018"/>
                  </a:lnTo>
                  <a:lnTo>
                    <a:pt x="217987" y="386314"/>
                  </a:lnTo>
                  <a:lnTo>
                    <a:pt x="225772" y="385609"/>
                  </a:lnTo>
                  <a:lnTo>
                    <a:pt x="233558" y="386234"/>
                  </a:lnTo>
                  <a:lnTo>
                    <a:pt x="241343" y="386577"/>
                  </a:lnTo>
                  <a:lnTo>
                    <a:pt x="249128" y="386087"/>
                  </a:lnTo>
                  <a:lnTo>
                    <a:pt x="256913" y="386134"/>
                  </a:lnTo>
                  <a:lnTo>
                    <a:pt x="264699" y="385232"/>
                  </a:lnTo>
                  <a:lnTo>
                    <a:pt x="272484" y="384477"/>
                  </a:lnTo>
                  <a:lnTo>
                    <a:pt x="280269" y="384186"/>
                  </a:lnTo>
                  <a:lnTo>
                    <a:pt x="288055" y="384209"/>
                  </a:lnTo>
                  <a:lnTo>
                    <a:pt x="295840" y="384236"/>
                  </a:lnTo>
                  <a:lnTo>
                    <a:pt x="303625" y="384256"/>
                  </a:lnTo>
                  <a:lnTo>
                    <a:pt x="311410" y="383543"/>
                  </a:lnTo>
                  <a:lnTo>
                    <a:pt x="319196" y="382357"/>
                  </a:lnTo>
                  <a:lnTo>
                    <a:pt x="326981" y="382155"/>
                  </a:lnTo>
                  <a:lnTo>
                    <a:pt x="334766" y="381828"/>
                  </a:lnTo>
                  <a:lnTo>
                    <a:pt x="342551" y="381232"/>
                  </a:lnTo>
                  <a:lnTo>
                    <a:pt x="350337" y="380314"/>
                  </a:lnTo>
                  <a:lnTo>
                    <a:pt x="358122" y="379099"/>
                  </a:lnTo>
                  <a:lnTo>
                    <a:pt x="365907" y="379041"/>
                  </a:lnTo>
                  <a:lnTo>
                    <a:pt x="373692" y="378144"/>
                  </a:lnTo>
                  <a:lnTo>
                    <a:pt x="381478" y="377041"/>
                  </a:lnTo>
                  <a:lnTo>
                    <a:pt x="389263" y="376518"/>
                  </a:lnTo>
                  <a:lnTo>
                    <a:pt x="397048" y="374782"/>
                  </a:lnTo>
                  <a:lnTo>
                    <a:pt x="404834" y="373512"/>
                  </a:lnTo>
                  <a:lnTo>
                    <a:pt x="412619" y="372171"/>
                  </a:lnTo>
                  <a:lnTo>
                    <a:pt x="420404" y="371718"/>
                  </a:lnTo>
                  <a:lnTo>
                    <a:pt x="428189" y="370955"/>
                  </a:lnTo>
                  <a:lnTo>
                    <a:pt x="435975" y="370091"/>
                  </a:lnTo>
                  <a:lnTo>
                    <a:pt x="443760" y="369052"/>
                  </a:lnTo>
                  <a:lnTo>
                    <a:pt x="451545" y="368153"/>
                  </a:lnTo>
                  <a:lnTo>
                    <a:pt x="459330" y="366796"/>
                  </a:lnTo>
                  <a:lnTo>
                    <a:pt x="467116" y="365193"/>
                  </a:lnTo>
                  <a:lnTo>
                    <a:pt x="474901" y="364826"/>
                  </a:lnTo>
                  <a:lnTo>
                    <a:pt x="482686" y="361963"/>
                  </a:lnTo>
                  <a:lnTo>
                    <a:pt x="490472" y="360830"/>
                  </a:lnTo>
                  <a:lnTo>
                    <a:pt x="498257" y="360319"/>
                  </a:lnTo>
                  <a:lnTo>
                    <a:pt x="506042" y="358837"/>
                  </a:lnTo>
                  <a:lnTo>
                    <a:pt x="513827" y="358057"/>
                  </a:lnTo>
                  <a:lnTo>
                    <a:pt x="521613" y="357290"/>
                  </a:lnTo>
                  <a:lnTo>
                    <a:pt x="529398" y="356513"/>
                  </a:lnTo>
                  <a:lnTo>
                    <a:pt x="537183" y="355666"/>
                  </a:lnTo>
                  <a:lnTo>
                    <a:pt x="544968" y="354168"/>
                  </a:lnTo>
                  <a:lnTo>
                    <a:pt x="552754" y="353268"/>
                  </a:lnTo>
                  <a:lnTo>
                    <a:pt x="560539" y="351760"/>
                  </a:lnTo>
                  <a:lnTo>
                    <a:pt x="568324" y="351243"/>
                  </a:lnTo>
                  <a:lnTo>
                    <a:pt x="576110" y="350475"/>
                  </a:lnTo>
                  <a:lnTo>
                    <a:pt x="583895" y="349615"/>
                  </a:lnTo>
                  <a:lnTo>
                    <a:pt x="591680" y="348715"/>
                  </a:lnTo>
                  <a:lnTo>
                    <a:pt x="599465" y="346574"/>
                  </a:lnTo>
                  <a:lnTo>
                    <a:pt x="607251" y="344150"/>
                  </a:lnTo>
                  <a:lnTo>
                    <a:pt x="615036" y="341788"/>
                  </a:lnTo>
                  <a:lnTo>
                    <a:pt x="622821" y="340266"/>
                  </a:lnTo>
                  <a:lnTo>
                    <a:pt x="630606" y="339243"/>
                  </a:lnTo>
                  <a:lnTo>
                    <a:pt x="638392" y="338185"/>
                  </a:lnTo>
                  <a:lnTo>
                    <a:pt x="646177" y="337107"/>
                  </a:lnTo>
                  <a:lnTo>
                    <a:pt x="653962" y="335349"/>
                  </a:lnTo>
                  <a:lnTo>
                    <a:pt x="661747" y="332593"/>
                  </a:lnTo>
                  <a:lnTo>
                    <a:pt x="669533" y="329822"/>
                  </a:lnTo>
                  <a:lnTo>
                    <a:pt x="677318" y="328444"/>
                  </a:lnTo>
                  <a:lnTo>
                    <a:pt x="685103" y="328654"/>
                  </a:lnTo>
                  <a:lnTo>
                    <a:pt x="692889" y="327320"/>
                  </a:lnTo>
                  <a:lnTo>
                    <a:pt x="700674" y="325585"/>
                  </a:lnTo>
                  <a:lnTo>
                    <a:pt x="708459" y="323844"/>
                  </a:lnTo>
                  <a:lnTo>
                    <a:pt x="716244" y="322105"/>
                  </a:lnTo>
                  <a:lnTo>
                    <a:pt x="724030" y="320403"/>
                  </a:lnTo>
                  <a:lnTo>
                    <a:pt x="731815" y="319326"/>
                  </a:lnTo>
                  <a:lnTo>
                    <a:pt x="739600" y="318252"/>
                  </a:lnTo>
                  <a:lnTo>
                    <a:pt x="747385" y="316679"/>
                  </a:lnTo>
                  <a:lnTo>
                    <a:pt x="755171" y="314535"/>
                  </a:lnTo>
                  <a:lnTo>
                    <a:pt x="762956" y="312369"/>
                  </a:lnTo>
                  <a:lnTo>
                    <a:pt x="770741" y="310299"/>
                  </a:lnTo>
                  <a:lnTo>
                    <a:pt x="778527" y="308009"/>
                  </a:lnTo>
                  <a:lnTo>
                    <a:pt x="786312" y="305808"/>
                  </a:lnTo>
                  <a:lnTo>
                    <a:pt x="794097" y="303596"/>
                  </a:lnTo>
                  <a:lnTo>
                    <a:pt x="801882" y="301377"/>
                  </a:lnTo>
                  <a:lnTo>
                    <a:pt x="809668" y="299155"/>
                  </a:lnTo>
                  <a:lnTo>
                    <a:pt x="817453" y="296947"/>
                  </a:lnTo>
                  <a:lnTo>
                    <a:pt x="825238" y="294766"/>
                  </a:lnTo>
                  <a:lnTo>
                    <a:pt x="833023" y="293463"/>
                  </a:lnTo>
                  <a:lnTo>
                    <a:pt x="840809" y="292720"/>
                  </a:lnTo>
                  <a:lnTo>
                    <a:pt x="848594" y="290391"/>
                  </a:lnTo>
                  <a:lnTo>
                    <a:pt x="856379" y="288057"/>
                  </a:lnTo>
                  <a:lnTo>
                    <a:pt x="864165" y="285718"/>
                  </a:lnTo>
                  <a:lnTo>
                    <a:pt x="871950" y="283374"/>
                  </a:lnTo>
                  <a:lnTo>
                    <a:pt x="879735" y="281024"/>
                  </a:lnTo>
                  <a:lnTo>
                    <a:pt x="887520" y="278670"/>
                  </a:lnTo>
                  <a:lnTo>
                    <a:pt x="895306" y="276312"/>
                  </a:lnTo>
                  <a:lnTo>
                    <a:pt x="903091" y="273952"/>
                  </a:lnTo>
                  <a:lnTo>
                    <a:pt x="910876" y="271598"/>
                  </a:lnTo>
                  <a:lnTo>
                    <a:pt x="918661" y="269239"/>
                  </a:lnTo>
                  <a:lnTo>
                    <a:pt x="926447" y="267064"/>
                  </a:lnTo>
                  <a:lnTo>
                    <a:pt x="934232" y="265255"/>
                  </a:lnTo>
                  <a:lnTo>
                    <a:pt x="942017" y="263444"/>
                  </a:lnTo>
                  <a:lnTo>
                    <a:pt x="949802" y="261631"/>
                  </a:lnTo>
                  <a:lnTo>
                    <a:pt x="957588" y="259816"/>
                  </a:lnTo>
                  <a:lnTo>
                    <a:pt x="965373" y="258000"/>
                  </a:lnTo>
                  <a:lnTo>
                    <a:pt x="973158" y="256196"/>
                  </a:lnTo>
                  <a:lnTo>
                    <a:pt x="980944" y="254404"/>
                  </a:lnTo>
                  <a:lnTo>
                    <a:pt x="988729" y="252611"/>
                  </a:lnTo>
                  <a:lnTo>
                    <a:pt x="996514" y="250816"/>
                  </a:lnTo>
                  <a:lnTo>
                    <a:pt x="1004299" y="249021"/>
                  </a:lnTo>
                  <a:lnTo>
                    <a:pt x="1012085" y="247225"/>
                  </a:lnTo>
                  <a:lnTo>
                    <a:pt x="1019870" y="245428"/>
                  </a:lnTo>
                  <a:lnTo>
                    <a:pt x="1027655" y="243613"/>
                  </a:lnTo>
                  <a:lnTo>
                    <a:pt x="1035440" y="241502"/>
                  </a:lnTo>
                  <a:lnTo>
                    <a:pt x="1043226" y="239060"/>
                  </a:lnTo>
                  <a:lnTo>
                    <a:pt x="1051011" y="238129"/>
                  </a:lnTo>
                  <a:lnTo>
                    <a:pt x="1058796" y="236322"/>
                  </a:lnTo>
                  <a:lnTo>
                    <a:pt x="1066582" y="234516"/>
                  </a:lnTo>
                  <a:lnTo>
                    <a:pt x="1074367" y="232709"/>
                  </a:lnTo>
                  <a:lnTo>
                    <a:pt x="1082152" y="230907"/>
                  </a:lnTo>
                  <a:lnTo>
                    <a:pt x="1089937" y="229111"/>
                  </a:lnTo>
                  <a:lnTo>
                    <a:pt x="1097723" y="227067"/>
                  </a:lnTo>
                  <a:lnTo>
                    <a:pt x="1105508" y="225413"/>
                  </a:lnTo>
                  <a:lnTo>
                    <a:pt x="1113293" y="223141"/>
                  </a:lnTo>
                  <a:lnTo>
                    <a:pt x="1121078" y="221127"/>
                  </a:lnTo>
                  <a:lnTo>
                    <a:pt x="1128864" y="218572"/>
                  </a:lnTo>
                  <a:lnTo>
                    <a:pt x="1136649" y="216228"/>
                  </a:lnTo>
                  <a:lnTo>
                    <a:pt x="1144434" y="213793"/>
                  </a:lnTo>
                  <a:lnTo>
                    <a:pt x="1152220" y="211370"/>
                  </a:lnTo>
                  <a:lnTo>
                    <a:pt x="1160005" y="208959"/>
                  </a:lnTo>
                  <a:lnTo>
                    <a:pt x="1167790" y="207155"/>
                  </a:lnTo>
                  <a:lnTo>
                    <a:pt x="1175575" y="204807"/>
                  </a:lnTo>
                  <a:lnTo>
                    <a:pt x="1183361" y="202339"/>
                  </a:lnTo>
                  <a:lnTo>
                    <a:pt x="1191146" y="199875"/>
                  </a:lnTo>
                  <a:lnTo>
                    <a:pt x="1198931" y="197419"/>
                  </a:lnTo>
                  <a:lnTo>
                    <a:pt x="1206716" y="194968"/>
                  </a:lnTo>
                  <a:lnTo>
                    <a:pt x="1214502" y="192531"/>
                  </a:lnTo>
                  <a:lnTo>
                    <a:pt x="1222287" y="190614"/>
                  </a:lnTo>
                  <a:lnTo>
                    <a:pt x="1230072" y="188799"/>
                  </a:lnTo>
                  <a:lnTo>
                    <a:pt x="1237857" y="186761"/>
                  </a:lnTo>
                  <a:lnTo>
                    <a:pt x="1245643" y="184526"/>
                  </a:lnTo>
                  <a:lnTo>
                    <a:pt x="1253428" y="182294"/>
                  </a:lnTo>
                  <a:lnTo>
                    <a:pt x="1261213" y="180067"/>
                  </a:lnTo>
                  <a:lnTo>
                    <a:pt x="1268999" y="177871"/>
                  </a:lnTo>
                  <a:lnTo>
                    <a:pt x="1276784" y="176018"/>
                  </a:lnTo>
                  <a:lnTo>
                    <a:pt x="1284569" y="174168"/>
                  </a:lnTo>
                  <a:lnTo>
                    <a:pt x="1292354" y="172329"/>
                  </a:lnTo>
                  <a:lnTo>
                    <a:pt x="1300140" y="170494"/>
                  </a:lnTo>
                  <a:lnTo>
                    <a:pt x="1307925" y="168664"/>
                  </a:lnTo>
                  <a:lnTo>
                    <a:pt x="1315710" y="166837"/>
                  </a:lnTo>
                  <a:lnTo>
                    <a:pt x="1323495" y="165015"/>
                  </a:lnTo>
                  <a:lnTo>
                    <a:pt x="1331281" y="163196"/>
                  </a:lnTo>
                  <a:lnTo>
                    <a:pt x="1339066" y="161297"/>
                  </a:lnTo>
                  <a:lnTo>
                    <a:pt x="1346851" y="158780"/>
                  </a:lnTo>
                  <a:lnTo>
                    <a:pt x="1354637" y="156436"/>
                  </a:lnTo>
                  <a:lnTo>
                    <a:pt x="1362422" y="154566"/>
                  </a:lnTo>
                  <a:lnTo>
                    <a:pt x="1370207" y="152701"/>
                  </a:lnTo>
                  <a:lnTo>
                    <a:pt x="1377992" y="150590"/>
                  </a:lnTo>
                  <a:lnTo>
                    <a:pt x="1385778" y="148252"/>
                  </a:lnTo>
                  <a:lnTo>
                    <a:pt x="1393563" y="145923"/>
                  </a:lnTo>
                  <a:lnTo>
                    <a:pt x="1401348" y="143298"/>
                  </a:lnTo>
                  <a:lnTo>
                    <a:pt x="1409133" y="140525"/>
                  </a:lnTo>
                  <a:lnTo>
                    <a:pt x="1416919" y="137770"/>
                  </a:lnTo>
                  <a:lnTo>
                    <a:pt x="1424704" y="135032"/>
                  </a:lnTo>
                  <a:lnTo>
                    <a:pt x="1432489" y="132485"/>
                  </a:lnTo>
                  <a:lnTo>
                    <a:pt x="1440275" y="131221"/>
                  </a:lnTo>
                  <a:lnTo>
                    <a:pt x="1448060" y="129910"/>
                  </a:lnTo>
                  <a:lnTo>
                    <a:pt x="1455845" y="127664"/>
                  </a:lnTo>
                  <a:lnTo>
                    <a:pt x="1463630" y="125428"/>
                  </a:lnTo>
                  <a:lnTo>
                    <a:pt x="1471416" y="122929"/>
                  </a:lnTo>
                  <a:lnTo>
                    <a:pt x="1479201" y="120287"/>
                  </a:lnTo>
                  <a:lnTo>
                    <a:pt x="1486986" y="117940"/>
                  </a:lnTo>
                  <a:lnTo>
                    <a:pt x="1494771" y="115901"/>
                  </a:lnTo>
                  <a:lnTo>
                    <a:pt x="1502557" y="113665"/>
                  </a:lnTo>
                  <a:lnTo>
                    <a:pt x="1510342" y="111142"/>
                  </a:lnTo>
                  <a:lnTo>
                    <a:pt x="1518127" y="108658"/>
                  </a:lnTo>
                  <a:lnTo>
                    <a:pt x="1525912" y="106686"/>
                  </a:lnTo>
                  <a:lnTo>
                    <a:pt x="1533698" y="105128"/>
                  </a:lnTo>
                  <a:lnTo>
                    <a:pt x="1541483" y="103578"/>
                  </a:lnTo>
                  <a:lnTo>
                    <a:pt x="1549268" y="101778"/>
                  </a:lnTo>
                  <a:lnTo>
                    <a:pt x="1557054" y="99415"/>
                  </a:lnTo>
                  <a:lnTo>
                    <a:pt x="1564839" y="97308"/>
                  </a:lnTo>
                  <a:lnTo>
                    <a:pt x="1572624" y="95213"/>
                  </a:lnTo>
                  <a:lnTo>
                    <a:pt x="1580409" y="93142"/>
                  </a:lnTo>
                  <a:lnTo>
                    <a:pt x="1588195" y="91095"/>
                  </a:lnTo>
                  <a:lnTo>
                    <a:pt x="1595980" y="89061"/>
                  </a:lnTo>
                  <a:lnTo>
                    <a:pt x="1603765" y="87028"/>
                  </a:lnTo>
                  <a:lnTo>
                    <a:pt x="1611550" y="84995"/>
                  </a:lnTo>
                  <a:lnTo>
                    <a:pt x="1619336" y="82993"/>
                  </a:lnTo>
                  <a:lnTo>
                    <a:pt x="1627121" y="81063"/>
                  </a:lnTo>
                  <a:lnTo>
                    <a:pt x="1634906" y="79659"/>
                  </a:lnTo>
                  <a:lnTo>
                    <a:pt x="1642692" y="77597"/>
                  </a:lnTo>
                  <a:lnTo>
                    <a:pt x="1650477" y="75371"/>
                  </a:lnTo>
                  <a:lnTo>
                    <a:pt x="1658262" y="73161"/>
                  </a:lnTo>
                  <a:lnTo>
                    <a:pt x="1666047" y="71225"/>
                  </a:lnTo>
                  <a:lnTo>
                    <a:pt x="1673833" y="69302"/>
                  </a:lnTo>
                  <a:lnTo>
                    <a:pt x="1681618" y="67393"/>
                  </a:lnTo>
                  <a:lnTo>
                    <a:pt x="1689403" y="65497"/>
                  </a:lnTo>
                  <a:lnTo>
                    <a:pt x="1697188" y="63615"/>
                  </a:lnTo>
                  <a:lnTo>
                    <a:pt x="1704974" y="61746"/>
                  </a:lnTo>
                  <a:lnTo>
                    <a:pt x="1712759" y="59891"/>
                  </a:lnTo>
                  <a:lnTo>
                    <a:pt x="1720544" y="58050"/>
                  </a:lnTo>
                  <a:lnTo>
                    <a:pt x="1728330" y="56223"/>
                  </a:lnTo>
                  <a:lnTo>
                    <a:pt x="1736115" y="54409"/>
                  </a:lnTo>
                  <a:lnTo>
                    <a:pt x="1743900" y="52613"/>
                  </a:lnTo>
                  <a:lnTo>
                    <a:pt x="1751685" y="50835"/>
                  </a:lnTo>
                  <a:lnTo>
                    <a:pt x="1759471" y="49071"/>
                  </a:lnTo>
                  <a:lnTo>
                    <a:pt x="1767256" y="47320"/>
                  </a:lnTo>
                  <a:lnTo>
                    <a:pt x="1775041" y="45584"/>
                  </a:lnTo>
                  <a:lnTo>
                    <a:pt x="1782826" y="43861"/>
                  </a:lnTo>
                  <a:lnTo>
                    <a:pt x="1790612" y="42153"/>
                  </a:lnTo>
                  <a:lnTo>
                    <a:pt x="1798397" y="40458"/>
                  </a:lnTo>
                  <a:lnTo>
                    <a:pt x="1806182" y="38777"/>
                  </a:lnTo>
                  <a:lnTo>
                    <a:pt x="1813967" y="37110"/>
                  </a:lnTo>
                  <a:lnTo>
                    <a:pt x="1821753" y="35457"/>
                  </a:lnTo>
                  <a:lnTo>
                    <a:pt x="1829538" y="33818"/>
                  </a:lnTo>
                  <a:lnTo>
                    <a:pt x="1837323" y="32192"/>
                  </a:lnTo>
                  <a:lnTo>
                    <a:pt x="1845109" y="30581"/>
                  </a:lnTo>
                  <a:lnTo>
                    <a:pt x="1852894" y="28984"/>
                  </a:lnTo>
                  <a:lnTo>
                    <a:pt x="1860679" y="27400"/>
                  </a:lnTo>
                  <a:lnTo>
                    <a:pt x="1868464" y="25830"/>
                  </a:lnTo>
                  <a:lnTo>
                    <a:pt x="1876250" y="24275"/>
                  </a:lnTo>
                  <a:lnTo>
                    <a:pt x="1884035" y="22733"/>
                  </a:lnTo>
                  <a:lnTo>
                    <a:pt x="1891820" y="21204"/>
                  </a:lnTo>
                  <a:lnTo>
                    <a:pt x="1899605" y="19690"/>
                  </a:lnTo>
                  <a:lnTo>
                    <a:pt x="1907391" y="18190"/>
                  </a:lnTo>
                  <a:lnTo>
                    <a:pt x="1915176" y="16706"/>
                  </a:lnTo>
                  <a:lnTo>
                    <a:pt x="1922961" y="15236"/>
                  </a:lnTo>
                  <a:lnTo>
                    <a:pt x="1930747" y="13780"/>
                  </a:lnTo>
                  <a:lnTo>
                    <a:pt x="1938532" y="12337"/>
                  </a:lnTo>
                  <a:lnTo>
                    <a:pt x="1946317" y="10907"/>
                  </a:lnTo>
                  <a:lnTo>
                    <a:pt x="1954102" y="9620"/>
                  </a:lnTo>
                  <a:lnTo>
                    <a:pt x="1961888" y="8381"/>
                  </a:lnTo>
                  <a:lnTo>
                    <a:pt x="1969673" y="7153"/>
                  </a:lnTo>
                  <a:lnTo>
                    <a:pt x="1977458" y="5935"/>
                  </a:lnTo>
                  <a:lnTo>
                    <a:pt x="1985243" y="4727"/>
                  </a:lnTo>
                  <a:lnTo>
                    <a:pt x="1993029" y="3530"/>
                  </a:lnTo>
                  <a:lnTo>
                    <a:pt x="2000814" y="2343"/>
                  </a:lnTo>
                  <a:lnTo>
                    <a:pt x="2008599" y="1166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9" name="pl158"/>
            <p:cNvSpPr/>
            <p:nvPr/>
          </p:nvSpPr>
          <p:spPr>
            <a:xfrm>
              <a:off x="3648531" y="3982202"/>
              <a:ext cx="2016385" cy="48281"/>
            </a:xfrm>
            <a:custGeom>
              <a:avLst/>
              <a:pathLst>
                <a:path w="2016385" h="48281">
                  <a:moveTo>
                    <a:pt x="2016385" y="48281"/>
                  </a:moveTo>
                  <a:lnTo>
                    <a:pt x="2008599" y="48259"/>
                  </a:lnTo>
                  <a:lnTo>
                    <a:pt x="2000814" y="48236"/>
                  </a:lnTo>
                  <a:lnTo>
                    <a:pt x="1993029" y="48213"/>
                  </a:lnTo>
                  <a:lnTo>
                    <a:pt x="1985243" y="48189"/>
                  </a:lnTo>
                  <a:lnTo>
                    <a:pt x="1977458" y="48165"/>
                  </a:lnTo>
                  <a:lnTo>
                    <a:pt x="1969673" y="48140"/>
                  </a:lnTo>
                  <a:lnTo>
                    <a:pt x="1961888" y="48116"/>
                  </a:lnTo>
                  <a:lnTo>
                    <a:pt x="1954102" y="48092"/>
                  </a:lnTo>
                  <a:lnTo>
                    <a:pt x="1946317" y="48068"/>
                  </a:lnTo>
                  <a:lnTo>
                    <a:pt x="1938532" y="48043"/>
                  </a:lnTo>
                  <a:lnTo>
                    <a:pt x="1930747" y="48018"/>
                  </a:lnTo>
                  <a:lnTo>
                    <a:pt x="1922961" y="47993"/>
                  </a:lnTo>
                  <a:lnTo>
                    <a:pt x="1915176" y="47963"/>
                  </a:lnTo>
                  <a:lnTo>
                    <a:pt x="1907391" y="47932"/>
                  </a:lnTo>
                  <a:lnTo>
                    <a:pt x="1899605" y="47900"/>
                  </a:lnTo>
                  <a:lnTo>
                    <a:pt x="1891820" y="47867"/>
                  </a:lnTo>
                  <a:lnTo>
                    <a:pt x="1884035" y="47838"/>
                  </a:lnTo>
                  <a:lnTo>
                    <a:pt x="1876250" y="47810"/>
                  </a:lnTo>
                  <a:lnTo>
                    <a:pt x="1868464" y="47776"/>
                  </a:lnTo>
                  <a:lnTo>
                    <a:pt x="1860679" y="47743"/>
                  </a:lnTo>
                  <a:lnTo>
                    <a:pt x="1852894" y="47710"/>
                  </a:lnTo>
                  <a:lnTo>
                    <a:pt x="1845109" y="47677"/>
                  </a:lnTo>
                  <a:lnTo>
                    <a:pt x="1837323" y="47644"/>
                  </a:lnTo>
                  <a:lnTo>
                    <a:pt x="1829538" y="47610"/>
                  </a:lnTo>
                  <a:lnTo>
                    <a:pt x="1821753" y="47575"/>
                  </a:lnTo>
                  <a:lnTo>
                    <a:pt x="1813967" y="47539"/>
                  </a:lnTo>
                  <a:lnTo>
                    <a:pt x="1806182" y="47503"/>
                  </a:lnTo>
                  <a:lnTo>
                    <a:pt x="1798397" y="47467"/>
                  </a:lnTo>
                  <a:lnTo>
                    <a:pt x="1790612" y="47429"/>
                  </a:lnTo>
                  <a:lnTo>
                    <a:pt x="1782826" y="47391"/>
                  </a:lnTo>
                  <a:lnTo>
                    <a:pt x="1775041" y="47352"/>
                  </a:lnTo>
                  <a:lnTo>
                    <a:pt x="1767256" y="47313"/>
                  </a:lnTo>
                  <a:lnTo>
                    <a:pt x="1759471" y="47272"/>
                  </a:lnTo>
                  <a:lnTo>
                    <a:pt x="1751685" y="47231"/>
                  </a:lnTo>
                  <a:lnTo>
                    <a:pt x="1743900" y="47190"/>
                  </a:lnTo>
                  <a:lnTo>
                    <a:pt x="1736115" y="47147"/>
                  </a:lnTo>
                  <a:lnTo>
                    <a:pt x="1728330" y="47104"/>
                  </a:lnTo>
                  <a:lnTo>
                    <a:pt x="1720544" y="47060"/>
                  </a:lnTo>
                  <a:lnTo>
                    <a:pt x="1712759" y="47016"/>
                  </a:lnTo>
                  <a:lnTo>
                    <a:pt x="1704974" y="46971"/>
                  </a:lnTo>
                  <a:lnTo>
                    <a:pt x="1697188" y="46925"/>
                  </a:lnTo>
                  <a:lnTo>
                    <a:pt x="1689403" y="46878"/>
                  </a:lnTo>
                  <a:lnTo>
                    <a:pt x="1681618" y="46830"/>
                  </a:lnTo>
                  <a:lnTo>
                    <a:pt x="1673833" y="46782"/>
                  </a:lnTo>
                  <a:lnTo>
                    <a:pt x="1666047" y="46732"/>
                  </a:lnTo>
                  <a:lnTo>
                    <a:pt x="1658262" y="46682"/>
                  </a:lnTo>
                  <a:lnTo>
                    <a:pt x="1650477" y="46631"/>
                  </a:lnTo>
                  <a:lnTo>
                    <a:pt x="1642692" y="46579"/>
                  </a:lnTo>
                  <a:lnTo>
                    <a:pt x="1634906" y="46526"/>
                  </a:lnTo>
                  <a:lnTo>
                    <a:pt x="1627121" y="46472"/>
                  </a:lnTo>
                  <a:lnTo>
                    <a:pt x="1619336" y="46416"/>
                  </a:lnTo>
                  <a:lnTo>
                    <a:pt x="1611550" y="46360"/>
                  </a:lnTo>
                  <a:lnTo>
                    <a:pt x="1603765" y="46303"/>
                  </a:lnTo>
                  <a:lnTo>
                    <a:pt x="1595980" y="46245"/>
                  </a:lnTo>
                  <a:lnTo>
                    <a:pt x="1588195" y="46186"/>
                  </a:lnTo>
                  <a:lnTo>
                    <a:pt x="1580409" y="46125"/>
                  </a:lnTo>
                  <a:lnTo>
                    <a:pt x="1572624" y="46054"/>
                  </a:lnTo>
                  <a:lnTo>
                    <a:pt x="1564839" y="45983"/>
                  </a:lnTo>
                  <a:lnTo>
                    <a:pt x="1557054" y="45915"/>
                  </a:lnTo>
                  <a:lnTo>
                    <a:pt x="1549268" y="45849"/>
                  </a:lnTo>
                  <a:lnTo>
                    <a:pt x="1541483" y="45782"/>
                  </a:lnTo>
                  <a:lnTo>
                    <a:pt x="1533698" y="45713"/>
                  </a:lnTo>
                  <a:lnTo>
                    <a:pt x="1525912" y="45643"/>
                  </a:lnTo>
                  <a:lnTo>
                    <a:pt x="1518127" y="45572"/>
                  </a:lnTo>
                  <a:lnTo>
                    <a:pt x="1510342" y="45507"/>
                  </a:lnTo>
                  <a:lnTo>
                    <a:pt x="1502557" y="45457"/>
                  </a:lnTo>
                  <a:lnTo>
                    <a:pt x="1494771" y="45391"/>
                  </a:lnTo>
                  <a:lnTo>
                    <a:pt x="1486986" y="45312"/>
                  </a:lnTo>
                  <a:lnTo>
                    <a:pt x="1479201" y="45225"/>
                  </a:lnTo>
                  <a:lnTo>
                    <a:pt x="1471416" y="45136"/>
                  </a:lnTo>
                  <a:lnTo>
                    <a:pt x="1463630" y="45058"/>
                  </a:lnTo>
                  <a:lnTo>
                    <a:pt x="1455845" y="44984"/>
                  </a:lnTo>
                  <a:lnTo>
                    <a:pt x="1448060" y="44909"/>
                  </a:lnTo>
                  <a:lnTo>
                    <a:pt x="1440275" y="44833"/>
                  </a:lnTo>
                  <a:lnTo>
                    <a:pt x="1432489" y="44756"/>
                  </a:lnTo>
                  <a:lnTo>
                    <a:pt x="1424704" y="44672"/>
                  </a:lnTo>
                  <a:lnTo>
                    <a:pt x="1416919" y="44585"/>
                  </a:lnTo>
                  <a:lnTo>
                    <a:pt x="1409133" y="44496"/>
                  </a:lnTo>
                  <a:lnTo>
                    <a:pt x="1401348" y="44406"/>
                  </a:lnTo>
                  <a:lnTo>
                    <a:pt x="1393563" y="44314"/>
                  </a:lnTo>
                  <a:lnTo>
                    <a:pt x="1385778" y="44221"/>
                  </a:lnTo>
                  <a:lnTo>
                    <a:pt x="1377992" y="44126"/>
                  </a:lnTo>
                  <a:lnTo>
                    <a:pt x="1370207" y="44029"/>
                  </a:lnTo>
                  <a:lnTo>
                    <a:pt x="1362422" y="43930"/>
                  </a:lnTo>
                  <a:lnTo>
                    <a:pt x="1354637" y="43830"/>
                  </a:lnTo>
                  <a:lnTo>
                    <a:pt x="1346851" y="43742"/>
                  </a:lnTo>
                  <a:lnTo>
                    <a:pt x="1339066" y="43668"/>
                  </a:lnTo>
                  <a:lnTo>
                    <a:pt x="1331281" y="43592"/>
                  </a:lnTo>
                  <a:lnTo>
                    <a:pt x="1323495" y="43516"/>
                  </a:lnTo>
                  <a:lnTo>
                    <a:pt x="1315710" y="43436"/>
                  </a:lnTo>
                  <a:lnTo>
                    <a:pt x="1307925" y="43337"/>
                  </a:lnTo>
                  <a:lnTo>
                    <a:pt x="1300140" y="43236"/>
                  </a:lnTo>
                  <a:lnTo>
                    <a:pt x="1292354" y="43132"/>
                  </a:lnTo>
                  <a:lnTo>
                    <a:pt x="1284569" y="43027"/>
                  </a:lnTo>
                  <a:lnTo>
                    <a:pt x="1276784" y="42920"/>
                  </a:lnTo>
                  <a:lnTo>
                    <a:pt x="1268999" y="42795"/>
                  </a:lnTo>
                  <a:lnTo>
                    <a:pt x="1261213" y="42665"/>
                  </a:lnTo>
                  <a:lnTo>
                    <a:pt x="1253428" y="42534"/>
                  </a:lnTo>
                  <a:lnTo>
                    <a:pt x="1245643" y="42399"/>
                  </a:lnTo>
                  <a:lnTo>
                    <a:pt x="1237857" y="42262"/>
                  </a:lnTo>
                  <a:lnTo>
                    <a:pt x="1230072" y="42122"/>
                  </a:lnTo>
                  <a:lnTo>
                    <a:pt x="1222287" y="41980"/>
                  </a:lnTo>
                  <a:lnTo>
                    <a:pt x="1214502" y="41835"/>
                  </a:lnTo>
                  <a:lnTo>
                    <a:pt x="1206716" y="41687"/>
                  </a:lnTo>
                  <a:lnTo>
                    <a:pt x="1198931" y="41550"/>
                  </a:lnTo>
                  <a:lnTo>
                    <a:pt x="1191146" y="41412"/>
                  </a:lnTo>
                  <a:lnTo>
                    <a:pt x="1183361" y="41256"/>
                  </a:lnTo>
                  <a:lnTo>
                    <a:pt x="1175575" y="41119"/>
                  </a:lnTo>
                  <a:lnTo>
                    <a:pt x="1167790" y="40988"/>
                  </a:lnTo>
                  <a:lnTo>
                    <a:pt x="1160005" y="40876"/>
                  </a:lnTo>
                  <a:lnTo>
                    <a:pt x="1152220" y="40768"/>
                  </a:lnTo>
                  <a:lnTo>
                    <a:pt x="1144434" y="40660"/>
                  </a:lnTo>
                  <a:lnTo>
                    <a:pt x="1136649" y="40549"/>
                  </a:lnTo>
                  <a:lnTo>
                    <a:pt x="1128864" y="40437"/>
                  </a:lnTo>
                  <a:lnTo>
                    <a:pt x="1121078" y="40323"/>
                  </a:lnTo>
                  <a:lnTo>
                    <a:pt x="1113293" y="40179"/>
                  </a:lnTo>
                  <a:lnTo>
                    <a:pt x="1105508" y="39981"/>
                  </a:lnTo>
                  <a:lnTo>
                    <a:pt x="1097723" y="39778"/>
                  </a:lnTo>
                  <a:lnTo>
                    <a:pt x="1089937" y="39587"/>
                  </a:lnTo>
                  <a:lnTo>
                    <a:pt x="1082152" y="39441"/>
                  </a:lnTo>
                  <a:lnTo>
                    <a:pt x="1074367" y="39291"/>
                  </a:lnTo>
                  <a:lnTo>
                    <a:pt x="1066582" y="39129"/>
                  </a:lnTo>
                  <a:lnTo>
                    <a:pt x="1058796" y="38912"/>
                  </a:lnTo>
                  <a:lnTo>
                    <a:pt x="1051011" y="38743"/>
                  </a:lnTo>
                  <a:lnTo>
                    <a:pt x="1043226" y="38574"/>
                  </a:lnTo>
                  <a:lnTo>
                    <a:pt x="1035440" y="38377"/>
                  </a:lnTo>
                  <a:lnTo>
                    <a:pt x="1027655" y="38200"/>
                  </a:lnTo>
                  <a:lnTo>
                    <a:pt x="1019870" y="37994"/>
                  </a:lnTo>
                  <a:lnTo>
                    <a:pt x="1012085" y="37783"/>
                  </a:lnTo>
                  <a:lnTo>
                    <a:pt x="1004299" y="37569"/>
                  </a:lnTo>
                  <a:lnTo>
                    <a:pt x="996514" y="37352"/>
                  </a:lnTo>
                  <a:lnTo>
                    <a:pt x="988729" y="37130"/>
                  </a:lnTo>
                  <a:lnTo>
                    <a:pt x="980944" y="36931"/>
                  </a:lnTo>
                  <a:lnTo>
                    <a:pt x="973158" y="36756"/>
                  </a:lnTo>
                  <a:lnTo>
                    <a:pt x="965373" y="36578"/>
                  </a:lnTo>
                  <a:lnTo>
                    <a:pt x="957588" y="36399"/>
                  </a:lnTo>
                  <a:lnTo>
                    <a:pt x="949802" y="36216"/>
                  </a:lnTo>
                  <a:lnTo>
                    <a:pt x="942017" y="36031"/>
                  </a:lnTo>
                  <a:lnTo>
                    <a:pt x="934232" y="35815"/>
                  </a:lnTo>
                  <a:lnTo>
                    <a:pt x="926447" y="35446"/>
                  </a:lnTo>
                  <a:lnTo>
                    <a:pt x="918661" y="35125"/>
                  </a:lnTo>
                  <a:lnTo>
                    <a:pt x="910876" y="34910"/>
                  </a:lnTo>
                  <a:lnTo>
                    <a:pt x="903091" y="34692"/>
                  </a:lnTo>
                  <a:lnTo>
                    <a:pt x="895306" y="34470"/>
                  </a:lnTo>
                  <a:lnTo>
                    <a:pt x="887520" y="34247"/>
                  </a:lnTo>
                  <a:lnTo>
                    <a:pt x="879735" y="34023"/>
                  </a:lnTo>
                  <a:lnTo>
                    <a:pt x="871950" y="33792"/>
                  </a:lnTo>
                  <a:lnTo>
                    <a:pt x="864165" y="33541"/>
                  </a:lnTo>
                  <a:lnTo>
                    <a:pt x="856379" y="33298"/>
                  </a:lnTo>
                  <a:lnTo>
                    <a:pt x="848594" y="33082"/>
                  </a:lnTo>
                  <a:lnTo>
                    <a:pt x="840809" y="32839"/>
                  </a:lnTo>
                  <a:lnTo>
                    <a:pt x="833023" y="32594"/>
                  </a:lnTo>
                  <a:lnTo>
                    <a:pt x="825238" y="32330"/>
                  </a:lnTo>
                  <a:lnTo>
                    <a:pt x="817453" y="31978"/>
                  </a:lnTo>
                  <a:lnTo>
                    <a:pt x="809668" y="31619"/>
                  </a:lnTo>
                  <a:lnTo>
                    <a:pt x="801882" y="31304"/>
                  </a:lnTo>
                  <a:lnTo>
                    <a:pt x="794097" y="31047"/>
                  </a:lnTo>
                  <a:lnTo>
                    <a:pt x="786312" y="30786"/>
                  </a:lnTo>
                  <a:lnTo>
                    <a:pt x="778527" y="30521"/>
                  </a:lnTo>
                  <a:lnTo>
                    <a:pt x="770741" y="30253"/>
                  </a:lnTo>
                  <a:lnTo>
                    <a:pt x="762956" y="29980"/>
                  </a:lnTo>
                  <a:lnTo>
                    <a:pt x="755171" y="29683"/>
                  </a:lnTo>
                  <a:lnTo>
                    <a:pt x="747385" y="29346"/>
                  </a:lnTo>
                  <a:lnTo>
                    <a:pt x="739600" y="29109"/>
                  </a:lnTo>
                  <a:lnTo>
                    <a:pt x="731815" y="28860"/>
                  </a:lnTo>
                  <a:lnTo>
                    <a:pt x="724030" y="28457"/>
                  </a:lnTo>
                  <a:lnTo>
                    <a:pt x="716244" y="28085"/>
                  </a:lnTo>
                  <a:lnTo>
                    <a:pt x="708459" y="27772"/>
                  </a:lnTo>
                  <a:lnTo>
                    <a:pt x="700674" y="27451"/>
                  </a:lnTo>
                  <a:lnTo>
                    <a:pt x="692889" y="27126"/>
                  </a:lnTo>
                  <a:lnTo>
                    <a:pt x="685103" y="26797"/>
                  </a:lnTo>
                  <a:lnTo>
                    <a:pt x="677318" y="26425"/>
                  </a:lnTo>
                  <a:lnTo>
                    <a:pt x="669533" y="26034"/>
                  </a:lnTo>
                  <a:lnTo>
                    <a:pt x="661747" y="25635"/>
                  </a:lnTo>
                  <a:lnTo>
                    <a:pt x="653962" y="25209"/>
                  </a:lnTo>
                  <a:lnTo>
                    <a:pt x="646177" y="24690"/>
                  </a:lnTo>
                  <a:lnTo>
                    <a:pt x="638392" y="24388"/>
                  </a:lnTo>
                  <a:lnTo>
                    <a:pt x="630606" y="23969"/>
                  </a:lnTo>
                  <a:lnTo>
                    <a:pt x="622821" y="23546"/>
                  </a:lnTo>
                  <a:lnTo>
                    <a:pt x="615036" y="23324"/>
                  </a:lnTo>
                  <a:lnTo>
                    <a:pt x="607251" y="22836"/>
                  </a:lnTo>
                  <a:lnTo>
                    <a:pt x="599465" y="22524"/>
                  </a:lnTo>
                  <a:lnTo>
                    <a:pt x="591680" y="22039"/>
                  </a:lnTo>
                  <a:lnTo>
                    <a:pt x="583895" y="21724"/>
                  </a:lnTo>
                  <a:lnTo>
                    <a:pt x="576110" y="21376"/>
                  </a:lnTo>
                  <a:lnTo>
                    <a:pt x="568324" y="21189"/>
                  </a:lnTo>
                  <a:lnTo>
                    <a:pt x="560539" y="20641"/>
                  </a:lnTo>
                  <a:lnTo>
                    <a:pt x="552754" y="20080"/>
                  </a:lnTo>
                  <a:lnTo>
                    <a:pt x="544968" y="19510"/>
                  </a:lnTo>
                  <a:lnTo>
                    <a:pt x="537183" y="18908"/>
                  </a:lnTo>
                  <a:lnTo>
                    <a:pt x="529398" y="18339"/>
                  </a:lnTo>
                  <a:lnTo>
                    <a:pt x="521613" y="17745"/>
                  </a:lnTo>
                  <a:lnTo>
                    <a:pt x="513827" y="17135"/>
                  </a:lnTo>
                  <a:lnTo>
                    <a:pt x="506042" y="16652"/>
                  </a:lnTo>
                  <a:lnTo>
                    <a:pt x="498257" y="16312"/>
                  </a:lnTo>
                  <a:lnTo>
                    <a:pt x="490472" y="15969"/>
                  </a:lnTo>
                  <a:lnTo>
                    <a:pt x="482686" y="15635"/>
                  </a:lnTo>
                  <a:lnTo>
                    <a:pt x="474901" y="15458"/>
                  </a:lnTo>
                  <a:lnTo>
                    <a:pt x="467116" y="15355"/>
                  </a:lnTo>
                  <a:lnTo>
                    <a:pt x="459330" y="14748"/>
                  </a:lnTo>
                  <a:lnTo>
                    <a:pt x="451545" y="14229"/>
                  </a:lnTo>
                  <a:lnTo>
                    <a:pt x="443760" y="13871"/>
                  </a:lnTo>
                  <a:lnTo>
                    <a:pt x="435975" y="13479"/>
                  </a:lnTo>
                  <a:lnTo>
                    <a:pt x="428189" y="12966"/>
                  </a:lnTo>
                  <a:lnTo>
                    <a:pt x="420404" y="12445"/>
                  </a:lnTo>
                  <a:lnTo>
                    <a:pt x="412619" y="12049"/>
                  </a:lnTo>
                  <a:lnTo>
                    <a:pt x="404834" y="11839"/>
                  </a:lnTo>
                  <a:lnTo>
                    <a:pt x="397048" y="11443"/>
                  </a:lnTo>
                  <a:lnTo>
                    <a:pt x="389263" y="11078"/>
                  </a:lnTo>
                  <a:lnTo>
                    <a:pt x="381478" y="10402"/>
                  </a:lnTo>
                  <a:lnTo>
                    <a:pt x="373692" y="10082"/>
                  </a:lnTo>
                  <a:lnTo>
                    <a:pt x="365907" y="9408"/>
                  </a:lnTo>
                  <a:lnTo>
                    <a:pt x="358122" y="8922"/>
                  </a:lnTo>
                  <a:lnTo>
                    <a:pt x="350337" y="8542"/>
                  </a:lnTo>
                  <a:lnTo>
                    <a:pt x="342551" y="8153"/>
                  </a:lnTo>
                  <a:lnTo>
                    <a:pt x="334766" y="7562"/>
                  </a:lnTo>
                  <a:lnTo>
                    <a:pt x="326981" y="7223"/>
                  </a:lnTo>
                  <a:lnTo>
                    <a:pt x="319196" y="6748"/>
                  </a:lnTo>
                  <a:lnTo>
                    <a:pt x="311410" y="6170"/>
                  </a:lnTo>
                  <a:lnTo>
                    <a:pt x="303625" y="5999"/>
                  </a:lnTo>
                  <a:lnTo>
                    <a:pt x="295840" y="5733"/>
                  </a:lnTo>
                  <a:lnTo>
                    <a:pt x="288055" y="5581"/>
                  </a:lnTo>
                  <a:lnTo>
                    <a:pt x="280269" y="5409"/>
                  </a:lnTo>
                  <a:lnTo>
                    <a:pt x="272484" y="5070"/>
                  </a:lnTo>
                  <a:lnTo>
                    <a:pt x="264699" y="4625"/>
                  </a:lnTo>
                  <a:lnTo>
                    <a:pt x="256913" y="4178"/>
                  </a:lnTo>
                  <a:lnTo>
                    <a:pt x="249128" y="3627"/>
                  </a:lnTo>
                  <a:lnTo>
                    <a:pt x="241343" y="3168"/>
                  </a:lnTo>
                  <a:lnTo>
                    <a:pt x="233558" y="2805"/>
                  </a:lnTo>
                  <a:lnTo>
                    <a:pt x="225772" y="2341"/>
                  </a:lnTo>
                  <a:lnTo>
                    <a:pt x="217987" y="1871"/>
                  </a:lnTo>
                  <a:lnTo>
                    <a:pt x="210202" y="1520"/>
                  </a:lnTo>
                  <a:lnTo>
                    <a:pt x="202417" y="1135"/>
                  </a:lnTo>
                  <a:lnTo>
                    <a:pt x="194631" y="894"/>
                  </a:lnTo>
                  <a:lnTo>
                    <a:pt x="186846" y="652"/>
                  </a:lnTo>
                  <a:lnTo>
                    <a:pt x="179061" y="679"/>
                  </a:lnTo>
                  <a:lnTo>
                    <a:pt x="171275" y="835"/>
                  </a:lnTo>
                  <a:lnTo>
                    <a:pt x="163490" y="624"/>
                  </a:lnTo>
                  <a:lnTo>
                    <a:pt x="155705" y="370"/>
                  </a:lnTo>
                  <a:lnTo>
                    <a:pt x="147920" y="207"/>
                  </a:lnTo>
                  <a:lnTo>
                    <a:pt x="140134" y="318"/>
                  </a:lnTo>
                  <a:lnTo>
                    <a:pt x="132349" y="281"/>
                  </a:lnTo>
                  <a:lnTo>
                    <a:pt x="124564" y="211"/>
                  </a:lnTo>
                  <a:lnTo>
                    <a:pt x="116779" y="0"/>
                  </a:lnTo>
                  <a:lnTo>
                    <a:pt x="108993" y="228"/>
                  </a:lnTo>
                  <a:lnTo>
                    <a:pt x="101208" y="488"/>
                  </a:lnTo>
                  <a:lnTo>
                    <a:pt x="93423" y="576"/>
                  </a:lnTo>
                  <a:lnTo>
                    <a:pt x="85637" y="858"/>
                  </a:lnTo>
                  <a:lnTo>
                    <a:pt x="77852" y="1054"/>
                  </a:lnTo>
                  <a:lnTo>
                    <a:pt x="70067" y="1033"/>
                  </a:lnTo>
                  <a:lnTo>
                    <a:pt x="62282" y="1127"/>
                  </a:lnTo>
                  <a:lnTo>
                    <a:pt x="54496" y="1211"/>
                  </a:lnTo>
                  <a:lnTo>
                    <a:pt x="46711" y="1448"/>
                  </a:lnTo>
                  <a:lnTo>
                    <a:pt x="38926" y="1267"/>
                  </a:lnTo>
                  <a:lnTo>
                    <a:pt x="31141" y="1592"/>
                  </a:lnTo>
                  <a:lnTo>
                    <a:pt x="23355" y="1736"/>
                  </a:lnTo>
                  <a:lnTo>
                    <a:pt x="15570" y="2089"/>
                  </a:lnTo>
                  <a:lnTo>
                    <a:pt x="7785" y="2329"/>
                  </a:lnTo>
                  <a:lnTo>
                    <a:pt x="0" y="2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0" name="pl159"/>
            <p:cNvSpPr/>
            <p:nvPr/>
          </p:nvSpPr>
          <p:spPr>
            <a:xfrm>
              <a:off x="3648531" y="3649794"/>
              <a:ext cx="2016385" cy="183871"/>
            </a:xfrm>
            <a:custGeom>
              <a:avLst/>
              <a:pathLst>
                <a:path w="2016385" h="183871">
                  <a:moveTo>
                    <a:pt x="0" y="183871"/>
                  </a:moveTo>
                  <a:lnTo>
                    <a:pt x="7785" y="183308"/>
                  </a:lnTo>
                  <a:lnTo>
                    <a:pt x="15570" y="182744"/>
                  </a:lnTo>
                  <a:lnTo>
                    <a:pt x="23355" y="182021"/>
                  </a:lnTo>
                  <a:lnTo>
                    <a:pt x="31141" y="181470"/>
                  </a:lnTo>
                  <a:lnTo>
                    <a:pt x="38926" y="180639"/>
                  </a:lnTo>
                  <a:lnTo>
                    <a:pt x="46711" y="180054"/>
                  </a:lnTo>
                  <a:lnTo>
                    <a:pt x="54496" y="179349"/>
                  </a:lnTo>
                  <a:lnTo>
                    <a:pt x="62282" y="178606"/>
                  </a:lnTo>
                  <a:lnTo>
                    <a:pt x="70067" y="177848"/>
                  </a:lnTo>
                  <a:lnTo>
                    <a:pt x="77852" y="177016"/>
                  </a:lnTo>
                  <a:lnTo>
                    <a:pt x="85637" y="176431"/>
                  </a:lnTo>
                  <a:lnTo>
                    <a:pt x="93423" y="175935"/>
                  </a:lnTo>
                  <a:lnTo>
                    <a:pt x="101208" y="175431"/>
                  </a:lnTo>
                  <a:lnTo>
                    <a:pt x="108993" y="174945"/>
                  </a:lnTo>
                  <a:lnTo>
                    <a:pt x="116779" y="174413"/>
                  </a:lnTo>
                  <a:lnTo>
                    <a:pt x="124564" y="173859"/>
                  </a:lnTo>
                  <a:lnTo>
                    <a:pt x="132349" y="173176"/>
                  </a:lnTo>
                  <a:lnTo>
                    <a:pt x="140134" y="172717"/>
                  </a:lnTo>
                  <a:lnTo>
                    <a:pt x="147920" y="172245"/>
                  </a:lnTo>
                  <a:lnTo>
                    <a:pt x="155705" y="171576"/>
                  </a:lnTo>
                  <a:lnTo>
                    <a:pt x="163490" y="171096"/>
                  </a:lnTo>
                  <a:lnTo>
                    <a:pt x="171275" y="170489"/>
                  </a:lnTo>
                  <a:lnTo>
                    <a:pt x="179061" y="169962"/>
                  </a:lnTo>
                  <a:lnTo>
                    <a:pt x="186846" y="169435"/>
                  </a:lnTo>
                  <a:lnTo>
                    <a:pt x="194631" y="168827"/>
                  </a:lnTo>
                  <a:lnTo>
                    <a:pt x="202417" y="168270"/>
                  </a:lnTo>
                  <a:lnTo>
                    <a:pt x="210202" y="167610"/>
                  </a:lnTo>
                  <a:lnTo>
                    <a:pt x="217987" y="166961"/>
                  </a:lnTo>
                  <a:lnTo>
                    <a:pt x="225772" y="166116"/>
                  </a:lnTo>
                  <a:lnTo>
                    <a:pt x="233558" y="165656"/>
                  </a:lnTo>
                  <a:lnTo>
                    <a:pt x="241343" y="164949"/>
                  </a:lnTo>
                  <a:lnTo>
                    <a:pt x="249128" y="164235"/>
                  </a:lnTo>
                  <a:lnTo>
                    <a:pt x="256913" y="163560"/>
                  </a:lnTo>
                  <a:lnTo>
                    <a:pt x="264699" y="162702"/>
                  </a:lnTo>
                  <a:lnTo>
                    <a:pt x="272484" y="161925"/>
                  </a:lnTo>
                  <a:lnTo>
                    <a:pt x="280269" y="161342"/>
                  </a:lnTo>
                  <a:lnTo>
                    <a:pt x="288055" y="160592"/>
                  </a:lnTo>
                  <a:lnTo>
                    <a:pt x="295840" y="160015"/>
                  </a:lnTo>
                  <a:lnTo>
                    <a:pt x="303625" y="159487"/>
                  </a:lnTo>
                  <a:lnTo>
                    <a:pt x="311410" y="159040"/>
                  </a:lnTo>
                  <a:lnTo>
                    <a:pt x="319196" y="158091"/>
                  </a:lnTo>
                  <a:lnTo>
                    <a:pt x="326981" y="157459"/>
                  </a:lnTo>
                  <a:lnTo>
                    <a:pt x="334766" y="156728"/>
                  </a:lnTo>
                  <a:lnTo>
                    <a:pt x="342551" y="155904"/>
                  </a:lnTo>
                  <a:lnTo>
                    <a:pt x="350337" y="155279"/>
                  </a:lnTo>
                  <a:lnTo>
                    <a:pt x="358122" y="154703"/>
                  </a:lnTo>
                  <a:lnTo>
                    <a:pt x="365907" y="154100"/>
                  </a:lnTo>
                  <a:lnTo>
                    <a:pt x="373692" y="153399"/>
                  </a:lnTo>
                  <a:lnTo>
                    <a:pt x="381478" y="152569"/>
                  </a:lnTo>
                  <a:lnTo>
                    <a:pt x="389263" y="151987"/>
                  </a:lnTo>
                  <a:lnTo>
                    <a:pt x="397048" y="151268"/>
                  </a:lnTo>
                  <a:lnTo>
                    <a:pt x="404834" y="150349"/>
                  </a:lnTo>
                  <a:lnTo>
                    <a:pt x="412619" y="149686"/>
                  </a:lnTo>
                  <a:lnTo>
                    <a:pt x="420404" y="149044"/>
                  </a:lnTo>
                  <a:lnTo>
                    <a:pt x="428189" y="148245"/>
                  </a:lnTo>
                  <a:lnTo>
                    <a:pt x="435975" y="147567"/>
                  </a:lnTo>
                  <a:lnTo>
                    <a:pt x="443760" y="146709"/>
                  </a:lnTo>
                  <a:lnTo>
                    <a:pt x="451545" y="146002"/>
                  </a:lnTo>
                  <a:lnTo>
                    <a:pt x="459330" y="145302"/>
                  </a:lnTo>
                  <a:lnTo>
                    <a:pt x="467116" y="144490"/>
                  </a:lnTo>
                  <a:lnTo>
                    <a:pt x="474901" y="144151"/>
                  </a:lnTo>
                  <a:lnTo>
                    <a:pt x="482686" y="143346"/>
                  </a:lnTo>
                  <a:lnTo>
                    <a:pt x="490472" y="142692"/>
                  </a:lnTo>
                  <a:lnTo>
                    <a:pt x="498257" y="142096"/>
                  </a:lnTo>
                  <a:lnTo>
                    <a:pt x="506042" y="141417"/>
                  </a:lnTo>
                  <a:lnTo>
                    <a:pt x="513827" y="140824"/>
                  </a:lnTo>
                  <a:lnTo>
                    <a:pt x="521613" y="140091"/>
                  </a:lnTo>
                  <a:lnTo>
                    <a:pt x="529398" y="139173"/>
                  </a:lnTo>
                  <a:lnTo>
                    <a:pt x="537183" y="138456"/>
                  </a:lnTo>
                  <a:lnTo>
                    <a:pt x="544968" y="137876"/>
                  </a:lnTo>
                  <a:lnTo>
                    <a:pt x="552754" y="137155"/>
                  </a:lnTo>
                  <a:lnTo>
                    <a:pt x="560539" y="136657"/>
                  </a:lnTo>
                  <a:lnTo>
                    <a:pt x="568324" y="135898"/>
                  </a:lnTo>
                  <a:lnTo>
                    <a:pt x="576110" y="134880"/>
                  </a:lnTo>
                  <a:lnTo>
                    <a:pt x="583895" y="134354"/>
                  </a:lnTo>
                  <a:lnTo>
                    <a:pt x="591680" y="133680"/>
                  </a:lnTo>
                  <a:lnTo>
                    <a:pt x="599465" y="133141"/>
                  </a:lnTo>
                  <a:lnTo>
                    <a:pt x="607251" y="132715"/>
                  </a:lnTo>
                  <a:lnTo>
                    <a:pt x="615036" y="131956"/>
                  </a:lnTo>
                  <a:lnTo>
                    <a:pt x="622821" y="131003"/>
                  </a:lnTo>
                  <a:lnTo>
                    <a:pt x="630606" y="130313"/>
                  </a:lnTo>
                  <a:lnTo>
                    <a:pt x="638392" y="129717"/>
                  </a:lnTo>
                  <a:lnTo>
                    <a:pt x="646177" y="129081"/>
                  </a:lnTo>
                  <a:lnTo>
                    <a:pt x="653962" y="128412"/>
                  </a:lnTo>
                  <a:lnTo>
                    <a:pt x="661747" y="127680"/>
                  </a:lnTo>
                  <a:lnTo>
                    <a:pt x="669533" y="126730"/>
                  </a:lnTo>
                  <a:lnTo>
                    <a:pt x="677318" y="125985"/>
                  </a:lnTo>
                  <a:lnTo>
                    <a:pt x="685103" y="125194"/>
                  </a:lnTo>
                  <a:lnTo>
                    <a:pt x="692889" y="124512"/>
                  </a:lnTo>
                  <a:lnTo>
                    <a:pt x="700674" y="123859"/>
                  </a:lnTo>
                  <a:lnTo>
                    <a:pt x="708459" y="123167"/>
                  </a:lnTo>
                  <a:lnTo>
                    <a:pt x="716244" y="122441"/>
                  </a:lnTo>
                  <a:lnTo>
                    <a:pt x="724030" y="121686"/>
                  </a:lnTo>
                  <a:lnTo>
                    <a:pt x="731815" y="121113"/>
                  </a:lnTo>
                  <a:lnTo>
                    <a:pt x="739600" y="120540"/>
                  </a:lnTo>
                  <a:lnTo>
                    <a:pt x="747385" y="119972"/>
                  </a:lnTo>
                  <a:lnTo>
                    <a:pt x="755171" y="119422"/>
                  </a:lnTo>
                  <a:lnTo>
                    <a:pt x="762956" y="118765"/>
                  </a:lnTo>
                  <a:lnTo>
                    <a:pt x="770741" y="118167"/>
                  </a:lnTo>
                  <a:lnTo>
                    <a:pt x="778527" y="117293"/>
                  </a:lnTo>
                  <a:lnTo>
                    <a:pt x="786312" y="116528"/>
                  </a:lnTo>
                  <a:lnTo>
                    <a:pt x="794097" y="115837"/>
                  </a:lnTo>
                  <a:lnTo>
                    <a:pt x="801882" y="115202"/>
                  </a:lnTo>
                  <a:lnTo>
                    <a:pt x="809668" y="114593"/>
                  </a:lnTo>
                  <a:lnTo>
                    <a:pt x="817453" y="113756"/>
                  </a:lnTo>
                  <a:lnTo>
                    <a:pt x="825238" y="113232"/>
                  </a:lnTo>
                  <a:lnTo>
                    <a:pt x="833023" y="112692"/>
                  </a:lnTo>
                  <a:lnTo>
                    <a:pt x="840809" y="112053"/>
                  </a:lnTo>
                  <a:lnTo>
                    <a:pt x="848594" y="111296"/>
                  </a:lnTo>
                  <a:lnTo>
                    <a:pt x="856379" y="110592"/>
                  </a:lnTo>
                  <a:lnTo>
                    <a:pt x="864165" y="109913"/>
                  </a:lnTo>
                  <a:lnTo>
                    <a:pt x="871950" y="109229"/>
                  </a:lnTo>
                  <a:lnTo>
                    <a:pt x="879735" y="108481"/>
                  </a:lnTo>
                  <a:lnTo>
                    <a:pt x="887520" y="107537"/>
                  </a:lnTo>
                  <a:lnTo>
                    <a:pt x="895306" y="106937"/>
                  </a:lnTo>
                  <a:lnTo>
                    <a:pt x="903091" y="106247"/>
                  </a:lnTo>
                  <a:lnTo>
                    <a:pt x="910876" y="105704"/>
                  </a:lnTo>
                  <a:lnTo>
                    <a:pt x="918661" y="104871"/>
                  </a:lnTo>
                  <a:lnTo>
                    <a:pt x="926447" y="104016"/>
                  </a:lnTo>
                  <a:lnTo>
                    <a:pt x="934232" y="103256"/>
                  </a:lnTo>
                  <a:lnTo>
                    <a:pt x="942017" y="102544"/>
                  </a:lnTo>
                  <a:lnTo>
                    <a:pt x="949802" y="101819"/>
                  </a:lnTo>
                  <a:lnTo>
                    <a:pt x="957588" y="101264"/>
                  </a:lnTo>
                  <a:lnTo>
                    <a:pt x="965373" y="100560"/>
                  </a:lnTo>
                  <a:lnTo>
                    <a:pt x="973158" y="99723"/>
                  </a:lnTo>
                  <a:lnTo>
                    <a:pt x="980944" y="99278"/>
                  </a:lnTo>
                  <a:lnTo>
                    <a:pt x="988729" y="98704"/>
                  </a:lnTo>
                  <a:lnTo>
                    <a:pt x="996514" y="98123"/>
                  </a:lnTo>
                  <a:lnTo>
                    <a:pt x="1004299" y="97279"/>
                  </a:lnTo>
                  <a:lnTo>
                    <a:pt x="1012085" y="96480"/>
                  </a:lnTo>
                  <a:lnTo>
                    <a:pt x="1019870" y="95698"/>
                  </a:lnTo>
                  <a:lnTo>
                    <a:pt x="1027655" y="94975"/>
                  </a:lnTo>
                  <a:lnTo>
                    <a:pt x="1035440" y="94159"/>
                  </a:lnTo>
                  <a:lnTo>
                    <a:pt x="1043226" y="93511"/>
                  </a:lnTo>
                  <a:lnTo>
                    <a:pt x="1051011" y="92800"/>
                  </a:lnTo>
                  <a:lnTo>
                    <a:pt x="1058796" y="91704"/>
                  </a:lnTo>
                  <a:lnTo>
                    <a:pt x="1066582" y="91137"/>
                  </a:lnTo>
                  <a:lnTo>
                    <a:pt x="1074367" y="90096"/>
                  </a:lnTo>
                  <a:lnTo>
                    <a:pt x="1082152" y="89333"/>
                  </a:lnTo>
                  <a:lnTo>
                    <a:pt x="1089937" y="88680"/>
                  </a:lnTo>
                  <a:lnTo>
                    <a:pt x="1097723" y="88216"/>
                  </a:lnTo>
                  <a:lnTo>
                    <a:pt x="1105508" y="87447"/>
                  </a:lnTo>
                  <a:lnTo>
                    <a:pt x="1113293" y="86849"/>
                  </a:lnTo>
                  <a:lnTo>
                    <a:pt x="1121078" y="86184"/>
                  </a:lnTo>
                  <a:lnTo>
                    <a:pt x="1128864" y="85494"/>
                  </a:lnTo>
                  <a:lnTo>
                    <a:pt x="1136649" y="84978"/>
                  </a:lnTo>
                  <a:lnTo>
                    <a:pt x="1144434" y="84310"/>
                  </a:lnTo>
                  <a:lnTo>
                    <a:pt x="1152220" y="83700"/>
                  </a:lnTo>
                  <a:lnTo>
                    <a:pt x="1160005" y="82971"/>
                  </a:lnTo>
                  <a:lnTo>
                    <a:pt x="1167790" y="82154"/>
                  </a:lnTo>
                  <a:lnTo>
                    <a:pt x="1175575" y="81171"/>
                  </a:lnTo>
                  <a:lnTo>
                    <a:pt x="1183361" y="80517"/>
                  </a:lnTo>
                  <a:lnTo>
                    <a:pt x="1191146" y="79617"/>
                  </a:lnTo>
                  <a:lnTo>
                    <a:pt x="1198931" y="78917"/>
                  </a:lnTo>
                  <a:lnTo>
                    <a:pt x="1206716" y="78171"/>
                  </a:lnTo>
                  <a:lnTo>
                    <a:pt x="1214502" y="77467"/>
                  </a:lnTo>
                  <a:lnTo>
                    <a:pt x="1222287" y="76574"/>
                  </a:lnTo>
                  <a:lnTo>
                    <a:pt x="1230072" y="75826"/>
                  </a:lnTo>
                  <a:lnTo>
                    <a:pt x="1237857" y="75059"/>
                  </a:lnTo>
                  <a:lnTo>
                    <a:pt x="1245643" y="74481"/>
                  </a:lnTo>
                  <a:lnTo>
                    <a:pt x="1253428" y="73588"/>
                  </a:lnTo>
                  <a:lnTo>
                    <a:pt x="1261213" y="72749"/>
                  </a:lnTo>
                  <a:lnTo>
                    <a:pt x="1268999" y="72069"/>
                  </a:lnTo>
                  <a:lnTo>
                    <a:pt x="1276784" y="71329"/>
                  </a:lnTo>
                  <a:lnTo>
                    <a:pt x="1284569" y="70644"/>
                  </a:lnTo>
                  <a:lnTo>
                    <a:pt x="1292354" y="69795"/>
                  </a:lnTo>
                  <a:lnTo>
                    <a:pt x="1300140" y="69131"/>
                  </a:lnTo>
                  <a:lnTo>
                    <a:pt x="1307925" y="68291"/>
                  </a:lnTo>
                  <a:lnTo>
                    <a:pt x="1315710" y="67391"/>
                  </a:lnTo>
                  <a:lnTo>
                    <a:pt x="1323495" y="66518"/>
                  </a:lnTo>
                  <a:lnTo>
                    <a:pt x="1331281" y="65766"/>
                  </a:lnTo>
                  <a:lnTo>
                    <a:pt x="1339066" y="65022"/>
                  </a:lnTo>
                  <a:lnTo>
                    <a:pt x="1346851" y="64141"/>
                  </a:lnTo>
                  <a:lnTo>
                    <a:pt x="1354637" y="63429"/>
                  </a:lnTo>
                  <a:lnTo>
                    <a:pt x="1362422" y="62930"/>
                  </a:lnTo>
                  <a:lnTo>
                    <a:pt x="1370207" y="62091"/>
                  </a:lnTo>
                  <a:lnTo>
                    <a:pt x="1377992" y="61392"/>
                  </a:lnTo>
                  <a:lnTo>
                    <a:pt x="1385778" y="60468"/>
                  </a:lnTo>
                  <a:lnTo>
                    <a:pt x="1393563" y="59587"/>
                  </a:lnTo>
                  <a:lnTo>
                    <a:pt x="1401348" y="58847"/>
                  </a:lnTo>
                  <a:lnTo>
                    <a:pt x="1409133" y="58359"/>
                  </a:lnTo>
                  <a:lnTo>
                    <a:pt x="1416919" y="57911"/>
                  </a:lnTo>
                  <a:lnTo>
                    <a:pt x="1424704" y="57295"/>
                  </a:lnTo>
                  <a:lnTo>
                    <a:pt x="1432489" y="56519"/>
                  </a:lnTo>
                  <a:lnTo>
                    <a:pt x="1440275" y="55825"/>
                  </a:lnTo>
                  <a:lnTo>
                    <a:pt x="1448060" y="55203"/>
                  </a:lnTo>
                  <a:lnTo>
                    <a:pt x="1455845" y="54556"/>
                  </a:lnTo>
                  <a:lnTo>
                    <a:pt x="1463630" y="54029"/>
                  </a:lnTo>
                  <a:lnTo>
                    <a:pt x="1471416" y="53321"/>
                  </a:lnTo>
                  <a:lnTo>
                    <a:pt x="1479201" y="52661"/>
                  </a:lnTo>
                  <a:lnTo>
                    <a:pt x="1486986" y="52057"/>
                  </a:lnTo>
                  <a:lnTo>
                    <a:pt x="1494771" y="51237"/>
                  </a:lnTo>
                  <a:lnTo>
                    <a:pt x="1502557" y="50150"/>
                  </a:lnTo>
                  <a:lnTo>
                    <a:pt x="1510342" y="49547"/>
                  </a:lnTo>
                  <a:lnTo>
                    <a:pt x="1518127" y="48676"/>
                  </a:lnTo>
                  <a:lnTo>
                    <a:pt x="1525912" y="47858"/>
                  </a:lnTo>
                  <a:lnTo>
                    <a:pt x="1533698" y="47169"/>
                  </a:lnTo>
                  <a:lnTo>
                    <a:pt x="1541483" y="46339"/>
                  </a:lnTo>
                  <a:lnTo>
                    <a:pt x="1549268" y="45421"/>
                  </a:lnTo>
                  <a:lnTo>
                    <a:pt x="1557054" y="44808"/>
                  </a:lnTo>
                  <a:lnTo>
                    <a:pt x="1564839" y="44020"/>
                  </a:lnTo>
                  <a:lnTo>
                    <a:pt x="1572624" y="43334"/>
                  </a:lnTo>
                  <a:lnTo>
                    <a:pt x="1580409" y="42565"/>
                  </a:lnTo>
                  <a:lnTo>
                    <a:pt x="1588195" y="41712"/>
                  </a:lnTo>
                  <a:lnTo>
                    <a:pt x="1595980" y="40691"/>
                  </a:lnTo>
                  <a:lnTo>
                    <a:pt x="1603765" y="39933"/>
                  </a:lnTo>
                  <a:lnTo>
                    <a:pt x="1611550" y="39299"/>
                  </a:lnTo>
                  <a:lnTo>
                    <a:pt x="1619336" y="38789"/>
                  </a:lnTo>
                  <a:lnTo>
                    <a:pt x="1627121" y="38328"/>
                  </a:lnTo>
                  <a:lnTo>
                    <a:pt x="1634906" y="37481"/>
                  </a:lnTo>
                  <a:lnTo>
                    <a:pt x="1642692" y="36677"/>
                  </a:lnTo>
                  <a:lnTo>
                    <a:pt x="1650477" y="35756"/>
                  </a:lnTo>
                  <a:lnTo>
                    <a:pt x="1658262" y="35100"/>
                  </a:lnTo>
                  <a:lnTo>
                    <a:pt x="1666047" y="34285"/>
                  </a:lnTo>
                  <a:lnTo>
                    <a:pt x="1673833" y="33488"/>
                  </a:lnTo>
                  <a:lnTo>
                    <a:pt x="1681618" y="32680"/>
                  </a:lnTo>
                  <a:lnTo>
                    <a:pt x="1689403" y="31909"/>
                  </a:lnTo>
                  <a:lnTo>
                    <a:pt x="1697188" y="31244"/>
                  </a:lnTo>
                  <a:lnTo>
                    <a:pt x="1704974" y="30439"/>
                  </a:lnTo>
                  <a:lnTo>
                    <a:pt x="1712759" y="29582"/>
                  </a:lnTo>
                  <a:lnTo>
                    <a:pt x="1720544" y="28876"/>
                  </a:lnTo>
                  <a:lnTo>
                    <a:pt x="1728330" y="28117"/>
                  </a:lnTo>
                  <a:lnTo>
                    <a:pt x="1736115" y="27400"/>
                  </a:lnTo>
                  <a:lnTo>
                    <a:pt x="1743900" y="26824"/>
                  </a:lnTo>
                  <a:lnTo>
                    <a:pt x="1751685" y="26028"/>
                  </a:lnTo>
                  <a:lnTo>
                    <a:pt x="1759471" y="25258"/>
                  </a:lnTo>
                  <a:lnTo>
                    <a:pt x="1767256" y="24456"/>
                  </a:lnTo>
                  <a:lnTo>
                    <a:pt x="1775041" y="23773"/>
                  </a:lnTo>
                  <a:lnTo>
                    <a:pt x="1782826" y="23143"/>
                  </a:lnTo>
                  <a:lnTo>
                    <a:pt x="1790612" y="22142"/>
                  </a:lnTo>
                  <a:lnTo>
                    <a:pt x="1798397" y="21284"/>
                  </a:lnTo>
                  <a:lnTo>
                    <a:pt x="1806182" y="20652"/>
                  </a:lnTo>
                  <a:lnTo>
                    <a:pt x="1813967" y="19923"/>
                  </a:lnTo>
                  <a:lnTo>
                    <a:pt x="1821753" y="19227"/>
                  </a:lnTo>
                  <a:lnTo>
                    <a:pt x="1829538" y="18379"/>
                  </a:lnTo>
                  <a:lnTo>
                    <a:pt x="1837323" y="17650"/>
                  </a:lnTo>
                  <a:lnTo>
                    <a:pt x="1845109" y="16817"/>
                  </a:lnTo>
                  <a:lnTo>
                    <a:pt x="1852894" y="16025"/>
                  </a:lnTo>
                  <a:lnTo>
                    <a:pt x="1860679" y="15068"/>
                  </a:lnTo>
                  <a:lnTo>
                    <a:pt x="1868464" y="14318"/>
                  </a:lnTo>
                  <a:lnTo>
                    <a:pt x="1876250" y="13546"/>
                  </a:lnTo>
                  <a:lnTo>
                    <a:pt x="1884035" y="12925"/>
                  </a:lnTo>
                  <a:lnTo>
                    <a:pt x="1891820" y="12139"/>
                  </a:lnTo>
                  <a:lnTo>
                    <a:pt x="1899605" y="11483"/>
                  </a:lnTo>
                  <a:lnTo>
                    <a:pt x="1907391" y="10685"/>
                  </a:lnTo>
                  <a:lnTo>
                    <a:pt x="1915176" y="9890"/>
                  </a:lnTo>
                  <a:lnTo>
                    <a:pt x="1922961" y="9274"/>
                  </a:lnTo>
                  <a:lnTo>
                    <a:pt x="1930747" y="8709"/>
                  </a:lnTo>
                  <a:lnTo>
                    <a:pt x="1938532" y="8244"/>
                  </a:lnTo>
                  <a:lnTo>
                    <a:pt x="1946317" y="7691"/>
                  </a:lnTo>
                  <a:lnTo>
                    <a:pt x="1954102" y="6986"/>
                  </a:lnTo>
                  <a:lnTo>
                    <a:pt x="1961888" y="6087"/>
                  </a:lnTo>
                  <a:lnTo>
                    <a:pt x="1969673" y="5096"/>
                  </a:lnTo>
                  <a:lnTo>
                    <a:pt x="1977458" y="4097"/>
                  </a:lnTo>
                  <a:lnTo>
                    <a:pt x="1985243" y="3353"/>
                  </a:lnTo>
                  <a:lnTo>
                    <a:pt x="1993029" y="2529"/>
                  </a:lnTo>
                  <a:lnTo>
                    <a:pt x="2000814" y="1719"/>
                  </a:lnTo>
                  <a:lnTo>
                    <a:pt x="2008599" y="860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0"/>
            <p:cNvSpPr/>
            <p:nvPr/>
          </p:nvSpPr>
          <p:spPr>
            <a:xfrm>
              <a:off x="3648531" y="3524770"/>
              <a:ext cx="2016385" cy="312589"/>
            </a:xfrm>
            <a:custGeom>
              <a:avLst/>
              <a:pathLst>
                <a:path w="2016385" h="312589">
                  <a:moveTo>
                    <a:pt x="0" y="312589"/>
                  </a:moveTo>
                  <a:lnTo>
                    <a:pt x="7785" y="311461"/>
                  </a:lnTo>
                  <a:lnTo>
                    <a:pt x="15570" y="310426"/>
                  </a:lnTo>
                  <a:lnTo>
                    <a:pt x="23355" y="309322"/>
                  </a:lnTo>
                  <a:lnTo>
                    <a:pt x="31141" y="308241"/>
                  </a:lnTo>
                  <a:lnTo>
                    <a:pt x="38926" y="307042"/>
                  </a:lnTo>
                  <a:lnTo>
                    <a:pt x="46711" y="306032"/>
                  </a:lnTo>
                  <a:lnTo>
                    <a:pt x="54496" y="305015"/>
                  </a:lnTo>
                  <a:lnTo>
                    <a:pt x="62282" y="304154"/>
                  </a:lnTo>
                  <a:lnTo>
                    <a:pt x="70067" y="303221"/>
                  </a:lnTo>
                  <a:lnTo>
                    <a:pt x="77852" y="302119"/>
                  </a:lnTo>
                  <a:lnTo>
                    <a:pt x="85637" y="301189"/>
                  </a:lnTo>
                  <a:lnTo>
                    <a:pt x="93423" y="300064"/>
                  </a:lnTo>
                  <a:lnTo>
                    <a:pt x="101208" y="298928"/>
                  </a:lnTo>
                  <a:lnTo>
                    <a:pt x="108993" y="298015"/>
                  </a:lnTo>
                  <a:lnTo>
                    <a:pt x="116779" y="296716"/>
                  </a:lnTo>
                  <a:lnTo>
                    <a:pt x="124564" y="295358"/>
                  </a:lnTo>
                  <a:lnTo>
                    <a:pt x="132349" y="294411"/>
                  </a:lnTo>
                  <a:lnTo>
                    <a:pt x="140134" y="293505"/>
                  </a:lnTo>
                  <a:lnTo>
                    <a:pt x="147920" y="292432"/>
                  </a:lnTo>
                  <a:lnTo>
                    <a:pt x="155705" y="291462"/>
                  </a:lnTo>
                  <a:lnTo>
                    <a:pt x="163490" y="290371"/>
                  </a:lnTo>
                  <a:lnTo>
                    <a:pt x="171275" y="289502"/>
                  </a:lnTo>
                  <a:lnTo>
                    <a:pt x="179061" y="288134"/>
                  </a:lnTo>
                  <a:lnTo>
                    <a:pt x="186846" y="286793"/>
                  </a:lnTo>
                  <a:lnTo>
                    <a:pt x="194631" y="285613"/>
                  </a:lnTo>
                  <a:lnTo>
                    <a:pt x="202417" y="284381"/>
                  </a:lnTo>
                  <a:lnTo>
                    <a:pt x="210202" y="283154"/>
                  </a:lnTo>
                  <a:lnTo>
                    <a:pt x="217987" y="282138"/>
                  </a:lnTo>
                  <a:lnTo>
                    <a:pt x="225772" y="281034"/>
                  </a:lnTo>
                  <a:lnTo>
                    <a:pt x="233558" y="279674"/>
                  </a:lnTo>
                  <a:lnTo>
                    <a:pt x="241343" y="278466"/>
                  </a:lnTo>
                  <a:lnTo>
                    <a:pt x="249128" y="277390"/>
                  </a:lnTo>
                  <a:lnTo>
                    <a:pt x="256913" y="275861"/>
                  </a:lnTo>
                  <a:lnTo>
                    <a:pt x="264699" y="274401"/>
                  </a:lnTo>
                  <a:lnTo>
                    <a:pt x="272484" y="273308"/>
                  </a:lnTo>
                  <a:lnTo>
                    <a:pt x="280269" y="272170"/>
                  </a:lnTo>
                  <a:lnTo>
                    <a:pt x="288055" y="270691"/>
                  </a:lnTo>
                  <a:lnTo>
                    <a:pt x="295840" y="269239"/>
                  </a:lnTo>
                  <a:lnTo>
                    <a:pt x="303625" y="267807"/>
                  </a:lnTo>
                  <a:lnTo>
                    <a:pt x="311410" y="266459"/>
                  </a:lnTo>
                  <a:lnTo>
                    <a:pt x="319196" y="265225"/>
                  </a:lnTo>
                  <a:lnTo>
                    <a:pt x="326981" y="264024"/>
                  </a:lnTo>
                  <a:lnTo>
                    <a:pt x="334766" y="262613"/>
                  </a:lnTo>
                  <a:lnTo>
                    <a:pt x="342551" y="261439"/>
                  </a:lnTo>
                  <a:lnTo>
                    <a:pt x="350337" y="260423"/>
                  </a:lnTo>
                  <a:lnTo>
                    <a:pt x="358122" y="259271"/>
                  </a:lnTo>
                  <a:lnTo>
                    <a:pt x="365907" y="258015"/>
                  </a:lnTo>
                  <a:lnTo>
                    <a:pt x="373692" y="256775"/>
                  </a:lnTo>
                  <a:lnTo>
                    <a:pt x="381478" y="255426"/>
                  </a:lnTo>
                  <a:lnTo>
                    <a:pt x="389263" y="254091"/>
                  </a:lnTo>
                  <a:lnTo>
                    <a:pt x="397048" y="252853"/>
                  </a:lnTo>
                  <a:lnTo>
                    <a:pt x="404834" y="251826"/>
                  </a:lnTo>
                  <a:lnTo>
                    <a:pt x="412619" y="250407"/>
                  </a:lnTo>
                  <a:lnTo>
                    <a:pt x="420404" y="248843"/>
                  </a:lnTo>
                  <a:lnTo>
                    <a:pt x="428189" y="247487"/>
                  </a:lnTo>
                  <a:lnTo>
                    <a:pt x="435975" y="246256"/>
                  </a:lnTo>
                  <a:lnTo>
                    <a:pt x="443760" y="245124"/>
                  </a:lnTo>
                  <a:lnTo>
                    <a:pt x="451545" y="244139"/>
                  </a:lnTo>
                  <a:lnTo>
                    <a:pt x="459330" y="243018"/>
                  </a:lnTo>
                  <a:lnTo>
                    <a:pt x="467116" y="241657"/>
                  </a:lnTo>
                  <a:lnTo>
                    <a:pt x="474901" y="240357"/>
                  </a:lnTo>
                  <a:lnTo>
                    <a:pt x="482686" y="239596"/>
                  </a:lnTo>
                  <a:lnTo>
                    <a:pt x="490472" y="238342"/>
                  </a:lnTo>
                  <a:lnTo>
                    <a:pt x="498257" y="237300"/>
                  </a:lnTo>
                  <a:lnTo>
                    <a:pt x="506042" y="235939"/>
                  </a:lnTo>
                  <a:lnTo>
                    <a:pt x="513827" y="234884"/>
                  </a:lnTo>
                  <a:lnTo>
                    <a:pt x="521613" y="233571"/>
                  </a:lnTo>
                  <a:lnTo>
                    <a:pt x="529398" y="232352"/>
                  </a:lnTo>
                  <a:lnTo>
                    <a:pt x="537183" y="231183"/>
                  </a:lnTo>
                  <a:lnTo>
                    <a:pt x="544968" y="229997"/>
                  </a:lnTo>
                  <a:lnTo>
                    <a:pt x="552754" y="228951"/>
                  </a:lnTo>
                  <a:lnTo>
                    <a:pt x="560539" y="227622"/>
                  </a:lnTo>
                  <a:lnTo>
                    <a:pt x="568324" y="226371"/>
                  </a:lnTo>
                  <a:lnTo>
                    <a:pt x="576110" y="225119"/>
                  </a:lnTo>
                  <a:lnTo>
                    <a:pt x="583895" y="223941"/>
                  </a:lnTo>
                  <a:lnTo>
                    <a:pt x="591680" y="222856"/>
                  </a:lnTo>
                  <a:lnTo>
                    <a:pt x="599465" y="221423"/>
                  </a:lnTo>
                  <a:lnTo>
                    <a:pt x="607251" y="220069"/>
                  </a:lnTo>
                  <a:lnTo>
                    <a:pt x="615036" y="218898"/>
                  </a:lnTo>
                  <a:lnTo>
                    <a:pt x="622821" y="217592"/>
                  </a:lnTo>
                  <a:lnTo>
                    <a:pt x="630606" y="216399"/>
                  </a:lnTo>
                  <a:lnTo>
                    <a:pt x="638392" y="215539"/>
                  </a:lnTo>
                  <a:lnTo>
                    <a:pt x="646177" y="213962"/>
                  </a:lnTo>
                  <a:lnTo>
                    <a:pt x="653962" y="212664"/>
                  </a:lnTo>
                  <a:lnTo>
                    <a:pt x="661747" y="211263"/>
                  </a:lnTo>
                  <a:lnTo>
                    <a:pt x="669533" y="210030"/>
                  </a:lnTo>
                  <a:lnTo>
                    <a:pt x="677318" y="209009"/>
                  </a:lnTo>
                  <a:lnTo>
                    <a:pt x="685103" y="207833"/>
                  </a:lnTo>
                  <a:lnTo>
                    <a:pt x="692889" y="206943"/>
                  </a:lnTo>
                  <a:lnTo>
                    <a:pt x="700674" y="205579"/>
                  </a:lnTo>
                  <a:lnTo>
                    <a:pt x="708459" y="204365"/>
                  </a:lnTo>
                  <a:lnTo>
                    <a:pt x="716244" y="203023"/>
                  </a:lnTo>
                  <a:lnTo>
                    <a:pt x="724030" y="201844"/>
                  </a:lnTo>
                  <a:lnTo>
                    <a:pt x="731815" y="200533"/>
                  </a:lnTo>
                  <a:lnTo>
                    <a:pt x="739600" y="199380"/>
                  </a:lnTo>
                  <a:lnTo>
                    <a:pt x="747385" y="198368"/>
                  </a:lnTo>
                  <a:lnTo>
                    <a:pt x="755171" y="197109"/>
                  </a:lnTo>
                  <a:lnTo>
                    <a:pt x="762956" y="195791"/>
                  </a:lnTo>
                  <a:lnTo>
                    <a:pt x="770741" y="194833"/>
                  </a:lnTo>
                  <a:lnTo>
                    <a:pt x="778527" y="193762"/>
                  </a:lnTo>
                  <a:lnTo>
                    <a:pt x="786312" y="192163"/>
                  </a:lnTo>
                  <a:lnTo>
                    <a:pt x="794097" y="190851"/>
                  </a:lnTo>
                  <a:lnTo>
                    <a:pt x="801882" y="189516"/>
                  </a:lnTo>
                  <a:lnTo>
                    <a:pt x="809668" y="188086"/>
                  </a:lnTo>
                  <a:lnTo>
                    <a:pt x="817453" y="186922"/>
                  </a:lnTo>
                  <a:lnTo>
                    <a:pt x="825238" y="185442"/>
                  </a:lnTo>
                  <a:lnTo>
                    <a:pt x="833023" y="184162"/>
                  </a:lnTo>
                  <a:lnTo>
                    <a:pt x="840809" y="183160"/>
                  </a:lnTo>
                  <a:lnTo>
                    <a:pt x="848594" y="181877"/>
                  </a:lnTo>
                  <a:lnTo>
                    <a:pt x="856379" y="180600"/>
                  </a:lnTo>
                  <a:lnTo>
                    <a:pt x="864165" y="179286"/>
                  </a:lnTo>
                  <a:lnTo>
                    <a:pt x="871950" y="177947"/>
                  </a:lnTo>
                  <a:lnTo>
                    <a:pt x="879735" y="176650"/>
                  </a:lnTo>
                  <a:lnTo>
                    <a:pt x="887520" y="175250"/>
                  </a:lnTo>
                  <a:lnTo>
                    <a:pt x="895306" y="173925"/>
                  </a:lnTo>
                  <a:lnTo>
                    <a:pt x="903091" y="172769"/>
                  </a:lnTo>
                  <a:lnTo>
                    <a:pt x="910876" y="171387"/>
                  </a:lnTo>
                  <a:lnTo>
                    <a:pt x="918661" y="170016"/>
                  </a:lnTo>
                  <a:lnTo>
                    <a:pt x="926447" y="168838"/>
                  </a:lnTo>
                  <a:lnTo>
                    <a:pt x="934232" y="167428"/>
                  </a:lnTo>
                  <a:lnTo>
                    <a:pt x="942017" y="166163"/>
                  </a:lnTo>
                  <a:lnTo>
                    <a:pt x="949802" y="164729"/>
                  </a:lnTo>
                  <a:lnTo>
                    <a:pt x="957588" y="163456"/>
                  </a:lnTo>
                  <a:lnTo>
                    <a:pt x="965373" y="162087"/>
                  </a:lnTo>
                  <a:lnTo>
                    <a:pt x="973158" y="160766"/>
                  </a:lnTo>
                  <a:lnTo>
                    <a:pt x="980944" y="159375"/>
                  </a:lnTo>
                  <a:lnTo>
                    <a:pt x="988729" y="158262"/>
                  </a:lnTo>
                  <a:lnTo>
                    <a:pt x="996514" y="156900"/>
                  </a:lnTo>
                  <a:lnTo>
                    <a:pt x="1004299" y="155705"/>
                  </a:lnTo>
                  <a:lnTo>
                    <a:pt x="1012085" y="154609"/>
                  </a:lnTo>
                  <a:lnTo>
                    <a:pt x="1019870" y="153375"/>
                  </a:lnTo>
                  <a:lnTo>
                    <a:pt x="1027655" y="152027"/>
                  </a:lnTo>
                  <a:lnTo>
                    <a:pt x="1035440" y="150622"/>
                  </a:lnTo>
                  <a:lnTo>
                    <a:pt x="1043226" y="149037"/>
                  </a:lnTo>
                  <a:lnTo>
                    <a:pt x="1051011" y="147421"/>
                  </a:lnTo>
                  <a:lnTo>
                    <a:pt x="1058796" y="145865"/>
                  </a:lnTo>
                  <a:lnTo>
                    <a:pt x="1066582" y="144467"/>
                  </a:lnTo>
                  <a:lnTo>
                    <a:pt x="1074367" y="143106"/>
                  </a:lnTo>
                  <a:lnTo>
                    <a:pt x="1082152" y="141781"/>
                  </a:lnTo>
                  <a:lnTo>
                    <a:pt x="1089937" y="140515"/>
                  </a:lnTo>
                  <a:lnTo>
                    <a:pt x="1097723" y="139429"/>
                  </a:lnTo>
                  <a:lnTo>
                    <a:pt x="1105508" y="138183"/>
                  </a:lnTo>
                  <a:lnTo>
                    <a:pt x="1113293" y="136838"/>
                  </a:lnTo>
                  <a:lnTo>
                    <a:pt x="1121078" y="135453"/>
                  </a:lnTo>
                  <a:lnTo>
                    <a:pt x="1128864" y="133861"/>
                  </a:lnTo>
                  <a:lnTo>
                    <a:pt x="1136649" y="132590"/>
                  </a:lnTo>
                  <a:lnTo>
                    <a:pt x="1144434" y="131123"/>
                  </a:lnTo>
                  <a:lnTo>
                    <a:pt x="1152220" y="129760"/>
                  </a:lnTo>
                  <a:lnTo>
                    <a:pt x="1160005" y="128191"/>
                  </a:lnTo>
                  <a:lnTo>
                    <a:pt x="1167790" y="126974"/>
                  </a:lnTo>
                  <a:lnTo>
                    <a:pt x="1175575" y="125704"/>
                  </a:lnTo>
                  <a:lnTo>
                    <a:pt x="1183361" y="124514"/>
                  </a:lnTo>
                  <a:lnTo>
                    <a:pt x="1191146" y="123367"/>
                  </a:lnTo>
                  <a:lnTo>
                    <a:pt x="1198931" y="122140"/>
                  </a:lnTo>
                  <a:lnTo>
                    <a:pt x="1206716" y="120937"/>
                  </a:lnTo>
                  <a:lnTo>
                    <a:pt x="1214502" y="119494"/>
                  </a:lnTo>
                  <a:lnTo>
                    <a:pt x="1222287" y="118361"/>
                  </a:lnTo>
                  <a:lnTo>
                    <a:pt x="1230072" y="117324"/>
                  </a:lnTo>
                  <a:lnTo>
                    <a:pt x="1237857" y="116119"/>
                  </a:lnTo>
                  <a:lnTo>
                    <a:pt x="1245643" y="114975"/>
                  </a:lnTo>
                  <a:lnTo>
                    <a:pt x="1253428" y="113815"/>
                  </a:lnTo>
                  <a:lnTo>
                    <a:pt x="1261213" y="112547"/>
                  </a:lnTo>
                  <a:lnTo>
                    <a:pt x="1268999" y="111319"/>
                  </a:lnTo>
                  <a:lnTo>
                    <a:pt x="1276784" y="109968"/>
                  </a:lnTo>
                  <a:lnTo>
                    <a:pt x="1284569" y="108848"/>
                  </a:lnTo>
                  <a:lnTo>
                    <a:pt x="1292354" y="107687"/>
                  </a:lnTo>
                  <a:lnTo>
                    <a:pt x="1300140" y="106691"/>
                  </a:lnTo>
                  <a:lnTo>
                    <a:pt x="1307925" y="105507"/>
                  </a:lnTo>
                  <a:lnTo>
                    <a:pt x="1315710" y="104405"/>
                  </a:lnTo>
                  <a:lnTo>
                    <a:pt x="1323495" y="103009"/>
                  </a:lnTo>
                  <a:lnTo>
                    <a:pt x="1331281" y="101495"/>
                  </a:lnTo>
                  <a:lnTo>
                    <a:pt x="1339066" y="100140"/>
                  </a:lnTo>
                  <a:lnTo>
                    <a:pt x="1346851" y="98863"/>
                  </a:lnTo>
                  <a:lnTo>
                    <a:pt x="1354637" y="97690"/>
                  </a:lnTo>
                  <a:lnTo>
                    <a:pt x="1362422" y="96822"/>
                  </a:lnTo>
                  <a:lnTo>
                    <a:pt x="1370207" y="95272"/>
                  </a:lnTo>
                  <a:lnTo>
                    <a:pt x="1377992" y="94162"/>
                  </a:lnTo>
                  <a:lnTo>
                    <a:pt x="1385778" y="92698"/>
                  </a:lnTo>
                  <a:lnTo>
                    <a:pt x="1393563" y="91341"/>
                  </a:lnTo>
                  <a:lnTo>
                    <a:pt x="1401348" y="89824"/>
                  </a:lnTo>
                  <a:lnTo>
                    <a:pt x="1409133" y="88566"/>
                  </a:lnTo>
                  <a:lnTo>
                    <a:pt x="1416919" y="87391"/>
                  </a:lnTo>
                  <a:lnTo>
                    <a:pt x="1424704" y="86406"/>
                  </a:lnTo>
                  <a:lnTo>
                    <a:pt x="1432489" y="85142"/>
                  </a:lnTo>
                  <a:lnTo>
                    <a:pt x="1440275" y="83719"/>
                  </a:lnTo>
                  <a:lnTo>
                    <a:pt x="1448060" y="82370"/>
                  </a:lnTo>
                  <a:lnTo>
                    <a:pt x="1455845" y="81285"/>
                  </a:lnTo>
                  <a:lnTo>
                    <a:pt x="1463630" y="80095"/>
                  </a:lnTo>
                  <a:lnTo>
                    <a:pt x="1471416" y="78981"/>
                  </a:lnTo>
                  <a:lnTo>
                    <a:pt x="1479201" y="77969"/>
                  </a:lnTo>
                  <a:lnTo>
                    <a:pt x="1486986" y="77008"/>
                  </a:lnTo>
                  <a:lnTo>
                    <a:pt x="1494771" y="76025"/>
                  </a:lnTo>
                  <a:lnTo>
                    <a:pt x="1502557" y="74959"/>
                  </a:lnTo>
                  <a:lnTo>
                    <a:pt x="1510342" y="73436"/>
                  </a:lnTo>
                  <a:lnTo>
                    <a:pt x="1518127" y="71969"/>
                  </a:lnTo>
                  <a:lnTo>
                    <a:pt x="1525912" y="70679"/>
                  </a:lnTo>
                  <a:lnTo>
                    <a:pt x="1533698" y="69546"/>
                  </a:lnTo>
                  <a:lnTo>
                    <a:pt x="1541483" y="68292"/>
                  </a:lnTo>
                  <a:lnTo>
                    <a:pt x="1549268" y="66849"/>
                  </a:lnTo>
                  <a:lnTo>
                    <a:pt x="1557054" y="65784"/>
                  </a:lnTo>
                  <a:lnTo>
                    <a:pt x="1564839" y="64437"/>
                  </a:lnTo>
                  <a:lnTo>
                    <a:pt x="1572624" y="63161"/>
                  </a:lnTo>
                  <a:lnTo>
                    <a:pt x="1580409" y="61828"/>
                  </a:lnTo>
                  <a:lnTo>
                    <a:pt x="1588195" y="60678"/>
                  </a:lnTo>
                  <a:lnTo>
                    <a:pt x="1595980" y="59433"/>
                  </a:lnTo>
                  <a:lnTo>
                    <a:pt x="1603765" y="58111"/>
                  </a:lnTo>
                  <a:lnTo>
                    <a:pt x="1611550" y="56749"/>
                  </a:lnTo>
                  <a:lnTo>
                    <a:pt x="1619336" y="55810"/>
                  </a:lnTo>
                  <a:lnTo>
                    <a:pt x="1627121" y="54737"/>
                  </a:lnTo>
                  <a:lnTo>
                    <a:pt x="1634906" y="53704"/>
                  </a:lnTo>
                  <a:lnTo>
                    <a:pt x="1642692" y="52499"/>
                  </a:lnTo>
                  <a:lnTo>
                    <a:pt x="1650477" y="51390"/>
                  </a:lnTo>
                  <a:lnTo>
                    <a:pt x="1658262" y="50194"/>
                  </a:lnTo>
                  <a:lnTo>
                    <a:pt x="1666047" y="49020"/>
                  </a:lnTo>
                  <a:lnTo>
                    <a:pt x="1673833" y="47709"/>
                  </a:lnTo>
                  <a:lnTo>
                    <a:pt x="1681618" y="46467"/>
                  </a:lnTo>
                  <a:lnTo>
                    <a:pt x="1689403" y="45239"/>
                  </a:lnTo>
                  <a:lnTo>
                    <a:pt x="1697188" y="44012"/>
                  </a:lnTo>
                  <a:lnTo>
                    <a:pt x="1704974" y="42756"/>
                  </a:lnTo>
                  <a:lnTo>
                    <a:pt x="1712759" y="41495"/>
                  </a:lnTo>
                  <a:lnTo>
                    <a:pt x="1720544" y="40392"/>
                  </a:lnTo>
                  <a:lnTo>
                    <a:pt x="1728330" y="39152"/>
                  </a:lnTo>
                  <a:lnTo>
                    <a:pt x="1736115" y="38036"/>
                  </a:lnTo>
                  <a:lnTo>
                    <a:pt x="1743900" y="36748"/>
                  </a:lnTo>
                  <a:lnTo>
                    <a:pt x="1751685" y="35607"/>
                  </a:lnTo>
                  <a:lnTo>
                    <a:pt x="1759471" y="34551"/>
                  </a:lnTo>
                  <a:lnTo>
                    <a:pt x="1767256" y="33423"/>
                  </a:lnTo>
                  <a:lnTo>
                    <a:pt x="1775041" y="32350"/>
                  </a:lnTo>
                  <a:lnTo>
                    <a:pt x="1782826" y="31493"/>
                  </a:lnTo>
                  <a:lnTo>
                    <a:pt x="1790612" y="30448"/>
                  </a:lnTo>
                  <a:lnTo>
                    <a:pt x="1798397" y="29301"/>
                  </a:lnTo>
                  <a:lnTo>
                    <a:pt x="1806182" y="28153"/>
                  </a:lnTo>
                  <a:lnTo>
                    <a:pt x="1813967" y="27004"/>
                  </a:lnTo>
                  <a:lnTo>
                    <a:pt x="1821753" y="25734"/>
                  </a:lnTo>
                  <a:lnTo>
                    <a:pt x="1829538" y="24588"/>
                  </a:lnTo>
                  <a:lnTo>
                    <a:pt x="1837323" y="23618"/>
                  </a:lnTo>
                  <a:lnTo>
                    <a:pt x="1845109" y="22531"/>
                  </a:lnTo>
                  <a:lnTo>
                    <a:pt x="1852894" y="21543"/>
                  </a:lnTo>
                  <a:lnTo>
                    <a:pt x="1860679" y="20519"/>
                  </a:lnTo>
                  <a:lnTo>
                    <a:pt x="1868464" y="19358"/>
                  </a:lnTo>
                  <a:lnTo>
                    <a:pt x="1876250" y="18161"/>
                  </a:lnTo>
                  <a:lnTo>
                    <a:pt x="1884035" y="17210"/>
                  </a:lnTo>
                  <a:lnTo>
                    <a:pt x="1891820" y="16246"/>
                  </a:lnTo>
                  <a:lnTo>
                    <a:pt x="1899605" y="15258"/>
                  </a:lnTo>
                  <a:lnTo>
                    <a:pt x="1907391" y="14283"/>
                  </a:lnTo>
                  <a:lnTo>
                    <a:pt x="1915176" y="13292"/>
                  </a:lnTo>
                  <a:lnTo>
                    <a:pt x="1922961" y="12229"/>
                  </a:lnTo>
                  <a:lnTo>
                    <a:pt x="1930747" y="10996"/>
                  </a:lnTo>
                  <a:lnTo>
                    <a:pt x="1938532" y="9868"/>
                  </a:lnTo>
                  <a:lnTo>
                    <a:pt x="1946317" y="8753"/>
                  </a:lnTo>
                  <a:lnTo>
                    <a:pt x="1954102" y="7756"/>
                  </a:lnTo>
                  <a:lnTo>
                    <a:pt x="1961888" y="6678"/>
                  </a:lnTo>
                  <a:lnTo>
                    <a:pt x="1969673" y="5893"/>
                  </a:lnTo>
                  <a:lnTo>
                    <a:pt x="1977458" y="5100"/>
                  </a:lnTo>
                  <a:lnTo>
                    <a:pt x="1985243" y="4089"/>
                  </a:lnTo>
                  <a:lnTo>
                    <a:pt x="1993029" y="3036"/>
                  </a:lnTo>
                  <a:lnTo>
                    <a:pt x="2000814" y="1945"/>
                  </a:lnTo>
                  <a:lnTo>
                    <a:pt x="2008599" y="971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1"/>
            <p:cNvSpPr/>
            <p:nvPr/>
          </p:nvSpPr>
          <p:spPr>
            <a:xfrm>
              <a:off x="3648531" y="3608221"/>
              <a:ext cx="2016385" cy="228846"/>
            </a:xfrm>
            <a:custGeom>
              <a:avLst/>
              <a:pathLst>
                <a:path w="2016385" h="228846">
                  <a:moveTo>
                    <a:pt x="0" y="228846"/>
                  </a:moveTo>
                  <a:lnTo>
                    <a:pt x="7785" y="228039"/>
                  </a:lnTo>
                  <a:lnTo>
                    <a:pt x="15570" y="227267"/>
                  </a:lnTo>
                  <a:lnTo>
                    <a:pt x="23355" y="226495"/>
                  </a:lnTo>
                  <a:lnTo>
                    <a:pt x="31141" y="225892"/>
                  </a:lnTo>
                  <a:lnTo>
                    <a:pt x="38926" y="225258"/>
                  </a:lnTo>
                  <a:lnTo>
                    <a:pt x="46711" y="224689"/>
                  </a:lnTo>
                  <a:lnTo>
                    <a:pt x="54496" y="223688"/>
                  </a:lnTo>
                  <a:lnTo>
                    <a:pt x="62282" y="223013"/>
                  </a:lnTo>
                  <a:lnTo>
                    <a:pt x="70067" y="222429"/>
                  </a:lnTo>
                  <a:lnTo>
                    <a:pt x="77852" y="221670"/>
                  </a:lnTo>
                  <a:lnTo>
                    <a:pt x="85637" y="220987"/>
                  </a:lnTo>
                  <a:lnTo>
                    <a:pt x="93423" y="219960"/>
                  </a:lnTo>
                  <a:lnTo>
                    <a:pt x="101208" y="219257"/>
                  </a:lnTo>
                  <a:lnTo>
                    <a:pt x="108993" y="218443"/>
                  </a:lnTo>
                  <a:lnTo>
                    <a:pt x="116779" y="217621"/>
                  </a:lnTo>
                  <a:lnTo>
                    <a:pt x="124564" y="216952"/>
                  </a:lnTo>
                  <a:lnTo>
                    <a:pt x="132349" y="215964"/>
                  </a:lnTo>
                  <a:lnTo>
                    <a:pt x="140134" y="215084"/>
                  </a:lnTo>
                  <a:lnTo>
                    <a:pt x="147920" y="214296"/>
                  </a:lnTo>
                  <a:lnTo>
                    <a:pt x="155705" y="213821"/>
                  </a:lnTo>
                  <a:lnTo>
                    <a:pt x="163490" y="213140"/>
                  </a:lnTo>
                  <a:lnTo>
                    <a:pt x="171275" y="212570"/>
                  </a:lnTo>
                  <a:lnTo>
                    <a:pt x="179061" y="211802"/>
                  </a:lnTo>
                  <a:lnTo>
                    <a:pt x="186846" y="210791"/>
                  </a:lnTo>
                  <a:lnTo>
                    <a:pt x="194631" y="210008"/>
                  </a:lnTo>
                  <a:lnTo>
                    <a:pt x="202417" y="209155"/>
                  </a:lnTo>
                  <a:lnTo>
                    <a:pt x="210202" y="208516"/>
                  </a:lnTo>
                  <a:lnTo>
                    <a:pt x="217987" y="207773"/>
                  </a:lnTo>
                  <a:lnTo>
                    <a:pt x="225772" y="206857"/>
                  </a:lnTo>
                  <a:lnTo>
                    <a:pt x="233558" y="206023"/>
                  </a:lnTo>
                  <a:lnTo>
                    <a:pt x="241343" y="205189"/>
                  </a:lnTo>
                  <a:lnTo>
                    <a:pt x="249128" y="204205"/>
                  </a:lnTo>
                  <a:lnTo>
                    <a:pt x="256913" y="203385"/>
                  </a:lnTo>
                  <a:lnTo>
                    <a:pt x="264699" y="202735"/>
                  </a:lnTo>
                  <a:lnTo>
                    <a:pt x="272484" y="201723"/>
                  </a:lnTo>
                  <a:lnTo>
                    <a:pt x="280269" y="200851"/>
                  </a:lnTo>
                  <a:lnTo>
                    <a:pt x="288055" y="199857"/>
                  </a:lnTo>
                  <a:lnTo>
                    <a:pt x="295840" y="199014"/>
                  </a:lnTo>
                  <a:lnTo>
                    <a:pt x="303625" y="198311"/>
                  </a:lnTo>
                  <a:lnTo>
                    <a:pt x="311410" y="197475"/>
                  </a:lnTo>
                  <a:lnTo>
                    <a:pt x="319196" y="196488"/>
                  </a:lnTo>
                  <a:lnTo>
                    <a:pt x="326981" y="195681"/>
                  </a:lnTo>
                  <a:lnTo>
                    <a:pt x="334766" y="194924"/>
                  </a:lnTo>
                  <a:lnTo>
                    <a:pt x="342551" y="194469"/>
                  </a:lnTo>
                  <a:lnTo>
                    <a:pt x="350337" y="193690"/>
                  </a:lnTo>
                  <a:lnTo>
                    <a:pt x="358122" y="192819"/>
                  </a:lnTo>
                  <a:lnTo>
                    <a:pt x="365907" y="191912"/>
                  </a:lnTo>
                  <a:lnTo>
                    <a:pt x="373692" y="191099"/>
                  </a:lnTo>
                  <a:lnTo>
                    <a:pt x="381478" y="190471"/>
                  </a:lnTo>
                  <a:lnTo>
                    <a:pt x="389263" y="189495"/>
                  </a:lnTo>
                  <a:lnTo>
                    <a:pt x="397048" y="188713"/>
                  </a:lnTo>
                  <a:lnTo>
                    <a:pt x="404834" y="188021"/>
                  </a:lnTo>
                  <a:lnTo>
                    <a:pt x="412619" y="187463"/>
                  </a:lnTo>
                  <a:lnTo>
                    <a:pt x="420404" y="186700"/>
                  </a:lnTo>
                  <a:lnTo>
                    <a:pt x="428189" y="185792"/>
                  </a:lnTo>
                  <a:lnTo>
                    <a:pt x="435975" y="184841"/>
                  </a:lnTo>
                  <a:lnTo>
                    <a:pt x="443760" y="184096"/>
                  </a:lnTo>
                  <a:lnTo>
                    <a:pt x="451545" y="183321"/>
                  </a:lnTo>
                  <a:lnTo>
                    <a:pt x="459330" y="182417"/>
                  </a:lnTo>
                  <a:lnTo>
                    <a:pt x="467116" y="181572"/>
                  </a:lnTo>
                  <a:lnTo>
                    <a:pt x="474901" y="180301"/>
                  </a:lnTo>
                  <a:lnTo>
                    <a:pt x="482686" y="179385"/>
                  </a:lnTo>
                  <a:lnTo>
                    <a:pt x="490472" y="178599"/>
                  </a:lnTo>
                  <a:lnTo>
                    <a:pt x="498257" y="177442"/>
                  </a:lnTo>
                  <a:lnTo>
                    <a:pt x="506042" y="176662"/>
                  </a:lnTo>
                  <a:lnTo>
                    <a:pt x="513827" y="175886"/>
                  </a:lnTo>
                  <a:lnTo>
                    <a:pt x="521613" y="175004"/>
                  </a:lnTo>
                  <a:lnTo>
                    <a:pt x="529398" y="174228"/>
                  </a:lnTo>
                  <a:lnTo>
                    <a:pt x="537183" y="173195"/>
                  </a:lnTo>
                  <a:lnTo>
                    <a:pt x="544968" y="172410"/>
                  </a:lnTo>
                  <a:lnTo>
                    <a:pt x="552754" y="171701"/>
                  </a:lnTo>
                  <a:lnTo>
                    <a:pt x="560539" y="170826"/>
                  </a:lnTo>
                  <a:lnTo>
                    <a:pt x="568324" y="169923"/>
                  </a:lnTo>
                  <a:lnTo>
                    <a:pt x="576110" y="168824"/>
                  </a:lnTo>
                  <a:lnTo>
                    <a:pt x="583895" y="167877"/>
                  </a:lnTo>
                  <a:lnTo>
                    <a:pt x="591680" y="166996"/>
                  </a:lnTo>
                  <a:lnTo>
                    <a:pt x="599465" y="165997"/>
                  </a:lnTo>
                  <a:lnTo>
                    <a:pt x="607251" y="165246"/>
                  </a:lnTo>
                  <a:lnTo>
                    <a:pt x="615036" y="164373"/>
                  </a:lnTo>
                  <a:lnTo>
                    <a:pt x="622821" y="163493"/>
                  </a:lnTo>
                  <a:lnTo>
                    <a:pt x="630606" y="162571"/>
                  </a:lnTo>
                  <a:lnTo>
                    <a:pt x="638392" y="161708"/>
                  </a:lnTo>
                  <a:lnTo>
                    <a:pt x="646177" y="161046"/>
                  </a:lnTo>
                  <a:lnTo>
                    <a:pt x="653962" y="160095"/>
                  </a:lnTo>
                  <a:lnTo>
                    <a:pt x="661747" y="159214"/>
                  </a:lnTo>
                  <a:lnTo>
                    <a:pt x="669533" y="158109"/>
                  </a:lnTo>
                  <a:lnTo>
                    <a:pt x="677318" y="157070"/>
                  </a:lnTo>
                  <a:lnTo>
                    <a:pt x="685103" y="156093"/>
                  </a:lnTo>
                  <a:lnTo>
                    <a:pt x="692889" y="155158"/>
                  </a:lnTo>
                  <a:lnTo>
                    <a:pt x="700674" y="154089"/>
                  </a:lnTo>
                  <a:lnTo>
                    <a:pt x="708459" y="153368"/>
                  </a:lnTo>
                  <a:lnTo>
                    <a:pt x="716244" y="152095"/>
                  </a:lnTo>
                  <a:lnTo>
                    <a:pt x="724030" y="151163"/>
                  </a:lnTo>
                  <a:lnTo>
                    <a:pt x="731815" y="150443"/>
                  </a:lnTo>
                  <a:lnTo>
                    <a:pt x="739600" y="149680"/>
                  </a:lnTo>
                  <a:lnTo>
                    <a:pt x="747385" y="148929"/>
                  </a:lnTo>
                  <a:lnTo>
                    <a:pt x="755171" y="147851"/>
                  </a:lnTo>
                  <a:lnTo>
                    <a:pt x="762956" y="146981"/>
                  </a:lnTo>
                  <a:lnTo>
                    <a:pt x="770741" y="146398"/>
                  </a:lnTo>
                  <a:lnTo>
                    <a:pt x="778527" y="145601"/>
                  </a:lnTo>
                  <a:lnTo>
                    <a:pt x="786312" y="144658"/>
                  </a:lnTo>
                  <a:lnTo>
                    <a:pt x="794097" y="143876"/>
                  </a:lnTo>
                  <a:lnTo>
                    <a:pt x="801882" y="142961"/>
                  </a:lnTo>
                  <a:lnTo>
                    <a:pt x="809668" y="141997"/>
                  </a:lnTo>
                  <a:lnTo>
                    <a:pt x="817453" y="140785"/>
                  </a:lnTo>
                  <a:lnTo>
                    <a:pt x="825238" y="139800"/>
                  </a:lnTo>
                  <a:lnTo>
                    <a:pt x="833023" y="138904"/>
                  </a:lnTo>
                  <a:lnTo>
                    <a:pt x="840809" y="137791"/>
                  </a:lnTo>
                  <a:lnTo>
                    <a:pt x="848594" y="136867"/>
                  </a:lnTo>
                  <a:lnTo>
                    <a:pt x="856379" y="136326"/>
                  </a:lnTo>
                  <a:lnTo>
                    <a:pt x="864165" y="135442"/>
                  </a:lnTo>
                  <a:lnTo>
                    <a:pt x="871950" y="134330"/>
                  </a:lnTo>
                  <a:lnTo>
                    <a:pt x="879735" y="133576"/>
                  </a:lnTo>
                  <a:lnTo>
                    <a:pt x="887520" y="132941"/>
                  </a:lnTo>
                  <a:lnTo>
                    <a:pt x="895306" y="132100"/>
                  </a:lnTo>
                  <a:lnTo>
                    <a:pt x="903091" y="131020"/>
                  </a:lnTo>
                  <a:lnTo>
                    <a:pt x="910876" y="130092"/>
                  </a:lnTo>
                  <a:lnTo>
                    <a:pt x="918661" y="128744"/>
                  </a:lnTo>
                  <a:lnTo>
                    <a:pt x="926447" y="127840"/>
                  </a:lnTo>
                  <a:lnTo>
                    <a:pt x="934232" y="126950"/>
                  </a:lnTo>
                  <a:lnTo>
                    <a:pt x="942017" y="126329"/>
                  </a:lnTo>
                  <a:lnTo>
                    <a:pt x="949802" y="125198"/>
                  </a:lnTo>
                  <a:lnTo>
                    <a:pt x="957588" y="124296"/>
                  </a:lnTo>
                  <a:lnTo>
                    <a:pt x="965373" y="123495"/>
                  </a:lnTo>
                  <a:lnTo>
                    <a:pt x="973158" y="122395"/>
                  </a:lnTo>
                  <a:lnTo>
                    <a:pt x="980944" y="121215"/>
                  </a:lnTo>
                  <a:lnTo>
                    <a:pt x="988729" y="120217"/>
                  </a:lnTo>
                  <a:lnTo>
                    <a:pt x="996514" y="119432"/>
                  </a:lnTo>
                  <a:lnTo>
                    <a:pt x="1004299" y="118244"/>
                  </a:lnTo>
                  <a:lnTo>
                    <a:pt x="1012085" y="117297"/>
                  </a:lnTo>
                  <a:lnTo>
                    <a:pt x="1019870" y="116222"/>
                  </a:lnTo>
                  <a:lnTo>
                    <a:pt x="1027655" y="115371"/>
                  </a:lnTo>
                  <a:lnTo>
                    <a:pt x="1035440" y="114355"/>
                  </a:lnTo>
                  <a:lnTo>
                    <a:pt x="1043226" y="113423"/>
                  </a:lnTo>
                  <a:lnTo>
                    <a:pt x="1051011" y="112860"/>
                  </a:lnTo>
                  <a:lnTo>
                    <a:pt x="1058796" y="111973"/>
                  </a:lnTo>
                  <a:lnTo>
                    <a:pt x="1066582" y="111211"/>
                  </a:lnTo>
                  <a:lnTo>
                    <a:pt x="1074367" y="110239"/>
                  </a:lnTo>
                  <a:lnTo>
                    <a:pt x="1082152" y="109126"/>
                  </a:lnTo>
                  <a:lnTo>
                    <a:pt x="1089937" y="108182"/>
                  </a:lnTo>
                  <a:lnTo>
                    <a:pt x="1097723" y="107238"/>
                  </a:lnTo>
                  <a:lnTo>
                    <a:pt x="1105508" y="106214"/>
                  </a:lnTo>
                  <a:lnTo>
                    <a:pt x="1113293" y="105353"/>
                  </a:lnTo>
                  <a:lnTo>
                    <a:pt x="1121078" y="104453"/>
                  </a:lnTo>
                  <a:lnTo>
                    <a:pt x="1128864" y="103323"/>
                  </a:lnTo>
                  <a:lnTo>
                    <a:pt x="1136649" y="102310"/>
                  </a:lnTo>
                  <a:lnTo>
                    <a:pt x="1144434" y="101063"/>
                  </a:lnTo>
                  <a:lnTo>
                    <a:pt x="1152220" y="100201"/>
                  </a:lnTo>
                  <a:lnTo>
                    <a:pt x="1160005" y="99372"/>
                  </a:lnTo>
                  <a:lnTo>
                    <a:pt x="1167790" y="98392"/>
                  </a:lnTo>
                  <a:lnTo>
                    <a:pt x="1175575" y="97554"/>
                  </a:lnTo>
                  <a:lnTo>
                    <a:pt x="1183361" y="96462"/>
                  </a:lnTo>
                  <a:lnTo>
                    <a:pt x="1191146" y="95699"/>
                  </a:lnTo>
                  <a:lnTo>
                    <a:pt x="1198931" y="94558"/>
                  </a:lnTo>
                  <a:lnTo>
                    <a:pt x="1206716" y="93822"/>
                  </a:lnTo>
                  <a:lnTo>
                    <a:pt x="1214502" y="92982"/>
                  </a:lnTo>
                  <a:lnTo>
                    <a:pt x="1222287" y="92028"/>
                  </a:lnTo>
                  <a:lnTo>
                    <a:pt x="1230072" y="91038"/>
                  </a:lnTo>
                  <a:lnTo>
                    <a:pt x="1237857" y="90173"/>
                  </a:lnTo>
                  <a:lnTo>
                    <a:pt x="1245643" y="89364"/>
                  </a:lnTo>
                  <a:lnTo>
                    <a:pt x="1253428" y="88464"/>
                  </a:lnTo>
                  <a:lnTo>
                    <a:pt x="1261213" y="87508"/>
                  </a:lnTo>
                  <a:lnTo>
                    <a:pt x="1268999" y="86620"/>
                  </a:lnTo>
                  <a:lnTo>
                    <a:pt x="1276784" y="85754"/>
                  </a:lnTo>
                  <a:lnTo>
                    <a:pt x="1284569" y="84697"/>
                  </a:lnTo>
                  <a:lnTo>
                    <a:pt x="1292354" y="83720"/>
                  </a:lnTo>
                  <a:lnTo>
                    <a:pt x="1300140" y="82686"/>
                  </a:lnTo>
                  <a:lnTo>
                    <a:pt x="1307925" y="81954"/>
                  </a:lnTo>
                  <a:lnTo>
                    <a:pt x="1315710" y="81045"/>
                  </a:lnTo>
                  <a:lnTo>
                    <a:pt x="1323495" y="79973"/>
                  </a:lnTo>
                  <a:lnTo>
                    <a:pt x="1331281" y="78993"/>
                  </a:lnTo>
                  <a:lnTo>
                    <a:pt x="1339066" y="78308"/>
                  </a:lnTo>
                  <a:lnTo>
                    <a:pt x="1346851" y="77669"/>
                  </a:lnTo>
                  <a:lnTo>
                    <a:pt x="1354637" y="76806"/>
                  </a:lnTo>
                  <a:lnTo>
                    <a:pt x="1362422" y="75912"/>
                  </a:lnTo>
                  <a:lnTo>
                    <a:pt x="1370207" y="74997"/>
                  </a:lnTo>
                  <a:lnTo>
                    <a:pt x="1377992" y="74145"/>
                  </a:lnTo>
                  <a:lnTo>
                    <a:pt x="1385778" y="73243"/>
                  </a:lnTo>
                  <a:lnTo>
                    <a:pt x="1393563" y="72363"/>
                  </a:lnTo>
                  <a:lnTo>
                    <a:pt x="1401348" y="71502"/>
                  </a:lnTo>
                  <a:lnTo>
                    <a:pt x="1409133" y="70304"/>
                  </a:lnTo>
                  <a:lnTo>
                    <a:pt x="1416919" y="69668"/>
                  </a:lnTo>
                  <a:lnTo>
                    <a:pt x="1424704" y="68760"/>
                  </a:lnTo>
                  <a:lnTo>
                    <a:pt x="1432489" y="67945"/>
                  </a:lnTo>
                  <a:lnTo>
                    <a:pt x="1440275" y="66890"/>
                  </a:lnTo>
                  <a:lnTo>
                    <a:pt x="1448060" y="66103"/>
                  </a:lnTo>
                  <a:lnTo>
                    <a:pt x="1455845" y="65380"/>
                  </a:lnTo>
                  <a:lnTo>
                    <a:pt x="1463630" y="64572"/>
                  </a:lnTo>
                  <a:lnTo>
                    <a:pt x="1471416" y="63655"/>
                  </a:lnTo>
                  <a:lnTo>
                    <a:pt x="1479201" y="62653"/>
                  </a:lnTo>
                  <a:lnTo>
                    <a:pt x="1486986" y="61897"/>
                  </a:lnTo>
                  <a:lnTo>
                    <a:pt x="1494771" y="61136"/>
                  </a:lnTo>
                  <a:lnTo>
                    <a:pt x="1502557" y="60068"/>
                  </a:lnTo>
                  <a:lnTo>
                    <a:pt x="1510342" y="59025"/>
                  </a:lnTo>
                  <a:lnTo>
                    <a:pt x="1518127" y="58273"/>
                  </a:lnTo>
                  <a:lnTo>
                    <a:pt x="1525912" y="57575"/>
                  </a:lnTo>
                  <a:lnTo>
                    <a:pt x="1533698" y="56626"/>
                  </a:lnTo>
                  <a:lnTo>
                    <a:pt x="1541483" y="55965"/>
                  </a:lnTo>
                  <a:lnTo>
                    <a:pt x="1549268" y="55128"/>
                  </a:lnTo>
                  <a:lnTo>
                    <a:pt x="1557054" y="54179"/>
                  </a:lnTo>
                  <a:lnTo>
                    <a:pt x="1564839" y="53385"/>
                  </a:lnTo>
                  <a:lnTo>
                    <a:pt x="1572624" y="52628"/>
                  </a:lnTo>
                  <a:lnTo>
                    <a:pt x="1580409" y="51812"/>
                  </a:lnTo>
                  <a:lnTo>
                    <a:pt x="1588195" y="50851"/>
                  </a:lnTo>
                  <a:lnTo>
                    <a:pt x="1595980" y="49880"/>
                  </a:lnTo>
                  <a:lnTo>
                    <a:pt x="1603765" y="48864"/>
                  </a:lnTo>
                  <a:lnTo>
                    <a:pt x="1611550" y="47702"/>
                  </a:lnTo>
                  <a:lnTo>
                    <a:pt x="1619336" y="46635"/>
                  </a:lnTo>
                  <a:lnTo>
                    <a:pt x="1627121" y="45652"/>
                  </a:lnTo>
                  <a:lnTo>
                    <a:pt x="1634906" y="44911"/>
                  </a:lnTo>
                  <a:lnTo>
                    <a:pt x="1642692" y="43942"/>
                  </a:lnTo>
                  <a:lnTo>
                    <a:pt x="1650477" y="43370"/>
                  </a:lnTo>
                  <a:lnTo>
                    <a:pt x="1658262" y="42695"/>
                  </a:lnTo>
                  <a:lnTo>
                    <a:pt x="1666047" y="42060"/>
                  </a:lnTo>
                  <a:lnTo>
                    <a:pt x="1673833" y="41209"/>
                  </a:lnTo>
                  <a:lnTo>
                    <a:pt x="1681618" y="40464"/>
                  </a:lnTo>
                  <a:lnTo>
                    <a:pt x="1689403" y="39575"/>
                  </a:lnTo>
                  <a:lnTo>
                    <a:pt x="1697188" y="38458"/>
                  </a:lnTo>
                  <a:lnTo>
                    <a:pt x="1704974" y="37545"/>
                  </a:lnTo>
                  <a:lnTo>
                    <a:pt x="1712759" y="36645"/>
                  </a:lnTo>
                  <a:lnTo>
                    <a:pt x="1720544" y="35767"/>
                  </a:lnTo>
                  <a:lnTo>
                    <a:pt x="1728330" y="34793"/>
                  </a:lnTo>
                  <a:lnTo>
                    <a:pt x="1736115" y="33599"/>
                  </a:lnTo>
                  <a:lnTo>
                    <a:pt x="1743900" y="32599"/>
                  </a:lnTo>
                  <a:lnTo>
                    <a:pt x="1751685" y="31653"/>
                  </a:lnTo>
                  <a:lnTo>
                    <a:pt x="1759471" y="30622"/>
                  </a:lnTo>
                  <a:lnTo>
                    <a:pt x="1767256" y="29672"/>
                  </a:lnTo>
                  <a:lnTo>
                    <a:pt x="1775041" y="29017"/>
                  </a:lnTo>
                  <a:lnTo>
                    <a:pt x="1782826" y="28101"/>
                  </a:lnTo>
                  <a:lnTo>
                    <a:pt x="1790612" y="27073"/>
                  </a:lnTo>
                  <a:lnTo>
                    <a:pt x="1798397" y="26154"/>
                  </a:lnTo>
                  <a:lnTo>
                    <a:pt x="1806182" y="25061"/>
                  </a:lnTo>
                  <a:lnTo>
                    <a:pt x="1813967" y="24326"/>
                  </a:lnTo>
                  <a:lnTo>
                    <a:pt x="1821753" y="23418"/>
                  </a:lnTo>
                  <a:lnTo>
                    <a:pt x="1829538" y="22337"/>
                  </a:lnTo>
                  <a:lnTo>
                    <a:pt x="1837323" y="21357"/>
                  </a:lnTo>
                  <a:lnTo>
                    <a:pt x="1845109" y="20257"/>
                  </a:lnTo>
                  <a:lnTo>
                    <a:pt x="1852894" y="19081"/>
                  </a:lnTo>
                  <a:lnTo>
                    <a:pt x="1860679" y="17940"/>
                  </a:lnTo>
                  <a:lnTo>
                    <a:pt x="1868464" y="17024"/>
                  </a:lnTo>
                  <a:lnTo>
                    <a:pt x="1876250" y="16043"/>
                  </a:lnTo>
                  <a:lnTo>
                    <a:pt x="1884035" y="14906"/>
                  </a:lnTo>
                  <a:lnTo>
                    <a:pt x="1891820" y="14125"/>
                  </a:lnTo>
                  <a:lnTo>
                    <a:pt x="1899605" y="13462"/>
                  </a:lnTo>
                  <a:lnTo>
                    <a:pt x="1907391" y="12981"/>
                  </a:lnTo>
                  <a:lnTo>
                    <a:pt x="1915176" y="12319"/>
                  </a:lnTo>
                  <a:lnTo>
                    <a:pt x="1922961" y="11256"/>
                  </a:lnTo>
                  <a:lnTo>
                    <a:pt x="1930747" y="10319"/>
                  </a:lnTo>
                  <a:lnTo>
                    <a:pt x="1938532" y="9192"/>
                  </a:lnTo>
                  <a:lnTo>
                    <a:pt x="1946317" y="8477"/>
                  </a:lnTo>
                  <a:lnTo>
                    <a:pt x="1954102" y="7509"/>
                  </a:lnTo>
                  <a:lnTo>
                    <a:pt x="1961888" y="6528"/>
                  </a:lnTo>
                  <a:lnTo>
                    <a:pt x="1969673" y="5494"/>
                  </a:lnTo>
                  <a:lnTo>
                    <a:pt x="1977458" y="4585"/>
                  </a:lnTo>
                  <a:lnTo>
                    <a:pt x="1985243" y="3714"/>
                  </a:lnTo>
                  <a:lnTo>
                    <a:pt x="1993029" y="2881"/>
                  </a:lnTo>
                  <a:lnTo>
                    <a:pt x="2000814" y="2067"/>
                  </a:lnTo>
                  <a:lnTo>
                    <a:pt x="2008599" y="1107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2"/>
            <p:cNvSpPr/>
            <p:nvPr/>
          </p:nvSpPr>
          <p:spPr>
            <a:xfrm>
              <a:off x="3648531" y="3636149"/>
              <a:ext cx="2016385" cy="140883"/>
            </a:xfrm>
            <a:custGeom>
              <a:avLst/>
              <a:pathLst>
                <a:path w="2016385" h="140883">
                  <a:moveTo>
                    <a:pt x="0" y="140883"/>
                  </a:moveTo>
                  <a:lnTo>
                    <a:pt x="7785" y="140311"/>
                  </a:lnTo>
                  <a:lnTo>
                    <a:pt x="15570" y="139925"/>
                  </a:lnTo>
                  <a:lnTo>
                    <a:pt x="23355" y="139600"/>
                  </a:lnTo>
                  <a:lnTo>
                    <a:pt x="31141" y="138964"/>
                  </a:lnTo>
                  <a:lnTo>
                    <a:pt x="38926" y="138344"/>
                  </a:lnTo>
                  <a:lnTo>
                    <a:pt x="46711" y="137681"/>
                  </a:lnTo>
                  <a:lnTo>
                    <a:pt x="54496" y="137204"/>
                  </a:lnTo>
                  <a:lnTo>
                    <a:pt x="62282" y="136672"/>
                  </a:lnTo>
                  <a:lnTo>
                    <a:pt x="70067" y="136051"/>
                  </a:lnTo>
                  <a:lnTo>
                    <a:pt x="77852" y="135422"/>
                  </a:lnTo>
                  <a:lnTo>
                    <a:pt x="85637" y="134959"/>
                  </a:lnTo>
                  <a:lnTo>
                    <a:pt x="93423" y="134225"/>
                  </a:lnTo>
                  <a:lnTo>
                    <a:pt x="101208" y="133951"/>
                  </a:lnTo>
                  <a:lnTo>
                    <a:pt x="108993" y="133175"/>
                  </a:lnTo>
                  <a:lnTo>
                    <a:pt x="116779" y="132773"/>
                  </a:lnTo>
                  <a:lnTo>
                    <a:pt x="124564" y="132273"/>
                  </a:lnTo>
                  <a:lnTo>
                    <a:pt x="132349" y="131601"/>
                  </a:lnTo>
                  <a:lnTo>
                    <a:pt x="140134" y="131256"/>
                  </a:lnTo>
                  <a:lnTo>
                    <a:pt x="147920" y="130469"/>
                  </a:lnTo>
                  <a:lnTo>
                    <a:pt x="155705" y="129921"/>
                  </a:lnTo>
                  <a:lnTo>
                    <a:pt x="163490" y="129205"/>
                  </a:lnTo>
                  <a:lnTo>
                    <a:pt x="171275" y="128387"/>
                  </a:lnTo>
                  <a:lnTo>
                    <a:pt x="179061" y="127574"/>
                  </a:lnTo>
                  <a:lnTo>
                    <a:pt x="186846" y="127046"/>
                  </a:lnTo>
                  <a:lnTo>
                    <a:pt x="194631" y="126503"/>
                  </a:lnTo>
                  <a:lnTo>
                    <a:pt x="202417" y="126003"/>
                  </a:lnTo>
                  <a:lnTo>
                    <a:pt x="210202" y="125404"/>
                  </a:lnTo>
                  <a:lnTo>
                    <a:pt x="217987" y="125100"/>
                  </a:lnTo>
                  <a:lnTo>
                    <a:pt x="225772" y="124531"/>
                  </a:lnTo>
                  <a:lnTo>
                    <a:pt x="233558" y="123909"/>
                  </a:lnTo>
                  <a:lnTo>
                    <a:pt x="241343" y="123335"/>
                  </a:lnTo>
                  <a:lnTo>
                    <a:pt x="249128" y="122922"/>
                  </a:lnTo>
                  <a:lnTo>
                    <a:pt x="256913" y="122325"/>
                  </a:lnTo>
                  <a:lnTo>
                    <a:pt x="264699" y="121637"/>
                  </a:lnTo>
                  <a:lnTo>
                    <a:pt x="272484" y="120920"/>
                  </a:lnTo>
                  <a:lnTo>
                    <a:pt x="280269" y="120566"/>
                  </a:lnTo>
                  <a:lnTo>
                    <a:pt x="288055" y="120174"/>
                  </a:lnTo>
                  <a:lnTo>
                    <a:pt x="295840" y="119445"/>
                  </a:lnTo>
                  <a:lnTo>
                    <a:pt x="303625" y="118911"/>
                  </a:lnTo>
                  <a:lnTo>
                    <a:pt x="311410" y="118507"/>
                  </a:lnTo>
                  <a:lnTo>
                    <a:pt x="319196" y="117938"/>
                  </a:lnTo>
                  <a:lnTo>
                    <a:pt x="326981" y="117421"/>
                  </a:lnTo>
                  <a:lnTo>
                    <a:pt x="334766" y="116869"/>
                  </a:lnTo>
                  <a:lnTo>
                    <a:pt x="342551" y="116408"/>
                  </a:lnTo>
                  <a:lnTo>
                    <a:pt x="350337" y="116064"/>
                  </a:lnTo>
                  <a:lnTo>
                    <a:pt x="358122" y="115576"/>
                  </a:lnTo>
                  <a:lnTo>
                    <a:pt x="365907" y="115237"/>
                  </a:lnTo>
                  <a:lnTo>
                    <a:pt x="373692" y="114776"/>
                  </a:lnTo>
                  <a:lnTo>
                    <a:pt x="381478" y="114075"/>
                  </a:lnTo>
                  <a:lnTo>
                    <a:pt x="389263" y="113625"/>
                  </a:lnTo>
                  <a:lnTo>
                    <a:pt x="397048" y="112938"/>
                  </a:lnTo>
                  <a:lnTo>
                    <a:pt x="404834" y="112655"/>
                  </a:lnTo>
                  <a:lnTo>
                    <a:pt x="412619" y="112201"/>
                  </a:lnTo>
                  <a:lnTo>
                    <a:pt x="420404" y="111558"/>
                  </a:lnTo>
                  <a:lnTo>
                    <a:pt x="428189" y="110931"/>
                  </a:lnTo>
                  <a:lnTo>
                    <a:pt x="435975" y="110337"/>
                  </a:lnTo>
                  <a:lnTo>
                    <a:pt x="443760" y="109916"/>
                  </a:lnTo>
                  <a:lnTo>
                    <a:pt x="451545" y="109233"/>
                  </a:lnTo>
                  <a:lnTo>
                    <a:pt x="459330" y="108714"/>
                  </a:lnTo>
                  <a:lnTo>
                    <a:pt x="467116" y="108431"/>
                  </a:lnTo>
                  <a:lnTo>
                    <a:pt x="474901" y="107773"/>
                  </a:lnTo>
                  <a:lnTo>
                    <a:pt x="482686" y="107268"/>
                  </a:lnTo>
                  <a:lnTo>
                    <a:pt x="490472" y="106911"/>
                  </a:lnTo>
                  <a:lnTo>
                    <a:pt x="498257" y="106476"/>
                  </a:lnTo>
                  <a:lnTo>
                    <a:pt x="506042" y="106078"/>
                  </a:lnTo>
                  <a:lnTo>
                    <a:pt x="513827" y="105579"/>
                  </a:lnTo>
                  <a:lnTo>
                    <a:pt x="521613" y="105051"/>
                  </a:lnTo>
                  <a:lnTo>
                    <a:pt x="529398" y="104569"/>
                  </a:lnTo>
                  <a:lnTo>
                    <a:pt x="537183" y="103918"/>
                  </a:lnTo>
                  <a:lnTo>
                    <a:pt x="544968" y="103381"/>
                  </a:lnTo>
                  <a:lnTo>
                    <a:pt x="552754" y="102964"/>
                  </a:lnTo>
                  <a:lnTo>
                    <a:pt x="560539" y="102577"/>
                  </a:lnTo>
                  <a:lnTo>
                    <a:pt x="568324" y="102065"/>
                  </a:lnTo>
                  <a:lnTo>
                    <a:pt x="576110" y="101646"/>
                  </a:lnTo>
                  <a:lnTo>
                    <a:pt x="583895" y="101175"/>
                  </a:lnTo>
                  <a:lnTo>
                    <a:pt x="591680" y="100572"/>
                  </a:lnTo>
                  <a:lnTo>
                    <a:pt x="599465" y="100057"/>
                  </a:lnTo>
                  <a:lnTo>
                    <a:pt x="607251" y="99487"/>
                  </a:lnTo>
                  <a:lnTo>
                    <a:pt x="615036" y="99008"/>
                  </a:lnTo>
                  <a:lnTo>
                    <a:pt x="622821" y="98468"/>
                  </a:lnTo>
                  <a:lnTo>
                    <a:pt x="630606" y="98004"/>
                  </a:lnTo>
                  <a:lnTo>
                    <a:pt x="638392" y="97578"/>
                  </a:lnTo>
                  <a:lnTo>
                    <a:pt x="646177" y="97111"/>
                  </a:lnTo>
                  <a:lnTo>
                    <a:pt x="653962" y="96545"/>
                  </a:lnTo>
                  <a:lnTo>
                    <a:pt x="661747" y="95799"/>
                  </a:lnTo>
                  <a:lnTo>
                    <a:pt x="669533" y="95151"/>
                  </a:lnTo>
                  <a:lnTo>
                    <a:pt x="677318" y="94768"/>
                  </a:lnTo>
                  <a:lnTo>
                    <a:pt x="685103" y="94282"/>
                  </a:lnTo>
                  <a:lnTo>
                    <a:pt x="692889" y="93589"/>
                  </a:lnTo>
                  <a:lnTo>
                    <a:pt x="700674" y="93116"/>
                  </a:lnTo>
                  <a:lnTo>
                    <a:pt x="708459" y="92419"/>
                  </a:lnTo>
                  <a:lnTo>
                    <a:pt x="716244" y="91881"/>
                  </a:lnTo>
                  <a:lnTo>
                    <a:pt x="724030" y="91164"/>
                  </a:lnTo>
                  <a:lnTo>
                    <a:pt x="731815" y="90525"/>
                  </a:lnTo>
                  <a:lnTo>
                    <a:pt x="739600" y="89818"/>
                  </a:lnTo>
                  <a:lnTo>
                    <a:pt x="747385" y="89254"/>
                  </a:lnTo>
                  <a:lnTo>
                    <a:pt x="755171" y="88939"/>
                  </a:lnTo>
                  <a:lnTo>
                    <a:pt x="762956" y="88380"/>
                  </a:lnTo>
                  <a:lnTo>
                    <a:pt x="770741" y="87902"/>
                  </a:lnTo>
                  <a:lnTo>
                    <a:pt x="778527" y="87486"/>
                  </a:lnTo>
                  <a:lnTo>
                    <a:pt x="786312" y="86786"/>
                  </a:lnTo>
                  <a:lnTo>
                    <a:pt x="794097" y="86240"/>
                  </a:lnTo>
                  <a:lnTo>
                    <a:pt x="801882" y="85695"/>
                  </a:lnTo>
                  <a:lnTo>
                    <a:pt x="809668" y="84960"/>
                  </a:lnTo>
                  <a:lnTo>
                    <a:pt x="817453" y="84311"/>
                  </a:lnTo>
                  <a:lnTo>
                    <a:pt x="825238" y="83792"/>
                  </a:lnTo>
                  <a:lnTo>
                    <a:pt x="833023" y="83174"/>
                  </a:lnTo>
                  <a:lnTo>
                    <a:pt x="840809" y="82446"/>
                  </a:lnTo>
                  <a:lnTo>
                    <a:pt x="848594" y="82001"/>
                  </a:lnTo>
                  <a:lnTo>
                    <a:pt x="856379" y="81440"/>
                  </a:lnTo>
                  <a:lnTo>
                    <a:pt x="864165" y="80601"/>
                  </a:lnTo>
                  <a:lnTo>
                    <a:pt x="871950" y="79742"/>
                  </a:lnTo>
                  <a:lnTo>
                    <a:pt x="879735" y="78959"/>
                  </a:lnTo>
                  <a:lnTo>
                    <a:pt x="887520" y="78333"/>
                  </a:lnTo>
                  <a:lnTo>
                    <a:pt x="895306" y="77926"/>
                  </a:lnTo>
                  <a:lnTo>
                    <a:pt x="903091" y="77443"/>
                  </a:lnTo>
                  <a:lnTo>
                    <a:pt x="910876" y="76815"/>
                  </a:lnTo>
                  <a:lnTo>
                    <a:pt x="918661" y="76330"/>
                  </a:lnTo>
                  <a:lnTo>
                    <a:pt x="926447" y="75706"/>
                  </a:lnTo>
                  <a:lnTo>
                    <a:pt x="934232" y="75350"/>
                  </a:lnTo>
                  <a:lnTo>
                    <a:pt x="942017" y="74958"/>
                  </a:lnTo>
                  <a:lnTo>
                    <a:pt x="949802" y="74687"/>
                  </a:lnTo>
                  <a:lnTo>
                    <a:pt x="957588" y="73970"/>
                  </a:lnTo>
                  <a:lnTo>
                    <a:pt x="965373" y="73642"/>
                  </a:lnTo>
                  <a:lnTo>
                    <a:pt x="973158" y="73303"/>
                  </a:lnTo>
                  <a:lnTo>
                    <a:pt x="980944" y="73092"/>
                  </a:lnTo>
                  <a:lnTo>
                    <a:pt x="988729" y="72372"/>
                  </a:lnTo>
                  <a:lnTo>
                    <a:pt x="996514" y="71895"/>
                  </a:lnTo>
                  <a:lnTo>
                    <a:pt x="1004299" y="71463"/>
                  </a:lnTo>
                  <a:lnTo>
                    <a:pt x="1012085" y="70882"/>
                  </a:lnTo>
                  <a:lnTo>
                    <a:pt x="1019870" y="70315"/>
                  </a:lnTo>
                  <a:lnTo>
                    <a:pt x="1027655" y="69657"/>
                  </a:lnTo>
                  <a:lnTo>
                    <a:pt x="1035440" y="69243"/>
                  </a:lnTo>
                  <a:lnTo>
                    <a:pt x="1043226" y="68767"/>
                  </a:lnTo>
                  <a:lnTo>
                    <a:pt x="1051011" y="68220"/>
                  </a:lnTo>
                  <a:lnTo>
                    <a:pt x="1058796" y="67550"/>
                  </a:lnTo>
                  <a:lnTo>
                    <a:pt x="1066582" y="66855"/>
                  </a:lnTo>
                  <a:lnTo>
                    <a:pt x="1074367" y="66310"/>
                  </a:lnTo>
                  <a:lnTo>
                    <a:pt x="1082152" y="65813"/>
                  </a:lnTo>
                  <a:lnTo>
                    <a:pt x="1089937" y="65396"/>
                  </a:lnTo>
                  <a:lnTo>
                    <a:pt x="1097723" y="64878"/>
                  </a:lnTo>
                  <a:lnTo>
                    <a:pt x="1105508" y="64304"/>
                  </a:lnTo>
                  <a:lnTo>
                    <a:pt x="1113293" y="63802"/>
                  </a:lnTo>
                  <a:lnTo>
                    <a:pt x="1121078" y="63324"/>
                  </a:lnTo>
                  <a:lnTo>
                    <a:pt x="1128864" y="62891"/>
                  </a:lnTo>
                  <a:lnTo>
                    <a:pt x="1136649" y="62294"/>
                  </a:lnTo>
                  <a:lnTo>
                    <a:pt x="1144434" y="61641"/>
                  </a:lnTo>
                  <a:lnTo>
                    <a:pt x="1152220" y="61479"/>
                  </a:lnTo>
                  <a:lnTo>
                    <a:pt x="1160005" y="60877"/>
                  </a:lnTo>
                  <a:lnTo>
                    <a:pt x="1167790" y="60421"/>
                  </a:lnTo>
                  <a:lnTo>
                    <a:pt x="1175575" y="59648"/>
                  </a:lnTo>
                  <a:lnTo>
                    <a:pt x="1183361" y="59005"/>
                  </a:lnTo>
                  <a:lnTo>
                    <a:pt x="1191146" y="58406"/>
                  </a:lnTo>
                  <a:lnTo>
                    <a:pt x="1198931" y="58040"/>
                  </a:lnTo>
                  <a:lnTo>
                    <a:pt x="1206716" y="57404"/>
                  </a:lnTo>
                  <a:lnTo>
                    <a:pt x="1214502" y="56695"/>
                  </a:lnTo>
                  <a:lnTo>
                    <a:pt x="1222287" y="56151"/>
                  </a:lnTo>
                  <a:lnTo>
                    <a:pt x="1230072" y="55503"/>
                  </a:lnTo>
                  <a:lnTo>
                    <a:pt x="1237857" y="54994"/>
                  </a:lnTo>
                  <a:lnTo>
                    <a:pt x="1245643" y="54482"/>
                  </a:lnTo>
                  <a:lnTo>
                    <a:pt x="1253428" y="53815"/>
                  </a:lnTo>
                  <a:lnTo>
                    <a:pt x="1261213" y="53337"/>
                  </a:lnTo>
                  <a:lnTo>
                    <a:pt x="1268999" y="53013"/>
                  </a:lnTo>
                  <a:lnTo>
                    <a:pt x="1276784" y="52196"/>
                  </a:lnTo>
                  <a:lnTo>
                    <a:pt x="1284569" y="51686"/>
                  </a:lnTo>
                  <a:lnTo>
                    <a:pt x="1292354" y="51215"/>
                  </a:lnTo>
                  <a:lnTo>
                    <a:pt x="1300140" y="50670"/>
                  </a:lnTo>
                  <a:lnTo>
                    <a:pt x="1307925" y="50038"/>
                  </a:lnTo>
                  <a:lnTo>
                    <a:pt x="1315710" y="49499"/>
                  </a:lnTo>
                  <a:lnTo>
                    <a:pt x="1323495" y="48935"/>
                  </a:lnTo>
                  <a:lnTo>
                    <a:pt x="1331281" y="48251"/>
                  </a:lnTo>
                  <a:lnTo>
                    <a:pt x="1339066" y="47684"/>
                  </a:lnTo>
                  <a:lnTo>
                    <a:pt x="1346851" y="47218"/>
                  </a:lnTo>
                  <a:lnTo>
                    <a:pt x="1354637" y="46632"/>
                  </a:lnTo>
                  <a:lnTo>
                    <a:pt x="1362422" y="46107"/>
                  </a:lnTo>
                  <a:lnTo>
                    <a:pt x="1370207" y="45509"/>
                  </a:lnTo>
                  <a:lnTo>
                    <a:pt x="1377992" y="45197"/>
                  </a:lnTo>
                  <a:lnTo>
                    <a:pt x="1385778" y="44560"/>
                  </a:lnTo>
                  <a:lnTo>
                    <a:pt x="1393563" y="43919"/>
                  </a:lnTo>
                  <a:lnTo>
                    <a:pt x="1401348" y="43339"/>
                  </a:lnTo>
                  <a:lnTo>
                    <a:pt x="1409133" y="42789"/>
                  </a:lnTo>
                  <a:lnTo>
                    <a:pt x="1416919" y="42373"/>
                  </a:lnTo>
                  <a:lnTo>
                    <a:pt x="1424704" y="41739"/>
                  </a:lnTo>
                  <a:lnTo>
                    <a:pt x="1432489" y="41206"/>
                  </a:lnTo>
                  <a:lnTo>
                    <a:pt x="1440275" y="40577"/>
                  </a:lnTo>
                  <a:lnTo>
                    <a:pt x="1448060" y="40032"/>
                  </a:lnTo>
                  <a:lnTo>
                    <a:pt x="1455845" y="39579"/>
                  </a:lnTo>
                  <a:lnTo>
                    <a:pt x="1463630" y="39020"/>
                  </a:lnTo>
                  <a:lnTo>
                    <a:pt x="1471416" y="38386"/>
                  </a:lnTo>
                  <a:lnTo>
                    <a:pt x="1479201" y="37745"/>
                  </a:lnTo>
                  <a:lnTo>
                    <a:pt x="1486986" y="37198"/>
                  </a:lnTo>
                  <a:lnTo>
                    <a:pt x="1494771" y="36490"/>
                  </a:lnTo>
                  <a:lnTo>
                    <a:pt x="1502557" y="35899"/>
                  </a:lnTo>
                  <a:lnTo>
                    <a:pt x="1510342" y="35351"/>
                  </a:lnTo>
                  <a:lnTo>
                    <a:pt x="1518127" y="34973"/>
                  </a:lnTo>
                  <a:lnTo>
                    <a:pt x="1525912" y="34520"/>
                  </a:lnTo>
                  <a:lnTo>
                    <a:pt x="1533698" y="33950"/>
                  </a:lnTo>
                  <a:lnTo>
                    <a:pt x="1541483" y="33348"/>
                  </a:lnTo>
                  <a:lnTo>
                    <a:pt x="1549268" y="32736"/>
                  </a:lnTo>
                  <a:lnTo>
                    <a:pt x="1557054" y="32141"/>
                  </a:lnTo>
                  <a:lnTo>
                    <a:pt x="1564839" y="31743"/>
                  </a:lnTo>
                  <a:lnTo>
                    <a:pt x="1572624" y="31193"/>
                  </a:lnTo>
                  <a:lnTo>
                    <a:pt x="1580409" y="30649"/>
                  </a:lnTo>
                  <a:lnTo>
                    <a:pt x="1588195" y="30137"/>
                  </a:lnTo>
                  <a:lnTo>
                    <a:pt x="1595980" y="29496"/>
                  </a:lnTo>
                  <a:lnTo>
                    <a:pt x="1603765" y="29024"/>
                  </a:lnTo>
                  <a:lnTo>
                    <a:pt x="1611550" y="28503"/>
                  </a:lnTo>
                  <a:lnTo>
                    <a:pt x="1619336" y="27780"/>
                  </a:lnTo>
                  <a:lnTo>
                    <a:pt x="1627121" y="27266"/>
                  </a:lnTo>
                  <a:lnTo>
                    <a:pt x="1634906" y="26587"/>
                  </a:lnTo>
                  <a:lnTo>
                    <a:pt x="1642692" y="26240"/>
                  </a:lnTo>
                  <a:lnTo>
                    <a:pt x="1650477" y="25618"/>
                  </a:lnTo>
                  <a:lnTo>
                    <a:pt x="1658262" y="25218"/>
                  </a:lnTo>
                  <a:lnTo>
                    <a:pt x="1666047" y="24679"/>
                  </a:lnTo>
                  <a:lnTo>
                    <a:pt x="1673833" y="24056"/>
                  </a:lnTo>
                  <a:lnTo>
                    <a:pt x="1681618" y="23547"/>
                  </a:lnTo>
                  <a:lnTo>
                    <a:pt x="1689403" y="23068"/>
                  </a:lnTo>
                  <a:lnTo>
                    <a:pt x="1697188" y="22595"/>
                  </a:lnTo>
                  <a:lnTo>
                    <a:pt x="1704974" y="21869"/>
                  </a:lnTo>
                  <a:lnTo>
                    <a:pt x="1712759" y="21434"/>
                  </a:lnTo>
                  <a:lnTo>
                    <a:pt x="1720544" y="21066"/>
                  </a:lnTo>
                  <a:lnTo>
                    <a:pt x="1728330" y="20568"/>
                  </a:lnTo>
                  <a:lnTo>
                    <a:pt x="1736115" y="20024"/>
                  </a:lnTo>
                  <a:lnTo>
                    <a:pt x="1743900" y="19675"/>
                  </a:lnTo>
                  <a:lnTo>
                    <a:pt x="1751685" y="19034"/>
                  </a:lnTo>
                  <a:lnTo>
                    <a:pt x="1759471" y="18221"/>
                  </a:lnTo>
                  <a:lnTo>
                    <a:pt x="1767256" y="17681"/>
                  </a:lnTo>
                  <a:lnTo>
                    <a:pt x="1775041" y="16925"/>
                  </a:lnTo>
                  <a:lnTo>
                    <a:pt x="1782826" y="16131"/>
                  </a:lnTo>
                  <a:lnTo>
                    <a:pt x="1790612" y="15522"/>
                  </a:lnTo>
                  <a:lnTo>
                    <a:pt x="1798397" y="14918"/>
                  </a:lnTo>
                  <a:lnTo>
                    <a:pt x="1806182" y="14347"/>
                  </a:lnTo>
                  <a:lnTo>
                    <a:pt x="1813967" y="13890"/>
                  </a:lnTo>
                  <a:lnTo>
                    <a:pt x="1821753" y="13276"/>
                  </a:lnTo>
                  <a:lnTo>
                    <a:pt x="1829538" y="12637"/>
                  </a:lnTo>
                  <a:lnTo>
                    <a:pt x="1837323" y="12081"/>
                  </a:lnTo>
                  <a:lnTo>
                    <a:pt x="1845109" y="11458"/>
                  </a:lnTo>
                  <a:lnTo>
                    <a:pt x="1852894" y="10969"/>
                  </a:lnTo>
                  <a:lnTo>
                    <a:pt x="1860679" y="10488"/>
                  </a:lnTo>
                  <a:lnTo>
                    <a:pt x="1868464" y="9991"/>
                  </a:lnTo>
                  <a:lnTo>
                    <a:pt x="1876250" y="9774"/>
                  </a:lnTo>
                  <a:lnTo>
                    <a:pt x="1884035" y="9234"/>
                  </a:lnTo>
                  <a:lnTo>
                    <a:pt x="1891820" y="8504"/>
                  </a:lnTo>
                  <a:lnTo>
                    <a:pt x="1899605" y="7987"/>
                  </a:lnTo>
                  <a:lnTo>
                    <a:pt x="1907391" y="7250"/>
                  </a:lnTo>
                  <a:lnTo>
                    <a:pt x="1915176" y="6724"/>
                  </a:lnTo>
                  <a:lnTo>
                    <a:pt x="1922961" y="6279"/>
                  </a:lnTo>
                  <a:lnTo>
                    <a:pt x="1930747" y="5867"/>
                  </a:lnTo>
                  <a:lnTo>
                    <a:pt x="1938532" y="5279"/>
                  </a:lnTo>
                  <a:lnTo>
                    <a:pt x="1946317" y="4767"/>
                  </a:lnTo>
                  <a:lnTo>
                    <a:pt x="1954102" y="4279"/>
                  </a:lnTo>
                  <a:lnTo>
                    <a:pt x="1961888" y="3891"/>
                  </a:lnTo>
                  <a:lnTo>
                    <a:pt x="1969673" y="3332"/>
                  </a:lnTo>
                  <a:lnTo>
                    <a:pt x="1977458" y="2777"/>
                  </a:lnTo>
                  <a:lnTo>
                    <a:pt x="1985243" y="2272"/>
                  </a:lnTo>
                  <a:lnTo>
                    <a:pt x="1993029" y="1586"/>
                  </a:lnTo>
                  <a:lnTo>
                    <a:pt x="2000814" y="995"/>
                  </a:lnTo>
                  <a:lnTo>
                    <a:pt x="2008599" y="375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3"/>
            <p:cNvSpPr/>
            <p:nvPr/>
          </p:nvSpPr>
          <p:spPr>
            <a:xfrm>
              <a:off x="3648531" y="3927632"/>
              <a:ext cx="2016385" cy="46638"/>
            </a:xfrm>
            <a:custGeom>
              <a:avLst/>
              <a:pathLst>
                <a:path w="2016385" h="46638">
                  <a:moveTo>
                    <a:pt x="0" y="0"/>
                  </a:moveTo>
                  <a:lnTo>
                    <a:pt x="7785" y="162"/>
                  </a:lnTo>
                  <a:lnTo>
                    <a:pt x="15570" y="640"/>
                  </a:lnTo>
                  <a:lnTo>
                    <a:pt x="23355" y="895"/>
                  </a:lnTo>
                  <a:lnTo>
                    <a:pt x="31141" y="1234"/>
                  </a:lnTo>
                  <a:lnTo>
                    <a:pt x="38926" y="1581"/>
                  </a:lnTo>
                  <a:lnTo>
                    <a:pt x="46711" y="1726"/>
                  </a:lnTo>
                  <a:lnTo>
                    <a:pt x="54496" y="2199"/>
                  </a:lnTo>
                  <a:lnTo>
                    <a:pt x="62282" y="2487"/>
                  </a:lnTo>
                  <a:lnTo>
                    <a:pt x="70067" y="2808"/>
                  </a:lnTo>
                  <a:lnTo>
                    <a:pt x="77852" y="2956"/>
                  </a:lnTo>
                  <a:lnTo>
                    <a:pt x="85637" y="3036"/>
                  </a:lnTo>
                  <a:lnTo>
                    <a:pt x="93423" y="3253"/>
                  </a:lnTo>
                  <a:lnTo>
                    <a:pt x="101208" y="3237"/>
                  </a:lnTo>
                  <a:lnTo>
                    <a:pt x="108993" y="3284"/>
                  </a:lnTo>
                  <a:lnTo>
                    <a:pt x="116779" y="3285"/>
                  </a:lnTo>
                  <a:lnTo>
                    <a:pt x="124564" y="3315"/>
                  </a:lnTo>
                  <a:lnTo>
                    <a:pt x="132349" y="3509"/>
                  </a:lnTo>
                  <a:lnTo>
                    <a:pt x="140134" y="4097"/>
                  </a:lnTo>
                  <a:lnTo>
                    <a:pt x="147920" y="4482"/>
                  </a:lnTo>
                  <a:lnTo>
                    <a:pt x="155705" y="4787"/>
                  </a:lnTo>
                  <a:lnTo>
                    <a:pt x="163490" y="4806"/>
                  </a:lnTo>
                  <a:lnTo>
                    <a:pt x="171275" y="4872"/>
                  </a:lnTo>
                  <a:lnTo>
                    <a:pt x="179061" y="5041"/>
                  </a:lnTo>
                  <a:lnTo>
                    <a:pt x="186846" y="5307"/>
                  </a:lnTo>
                  <a:lnTo>
                    <a:pt x="194631" y="5520"/>
                  </a:lnTo>
                  <a:lnTo>
                    <a:pt x="202417" y="5892"/>
                  </a:lnTo>
                  <a:lnTo>
                    <a:pt x="210202" y="5921"/>
                  </a:lnTo>
                  <a:lnTo>
                    <a:pt x="217987" y="6097"/>
                  </a:lnTo>
                  <a:lnTo>
                    <a:pt x="225772" y="6170"/>
                  </a:lnTo>
                  <a:lnTo>
                    <a:pt x="233558" y="6508"/>
                  </a:lnTo>
                  <a:lnTo>
                    <a:pt x="241343" y="6543"/>
                  </a:lnTo>
                  <a:lnTo>
                    <a:pt x="249128" y="6934"/>
                  </a:lnTo>
                  <a:lnTo>
                    <a:pt x="256913" y="7256"/>
                  </a:lnTo>
                  <a:lnTo>
                    <a:pt x="264699" y="7654"/>
                  </a:lnTo>
                  <a:lnTo>
                    <a:pt x="272484" y="8024"/>
                  </a:lnTo>
                  <a:lnTo>
                    <a:pt x="280269" y="8453"/>
                  </a:lnTo>
                  <a:lnTo>
                    <a:pt x="288055" y="8651"/>
                  </a:lnTo>
                  <a:lnTo>
                    <a:pt x="295840" y="9075"/>
                  </a:lnTo>
                  <a:lnTo>
                    <a:pt x="303625" y="9332"/>
                  </a:lnTo>
                  <a:lnTo>
                    <a:pt x="311410" y="9754"/>
                  </a:lnTo>
                  <a:lnTo>
                    <a:pt x="319196" y="9857"/>
                  </a:lnTo>
                  <a:lnTo>
                    <a:pt x="326981" y="9945"/>
                  </a:lnTo>
                  <a:lnTo>
                    <a:pt x="334766" y="10303"/>
                  </a:lnTo>
                  <a:lnTo>
                    <a:pt x="342551" y="10586"/>
                  </a:lnTo>
                  <a:lnTo>
                    <a:pt x="350337" y="10590"/>
                  </a:lnTo>
                  <a:lnTo>
                    <a:pt x="358122" y="10553"/>
                  </a:lnTo>
                  <a:lnTo>
                    <a:pt x="365907" y="10827"/>
                  </a:lnTo>
                  <a:lnTo>
                    <a:pt x="373692" y="10969"/>
                  </a:lnTo>
                  <a:lnTo>
                    <a:pt x="381478" y="11120"/>
                  </a:lnTo>
                  <a:lnTo>
                    <a:pt x="389263" y="11133"/>
                  </a:lnTo>
                  <a:lnTo>
                    <a:pt x="397048" y="11384"/>
                  </a:lnTo>
                  <a:lnTo>
                    <a:pt x="404834" y="11636"/>
                  </a:lnTo>
                  <a:lnTo>
                    <a:pt x="412619" y="12043"/>
                  </a:lnTo>
                  <a:lnTo>
                    <a:pt x="420404" y="12420"/>
                  </a:lnTo>
                  <a:lnTo>
                    <a:pt x="428189" y="12626"/>
                  </a:lnTo>
                  <a:lnTo>
                    <a:pt x="435975" y="12782"/>
                  </a:lnTo>
                  <a:lnTo>
                    <a:pt x="443760" y="13065"/>
                  </a:lnTo>
                  <a:lnTo>
                    <a:pt x="451545" y="13189"/>
                  </a:lnTo>
                  <a:lnTo>
                    <a:pt x="459330" y="13341"/>
                  </a:lnTo>
                  <a:lnTo>
                    <a:pt x="467116" y="13456"/>
                  </a:lnTo>
                  <a:lnTo>
                    <a:pt x="474901" y="13498"/>
                  </a:lnTo>
                  <a:lnTo>
                    <a:pt x="482686" y="13616"/>
                  </a:lnTo>
                  <a:lnTo>
                    <a:pt x="490472" y="13733"/>
                  </a:lnTo>
                  <a:lnTo>
                    <a:pt x="498257" y="13945"/>
                  </a:lnTo>
                  <a:lnTo>
                    <a:pt x="506042" y="13974"/>
                  </a:lnTo>
                  <a:lnTo>
                    <a:pt x="513827" y="14402"/>
                  </a:lnTo>
                  <a:lnTo>
                    <a:pt x="521613" y="14800"/>
                  </a:lnTo>
                  <a:lnTo>
                    <a:pt x="529398" y="15086"/>
                  </a:lnTo>
                  <a:lnTo>
                    <a:pt x="537183" y="15295"/>
                  </a:lnTo>
                  <a:lnTo>
                    <a:pt x="544968" y="15476"/>
                  </a:lnTo>
                  <a:lnTo>
                    <a:pt x="552754" y="15453"/>
                  </a:lnTo>
                  <a:lnTo>
                    <a:pt x="560539" y="15454"/>
                  </a:lnTo>
                  <a:lnTo>
                    <a:pt x="568324" y="15428"/>
                  </a:lnTo>
                  <a:lnTo>
                    <a:pt x="576110" y="15631"/>
                  </a:lnTo>
                  <a:lnTo>
                    <a:pt x="583895" y="15790"/>
                  </a:lnTo>
                  <a:lnTo>
                    <a:pt x="591680" y="16058"/>
                  </a:lnTo>
                  <a:lnTo>
                    <a:pt x="599465" y="15995"/>
                  </a:lnTo>
                  <a:lnTo>
                    <a:pt x="607251" y="16128"/>
                  </a:lnTo>
                  <a:lnTo>
                    <a:pt x="615036" y="16172"/>
                  </a:lnTo>
                  <a:lnTo>
                    <a:pt x="622821" y="16183"/>
                  </a:lnTo>
                  <a:lnTo>
                    <a:pt x="630606" y="16404"/>
                  </a:lnTo>
                  <a:lnTo>
                    <a:pt x="638392" y="16665"/>
                  </a:lnTo>
                  <a:lnTo>
                    <a:pt x="646177" y="17064"/>
                  </a:lnTo>
                  <a:lnTo>
                    <a:pt x="653962" y="17166"/>
                  </a:lnTo>
                  <a:lnTo>
                    <a:pt x="661747" y="17295"/>
                  </a:lnTo>
                  <a:lnTo>
                    <a:pt x="669533" y="17490"/>
                  </a:lnTo>
                  <a:lnTo>
                    <a:pt x="677318" y="17700"/>
                  </a:lnTo>
                  <a:lnTo>
                    <a:pt x="685103" y="17989"/>
                  </a:lnTo>
                  <a:lnTo>
                    <a:pt x="692889" y="18046"/>
                  </a:lnTo>
                  <a:lnTo>
                    <a:pt x="700674" y="17976"/>
                  </a:lnTo>
                  <a:lnTo>
                    <a:pt x="708459" y="18169"/>
                  </a:lnTo>
                  <a:lnTo>
                    <a:pt x="716244" y="18549"/>
                  </a:lnTo>
                  <a:lnTo>
                    <a:pt x="724030" y="18692"/>
                  </a:lnTo>
                  <a:lnTo>
                    <a:pt x="731815" y="19015"/>
                  </a:lnTo>
                  <a:lnTo>
                    <a:pt x="739600" y="19149"/>
                  </a:lnTo>
                  <a:lnTo>
                    <a:pt x="747385" y="19419"/>
                  </a:lnTo>
                  <a:lnTo>
                    <a:pt x="755171" y="19554"/>
                  </a:lnTo>
                  <a:lnTo>
                    <a:pt x="762956" y="19561"/>
                  </a:lnTo>
                  <a:lnTo>
                    <a:pt x="770741" y="19697"/>
                  </a:lnTo>
                  <a:lnTo>
                    <a:pt x="778527" y="19795"/>
                  </a:lnTo>
                  <a:lnTo>
                    <a:pt x="786312" y="19960"/>
                  </a:lnTo>
                  <a:lnTo>
                    <a:pt x="794097" y="20047"/>
                  </a:lnTo>
                  <a:lnTo>
                    <a:pt x="801882" y="20129"/>
                  </a:lnTo>
                  <a:lnTo>
                    <a:pt x="809668" y="20389"/>
                  </a:lnTo>
                  <a:lnTo>
                    <a:pt x="817453" y="20690"/>
                  </a:lnTo>
                  <a:lnTo>
                    <a:pt x="825238" y="20983"/>
                  </a:lnTo>
                  <a:lnTo>
                    <a:pt x="833023" y="21261"/>
                  </a:lnTo>
                  <a:lnTo>
                    <a:pt x="840809" y="21545"/>
                  </a:lnTo>
                  <a:lnTo>
                    <a:pt x="848594" y="21756"/>
                  </a:lnTo>
                  <a:lnTo>
                    <a:pt x="856379" y="21962"/>
                  </a:lnTo>
                  <a:lnTo>
                    <a:pt x="864165" y="22114"/>
                  </a:lnTo>
                  <a:lnTo>
                    <a:pt x="871950" y="22161"/>
                  </a:lnTo>
                  <a:lnTo>
                    <a:pt x="879735" y="22271"/>
                  </a:lnTo>
                  <a:lnTo>
                    <a:pt x="887520" y="22204"/>
                  </a:lnTo>
                  <a:lnTo>
                    <a:pt x="895306" y="22245"/>
                  </a:lnTo>
                  <a:lnTo>
                    <a:pt x="903091" y="22370"/>
                  </a:lnTo>
                  <a:lnTo>
                    <a:pt x="910876" y="22522"/>
                  </a:lnTo>
                  <a:lnTo>
                    <a:pt x="918661" y="22620"/>
                  </a:lnTo>
                  <a:lnTo>
                    <a:pt x="926447" y="22722"/>
                  </a:lnTo>
                  <a:lnTo>
                    <a:pt x="934232" y="22907"/>
                  </a:lnTo>
                  <a:lnTo>
                    <a:pt x="942017" y="23234"/>
                  </a:lnTo>
                  <a:lnTo>
                    <a:pt x="949802" y="23441"/>
                  </a:lnTo>
                  <a:lnTo>
                    <a:pt x="957588" y="23576"/>
                  </a:lnTo>
                  <a:lnTo>
                    <a:pt x="965373" y="23801"/>
                  </a:lnTo>
                  <a:lnTo>
                    <a:pt x="973158" y="24123"/>
                  </a:lnTo>
                  <a:lnTo>
                    <a:pt x="980944" y="24410"/>
                  </a:lnTo>
                  <a:lnTo>
                    <a:pt x="988729" y="24553"/>
                  </a:lnTo>
                  <a:lnTo>
                    <a:pt x="996514" y="24843"/>
                  </a:lnTo>
                  <a:lnTo>
                    <a:pt x="1004299" y="25035"/>
                  </a:lnTo>
                  <a:lnTo>
                    <a:pt x="1012085" y="25139"/>
                  </a:lnTo>
                  <a:lnTo>
                    <a:pt x="1019870" y="25159"/>
                  </a:lnTo>
                  <a:lnTo>
                    <a:pt x="1027655" y="25242"/>
                  </a:lnTo>
                  <a:lnTo>
                    <a:pt x="1035440" y="25431"/>
                  </a:lnTo>
                  <a:lnTo>
                    <a:pt x="1043226" y="25480"/>
                  </a:lnTo>
                  <a:lnTo>
                    <a:pt x="1051011" y="25486"/>
                  </a:lnTo>
                  <a:lnTo>
                    <a:pt x="1058796" y="25754"/>
                  </a:lnTo>
                  <a:lnTo>
                    <a:pt x="1066582" y="26040"/>
                  </a:lnTo>
                  <a:lnTo>
                    <a:pt x="1074367" y="26084"/>
                  </a:lnTo>
                  <a:lnTo>
                    <a:pt x="1082152" y="26131"/>
                  </a:lnTo>
                  <a:lnTo>
                    <a:pt x="1089937" y="26265"/>
                  </a:lnTo>
                  <a:lnTo>
                    <a:pt x="1097723" y="26546"/>
                  </a:lnTo>
                  <a:lnTo>
                    <a:pt x="1105508" y="26824"/>
                  </a:lnTo>
                  <a:lnTo>
                    <a:pt x="1113293" y="27103"/>
                  </a:lnTo>
                  <a:lnTo>
                    <a:pt x="1121078" y="27336"/>
                  </a:lnTo>
                  <a:lnTo>
                    <a:pt x="1128864" y="27618"/>
                  </a:lnTo>
                  <a:lnTo>
                    <a:pt x="1136649" y="27932"/>
                  </a:lnTo>
                  <a:lnTo>
                    <a:pt x="1144434" y="28149"/>
                  </a:lnTo>
                  <a:lnTo>
                    <a:pt x="1152220" y="28462"/>
                  </a:lnTo>
                  <a:lnTo>
                    <a:pt x="1160005" y="28578"/>
                  </a:lnTo>
                  <a:lnTo>
                    <a:pt x="1167790" y="28666"/>
                  </a:lnTo>
                  <a:lnTo>
                    <a:pt x="1175575" y="28876"/>
                  </a:lnTo>
                  <a:lnTo>
                    <a:pt x="1183361" y="29139"/>
                  </a:lnTo>
                  <a:lnTo>
                    <a:pt x="1191146" y="29402"/>
                  </a:lnTo>
                  <a:lnTo>
                    <a:pt x="1198931" y="29547"/>
                  </a:lnTo>
                  <a:lnTo>
                    <a:pt x="1206716" y="29656"/>
                  </a:lnTo>
                  <a:lnTo>
                    <a:pt x="1214502" y="29916"/>
                  </a:lnTo>
                  <a:lnTo>
                    <a:pt x="1222287" y="30202"/>
                  </a:lnTo>
                  <a:lnTo>
                    <a:pt x="1230072" y="30402"/>
                  </a:lnTo>
                  <a:lnTo>
                    <a:pt x="1237857" y="30476"/>
                  </a:lnTo>
                  <a:lnTo>
                    <a:pt x="1245643" y="30645"/>
                  </a:lnTo>
                  <a:lnTo>
                    <a:pt x="1253428" y="30626"/>
                  </a:lnTo>
                  <a:lnTo>
                    <a:pt x="1261213" y="30716"/>
                  </a:lnTo>
                  <a:lnTo>
                    <a:pt x="1268999" y="30843"/>
                  </a:lnTo>
                  <a:lnTo>
                    <a:pt x="1276784" y="30813"/>
                  </a:lnTo>
                  <a:lnTo>
                    <a:pt x="1284569" y="30833"/>
                  </a:lnTo>
                  <a:lnTo>
                    <a:pt x="1292354" y="30819"/>
                  </a:lnTo>
                  <a:lnTo>
                    <a:pt x="1300140" y="30983"/>
                  </a:lnTo>
                  <a:lnTo>
                    <a:pt x="1307925" y="31165"/>
                  </a:lnTo>
                  <a:lnTo>
                    <a:pt x="1315710" y="31372"/>
                  </a:lnTo>
                  <a:lnTo>
                    <a:pt x="1323495" y="31512"/>
                  </a:lnTo>
                  <a:lnTo>
                    <a:pt x="1331281" y="31743"/>
                  </a:lnTo>
                  <a:lnTo>
                    <a:pt x="1339066" y="31957"/>
                  </a:lnTo>
                  <a:lnTo>
                    <a:pt x="1346851" y="32171"/>
                  </a:lnTo>
                  <a:lnTo>
                    <a:pt x="1354637" y="32352"/>
                  </a:lnTo>
                  <a:lnTo>
                    <a:pt x="1362422" y="32608"/>
                  </a:lnTo>
                  <a:lnTo>
                    <a:pt x="1370207" y="32877"/>
                  </a:lnTo>
                  <a:lnTo>
                    <a:pt x="1377992" y="32918"/>
                  </a:lnTo>
                  <a:lnTo>
                    <a:pt x="1385778" y="32989"/>
                  </a:lnTo>
                  <a:lnTo>
                    <a:pt x="1393563" y="33185"/>
                  </a:lnTo>
                  <a:lnTo>
                    <a:pt x="1401348" y="33377"/>
                  </a:lnTo>
                  <a:lnTo>
                    <a:pt x="1409133" y="33549"/>
                  </a:lnTo>
                  <a:lnTo>
                    <a:pt x="1416919" y="33708"/>
                  </a:lnTo>
                  <a:lnTo>
                    <a:pt x="1424704" y="34004"/>
                  </a:lnTo>
                  <a:lnTo>
                    <a:pt x="1432489" y="34304"/>
                  </a:lnTo>
                  <a:lnTo>
                    <a:pt x="1440275" y="34534"/>
                  </a:lnTo>
                  <a:lnTo>
                    <a:pt x="1448060" y="34711"/>
                  </a:lnTo>
                  <a:lnTo>
                    <a:pt x="1455845" y="34848"/>
                  </a:lnTo>
                  <a:lnTo>
                    <a:pt x="1463630" y="35141"/>
                  </a:lnTo>
                  <a:lnTo>
                    <a:pt x="1471416" y="35411"/>
                  </a:lnTo>
                  <a:lnTo>
                    <a:pt x="1479201" y="35633"/>
                  </a:lnTo>
                  <a:lnTo>
                    <a:pt x="1486986" y="35867"/>
                  </a:lnTo>
                  <a:lnTo>
                    <a:pt x="1494771" y="36069"/>
                  </a:lnTo>
                  <a:lnTo>
                    <a:pt x="1502557" y="36320"/>
                  </a:lnTo>
                  <a:lnTo>
                    <a:pt x="1510342" y="36386"/>
                  </a:lnTo>
                  <a:lnTo>
                    <a:pt x="1518127" y="36448"/>
                  </a:lnTo>
                  <a:lnTo>
                    <a:pt x="1525912" y="36488"/>
                  </a:lnTo>
                  <a:lnTo>
                    <a:pt x="1533698" y="36528"/>
                  </a:lnTo>
                  <a:lnTo>
                    <a:pt x="1541483" y="36650"/>
                  </a:lnTo>
                  <a:lnTo>
                    <a:pt x="1549268" y="36865"/>
                  </a:lnTo>
                  <a:lnTo>
                    <a:pt x="1557054" y="37047"/>
                  </a:lnTo>
                  <a:lnTo>
                    <a:pt x="1564839" y="37167"/>
                  </a:lnTo>
                  <a:lnTo>
                    <a:pt x="1572624" y="37382"/>
                  </a:lnTo>
                  <a:lnTo>
                    <a:pt x="1580409" y="37568"/>
                  </a:lnTo>
                  <a:lnTo>
                    <a:pt x="1588195" y="37695"/>
                  </a:lnTo>
                  <a:lnTo>
                    <a:pt x="1595980" y="37856"/>
                  </a:lnTo>
                  <a:lnTo>
                    <a:pt x="1603765" y="38014"/>
                  </a:lnTo>
                  <a:lnTo>
                    <a:pt x="1611550" y="38145"/>
                  </a:lnTo>
                  <a:lnTo>
                    <a:pt x="1619336" y="38402"/>
                  </a:lnTo>
                  <a:lnTo>
                    <a:pt x="1627121" y="38543"/>
                  </a:lnTo>
                  <a:lnTo>
                    <a:pt x="1634906" y="38736"/>
                  </a:lnTo>
                  <a:lnTo>
                    <a:pt x="1642692" y="38823"/>
                  </a:lnTo>
                  <a:lnTo>
                    <a:pt x="1650477" y="38963"/>
                  </a:lnTo>
                  <a:lnTo>
                    <a:pt x="1658262" y="39151"/>
                  </a:lnTo>
                  <a:lnTo>
                    <a:pt x="1666047" y="39347"/>
                  </a:lnTo>
                  <a:lnTo>
                    <a:pt x="1673833" y="39528"/>
                  </a:lnTo>
                  <a:lnTo>
                    <a:pt x="1681618" y="39670"/>
                  </a:lnTo>
                  <a:lnTo>
                    <a:pt x="1689403" y="39781"/>
                  </a:lnTo>
                  <a:lnTo>
                    <a:pt x="1697188" y="39939"/>
                  </a:lnTo>
                  <a:lnTo>
                    <a:pt x="1704974" y="40086"/>
                  </a:lnTo>
                  <a:lnTo>
                    <a:pt x="1712759" y="40262"/>
                  </a:lnTo>
                  <a:lnTo>
                    <a:pt x="1720544" y="40449"/>
                  </a:lnTo>
                  <a:lnTo>
                    <a:pt x="1728330" y="40600"/>
                  </a:lnTo>
                  <a:lnTo>
                    <a:pt x="1736115" y="40778"/>
                  </a:lnTo>
                  <a:lnTo>
                    <a:pt x="1743900" y="40957"/>
                  </a:lnTo>
                  <a:lnTo>
                    <a:pt x="1751685" y="41227"/>
                  </a:lnTo>
                  <a:lnTo>
                    <a:pt x="1759471" y="41331"/>
                  </a:lnTo>
                  <a:lnTo>
                    <a:pt x="1767256" y="41482"/>
                  </a:lnTo>
                  <a:lnTo>
                    <a:pt x="1775041" y="41667"/>
                  </a:lnTo>
                  <a:lnTo>
                    <a:pt x="1782826" y="41884"/>
                  </a:lnTo>
                  <a:lnTo>
                    <a:pt x="1790612" y="42058"/>
                  </a:lnTo>
                  <a:lnTo>
                    <a:pt x="1798397" y="42212"/>
                  </a:lnTo>
                  <a:lnTo>
                    <a:pt x="1806182" y="42366"/>
                  </a:lnTo>
                  <a:lnTo>
                    <a:pt x="1813967" y="42390"/>
                  </a:lnTo>
                  <a:lnTo>
                    <a:pt x="1821753" y="42540"/>
                  </a:lnTo>
                  <a:lnTo>
                    <a:pt x="1829538" y="42654"/>
                  </a:lnTo>
                  <a:lnTo>
                    <a:pt x="1837323" y="42790"/>
                  </a:lnTo>
                  <a:lnTo>
                    <a:pt x="1845109" y="42949"/>
                  </a:lnTo>
                  <a:lnTo>
                    <a:pt x="1852894" y="43208"/>
                  </a:lnTo>
                  <a:lnTo>
                    <a:pt x="1860679" y="43466"/>
                  </a:lnTo>
                  <a:lnTo>
                    <a:pt x="1868464" y="43637"/>
                  </a:lnTo>
                  <a:lnTo>
                    <a:pt x="1876250" y="43766"/>
                  </a:lnTo>
                  <a:lnTo>
                    <a:pt x="1884035" y="43941"/>
                  </a:lnTo>
                  <a:lnTo>
                    <a:pt x="1891820" y="44134"/>
                  </a:lnTo>
                  <a:lnTo>
                    <a:pt x="1899605" y="44403"/>
                  </a:lnTo>
                  <a:lnTo>
                    <a:pt x="1907391" y="44601"/>
                  </a:lnTo>
                  <a:lnTo>
                    <a:pt x="1915176" y="44749"/>
                  </a:lnTo>
                  <a:lnTo>
                    <a:pt x="1922961" y="44945"/>
                  </a:lnTo>
                  <a:lnTo>
                    <a:pt x="1930747" y="45148"/>
                  </a:lnTo>
                  <a:lnTo>
                    <a:pt x="1938532" y="45396"/>
                  </a:lnTo>
                  <a:lnTo>
                    <a:pt x="1946317" y="45579"/>
                  </a:lnTo>
                  <a:lnTo>
                    <a:pt x="1954102" y="45605"/>
                  </a:lnTo>
                  <a:lnTo>
                    <a:pt x="1961888" y="45709"/>
                  </a:lnTo>
                  <a:lnTo>
                    <a:pt x="1969673" y="45819"/>
                  </a:lnTo>
                  <a:lnTo>
                    <a:pt x="1977458" y="45930"/>
                  </a:lnTo>
                  <a:lnTo>
                    <a:pt x="1985243" y="46134"/>
                  </a:lnTo>
                  <a:lnTo>
                    <a:pt x="1993029" y="46320"/>
                  </a:lnTo>
                  <a:lnTo>
                    <a:pt x="2000814" y="46410"/>
                  </a:lnTo>
                  <a:lnTo>
                    <a:pt x="2008599" y="46535"/>
                  </a:lnTo>
                  <a:lnTo>
                    <a:pt x="2016385" y="46638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4"/>
            <p:cNvSpPr/>
            <p:nvPr/>
          </p:nvSpPr>
          <p:spPr>
            <a:xfrm>
              <a:off x="3547712" y="3322206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rc165"/>
            <p:cNvSpPr/>
            <p:nvPr/>
          </p:nvSpPr>
          <p:spPr>
            <a:xfrm>
              <a:off x="3547712" y="4247864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6"/>
            <p:cNvSpPr/>
            <p:nvPr/>
          </p:nvSpPr>
          <p:spPr>
            <a:xfrm>
              <a:off x="3547712" y="495735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7"/>
            <p:cNvSpPr/>
            <p:nvPr/>
          </p:nvSpPr>
          <p:spPr>
            <a:xfrm>
              <a:off x="3547712" y="478713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8"/>
            <p:cNvSpPr/>
            <p:nvPr/>
          </p:nvSpPr>
          <p:spPr>
            <a:xfrm>
              <a:off x="3547712" y="461690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69"/>
            <p:cNvSpPr/>
            <p:nvPr/>
          </p:nvSpPr>
          <p:spPr>
            <a:xfrm>
              <a:off x="3547712" y="444668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0"/>
            <p:cNvSpPr/>
            <p:nvPr/>
          </p:nvSpPr>
          <p:spPr>
            <a:xfrm>
              <a:off x="3547712" y="427646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1"/>
            <p:cNvSpPr/>
            <p:nvPr/>
          </p:nvSpPr>
          <p:spPr>
            <a:xfrm>
              <a:off x="3565873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2"/>
            <p:cNvSpPr/>
            <p:nvPr/>
          </p:nvSpPr>
          <p:spPr>
            <a:xfrm>
              <a:off x="4080906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3"/>
            <p:cNvSpPr/>
            <p:nvPr/>
          </p:nvSpPr>
          <p:spPr>
            <a:xfrm>
              <a:off x="4595939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4"/>
            <p:cNvSpPr/>
            <p:nvPr/>
          </p:nvSpPr>
          <p:spPr>
            <a:xfrm>
              <a:off x="511097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5"/>
            <p:cNvSpPr/>
            <p:nvPr/>
          </p:nvSpPr>
          <p:spPr>
            <a:xfrm>
              <a:off x="562600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648531" y="4821636"/>
              <a:ext cx="2016385" cy="134386"/>
            </a:xfrm>
            <a:custGeom>
              <a:avLst/>
              <a:pathLst>
                <a:path w="2016385" h="134386">
                  <a:moveTo>
                    <a:pt x="0" y="0"/>
                  </a:moveTo>
                  <a:lnTo>
                    <a:pt x="7785" y="1536"/>
                  </a:lnTo>
                  <a:lnTo>
                    <a:pt x="15570" y="2905"/>
                  </a:lnTo>
                  <a:lnTo>
                    <a:pt x="23355" y="4098"/>
                  </a:lnTo>
                  <a:lnTo>
                    <a:pt x="31141" y="5283"/>
                  </a:lnTo>
                  <a:lnTo>
                    <a:pt x="38926" y="6459"/>
                  </a:lnTo>
                  <a:lnTo>
                    <a:pt x="46711" y="7761"/>
                  </a:lnTo>
                  <a:lnTo>
                    <a:pt x="54496" y="9229"/>
                  </a:lnTo>
                  <a:lnTo>
                    <a:pt x="62282" y="10429"/>
                  </a:lnTo>
                  <a:lnTo>
                    <a:pt x="70067" y="12265"/>
                  </a:lnTo>
                  <a:lnTo>
                    <a:pt x="77852" y="13929"/>
                  </a:lnTo>
                  <a:lnTo>
                    <a:pt x="85637" y="14958"/>
                  </a:lnTo>
                  <a:lnTo>
                    <a:pt x="93423" y="16279"/>
                  </a:lnTo>
                  <a:lnTo>
                    <a:pt x="101208" y="17419"/>
                  </a:lnTo>
                  <a:lnTo>
                    <a:pt x="108993" y="18447"/>
                  </a:lnTo>
                  <a:lnTo>
                    <a:pt x="116779" y="19594"/>
                  </a:lnTo>
                  <a:lnTo>
                    <a:pt x="124564" y="20494"/>
                  </a:lnTo>
                  <a:lnTo>
                    <a:pt x="132349" y="21496"/>
                  </a:lnTo>
                  <a:lnTo>
                    <a:pt x="140134" y="22491"/>
                  </a:lnTo>
                  <a:lnTo>
                    <a:pt x="147920" y="23483"/>
                  </a:lnTo>
                  <a:lnTo>
                    <a:pt x="155705" y="24412"/>
                  </a:lnTo>
                  <a:lnTo>
                    <a:pt x="163490" y="25459"/>
                  </a:lnTo>
                  <a:lnTo>
                    <a:pt x="171275" y="26566"/>
                  </a:lnTo>
                  <a:lnTo>
                    <a:pt x="179061" y="27660"/>
                  </a:lnTo>
                  <a:lnTo>
                    <a:pt x="186846" y="28854"/>
                  </a:lnTo>
                  <a:lnTo>
                    <a:pt x="194631" y="30103"/>
                  </a:lnTo>
                  <a:lnTo>
                    <a:pt x="202417" y="31341"/>
                  </a:lnTo>
                  <a:lnTo>
                    <a:pt x="210202" y="32430"/>
                  </a:lnTo>
                  <a:lnTo>
                    <a:pt x="217987" y="33674"/>
                  </a:lnTo>
                  <a:lnTo>
                    <a:pt x="225772" y="34922"/>
                  </a:lnTo>
                  <a:lnTo>
                    <a:pt x="233558" y="36117"/>
                  </a:lnTo>
                  <a:lnTo>
                    <a:pt x="241343" y="37321"/>
                  </a:lnTo>
                  <a:lnTo>
                    <a:pt x="249128" y="38240"/>
                  </a:lnTo>
                  <a:lnTo>
                    <a:pt x="256913" y="39382"/>
                  </a:lnTo>
                  <a:lnTo>
                    <a:pt x="264699" y="40518"/>
                  </a:lnTo>
                  <a:lnTo>
                    <a:pt x="272484" y="41645"/>
                  </a:lnTo>
                  <a:lnTo>
                    <a:pt x="280269" y="42822"/>
                  </a:lnTo>
                  <a:lnTo>
                    <a:pt x="288055" y="43855"/>
                  </a:lnTo>
                  <a:lnTo>
                    <a:pt x="295840" y="44936"/>
                  </a:lnTo>
                  <a:lnTo>
                    <a:pt x="303625" y="45857"/>
                  </a:lnTo>
                  <a:lnTo>
                    <a:pt x="311410" y="46645"/>
                  </a:lnTo>
                  <a:lnTo>
                    <a:pt x="319196" y="47519"/>
                  </a:lnTo>
                  <a:lnTo>
                    <a:pt x="326981" y="48368"/>
                  </a:lnTo>
                  <a:lnTo>
                    <a:pt x="334766" y="49038"/>
                  </a:lnTo>
                  <a:lnTo>
                    <a:pt x="342551" y="49720"/>
                  </a:lnTo>
                  <a:lnTo>
                    <a:pt x="350337" y="50475"/>
                  </a:lnTo>
                  <a:lnTo>
                    <a:pt x="358122" y="51221"/>
                  </a:lnTo>
                  <a:lnTo>
                    <a:pt x="365907" y="51956"/>
                  </a:lnTo>
                  <a:lnTo>
                    <a:pt x="373692" y="52598"/>
                  </a:lnTo>
                  <a:lnTo>
                    <a:pt x="381478" y="52882"/>
                  </a:lnTo>
                  <a:lnTo>
                    <a:pt x="389263" y="53660"/>
                  </a:lnTo>
                  <a:lnTo>
                    <a:pt x="397048" y="54187"/>
                  </a:lnTo>
                  <a:lnTo>
                    <a:pt x="404834" y="54616"/>
                  </a:lnTo>
                  <a:lnTo>
                    <a:pt x="412619" y="55334"/>
                  </a:lnTo>
                  <a:lnTo>
                    <a:pt x="420404" y="56117"/>
                  </a:lnTo>
                  <a:lnTo>
                    <a:pt x="428189" y="56962"/>
                  </a:lnTo>
                  <a:lnTo>
                    <a:pt x="435975" y="57763"/>
                  </a:lnTo>
                  <a:lnTo>
                    <a:pt x="443760" y="58558"/>
                  </a:lnTo>
                  <a:lnTo>
                    <a:pt x="451545" y="59347"/>
                  </a:lnTo>
                  <a:lnTo>
                    <a:pt x="459330" y="60029"/>
                  </a:lnTo>
                  <a:lnTo>
                    <a:pt x="467116" y="60682"/>
                  </a:lnTo>
                  <a:lnTo>
                    <a:pt x="474901" y="61414"/>
                  </a:lnTo>
                  <a:lnTo>
                    <a:pt x="482686" y="62101"/>
                  </a:lnTo>
                  <a:lnTo>
                    <a:pt x="490472" y="62734"/>
                  </a:lnTo>
                  <a:lnTo>
                    <a:pt x="498257" y="63352"/>
                  </a:lnTo>
                  <a:lnTo>
                    <a:pt x="506042" y="63995"/>
                  </a:lnTo>
                  <a:lnTo>
                    <a:pt x="513827" y="64613"/>
                  </a:lnTo>
                  <a:lnTo>
                    <a:pt x="521613" y="65227"/>
                  </a:lnTo>
                  <a:lnTo>
                    <a:pt x="529398" y="65838"/>
                  </a:lnTo>
                  <a:lnTo>
                    <a:pt x="537183" y="66446"/>
                  </a:lnTo>
                  <a:lnTo>
                    <a:pt x="544968" y="67035"/>
                  </a:lnTo>
                  <a:lnTo>
                    <a:pt x="552754" y="67628"/>
                  </a:lnTo>
                  <a:lnTo>
                    <a:pt x="560539" y="68083"/>
                  </a:lnTo>
                  <a:lnTo>
                    <a:pt x="568324" y="68659"/>
                  </a:lnTo>
                  <a:lnTo>
                    <a:pt x="576110" y="69297"/>
                  </a:lnTo>
                  <a:lnTo>
                    <a:pt x="583895" y="69968"/>
                  </a:lnTo>
                  <a:lnTo>
                    <a:pt x="591680" y="70403"/>
                  </a:lnTo>
                  <a:lnTo>
                    <a:pt x="599465" y="70747"/>
                  </a:lnTo>
                  <a:lnTo>
                    <a:pt x="607251" y="71093"/>
                  </a:lnTo>
                  <a:lnTo>
                    <a:pt x="615036" y="71567"/>
                  </a:lnTo>
                  <a:lnTo>
                    <a:pt x="622821" y="72176"/>
                  </a:lnTo>
                  <a:lnTo>
                    <a:pt x="630606" y="72867"/>
                  </a:lnTo>
                  <a:lnTo>
                    <a:pt x="638392" y="73330"/>
                  </a:lnTo>
                  <a:lnTo>
                    <a:pt x="646177" y="73734"/>
                  </a:lnTo>
                  <a:lnTo>
                    <a:pt x="653962" y="74198"/>
                  </a:lnTo>
                  <a:lnTo>
                    <a:pt x="661747" y="74669"/>
                  </a:lnTo>
                  <a:lnTo>
                    <a:pt x="669533" y="75106"/>
                  </a:lnTo>
                  <a:lnTo>
                    <a:pt x="677318" y="75599"/>
                  </a:lnTo>
                  <a:lnTo>
                    <a:pt x="685103" y="76091"/>
                  </a:lnTo>
                  <a:lnTo>
                    <a:pt x="692889" y="76652"/>
                  </a:lnTo>
                  <a:lnTo>
                    <a:pt x="700674" y="77208"/>
                  </a:lnTo>
                  <a:lnTo>
                    <a:pt x="708459" y="77655"/>
                  </a:lnTo>
                  <a:lnTo>
                    <a:pt x="716244" y="78023"/>
                  </a:lnTo>
                  <a:lnTo>
                    <a:pt x="724030" y="78470"/>
                  </a:lnTo>
                  <a:lnTo>
                    <a:pt x="731815" y="78748"/>
                  </a:lnTo>
                  <a:lnTo>
                    <a:pt x="739600" y="79107"/>
                  </a:lnTo>
                  <a:lnTo>
                    <a:pt x="747385" y="79554"/>
                  </a:lnTo>
                  <a:lnTo>
                    <a:pt x="755171" y="80013"/>
                  </a:lnTo>
                  <a:lnTo>
                    <a:pt x="762956" y="80558"/>
                  </a:lnTo>
                  <a:lnTo>
                    <a:pt x="770741" y="80945"/>
                  </a:lnTo>
                  <a:lnTo>
                    <a:pt x="778527" y="81494"/>
                  </a:lnTo>
                  <a:lnTo>
                    <a:pt x="786312" y="82079"/>
                  </a:lnTo>
                  <a:lnTo>
                    <a:pt x="794097" y="82546"/>
                  </a:lnTo>
                  <a:lnTo>
                    <a:pt x="801882" y="83026"/>
                  </a:lnTo>
                  <a:lnTo>
                    <a:pt x="809668" y="83464"/>
                  </a:lnTo>
                  <a:lnTo>
                    <a:pt x="817453" y="83876"/>
                  </a:lnTo>
                  <a:lnTo>
                    <a:pt x="825238" y="84270"/>
                  </a:lnTo>
                  <a:lnTo>
                    <a:pt x="833023" y="84614"/>
                  </a:lnTo>
                  <a:lnTo>
                    <a:pt x="840809" y="85002"/>
                  </a:lnTo>
                  <a:lnTo>
                    <a:pt x="848594" y="85492"/>
                  </a:lnTo>
                  <a:lnTo>
                    <a:pt x="856379" y="85942"/>
                  </a:lnTo>
                  <a:lnTo>
                    <a:pt x="864165" y="86279"/>
                  </a:lnTo>
                  <a:lnTo>
                    <a:pt x="871950" y="86645"/>
                  </a:lnTo>
                  <a:lnTo>
                    <a:pt x="879735" y="86942"/>
                  </a:lnTo>
                  <a:lnTo>
                    <a:pt x="887520" y="87235"/>
                  </a:lnTo>
                  <a:lnTo>
                    <a:pt x="895306" y="87476"/>
                  </a:lnTo>
                  <a:lnTo>
                    <a:pt x="903091" y="87812"/>
                  </a:lnTo>
                  <a:lnTo>
                    <a:pt x="910876" y="88097"/>
                  </a:lnTo>
                  <a:lnTo>
                    <a:pt x="918661" y="88388"/>
                  </a:lnTo>
                  <a:lnTo>
                    <a:pt x="926447" y="88863"/>
                  </a:lnTo>
                  <a:lnTo>
                    <a:pt x="934232" y="89355"/>
                  </a:lnTo>
                  <a:lnTo>
                    <a:pt x="942017" y="89619"/>
                  </a:lnTo>
                  <a:lnTo>
                    <a:pt x="949802" y="89771"/>
                  </a:lnTo>
                  <a:lnTo>
                    <a:pt x="957588" y="89922"/>
                  </a:lnTo>
                  <a:lnTo>
                    <a:pt x="965373" y="90233"/>
                  </a:lnTo>
                  <a:lnTo>
                    <a:pt x="973158" y="90638"/>
                  </a:lnTo>
                  <a:lnTo>
                    <a:pt x="980944" y="90981"/>
                  </a:lnTo>
                  <a:lnTo>
                    <a:pt x="988729" y="91091"/>
                  </a:lnTo>
                  <a:lnTo>
                    <a:pt x="996514" y="91201"/>
                  </a:lnTo>
                  <a:lnTo>
                    <a:pt x="1004299" y="91429"/>
                  </a:lnTo>
                  <a:lnTo>
                    <a:pt x="1012085" y="91579"/>
                  </a:lnTo>
                  <a:lnTo>
                    <a:pt x="1019870" y="91670"/>
                  </a:lnTo>
                  <a:lnTo>
                    <a:pt x="1027655" y="91763"/>
                  </a:lnTo>
                  <a:lnTo>
                    <a:pt x="1035440" y="92087"/>
                  </a:lnTo>
                  <a:lnTo>
                    <a:pt x="1043226" y="92390"/>
                  </a:lnTo>
                  <a:lnTo>
                    <a:pt x="1051011" y="92791"/>
                  </a:lnTo>
                  <a:lnTo>
                    <a:pt x="1058796" y="92961"/>
                  </a:lnTo>
                  <a:lnTo>
                    <a:pt x="1066582" y="93098"/>
                  </a:lnTo>
                  <a:lnTo>
                    <a:pt x="1074367" y="93306"/>
                  </a:lnTo>
                  <a:lnTo>
                    <a:pt x="1082152" y="93640"/>
                  </a:lnTo>
                  <a:lnTo>
                    <a:pt x="1089937" y="93777"/>
                  </a:lnTo>
                  <a:lnTo>
                    <a:pt x="1097723" y="94209"/>
                  </a:lnTo>
                  <a:lnTo>
                    <a:pt x="1105508" y="94630"/>
                  </a:lnTo>
                  <a:lnTo>
                    <a:pt x="1113293" y="94957"/>
                  </a:lnTo>
                  <a:lnTo>
                    <a:pt x="1121078" y="95281"/>
                  </a:lnTo>
                  <a:lnTo>
                    <a:pt x="1128864" y="95375"/>
                  </a:lnTo>
                  <a:lnTo>
                    <a:pt x="1136649" y="95731"/>
                  </a:lnTo>
                  <a:lnTo>
                    <a:pt x="1144434" y="95954"/>
                  </a:lnTo>
                  <a:lnTo>
                    <a:pt x="1152220" y="96127"/>
                  </a:lnTo>
                  <a:lnTo>
                    <a:pt x="1160005" y="96412"/>
                  </a:lnTo>
                  <a:lnTo>
                    <a:pt x="1167790" y="96531"/>
                  </a:lnTo>
                  <a:lnTo>
                    <a:pt x="1175575" y="96656"/>
                  </a:lnTo>
                  <a:lnTo>
                    <a:pt x="1183361" y="96781"/>
                  </a:lnTo>
                  <a:lnTo>
                    <a:pt x="1191146" y="96851"/>
                  </a:lnTo>
                  <a:lnTo>
                    <a:pt x="1198931" y="96958"/>
                  </a:lnTo>
                  <a:lnTo>
                    <a:pt x="1206716" y="97151"/>
                  </a:lnTo>
                  <a:lnTo>
                    <a:pt x="1214502" y="97294"/>
                  </a:lnTo>
                  <a:lnTo>
                    <a:pt x="1222287" y="97448"/>
                  </a:lnTo>
                  <a:lnTo>
                    <a:pt x="1230072" y="97536"/>
                  </a:lnTo>
                  <a:lnTo>
                    <a:pt x="1237857" y="97633"/>
                  </a:lnTo>
                  <a:lnTo>
                    <a:pt x="1245643" y="97751"/>
                  </a:lnTo>
                  <a:lnTo>
                    <a:pt x="1253428" y="97843"/>
                  </a:lnTo>
                  <a:lnTo>
                    <a:pt x="1261213" y="97910"/>
                  </a:lnTo>
                  <a:lnTo>
                    <a:pt x="1268999" y="97967"/>
                  </a:lnTo>
                  <a:lnTo>
                    <a:pt x="1276784" y="98051"/>
                  </a:lnTo>
                  <a:lnTo>
                    <a:pt x="1284569" y="98135"/>
                  </a:lnTo>
                  <a:lnTo>
                    <a:pt x="1292354" y="98220"/>
                  </a:lnTo>
                  <a:lnTo>
                    <a:pt x="1300140" y="98309"/>
                  </a:lnTo>
                  <a:lnTo>
                    <a:pt x="1307925" y="98398"/>
                  </a:lnTo>
                  <a:lnTo>
                    <a:pt x="1315710" y="98614"/>
                  </a:lnTo>
                  <a:lnTo>
                    <a:pt x="1323495" y="98840"/>
                  </a:lnTo>
                  <a:lnTo>
                    <a:pt x="1331281" y="99064"/>
                  </a:lnTo>
                  <a:lnTo>
                    <a:pt x="1339066" y="99285"/>
                  </a:lnTo>
                  <a:lnTo>
                    <a:pt x="1346851" y="99489"/>
                  </a:lnTo>
                  <a:lnTo>
                    <a:pt x="1354637" y="99722"/>
                  </a:lnTo>
                  <a:lnTo>
                    <a:pt x="1362422" y="99943"/>
                  </a:lnTo>
                  <a:lnTo>
                    <a:pt x="1370207" y="100162"/>
                  </a:lnTo>
                  <a:lnTo>
                    <a:pt x="1377992" y="100381"/>
                  </a:lnTo>
                  <a:lnTo>
                    <a:pt x="1385778" y="100585"/>
                  </a:lnTo>
                  <a:lnTo>
                    <a:pt x="1393563" y="100781"/>
                  </a:lnTo>
                  <a:lnTo>
                    <a:pt x="1401348" y="101022"/>
                  </a:lnTo>
                  <a:lnTo>
                    <a:pt x="1409133" y="101157"/>
                  </a:lnTo>
                  <a:lnTo>
                    <a:pt x="1416919" y="101276"/>
                  </a:lnTo>
                  <a:lnTo>
                    <a:pt x="1424704" y="101395"/>
                  </a:lnTo>
                  <a:lnTo>
                    <a:pt x="1432489" y="101514"/>
                  </a:lnTo>
                  <a:lnTo>
                    <a:pt x="1440275" y="101599"/>
                  </a:lnTo>
                  <a:lnTo>
                    <a:pt x="1448060" y="101684"/>
                  </a:lnTo>
                  <a:lnTo>
                    <a:pt x="1455845" y="101871"/>
                  </a:lnTo>
                  <a:lnTo>
                    <a:pt x="1463630" y="101988"/>
                  </a:lnTo>
                  <a:lnTo>
                    <a:pt x="1471416" y="102104"/>
                  </a:lnTo>
                  <a:lnTo>
                    <a:pt x="1479201" y="102219"/>
                  </a:lnTo>
                  <a:lnTo>
                    <a:pt x="1486986" y="102335"/>
                  </a:lnTo>
                  <a:lnTo>
                    <a:pt x="1494771" y="102451"/>
                  </a:lnTo>
                  <a:lnTo>
                    <a:pt x="1502557" y="102568"/>
                  </a:lnTo>
                  <a:lnTo>
                    <a:pt x="1510342" y="102685"/>
                  </a:lnTo>
                  <a:lnTo>
                    <a:pt x="1518127" y="102801"/>
                  </a:lnTo>
                  <a:lnTo>
                    <a:pt x="1525912" y="102954"/>
                  </a:lnTo>
                  <a:lnTo>
                    <a:pt x="1533698" y="103029"/>
                  </a:lnTo>
                  <a:lnTo>
                    <a:pt x="1541483" y="103141"/>
                  </a:lnTo>
                  <a:lnTo>
                    <a:pt x="1549268" y="103253"/>
                  </a:lnTo>
                  <a:lnTo>
                    <a:pt x="1557054" y="103364"/>
                  </a:lnTo>
                  <a:lnTo>
                    <a:pt x="1564839" y="103475"/>
                  </a:lnTo>
                  <a:lnTo>
                    <a:pt x="1572624" y="103586"/>
                  </a:lnTo>
                  <a:lnTo>
                    <a:pt x="1580409" y="103698"/>
                  </a:lnTo>
                  <a:lnTo>
                    <a:pt x="1588195" y="103809"/>
                  </a:lnTo>
                  <a:lnTo>
                    <a:pt x="1595980" y="103920"/>
                  </a:lnTo>
                  <a:lnTo>
                    <a:pt x="1603765" y="104030"/>
                  </a:lnTo>
                  <a:lnTo>
                    <a:pt x="1611550" y="104132"/>
                  </a:lnTo>
                  <a:lnTo>
                    <a:pt x="1619336" y="104213"/>
                  </a:lnTo>
                  <a:lnTo>
                    <a:pt x="1627121" y="104296"/>
                  </a:lnTo>
                  <a:lnTo>
                    <a:pt x="1634906" y="104374"/>
                  </a:lnTo>
                  <a:lnTo>
                    <a:pt x="1642692" y="104462"/>
                  </a:lnTo>
                  <a:lnTo>
                    <a:pt x="1650477" y="104542"/>
                  </a:lnTo>
                  <a:lnTo>
                    <a:pt x="1658262" y="104622"/>
                  </a:lnTo>
                  <a:lnTo>
                    <a:pt x="1666047" y="104702"/>
                  </a:lnTo>
                  <a:lnTo>
                    <a:pt x="1673833" y="104781"/>
                  </a:lnTo>
                  <a:lnTo>
                    <a:pt x="1681618" y="104861"/>
                  </a:lnTo>
                  <a:lnTo>
                    <a:pt x="1689403" y="104941"/>
                  </a:lnTo>
                  <a:lnTo>
                    <a:pt x="1697188" y="105036"/>
                  </a:lnTo>
                  <a:lnTo>
                    <a:pt x="1704974" y="105140"/>
                  </a:lnTo>
                  <a:lnTo>
                    <a:pt x="1712759" y="105244"/>
                  </a:lnTo>
                  <a:lnTo>
                    <a:pt x="1720544" y="105387"/>
                  </a:lnTo>
                  <a:lnTo>
                    <a:pt x="1728330" y="105553"/>
                  </a:lnTo>
                  <a:lnTo>
                    <a:pt x="1736115" y="105703"/>
                  </a:lnTo>
                  <a:lnTo>
                    <a:pt x="1743900" y="105784"/>
                  </a:lnTo>
                  <a:lnTo>
                    <a:pt x="1751685" y="105865"/>
                  </a:lnTo>
                  <a:lnTo>
                    <a:pt x="1759471" y="105946"/>
                  </a:lnTo>
                  <a:lnTo>
                    <a:pt x="1767256" y="106058"/>
                  </a:lnTo>
                  <a:lnTo>
                    <a:pt x="1775041" y="106240"/>
                  </a:lnTo>
                  <a:lnTo>
                    <a:pt x="1782826" y="106427"/>
                  </a:lnTo>
                  <a:lnTo>
                    <a:pt x="1790612" y="106580"/>
                  </a:lnTo>
                  <a:lnTo>
                    <a:pt x="1798397" y="106671"/>
                  </a:lnTo>
                  <a:lnTo>
                    <a:pt x="1806182" y="106781"/>
                  </a:lnTo>
                  <a:lnTo>
                    <a:pt x="1813967" y="106880"/>
                  </a:lnTo>
                  <a:lnTo>
                    <a:pt x="1821753" y="106979"/>
                  </a:lnTo>
                  <a:lnTo>
                    <a:pt x="1829538" y="107079"/>
                  </a:lnTo>
                  <a:lnTo>
                    <a:pt x="1837323" y="107179"/>
                  </a:lnTo>
                  <a:lnTo>
                    <a:pt x="1845109" y="107278"/>
                  </a:lnTo>
                  <a:lnTo>
                    <a:pt x="1852894" y="107378"/>
                  </a:lnTo>
                  <a:lnTo>
                    <a:pt x="1860679" y="107477"/>
                  </a:lnTo>
                  <a:lnTo>
                    <a:pt x="1868464" y="107578"/>
                  </a:lnTo>
                  <a:lnTo>
                    <a:pt x="1876250" y="107678"/>
                  </a:lnTo>
                  <a:lnTo>
                    <a:pt x="1884035" y="107777"/>
                  </a:lnTo>
                  <a:lnTo>
                    <a:pt x="1891820" y="107877"/>
                  </a:lnTo>
                  <a:lnTo>
                    <a:pt x="1899605" y="108021"/>
                  </a:lnTo>
                  <a:lnTo>
                    <a:pt x="1907391" y="108170"/>
                  </a:lnTo>
                  <a:lnTo>
                    <a:pt x="1915176" y="108330"/>
                  </a:lnTo>
                  <a:lnTo>
                    <a:pt x="1922961" y="108423"/>
                  </a:lnTo>
                  <a:lnTo>
                    <a:pt x="1930747" y="108484"/>
                  </a:lnTo>
                  <a:lnTo>
                    <a:pt x="1938532" y="108546"/>
                  </a:lnTo>
                  <a:lnTo>
                    <a:pt x="1946317" y="108608"/>
                  </a:lnTo>
                  <a:lnTo>
                    <a:pt x="1954102" y="108669"/>
                  </a:lnTo>
                  <a:lnTo>
                    <a:pt x="1961888" y="108742"/>
                  </a:lnTo>
                  <a:lnTo>
                    <a:pt x="1969673" y="108835"/>
                  </a:lnTo>
                  <a:lnTo>
                    <a:pt x="1977458" y="108929"/>
                  </a:lnTo>
                  <a:lnTo>
                    <a:pt x="1985243" y="109022"/>
                  </a:lnTo>
                  <a:lnTo>
                    <a:pt x="1993029" y="109116"/>
                  </a:lnTo>
                  <a:lnTo>
                    <a:pt x="2000814" y="109210"/>
                  </a:lnTo>
                  <a:lnTo>
                    <a:pt x="2008599" y="109303"/>
                  </a:lnTo>
                  <a:lnTo>
                    <a:pt x="2016385" y="109424"/>
                  </a:lnTo>
                  <a:lnTo>
                    <a:pt x="2016385" y="134386"/>
                  </a:lnTo>
                  <a:lnTo>
                    <a:pt x="2008599" y="134364"/>
                  </a:lnTo>
                  <a:lnTo>
                    <a:pt x="2000814" y="134342"/>
                  </a:lnTo>
                  <a:lnTo>
                    <a:pt x="1993029" y="134319"/>
                  </a:lnTo>
                  <a:lnTo>
                    <a:pt x="1985243" y="134296"/>
                  </a:lnTo>
                  <a:lnTo>
                    <a:pt x="1977458" y="134273"/>
                  </a:lnTo>
                  <a:lnTo>
                    <a:pt x="1969673" y="134249"/>
                  </a:lnTo>
                  <a:lnTo>
                    <a:pt x="1961888" y="134225"/>
                  </a:lnTo>
                  <a:lnTo>
                    <a:pt x="1954102" y="134200"/>
                  </a:lnTo>
                  <a:lnTo>
                    <a:pt x="1946317" y="134177"/>
                  </a:lnTo>
                  <a:lnTo>
                    <a:pt x="1938532" y="134154"/>
                  </a:lnTo>
                  <a:lnTo>
                    <a:pt x="1930747" y="134132"/>
                  </a:lnTo>
                  <a:lnTo>
                    <a:pt x="1922961" y="134108"/>
                  </a:lnTo>
                  <a:lnTo>
                    <a:pt x="1915176" y="134085"/>
                  </a:lnTo>
                  <a:lnTo>
                    <a:pt x="1907391" y="134060"/>
                  </a:lnTo>
                  <a:lnTo>
                    <a:pt x="1899605" y="134033"/>
                  </a:lnTo>
                  <a:lnTo>
                    <a:pt x="1891820" y="134006"/>
                  </a:lnTo>
                  <a:lnTo>
                    <a:pt x="1884035" y="133980"/>
                  </a:lnTo>
                  <a:lnTo>
                    <a:pt x="1876250" y="133957"/>
                  </a:lnTo>
                  <a:lnTo>
                    <a:pt x="1868464" y="133935"/>
                  </a:lnTo>
                  <a:lnTo>
                    <a:pt x="1860679" y="133909"/>
                  </a:lnTo>
                  <a:lnTo>
                    <a:pt x="1852894" y="133879"/>
                  </a:lnTo>
                  <a:lnTo>
                    <a:pt x="1845109" y="133848"/>
                  </a:lnTo>
                  <a:lnTo>
                    <a:pt x="1837323" y="133816"/>
                  </a:lnTo>
                  <a:lnTo>
                    <a:pt x="1829538" y="133782"/>
                  </a:lnTo>
                  <a:lnTo>
                    <a:pt x="1821753" y="133749"/>
                  </a:lnTo>
                  <a:lnTo>
                    <a:pt x="1813967" y="133719"/>
                  </a:lnTo>
                  <a:lnTo>
                    <a:pt x="1806182" y="133686"/>
                  </a:lnTo>
                  <a:lnTo>
                    <a:pt x="1798397" y="133656"/>
                  </a:lnTo>
                  <a:lnTo>
                    <a:pt x="1790612" y="133622"/>
                  </a:lnTo>
                  <a:lnTo>
                    <a:pt x="1782826" y="133586"/>
                  </a:lnTo>
                  <a:lnTo>
                    <a:pt x="1775041" y="133551"/>
                  </a:lnTo>
                  <a:lnTo>
                    <a:pt x="1767256" y="133514"/>
                  </a:lnTo>
                  <a:lnTo>
                    <a:pt x="1759471" y="133477"/>
                  </a:lnTo>
                  <a:lnTo>
                    <a:pt x="1751685" y="133439"/>
                  </a:lnTo>
                  <a:lnTo>
                    <a:pt x="1743900" y="133402"/>
                  </a:lnTo>
                  <a:lnTo>
                    <a:pt x="1736115" y="133371"/>
                  </a:lnTo>
                  <a:lnTo>
                    <a:pt x="1728330" y="133332"/>
                  </a:lnTo>
                  <a:lnTo>
                    <a:pt x="1720544" y="133293"/>
                  </a:lnTo>
                  <a:lnTo>
                    <a:pt x="1712759" y="133258"/>
                  </a:lnTo>
                  <a:lnTo>
                    <a:pt x="1704974" y="133223"/>
                  </a:lnTo>
                  <a:lnTo>
                    <a:pt x="1697188" y="133186"/>
                  </a:lnTo>
                  <a:lnTo>
                    <a:pt x="1689403" y="133143"/>
                  </a:lnTo>
                  <a:lnTo>
                    <a:pt x="1681618" y="133099"/>
                  </a:lnTo>
                  <a:lnTo>
                    <a:pt x="1673833" y="133055"/>
                  </a:lnTo>
                  <a:lnTo>
                    <a:pt x="1666047" y="133010"/>
                  </a:lnTo>
                  <a:lnTo>
                    <a:pt x="1658262" y="132963"/>
                  </a:lnTo>
                  <a:lnTo>
                    <a:pt x="1650477" y="132909"/>
                  </a:lnTo>
                  <a:lnTo>
                    <a:pt x="1642692" y="132862"/>
                  </a:lnTo>
                  <a:lnTo>
                    <a:pt x="1634906" y="132815"/>
                  </a:lnTo>
                  <a:lnTo>
                    <a:pt x="1627121" y="132766"/>
                  </a:lnTo>
                  <a:lnTo>
                    <a:pt x="1619336" y="132714"/>
                  </a:lnTo>
                  <a:lnTo>
                    <a:pt x="1611550" y="132663"/>
                  </a:lnTo>
                  <a:lnTo>
                    <a:pt x="1603765" y="132616"/>
                  </a:lnTo>
                  <a:lnTo>
                    <a:pt x="1595980" y="132563"/>
                  </a:lnTo>
                  <a:lnTo>
                    <a:pt x="1588195" y="132512"/>
                  </a:lnTo>
                  <a:lnTo>
                    <a:pt x="1580409" y="132460"/>
                  </a:lnTo>
                  <a:lnTo>
                    <a:pt x="1572624" y="132407"/>
                  </a:lnTo>
                  <a:lnTo>
                    <a:pt x="1564839" y="132353"/>
                  </a:lnTo>
                  <a:lnTo>
                    <a:pt x="1557054" y="132295"/>
                  </a:lnTo>
                  <a:lnTo>
                    <a:pt x="1549268" y="132234"/>
                  </a:lnTo>
                  <a:lnTo>
                    <a:pt x="1541483" y="132171"/>
                  </a:lnTo>
                  <a:lnTo>
                    <a:pt x="1533698" y="132111"/>
                  </a:lnTo>
                  <a:lnTo>
                    <a:pt x="1525912" y="132059"/>
                  </a:lnTo>
                  <a:lnTo>
                    <a:pt x="1518127" y="132009"/>
                  </a:lnTo>
                  <a:lnTo>
                    <a:pt x="1510342" y="131948"/>
                  </a:lnTo>
                  <a:lnTo>
                    <a:pt x="1502557" y="131886"/>
                  </a:lnTo>
                  <a:lnTo>
                    <a:pt x="1494771" y="131823"/>
                  </a:lnTo>
                  <a:lnTo>
                    <a:pt x="1486986" y="131759"/>
                  </a:lnTo>
                  <a:lnTo>
                    <a:pt x="1479201" y="131704"/>
                  </a:lnTo>
                  <a:lnTo>
                    <a:pt x="1471416" y="131643"/>
                  </a:lnTo>
                  <a:lnTo>
                    <a:pt x="1463630" y="131599"/>
                  </a:lnTo>
                  <a:lnTo>
                    <a:pt x="1455845" y="131552"/>
                  </a:lnTo>
                  <a:lnTo>
                    <a:pt x="1448060" y="131496"/>
                  </a:lnTo>
                  <a:lnTo>
                    <a:pt x="1440275" y="131450"/>
                  </a:lnTo>
                  <a:lnTo>
                    <a:pt x="1432489" y="131372"/>
                  </a:lnTo>
                  <a:lnTo>
                    <a:pt x="1424704" y="131295"/>
                  </a:lnTo>
                  <a:lnTo>
                    <a:pt x="1416919" y="131228"/>
                  </a:lnTo>
                  <a:lnTo>
                    <a:pt x="1409133" y="131160"/>
                  </a:lnTo>
                  <a:lnTo>
                    <a:pt x="1401348" y="131090"/>
                  </a:lnTo>
                  <a:lnTo>
                    <a:pt x="1393563" y="131020"/>
                  </a:lnTo>
                  <a:lnTo>
                    <a:pt x="1385778" y="130958"/>
                  </a:lnTo>
                  <a:lnTo>
                    <a:pt x="1377992" y="130896"/>
                  </a:lnTo>
                  <a:lnTo>
                    <a:pt x="1370207" y="130834"/>
                  </a:lnTo>
                  <a:lnTo>
                    <a:pt x="1362422" y="130770"/>
                  </a:lnTo>
                  <a:lnTo>
                    <a:pt x="1354637" y="130705"/>
                  </a:lnTo>
                  <a:lnTo>
                    <a:pt x="1346851" y="130639"/>
                  </a:lnTo>
                  <a:lnTo>
                    <a:pt x="1339066" y="130572"/>
                  </a:lnTo>
                  <a:lnTo>
                    <a:pt x="1331281" y="130493"/>
                  </a:lnTo>
                  <a:lnTo>
                    <a:pt x="1323495" y="130402"/>
                  </a:lnTo>
                  <a:lnTo>
                    <a:pt x="1315710" y="130310"/>
                  </a:lnTo>
                  <a:lnTo>
                    <a:pt x="1307925" y="130232"/>
                  </a:lnTo>
                  <a:lnTo>
                    <a:pt x="1300140" y="130165"/>
                  </a:lnTo>
                  <a:lnTo>
                    <a:pt x="1292354" y="130093"/>
                  </a:lnTo>
                  <a:lnTo>
                    <a:pt x="1284569" y="129970"/>
                  </a:lnTo>
                  <a:lnTo>
                    <a:pt x="1276784" y="129881"/>
                  </a:lnTo>
                  <a:lnTo>
                    <a:pt x="1268999" y="129802"/>
                  </a:lnTo>
                  <a:lnTo>
                    <a:pt x="1261213" y="129722"/>
                  </a:lnTo>
                  <a:lnTo>
                    <a:pt x="1253428" y="129641"/>
                  </a:lnTo>
                  <a:lnTo>
                    <a:pt x="1245643" y="129559"/>
                  </a:lnTo>
                  <a:lnTo>
                    <a:pt x="1237857" y="129475"/>
                  </a:lnTo>
                  <a:lnTo>
                    <a:pt x="1230072" y="129390"/>
                  </a:lnTo>
                  <a:lnTo>
                    <a:pt x="1222287" y="129304"/>
                  </a:lnTo>
                  <a:lnTo>
                    <a:pt x="1214502" y="129217"/>
                  </a:lnTo>
                  <a:lnTo>
                    <a:pt x="1206716" y="129128"/>
                  </a:lnTo>
                  <a:lnTo>
                    <a:pt x="1198931" y="129038"/>
                  </a:lnTo>
                  <a:lnTo>
                    <a:pt x="1191146" y="128907"/>
                  </a:lnTo>
                  <a:lnTo>
                    <a:pt x="1183361" y="128807"/>
                  </a:lnTo>
                  <a:lnTo>
                    <a:pt x="1175575" y="128728"/>
                  </a:lnTo>
                  <a:lnTo>
                    <a:pt x="1167790" y="128669"/>
                  </a:lnTo>
                  <a:lnTo>
                    <a:pt x="1160005" y="128573"/>
                  </a:lnTo>
                  <a:lnTo>
                    <a:pt x="1152220" y="128476"/>
                  </a:lnTo>
                  <a:lnTo>
                    <a:pt x="1144434" y="128379"/>
                  </a:lnTo>
                  <a:lnTo>
                    <a:pt x="1136649" y="128280"/>
                  </a:lnTo>
                  <a:lnTo>
                    <a:pt x="1128864" y="128179"/>
                  </a:lnTo>
                  <a:lnTo>
                    <a:pt x="1121078" y="128070"/>
                  </a:lnTo>
                  <a:lnTo>
                    <a:pt x="1113293" y="127938"/>
                  </a:lnTo>
                  <a:lnTo>
                    <a:pt x="1105508" y="127805"/>
                  </a:lnTo>
                  <a:lnTo>
                    <a:pt x="1097723" y="127668"/>
                  </a:lnTo>
                  <a:lnTo>
                    <a:pt x="1089937" y="127542"/>
                  </a:lnTo>
                  <a:lnTo>
                    <a:pt x="1082152" y="127428"/>
                  </a:lnTo>
                  <a:lnTo>
                    <a:pt x="1074367" y="127283"/>
                  </a:lnTo>
                  <a:lnTo>
                    <a:pt x="1066582" y="127175"/>
                  </a:lnTo>
                  <a:lnTo>
                    <a:pt x="1058796" y="127065"/>
                  </a:lnTo>
                  <a:lnTo>
                    <a:pt x="1051011" y="126956"/>
                  </a:lnTo>
                  <a:lnTo>
                    <a:pt x="1043226" y="126842"/>
                  </a:lnTo>
                  <a:lnTo>
                    <a:pt x="1035440" y="126735"/>
                  </a:lnTo>
                  <a:lnTo>
                    <a:pt x="1027655" y="126637"/>
                  </a:lnTo>
                  <a:lnTo>
                    <a:pt x="1019870" y="126537"/>
                  </a:lnTo>
                  <a:lnTo>
                    <a:pt x="1012085" y="126436"/>
                  </a:lnTo>
                  <a:lnTo>
                    <a:pt x="1004299" y="126333"/>
                  </a:lnTo>
                  <a:lnTo>
                    <a:pt x="996514" y="126230"/>
                  </a:lnTo>
                  <a:lnTo>
                    <a:pt x="988729" y="126120"/>
                  </a:lnTo>
                  <a:lnTo>
                    <a:pt x="980944" y="125991"/>
                  </a:lnTo>
                  <a:lnTo>
                    <a:pt x="973158" y="125852"/>
                  </a:lnTo>
                  <a:lnTo>
                    <a:pt x="965373" y="125688"/>
                  </a:lnTo>
                  <a:lnTo>
                    <a:pt x="957588" y="125522"/>
                  </a:lnTo>
                  <a:lnTo>
                    <a:pt x="949802" y="125425"/>
                  </a:lnTo>
                  <a:lnTo>
                    <a:pt x="942017" y="125316"/>
                  </a:lnTo>
                  <a:lnTo>
                    <a:pt x="934232" y="125179"/>
                  </a:lnTo>
                  <a:lnTo>
                    <a:pt x="926447" y="125057"/>
                  </a:lnTo>
                  <a:lnTo>
                    <a:pt x="918661" y="124937"/>
                  </a:lnTo>
                  <a:lnTo>
                    <a:pt x="910876" y="124815"/>
                  </a:lnTo>
                  <a:lnTo>
                    <a:pt x="903091" y="124693"/>
                  </a:lnTo>
                  <a:lnTo>
                    <a:pt x="895306" y="124568"/>
                  </a:lnTo>
                  <a:lnTo>
                    <a:pt x="887520" y="124395"/>
                  </a:lnTo>
                  <a:lnTo>
                    <a:pt x="879735" y="124255"/>
                  </a:lnTo>
                  <a:lnTo>
                    <a:pt x="871950" y="124164"/>
                  </a:lnTo>
                  <a:lnTo>
                    <a:pt x="864165" y="124022"/>
                  </a:lnTo>
                  <a:lnTo>
                    <a:pt x="856379" y="123874"/>
                  </a:lnTo>
                  <a:lnTo>
                    <a:pt x="848594" y="123726"/>
                  </a:lnTo>
                  <a:lnTo>
                    <a:pt x="840809" y="123576"/>
                  </a:lnTo>
                  <a:lnTo>
                    <a:pt x="833023" y="123425"/>
                  </a:lnTo>
                  <a:lnTo>
                    <a:pt x="825238" y="123280"/>
                  </a:lnTo>
                  <a:lnTo>
                    <a:pt x="817453" y="123127"/>
                  </a:lnTo>
                  <a:lnTo>
                    <a:pt x="809668" y="122959"/>
                  </a:lnTo>
                  <a:lnTo>
                    <a:pt x="801882" y="122801"/>
                  </a:lnTo>
                  <a:lnTo>
                    <a:pt x="794097" y="122639"/>
                  </a:lnTo>
                  <a:lnTo>
                    <a:pt x="786312" y="122410"/>
                  </a:lnTo>
                  <a:lnTo>
                    <a:pt x="778527" y="122212"/>
                  </a:lnTo>
                  <a:lnTo>
                    <a:pt x="770741" y="122005"/>
                  </a:lnTo>
                  <a:lnTo>
                    <a:pt x="762956" y="121843"/>
                  </a:lnTo>
                  <a:lnTo>
                    <a:pt x="755171" y="121678"/>
                  </a:lnTo>
                  <a:lnTo>
                    <a:pt x="747385" y="121512"/>
                  </a:lnTo>
                  <a:lnTo>
                    <a:pt x="739600" y="121373"/>
                  </a:lnTo>
                  <a:lnTo>
                    <a:pt x="731815" y="121203"/>
                  </a:lnTo>
                  <a:lnTo>
                    <a:pt x="724030" y="121059"/>
                  </a:lnTo>
                  <a:lnTo>
                    <a:pt x="716244" y="120906"/>
                  </a:lnTo>
                  <a:lnTo>
                    <a:pt x="708459" y="120729"/>
                  </a:lnTo>
                  <a:lnTo>
                    <a:pt x="700674" y="120495"/>
                  </a:lnTo>
                  <a:lnTo>
                    <a:pt x="692889" y="120285"/>
                  </a:lnTo>
                  <a:lnTo>
                    <a:pt x="685103" y="120071"/>
                  </a:lnTo>
                  <a:lnTo>
                    <a:pt x="677318" y="119911"/>
                  </a:lnTo>
                  <a:lnTo>
                    <a:pt x="669533" y="119738"/>
                  </a:lnTo>
                  <a:lnTo>
                    <a:pt x="661747" y="119541"/>
                  </a:lnTo>
                  <a:lnTo>
                    <a:pt x="653962" y="119384"/>
                  </a:lnTo>
                  <a:lnTo>
                    <a:pt x="646177" y="119209"/>
                  </a:lnTo>
                  <a:lnTo>
                    <a:pt x="638392" y="119031"/>
                  </a:lnTo>
                  <a:lnTo>
                    <a:pt x="630606" y="118870"/>
                  </a:lnTo>
                  <a:lnTo>
                    <a:pt x="622821" y="118646"/>
                  </a:lnTo>
                  <a:lnTo>
                    <a:pt x="615036" y="118409"/>
                  </a:lnTo>
                  <a:lnTo>
                    <a:pt x="607251" y="118199"/>
                  </a:lnTo>
                  <a:lnTo>
                    <a:pt x="599465" y="117998"/>
                  </a:lnTo>
                  <a:lnTo>
                    <a:pt x="591680" y="117820"/>
                  </a:lnTo>
                  <a:lnTo>
                    <a:pt x="583895" y="117680"/>
                  </a:lnTo>
                  <a:lnTo>
                    <a:pt x="576110" y="117417"/>
                  </a:lnTo>
                  <a:lnTo>
                    <a:pt x="568324" y="117211"/>
                  </a:lnTo>
                  <a:lnTo>
                    <a:pt x="560539" y="117015"/>
                  </a:lnTo>
                  <a:lnTo>
                    <a:pt x="552754" y="116796"/>
                  </a:lnTo>
                  <a:lnTo>
                    <a:pt x="544968" y="116585"/>
                  </a:lnTo>
                  <a:lnTo>
                    <a:pt x="537183" y="116374"/>
                  </a:lnTo>
                  <a:lnTo>
                    <a:pt x="529398" y="116228"/>
                  </a:lnTo>
                  <a:lnTo>
                    <a:pt x="521613" y="116081"/>
                  </a:lnTo>
                  <a:lnTo>
                    <a:pt x="513827" y="115841"/>
                  </a:lnTo>
                  <a:lnTo>
                    <a:pt x="506042" y="115700"/>
                  </a:lnTo>
                  <a:lnTo>
                    <a:pt x="498257" y="115383"/>
                  </a:lnTo>
                  <a:lnTo>
                    <a:pt x="490472" y="115230"/>
                  </a:lnTo>
                  <a:lnTo>
                    <a:pt x="482686" y="115148"/>
                  </a:lnTo>
                  <a:lnTo>
                    <a:pt x="474901" y="115064"/>
                  </a:lnTo>
                  <a:lnTo>
                    <a:pt x="467116" y="114894"/>
                  </a:lnTo>
                  <a:lnTo>
                    <a:pt x="459330" y="114708"/>
                  </a:lnTo>
                  <a:lnTo>
                    <a:pt x="451545" y="114461"/>
                  </a:lnTo>
                  <a:lnTo>
                    <a:pt x="443760" y="114349"/>
                  </a:lnTo>
                  <a:lnTo>
                    <a:pt x="435975" y="114171"/>
                  </a:lnTo>
                  <a:lnTo>
                    <a:pt x="428189" y="113920"/>
                  </a:lnTo>
                  <a:lnTo>
                    <a:pt x="420404" y="113700"/>
                  </a:lnTo>
                  <a:lnTo>
                    <a:pt x="412619" y="113558"/>
                  </a:lnTo>
                  <a:lnTo>
                    <a:pt x="404834" y="113329"/>
                  </a:lnTo>
                  <a:lnTo>
                    <a:pt x="397048" y="113028"/>
                  </a:lnTo>
                  <a:lnTo>
                    <a:pt x="389263" y="112833"/>
                  </a:lnTo>
                  <a:lnTo>
                    <a:pt x="381478" y="112587"/>
                  </a:lnTo>
                  <a:lnTo>
                    <a:pt x="373692" y="112343"/>
                  </a:lnTo>
                  <a:lnTo>
                    <a:pt x="365907" y="112109"/>
                  </a:lnTo>
                  <a:lnTo>
                    <a:pt x="358122" y="111875"/>
                  </a:lnTo>
                  <a:lnTo>
                    <a:pt x="350337" y="111790"/>
                  </a:lnTo>
                  <a:lnTo>
                    <a:pt x="342551" y="111572"/>
                  </a:lnTo>
                  <a:lnTo>
                    <a:pt x="334766" y="111406"/>
                  </a:lnTo>
                  <a:lnTo>
                    <a:pt x="326981" y="111264"/>
                  </a:lnTo>
                  <a:lnTo>
                    <a:pt x="319196" y="110981"/>
                  </a:lnTo>
                  <a:lnTo>
                    <a:pt x="311410" y="110700"/>
                  </a:lnTo>
                  <a:lnTo>
                    <a:pt x="303625" y="110480"/>
                  </a:lnTo>
                  <a:lnTo>
                    <a:pt x="295840" y="110180"/>
                  </a:lnTo>
                  <a:lnTo>
                    <a:pt x="288055" y="109998"/>
                  </a:lnTo>
                  <a:lnTo>
                    <a:pt x="280269" y="109823"/>
                  </a:lnTo>
                  <a:lnTo>
                    <a:pt x="272484" y="109647"/>
                  </a:lnTo>
                  <a:lnTo>
                    <a:pt x="264699" y="109525"/>
                  </a:lnTo>
                  <a:lnTo>
                    <a:pt x="256913" y="109292"/>
                  </a:lnTo>
                  <a:lnTo>
                    <a:pt x="249128" y="109113"/>
                  </a:lnTo>
                  <a:lnTo>
                    <a:pt x="241343" y="108925"/>
                  </a:lnTo>
                  <a:lnTo>
                    <a:pt x="233558" y="108721"/>
                  </a:lnTo>
                  <a:lnTo>
                    <a:pt x="225772" y="108532"/>
                  </a:lnTo>
                  <a:lnTo>
                    <a:pt x="217987" y="108346"/>
                  </a:lnTo>
                  <a:lnTo>
                    <a:pt x="210202" y="108100"/>
                  </a:lnTo>
                  <a:lnTo>
                    <a:pt x="202417" y="107890"/>
                  </a:lnTo>
                  <a:lnTo>
                    <a:pt x="194631" y="107790"/>
                  </a:lnTo>
                  <a:lnTo>
                    <a:pt x="186846" y="107640"/>
                  </a:lnTo>
                  <a:lnTo>
                    <a:pt x="179061" y="107413"/>
                  </a:lnTo>
                  <a:lnTo>
                    <a:pt x="171275" y="107222"/>
                  </a:lnTo>
                  <a:lnTo>
                    <a:pt x="163490" y="107030"/>
                  </a:lnTo>
                  <a:lnTo>
                    <a:pt x="155705" y="106742"/>
                  </a:lnTo>
                  <a:lnTo>
                    <a:pt x="147920" y="106386"/>
                  </a:lnTo>
                  <a:lnTo>
                    <a:pt x="140134" y="106152"/>
                  </a:lnTo>
                  <a:lnTo>
                    <a:pt x="132349" y="105925"/>
                  </a:lnTo>
                  <a:lnTo>
                    <a:pt x="124564" y="105697"/>
                  </a:lnTo>
                  <a:lnTo>
                    <a:pt x="116779" y="105435"/>
                  </a:lnTo>
                  <a:lnTo>
                    <a:pt x="108993" y="105240"/>
                  </a:lnTo>
                  <a:lnTo>
                    <a:pt x="101208" y="105011"/>
                  </a:lnTo>
                  <a:lnTo>
                    <a:pt x="93423" y="104942"/>
                  </a:lnTo>
                  <a:lnTo>
                    <a:pt x="85637" y="104866"/>
                  </a:lnTo>
                  <a:lnTo>
                    <a:pt x="77852" y="104737"/>
                  </a:lnTo>
                  <a:lnTo>
                    <a:pt x="70067" y="104533"/>
                  </a:lnTo>
                  <a:lnTo>
                    <a:pt x="62282" y="104257"/>
                  </a:lnTo>
                  <a:lnTo>
                    <a:pt x="54496" y="103978"/>
                  </a:lnTo>
                  <a:lnTo>
                    <a:pt x="46711" y="103827"/>
                  </a:lnTo>
                  <a:lnTo>
                    <a:pt x="38926" y="103787"/>
                  </a:lnTo>
                  <a:lnTo>
                    <a:pt x="31141" y="103573"/>
                  </a:lnTo>
                  <a:lnTo>
                    <a:pt x="23355" y="103357"/>
                  </a:lnTo>
                  <a:lnTo>
                    <a:pt x="15570" y="103141"/>
                  </a:lnTo>
                  <a:lnTo>
                    <a:pt x="7785" y="102924"/>
                  </a:lnTo>
                  <a:lnTo>
                    <a:pt x="0" y="102703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7"/>
            <p:cNvSpPr/>
            <p:nvPr/>
          </p:nvSpPr>
          <p:spPr>
            <a:xfrm>
              <a:off x="3648531" y="4821636"/>
              <a:ext cx="2016385" cy="109424"/>
            </a:xfrm>
            <a:custGeom>
              <a:avLst/>
              <a:pathLst>
                <a:path w="2016385" h="109424">
                  <a:moveTo>
                    <a:pt x="0" y="0"/>
                  </a:moveTo>
                  <a:lnTo>
                    <a:pt x="7785" y="1536"/>
                  </a:lnTo>
                  <a:lnTo>
                    <a:pt x="15570" y="2905"/>
                  </a:lnTo>
                  <a:lnTo>
                    <a:pt x="23355" y="4098"/>
                  </a:lnTo>
                  <a:lnTo>
                    <a:pt x="31141" y="5283"/>
                  </a:lnTo>
                  <a:lnTo>
                    <a:pt x="38926" y="6459"/>
                  </a:lnTo>
                  <a:lnTo>
                    <a:pt x="46711" y="7761"/>
                  </a:lnTo>
                  <a:lnTo>
                    <a:pt x="54496" y="9229"/>
                  </a:lnTo>
                  <a:lnTo>
                    <a:pt x="62282" y="10429"/>
                  </a:lnTo>
                  <a:lnTo>
                    <a:pt x="70067" y="12265"/>
                  </a:lnTo>
                  <a:lnTo>
                    <a:pt x="77852" y="13929"/>
                  </a:lnTo>
                  <a:lnTo>
                    <a:pt x="85637" y="14958"/>
                  </a:lnTo>
                  <a:lnTo>
                    <a:pt x="93423" y="16279"/>
                  </a:lnTo>
                  <a:lnTo>
                    <a:pt x="101208" y="17419"/>
                  </a:lnTo>
                  <a:lnTo>
                    <a:pt x="108993" y="18447"/>
                  </a:lnTo>
                  <a:lnTo>
                    <a:pt x="116779" y="19594"/>
                  </a:lnTo>
                  <a:lnTo>
                    <a:pt x="124564" y="20494"/>
                  </a:lnTo>
                  <a:lnTo>
                    <a:pt x="132349" y="21496"/>
                  </a:lnTo>
                  <a:lnTo>
                    <a:pt x="140134" y="22491"/>
                  </a:lnTo>
                  <a:lnTo>
                    <a:pt x="147920" y="23483"/>
                  </a:lnTo>
                  <a:lnTo>
                    <a:pt x="155705" y="24412"/>
                  </a:lnTo>
                  <a:lnTo>
                    <a:pt x="163490" y="25459"/>
                  </a:lnTo>
                  <a:lnTo>
                    <a:pt x="171275" y="26566"/>
                  </a:lnTo>
                  <a:lnTo>
                    <a:pt x="179061" y="27660"/>
                  </a:lnTo>
                  <a:lnTo>
                    <a:pt x="186846" y="28854"/>
                  </a:lnTo>
                  <a:lnTo>
                    <a:pt x="194631" y="30103"/>
                  </a:lnTo>
                  <a:lnTo>
                    <a:pt x="202417" y="31341"/>
                  </a:lnTo>
                  <a:lnTo>
                    <a:pt x="210202" y="32430"/>
                  </a:lnTo>
                  <a:lnTo>
                    <a:pt x="217987" y="33674"/>
                  </a:lnTo>
                  <a:lnTo>
                    <a:pt x="225772" y="34922"/>
                  </a:lnTo>
                  <a:lnTo>
                    <a:pt x="233558" y="36117"/>
                  </a:lnTo>
                  <a:lnTo>
                    <a:pt x="241343" y="37321"/>
                  </a:lnTo>
                  <a:lnTo>
                    <a:pt x="249128" y="38240"/>
                  </a:lnTo>
                  <a:lnTo>
                    <a:pt x="256913" y="39382"/>
                  </a:lnTo>
                  <a:lnTo>
                    <a:pt x="264699" y="40518"/>
                  </a:lnTo>
                  <a:lnTo>
                    <a:pt x="272484" y="41645"/>
                  </a:lnTo>
                  <a:lnTo>
                    <a:pt x="280269" y="42822"/>
                  </a:lnTo>
                  <a:lnTo>
                    <a:pt x="288055" y="43855"/>
                  </a:lnTo>
                  <a:lnTo>
                    <a:pt x="295840" y="44936"/>
                  </a:lnTo>
                  <a:lnTo>
                    <a:pt x="303625" y="45857"/>
                  </a:lnTo>
                  <a:lnTo>
                    <a:pt x="311410" y="46645"/>
                  </a:lnTo>
                  <a:lnTo>
                    <a:pt x="319196" y="47519"/>
                  </a:lnTo>
                  <a:lnTo>
                    <a:pt x="326981" y="48368"/>
                  </a:lnTo>
                  <a:lnTo>
                    <a:pt x="334766" y="49038"/>
                  </a:lnTo>
                  <a:lnTo>
                    <a:pt x="342551" y="49720"/>
                  </a:lnTo>
                  <a:lnTo>
                    <a:pt x="350337" y="50475"/>
                  </a:lnTo>
                  <a:lnTo>
                    <a:pt x="358122" y="51221"/>
                  </a:lnTo>
                  <a:lnTo>
                    <a:pt x="365907" y="51956"/>
                  </a:lnTo>
                  <a:lnTo>
                    <a:pt x="373692" y="52598"/>
                  </a:lnTo>
                  <a:lnTo>
                    <a:pt x="381478" y="52882"/>
                  </a:lnTo>
                  <a:lnTo>
                    <a:pt x="389263" y="53660"/>
                  </a:lnTo>
                  <a:lnTo>
                    <a:pt x="397048" y="54187"/>
                  </a:lnTo>
                  <a:lnTo>
                    <a:pt x="404834" y="54616"/>
                  </a:lnTo>
                  <a:lnTo>
                    <a:pt x="412619" y="55334"/>
                  </a:lnTo>
                  <a:lnTo>
                    <a:pt x="420404" y="56117"/>
                  </a:lnTo>
                  <a:lnTo>
                    <a:pt x="428189" y="56962"/>
                  </a:lnTo>
                  <a:lnTo>
                    <a:pt x="435975" y="57763"/>
                  </a:lnTo>
                  <a:lnTo>
                    <a:pt x="443760" y="58558"/>
                  </a:lnTo>
                  <a:lnTo>
                    <a:pt x="451545" y="59347"/>
                  </a:lnTo>
                  <a:lnTo>
                    <a:pt x="459330" y="60029"/>
                  </a:lnTo>
                  <a:lnTo>
                    <a:pt x="467116" y="60682"/>
                  </a:lnTo>
                  <a:lnTo>
                    <a:pt x="474901" y="61414"/>
                  </a:lnTo>
                  <a:lnTo>
                    <a:pt x="482686" y="62101"/>
                  </a:lnTo>
                  <a:lnTo>
                    <a:pt x="490472" y="62734"/>
                  </a:lnTo>
                  <a:lnTo>
                    <a:pt x="498257" y="63352"/>
                  </a:lnTo>
                  <a:lnTo>
                    <a:pt x="506042" y="63995"/>
                  </a:lnTo>
                  <a:lnTo>
                    <a:pt x="513827" y="64613"/>
                  </a:lnTo>
                  <a:lnTo>
                    <a:pt x="521613" y="65227"/>
                  </a:lnTo>
                  <a:lnTo>
                    <a:pt x="529398" y="65838"/>
                  </a:lnTo>
                  <a:lnTo>
                    <a:pt x="537183" y="66446"/>
                  </a:lnTo>
                  <a:lnTo>
                    <a:pt x="544968" y="67035"/>
                  </a:lnTo>
                  <a:lnTo>
                    <a:pt x="552754" y="67628"/>
                  </a:lnTo>
                  <a:lnTo>
                    <a:pt x="560539" y="68083"/>
                  </a:lnTo>
                  <a:lnTo>
                    <a:pt x="568324" y="68659"/>
                  </a:lnTo>
                  <a:lnTo>
                    <a:pt x="576110" y="69297"/>
                  </a:lnTo>
                  <a:lnTo>
                    <a:pt x="583895" y="69968"/>
                  </a:lnTo>
                  <a:lnTo>
                    <a:pt x="591680" y="70403"/>
                  </a:lnTo>
                  <a:lnTo>
                    <a:pt x="599465" y="70747"/>
                  </a:lnTo>
                  <a:lnTo>
                    <a:pt x="607251" y="71093"/>
                  </a:lnTo>
                  <a:lnTo>
                    <a:pt x="615036" y="71567"/>
                  </a:lnTo>
                  <a:lnTo>
                    <a:pt x="622821" y="72176"/>
                  </a:lnTo>
                  <a:lnTo>
                    <a:pt x="630606" y="72867"/>
                  </a:lnTo>
                  <a:lnTo>
                    <a:pt x="638392" y="73330"/>
                  </a:lnTo>
                  <a:lnTo>
                    <a:pt x="646177" y="73734"/>
                  </a:lnTo>
                  <a:lnTo>
                    <a:pt x="653962" y="74198"/>
                  </a:lnTo>
                  <a:lnTo>
                    <a:pt x="661747" y="74669"/>
                  </a:lnTo>
                  <a:lnTo>
                    <a:pt x="669533" y="75106"/>
                  </a:lnTo>
                  <a:lnTo>
                    <a:pt x="677318" y="75599"/>
                  </a:lnTo>
                  <a:lnTo>
                    <a:pt x="685103" y="76091"/>
                  </a:lnTo>
                  <a:lnTo>
                    <a:pt x="692889" y="76652"/>
                  </a:lnTo>
                  <a:lnTo>
                    <a:pt x="700674" y="77208"/>
                  </a:lnTo>
                  <a:lnTo>
                    <a:pt x="708459" y="77655"/>
                  </a:lnTo>
                  <a:lnTo>
                    <a:pt x="716244" y="78023"/>
                  </a:lnTo>
                  <a:lnTo>
                    <a:pt x="724030" y="78470"/>
                  </a:lnTo>
                  <a:lnTo>
                    <a:pt x="731815" y="78748"/>
                  </a:lnTo>
                  <a:lnTo>
                    <a:pt x="739600" y="79107"/>
                  </a:lnTo>
                  <a:lnTo>
                    <a:pt x="747385" y="79554"/>
                  </a:lnTo>
                  <a:lnTo>
                    <a:pt x="755171" y="80013"/>
                  </a:lnTo>
                  <a:lnTo>
                    <a:pt x="762956" y="80558"/>
                  </a:lnTo>
                  <a:lnTo>
                    <a:pt x="770741" y="80945"/>
                  </a:lnTo>
                  <a:lnTo>
                    <a:pt x="778527" y="81494"/>
                  </a:lnTo>
                  <a:lnTo>
                    <a:pt x="786312" y="82079"/>
                  </a:lnTo>
                  <a:lnTo>
                    <a:pt x="794097" y="82546"/>
                  </a:lnTo>
                  <a:lnTo>
                    <a:pt x="801882" y="83026"/>
                  </a:lnTo>
                  <a:lnTo>
                    <a:pt x="809668" y="83464"/>
                  </a:lnTo>
                  <a:lnTo>
                    <a:pt x="817453" y="83876"/>
                  </a:lnTo>
                  <a:lnTo>
                    <a:pt x="825238" y="84270"/>
                  </a:lnTo>
                  <a:lnTo>
                    <a:pt x="833023" y="84614"/>
                  </a:lnTo>
                  <a:lnTo>
                    <a:pt x="840809" y="85002"/>
                  </a:lnTo>
                  <a:lnTo>
                    <a:pt x="848594" y="85492"/>
                  </a:lnTo>
                  <a:lnTo>
                    <a:pt x="856379" y="85942"/>
                  </a:lnTo>
                  <a:lnTo>
                    <a:pt x="864165" y="86279"/>
                  </a:lnTo>
                  <a:lnTo>
                    <a:pt x="871950" y="86645"/>
                  </a:lnTo>
                  <a:lnTo>
                    <a:pt x="879735" y="86942"/>
                  </a:lnTo>
                  <a:lnTo>
                    <a:pt x="887520" y="87235"/>
                  </a:lnTo>
                  <a:lnTo>
                    <a:pt x="895306" y="87476"/>
                  </a:lnTo>
                  <a:lnTo>
                    <a:pt x="903091" y="87812"/>
                  </a:lnTo>
                  <a:lnTo>
                    <a:pt x="910876" y="88097"/>
                  </a:lnTo>
                  <a:lnTo>
                    <a:pt x="918661" y="88388"/>
                  </a:lnTo>
                  <a:lnTo>
                    <a:pt x="926447" y="88863"/>
                  </a:lnTo>
                  <a:lnTo>
                    <a:pt x="934232" y="89355"/>
                  </a:lnTo>
                  <a:lnTo>
                    <a:pt x="942017" y="89619"/>
                  </a:lnTo>
                  <a:lnTo>
                    <a:pt x="949802" y="89771"/>
                  </a:lnTo>
                  <a:lnTo>
                    <a:pt x="957588" y="89922"/>
                  </a:lnTo>
                  <a:lnTo>
                    <a:pt x="965373" y="90233"/>
                  </a:lnTo>
                  <a:lnTo>
                    <a:pt x="973158" y="90638"/>
                  </a:lnTo>
                  <a:lnTo>
                    <a:pt x="980944" y="90981"/>
                  </a:lnTo>
                  <a:lnTo>
                    <a:pt x="988729" y="91091"/>
                  </a:lnTo>
                  <a:lnTo>
                    <a:pt x="996514" y="91201"/>
                  </a:lnTo>
                  <a:lnTo>
                    <a:pt x="1004299" y="91429"/>
                  </a:lnTo>
                  <a:lnTo>
                    <a:pt x="1012085" y="91579"/>
                  </a:lnTo>
                  <a:lnTo>
                    <a:pt x="1019870" y="91670"/>
                  </a:lnTo>
                  <a:lnTo>
                    <a:pt x="1027655" y="91763"/>
                  </a:lnTo>
                  <a:lnTo>
                    <a:pt x="1035440" y="92087"/>
                  </a:lnTo>
                  <a:lnTo>
                    <a:pt x="1043226" y="92390"/>
                  </a:lnTo>
                  <a:lnTo>
                    <a:pt x="1051011" y="92791"/>
                  </a:lnTo>
                  <a:lnTo>
                    <a:pt x="1058796" y="92961"/>
                  </a:lnTo>
                  <a:lnTo>
                    <a:pt x="1066582" y="93098"/>
                  </a:lnTo>
                  <a:lnTo>
                    <a:pt x="1074367" y="93306"/>
                  </a:lnTo>
                  <a:lnTo>
                    <a:pt x="1082152" y="93640"/>
                  </a:lnTo>
                  <a:lnTo>
                    <a:pt x="1089937" y="93777"/>
                  </a:lnTo>
                  <a:lnTo>
                    <a:pt x="1097723" y="94209"/>
                  </a:lnTo>
                  <a:lnTo>
                    <a:pt x="1105508" y="94630"/>
                  </a:lnTo>
                  <a:lnTo>
                    <a:pt x="1113293" y="94957"/>
                  </a:lnTo>
                  <a:lnTo>
                    <a:pt x="1121078" y="95281"/>
                  </a:lnTo>
                  <a:lnTo>
                    <a:pt x="1128864" y="95375"/>
                  </a:lnTo>
                  <a:lnTo>
                    <a:pt x="1136649" y="95731"/>
                  </a:lnTo>
                  <a:lnTo>
                    <a:pt x="1144434" y="95954"/>
                  </a:lnTo>
                  <a:lnTo>
                    <a:pt x="1152220" y="96127"/>
                  </a:lnTo>
                  <a:lnTo>
                    <a:pt x="1160005" y="96412"/>
                  </a:lnTo>
                  <a:lnTo>
                    <a:pt x="1167790" y="96531"/>
                  </a:lnTo>
                  <a:lnTo>
                    <a:pt x="1175575" y="96656"/>
                  </a:lnTo>
                  <a:lnTo>
                    <a:pt x="1183361" y="96781"/>
                  </a:lnTo>
                  <a:lnTo>
                    <a:pt x="1191146" y="96851"/>
                  </a:lnTo>
                  <a:lnTo>
                    <a:pt x="1198931" y="96958"/>
                  </a:lnTo>
                  <a:lnTo>
                    <a:pt x="1206716" y="97151"/>
                  </a:lnTo>
                  <a:lnTo>
                    <a:pt x="1214502" y="97294"/>
                  </a:lnTo>
                  <a:lnTo>
                    <a:pt x="1222287" y="97448"/>
                  </a:lnTo>
                  <a:lnTo>
                    <a:pt x="1230072" y="97536"/>
                  </a:lnTo>
                  <a:lnTo>
                    <a:pt x="1237857" y="97633"/>
                  </a:lnTo>
                  <a:lnTo>
                    <a:pt x="1245643" y="97751"/>
                  </a:lnTo>
                  <a:lnTo>
                    <a:pt x="1253428" y="97843"/>
                  </a:lnTo>
                  <a:lnTo>
                    <a:pt x="1261213" y="97910"/>
                  </a:lnTo>
                  <a:lnTo>
                    <a:pt x="1268999" y="97967"/>
                  </a:lnTo>
                  <a:lnTo>
                    <a:pt x="1276784" y="98051"/>
                  </a:lnTo>
                  <a:lnTo>
                    <a:pt x="1284569" y="98135"/>
                  </a:lnTo>
                  <a:lnTo>
                    <a:pt x="1292354" y="98220"/>
                  </a:lnTo>
                  <a:lnTo>
                    <a:pt x="1300140" y="98309"/>
                  </a:lnTo>
                  <a:lnTo>
                    <a:pt x="1307925" y="98398"/>
                  </a:lnTo>
                  <a:lnTo>
                    <a:pt x="1315710" y="98614"/>
                  </a:lnTo>
                  <a:lnTo>
                    <a:pt x="1323495" y="98840"/>
                  </a:lnTo>
                  <a:lnTo>
                    <a:pt x="1331281" y="99064"/>
                  </a:lnTo>
                  <a:lnTo>
                    <a:pt x="1339066" y="99285"/>
                  </a:lnTo>
                  <a:lnTo>
                    <a:pt x="1346851" y="99489"/>
                  </a:lnTo>
                  <a:lnTo>
                    <a:pt x="1354637" y="99722"/>
                  </a:lnTo>
                  <a:lnTo>
                    <a:pt x="1362422" y="99943"/>
                  </a:lnTo>
                  <a:lnTo>
                    <a:pt x="1370207" y="100162"/>
                  </a:lnTo>
                  <a:lnTo>
                    <a:pt x="1377992" y="100381"/>
                  </a:lnTo>
                  <a:lnTo>
                    <a:pt x="1385778" y="100585"/>
                  </a:lnTo>
                  <a:lnTo>
                    <a:pt x="1393563" y="100781"/>
                  </a:lnTo>
                  <a:lnTo>
                    <a:pt x="1401348" y="101022"/>
                  </a:lnTo>
                  <a:lnTo>
                    <a:pt x="1409133" y="101157"/>
                  </a:lnTo>
                  <a:lnTo>
                    <a:pt x="1416919" y="101276"/>
                  </a:lnTo>
                  <a:lnTo>
                    <a:pt x="1424704" y="101395"/>
                  </a:lnTo>
                  <a:lnTo>
                    <a:pt x="1432489" y="101514"/>
                  </a:lnTo>
                  <a:lnTo>
                    <a:pt x="1440275" y="101599"/>
                  </a:lnTo>
                  <a:lnTo>
                    <a:pt x="1448060" y="101684"/>
                  </a:lnTo>
                  <a:lnTo>
                    <a:pt x="1455845" y="101871"/>
                  </a:lnTo>
                  <a:lnTo>
                    <a:pt x="1463630" y="101988"/>
                  </a:lnTo>
                  <a:lnTo>
                    <a:pt x="1471416" y="102104"/>
                  </a:lnTo>
                  <a:lnTo>
                    <a:pt x="1479201" y="102219"/>
                  </a:lnTo>
                  <a:lnTo>
                    <a:pt x="1486986" y="102335"/>
                  </a:lnTo>
                  <a:lnTo>
                    <a:pt x="1494771" y="102451"/>
                  </a:lnTo>
                  <a:lnTo>
                    <a:pt x="1502557" y="102568"/>
                  </a:lnTo>
                  <a:lnTo>
                    <a:pt x="1510342" y="102685"/>
                  </a:lnTo>
                  <a:lnTo>
                    <a:pt x="1518127" y="102801"/>
                  </a:lnTo>
                  <a:lnTo>
                    <a:pt x="1525912" y="102954"/>
                  </a:lnTo>
                  <a:lnTo>
                    <a:pt x="1533698" y="103029"/>
                  </a:lnTo>
                  <a:lnTo>
                    <a:pt x="1541483" y="103141"/>
                  </a:lnTo>
                  <a:lnTo>
                    <a:pt x="1549268" y="103253"/>
                  </a:lnTo>
                  <a:lnTo>
                    <a:pt x="1557054" y="103364"/>
                  </a:lnTo>
                  <a:lnTo>
                    <a:pt x="1564839" y="103475"/>
                  </a:lnTo>
                  <a:lnTo>
                    <a:pt x="1572624" y="103586"/>
                  </a:lnTo>
                  <a:lnTo>
                    <a:pt x="1580409" y="103698"/>
                  </a:lnTo>
                  <a:lnTo>
                    <a:pt x="1588195" y="103809"/>
                  </a:lnTo>
                  <a:lnTo>
                    <a:pt x="1595980" y="103920"/>
                  </a:lnTo>
                  <a:lnTo>
                    <a:pt x="1603765" y="104030"/>
                  </a:lnTo>
                  <a:lnTo>
                    <a:pt x="1611550" y="104132"/>
                  </a:lnTo>
                  <a:lnTo>
                    <a:pt x="1619336" y="104213"/>
                  </a:lnTo>
                  <a:lnTo>
                    <a:pt x="1627121" y="104296"/>
                  </a:lnTo>
                  <a:lnTo>
                    <a:pt x="1634906" y="104374"/>
                  </a:lnTo>
                  <a:lnTo>
                    <a:pt x="1642692" y="104462"/>
                  </a:lnTo>
                  <a:lnTo>
                    <a:pt x="1650477" y="104542"/>
                  </a:lnTo>
                  <a:lnTo>
                    <a:pt x="1658262" y="104622"/>
                  </a:lnTo>
                  <a:lnTo>
                    <a:pt x="1666047" y="104702"/>
                  </a:lnTo>
                  <a:lnTo>
                    <a:pt x="1673833" y="104781"/>
                  </a:lnTo>
                  <a:lnTo>
                    <a:pt x="1681618" y="104861"/>
                  </a:lnTo>
                  <a:lnTo>
                    <a:pt x="1689403" y="104941"/>
                  </a:lnTo>
                  <a:lnTo>
                    <a:pt x="1697188" y="105036"/>
                  </a:lnTo>
                  <a:lnTo>
                    <a:pt x="1704974" y="105140"/>
                  </a:lnTo>
                  <a:lnTo>
                    <a:pt x="1712759" y="105244"/>
                  </a:lnTo>
                  <a:lnTo>
                    <a:pt x="1720544" y="105387"/>
                  </a:lnTo>
                  <a:lnTo>
                    <a:pt x="1728330" y="105553"/>
                  </a:lnTo>
                  <a:lnTo>
                    <a:pt x="1736115" y="105703"/>
                  </a:lnTo>
                  <a:lnTo>
                    <a:pt x="1743900" y="105784"/>
                  </a:lnTo>
                  <a:lnTo>
                    <a:pt x="1751685" y="105865"/>
                  </a:lnTo>
                  <a:lnTo>
                    <a:pt x="1759471" y="105946"/>
                  </a:lnTo>
                  <a:lnTo>
                    <a:pt x="1767256" y="106058"/>
                  </a:lnTo>
                  <a:lnTo>
                    <a:pt x="1775041" y="106240"/>
                  </a:lnTo>
                  <a:lnTo>
                    <a:pt x="1782826" y="106427"/>
                  </a:lnTo>
                  <a:lnTo>
                    <a:pt x="1790612" y="106580"/>
                  </a:lnTo>
                  <a:lnTo>
                    <a:pt x="1798397" y="106671"/>
                  </a:lnTo>
                  <a:lnTo>
                    <a:pt x="1806182" y="106781"/>
                  </a:lnTo>
                  <a:lnTo>
                    <a:pt x="1813967" y="106880"/>
                  </a:lnTo>
                  <a:lnTo>
                    <a:pt x="1821753" y="106979"/>
                  </a:lnTo>
                  <a:lnTo>
                    <a:pt x="1829538" y="107079"/>
                  </a:lnTo>
                  <a:lnTo>
                    <a:pt x="1837323" y="107179"/>
                  </a:lnTo>
                  <a:lnTo>
                    <a:pt x="1845109" y="107278"/>
                  </a:lnTo>
                  <a:lnTo>
                    <a:pt x="1852894" y="107378"/>
                  </a:lnTo>
                  <a:lnTo>
                    <a:pt x="1860679" y="107477"/>
                  </a:lnTo>
                  <a:lnTo>
                    <a:pt x="1868464" y="107578"/>
                  </a:lnTo>
                  <a:lnTo>
                    <a:pt x="1876250" y="107678"/>
                  </a:lnTo>
                  <a:lnTo>
                    <a:pt x="1884035" y="107777"/>
                  </a:lnTo>
                  <a:lnTo>
                    <a:pt x="1891820" y="107877"/>
                  </a:lnTo>
                  <a:lnTo>
                    <a:pt x="1899605" y="108021"/>
                  </a:lnTo>
                  <a:lnTo>
                    <a:pt x="1907391" y="108170"/>
                  </a:lnTo>
                  <a:lnTo>
                    <a:pt x="1915176" y="108330"/>
                  </a:lnTo>
                  <a:lnTo>
                    <a:pt x="1922961" y="108423"/>
                  </a:lnTo>
                  <a:lnTo>
                    <a:pt x="1930747" y="108484"/>
                  </a:lnTo>
                  <a:lnTo>
                    <a:pt x="1938532" y="108546"/>
                  </a:lnTo>
                  <a:lnTo>
                    <a:pt x="1946317" y="108608"/>
                  </a:lnTo>
                  <a:lnTo>
                    <a:pt x="1954102" y="108669"/>
                  </a:lnTo>
                  <a:lnTo>
                    <a:pt x="1961888" y="108742"/>
                  </a:lnTo>
                  <a:lnTo>
                    <a:pt x="1969673" y="108835"/>
                  </a:lnTo>
                  <a:lnTo>
                    <a:pt x="1977458" y="108929"/>
                  </a:lnTo>
                  <a:lnTo>
                    <a:pt x="1985243" y="109022"/>
                  </a:lnTo>
                  <a:lnTo>
                    <a:pt x="1993029" y="109116"/>
                  </a:lnTo>
                  <a:lnTo>
                    <a:pt x="2000814" y="109210"/>
                  </a:lnTo>
                  <a:lnTo>
                    <a:pt x="2008599" y="109303"/>
                  </a:lnTo>
                  <a:lnTo>
                    <a:pt x="2016385" y="109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9" name="pl178"/>
            <p:cNvSpPr/>
            <p:nvPr/>
          </p:nvSpPr>
          <p:spPr>
            <a:xfrm>
              <a:off x="3648531" y="4924339"/>
              <a:ext cx="2016385" cy="31682"/>
            </a:xfrm>
            <a:custGeom>
              <a:avLst/>
              <a:pathLst>
                <a:path w="2016385" h="31682">
                  <a:moveTo>
                    <a:pt x="2016385" y="31682"/>
                  </a:moveTo>
                  <a:lnTo>
                    <a:pt x="2008599" y="31661"/>
                  </a:lnTo>
                  <a:lnTo>
                    <a:pt x="2000814" y="31638"/>
                  </a:lnTo>
                  <a:lnTo>
                    <a:pt x="1993029" y="31616"/>
                  </a:lnTo>
                  <a:lnTo>
                    <a:pt x="1985243" y="31593"/>
                  </a:lnTo>
                  <a:lnTo>
                    <a:pt x="1977458" y="31569"/>
                  </a:lnTo>
                  <a:lnTo>
                    <a:pt x="1969673" y="31545"/>
                  </a:lnTo>
                  <a:lnTo>
                    <a:pt x="1961888" y="31521"/>
                  </a:lnTo>
                  <a:lnTo>
                    <a:pt x="1954102" y="31497"/>
                  </a:lnTo>
                  <a:lnTo>
                    <a:pt x="1946317" y="31473"/>
                  </a:lnTo>
                  <a:lnTo>
                    <a:pt x="1938532" y="31451"/>
                  </a:lnTo>
                  <a:lnTo>
                    <a:pt x="1930747" y="31428"/>
                  </a:lnTo>
                  <a:lnTo>
                    <a:pt x="1922961" y="31405"/>
                  </a:lnTo>
                  <a:lnTo>
                    <a:pt x="1915176" y="31381"/>
                  </a:lnTo>
                  <a:lnTo>
                    <a:pt x="1907391" y="31356"/>
                  </a:lnTo>
                  <a:lnTo>
                    <a:pt x="1899605" y="31330"/>
                  </a:lnTo>
                  <a:lnTo>
                    <a:pt x="1891820" y="31302"/>
                  </a:lnTo>
                  <a:lnTo>
                    <a:pt x="1884035" y="31276"/>
                  </a:lnTo>
                  <a:lnTo>
                    <a:pt x="1876250" y="31254"/>
                  </a:lnTo>
                  <a:lnTo>
                    <a:pt x="1868464" y="31231"/>
                  </a:lnTo>
                  <a:lnTo>
                    <a:pt x="1860679" y="31205"/>
                  </a:lnTo>
                  <a:lnTo>
                    <a:pt x="1852894" y="31175"/>
                  </a:lnTo>
                  <a:lnTo>
                    <a:pt x="1845109" y="31144"/>
                  </a:lnTo>
                  <a:lnTo>
                    <a:pt x="1837323" y="31112"/>
                  </a:lnTo>
                  <a:lnTo>
                    <a:pt x="1829538" y="31078"/>
                  </a:lnTo>
                  <a:lnTo>
                    <a:pt x="1821753" y="31046"/>
                  </a:lnTo>
                  <a:lnTo>
                    <a:pt x="1813967" y="31016"/>
                  </a:lnTo>
                  <a:lnTo>
                    <a:pt x="1806182" y="30982"/>
                  </a:lnTo>
                  <a:lnTo>
                    <a:pt x="1798397" y="30953"/>
                  </a:lnTo>
                  <a:lnTo>
                    <a:pt x="1790612" y="30918"/>
                  </a:lnTo>
                  <a:lnTo>
                    <a:pt x="1782826" y="30883"/>
                  </a:lnTo>
                  <a:lnTo>
                    <a:pt x="1775041" y="30847"/>
                  </a:lnTo>
                  <a:lnTo>
                    <a:pt x="1767256" y="30810"/>
                  </a:lnTo>
                  <a:lnTo>
                    <a:pt x="1759471" y="30773"/>
                  </a:lnTo>
                  <a:lnTo>
                    <a:pt x="1751685" y="30736"/>
                  </a:lnTo>
                  <a:lnTo>
                    <a:pt x="1743900" y="30698"/>
                  </a:lnTo>
                  <a:lnTo>
                    <a:pt x="1736115" y="30667"/>
                  </a:lnTo>
                  <a:lnTo>
                    <a:pt x="1728330" y="30629"/>
                  </a:lnTo>
                  <a:lnTo>
                    <a:pt x="1720544" y="30590"/>
                  </a:lnTo>
                  <a:lnTo>
                    <a:pt x="1712759" y="30555"/>
                  </a:lnTo>
                  <a:lnTo>
                    <a:pt x="1704974" y="30520"/>
                  </a:lnTo>
                  <a:lnTo>
                    <a:pt x="1697188" y="30482"/>
                  </a:lnTo>
                  <a:lnTo>
                    <a:pt x="1689403" y="30440"/>
                  </a:lnTo>
                  <a:lnTo>
                    <a:pt x="1681618" y="30396"/>
                  </a:lnTo>
                  <a:lnTo>
                    <a:pt x="1673833" y="30351"/>
                  </a:lnTo>
                  <a:lnTo>
                    <a:pt x="1666047" y="30306"/>
                  </a:lnTo>
                  <a:lnTo>
                    <a:pt x="1658262" y="30260"/>
                  </a:lnTo>
                  <a:lnTo>
                    <a:pt x="1650477" y="30206"/>
                  </a:lnTo>
                  <a:lnTo>
                    <a:pt x="1642692" y="30158"/>
                  </a:lnTo>
                  <a:lnTo>
                    <a:pt x="1634906" y="30111"/>
                  </a:lnTo>
                  <a:lnTo>
                    <a:pt x="1627121" y="30062"/>
                  </a:lnTo>
                  <a:lnTo>
                    <a:pt x="1619336" y="30010"/>
                  </a:lnTo>
                  <a:lnTo>
                    <a:pt x="1611550" y="29959"/>
                  </a:lnTo>
                  <a:lnTo>
                    <a:pt x="1603765" y="29912"/>
                  </a:lnTo>
                  <a:lnTo>
                    <a:pt x="1595980" y="29859"/>
                  </a:lnTo>
                  <a:lnTo>
                    <a:pt x="1588195" y="29808"/>
                  </a:lnTo>
                  <a:lnTo>
                    <a:pt x="1580409" y="29756"/>
                  </a:lnTo>
                  <a:lnTo>
                    <a:pt x="1572624" y="29703"/>
                  </a:lnTo>
                  <a:lnTo>
                    <a:pt x="1564839" y="29650"/>
                  </a:lnTo>
                  <a:lnTo>
                    <a:pt x="1557054" y="29591"/>
                  </a:lnTo>
                  <a:lnTo>
                    <a:pt x="1549268" y="29531"/>
                  </a:lnTo>
                  <a:lnTo>
                    <a:pt x="1541483" y="29467"/>
                  </a:lnTo>
                  <a:lnTo>
                    <a:pt x="1533698" y="29407"/>
                  </a:lnTo>
                  <a:lnTo>
                    <a:pt x="1525912" y="29355"/>
                  </a:lnTo>
                  <a:lnTo>
                    <a:pt x="1518127" y="29305"/>
                  </a:lnTo>
                  <a:lnTo>
                    <a:pt x="1510342" y="29244"/>
                  </a:lnTo>
                  <a:lnTo>
                    <a:pt x="1502557" y="29182"/>
                  </a:lnTo>
                  <a:lnTo>
                    <a:pt x="1494771" y="29119"/>
                  </a:lnTo>
                  <a:lnTo>
                    <a:pt x="1486986" y="29055"/>
                  </a:lnTo>
                  <a:lnTo>
                    <a:pt x="1479201" y="29000"/>
                  </a:lnTo>
                  <a:lnTo>
                    <a:pt x="1471416" y="28939"/>
                  </a:lnTo>
                  <a:lnTo>
                    <a:pt x="1463630" y="28895"/>
                  </a:lnTo>
                  <a:lnTo>
                    <a:pt x="1455845" y="28849"/>
                  </a:lnTo>
                  <a:lnTo>
                    <a:pt x="1448060" y="28793"/>
                  </a:lnTo>
                  <a:lnTo>
                    <a:pt x="1440275" y="28747"/>
                  </a:lnTo>
                  <a:lnTo>
                    <a:pt x="1432489" y="28668"/>
                  </a:lnTo>
                  <a:lnTo>
                    <a:pt x="1424704" y="28591"/>
                  </a:lnTo>
                  <a:lnTo>
                    <a:pt x="1416919" y="28524"/>
                  </a:lnTo>
                  <a:lnTo>
                    <a:pt x="1409133" y="28456"/>
                  </a:lnTo>
                  <a:lnTo>
                    <a:pt x="1401348" y="28386"/>
                  </a:lnTo>
                  <a:lnTo>
                    <a:pt x="1393563" y="28316"/>
                  </a:lnTo>
                  <a:lnTo>
                    <a:pt x="1385778" y="28255"/>
                  </a:lnTo>
                  <a:lnTo>
                    <a:pt x="1377992" y="28193"/>
                  </a:lnTo>
                  <a:lnTo>
                    <a:pt x="1370207" y="28130"/>
                  </a:lnTo>
                  <a:lnTo>
                    <a:pt x="1362422" y="28066"/>
                  </a:lnTo>
                  <a:lnTo>
                    <a:pt x="1354637" y="28001"/>
                  </a:lnTo>
                  <a:lnTo>
                    <a:pt x="1346851" y="27935"/>
                  </a:lnTo>
                  <a:lnTo>
                    <a:pt x="1339066" y="27868"/>
                  </a:lnTo>
                  <a:lnTo>
                    <a:pt x="1331281" y="27789"/>
                  </a:lnTo>
                  <a:lnTo>
                    <a:pt x="1323495" y="27699"/>
                  </a:lnTo>
                  <a:lnTo>
                    <a:pt x="1315710" y="27606"/>
                  </a:lnTo>
                  <a:lnTo>
                    <a:pt x="1307925" y="27528"/>
                  </a:lnTo>
                  <a:lnTo>
                    <a:pt x="1300140" y="27461"/>
                  </a:lnTo>
                  <a:lnTo>
                    <a:pt x="1292354" y="27389"/>
                  </a:lnTo>
                  <a:lnTo>
                    <a:pt x="1284569" y="27266"/>
                  </a:lnTo>
                  <a:lnTo>
                    <a:pt x="1276784" y="27177"/>
                  </a:lnTo>
                  <a:lnTo>
                    <a:pt x="1268999" y="27098"/>
                  </a:lnTo>
                  <a:lnTo>
                    <a:pt x="1261213" y="27018"/>
                  </a:lnTo>
                  <a:lnTo>
                    <a:pt x="1253428" y="26937"/>
                  </a:lnTo>
                  <a:lnTo>
                    <a:pt x="1245643" y="26855"/>
                  </a:lnTo>
                  <a:lnTo>
                    <a:pt x="1237857" y="26771"/>
                  </a:lnTo>
                  <a:lnTo>
                    <a:pt x="1230072" y="26686"/>
                  </a:lnTo>
                  <a:lnTo>
                    <a:pt x="1222287" y="26600"/>
                  </a:lnTo>
                  <a:lnTo>
                    <a:pt x="1214502" y="26513"/>
                  </a:lnTo>
                  <a:lnTo>
                    <a:pt x="1206716" y="26424"/>
                  </a:lnTo>
                  <a:lnTo>
                    <a:pt x="1198931" y="26334"/>
                  </a:lnTo>
                  <a:lnTo>
                    <a:pt x="1191146" y="26204"/>
                  </a:lnTo>
                  <a:lnTo>
                    <a:pt x="1183361" y="26103"/>
                  </a:lnTo>
                  <a:lnTo>
                    <a:pt x="1175575" y="26024"/>
                  </a:lnTo>
                  <a:lnTo>
                    <a:pt x="1167790" y="25965"/>
                  </a:lnTo>
                  <a:lnTo>
                    <a:pt x="1160005" y="25870"/>
                  </a:lnTo>
                  <a:lnTo>
                    <a:pt x="1152220" y="25772"/>
                  </a:lnTo>
                  <a:lnTo>
                    <a:pt x="1144434" y="25675"/>
                  </a:lnTo>
                  <a:lnTo>
                    <a:pt x="1136649" y="25576"/>
                  </a:lnTo>
                  <a:lnTo>
                    <a:pt x="1128864" y="25475"/>
                  </a:lnTo>
                  <a:lnTo>
                    <a:pt x="1121078" y="25366"/>
                  </a:lnTo>
                  <a:lnTo>
                    <a:pt x="1113293" y="25235"/>
                  </a:lnTo>
                  <a:lnTo>
                    <a:pt x="1105508" y="25101"/>
                  </a:lnTo>
                  <a:lnTo>
                    <a:pt x="1097723" y="24964"/>
                  </a:lnTo>
                  <a:lnTo>
                    <a:pt x="1089937" y="24838"/>
                  </a:lnTo>
                  <a:lnTo>
                    <a:pt x="1082152" y="24725"/>
                  </a:lnTo>
                  <a:lnTo>
                    <a:pt x="1074367" y="24579"/>
                  </a:lnTo>
                  <a:lnTo>
                    <a:pt x="1066582" y="24471"/>
                  </a:lnTo>
                  <a:lnTo>
                    <a:pt x="1058796" y="24361"/>
                  </a:lnTo>
                  <a:lnTo>
                    <a:pt x="1051011" y="24253"/>
                  </a:lnTo>
                  <a:lnTo>
                    <a:pt x="1043226" y="24138"/>
                  </a:lnTo>
                  <a:lnTo>
                    <a:pt x="1035440" y="24032"/>
                  </a:lnTo>
                  <a:lnTo>
                    <a:pt x="1027655" y="23933"/>
                  </a:lnTo>
                  <a:lnTo>
                    <a:pt x="1019870" y="23833"/>
                  </a:lnTo>
                  <a:lnTo>
                    <a:pt x="1012085" y="23732"/>
                  </a:lnTo>
                  <a:lnTo>
                    <a:pt x="1004299" y="23630"/>
                  </a:lnTo>
                  <a:lnTo>
                    <a:pt x="996514" y="23526"/>
                  </a:lnTo>
                  <a:lnTo>
                    <a:pt x="988729" y="23417"/>
                  </a:lnTo>
                  <a:lnTo>
                    <a:pt x="980944" y="23287"/>
                  </a:lnTo>
                  <a:lnTo>
                    <a:pt x="973158" y="23148"/>
                  </a:lnTo>
                  <a:lnTo>
                    <a:pt x="965373" y="22984"/>
                  </a:lnTo>
                  <a:lnTo>
                    <a:pt x="957588" y="22818"/>
                  </a:lnTo>
                  <a:lnTo>
                    <a:pt x="949802" y="22721"/>
                  </a:lnTo>
                  <a:lnTo>
                    <a:pt x="942017" y="22612"/>
                  </a:lnTo>
                  <a:lnTo>
                    <a:pt x="934232" y="22475"/>
                  </a:lnTo>
                  <a:lnTo>
                    <a:pt x="926447" y="22353"/>
                  </a:lnTo>
                  <a:lnTo>
                    <a:pt x="918661" y="22233"/>
                  </a:lnTo>
                  <a:lnTo>
                    <a:pt x="910876" y="22112"/>
                  </a:lnTo>
                  <a:lnTo>
                    <a:pt x="903091" y="21989"/>
                  </a:lnTo>
                  <a:lnTo>
                    <a:pt x="895306" y="21864"/>
                  </a:lnTo>
                  <a:lnTo>
                    <a:pt x="887520" y="21691"/>
                  </a:lnTo>
                  <a:lnTo>
                    <a:pt x="879735" y="21551"/>
                  </a:lnTo>
                  <a:lnTo>
                    <a:pt x="871950" y="21460"/>
                  </a:lnTo>
                  <a:lnTo>
                    <a:pt x="864165" y="21318"/>
                  </a:lnTo>
                  <a:lnTo>
                    <a:pt x="856379" y="21170"/>
                  </a:lnTo>
                  <a:lnTo>
                    <a:pt x="848594" y="21022"/>
                  </a:lnTo>
                  <a:lnTo>
                    <a:pt x="840809" y="20873"/>
                  </a:lnTo>
                  <a:lnTo>
                    <a:pt x="833023" y="20721"/>
                  </a:lnTo>
                  <a:lnTo>
                    <a:pt x="825238" y="20577"/>
                  </a:lnTo>
                  <a:lnTo>
                    <a:pt x="817453" y="20424"/>
                  </a:lnTo>
                  <a:lnTo>
                    <a:pt x="809668" y="20256"/>
                  </a:lnTo>
                  <a:lnTo>
                    <a:pt x="801882" y="20097"/>
                  </a:lnTo>
                  <a:lnTo>
                    <a:pt x="794097" y="19936"/>
                  </a:lnTo>
                  <a:lnTo>
                    <a:pt x="786312" y="19707"/>
                  </a:lnTo>
                  <a:lnTo>
                    <a:pt x="778527" y="19508"/>
                  </a:lnTo>
                  <a:lnTo>
                    <a:pt x="770741" y="19301"/>
                  </a:lnTo>
                  <a:lnTo>
                    <a:pt x="762956" y="19139"/>
                  </a:lnTo>
                  <a:lnTo>
                    <a:pt x="755171" y="18975"/>
                  </a:lnTo>
                  <a:lnTo>
                    <a:pt x="747385" y="18808"/>
                  </a:lnTo>
                  <a:lnTo>
                    <a:pt x="739600" y="18670"/>
                  </a:lnTo>
                  <a:lnTo>
                    <a:pt x="731815" y="18499"/>
                  </a:lnTo>
                  <a:lnTo>
                    <a:pt x="724030" y="18355"/>
                  </a:lnTo>
                  <a:lnTo>
                    <a:pt x="716244" y="18202"/>
                  </a:lnTo>
                  <a:lnTo>
                    <a:pt x="708459" y="18025"/>
                  </a:lnTo>
                  <a:lnTo>
                    <a:pt x="700674" y="17791"/>
                  </a:lnTo>
                  <a:lnTo>
                    <a:pt x="692889" y="17581"/>
                  </a:lnTo>
                  <a:lnTo>
                    <a:pt x="685103" y="17367"/>
                  </a:lnTo>
                  <a:lnTo>
                    <a:pt x="677318" y="17207"/>
                  </a:lnTo>
                  <a:lnTo>
                    <a:pt x="669533" y="17034"/>
                  </a:lnTo>
                  <a:lnTo>
                    <a:pt x="661747" y="16838"/>
                  </a:lnTo>
                  <a:lnTo>
                    <a:pt x="653962" y="16680"/>
                  </a:lnTo>
                  <a:lnTo>
                    <a:pt x="646177" y="16505"/>
                  </a:lnTo>
                  <a:lnTo>
                    <a:pt x="638392" y="16327"/>
                  </a:lnTo>
                  <a:lnTo>
                    <a:pt x="630606" y="16166"/>
                  </a:lnTo>
                  <a:lnTo>
                    <a:pt x="622821" y="15942"/>
                  </a:lnTo>
                  <a:lnTo>
                    <a:pt x="615036" y="15705"/>
                  </a:lnTo>
                  <a:lnTo>
                    <a:pt x="607251" y="15495"/>
                  </a:lnTo>
                  <a:lnTo>
                    <a:pt x="599465" y="15294"/>
                  </a:lnTo>
                  <a:lnTo>
                    <a:pt x="591680" y="15116"/>
                  </a:lnTo>
                  <a:lnTo>
                    <a:pt x="583895" y="14976"/>
                  </a:lnTo>
                  <a:lnTo>
                    <a:pt x="576110" y="14713"/>
                  </a:lnTo>
                  <a:lnTo>
                    <a:pt x="568324" y="14507"/>
                  </a:lnTo>
                  <a:lnTo>
                    <a:pt x="560539" y="14311"/>
                  </a:lnTo>
                  <a:lnTo>
                    <a:pt x="552754" y="14093"/>
                  </a:lnTo>
                  <a:lnTo>
                    <a:pt x="544968" y="13881"/>
                  </a:lnTo>
                  <a:lnTo>
                    <a:pt x="537183" y="13670"/>
                  </a:lnTo>
                  <a:lnTo>
                    <a:pt x="529398" y="13524"/>
                  </a:lnTo>
                  <a:lnTo>
                    <a:pt x="521613" y="13377"/>
                  </a:lnTo>
                  <a:lnTo>
                    <a:pt x="513827" y="13137"/>
                  </a:lnTo>
                  <a:lnTo>
                    <a:pt x="506042" y="12996"/>
                  </a:lnTo>
                  <a:lnTo>
                    <a:pt x="498257" y="12680"/>
                  </a:lnTo>
                  <a:lnTo>
                    <a:pt x="490472" y="12526"/>
                  </a:lnTo>
                  <a:lnTo>
                    <a:pt x="482686" y="12444"/>
                  </a:lnTo>
                  <a:lnTo>
                    <a:pt x="474901" y="12360"/>
                  </a:lnTo>
                  <a:lnTo>
                    <a:pt x="467116" y="12191"/>
                  </a:lnTo>
                  <a:lnTo>
                    <a:pt x="459330" y="12004"/>
                  </a:lnTo>
                  <a:lnTo>
                    <a:pt x="451545" y="11758"/>
                  </a:lnTo>
                  <a:lnTo>
                    <a:pt x="443760" y="11646"/>
                  </a:lnTo>
                  <a:lnTo>
                    <a:pt x="435975" y="11467"/>
                  </a:lnTo>
                  <a:lnTo>
                    <a:pt x="428189" y="11216"/>
                  </a:lnTo>
                  <a:lnTo>
                    <a:pt x="420404" y="10996"/>
                  </a:lnTo>
                  <a:lnTo>
                    <a:pt x="412619" y="10854"/>
                  </a:lnTo>
                  <a:lnTo>
                    <a:pt x="404834" y="10625"/>
                  </a:lnTo>
                  <a:lnTo>
                    <a:pt x="397048" y="10325"/>
                  </a:lnTo>
                  <a:lnTo>
                    <a:pt x="389263" y="10129"/>
                  </a:lnTo>
                  <a:lnTo>
                    <a:pt x="381478" y="9883"/>
                  </a:lnTo>
                  <a:lnTo>
                    <a:pt x="373692" y="9640"/>
                  </a:lnTo>
                  <a:lnTo>
                    <a:pt x="365907" y="9405"/>
                  </a:lnTo>
                  <a:lnTo>
                    <a:pt x="358122" y="9171"/>
                  </a:lnTo>
                  <a:lnTo>
                    <a:pt x="350337" y="9086"/>
                  </a:lnTo>
                  <a:lnTo>
                    <a:pt x="342551" y="8868"/>
                  </a:lnTo>
                  <a:lnTo>
                    <a:pt x="334766" y="8702"/>
                  </a:lnTo>
                  <a:lnTo>
                    <a:pt x="326981" y="8560"/>
                  </a:lnTo>
                  <a:lnTo>
                    <a:pt x="319196" y="8277"/>
                  </a:lnTo>
                  <a:lnTo>
                    <a:pt x="311410" y="7997"/>
                  </a:lnTo>
                  <a:lnTo>
                    <a:pt x="303625" y="7776"/>
                  </a:lnTo>
                  <a:lnTo>
                    <a:pt x="295840" y="7476"/>
                  </a:lnTo>
                  <a:lnTo>
                    <a:pt x="288055" y="7294"/>
                  </a:lnTo>
                  <a:lnTo>
                    <a:pt x="280269" y="7120"/>
                  </a:lnTo>
                  <a:lnTo>
                    <a:pt x="272484" y="6944"/>
                  </a:lnTo>
                  <a:lnTo>
                    <a:pt x="264699" y="6821"/>
                  </a:lnTo>
                  <a:lnTo>
                    <a:pt x="256913" y="6588"/>
                  </a:lnTo>
                  <a:lnTo>
                    <a:pt x="249128" y="6409"/>
                  </a:lnTo>
                  <a:lnTo>
                    <a:pt x="241343" y="6221"/>
                  </a:lnTo>
                  <a:lnTo>
                    <a:pt x="233558" y="6017"/>
                  </a:lnTo>
                  <a:lnTo>
                    <a:pt x="225772" y="5828"/>
                  </a:lnTo>
                  <a:lnTo>
                    <a:pt x="217987" y="5642"/>
                  </a:lnTo>
                  <a:lnTo>
                    <a:pt x="210202" y="5396"/>
                  </a:lnTo>
                  <a:lnTo>
                    <a:pt x="202417" y="5186"/>
                  </a:lnTo>
                  <a:lnTo>
                    <a:pt x="194631" y="5087"/>
                  </a:lnTo>
                  <a:lnTo>
                    <a:pt x="186846" y="4937"/>
                  </a:lnTo>
                  <a:lnTo>
                    <a:pt x="179061" y="4709"/>
                  </a:lnTo>
                  <a:lnTo>
                    <a:pt x="171275" y="4518"/>
                  </a:lnTo>
                  <a:lnTo>
                    <a:pt x="163490" y="4326"/>
                  </a:lnTo>
                  <a:lnTo>
                    <a:pt x="155705" y="4038"/>
                  </a:lnTo>
                  <a:lnTo>
                    <a:pt x="147920" y="3682"/>
                  </a:lnTo>
                  <a:lnTo>
                    <a:pt x="140134" y="3448"/>
                  </a:lnTo>
                  <a:lnTo>
                    <a:pt x="132349" y="3222"/>
                  </a:lnTo>
                  <a:lnTo>
                    <a:pt x="124564" y="2994"/>
                  </a:lnTo>
                  <a:lnTo>
                    <a:pt x="116779" y="2731"/>
                  </a:lnTo>
                  <a:lnTo>
                    <a:pt x="108993" y="2536"/>
                  </a:lnTo>
                  <a:lnTo>
                    <a:pt x="101208" y="2307"/>
                  </a:lnTo>
                  <a:lnTo>
                    <a:pt x="93423" y="2238"/>
                  </a:lnTo>
                  <a:lnTo>
                    <a:pt x="85637" y="2162"/>
                  </a:lnTo>
                  <a:lnTo>
                    <a:pt x="77852" y="2033"/>
                  </a:lnTo>
                  <a:lnTo>
                    <a:pt x="70067" y="1829"/>
                  </a:lnTo>
                  <a:lnTo>
                    <a:pt x="62282" y="1553"/>
                  </a:lnTo>
                  <a:lnTo>
                    <a:pt x="54496" y="1274"/>
                  </a:lnTo>
                  <a:lnTo>
                    <a:pt x="46711" y="1123"/>
                  </a:lnTo>
                  <a:lnTo>
                    <a:pt x="38926" y="1083"/>
                  </a:lnTo>
                  <a:lnTo>
                    <a:pt x="31141" y="869"/>
                  </a:lnTo>
                  <a:lnTo>
                    <a:pt x="23355" y="654"/>
                  </a:lnTo>
                  <a:lnTo>
                    <a:pt x="15570" y="437"/>
                  </a:lnTo>
                  <a:lnTo>
                    <a:pt x="7785" y="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648531" y="4814140"/>
              <a:ext cx="2016385" cy="142085"/>
            </a:xfrm>
            <a:custGeom>
              <a:avLst/>
              <a:pathLst>
                <a:path w="2016385" h="142085">
                  <a:moveTo>
                    <a:pt x="0" y="0"/>
                  </a:moveTo>
                  <a:lnTo>
                    <a:pt x="7785" y="2011"/>
                  </a:lnTo>
                  <a:lnTo>
                    <a:pt x="15570" y="4001"/>
                  </a:lnTo>
                  <a:lnTo>
                    <a:pt x="23355" y="5667"/>
                  </a:lnTo>
                  <a:lnTo>
                    <a:pt x="31141" y="6882"/>
                  </a:lnTo>
                  <a:lnTo>
                    <a:pt x="38926" y="8089"/>
                  </a:lnTo>
                  <a:lnTo>
                    <a:pt x="46711" y="9251"/>
                  </a:lnTo>
                  <a:lnTo>
                    <a:pt x="54496" y="10501"/>
                  </a:lnTo>
                  <a:lnTo>
                    <a:pt x="62282" y="12256"/>
                  </a:lnTo>
                  <a:lnTo>
                    <a:pt x="70067" y="13596"/>
                  </a:lnTo>
                  <a:lnTo>
                    <a:pt x="77852" y="15339"/>
                  </a:lnTo>
                  <a:lnTo>
                    <a:pt x="85637" y="16045"/>
                  </a:lnTo>
                  <a:lnTo>
                    <a:pt x="93423" y="17286"/>
                  </a:lnTo>
                  <a:lnTo>
                    <a:pt x="101208" y="18514"/>
                  </a:lnTo>
                  <a:lnTo>
                    <a:pt x="108993" y="19738"/>
                  </a:lnTo>
                  <a:lnTo>
                    <a:pt x="116779" y="21059"/>
                  </a:lnTo>
                  <a:lnTo>
                    <a:pt x="124564" y="22150"/>
                  </a:lnTo>
                  <a:lnTo>
                    <a:pt x="132349" y="23337"/>
                  </a:lnTo>
                  <a:lnTo>
                    <a:pt x="140134" y="24649"/>
                  </a:lnTo>
                  <a:lnTo>
                    <a:pt x="147920" y="25795"/>
                  </a:lnTo>
                  <a:lnTo>
                    <a:pt x="155705" y="26873"/>
                  </a:lnTo>
                  <a:lnTo>
                    <a:pt x="163490" y="28117"/>
                  </a:lnTo>
                  <a:lnTo>
                    <a:pt x="171275" y="29217"/>
                  </a:lnTo>
                  <a:lnTo>
                    <a:pt x="179061" y="30294"/>
                  </a:lnTo>
                  <a:lnTo>
                    <a:pt x="186846" y="31022"/>
                  </a:lnTo>
                  <a:lnTo>
                    <a:pt x="194631" y="32008"/>
                  </a:lnTo>
                  <a:lnTo>
                    <a:pt x="202417" y="32852"/>
                  </a:lnTo>
                  <a:lnTo>
                    <a:pt x="210202" y="33549"/>
                  </a:lnTo>
                  <a:lnTo>
                    <a:pt x="217987" y="34917"/>
                  </a:lnTo>
                  <a:lnTo>
                    <a:pt x="225772" y="36130"/>
                  </a:lnTo>
                  <a:lnTo>
                    <a:pt x="233558" y="37077"/>
                  </a:lnTo>
                  <a:lnTo>
                    <a:pt x="241343" y="38063"/>
                  </a:lnTo>
                  <a:lnTo>
                    <a:pt x="249128" y="39093"/>
                  </a:lnTo>
                  <a:lnTo>
                    <a:pt x="256913" y="39672"/>
                  </a:lnTo>
                  <a:lnTo>
                    <a:pt x="264699" y="40713"/>
                  </a:lnTo>
                  <a:lnTo>
                    <a:pt x="272484" y="41376"/>
                  </a:lnTo>
                  <a:lnTo>
                    <a:pt x="280269" y="42476"/>
                  </a:lnTo>
                  <a:lnTo>
                    <a:pt x="288055" y="43115"/>
                  </a:lnTo>
                  <a:lnTo>
                    <a:pt x="295840" y="43818"/>
                  </a:lnTo>
                  <a:lnTo>
                    <a:pt x="303625" y="44652"/>
                  </a:lnTo>
                  <a:lnTo>
                    <a:pt x="311410" y="45464"/>
                  </a:lnTo>
                  <a:lnTo>
                    <a:pt x="319196" y="46237"/>
                  </a:lnTo>
                  <a:lnTo>
                    <a:pt x="326981" y="47084"/>
                  </a:lnTo>
                  <a:lnTo>
                    <a:pt x="334766" y="47958"/>
                  </a:lnTo>
                  <a:lnTo>
                    <a:pt x="342551" y="48636"/>
                  </a:lnTo>
                  <a:lnTo>
                    <a:pt x="350337" y="49434"/>
                  </a:lnTo>
                  <a:lnTo>
                    <a:pt x="358122" y="50068"/>
                  </a:lnTo>
                  <a:lnTo>
                    <a:pt x="365907" y="50684"/>
                  </a:lnTo>
                  <a:lnTo>
                    <a:pt x="373692" y="51228"/>
                  </a:lnTo>
                  <a:lnTo>
                    <a:pt x="381478" y="52272"/>
                  </a:lnTo>
                  <a:lnTo>
                    <a:pt x="389263" y="52630"/>
                  </a:lnTo>
                  <a:lnTo>
                    <a:pt x="397048" y="53134"/>
                  </a:lnTo>
                  <a:lnTo>
                    <a:pt x="404834" y="53766"/>
                  </a:lnTo>
                  <a:lnTo>
                    <a:pt x="412619" y="54393"/>
                  </a:lnTo>
                  <a:lnTo>
                    <a:pt x="420404" y="54810"/>
                  </a:lnTo>
                  <a:lnTo>
                    <a:pt x="428189" y="55526"/>
                  </a:lnTo>
                  <a:lnTo>
                    <a:pt x="435975" y="56314"/>
                  </a:lnTo>
                  <a:lnTo>
                    <a:pt x="443760" y="56890"/>
                  </a:lnTo>
                  <a:lnTo>
                    <a:pt x="451545" y="57694"/>
                  </a:lnTo>
                  <a:lnTo>
                    <a:pt x="459330" y="58588"/>
                  </a:lnTo>
                  <a:lnTo>
                    <a:pt x="467116" y="59357"/>
                  </a:lnTo>
                  <a:lnTo>
                    <a:pt x="474901" y="59711"/>
                  </a:lnTo>
                  <a:lnTo>
                    <a:pt x="482686" y="60397"/>
                  </a:lnTo>
                  <a:lnTo>
                    <a:pt x="490472" y="61087"/>
                  </a:lnTo>
                  <a:lnTo>
                    <a:pt x="498257" y="61773"/>
                  </a:lnTo>
                  <a:lnTo>
                    <a:pt x="506042" y="62454"/>
                  </a:lnTo>
                  <a:lnTo>
                    <a:pt x="513827" y="62873"/>
                  </a:lnTo>
                  <a:lnTo>
                    <a:pt x="521613" y="63253"/>
                  </a:lnTo>
                  <a:lnTo>
                    <a:pt x="529398" y="64019"/>
                  </a:lnTo>
                  <a:lnTo>
                    <a:pt x="537183" y="64332"/>
                  </a:lnTo>
                  <a:lnTo>
                    <a:pt x="544968" y="64758"/>
                  </a:lnTo>
                  <a:lnTo>
                    <a:pt x="552754" y="65061"/>
                  </a:lnTo>
                  <a:lnTo>
                    <a:pt x="560539" y="65541"/>
                  </a:lnTo>
                  <a:lnTo>
                    <a:pt x="568324" y="65823"/>
                  </a:lnTo>
                  <a:lnTo>
                    <a:pt x="576110" y="66177"/>
                  </a:lnTo>
                  <a:lnTo>
                    <a:pt x="583895" y="66054"/>
                  </a:lnTo>
                  <a:lnTo>
                    <a:pt x="591680" y="66558"/>
                  </a:lnTo>
                  <a:lnTo>
                    <a:pt x="599465" y="66708"/>
                  </a:lnTo>
                  <a:lnTo>
                    <a:pt x="607251" y="67228"/>
                  </a:lnTo>
                  <a:lnTo>
                    <a:pt x="615036" y="67854"/>
                  </a:lnTo>
                  <a:lnTo>
                    <a:pt x="622821" y="68259"/>
                  </a:lnTo>
                  <a:lnTo>
                    <a:pt x="630606" y="68759"/>
                  </a:lnTo>
                  <a:lnTo>
                    <a:pt x="638392" y="69280"/>
                  </a:lnTo>
                  <a:lnTo>
                    <a:pt x="646177" y="70010"/>
                  </a:lnTo>
                  <a:lnTo>
                    <a:pt x="653962" y="70290"/>
                  </a:lnTo>
                  <a:lnTo>
                    <a:pt x="661747" y="70781"/>
                  </a:lnTo>
                  <a:lnTo>
                    <a:pt x="669533" y="70833"/>
                  </a:lnTo>
                  <a:lnTo>
                    <a:pt x="677318" y="70862"/>
                  </a:lnTo>
                  <a:lnTo>
                    <a:pt x="685103" y="70944"/>
                  </a:lnTo>
                  <a:lnTo>
                    <a:pt x="692889" y="71456"/>
                  </a:lnTo>
                  <a:lnTo>
                    <a:pt x="700674" y="72020"/>
                  </a:lnTo>
                  <a:lnTo>
                    <a:pt x="708459" y="72282"/>
                  </a:lnTo>
                  <a:lnTo>
                    <a:pt x="716244" y="72735"/>
                  </a:lnTo>
                  <a:lnTo>
                    <a:pt x="724030" y="73156"/>
                  </a:lnTo>
                  <a:lnTo>
                    <a:pt x="731815" y="73500"/>
                  </a:lnTo>
                  <a:lnTo>
                    <a:pt x="739600" y="73541"/>
                  </a:lnTo>
                  <a:lnTo>
                    <a:pt x="747385" y="73905"/>
                  </a:lnTo>
                  <a:lnTo>
                    <a:pt x="755171" y="74340"/>
                  </a:lnTo>
                  <a:lnTo>
                    <a:pt x="762956" y="74765"/>
                  </a:lnTo>
                  <a:lnTo>
                    <a:pt x="770741" y="75143"/>
                  </a:lnTo>
                  <a:lnTo>
                    <a:pt x="778527" y="75208"/>
                  </a:lnTo>
                  <a:lnTo>
                    <a:pt x="786312" y="75470"/>
                  </a:lnTo>
                  <a:lnTo>
                    <a:pt x="794097" y="75923"/>
                  </a:lnTo>
                  <a:lnTo>
                    <a:pt x="801882" y="76248"/>
                  </a:lnTo>
                  <a:lnTo>
                    <a:pt x="809668" y="76643"/>
                  </a:lnTo>
                  <a:lnTo>
                    <a:pt x="817453" y="76495"/>
                  </a:lnTo>
                  <a:lnTo>
                    <a:pt x="825238" y="76347"/>
                  </a:lnTo>
                  <a:lnTo>
                    <a:pt x="833023" y="76915"/>
                  </a:lnTo>
                  <a:lnTo>
                    <a:pt x="840809" y="77484"/>
                  </a:lnTo>
                  <a:lnTo>
                    <a:pt x="848594" y="77578"/>
                  </a:lnTo>
                  <a:lnTo>
                    <a:pt x="856379" y="77391"/>
                  </a:lnTo>
                  <a:lnTo>
                    <a:pt x="864165" y="77607"/>
                  </a:lnTo>
                  <a:lnTo>
                    <a:pt x="871950" y="77617"/>
                  </a:lnTo>
                  <a:lnTo>
                    <a:pt x="879735" y="77604"/>
                  </a:lnTo>
                  <a:lnTo>
                    <a:pt x="887520" y="77582"/>
                  </a:lnTo>
                  <a:lnTo>
                    <a:pt x="895306" y="77590"/>
                  </a:lnTo>
                  <a:lnTo>
                    <a:pt x="903091" y="77863"/>
                  </a:lnTo>
                  <a:lnTo>
                    <a:pt x="910876" y="78077"/>
                  </a:lnTo>
                  <a:lnTo>
                    <a:pt x="918661" y="78450"/>
                  </a:lnTo>
                  <a:lnTo>
                    <a:pt x="926447" y="78656"/>
                  </a:lnTo>
                  <a:lnTo>
                    <a:pt x="934232" y="78718"/>
                  </a:lnTo>
                  <a:lnTo>
                    <a:pt x="942017" y="78778"/>
                  </a:lnTo>
                  <a:lnTo>
                    <a:pt x="949802" y="78839"/>
                  </a:lnTo>
                  <a:lnTo>
                    <a:pt x="957588" y="78901"/>
                  </a:lnTo>
                  <a:lnTo>
                    <a:pt x="965373" y="78883"/>
                  </a:lnTo>
                  <a:lnTo>
                    <a:pt x="973158" y="79024"/>
                  </a:lnTo>
                  <a:lnTo>
                    <a:pt x="980944" y="79083"/>
                  </a:lnTo>
                  <a:lnTo>
                    <a:pt x="988729" y="79167"/>
                  </a:lnTo>
                  <a:lnTo>
                    <a:pt x="996514" y="79508"/>
                  </a:lnTo>
                  <a:lnTo>
                    <a:pt x="1004299" y="79497"/>
                  </a:lnTo>
                  <a:lnTo>
                    <a:pt x="1012085" y="79396"/>
                  </a:lnTo>
                  <a:lnTo>
                    <a:pt x="1019870" y="79401"/>
                  </a:lnTo>
                  <a:lnTo>
                    <a:pt x="1027655" y="79458"/>
                  </a:lnTo>
                  <a:lnTo>
                    <a:pt x="1035440" y="79467"/>
                  </a:lnTo>
                  <a:lnTo>
                    <a:pt x="1043226" y="79515"/>
                  </a:lnTo>
                  <a:lnTo>
                    <a:pt x="1051011" y="79518"/>
                  </a:lnTo>
                  <a:lnTo>
                    <a:pt x="1058796" y="79711"/>
                  </a:lnTo>
                  <a:lnTo>
                    <a:pt x="1066582" y="79960"/>
                  </a:lnTo>
                  <a:lnTo>
                    <a:pt x="1074367" y="80112"/>
                  </a:lnTo>
                  <a:lnTo>
                    <a:pt x="1082152" y="80182"/>
                  </a:lnTo>
                  <a:lnTo>
                    <a:pt x="1089937" y="80239"/>
                  </a:lnTo>
                  <a:lnTo>
                    <a:pt x="1097723" y="80281"/>
                  </a:lnTo>
                  <a:lnTo>
                    <a:pt x="1105508" y="80254"/>
                  </a:lnTo>
                  <a:lnTo>
                    <a:pt x="1113293" y="80256"/>
                  </a:lnTo>
                  <a:lnTo>
                    <a:pt x="1121078" y="80454"/>
                  </a:lnTo>
                  <a:lnTo>
                    <a:pt x="1128864" y="80654"/>
                  </a:lnTo>
                  <a:lnTo>
                    <a:pt x="1136649" y="80849"/>
                  </a:lnTo>
                  <a:lnTo>
                    <a:pt x="1144434" y="81045"/>
                  </a:lnTo>
                  <a:lnTo>
                    <a:pt x="1152220" y="81239"/>
                  </a:lnTo>
                  <a:lnTo>
                    <a:pt x="1160005" y="81244"/>
                  </a:lnTo>
                  <a:lnTo>
                    <a:pt x="1167790" y="80987"/>
                  </a:lnTo>
                  <a:lnTo>
                    <a:pt x="1175575" y="81122"/>
                  </a:lnTo>
                  <a:lnTo>
                    <a:pt x="1183361" y="81405"/>
                  </a:lnTo>
                  <a:lnTo>
                    <a:pt x="1191146" y="81458"/>
                  </a:lnTo>
                  <a:lnTo>
                    <a:pt x="1198931" y="81515"/>
                  </a:lnTo>
                  <a:lnTo>
                    <a:pt x="1206716" y="81659"/>
                  </a:lnTo>
                  <a:lnTo>
                    <a:pt x="1214502" y="81700"/>
                  </a:lnTo>
                  <a:lnTo>
                    <a:pt x="1222287" y="81500"/>
                  </a:lnTo>
                  <a:lnTo>
                    <a:pt x="1230072" y="81299"/>
                  </a:lnTo>
                  <a:lnTo>
                    <a:pt x="1237857" y="81321"/>
                  </a:lnTo>
                  <a:lnTo>
                    <a:pt x="1245643" y="81378"/>
                  </a:lnTo>
                  <a:lnTo>
                    <a:pt x="1253428" y="81435"/>
                  </a:lnTo>
                  <a:lnTo>
                    <a:pt x="1261213" y="81598"/>
                  </a:lnTo>
                  <a:lnTo>
                    <a:pt x="1268999" y="81833"/>
                  </a:lnTo>
                  <a:lnTo>
                    <a:pt x="1276784" y="81732"/>
                  </a:lnTo>
                  <a:lnTo>
                    <a:pt x="1284569" y="81663"/>
                  </a:lnTo>
                  <a:lnTo>
                    <a:pt x="1292354" y="81781"/>
                  </a:lnTo>
                  <a:lnTo>
                    <a:pt x="1300140" y="81943"/>
                  </a:lnTo>
                  <a:lnTo>
                    <a:pt x="1307925" y="82098"/>
                  </a:lnTo>
                  <a:lnTo>
                    <a:pt x="1315710" y="82134"/>
                  </a:lnTo>
                  <a:lnTo>
                    <a:pt x="1323495" y="81942"/>
                  </a:lnTo>
                  <a:lnTo>
                    <a:pt x="1331281" y="81998"/>
                  </a:lnTo>
                  <a:lnTo>
                    <a:pt x="1339066" y="82094"/>
                  </a:lnTo>
                  <a:lnTo>
                    <a:pt x="1346851" y="82145"/>
                  </a:lnTo>
                  <a:lnTo>
                    <a:pt x="1354637" y="82164"/>
                  </a:lnTo>
                  <a:lnTo>
                    <a:pt x="1362422" y="82219"/>
                  </a:lnTo>
                  <a:lnTo>
                    <a:pt x="1370207" y="82275"/>
                  </a:lnTo>
                  <a:lnTo>
                    <a:pt x="1377992" y="82330"/>
                  </a:lnTo>
                  <a:lnTo>
                    <a:pt x="1385778" y="82253"/>
                  </a:lnTo>
                  <a:lnTo>
                    <a:pt x="1393563" y="82310"/>
                  </a:lnTo>
                  <a:lnTo>
                    <a:pt x="1401348" y="82373"/>
                  </a:lnTo>
                  <a:lnTo>
                    <a:pt x="1409133" y="82546"/>
                  </a:lnTo>
                  <a:lnTo>
                    <a:pt x="1416919" y="82490"/>
                  </a:lnTo>
                  <a:lnTo>
                    <a:pt x="1424704" y="82313"/>
                  </a:lnTo>
                  <a:lnTo>
                    <a:pt x="1432489" y="82136"/>
                  </a:lnTo>
                  <a:lnTo>
                    <a:pt x="1440275" y="82439"/>
                  </a:lnTo>
                  <a:lnTo>
                    <a:pt x="1448060" y="82564"/>
                  </a:lnTo>
                  <a:lnTo>
                    <a:pt x="1455845" y="82665"/>
                  </a:lnTo>
                  <a:lnTo>
                    <a:pt x="1463630" y="82843"/>
                  </a:lnTo>
                  <a:lnTo>
                    <a:pt x="1471416" y="82930"/>
                  </a:lnTo>
                  <a:lnTo>
                    <a:pt x="1479201" y="82963"/>
                  </a:lnTo>
                  <a:lnTo>
                    <a:pt x="1486986" y="83019"/>
                  </a:lnTo>
                  <a:lnTo>
                    <a:pt x="1494771" y="83076"/>
                  </a:lnTo>
                  <a:lnTo>
                    <a:pt x="1502557" y="83103"/>
                  </a:lnTo>
                  <a:lnTo>
                    <a:pt x="1510342" y="83096"/>
                  </a:lnTo>
                  <a:lnTo>
                    <a:pt x="1518127" y="83089"/>
                  </a:lnTo>
                  <a:lnTo>
                    <a:pt x="1525912" y="83083"/>
                  </a:lnTo>
                  <a:lnTo>
                    <a:pt x="1533698" y="83080"/>
                  </a:lnTo>
                  <a:lnTo>
                    <a:pt x="1541483" y="83078"/>
                  </a:lnTo>
                  <a:lnTo>
                    <a:pt x="1549268" y="83215"/>
                  </a:lnTo>
                  <a:lnTo>
                    <a:pt x="1557054" y="83365"/>
                  </a:lnTo>
                  <a:lnTo>
                    <a:pt x="1564839" y="83515"/>
                  </a:lnTo>
                  <a:lnTo>
                    <a:pt x="1572624" y="83651"/>
                  </a:lnTo>
                  <a:lnTo>
                    <a:pt x="1580409" y="83707"/>
                  </a:lnTo>
                  <a:lnTo>
                    <a:pt x="1588195" y="83568"/>
                  </a:lnTo>
                  <a:lnTo>
                    <a:pt x="1595980" y="83406"/>
                  </a:lnTo>
                  <a:lnTo>
                    <a:pt x="1603765" y="83245"/>
                  </a:lnTo>
                  <a:lnTo>
                    <a:pt x="1611550" y="83082"/>
                  </a:lnTo>
                  <a:lnTo>
                    <a:pt x="1619336" y="83012"/>
                  </a:lnTo>
                  <a:lnTo>
                    <a:pt x="1627121" y="83001"/>
                  </a:lnTo>
                  <a:lnTo>
                    <a:pt x="1634906" y="82991"/>
                  </a:lnTo>
                  <a:lnTo>
                    <a:pt x="1642692" y="82980"/>
                  </a:lnTo>
                  <a:lnTo>
                    <a:pt x="1650477" y="82970"/>
                  </a:lnTo>
                  <a:lnTo>
                    <a:pt x="1658262" y="82961"/>
                  </a:lnTo>
                  <a:lnTo>
                    <a:pt x="1666047" y="82954"/>
                  </a:lnTo>
                  <a:lnTo>
                    <a:pt x="1673833" y="82947"/>
                  </a:lnTo>
                  <a:lnTo>
                    <a:pt x="1681618" y="82940"/>
                  </a:lnTo>
                  <a:lnTo>
                    <a:pt x="1689403" y="82935"/>
                  </a:lnTo>
                  <a:lnTo>
                    <a:pt x="1697188" y="82931"/>
                  </a:lnTo>
                  <a:lnTo>
                    <a:pt x="1704974" y="82927"/>
                  </a:lnTo>
                  <a:lnTo>
                    <a:pt x="1712759" y="82924"/>
                  </a:lnTo>
                  <a:lnTo>
                    <a:pt x="1720544" y="82920"/>
                  </a:lnTo>
                  <a:lnTo>
                    <a:pt x="1728330" y="82916"/>
                  </a:lnTo>
                  <a:lnTo>
                    <a:pt x="1736115" y="82912"/>
                  </a:lnTo>
                  <a:lnTo>
                    <a:pt x="1743900" y="82908"/>
                  </a:lnTo>
                  <a:lnTo>
                    <a:pt x="1751685" y="82905"/>
                  </a:lnTo>
                  <a:lnTo>
                    <a:pt x="1759471" y="82894"/>
                  </a:lnTo>
                  <a:lnTo>
                    <a:pt x="1767256" y="82883"/>
                  </a:lnTo>
                  <a:lnTo>
                    <a:pt x="1775041" y="82871"/>
                  </a:lnTo>
                  <a:lnTo>
                    <a:pt x="1782826" y="82860"/>
                  </a:lnTo>
                  <a:lnTo>
                    <a:pt x="1790612" y="82818"/>
                  </a:lnTo>
                  <a:lnTo>
                    <a:pt x="1798397" y="82703"/>
                  </a:lnTo>
                  <a:lnTo>
                    <a:pt x="1806182" y="82588"/>
                  </a:lnTo>
                  <a:lnTo>
                    <a:pt x="1813967" y="82472"/>
                  </a:lnTo>
                  <a:lnTo>
                    <a:pt x="1821753" y="82357"/>
                  </a:lnTo>
                  <a:lnTo>
                    <a:pt x="1829538" y="82306"/>
                  </a:lnTo>
                  <a:lnTo>
                    <a:pt x="1837323" y="82352"/>
                  </a:lnTo>
                  <a:lnTo>
                    <a:pt x="1845109" y="82398"/>
                  </a:lnTo>
                  <a:lnTo>
                    <a:pt x="1852894" y="82270"/>
                  </a:lnTo>
                  <a:lnTo>
                    <a:pt x="1860679" y="82129"/>
                  </a:lnTo>
                  <a:lnTo>
                    <a:pt x="1868464" y="81987"/>
                  </a:lnTo>
                  <a:lnTo>
                    <a:pt x="1876250" y="81844"/>
                  </a:lnTo>
                  <a:lnTo>
                    <a:pt x="1884035" y="81702"/>
                  </a:lnTo>
                  <a:lnTo>
                    <a:pt x="1891820" y="81559"/>
                  </a:lnTo>
                  <a:lnTo>
                    <a:pt x="1899605" y="81418"/>
                  </a:lnTo>
                  <a:lnTo>
                    <a:pt x="1907391" y="81422"/>
                  </a:lnTo>
                  <a:lnTo>
                    <a:pt x="1915176" y="81570"/>
                  </a:lnTo>
                  <a:lnTo>
                    <a:pt x="1922961" y="81718"/>
                  </a:lnTo>
                  <a:lnTo>
                    <a:pt x="1930747" y="81868"/>
                  </a:lnTo>
                  <a:lnTo>
                    <a:pt x="1938532" y="81663"/>
                  </a:lnTo>
                  <a:lnTo>
                    <a:pt x="1946317" y="81456"/>
                  </a:lnTo>
                  <a:lnTo>
                    <a:pt x="1954102" y="81250"/>
                  </a:lnTo>
                  <a:lnTo>
                    <a:pt x="1961888" y="81044"/>
                  </a:lnTo>
                  <a:lnTo>
                    <a:pt x="1969673" y="81024"/>
                  </a:lnTo>
                  <a:lnTo>
                    <a:pt x="1977458" y="81097"/>
                  </a:lnTo>
                  <a:lnTo>
                    <a:pt x="1985243" y="81171"/>
                  </a:lnTo>
                  <a:lnTo>
                    <a:pt x="1993029" y="81246"/>
                  </a:lnTo>
                  <a:lnTo>
                    <a:pt x="2000814" y="81320"/>
                  </a:lnTo>
                  <a:lnTo>
                    <a:pt x="2008599" y="81394"/>
                  </a:lnTo>
                  <a:lnTo>
                    <a:pt x="2016385" y="81363"/>
                  </a:lnTo>
                  <a:lnTo>
                    <a:pt x="2016385" y="142085"/>
                  </a:lnTo>
                  <a:lnTo>
                    <a:pt x="2008599" y="142062"/>
                  </a:lnTo>
                  <a:lnTo>
                    <a:pt x="2000814" y="142039"/>
                  </a:lnTo>
                  <a:lnTo>
                    <a:pt x="1993029" y="142019"/>
                  </a:lnTo>
                  <a:lnTo>
                    <a:pt x="1985243" y="141998"/>
                  </a:lnTo>
                  <a:lnTo>
                    <a:pt x="1977458" y="141978"/>
                  </a:lnTo>
                  <a:lnTo>
                    <a:pt x="1969673" y="141958"/>
                  </a:lnTo>
                  <a:lnTo>
                    <a:pt x="1961888" y="141938"/>
                  </a:lnTo>
                  <a:lnTo>
                    <a:pt x="1954102" y="141918"/>
                  </a:lnTo>
                  <a:lnTo>
                    <a:pt x="1946317" y="141897"/>
                  </a:lnTo>
                  <a:lnTo>
                    <a:pt x="1938532" y="141877"/>
                  </a:lnTo>
                  <a:lnTo>
                    <a:pt x="1930747" y="141856"/>
                  </a:lnTo>
                  <a:lnTo>
                    <a:pt x="1922961" y="141835"/>
                  </a:lnTo>
                  <a:lnTo>
                    <a:pt x="1915176" y="141813"/>
                  </a:lnTo>
                  <a:lnTo>
                    <a:pt x="1907391" y="141791"/>
                  </a:lnTo>
                  <a:lnTo>
                    <a:pt x="1899605" y="141768"/>
                  </a:lnTo>
                  <a:lnTo>
                    <a:pt x="1891820" y="141741"/>
                  </a:lnTo>
                  <a:lnTo>
                    <a:pt x="1884035" y="141717"/>
                  </a:lnTo>
                  <a:lnTo>
                    <a:pt x="1876250" y="141693"/>
                  </a:lnTo>
                  <a:lnTo>
                    <a:pt x="1868464" y="141669"/>
                  </a:lnTo>
                  <a:lnTo>
                    <a:pt x="1860679" y="141644"/>
                  </a:lnTo>
                  <a:lnTo>
                    <a:pt x="1852894" y="141619"/>
                  </a:lnTo>
                  <a:lnTo>
                    <a:pt x="1845109" y="141593"/>
                  </a:lnTo>
                  <a:lnTo>
                    <a:pt x="1837323" y="141567"/>
                  </a:lnTo>
                  <a:lnTo>
                    <a:pt x="1829538" y="141540"/>
                  </a:lnTo>
                  <a:lnTo>
                    <a:pt x="1821753" y="141512"/>
                  </a:lnTo>
                  <a:lnTo>
                    <a:pt x="1813967" y="141482"/>
                  </a:lnTo>
                  <a:lnTo>
                    <a:pt x="1806182" y="141451"/>
                  </a:lnTo>
                  <a:lnTo>
                    <a:pt x="1798397" y="141419"/>
                  </a:lnTo>
                  <a:lnTo>
                    <a:pt x="1790612" y="141386"/>
                  </a:lnTo>
                  <a:lnTo>
                    <a:pt x="1782826" y="141353"/>
                  </a:lnTo>
                  <a:lnTo>
                    <a:pt x="1775041" y="141320"/>
                  </a:lnTo>
                  <a:lnTo>
                    <a:pt x="1767256" y="141286"/>
                  </a:lnTo>
                  <a:lnTo>
                    <a:pt x="1759471" y="141252"/>
                  </a:lnTo>
                  <a:lnTo>
                    <a:pt x="1751685" y="141216"/>
                  </a:lnTo>
                  <a:lnTo>
                    <a:pt x="1743900" y="141181"/>
                  </a:lnTo>
                  <a:lnTo>
                    <a:pt x="1736115" y="141144"/>
                  </a:lnTo>
                  <a:lnTo>
                    <a:pt x="1728330" y="141107"/>
                  </a:lnTo>
                  <a:lnTo>
                    <a:pt x="1720544" y="141069"/>
                  </a:lnTo>
                  <a:lnTo>
                    <a:pt x="1712759" y="141030"/>
                  </a:lnTo>
                  <a:lnTo>
                    <a:pt x="1704974" y="140991"/>
                  </a:lnTo>
                  <a:lnTo>
                    <a:pt x="1697188" y="140951"/>
                  </a:lnTo>
                  <a:lnTo>
                    <a:pt x="1689403" y="140910"/>
                  </a:lnTo>
                  <a:lnTo>
                    <a:pt x="1681618" y="140868"/>
                  </a:lnTo>
                  <a:lnTo>
                    <a:pt x="1673833" y="140826"/>
                  </a:lnTo>
                  <a:lnTo>
                    <a:pt x="1666047" y="140783"/>
                  </a:lnTo>
                  <a:lnTo>
                    <a:pt x="1658262" y="140739"/>
                  </a:lnTo>
                  <a:lnTo>
                    <a:pt x="1650477" y="140695"/>
                  </a:lnTo>
                  <a:lnTo>
                    <a:pt x="1642692" y="140649"/>
                  </a:lnTo>
                  <a:lnTo>
                    <a:pt x="1634906" y="140603"/>
                  </a:lnTo>
                  <a:lnTo>
                    <a:pt x="1627121" y="140556"/>
                  </a:lnTo>
                  <a:lnTo>
                    <a:pt x="1619336" y="140508"/>
                  </a:lnTo>
                  <a:lnTo>
                    <a:pt x="1611550" y="140460"/>
                  </a:lnTo>
                  <a:lnTo>
                    <a:pt x="1603765" y="140418"/>
                  </a:lnTo>
                  <a:lnTo>
                    <a:pt x="1595980" y="140377"/>
                  </a:lnTo>
                  <a:lnTo>
                    <a:pt x="1588195" y="140337"/>
                  </a:lnTo>
                  <a:lnTo>
                    <a:pt x="1580409" y="140284"/>
                  </a:lnTo>
                  <a:lnTo>
                    <a:pt x="1572624" y="140231"/>
                  </a:lnTo>
                  <a:lnTo>
                    <a:pt x="1564839" y="140176"/>
                  </a:lnTo>
                  <a:lnTo>
                    <a:pt x="1557054" y="140120"/>
                  </a:lnTo>
                  <a:lnTo>
                    <a:pt x="1549268" y="140063"/>
                  </a:lnTo>
                  <a:lnTo>
                    <a:pt x="1541483" y="140007"/>
                  </a:lnTo>
                  <a:lnTo>
                    <a:pt x="1533698" y="139957"/>
                  </a:lnTo>
                  <a:lnTo>
                    <a:pt x="1525912" y="139907"/>
                  </a:lnTo>
                  <a:lnTo>
                    <a:pt x="1518127" y="139856"/>
                  </a:lnTo>
                  <a:lnTo>
                    <a:pt x="1510342" y="139804"/>
                  </a:lnTo>
                  <a:lnTo>
                    <a:pt x="1502557" y="139751"/>
                  </a:lnTo>
                  <a:lnTo>
                    <a:pt x="1494771" y="139684"/>
                  </a:lnTo>
                  <a:lnTo>
                    <a:pt x="1486986" y="139614"/>
                  </a:lnTo>
                  <a:lnTo>
                    <a:pt x="1479201" y="139554"/>
                  </a:lnTo>
                  <a:lnTo>
                    <a:pt x="1471416" y="139508"/>
                  </a:lnTo>
                  <a:lnTo>
                    <a:pt x="1463630" y="139462"/>
                  </a:lnTo>
                  <a:lnTo>
                    <a:pt x="1455845" y="139415"/>
                  </a:lnTo>
                  <a:lnTo>
                    <a:pt x="1448060" y="139360"/>
                  </a:lnTo>
                  <a:lnTo>
                    <a:pt x="1440275" y="139301"/>
                  </a:lnTo>
                  <a:lnTo>
                    <a:pt x="1432489" y="139241"/>
                  </a:lnTo>
                  <a:lnTo>
                    <a:pt x="1424704" y="139180"/>
                  </a:lnTo>
                  <a:lnTo>
                    <a:pt x="1416919" y="139108"/>
                  </a:lnTo>
                  <a:lnTo>
                    <a:pt x="1409133" y="139026"/>
                  </a:lnTo>
                  <a:lnTo>
                    <a:pt x="1401348" y="138963"/>
                  </a:lnTo>
                  <a:lnTo>
                    <a:pt x="1393563" y="138899"/>
                  </a:lnTo>
                  <a:lnTo>
                    <a:pt x="1385778" y="138834"/>
                  </a:lnTo>
                  <a:lnTo>
                    <a:pt x="1377992" y="138768"/>
                  </a:lnTo>
                  <a:lnTo>
                    <a:pt x="1370207" y="138701"/>
                  </a:lnTo>
                  <a:lnTo>
                    <a:pt x="1362422" y="138628"/>
                  </a:lnTo>
                  <a:lnTo>
                    <a:pt x="1354637" y="138542"/>
                  </a:lnTo>
                  <a:lnTo>
                    <a:pt x="1346851" y="138454"/>
                  </a:lnTo>
                  <a:lnTo>
                    <a:pt x="1339066" y="138364"/>
                  </a:lnTo>
                  <a:lnTo>
                    <a:pt x="1331281" y="138273"/>
                  </a:lnTo>
                  <a:lnTo>
                    <a:pt x="1323495" y="138180"/>
                  </a:lnTo>
                  <a:lnTo>
                    <a:pt x="1315710" y="138092"/>
                  </a:lnTo>
                  <a:lnTo>
                    <a:pt x="1307925" y="138010"/>
                  </a:lnTo>
                  <a:lnTo>
                    <a:pt x="1300140" y="137925"/>
                  </a:lnTo>
                  <a:lnTo>
                    <a:pt x="1292354" y="137844"/>
                  </a:lnTo>
                  <a:lnTo>
                    <a:pt x="1284569" y="137763"/>
                  </a:lnTo>
                  <a:lnTo>
                    <a:pt x="1276784" y="137681"/>
                  </a:lnTo>
                  <a:lnTo>
                    <a:pt x="1268999" y="137597"/>
                  </a:lnTo>
                  <a:lnTo>
                    <a:pt x="1261213" y="137512"/>
                  </a:lnTo>
                  <a:lnTo>
                    <a:pt x="1253428" y="137426"/>
                  </a:lnTo>
                  <a:lnTo>
                    <a:pt x="1245643" y="137338"/>
                  </a:lnTo>
                  <a:lnTo>
                    <a:pt x="1237857" y="137250"/>
                  </a:lnTo>
                  <a:lnTo>
                    <a:pt x="1230072" y="137159"/>
                  </a:lnTo>
                  <a:lnTo>
                    <a:pt x="1222287" y="137067"/>
                  </a:lnTo>
                  <a:lnTo>
                    <a:pt x="1214502" y="136974"/>
                  </a:lnTo>
                  <a:lnTo>
                    <a:pt x="1206716" y="136878"/>
                  </a:lnTo>
                  <a:lnTo>
                    <a:pt x="1198931" y="136760"/>
                  </a:lnTo>
                  <a:lnTo>
                    <a:pt x="1191146" y="136639"/>
                  </a:lnTo>
                  <a:lnTo>
                    <a:pt x="1183361" y="136527"/>
                  </a:lnTo>
                  <a:lnTo>
                    <a:pt x="1175575" y="136422"/>
                  </a:lnTo>
                  <a:lnTo>
                    <a:pt x="1167790" y="136294"/>
                  </a:lnTo>
                  <a:lnTo>
                    <a:pt x="1160005" y="136182"/>
                  </a:lnTo>
                  <a:lnTo>
                    <a:pt x="1152220" y="136073"/>
                  </a:lnTo>
                  <a:lnTo>
                    <a:pt x="1144434" y="135984"/>
                  </a:lnTo>
                  <a:lnTo>
                    <a:pt x="1136649" y="135885"/>
                  </a:lnTo>
                  <a:lnTo>
                    <a:pt x="1128864" y="135793"/>
                  </a:lnTo>
                  <a:lnTo>
                    <a:pt x="1121078" y="135699"/>
                  </a:lnTo>
                  <a:lnTo>
                    <a:pt x="1113293" y="135604"/>
                  </a:lnTo>
                  <a:lnTo>
                    <a:pt x="1105508" y="135501"/>
                  </a:lnTo>
                  <a:lnTo>
                    <a:pt x="1097723" y="135355"/>
                  </a:lnTo>
                  <a:lnTo>
                    <a:pt x="1089937" y="135205"/>
                  </a:lnTo>
                  <a:lnTo>
                    <a:pt x="1082152" y="135053"/>
                  </a:lnTo>
                  <a:lnTo>
                    <a:pt x="1074367" y="134898"/>
                  </a:lnTo>
                  <a:lnTo>
                    <a:pt x="1066582" y="134772"/>
                  </a:lnTo>
                  <a:lnTo>
                    <a:pt x="1058796" y="134655"/>
                  </a:lnTo>
                  <a:lnTo>
                    <a:pt x="1051011" y="134538"/>
                  </a:lnTo>
                  <a:lnTo>
                    <a:pt x="1043226" y="134430"/>
                  </a:lnTo>
                  <a:lnTo>
                    <a:pt x="1035440" y="134299"/>
                  </a:lnTo>
                  <a:lnTo>
                    <a:pt x="1027655" y="134124"/>
                  </a:lnTo>
                  <a:lnTo>
                    <a:pt x="1019870" y="133967"/>
                  </a:lnTo>
                  <a:lnTo>
                    <a:pt x="1012085" y="133808"/>
                  </a:lnTo>
                  <a:lnTo>
                    <a:pt x="1004299" y="133657"/>
                  </a:lnTo>
                  <a:lnTo>
                    <a:pt x="996514" y="133542"/>
                  </a:lnTo>
                  <a:lnTo>
                    <a:pt x="988729" y="133412"/>
                  </a:lnTo>
                  <a:lnTo>
                    <a:pt x="980944" y="133276"/>
                  </a:lnTo>
                  <a:lnTo>
                    <a:pt x="973158" y="133134"/>
                  </a:lnTo>
                  <a:lnTo>
                    <a:pt x="965373" y="133015"/>
                  </a:lnTo>
                  <a:lnTo>
                    <a:pt x="957588" y="132894"/>
                  </a:lnTo>
                  <a:lnTo>
                    <a:pt x="949802" y="132771"/>
                  </a:lnTo>
                  <a:lnTo>
                    <a:pt x="942017" y="132647"/>
                  </a:lnTo>
                  <a:lnTo>
                    <a:pt x="934232" y="132514"/>
                  </a:lnTo>
                  <a:lnTo>
                    <a:pt x="926447" y="132354"/>
                  </a:lnTo>
                  <a:lnTo>
                    <a:pt x="918661" y="132190"/>
                  </a:lnTo>
                  <a:lnTo>
                    <a:pt x="910876" y="131987"/>
                  </a:lnTo>
                  <a:lnTo>
                    <a:pt x="903091" y="131830"/>
                  </a:lnTo>
                  <a:lnTo>
                    <a:pt x="895306" y="131654"/>
                  </a:lnTo>
                  <a:lnTo>
                    <a:pt x="887520" y="131513"/>
                  </a:lnTo>
                  <a:lnTo>
                    <a:pt x="879735" y="131369"/>
                  </a:lnTo>
                  <a:lnTo>
                    <a:pt x="871950" y="131202"/>
                  </a:lnTo>
                  <a:lnTo>
                    <a:pt x="864165" y="130994"/>
                  </a:lnTo>
                  <a:lnTo>
                    <a:pt x="856379" y="130830"/>
                  </a:lnTo>
                  <a:lnTo>
                    <a:pt x="848594" y="130632"/>
                  </a:lnTo>
                  <a:lnTo>
                    <a:pt x="840809" y="130460"/>
                  </a:lnTo>
                  <a:lnTo>
                    <a:pt x="833023" y="130379"/>
                  </a:lnTo>
                  <a:lnTo>
                    <a:pt x="825238" y="130170"/>
                  </a:lnTo>
                  <a:lnTo>
                    <a:pt x="817453" y="129957"/>
                  </a:lnTo>
                  <a:lnTo>
                    <a:pt x="809668" y="129769"/>
                  </a:lnTo>
                  <a:lnTo>
                    <a:pt x="801882" y="129598"/>
                  </a:lnTo>
                  <a:lnTo>
                    <a:pt x="794097" y="129424"/>
                  </a:lnTo>
                  <a:lnTo>
                    <a:pt x="786312" y="129239"/>
                  </a:lnTo>
                  <a:lnTo>
                    <a:pt x="778527" y="129063"/>
                  </a:lnTo>
                  <a:lnTo>
                    <a:pt x="770741" y="128867"/>
                  </a:lnTo>
                  <a:lnTo>
                    <a:pt x="762956" y="128671"/>
                  </a:lnTo>
                  <a:lnTo>
                    <a:pt x="755171" y="128434"/>
                  </a:lnTo>
                  <a:lnTo>
                    <a:pt x="747385" y="128262"/>
                  </a:lnTo>
                  <a:lnTo>
                    <a:pt x="739600" y="128047"/>
                  </a:lnTo>
                  <a:lnTo>
                    <a:pt x="731815" y="127716"/>
                  </a:lnTo>
                  <a:lnTo>
                    <a:pt x="724030" y="127515"/>
                  </a:lnTo>
                  <a:lnTo>
                    <a:pt x="716244" y="127311"/>
                  </a:lnTo>
                  <a:lnTo>
                    <a:pt x="708459" y="127089"/>
                  </a:lnTo>
                  <a:lnTo>
                    <a:pt x="700674" y="126805"/>
                  </a:lnTo>
                  <a:lnTo>
                    <a:pt x="692889" y="126517"/>
                  </a:lnTo>
                  <a:lnTo>
                    <a:pt x="685103" y="126224"/>
                  </a:lnTo>
                  <a:lnTo>
                    <a:pt x="677318" y="126023"/>
                  </a:lnTo>
                  <a:lnTo>
                    <a:pt x="669533" y="125843"/>
                  </a:lnTo>
                  <a:lnTo>
                    <a:pt x="661747" y="125661"/>
                  </a:lnTo>
                  <a:lnTo>
                    <a:pt x="653962" y="125503"/>
                  </a:lnTo>
                  <a:lnTo>
                    <a:pt x="646177" y="125291"/>
                  </a:lnTo>
                  <a:lnTo>
                    <a:pt x="638392" y="125060"/>
                  </a:lnTo>
                  <a:lnTo>
                    <a:pt x="630606" y="124751"/>
                  </a:lnTo>
                  <a:lnTo>
                    <a:pt x="622821" y="124533"/>
                  </a:lnTo>
                  <a:lnTo>
                    <a:pt x="615036" y="124292"/>
                  </a:lnTo>
                  <a:lnTo>
                    <a:pt x="607251" y="124014"/>
                  </a:lnTo>
                  <a:lnTo>
                    <a:pt x="599465" y="123690"/>
                  </a:lnTo>
                  <a:lnTo>
                    <a:pt x="591680" y="123361"/>
                  </a:lnTo>
                  <a:lnTo>
                    <a:pt x="583895" y="123179"/>
                  </a:lnTo>
                  <a:lnTo>
                    <a:pt x="576110" y="122998"/>
                  </a:lnTo>
                  <a:lnTo>
                    <a:pt x="568324" y="122815"/>
                  </a:lnTo>
                  <a:lnTo>
                    <a:pt x="560539" y="122633"/>
                  </a:lnTo>
                  <a:lnTo>
                    <a:pt x="552754" y="122445"/>
                  </a:lnTo>
                  <a:lnTo>
                    <a:pt x="544968" y="122160"/>
                  </a:lnTo>
                  <a:lnTo>
                    <a:pt x="537183" y="121894"/>
                  </a:lnTo>
                  <a:lnTo>
                    <a:pt x="529398" y="121800"/>
                  </a:lnTo>
                  <a:lnTo>
                    <a:pt x="521613" y="121545"/>
                  </a:lnTo>
                  <a:lnTo>
                    <a:pt x="513827" y="121315"/>
                  </a:lnTo>
                  <a:lnTo>
                    <a:pt x="506042" y="121043"/>
                  </a:lnTo>
                  <a:lnTo>
                    <a:pt x="498257" y="120828"/>
                  </a:lnTo>
                  <a:lnTo>
                    <a:pt x="490472" y="120612"/>
                  </a:lnTo>
                  <a:lnTo>
                    <a:pt x="482686" y="120415"/>
                  </a:lnTo>
                  <a:lnTo>
                    <a:pt x="474901" y="120263"/>
                  </a:lnTo>
                  <a:lnTo>
                    <a:pt x="467116" y="120109"/>
                  </a:lnTo>
                  <a:lnTo>
                    <a:pt x="459330" y="119955"/>
                  </a:lnTo>
                  <a:lnTo>
                    <a:pt x="451545" y="119802"/>
                  </a:lnTo>
                  <a:lnTo>
                    <a:pt x="443760" y="119666"/>
                  </a:lnTo>
                  <a:lnTo>
                    <a:pt x="435975" y="119429"/>
                  </a:lnTo>
                  <a:lnTo>
                    <a:pt x="428189" y="119110"/>
                  </a:lnTo>
                  <a:lnTo>
                    <a:pt x="420404" y="118948"/>
                  </a:lnTo>
                  <a:lnTo>
                    <a:pt x="412619" y="118740"/>
                  </a:lnTo>
                  <a:lnTo>
                    <a:pt x="404834" y="118517"/>
                  </a:lnTo>
                  <a:lnTo>
                    <a:pt x="397048" y="118284"/>
                  </a:lnTo>
                  <a:lnTo>
                    <a:pt x="389263" y="118192"/>
                  </a:lnTo>
                  <a:lnTo>
                    <a:pt x="381478" y="117969"/>
                  </a:lnTo>
                  <a:lnTo>
                    <a:pt x="373692" y="117715"/>
                  </a:lnTo>
                  <a:lnTo>
                    <a:pt x="365907" y="117458"/>
                  </a:lnTo>
                  <a:lnTo>
                    <a:pt x="358122" y="117241"/>
                  </a:lnTo>
                  <a:lnTo>
                    <a:pt x="350337" y="117063"/>
                  </a:lnTo>
                  <a:lnTo>
                    <a:pt x="342551" y="116830"/>
                  </a:lnTo>
                  <a:lnTo>
                    <a:pt x="334766" y="116664"/>
                  </a:lnTo>
                  <a:lnTo>
                    <a:pt x="326981" y="116466"/>
                  </a:lnTo>
                  <a:lnTo>
                    <a:pt x="319196" y="116314"/>
                  </a:lnTo>
                  <a:lnTo>
                    <a:pt x="311410" y="116150"/>
                  </a:lnTo>
                  <a:lnTo>
                    <a:pt x="303625" y="115977"/>
                  </a:lnTo>
                  <a:lnTo>
                    <a:pt x="295840" y="115792"/>
                  </a:lnTo>
                  <a:lnTo>
                    <a:pt x="288055" y="115535"/>
                  </a:lnTo>
                  <a:lnTo>
                    <a:pt x="280269" y="115360"/>
                  </a:lnTo>
                  <a:lnTo>
                    <a:pt x="272484" y="115276"/>
                  </a:lnTo>
                  <a:lnTo>
                    <a:pt x="264699" y="115097"/>
                  </a:lnTo>
                  <a:lnTo>
                    <a:pt x="256913" y="114922"/>
                  </a:lnTo>
                  <a:lnTo>
                    <a:pt x="249128" y="114780"/>
                  </a:lnTo>
                  <a:lnTo>
                    <a:pt x="241343" y="114628"/>
                  </a:lnTo>
                  <a:lnTo>
                    <a:pt x="233558" y="114481"/>
                  </a:lnTo>
                  <a:lnTo>
                    <a:pt x="225772" y="114333"/>
                  </a:lnTo>
                  <a:lnTo>
                    <a:pt x="217987" y="114231"/>
                  </a:lnTo>
                  <a:lnTo>
                    <a:pt x="210202" y="114038"/>
                  </a:lnTo>
                  <a:lnTo>
                    <a:pt x="202417" y="113930"/>
                  </a:lnTo>
                  <a:lnTo>
                    <a:pt x="194631" y="113666"/>
                  </a:lnTo>
                  <a:lnTo>
                    <a:pt x="186846" y="113477"/>
                  </a:lnTo>
                  <a:lnTo>
                    <a:pt x="179061" y="113211"/>
                  </a:lnTo>
                  <a:lnTo>
                    <a:pt x="171275" y="113238"/>
                  </a:lnTo>
                  <a:lnTo>
                    <a:pt x="163490" y="113124"/>
                  </a:lnTo>
                  <a:lnTo>
                    <a:pt x="155705" y="112959"/>
                  </a:lnTo>
                  <a:lnTo>
                    <a:pt x="147920" y="112910"/>
                  </a:lnTo>
                  <a:lnTo>
                    <a:pt x="140134" y="112717"/>
                  </a:lnTo>
                  <a:lnTo>
                    <a:pt x="132349" y="112529"/>
                  </a:lnTo>
                  <a:lnTo>
                    <a:pt x="124564" y="112345"/>
                  </a:lnTo>
                  <a:lnTo>
                    <a:pt x="116779" y="112164"/>
                  </a:lnTo>
                  <a:lnTo>
                    <a:pt x="108993" y="112005"/>
                  </a:lnTo>
                  <a:lnTo>
                    <a:pt x="101208" y="111854"/>
                  </a:lnTo>
                  <a:lnTo>
                    <a:pt x="93423" y="111682"/>
                  </a:lnTo>
                  <a:lnTo>
                    <a:pt x="85637" y="111520"/>
                  </a:lnTo>
                  <a:lnTo>
                    <a:pt x="77852" y="111359"/>
                  </a:lnTo>
                  <a:lnTo>
                    <a:pt x="70067" y="111292"/>
                  </a:lnTo>
                  <a:lnTo>
                    <a:pt x="62282" y="111249"/>
                  </a:lnTo>
                  <a:lnTo>
                    <a:pt x="54496" y="111220"/>
                  </a:lnTo>
                  <a:lnTo>
                    <a:pt x="46711" y="111169"/>
                  </a:lnTo>
                  <a:lnTo>
                    <a:pt x="38926" y="111054"/>
                  </a:lnTo>
                  <a:lnTo>
                    <a:pt x="31141" y="110950"/>
                  </a:lnTo>
                  <a:lnTo>
                    <a:pt x="23355" y="110844"/>
                  </a:lnTo>
                  <a:lnTo>
                    <a:pt x="15570" y="110811"/>
                  </a:lnTo>
                  <a:lnTo>
                    <a:pt x="7785" y="110629"/>
                  </a:lnTo>
                  <a:lnTo>
                    <a:pt x="0" y="110521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1" name="pl180"/>
            <p:cNvSpPr/>
            <p:nvPr/>
          </p:nvSpPr>
          <p:spPr>
            <a:xfrm>
              <a:off x="3648531" y="4814140"/>
              <a:ext cx="2016385" cy="83707"/>
            </a:xfrm>
            <a:custGeom>
              <a:avLst/>
              <a:pathLst>
                <a:path w="2016385" h="83707">
                  <a:moveTo>
                    <a:pt x="0" y="0"/>
                  </a:moveTo>
                  <a:lnTo>
                    <a:pt x="7785" y="2011"/>
                  </a:lnTo>
                  <a:lnTo>
                    <a:pt x="15570" y="4001"/>
                  </a:lnTo>
                  <a:lnTo>
                    <a:pt x="23355" y="5667"/>
                  </a:lnTo>
                  <a:lnTo>
                    <a:pt x="31141" y="6882"/>
                  </a:lnTo>
                  <a:lnTo>
                    <a:pt x="38926" y="8089"/>
                  </a:lnTo>
                  <a:lnTo>
                    <a:pt x="46711" y="9251"/>
                  </a:lnTo>
                  <a:lnTo>
                    <a:pt x="54496" y="10501"/>
                  </a:lnTo>
                  <a:lnTo>
                    <a:pt x="62282" y="12256"/>
                  </a:lnTo>
                  <a:lnTo>
                    <a:pt x="70067" y="13596"/>
                  </a:lnTo>
                  <a:lnTo>
                    <a:pt x="77852" y="15339"/>
                  </a:lnTo>
                  <a:lnTo>
                    <a:pt x="85637" y="16045"/>
                  </a:lnTo>
                  <a:lnTo>
                    <a:pt x="93423" y="17286"/>
                  </a:lnTo>
                  <a:lnTo>
                    <a:pt x="101208" y="18514"/>
                  </a:lnTo>
                  <a:lnTo>
                    <a:pt x="108993" y="19738"/>
                  </a:lnTo>
                  <a:lnTo>
                    <a:pt x="116779" y="21059"/>
                  </a:lnTo>
                  <a:lnTo>
                    <a:pt x="124564" y="22150"/>
                  </a:lnTo>
                  <a:lnTo>
                    <a:pt x="132349" y="23337"/>
                  </a:lnTo>
                  <a:lnTo>
                    <a:pt x="140134" y="24649"/>
                  </a:lnTo>
                  <a:lnTo>
                    <a:pt x="147920" y="25795"/>
                  </a:lnTo>
                  <a:lnTo>
                    <a:pt x="155705" y="26873"/>
                  </a:lnTo>
                  <a:lnTo>
                    <a:pt x="163490" y="28117"/>
                  </a:lnTo>
                  <a:lnTo>
                    <a:pt x="171275" y="29217"/>
                  </a:lnTo>
                  <a:lnTo>
                    <a:pt x="179061" y="30294"/>
                  </a:lnTo>
                  <a:lnTo>
                    <a:pt x="186846" y="31022"/>
                  </a:lnTo>
                  <a:lnTo>
                    <a:pt x="194631" y="32008"/>
                  </a:lnTo>
                  <a:lnTo>
                    <a:pt x="202417" y="32852"/>
                  </a:lnTo>
                  <a:lnTo>
                    <a:pt x="210202" y="33549"/>
                  </a:lnTo>
                  <a:lnTo>
                    <a:pt x="217987" y="34917"/>
                  </a:lnTo>
                  <a:lnTo>
                    <a:pt x="225772" y="36130"/>
                  </a:lnTo>
                  <a:lnTo>
                    <a:pt x="233558" y="37077"/>
                  </a:lnTo>
                  <a:lnTo>
                    <a:pt x="241343" y="38063"/>
                  </a:lnTo>
                  <a:lnTo>
                    <a:pt x="249128" y="39093"/>
                  </a:lnTo>
                  <a:lnTo>
                    <a:pt x="256913" y="39672"/>
                  </a:lnTo>
                  <a:lnTo>
                    <a:pt x="264699" y="40713"/>
                  </a:lnTo>
                  <a:lnTo>
                    <a:pt x="272484" y="41376"/>
                  </a:lnTo>
                  <a:lnTo>
                    <a:pt x="280269" y="42476"/>
                  </a:lnTo>
                  <a:lnTo>
                    <a:pt x="288055" y="43115"/>
                  </a:lnTo>
                  <a:lnTo>
                    <a:pt x="295840" y="43818"/>
                  </a:lnTo>
                  <a:lnTo>
                    <a:pt x="303625" y="44652"/>
                  </a:lnTo>
                  <a:lnTo>
                    <a:pt x="311410" y="45464"/>
                  </a:lnTo>
                  <a:lnTo>
                    <a:pt x="319196" y="46237"/>
                  </a:lnTo>
                  <a:lnTo>
                    <a:pt x="326981" y="47084"/>
                  </a:lnTo>
                  <a:lnTo>
                    <a:pt x="334766" y="47958"/>
                  </a:lnTo>
                  <a:lnTo>
                    <a:pt x="342551" y="48636"/>
                  </a:lnTo>
                  <a:lnTo>
                    <a:pt x="350337" y="49434"/>
                  </a:lnTo>
                  <a:lnTo>
                    <a:pt x="358122" y="50068"/>
                  </a:lnTo>
                  <a:lnTo>
                    <a:pt x="365907" y="50684"/>
                  </a:lnTo>
                  <a:lnTo>
                    <a:pt x="373692" y="51228"/>
                  </a:lnTo>
                  <a:lnTo>
                    <a:pt x="381478" y="52272"/>
                  </a:lnTo>
                  <a:lnTo>
                    <a:pt x="389263" y="52630"/>
                  </a:lnTo>
                  <a:lnTo>
                    <a:pt x="397048" y="53134"/>
                  </a:lnTo>
                  <a:lnTo>
                    <a:pt x="404834" y="53766"/>
                  </a:lnTo>
                  <a:lnTo>
                    <a:pt x="412619" y="54393"/>
                  </a:lnTo>
                  <a:lnTo>
                    <a:pt x="420404" y="54810"/>
                  </a:lnTo>
                  <a:lnTo>
                    <a:pt x="428189" y="55526"/>
                  </a:lnTo>
                  <a:lnTo>
                    <a:pt x="435975" y="56314"/>
                  </a:lnTo>
                  <a:lnTo>
                    <a:pt x="443760" y="56890"/>
                  </a:lnTo>
                  <a:lnTo>
                    <a:pt x="451545" y="57694"/>
                  </a:lnTo>
                  <a:lnTo>
                    <a:pt x="459330" y="58588"/>
                  </a:lnTo>
                  <a:lnTo>
                    <a:pt x="467116" y="59357"/>
                  </a:lnTo>
                  <a:lnTo>
                    <a:pt x="474901" y="59711"/>
                  </a:lnTo>
                  <a:lnTo>
                    <a:pt x="482686" y="60397"/>
                  </a:lnTo>
                  <a:lnTo>
                    <a:pt x="490472" y="61087"/>
                  </a:lnTo>
                  <a:lnTo>
                    <a:pt x="498257" y="61773"/>
                  </a:lnTo>
                  <a:lnTo>
                    <a:pt x="506042" y="62454"/>
                  </a:lnTo>
                  <a:lnTo>
                    <a:pt x="513827" y="62873"/>
                  </a:lnTo>
                  <a:lnTo>
                    <a:pt x="521613" y="63253"/>
                  </a:lnTo>
                  <a:lnTo>
                    <a:pt x="529398" y="64019"/>
                  </a:lnTo>
                  <a:lnTo>
                    <a:pt x="537183" y="64332"/>
                  </a:lnTo>
                  <a:lnTo>
                    <a:pt x="544968" y="64758"/>
                  </a:lnTo>
                  <a:lnTo>
                    <a:pt x="552754" y="65061"/>
                  </a:lnTo>
                  <a:lnTo>
                    <a:pt x="560539" y="65541"/>
                  </a:lnTo>
                  <a:lnTo>
                    <a:pt x="568324" y="65823"/>
                  </a:lnTo>
                  <a:lnTo>
                    <a:pt x="576110" y="66177"/>
                  </a:lnTo>
                  <a:lnTo>
                    <a:pt x="583895" y="66054"/>
                  </a:lnTo>
                  <a:lnTo>
                    <a:pt x="591680" y="66558"/>
                  </a:lnTo>
                  <a:lnTo>
                    <a:pt x="599465" y="66708"/>
                  </a:lnTo>
                  <a:lnTo>
                    <a:pt x="607251" y="67228"/>
                  </a:lnTo>
                  <a:lnTo>
                    <a:pt x="615036" y="67854"/>
                  </a:lnTo>
                  <a:lnTo>
                    <a:pt x="622821" y="68259"/>
                  </a:lnTo>
                  <a:lnTo>
                    <a:pt x="630606" y="68759"/>
                  </a:lnTo>
                  <a:lnTo>
                    <a:pt x="638392" y="69280"/>
                  </a:lnTo>
                  <a:lnTo>
                    <a:pt x="646177" y="70010"/>
                  </a:lnTo>
                  <a:lnTo>
                    <a:pt x="653962" y="70290"/>
                  </a:lnTo>
                  <a:lnTo>
                    <a:pt x="661747" y="70781"/>
                  </a:lnTo>
                  <a:lnTo>
                    <a:pt x="669533" y="70833"/>
                  </a:lnTo>
                  <a:lnTo>
                    <a:pt x="677318" y="70862"/>
                  </a:lnTo>
                  <a:lnTo>
                    <a:pt x="685103" y="70944"/>
                  </a:lnTo>
                  <a:lnTo>
                    <a:pt x="692889" y="71456"/>
                  </a:lnTo>
                  <a:lnTo>
                    <a:pt x="700674" y="72020"/>
                  </a:lnTo>
                  <a:lnTo>
                    <a:pt x="708459" y="72282"/>
                  </a:lnTo>
                  <a:lnTo>
                    <a:pt x="716244" y="72735"/>
                  </a:lnTo>
                  <a:lnTo>
                    <a:pt x="724030" y="73156"/>
                  </a:lnTo>
                  <a:lnTo>
                    <a:pt x="731815" y="73500"/>
                  </a:lnTo>
                  <a:lnTo>
                    <a:pt x="739600" y="73541"/>
                  </a:lnTo>
                  <a:lnTo>
                    <a:pt x="747385" y="73905"/>
                  </a:lnTo>
                  <a:lnTo>
                    <a:pt x="755171" y="74340"/>
                  </a:lnTo>
                  <a:lnTo>
                    <a:pt x="762956" y="74765"/>
                  </a:lnTo>
                  <a:lnTo>
                    <a:pt x="770741" y="75143"/>
                  </a:lnTo>
                  <a:lnTo>
                    <a:pt x="778527" y="75208"/>
                  </a:lnTo>
                  <a:lnTo>
                    <a:pt x="786312" y="75470"/>
                  </a:lnTo>
                  <a:lnTo>
                    <a:pt x="794097" y="75923"/>
                  </a:lnTo>
                  <a:lnTo>
                    <a:pt x="801882" y="76248"/>
                  </a:lnTo>
                  <a:lnTo>
                    <a:pt x="809668" y="76643"/>
                  </a:lnTo>
                  <a:lnTo>
                    <a:pt x="817453" y="76495"/>
                  </a:lnTo>
                  <a:lnTo>
                    <a:pt x="825238" y="76347"/>
                  </a:lnTo>
                  <a:lnTo>
                    <a:pt x="833023" y="76915"/>
                  </a:lnTo>
                  <a:lnTo>
                    <a:pt x="840809" y="77484"/>
                  </a:lnTo>
                  <a:lnTo>
                    <a:pt x="848594" y="77578"/>
                  </a:lnTo>
                  <a:lnTo>
                    <a:pt x="856379" y="77391"/>
                  </a:lnTo>
                  <a:lnTo>
                    <a:pt x="864165" y="77607"/>
                  </a:lnTo>
                  <a:lnTo>
                    <a:pt x="871950" y="77617"/>
                  </a:lnTo>
                  <a:lnTo>
                    <a:pt x="879735" y="77604"/>
                  </a:lnTo>
                  <a:lnTo>
                    <a:pt x="887520" y="77582"/>
                  </a:lnTo>
                  <a:lnTo>
                    <a:pt x="895306" y="77590"/>
                  </a:lnTo>
                  <a:lnTo>
                    <a:pt x="903091" y="77863"/>
                  </a:lnTo>
                  <a:lnTo>
                    <a:pt x="910876" y="78077"/>
                  </a:lnTo>
                  <a:lnTo>
                    <a:pt x="918661" y="78450"/>
                  </a:lnTo>
                  <a:lnTo>
                    <a:pt x="926447" y="78656"/>
                  </a:lnTo>
                  <a:lnTo>
                    <a:pt x="934232" y="78718"/>
                  </a:lnTo>
                  <a:lnTo>
                    <a:pt x="942017" y="78778"/>
                  </a:lnTo>
                  <a:lnTo>
                    <a:pt x="949802" y="78839"/>
                  </a:lnTo>
                  <a:lnTo>
                    <a:pt x="957588" y="78901"/>
                  </a:lnTo>
                  <a:lnTo>
                    <a:pt x="965373" y="78883"/>
                  </a:lnTo>
                  <a:lnTo>
                    <a:pt x="973158" y="79024"/>
                  </a:lnTo>
                  <a:lnTo>
                    <a:pt x="980944" y="79083"/>
                  </a:lnTo>
                  <a:lnTo>
                    <a:pt x="988729" y="79167"/>
                  </a:lnTo>
                  <a:lnTo>
                    <a:pt x="996514" y="79508"/>
                  </a:lnTo>
                  <a:lnTo>
                    <a:pt x="1004299" y="79497"/>
                  </a:lnTo>
                  <a:lnTo>
                    <a:pt x="1012085" y="79396"/>
                  </a:lnTo>
                  <a:lnTo>
                    <a:pt x="1019870" y="79401"/>
                  </a:lnTo>
                  <a:lnTo>
                    <a:pt x="1027655" y="79458"/>
                  </a:lnTo>
                  <a:lnTo>
                    <a:pt x="1035440" y="79467"/>
                  </a:lnTo>
                  <a:lnTo>
                    <a:pt x="1043226" y="79515"/>
                  </a:lnTo>
                  <a:lnTo>
                    <a:pt x="1051011" y="79518"/>
                  </a:lnTo>
                  <a:lnTo>
                    <a:pt x="1058796" y="79711"/>
                  </a:lnTo>
                  <a:lnTo>
                    <a:pt x="1066582" y="79960"/>
                  </a:lnTo>
                  <a:lnTo>
                    <a:pt x="1074367" y="80112"/>
                  </a:lnTo>
                  <a:lnTo>
                    <a:pt x="1082152" y="80182"/>
                  </a:lnTo>
                  <a:lnTo>
                    <a:pt x="1089937" y="80239"/>
                  </a:lnTo>
                  <a:lnTo>
                    <a:pt x="1097723" y="80281"/>
                  </a:lnTo>
                  <a:lnTo>
                    <a:pt x="1105508" y="80254"/>
                  </a:lnTo>
                  <a:lnTo>
                    <a:pt x="1113293" y="80256"/>
                  </a:lnTo>
                  <a:lnTo>
                    <a:pt x="1121078" y="80454"/>
                  </a:lnTo>
                  <a:lnTo>
                    <a:pt x="1128864" y="80654"/>
                  </a:lnTo>
                  <a:lnTo>
                    <a:pt x="1136649" y="80849"/>
                  </a:lnTo>
                  <a:lnTo>
                    <a:pt x="1144434" y="81045"/>
                  </a:lnTo>
                  <a:lnTo>
                    <a:pt x="1152220" y="81239"/>
                  </a:lnTo>
                  <a:lnTo>
                    <a:pt x="1160005" y="81244"/>
                  </a:lnTo>
                  <a:lnTo>
                    <a:pt x="1167790" y="80987"/>
                  </a:lnTo>
                  <a:lnTo>
                    <a:pt x="1175575" y="81122"/>
                  </a:lnTo>
                  <a:lnTo>
                    <a:pt x="1183361" y="81405"/>
                  </a:lnTo>
                  <a:lnTo>
                    <a:pt x="1191146" y="81458"/>
                  </a:lnTo>
                  <a:lnTo>
                    <a:pt x="1198931" y="81515"/>
                  </a:lnTo>
                  <a:lnTo>
                    <a:pt x="1206716" y="81659"/>
                  </a:lnTo>
                  <a:lnTo>
                    <a:pt x="1214502" y="81700"/>
                  </a:lnTo>
                  <a:lnTo>
                    <a:pt x="1222287" y="81500"/>
                  </a:lnTo>
                  <a:lnTo>
                    <a:pt x="1230072" y="81299"/>
                  </a:lnTo>
                  <a:lnTo>
                    <a:pt x="1237857" y="81321"/>
                  </a:lnTo>
                  <a:lnTo>
                    <a:pt x="1245643" y="81378"/>
                  </a:lnTo>
                  <a:lnTo>
                    <a:pt x="1253428" y="81435"/>
                  </a:lnTo>
                  <a:lnTo>
                    <a:pt x="1261213" y="81598"/>
                  </a:lnTo>
                  <a:lnTo>
                    <a:pt x="1268999" y="81833"/>
                  </a:lnTo>
                  <a:lnTo>
                    <a:pt x="1276784" y="81732"/>
                  </a:lnTo>
                  <a:lnTo>
                    <a:pt x="1284569" y="81663"/>
                  </a:lnTo>
                  <a:lnTo>
                    <a:pt x="1292354" y="81781"/>
                  </a:lnTo>
                  <a:lnTo>
                    <a:pt x="1300140" y="81943"/>
                  </a:lnTo>
                  <a:lnTo>
                    <a:pt x="1307925" y="82098"/>
                  </a:lnTo>
                  <a:lnTo>
                    <a:pt x="1315710" y="82134"/>
                  </a:lnTo>
                  <a:lnTo>
                    <a:pt x="1323495" y="81942"/>
                  </a:lnTo>
                  <a:lnTo>
                    <a:pt x="1331281" y="81998"/>
                  </a:lnTo>
                  <a:lnTo>
                    <a:pt x="1339066" y="82094"/>
                  </a:lnTo>
                  <a:lnTo>
                    <a:pt x="1346851" y="82145"/>
                  </a:lnTo>
                  <a:lnTo>
                    <a:pt x="1354637" y="82164"/>
                  </a:lnTo>
                  <a:lnTo>
                    <a:pt x="1362422" y="82219"/>
                  </a:lnTo>
                  <a:lnTo>
                    <a:pt x="1370207" y="82275"/>
                  </a:lnTo>
                  <a:lnTo>
                    <a:pt x="1377992" y="82330"/>
                  </a:lnTo>
                  <a:lnTo>
                    <a:pt x="1385778" y="82253"/>
                  </a:lnTo>
                  <a:lnTo>
                    <a:pt x="1393563" y="82310"/>
                  </a:lnTo>
                  <a:lnTo>
                    <a:pt x="1401348" y="82373"/>
                  </a:lnTo>
                  <a:lnTo>
                    <a:pt x="1409133" y="82546"/>
                  </a:lnTo>
                  <a:lnTo>
                    <a:pt x="1416919" y="82490"/>
                  </a:lnTo>
                  <a:lnTo>
                    <a:pt x="1424704" y="82313"/>
                  </a:lnTo>
                  <a:lnTo>
                    <a:pt x="1432489" y="82136"/>
                  </a:lnTo>
                  <a:lnTo>
                    <a:pt x="1440275" y="82439"/>
                  </a:lnTo>
                  <a:lnTo>
                    <a:pt x="1448060" y="82564"/>
                  </a:lnTo>
                  <a:lnTo>
                    <a:pt x="1455845" y="82665"/>
                  </a:lnTo>
                  <a:lnTo>
                    <a:pt x="1463630" y="82843"/>
                  </a:lnTo>
                  <a:lnTo>
                    <a:pt x="1471416" y="82930"/>
                  </a:lnTo>
                  <a:lnTo>
                    <a:pt x="1479201" y="82963"/>
                  </a:lnTo>
                  <a:lnTo>
                    <a:pt x="1486986" y="83019"/>
                  </a:lnTo>
                  <a:lnTo>
                    <a:pt x="1494771" y="83076"/>
                  </a:lnTo>
                  <a:lnTo>
                    <a:pt x="1502557" y="83103"/>
                  </a:lnTo>
                  <a:lnTo>
                    <a:pt x="1510342" y="83096"/>
                  </a:lnTo>
                  <a:lnTo>
                    <a:pt x="1518127" y="83089"/>
                  </a:lnTo>
                  <a:lnTo>
                    <a:pt x="1525912" y="83083"/>
                  </a:lnTo>
                  <a:lnTo>
                    <a:pt x="1533698" y="83080"/>
                  </a:lnTo>
                  <a:lnTo>
                    <a:pt x="1541483" y="83078"/>
                  </a:lnTo>
                  <a:lnTo>
                    <a:pt x="1549268" y="83215"/>
                  </a:lnTo>
                  <a:lnTo>
                    <a:pt x="1557054" y="83365"/>
                  </a:lnTo>
                  <a:lnTo>
                    <a:pt x="1564839" y="83515"/>
                  </a:lnTo>
                  <a:lnTo>
                    <a:pt x="1572624" y="83651"/>
                  </a:lnTo>
                  <a:lnTo>
                    <a:pt x="1580409" y="83707"/>
                  </a:lnTo>
                  <a:lnTo>
                    <a:pt x="1588195" y="83568"/>
                  </a:lnTo>
                  <a:lnTo>
                    <a:pt x="1595980" y="83406"/>
                  </a:lnTo>
                  <a:lnTo>
                    <a:pt x="1603765" y="83245"/>
                  </a:lnTo>
                  <a:lnTo>
                    <a:pt x="1611550" y="83082"/>
                  </a:lnTo>
                  <a:lnTo>
                    <a:pt x="1619336" y="83012"/>
                  </a:lnTo>
                  <a:lnTo>
                    <a:pt x="1627121" y="83001"/>
                  </a:lnTo>
                  <a:lnTo>
                    <a:pt x="1634906" y="82991"/>
                  </a:lnTo>
                  <a:lnTo>
                    <a:pt x="1642692" y="82980"/>
                  </a:lnTo>
                  <a:lnTo>
                    <a:pt x="1650477" y="82970"/>
                  </a:lnTo>
                  <a:lnTo>
                    <a:pt x="1658262" y="82961"/>
                  </a:lnTo>
                  <a:lnTo>
                    <a:pt x="1666047" y="82954"/>
                  </a:lnTo>
                  <a:lnTo>
                    <a:pt x="1673833" y="82947"/>
                  </a:lnTo>
                  <a:lnTo>
                    <a:pt x="1681618" y="82940"/>
                  </a:lnTo>
                  <a:lnTo>
                    <a:pt x="1689403" y="82935"/>
                  </a:lnTo>
                  <a:lnTo>
                    <a:pt x="1697188" y="82931"/>
                  </a:lnTo>
                  <a:lnTo>
                    <a:pt x="1704974" y="82927"/>
                  </a:lnTo>
                  <a:lnTo>
                    <a:pt x="1712759" y="82924"/>
                  </a:lnTo>
                  <a:lnTo>
                    <a:pt x="1720544" y="82920"/>
                  </a:lnTo>
                  <a:lnTo>
                    <a:pt x="1728330" y="82916"/>
                  </a:lnTo>
                  <a:lnTo>
                    <a:pt x="1736115" y="82912"/>
                  </a:lnTo>
                  <a:lnTo>
                    <a:pt x="1743900" y="82908"/>
                  </a:lnTo>
                  <a:lnTo>
                    <a:pt x="1751685" y="82905"/>
                  </a:lnTo>
                  <a:lnTo>
                    <a:pt x="1759471" y="82894"/>
                  </a:lnTo>
                  <a:lnTo>
                    <a:pt x="1767256" y="82883"/>
                  </a:lnTo>
                  <a:lnTo>
                    <a:pt x="1775041" y="82871"/>
                  </a:lnTo>
                  <a:lnTo>
                    <a:pt x="1782826" y="82860"/>
                  </a:lnTo>
                  <a:lnTo>
                    <a:pt x="1790612" y="82818"/>
                  </a:lnTo>
                  <a:lnTo>
                    <a:pt x="1798397" y="82703"/>
                  </a:lnTo>
                  <a:lnTo>
                    <a:pt x="1806182" y="82588"/>
                  </a:lnTo>
                  <a:lnTo>
                    <a:pt x="1813967" y="82472"/>
                  </a:lnTo>
                  <a:lnTo>
                    <a:pt x="1821753" y="82357"/>
                  </a:lnTo>
                  <a:lnTo>
                    <a:pt x="1829538" y="82306"/>
                  </a:lnTo>
                  <a:lnTo>
                    <a:pt x="1837323" y="82352"/>
                  </a:lnTo>
                  <a:lnTo>
                    <a:pt x="1845109" y="82398"/>
                  </a:lnTo>
                  <a:lnTo>
                    <a:pt x="1852894" y="82270"/>
                  </a:lnTo>
                  <a:lnTo>
                    <a:pt x="1860679" y="82129"/>
                  </a:lnTo>
                  <a:lnTo>
                    <a:pt x="1868464" y="81987"/>
                  </a:lnTo>
                  <a:lnTo>
                    <a:pt x="1876250" y="81844"/>
                  </a:lnTo>
                  <a:lnTo>
                    <a:pt x="1884035" y="81702"/>
                  </a:lnTo>
                  <a:lnTo>
                    <a:pt x="1891820" y="81559"/>
                  </a:lnTo>
                  <a:lnTo>
                    <a:pt x="1899605" y="81418"/>
                  </a:lnTo>
                  <a:lnTo>
                    <a:pt x="1907391" y="81422"/>
                  </a:lnTo>
                  <a:lnTo>
                    <a:pt x="1915176" y="81570"/>
                  </a:lnTo>
                  <a:lnTo>
                    <a:pt x="1922961" y="81718"/>
                  </a:lnTo>
                  <a:lnTo>
                    <a:pt x="1930747" y="81868"/>
                  </a:lnTo>
                  <a:lnTo>
                    <a:pt x="1938532" y="81663"/>
                  </a:lnTo>
                  <a:lnTo>
                    <a:pt x="1946317" y="81456"/>
                  </a:lnTo>
                  <a:lnTo>
                    <a:pt x="1954102" y="81250"/>
                  </a:lnTo>
                  <a:lnTo>
                    <a:pt x="1961888" y="81044"/>
                  </a:lnTo>
                  <a:lnTo>
                    <a:pt x="1969673" y="81024"/>
                  </a:lnTo>
                  <a:lnTo>
                    <a:pt x="1977458" y="81097"/>
                  </a:lnTo>
                  <a:lnTo>
                    <a:pt x="1985243" y="81171"/>
                  </a:lnTo>
                  <a:lnTo>
                    <a:pt x="1993029" y="81246"/>
                  </a:lnTo>
                  <a:lnTo>
                    <a:pt x="2000814" y="81320"/>
                  </a:lnTo>
                  <a:lnTo>
                    <a:pt x="2008599" y="81394"/>
                  </a:lnTo>
                  <a:lnTo>
                    <a:pt x="2016385" y="813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2" name="pl181"/>
            <p:cNvSpPr/>
            <p:nvPr/>
          </p:nvSpPr>
          <p:spPr>
            <a:xfrm>
              <a:off x="3648531" y="4924661"/>
              <a:ext cx="2016385" cy="31564"/>
            </a:xfrm>
            <a:custGeom>
              <a:avLst/>
              <a:pathLst>
                <a:path w="2016385" h="31564">
                  <a:moveTo>
                    <a:pt x="2016385" y="31564"/>
                  </a:moveTo>
                  <a:lnTo>
                    <a:pt x="2008599" y="31541"/>
                  </a:lnTo>
                  <a:lnTo>
                    <a:pt x="2000814" y="31518"/>
                  </a:lnTo>
                  <a:lnTo>
                    <a:pt x="1993029" y="31497"/>
                  </a:lnTo>
                  <a:lnTo>
                    <a:pt x="1985243" y="31476"/>
                  </a:lnTo>
                  <a:lnTo>
                    <a:pt x="1977458" y="31457"/>
                  </a:lnTo>
                  <a:lnTo>
                    <a:pt x="1969673" y="31437"/>
                  </a:lnTo>
                  <a:lnTo>
                    <a:pt x="1961888" y="31417"/>
                  </a:lnTo>
                  <a:lnTo>
                    <a:pt x="1954102" y="31396"/>
                  </a:lnTo>
                  <a:lnTo>
                    <a:pt x="1946317" y="31376"/>
                  </a:lnTo>
                  <a:lnTo>
                    <a:pt x="1938532" y="31356"/>
                  </a:lnTo>
                  <a:lnTo>
                    <a:pt x="1930747" y="31335"/>
                  </a:lnTo>
                  <a:lnTo>
                    <a:pt x="1922961" y="31313"/>
                  </a:lnTo>
                  <a:lnTo>
                    <a:pt x="1915176" y="31292"/>
                  </a:lnTo>
                  <a:lnTo>
                    <a:pt x="1907391" y="31270"/>
                  </a:lnTo>
                  <a:lnTo>
                    <a:pt x="1899605" y="31247"/>
                  </a:lnTo>
                  <a:lnTo>
                    <a:pt x="1891820" y="31220"/>
                  </a:lnTo>
                  <a:lnTo>
                    <a:pt x="1884035" y="31196"/>
                  </a:lnTo>
                  <a:lnTo>
                    <a:pt x="1876250" y="31172"/>
                  </a:lnTo>
                  <a:lnTo>
                    <a:pt x="1868464" y="31147"/>
                  </a:lnTo>
                  <a:lnTo>
                    <a:pt x="1860679" y="31123"/>
                  </a:lnTo>
                  <a:lnTo>
                    <a:pt x="1852894" y="31097"/>
                  </a:lnTo>
                  <a:lnTo>
                    <a:pt x="1845109" y="31072"/>
                  </a:lnTo>
                  <a:lnTo>
                    <a:pt x="1837323" y="31046"/>
                  </a:lnTo>
                  <a:lnTo>
                    <a:pt x="1829538" y="31019"/>
                  </a:lnTo>
                  <a:lnTo>
                    <a:pt x="1821753" y="30991"/>
                  </a:lnTo>
                  <a:lnTo>
                    <a:pt x="1813967" y="30961"/>
                  </a:lnTo>
                  <a:lnTo>
                    <a:pt x="1806182" y="30929"/>
                  </a:lnTo>
                  <a:lnTo>
                    <a:pt x="1798397" y="30898"/>
                  </a:lnTo>
                  <a:lnTo>
                    <a:pt x="1790612" y="30865"/>
                  </a:lnTo>
                  <a:lnTo>
                    <a:pt x="1782826" y="30832"/>
                  </a:lnTo>
                  <a:lnTo>
                    <a:pt x="1775041" y="30799"/>
                  </a:lnTo>
                  <a:lnTo>
                    <a:pt x="1767256" y="30765"/>
                  </a:lnTo>
                  <a:lnTo>
                    <a:pt x="1759471" y="30730"/>
                  </a:lnTo>
                  <a:lnTo>
                    <a:pt x="1751685" y="30695"/>
                  </a:lnTo>
                  <a:lnTo>
                    <a:pt x="1743900" y="30659"/>
                  </a:lnTo>
                  <a:lnTo>
                    <a:pt x="1736115" y="30623"/>
                  </a:lnTo>
                  <a:lnTo>
                    <a:pt x="1728330" y="30585"/>
                  </a:lnTo>
                  <a:lnTo>
                    <a:pt x="1720544" y="30547"/>
                  </a:lnTo>
                  <a:lnTo>
                    <a:pt x="1712759" y="30509"/>
                  </a:lnTo>
                  <a:lnTo>
                    <a:pt x="1704974" y="30469"/>
                  </a:lnTo>
                  <a:lnTo>
                    <a:pt x="1697188" y="30429"/>
                  </a:lnTo>
                  <a:lnTo>
                    <a:pt x="1689403" y="30389"/>
                  </a:lnTo>
                  <a:lnTo>
                    <a:pt x="1681618" y="30347"/>
                  </a:lnTo>
                  <a:lnTo>
                    <a:pt x="1673833" y="30305"/>
                  </a:lnTo>
                  <a:lnTo>
                    <a:pt x="1666047" y="30262"/>
                  </a:lnTo>
                  <a:lnTo>
                    <a:pt x="1658262" y="30218"/>
                  </a:lnTo>
                  <a:lnTo>
                    <a:pt x="1650477" y="30173"/>
                  </a:lnTo>
                  <a:lnTo>
                    <a:pt x="1642692" y="30128"/>
                  </a:lnTo>
                  <a:lnTo>
                    <a:pt x="1634906" y="30082"/>
                  </a:lnTo>
                  <a:lnTo>
                    <a:pt x="1627121" y="30035"/>
                  </a:lnTo>
                  <a:lnTo>
                    <a:pt x="1619336" y="29987"/>
                  </a:lnTo>
                  <a:lnTo>
                    <a:pt x="1611550" y="29938"/>
                  </a:lnTo>
                  <a:lnTo>
                    <a:pt x="1603765" y="29896"/>
                  </a:lnTo>
                  <a:lnTo>
                    <a:pt x="1595980" y="29856"/>
                  </a:lnTo>
                  <a:lnTo>
                    <a:pt x="1588195" y="29816"/>
                  </a:lnTo>
                  <a:lnTo>
                    <a:pt x="1580409" y="29763"/>
                  </a:lnTo>
                  <a:lnTo>
                    <a:pt x="1572624" y="29709"/>
                  </a:lnTo>
                  <a:lnTo>
                    <a:pt x="1564839" y="29654"/>
                  </a:lnTo>
                  <a:lnTo>
                    <a:pt x="1557054" y="29599"/>
                  </a:lnTo>
                  <a:lnTo>
                    <a:pt x="1549268" y="29542"/>
                  </a:lnTo>
                  <a:lnTo>
                    <a:pt x="1541483" y="29486"/>
                  </a:lnTo>
                  <a:lnTo>
                    <a:pt x="1533698" y="29436"/>
                  </a:lnTo>
                  <a:lnTo>
                    <a:pt x="1525912" y="29386"/>
                  </a:lnTo>
                  <a:lnTo>
                    <a:pt x="1518127" y="29335"/>
                  </a:lnTo>
                  <a:lnTo>
                    <a:pt x="1510342" y="29282"/>
                  </a:lnTo>
                  <a:lnTo>
                    <a:pt x="1502557" y="29230"/>
                  </a:lnTo>
                  <a:lnTo>
                    <a:pt x="1494771" y="29163"/>
                  </a:lnTo>
                  <a:lnTo>
                    <a:pt x="1486986" y="29093"/>
                  </a:lnTo>
                  <a:lnTo>
                    <a:pt x="1479201" y="29033"/>
                  </a:lnTo>
                  <a:lnTo>
                    <a:pt x="1471416" y="28987"/>
                  </a:lnTo>
                  <a:lnTo>
                    <a:pt x="1463630" y="28940"/>
                  </a:lnTo>
                  <a:lnTo>
                    <a:pt x="1455845" y="28894"/>
                  </a:lnTo>
                  <a:lnTo>
                    <a:pt x="1448060" y="28839"/>
                  </a:lnTo>
                  <a:lnTo>
                    <a:pt x="1440275" y="28780"/>
                  </a:lnTo>
                  <a:lnTo>
                    <a:pt x="1432489" y="28720"/>
                  </a:lnTo>
                  <a:lnTo>
                    <a:pt x="1424704" y="28659"/>
                  </a:lnTo>
                  <a:lnTo>
                    <a:pt x="1416919" y="28587"/>
                  </a:lnTo>
                  <a:lnTo>
                    <a:pt x="1409133" y="28505"/>
                  </a:lnTo>
                  <a:lnTo>
                    <a:pt x="1401348" y="28442"/>
                  </a:lnTo>
                  <a:lnTo>
                    <a:pt x="1393563" y="28378"/>
                  </a:lnTo>
                  <a:lnTo>
                    <a:pt x="1385778" y="28313"/>
                  </a:lnTo>
                  <a:lnTo>
                    <a:pt x="1377992" y="28247"/>
                  </a:lnTo>
                  <a:lnTo>
                    <a:pt x="1370207" y="28179"/>
                  </a:lnTo>
                  <a:lnTo>
                    <a:pt x="1362422" y="28107"/>
                  </a:lnTo>
                  <a:lnTo>
                    <a:pt x="1354637" y="28021"/>
                  </a:lnTo>
                  <a:lnTo>
                    <a:pt x="1346851" y="27933"/>
                  </a:lnTo>
                  <a:lnTo>
                    <a:pt x="1339066" y="27843"/>
                  </a:lnTo>
                  <a:lnTo>
                    <a:pt x="1331281" y="27751"/>
                  </a:lnTo>
                  <a:lnTo>
                    <a:pt x="1323495" y="27658"/>
                  </a:lnTo>
                  <a:lnTo>
                    <a:pt x="1315710" y="27571"/>
                  </a:lnTo>
                  <a:lnTo>
                    <a:pt x="1307925" y="27488"/>
                  </a:lnTo>
                  <a:lnTo>
                    <a:pt x="1300140" y="27404"/>
                  </a:lnTo>
                  <a:lnTo>
                    <a:pt x="1292354" y="27323"/>
                  </a:lnTo>
                  <a:lnTo>
                    <a:pt x="1284569" y="27242"/>
                  </a:lnTo>
                  <a:lnTo>
                    <a:pt x="1276784" y="27159"/>
                  </a:lnTo>
                  <a:lnTo>
                    <a:pt x="1268999" y="27076"/>
                  </a:lnTo>
                  <a:lnTo>
                    <a:pt x="1261213" y="26991"/>
                  </a:lnTo>
                  <a:lnTo>
                    <a:pt x="1253428" y="26905"/>
                  </a:lnTo>
                  <a:lnTo>
                    <a:pt x="1245643" y="26817"/>
                  </a:lnTo>
                  <a:lnTo>
                    <a:pt x="1237857" y="26728"/>
                  </a:lnTo>
                  <a:lnTo>
                    <a:pt x="1230072" y="26638"/>
                  </a:lnTo>
                  <a:lnTo>
                    <a:pt x="1222287" y="26546"/>
                  </a:lnTo>
                  <a:lnTo>
                    <a:pt x="1214502" y="26452"/>
                  </a:lnTo>
                  <a:lnTo>
                    <a:pt x="1206716" y="26356"/>
                  </a:lnTo>
                  <a:lnTo>
                    <a:pt x="1198931" y="26239"/>
                  </a:lnTo>
                  <a:lnTo>
                    <a:pt x="1191146" y="26118"/>
                  </a:lnTo>
                  <a:lnTo>
                    <a:pt x="1183361" y="26006"/>
                  </a:lnTo>
                  <a:lnTo>
                    <a:pt x="1175575" y="25900"/>
                  </a:lnTo>
                  <a:lnTo>
                    <a:pt x="1167790" y="25773"/>
                  </a:lnTo>
                  <a:lnTo>
                    <a:pt x="1160005" y="25661"/>
                  </a:lnTo>
                  <a:lnTo>
                    <a:pt x="1152220" y="25552"/>
                  </a:lnTo>
                  <a:lnTo>
                    <a:pt x="1144434" y="25463"/>
                  </a:lnTo>
                  <a:lnTo>
                    <a:pt x="1136649" y="25364"/>
                  </a:lnTo>
                  <a:lnTo>
                    <a:pt x="1128864" y="25271"/>
                  </a:lnTo>
                  <a:lnTo>
                    <a:pt x="1121078" y="25178"/>
                  </a:lnTo>
                  <a:lnTo>
                    <a:pt x="1113293" y="25083"/>
                  </a:lnTo>
                  <a:lnTo>
                    <a:pt x="1105508" y="24980"/>
                  </a:lnTo>
                  <a:lnTo>
                    <a:pt x="1097723" y="24834"/>
                  </a:lnTo>
                  <a:lnTo>
                    <a:pt x="1089937" y="24684"/>
                  </a:lnTo>
                  <a:lnTo>
                    <a:pt x="1082152" y="24532"/>
                  </a:lnTo>
                  <a:lnTo>
                    <a:pt x="1074367" y="24377"/>
                  </a:lnTo>
                  <a:lnTo>
                    <a:pt x="1066582" y="24250"/>
                  </a:lnTo>
                  <a:lnTo>
                    <a:pt x="1058796" y="24134"/>
                  </a:lnTo>
                  <a:lnTo>
                    <a:pt x="1051011" y="24016"/>
                  </a:lnTo>
                  <a:lnTo>
                    <a:pt x="1043226" y="23909"/>
                  </a:lnTo>
                  <a:lnTo>
                    <a:pt x="1035440" y="23777"/>
                  </a:lnTo>
                  <a:lnTo>
                    <a:pt x="1027655" y="23603"/>
                  </a:lnTo>
                  <a:lnTo>
                    <a:pt x="1019870" y="23446"/>
                  </a:lnTo>
                  <a:lnTo>
                    <a:pt x="1012085" y="23287"/>
                  </a:lnTo>
                  <a:lnTo>
                    <a:pt x="1004299" y="23136"/>
                  </a:lnTo>
                  <a:lnTo>
                    <a:pt x="996514" y="23021"/>
                  </a:lnTo>
                  <a:lnTo>
                    <a:pt x="988729" y="22891"/>
                  </a:lnTo>
                  <a:lnTo>
                    <a:pt x="980944" y="22755"/>
                  </a:lnTo>
                  <a:lnTo>
                    <a:pt x="973158" y="22613"/>
                  </a:lnTo>
                  <a:lnTo>
                    <a:pt x="965373" y="22494"/>
                  </a:lnTo>
                  <a:lnTo>
                    <a:pt x="957588" y="22373"/>
                  </a:lnTo>
                  <a:lnTo>
                    <a:pt x="949802" y="22250"/>
                  </a:lnTo>
                  <a:lnTo>
                    <a:pt x="942017" y="22126"/>
                  </a:lnTo>
                  <a:lnTo>
                    <a:pt x="934232" y="21993"/>
                  </a:lnTo>
                  <a:lnTo>
                    <a:pt x="926447" y="21833"/>
                  </a:lnTo>
                  <a:lnTo>
                    <a:pt x="918661" y="21669"/>
                  </a:lnTo>
                  <a:lnTo>
                    <a:pt x="910876" y="21466"/>
                  </a:lnTo>
                  <a:lnTo>
                    <a:pt x="903091" y="21309"/>
                  </a:lnTo>
                  <a:lnTo>
                    <a:pt x="895306" y="21133"/>
                  </a:lnTo>
                  <a:lnTo>
                    <a:pt x="887520" y="20992"/>
                  </a:lnTo>
                  <a:lnTo>
                    <a:pt x="879735" y="20848"/>
                  </a:lnTo>
                  <a:lnTo>
                    <a:pt x="871950" y="20681"/>
                  </a:lnTo>
                  <a:lnTo>
                    <a:pt x="864165" y="20473"/>
                  </a:lnTo>
                  <a:lnTo>
                    <a:pt x="856379" y="20308"/>
                  </a:lnTo>
                  <a:lnTo>
                    <a:pt x="848594" y="20111"/>
                  </a:lnTo>
                  <a:lnTo>
                    <a:pt x="840809" y="19939"/>
                  </a:lnTo>
                  <a:lnTo>
                    <a:pt x="833023" y="19858"/>
                  </a:lnTo>
                  <a:lnTo>
                    <a:pt x="825238" y="19648"/>
                  </a:lnTo>
                  <a:lnTo>
                    <a:pt x="817453" y="19435"/>
                  </a:lnTo>
                  <a:lnTo>
                    <a:pt x="809668" y="19248"/>
                  </a:lnTo>
                  <a:lnTo>
                    <a:pt x="801882" y="19076"/>
                  </a:lnTo>
                  <a:lnTo>
                    <a:pt x="794097" y="18903"/>
                  </a:lnTo>
                  <a:lnTo>
                    <a:pt x="786312" y="18718"/>
                  </a:lnTo>
                  <a:lnTo>
                    <a:pt x="778527" y="18542"/>
                  </a:lnTo>
                  <a:lnTo>
                    <a:pt x="770741" y="18346"/>
                  </a:lnTo>
                  <a:lnTo>
                    <a:pt x="762956" y="18150"/>
                  </a:lnTo>
                  <a:lnTo>
                    <a:pt x="755171" y="17913"/>
                  </a:lnTo>
                  <a:lnTo>
                    <a:pt x="747385" y="17741"/>
                  </a:lnTo>
                  <a:lnTo>
                    <a:pt x="739600" y="17526"/>
                  </a:lnTo>
                  <a:lnTo>
                    <a:pt x="731815" y="17195"/>
                  </a:lnTo>
                  <a:lnTo>
                    <a:pt x="724030" y="16994"/>
                  </a:lnTo>
                  <a:lnTo>
                    <a:pt x="716244" y="16790"/>
                  </a:lnTo>
                  <a:lnTo>
                    <a:pt x="708459" y="16567"/>
                  </a:lnTo>
                  <a:lnTo>
                    <a:pt x="700674" y="16284"/>
                  </a:lnTo>
                  <a:lnTo>
                    <a:pt x="692889" y="15996"/>
                  </a:lnTo>
                  <a:lnTo>
                    <a:pt x="685103" y="15703"/>
                  </a:lnTo>
                  <a:lnTo>
                    <a:pt x="677318" y="15502"/>
                  </a:lnTo>
                  <a:lnTo>
                    <a:pt x="669533" y="15322"/>
                  </a:lnTo>
                  <a:lnTo>
                    <a:pt x="661747" y="15140"/>
                  </a:lnTo>
                  <a:lnTo>
                    <a:pt x="653962" y="14981"/>
                  </a:lnTo>
                  <a:lnTo>
                    <a:pt x="646177" y="14770"/>
                  </a:lnTo>
                  <a:lnTo>
                    <a:pt x="638392" y="14539"/>
                  </a:lnTo>
                  <a:lnTo>
                    <a:pt x="630606" y="14230"/>
                  </a:lnTo>
                  <a:lnTo>
                    <a:pt x="622821" y="14012"/>
                  </a:lnTo>
                  <a:lnTo>
                    <a:pt x="615036" y="13771"/>
                  </a:lnTo>
                  <a:lnTo>
                    <a:pt x="607251" y="13493"/>
                  </a:lnTo>
                  <a:lnTo>
                    <a:pt x="599465" y="13169"/>
                  </a:lnTo>
                  <a:lnTo>
                    <a:pt x="591680" y="12840"/>
                  </a:lnTo>
                  <a:lnTo>
                    <a:pt x="583895" y="12658"/>
                  </a:lnTo>
                  <a:lnTo>
                    <a:pt x="576110" y="12477"/>
                  </a:lnTo>
                  <a:lnTo>
                    <a:pt x="568324" y="12294"/>
                  </a:lnTo>
                  <a:lnTo>
                    <a:pt x="560539" y="12112"/>
                  </a:lnTo>
                  <a:lnTo>
                    <a:pt x="552754" y="11924"/>
                  </a:lnTo>
                  <a:lnTo>
                    <a:pt x="544968" y="11639"/>
                  </a:lnTo>
                  <a:lnTo>
                    <a:pt x="537183" y="11373"/>
                  </a:lnTo>
                  <a:lnTo>
                    <a:pt x="529398" y="11278"/>
                  </a:lnTo>
                  <a:lnTo>
                    <a:pt x="521613" y="11024"/>
                  </a:lnTo>
                  <a:lnTo>
                    <a:pt x="513827" y="10794"/>
                  </a:lnTo>
                  <a:lnTo>
                    <a:pt x="506042" y="10522"/>
                  </a:lnTo>
                  <a:lnTo>
                    <a:pt x="498257" y="10307"/>
                  </a:lnTo>
                  <a:lnTo>
                    <a:pt x="490472" y="10091"/>
                  </a:lnTo>
                  <a:lnTo>
                    <a:pt x="482686" y="9893"/>
                  </a:lnTo>
                  <a:lnTo>
                    <a:pt x="474901" y="9742"/>
                  </a:lnTo>
                  <a:lnTo>
                    <a:pt x="467116" y="9588"/>
                  </a:lnTo>
                  <a:lnTo>
                    <a:pt x="459330" y="9434"/>
                  </a:lnTo>
                  <a:lnTo>
                    <a:pt x="451545" y="9281"/>
                  </a:lnTo>
                  <a:lnTo>
                    <a:pt x="443760" y="9144"/>
                  </a:lnTo>
                  <a:lnTo>
                    <a:pt x="435975" y="8908"/>
                  </a:lnTo>
                  <a:lnTo>
                    <a:pt x="428189" y="8589"/>
                  </a:lnTo>
                  <a:lnTo>
                    <a:pt x="420404" y="8426"/>
                  </a:lnTo>
                  <a:lnTo>
                    <a:pt x="412619" y="8218"/>
                  </a:lnTo>
                  <a:lnTo>
                    <a:pt x="404834" y="7995"/>
                  </a:lnTo>
                  <a:lnTo>
                    <a:pt x="397048" y="7763"/>
                  </a:lnTo>
                  <a:lnTo>
                    <a:pt x="389263" y="7671"/>
                  </a:lnTo>
                  <a:lnTo>
                    <a:pt x="381478" y="7448"/>
                  </a:lnTo>
                  <a:lnTo>
                    <a:pt x="373692" y="7193"/>
                  </a:lnTo>
                  <a:lnTo>
                    <a:pt x="365907" y="6937"/>
                  </a:lnTo>
                  <a:lnTo>
                    <a:pt x="358122" y="6720"/>
                  </a:lnTo>
                  <a:lnTo>
                    <a:pt x="350337" y="6541"/>
                  </a:lnTo>
                  <a:lnTo>
                    <a:pt x="342551" y="6309"/>
                  </a:lnTo>
                  <a:lnTo>
                    <a:pt x="334766" y="6142"/>
                  </a:lnTo>
                  <a:lnTo>
                    <a:pt x="326981" y="5944"/>
                  </a:lnTo>
                  <a:lnTo>
                    <a:pt x="319196" y="5793"/>
                  </a:lnTo>
                  <a:lnTo>
                    <a:pt x="311410" y="5629"/>
                  </a:lnTo>
                  <a:lnTo>
                    <a:pt x="303625" y="5456"/>
                  </a:lnTo>
                  <a:lnTo>
                    <a:pt x="295840" y="5271"/>
                  </a:lnTo>
                  <a:lnTo>
                    <a:pt x="288055" y="5014"/>
                  </a:lnTo>
                  <a:lnTo>
                    <a:pt x="280269" y="4839"/>
                  </a:lnTo>
                  <a:lnTo>
                    <a:pt x="272484" y="4754"/>
                  </a:lnTo>
                  <a:lnTo>
                    <a:pt x="264699" y="4576"/>
                  </a:lnTo>
                  <a:lnTo>
                    <a:pt x="256913" y="4401"/>
                  </a:lnTo>
                  <a:lnTo>
                    <a:pt x="249128" y="4259"/>
                  </a:lnTo>
                  <a:lnTo>
                    <a:pt x="241343" y="4107"/>
                  </a:lnTo>
                  <a:lnTo>
                    <a:pt x="233558" y="3959"/>
                  </a:lnTo>
                  <a:lnTo>
                    <a:pt x="225772" y="3812"/>
                  </a:lnTo>
                  <a:lnTo>
                    <a:pt x="217987" y="3709"/>
                  </a:lnTo>
                  <a:lnTo>
                    <a:pt x="210202" y="3517"/>
                  </a:lnTo>
                  <a:lnTo>
                    <a:pt x="202417" y="3409"/>
                  </a:lnTo>
                  <a:lnTo>
                    <a:pt x="194631" y="3145"/>
                  </a:lnTo>
                  <a:lnTo>
                    <a:pt x="186846" y="2956"/>
                  </a:lnTo>
                  <a:lnTo>
                    <a:pt x="179061" y="2690"/>
                  </a:lnTo>
                  <a:lnTo>
                    <a:pt x="171275" y="2717"/>
                  </a:lnTo>
                  <a:lnTo>
                    <a:pt x="163490" y="2603"/>
                  </a:lnTo>
                  <a:lnTo>
                    <a:pt x="155705" y="2438"/>
                  </a:lnTo>
                  <a:lnTo>
                    <a:pt x="147920" y="2389"/>
                  </a:lnTo>
                  <a:lnTo>
                    <a:pt x="140134" y="2196"/>
                  </a:lnTo>
                  <a:lnTo>
                    <a:pt x="132349" y="2007"/>
                  </a:lnTo>
                  <a:lnTo>
                    <a:pt x="124564" y="1823"/>
                  </a:lnTo>
                  <a:lnTo>
                    <a:pt x="116779" y="1642"/>
                  </a:lnTo>
                  <a:lnTo>
                    <a:pt x="108993" y="1484"/>
                  </a:lnTo>
                  <a:lnTo>
                    <a:pt x="101208" y="1333"/>
                  </a:lnTo>
                  <a:lnTo>
                    <a:pt x="93423" y="1161"/>
                  </a:lnTo>
                  <a:lnTo>
                    <a:pt x="85637" y="999"/>
                  </a:lnTo>
                  <a:lnTo>
                    <a:pt x="77852" y="837"/>
                  </a:lnTo>
                  <a:lnTo>
                    <a:pt x="70067" y="771"/>
                  </a:lnTo>
                  <a:lnTo>
                    <a:pt x="62282" y="728"/>
                  </a:lnTo>
                  <a:lnTo>
                    <a:pt x="54496" y="699"/>
                  </a:lnTo>
                  <a:lnTo>
                    <a:pt x="46711" y="647"/>
                  </a:lnTo>
                  <a:lnTo>
                    <a:pt x="38926" y="533"/>
                  </a:lnTo>
                  <a:lnTo>
                    <a:pt x="31141" y="429"/>
                  </a:lnTo>
                  <a:lnTo>
                    <a:pt x="23355" y="323"/>
                  </a:lnTo>
                  <a:lnTo>
                    <a:pt x="15570" y="290"/>
                  </a:lnTo>
                  <a:lnTo>
                    <a:pt x="7785" y="1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648531" y="4823912"/>
              <a:ext cx="2016385" cy="131354"/>
            </a:xfrm>
            <a:custGeom>
              <a:avLst/>
              <a:pathLst>
                <a:path w="2016385" h="131354">
                  <a:moveTo>
                    <a:pt x="0" y="0"/>
                  </a:moveTo>
                  <a:lnTo>
                    <a:pt x="7785" y="1213"/>
                  </a:lnTo>
                  <a:lnTo>
                    <a:pt x="15570" y="2193"/>
                  </a:lnTo>
                  <a:lnTo>
                    <a:pt x="23355" y="3092"/>
                  </a:lnTo>
                  <a:lnTo>
                    <a:pt x="31141" y="4211"/>
                  </a:lnTo>
                  <a:lnTo>
                    <a:pt x="38926" y="5463"/>
                  </a:lnTo>
                  <a:lnTo>
                    <a:pt x="46711" y="6709"/>
                  </a:lnTo>
                  <a:lnTo>
                    <a:pt x="54496" y="7946"/>
                  </a:lnTo>
                  <a:lnTo>
                    <a:pt x="62282" y="9173"/>
                  </a:lnTo>
                  <a:lnTo>
                    <a:pt x="70067" y="10391"/>
                  </a:lnTo>
                  <a:lnTo>
                    <a:pt x="77852" y="11578"/>
                  </a:lnTo>
                  <a:lnTo>
                    <a:pt x="85637" y="12804"/>
                  </a:lnTo>
                  <a:lnTo>
                    <a:pt x="93423" y="13992"/>
                  </a:lnTo>
                  <a:lnTo>
                    <a:pt x="101208" y="14908"/>
                  </a:lnTo>
                  <a:lnTo>
                    <a:pt x="108993" y="15913"/>
                  </a:lnTo>
                  <a:lnTo>
                    <a:pt x="116779" y="17031"/>
                  </a:lnTo>
                  <a:lnTo>
                    <a:pt x="124564" y="17923"/>
                  </a:lnTo>
                  <a:lnTo>
                    <a:pt x="132349" y="19031"/>
                  </a:lnTo>
                  <a:lnTo>
                    <a:pt x="140134" y="20129"/>
                  </a:lnTo>
                  <a:lnTo>
                    <a:pt x="147920" y="20811"/>
                  </a:lnTo>
                  <a:lnTo>
                    <a:pt x="155705" y="21868"/>
                  </a:lnTo>
                  <a:lnTo>
                    <a:pt x="163490" y="23100"/>
                  </a:lnTo>
                  <a:lnTo>
                    <a:pt x="171275" y="24478"/>
                  </a:lnTo>
                  <a:lnTo>
                    <a:pt x="179061" y="25632"/>
                  </a:lnTo>
                  <a:lnTo>
                    <a:pt x="186846" y="26880"/>
                  </a:lnTo>
                  <a:lnTo>
                    <a:pt x="194631" y="27976"/>
                  </a:lnTo>
                  <a:lnTo>
                    <a:pt x="202417" y="29193"/>
                  </a:lnTo>
                  <a:lnTo>
                    <a:pt x="210202" y="30205"/>
                  </a:lnTo>
                  <a:lnTo>
                    <a:pt x="217987" y="31296"/>
                  </a:lnTo>
                  <a:lnTo>
                    <a:pt x="225772" y="32424"/>
                  </a:lnTo>
                  <a:lnTo>
                    <a:pt x="233558" y="33175"/>
                  </a:lnTo>
                  <a:lnTo>
                    <a:pt x="241343" y="34011"/>
                  </a:lnTo>
                  <a:lnTo>
                    <a:pt x="249128" y="34881"/>
                  </a:lnTo>
                  <a:lnTo>
                    <a:pt x="256913" y="35838"/>
                  </a:lnTo>
                  <a:lnTo>
                    <a:pt x="264699" y="36708"/>
                  </a:lnTo>
                  <a:lnTo>
                    <a:pt x="272484" y="37646"/>
                  </a:lnTo>
                  <a:lnTo>
                    <a:pt x="280269" y="38664"/>
                  </a:lnTo>
                  <a:lnTo>
                    <a:pt x="288055" y="39793"/>
                  </a:lnTo>
                  <a:lnTo>
                    <a:pt x="295840" y="40510"/>
                  </a:lnTo>
                  <a:lnTo>
                    <a:pt x="303625" y="41425"/>
                  </a:lnTo>
                  <a:lnTo>
                    <a:pt x="311410" y="42323"/>
                  </a:lnTo>
                  <a:lnTo>
                    <a:pt x="319196" y="43211"/>
                  </a:lnTo>
                  <a:lnTo>
                    <a:pt x="326981" y="43814"/>
                  </a:lnTo>
                  <a:lnTo>
                    <a:pt x="334766" y="44366"/>
                  </a:lnTo>
                  <a:lnTo>
                    <a:pt x="342551" y="45489"/>
                  </a:lnTo>
                  <a:lnTo>
                    <a:pt x="350337" y="46263"/>
                  </a:lnTo>
                  <a:lnTo>
                    <a:pt x="358122" y="47102"/>
                  </a:lnTo>
                  <a:lnTo>
                    <a:pt x="365907" y="48087"/>
                  </a:lnTo>
                  <a:lnTo>
                    <a:pt x="373692" y="48807"/>
                  </a:lnTo>
                  <a:lnTo>
                    <a:pt x="381478" y="49390"/>
                  </a:lnTo>
                  <a:lnTo>
                    <a:pt x="389263" y="50224"/>
                  </a:lnTo>
                  <a:lnTo>
                    <a:pt x="397048" y="50958"/>
                  </a:lnTo>
                  <a:lnTo>
                    <a:pt x="404834" y="51745"/>
                  </a:lnTo>
                  <a:lnTo>
                    <a:pt x="412619" y="52533"/>
                  </a:lnTo>
                  <a:lnTo>
                    <a:pt x="420404" y="53193"/>
                  </a:lnTo>
                  <a:lnTo>
                    <a:pt x="428189" y="53853"/>
                  </a:lnTo>
                  <a:lnTo>
                    <a:pt x="435975" y="54543"/>
                  </a:lnTo>
                  <a:lnTo>
                    <a:pt x="443760" y="55148"/>
                  </a:lnTo>
                  <a:lnTo>
                    <a:pt x="451545" y="55676"/>
                  </a:lnTo>
                  <a:lnTo>
                    <a:pt x="459330" y="56200"/>
                  </a:lnTo>
                  <a:lnTo>
                    <a:pt x="467116" y="56733"/>
                  </a:lnTo>
                  <a:lnTo>
                    <a:pt x="474901" y="57298"/>
                  </a:lnTo>
                  <a:lnTo>
                    <a:pt x="482686" y="57883"/>
                  </a:lnTo>
                  <a:lnTo>
                    <a:pt x="490472" y="58273"/>
                  </a:lnTo>
                  <a:lnTo>
                    <a:pt x="498257" y="58760"/>
                  </a:lnTo>
                  <a:lnTo>
                    <a:pt x="506042" y="59179"/>
                  </a:lnTo>
                  <a:lnTo>
                    <a:pt x="513827" y="59742"/>
                  </a:lnTo>
                  <a:lnTo>
                    <a:pt x="521613" y="60293"/>
                  </a:lnTo>
                  <a:lnTo>
                    <a:pt x="529398" y="60767"/>
                  </a:lnTo>
                  <a:lnTo>
                    <a:pt x="537183" y="61035"/>
                  </a:lnTo>
                  <a:lnTo>
                    <a:pt x="544968" y="61323"/>
                  </a:lnTo>
                  <a:lnTo>
                    <a:pt x="552754" y="61890"/>
                  </a:lnTo>
                  <a:lnTo>
                    <a:pt x="560539" y="62457"/>
                  </a:lnTo>
                  <a:lnTo>
                    <a:pt x="568324" y="62957"/>
                  </a:lnTo>
                  <a:lnTo>
                    <a:pt x="576110" y="63385"/>
                  </a:lnTo>
                  <a:lnTo>
                    <a:pt x="583895" y="63685"/>
                  </a:lnTo>
                  <a:lnTo>
                    <a:pt x="591680" y="64208"/>
                  </a:lnTo>
                  <a:lnTo>
                    <a:pt x="599465" y="64728"/>
                  </a:lnTo>
                  <a:lnTo>
                    <a:pt x="607251" y="65209"/>
                  </a:lnTo>
                  <a:lnTo>
                    <a:pt x="615036" y="65652"/>
                  </a:lnTo>
                  <a:lnTo>
                    <a:pt x="622821" y="66092"/>
                  </a:lnTo>
                  <a:lnTo>
                    <a:pt x="630606" y="66587"/>
                  </a:lnTo>
                  <a:lnTo>
                    <a:pt x="638392" y="66966"/>
                  </a:lnTo>
                  <a:lnTo>
                    <a:pt x="646177" y="67586"/>
                  </a:lnTo>
                  <a:lnTo>
                    <a:pt x="653962" y="68006"/>
                  </a:lnTo>
                  <a:lnTo>
                    <a:pt x="661747" y="68331"/>
                  </a:lnTo>
                  <a:lnTo>
                    <a:pt x="669533" y="68678"/>
                  </a:lnTo>
                  <a:lnTo>
                    <a:pt x="677318" y="69099"/>
                  </a:lnTo>
                  <a:lnTo>
                    <a:pt x="685103" y="69544"/>
                  </a:lnTo>
                  <a:lnTo>
                    <a:pt x="692889" y="70116"/>
                  </a:lnTo>
                  <a:lnTo>
                    <a:pt x="700674" y="70392"/>
                  </a:lnTo>
                  <a:lnTo>
                    <a:pt x="708459" y="70668"/>
                  </a:lnTo>
                  <a:lnTo>
                    <a:pt x="716244" y="71135"/>
                  </a:lnTo>
                  <a:lnTo>
                    <a:pt x="724030" y="71581"/>
                  </a:lnTo>
                  <a:lnTo>
                    <a:pt x="731815" y="71985"/>
                  </a:lnTo>
                  <a:lnTo>
                    <a:pt x="739600" y="72388"/>
                  </a:lnTo>
                  <a:lnTo>
                    <a:pt x="747385" y="72787"/>
                  </a:lnTo>
                  <a:lnTo>
                    <a:pt x="755171" y="73181"/>
                  </a:lnTo>
                  <a:lnTo>
                    <a:pt x="762956" y="73572"/>
                  </a:lnTo>
                  <a:lnTo>
                    <a:pt x="770741" y="73960"/>
                  </a:lnTo>
                  <a:lnTo>
                    <a:pt x="778527" y="74347"/>
                  </a:lnTo>
                  <a:lnTo>
                    <a:pt x="786312" y="74644"/>
                  </a:lnTo>
                  <a:lnTo>
                    <a:pt x="794097" y="74846"/>
                  </a:lnTo>
                  <a:lnTo>
                    <a:pt x="801882" y="75007"/>
                  </a:lnTo>
                  <a:lnTo>
                    <a:pt x="809668" y="75135"/>
                  </a:lnTo>
                  <a:lnTo>
                    <a:pt x="817453" y="75330"/>
                  </a:lnTo>
                  <a:lnTo>
                    <a:pt x="825238" y="75695"/>
                  </a:lnTo>
                  <a:lnTo>
                    <a:pt x="833023" y="75982"/>
                  </a:lnTo>
                  <a:lnTo>
                    <a:pt x="840809" y="76098"/>
                  </a:lnTo>
                  <a:lnTo>
                    <a:pt x="848594" y="76194"/>
                  </a:lnTo>
                  <a:lnTo>
                    <a:pt x="856379" y="76414"/>
                  </a:lnTo>
                  <a:lnTo>
                    <a:pt x="864165" y="76603"/>
                  </a:lnTo>
                  <a:lnTo>
                    <a:pt x="871950" y="76797"/>
                  </a:lnTo>
                  <a:lnTo>
                    <a:pt x="879735" y="77089"/>
                  </a:lnTo>
                  <a:lnTo>
                    <a:pt x="887520" y="77478"/>
                  </a:lnTo>
                  <a:lnTo>
                    <a:pt x="895306" y="77961"/>
                  </a:lnTo>
                  <a:lnTo>
                    <a:pt x="903091" y="78187"/>
                  </a:lnTo>
                  <a:lnTo>
                    <a:pt x="910876" y="78387"/>
                  </a:lnTo>
                  <a:lnTo>
                    <a:pt x="918661" y="78585"/>
                  </a:lnTo>
                  <a:lnTo>
                    <a:pt x="926447" y="78784"/>
                  </a:lnTo>
                  <a:lnTo>
                    <a:pt x="934232" y="78986"/>
                  </a:lnTo>
                  <a:lnTo>
                    <a:pt x="942017" y="79187"/>
                  </a:lnTo>
                  <a:lnTo>
                    <a:pt x="949802" y="79489"/>
                  </a:lnTo>
                  <a:lnTo>
                    <a:pt x="957588" y="79822"/>
                  </a:lnTo>
                  <a:lnTo>
                    <a:pt x="965373" y="80076"/>
                  </a:lnTo>
                  <a:lnTo>
                    <a:pt x="973158" y="80423"/>
                  </a:lnTo>
                  <a:lnTo>
                    <a:pt x="980944" y="80806"/>
                  </a:lnTo>
                  <a:lnTo>
                    <a:pt x="988729" y="81170"/>
                  </a:lnTo>
                  <a:lnTo>
                    <a:pt x="996514" y="81466"/>
                  </a:lnTo>
                  <a:lnTo>
                    <a:pt x="1004299" y="81782"/>
                  </a:lnTo>
                  <a:lnTo>
                    <a:pt x="1012085" y="82091"/>
                  </a:lnTo>
                  <a:lnTo>
                    <a:pt x="1019870" y="82280"/>
                  </a:lnTo>
                  <a:lnTo>
                    <a:pt x="1027655" y="82468"/>
                  </a:lnTo>
                  <a:lnTo>
                    <a:pt x="1035440" y="82655"/>
                  </a:lnTo>
                  <a:lnTo>
                    <a:pt x="1043226" y="82842"/>
                  </a:lnTo>
                  <a:lnTo>
                    <a:pt x="1051011" y="82926"/>
                  </a:lnTo>
                  <a:lnTo>
                    <a:pt x="1058796" y="82996"/>
                  </a:lnTo>
                  <a:lnTo>
                    <a:pt x="1066582" y="83048"/>
                  </a:lnTo>
                  <a:lnTo>
                    <a:pt x="1074367" y="83116"/>
                  </a:lnTo>
                  <a:lnTo>
                    <a:pt x="1082152" y="83257"/>
                  </a:lnTo>
                  <a:lnTo>
                    <a:pt x="1089937" y="83301"/>
                  </a:lnTo>
                  <a:lnTo>
                    <a:pt x="1097723" y="83420"/>
                  </a:lnTo>
                  <a:lnTo>
                    <a:pt x="1105508" y="83613"/>
                  </a:lnTo>
                  <a:lnTo>
                    <a:pt x="1113293" y="83809"/>
                  </a:lnTo>
                  <a:lnTo>
                    <a:pt x="1121078" y="84004"/>
                  </a:lnTo>
                  <a:lnTo>
                    <a:pt x="1128864" y="84204"/>
                  </a:lnTo>
                  <a:lnTo>
                    <a:pt x="1136649" y="84402"/>
                  </a:lnTo>
                  <a:lnTo>
                    <a:pt x="1144434" y="84590"/>
                  </a:lnTo>
                  <a:lnTo>
                    <a:pt x="1152220" y="84659"/>
                  </a:lnTo>
                  <a:lnTo>
                    <a:pt x="1160005" y="84855"/>
                  </a:lnTo>
                  <a:lnTo>
                    <a:pt x="1167790" y="85031"/>
                  </a:lnTo>
                  <a:lnTo>
                    <a:pt x="1175575" y="85189"/>
                  </a:lnTo>
                  <a:lnTo>
                    <a:pt x="1183361" y="85361"/>
                  </a:lnTo>
                  <a:lnTo>
                    <a:pt x="1191146" y="85478"/>
                  </a:lnTo>
                  <a:lnTo>
                    <a:pt x="1198931" y="85543"/>
                  </a:lnTo>
                  <a:lnTo>
                    <a:pt x="1206716" y="85609"/>
                  </a:lnTo>
                  <a:lnTo>
                    <a:pt x="1214502" y="85680"/>
                  </a:lnTo>
                  <a:lnTo>
                    <a:pt x="1222287" y="85852"/>
                  </a:lnTo>
                  <a:lnTo>
                    <a:pt x="1230072" y="86025"/>
                  </a:lnTo>
                  <a:lnTo>
                    <a:pt x="1237857" y="86230"/>
                  </a:lnTo>
                  <a:lnTo>
                    <a:pt x="1245643" y="86566"/>
                  </a:lnTo>
                  <a:lnTo>
                    <a:pt x="1253428" y="86726"/>
                  </a:lnTo>
                  <a:lnTo>
                    <a:pt x="1261213" y="86882"/>
                  </a:lnTo>
                  <a:lnTo>
                    <a:pt x="1268999" y="87178"/>
                  </a:lnTo>
                  <a:lnTo>
                    <a:pt x="1276784" y="87208"/>
                  </a:lnTo>
                  <a:lnTo>
                    <a:pt x="1284569" y="87332"/>
                  </a:lnTo>
                  <a:lnTo>
                    <a:pt x="1292354" y="87484"/>
                  </a:lnTo>
                  <a:lnTo>
                    <a:pt x="1300140" y="87789"/>
                  </a:lnTo>
                  <a:lnTo>
                    <a:pt x="1307925" y="88001"/>
                  </a:lnTo>
                  <a:lnTo>
                    <a:pt x="1315710" y="87950"/>
                  </a:lnTo>
                  <a:lnTo>
                    <a:pt x="1323495" y="88079"/>
                  </a:lnTo>
                  <a:lnTo>
                    <a:pt x="1331281" y="88237"/>
                  </a:lnTo>
                  <a:lnTo>
                    <a:pt x="1339066" y="88402"/>
                  </a:lnTo>
                  <a:lnTo>
                    <a:pt x="1346851" y="88567"/>
                  </a:lnTo>
                  <a:lnTo>
                    <a:pt x="1354637" y="88731"/>
                  </a:lnTo>
                  <a:lnTo>
                    <a:pt x="1362422" y="88895"/>
                  </a:lnTo>
                  <a:lnTo>
                    <a:pt x="1370207" y="88979"/>
                  </a:lnTo>
                  <a:lnTo>
                    <a:pt x="1377992" y="89101"/>
                  </a:lnTo>
                  <a:lnTo>
                    <a:pt x="1385778" y="89334"/>
                  </a:lnTo>
                  <a:lnTo>
                    <a:pt x="1393563" y="89544"/>
                  </a:lnTo>
                  <a:lnTo>
                    <a:pt x="1401348" y="89705"/>
                  </a:lnTo>
                  <a:lnTo>
                    <a:pt x="1409133" y="89865"/>
                  </a:lnTo>
                  <a:lnTo>
                    <a:pt x="1416919" y="90025"/>
                  </a:lnTo>
                  <a:lnTo>
                    <a:pt x="1424704" y="90184"/>
                  </a:lnTo>
                  <a:lnTo>
                    <a:pt x="1432489" y="90343"/>
                  </a:lnTo>
                  <a:lnTo>
                    <a:pt x="1440275" y="90501"/>
                  </a:lnTo>
                  <a:lnTo>
                    <a:pt x="1448060" y="90535"/>
                  </a:lnTo>
                  <a:lnTo>
                    <a:pt x="1455845" y="90630"/>
                  </a:lnTo>
                  <a:lnTo>
                    <a:pt x="1463630" y="90826"/>
                  </a:lnTo>
                  <a:lnTo>
                    <a:pt x="1471416" y="91021"/>
                  </a:lnTo>
                  <a:lnTo>
                    <a:pt x="1479201" y="91044"/>
                  </a:lnTo>
                  <a:lnTo>
                    <a:pt x="1486986" y="91084"/>
                  </a:lnTo>
                  <a:lnTo>
                    <a:pt x="1494771" y="91246"/>
                  </a:lnTo>
                  <a:lnTo>
                    <a:pt x="1502557" y="91413"/>
                  </a:lnTo>
                  <a:lnTo>
                    <a:pt x="1510342" y="91580"/>
                  </a:lnTo>
                  <a:lnTo>
                    <a:pt x="1518127" y="91678"/>
                  </a:lnTo>
                  <a:lnTo>
                    <a:pt x="1525912" y="91772"/>
                  </a:lnTo>
                  <a:lnTo>
                    <a:pt x="1533698" y="91925"/>
                  </a:lnTo>
                  <a:lnTo>
                    <a:pt x="1541483" y="92120"/>
                  </a:lnTo>
                  <a:lnTo>
                    <a:pt x="1549268" y="92178"/>
                  </a:lnTo>
                  <a:lnTo>
                    <a:pt x="1557054" y="92213"/>
                  </a:lnTo>
                  <a:lnTo>
                    <a:pt x="1564839" y="92206"/>
                  </a:lnTo>
                  <a:lnTo>
                    <a:pt x="1572624" y="92286"/>
                  </a:lnTo>
                  <a:lnTo>
                    <a:pt x="1580409" y="92497"/>
                  </a:lnTo>
                  <a:lnTo>
                    <a:pt x="1588195" y="92592"/>
                  </a:lnTo>
                  <a:lnTo>
                    <a:pt x="1595980" y="92745"/>
                  </a:lnTo>
                  <a:lnTo>
                    <a:pt x="1603765" y="92937"/>
                  </a:lnTo>
                  <a:lnTo>
                    <a:pt x="1611550" y="93018"/>
                  </a:lnTo>
                  <a:lnTo>
                    <a:pt x="1619336" y="93075"/>
                  </a:lnTo>
                  <a:lnTo>
                    <a:pt x="1627121" y="93237"/>
                  </a:lnTo>
                  <a:lnTo>
                    <a:pt x="1634906" y="93229"/>
                  </a:lnTo>
                  <a:lnTo>
                    <a:pt x="1642692" y="93222"/>
                  </a:lnTo>
                  <a:lnTo>
                    <a:pt x="1650477" y="93218"/>
                  </a:lnTo>
                  <a:lnTo>
                    <a:pt x="1658262" y="93337"/>
                  </a:lnTo>
                  <a:lnTo>
                    <a:pt x="1666047" y="93471"/>
                  </a:lnTo>
                  <a:lnTo>
                    <a:pt x="1673833" y="93608"/>
                  </a:lnTo>
                  <a:lnTo>
                    <a:pt x="1681618" y="93744"/>
                  </a:lnTo>
                  <a:lnTo>
                    <a:pt x="1689403" y="93868"/>
                  </a:lnTo>
                  <a:lnTo>
                    <a:pt x="1697188" y="93836"/>
                  </a:lnTo>
                  <a:lnTo>
                    <a:pt x="1704974" y="93804"/>
                  </a:lnTo>
                  <a:lnTo>
                    <a:pt x="1712759" y="93774"/>
                  </a:lnTo>
                  <a:lnTo>
                    <a:pt x="1720544" y="93893"/>
                  </a:lnTo>
                  <a:lnTo>
                    <a:pt x="1728330" y="94056"/>
                  </a:lnTo>
                  <a:lnTo>
                    <a:pt x="1736115" y="94218"/>
                  </a:lnTo>
                  <a:lnTo>
                    <a:pt x="1743900" y="94335"/>
                  </a:lnTo>
                  <a:lnTo>
                    <a:pt x="1751685" y="94397"/>
                  </a:lnTo>
                  <a:lnTo>
                    <a:pt x="1759471" y="94451"/>
                  </a:lnTo>
                  <a:lnTo>
                    <a:pt x="1767256" y="94470"/>
                  </a:lnTo>
                  <a:lnTo>
                    <a:pt x="1775041" y="94491"/>
                  </a:lnTo>
                  <a:lnTo>
                    <a:pt x="1782826" y="94512"/>
                  </a:lnTo>
                  <a:lnTo>
                    <a:pt x="1790612" y="94577"/>
                  </a:lnTo>
                  <a:lnTo>
                    <a:pt x="1798397" y="94562"/>
                  </a:lnTo>
                  <a:lnTo>
                    <a:pt x="1806182" y="94576"/>
                  </a:lnTo>
                  <a:lnTo>
                    <a:pt x="1813967" y="94650"/>
                  </a:lnTo>
                  <a:lnTo>
                    <a:pt x="1821753" y="94602"/>
                  </a:lnTo>
                  <a:lnTo>
                    <a:pt x="1829538" y="94618"/>
                  </a:lnTo>
                  <a:lnTo>
                    <a:pt x="1837323" y="94634"/>
                  </a:lnTo>
                  <a:lnTo>
                    <a:pt x="1845109" y="94651"/>
                  </a:lnTo>
                  <a:lnTo>
                    <a:pt x="1852894" y="94668"/>
                  </a:lnTo>
                  <a:lnTo>
                    <a:pt x="1860679" y="94685"/>
                  </a:lnTo>
                  <a:lnTo>
                    <a:pt x="1868464" y="94702"/>
                  </a:lnTo>
                  <a:lnTo>
                    <a:pt x="1876250" y="94719"/>
                  </a:lnTo>
                  <a:lnTo>
                    <a:pt x="1884035" y="94736"/>
                  </a:lnTo>
                  <a:lnTo>
                    <a:pt x="1891820" y="94753"/>
                  </a:lnTo>
                  <a:lnTo>
                    <a:pt x="1899605" y="94770"/>
                  </a:lnTo>
                  <a:lnTo>
                    <a:pt x="1907391" y="94787"/>
                  </a:lnTo>
                  <a:lnTo>
                    <a:pt x="1915176" y="94791"/>
                  </a:lnTo>
                  <a:lnTo>
                    <a:pt x="1922961" y="94746"/>
                  </a:lnTo>
                  <a:lnTo>
                    <a:pt x="1930747" y="94701"/>
                  </a:lnTo>
                  <a:lnTo>
                    <a:pt x="1938532" y="94809"/>
                  </a:lnTo>
                  <a:lnTo>
                    <a:pt x="1946317" y="94882"/>
                  </a:lnTo>
                  <a:lnTo>
                    <a:pt x="1954102" y="94902"/>
                  </a:lnTo>
                  <a:lnTo>
                    <a:pt x="1961888" y="94921"/>
                  </a:lnTo>
                  <a:lnTo>
                    <a:pt x="1969673" y="94953"/>
                  </a:lnTo>
                  <a:lnTo>
                    <a:pt x="1977458" y="95046"/>
                  </a:lnTo>
                  <a:lnTo>
                    <a:pt x="1985243" y="95139"/>
                  </a:lnTo>
                  <a:lnTo>
                    <a:pt x="1993029" y="95231"/>
                  </a:lnTo>
                  <a:lnTo>
                    <a:pt x="2000814" y="95324"/>
                  </a:lnTo>
                  <a:lnTo>
                    <a:pt x="2008599" y="95404"/>
                  </a:lnTo>
                  <a:lnTo>
                    <a:pt x="2016385" y="95432"/>
                  </a:lnTo>
                  <a:lnTo>
                    <a:pt x="2016385" y="131354"/>
                  </a:lnTo>
                  <a:lnTo>
                    <a:pt x="2008599" y="131316"/>
                  </a:lnTo>
                  <a:lnTo>
                    <a:pt x="2000814" y="131281"/>
                  </a:lnTo>
                  <a:lnTo>
                    <a:pt x="1993029" y="131256"/>
                  </a:lnTo>
                  <a:lnTo>
                    <a:pt x="1985243" y="131232"/>
                  </a:lnTo>
                  <a:lnTo>
                    <a:pt x="1977458" y="131208"/>
                  </a:lnTo>
                  <a:lnTo>
                    <a:pt x="1969673" y="131183"/>
                  </a:lnTo>
                  <a:lnTo>
                    <a:pt x="1961888" y="131158"/>
                  </a:lnTo>
                  <a:lnTo>
                    <a:pt x="1954102" y="131133"/>
                  </a:lnTo>
                  <a:lnTo>
                    <a:pt x="1946317" y="131108"/>
                  </a:lnTo>
                  <a:lnTo>
                    <a:pt x="1938532" y="131079"/>
                  </a:lnTo>
                  <a:lnTo>
                    <a:pt x="1930747" y="131043"/>
                  </a:lnTo>
                  <a:lnTo>
                    <a:pt x="1922961" y="131007"/>
                  </a:lnTo>
                  <a:lnTo>
                    <a:pt x="1915176" y="130970"/>
                  </a:lnTo>
                  <a:lnTo>
                    <a:pt x="1907391" y="130932"/>
                  </a:lnTo>
                  <a:lnTo>
                    <a:pt x="1899605" y="130894"/>
                  </a:lnTo>
                  <a:lnTo>
                    <a:pt x="1891820" y="130856"/>
                  </a:lnTo>
                  <a:lnTo>
                    <a:pt x="1884035" y="130816"/>
                  </a:lnTo>
                  <a:lnTo>
                    <a:pt x="1876250" y="130776"/>
                  </a:lnTo>
                  <a:lnTo>
                    <a:pt x="1868464" y="130735"/>
                  </a:lnTo>
                  <a:lnTo>
                    <a:pt x="1860679" y="130694"/>
                  </a:lnTo>
                  <a:lnTo>
                    <a:pt x="1852894" y="130652"/>
                  </a:lnTo>
                  <a:lnTo>
                    <a:pt x="1845109" y="130610"/>
                  </a:lnTo>
                  <a:lnTo>
                    <a:pt x="1837323" y="130567"/>
                  </a:lnTo>
                  <a:lnTo>
                    <a:pt x="1829538" y="130523"/>
                  </a:lnTo>
                  <a:lnTo>
                    <a:pt x="1821753" y="130479"/>
                  </a:lnTo>
                  <a:lnTo>
                    <a:pt x="1813967" y="130433"/>
                  </a:lnTo>
                  <a:lnTo>
                    <a:pt x="1806182" y="130394"/>
                  </a:lnTo>
                  <a:lnTo>
                    <a:pt x="1798397" y="130357"/>
                  </a:lnTo>
                  <a:lnTo>
                    <a:pt x="1790612" y="130320"/>
                  </a:lnTo>
                  <a:lnTo>
                    <a:pt x="1782826" y="130282"/>
                  </a:lnTo>
                  <a:lnTo>
                    <a:pt x="1775041" y="130244"/>
                  </a:lnTo>
                  <a:lnTo>
                    <a:pt x="1767256" y="130205"/>
                  </a:lnTo>
                  <a:lnTo>
                    <a:pt x="1759471" y="130162"/>
                  </a:lnTo>
                  <a:lnTo>
                    <a:pt x="1751685" y="130113"/>
                  </a:lnTo>
                  <a:lnTo>
                    <a:pt x="1743900" y="130064"/>
                  </a:lnTo>
                  <a:lnTo>
                    <a:pt x="1736115" y="130014"/>
                  </a:lnTo>
                  <a:lnTo>
                    <a:pt x="1728330" y="129963"/>
                  </a:lnTo>
                  <a:lnTo>
                    <a:pt x="1720544" y="129911"/>
                  </a:lnTo>
                  <a:lnTo>
                    <a:pt x="1712759" y="129859"/>
                  </a:lnTo>
                  <a:lnTo>
                    <a:pt x="1704974" y="129807"/>
                  </a:lnTo>
                  <a:lnTo>
                    <a:pt x="1697188" y="129768"/>
                  </a:lnTo>
                  <a:lnTo>
                    <a:pt x="1689403" y="129729"/>
                  </a:lnTo>
                  <a:lnTo>
                    <a:pt x="1681618" y="129690"/>
                  </a:lnTo>
                  <a:lnTo>
                    <a:pt x="1673833" y="129650"/>
                  </a:lnTo>
                  <a:lnTo>
                    <a:pt x="1666047" y="129610"/>
                  </a:lnTo>
                  <a:lnTo>
                    <a:pt x="1658262" y="129570"/>
                  </a:lnTo>
                  <a:lnTo>
                    <a:pt x="1650477" y="129529"/>
                  </a:lnTo>
                  <a:lnTo>
                    <a:pt x="1642692" y="129487"/>
                  </a:lnTo>
                  <a:lnTo>
                    <a:pt x="1634906" y="129443"/>
                  </a:lnTo>
                  <a:lnTo>
                    <a:pt x="1627121" y="129375"/>
                  </a:lnTo>
                  <a:lnTo>
                    <a:pt x="1619336" y="129306"/>
                  </a:lnTo>
                  <a:lnTo>
                    <a:pt x="1611550" y="129242"/>
                  </a:lnTo>
                  <a:lnTo>
                    <a:pt x="1603765" y="129201"/>
                  </a:lnTo>
                  <a:lnTo>
                    <a:pt x="1595980" y="129168"/>
                  </a:lnTo>
                  <a:lnTo>
                    <a:pt x="1588195" y="129134"/>
                  </a:lnTo>
                  <a:lnTo>
                    <a:pt x="1580409" y="129099"/>
                  </a:lnTo>
                  <a:lnTo>
                    <a:pt x="1572624" y="129065"/>
                  </a:lnTo>
                  <a:lnTo>
                    <a:pt x="1564839" y="129013"/>
                  </a:lnTo>
                  <a:lnTo>
                    <a:pt x="1557054" y="128948"/>
                  </a:lnTo>
                  <a:lnTo>
                    <a:pt x="1549268" y="128890"/>
                  </a:lnTo>
                  <a:lnTo>
                    <a:pt x="1541483" y="128844"/>
                  </a:lnTo>
                  <a:lnTo>
                    <a:pt x="1533698" y="128797"/>
                  </a:lnTo>
                  <a:lnTo>
                    <a:pt x="1525912" y="128741"/>
                  </a:lnTo>
                  <a:lnTo>
                    <a:pt x="1518127" y="128677"/>
                  </a:lnTo>
                  <a:lnTo>
                    <a:pt x="1510342" y="128608"/>
                  </a:lnTo>
                  <a:lnTo>
                    <a:pt x="1502557" y="128539"/>
                  </a:lnTo>
                  <a:lnTo>
                    <a:pt x="1494771" y="128469"/>
                  </a:lnTo>
                  <a:lnTo>
                    <a:pt x="1486986" y="128397"/>
                  </a:lnTo>
                  <a:lnTo>
                    <a:pt x="1479201" y="128325"/>
                  </a:lnTo>
                  <a:lnTo>
                    <a:pt x="1471416" y="128252"/>
                  </a:lnTo>
                  <a:lnTo>
                    <a:pt x="1463630" y="128177"/>
                  </a:lnTo>
                  <a:lnTo>
                    <a:pt x="1455845" y="128102"/>
                  </a:lnTo>
                  <a:lnTo>
                    <a:pt x="1448060" y="128040"/>
                  </a:lnTo>
                  <a:lnTo>
                    <a:pt x="1440275" y="127979"/>
                  </a:lnTo>
                  <a:lnTo>
                    <a:pt x="1432489" y="127914"/>
                  </a:lnTo>
                  <a:lnTo>
                    <a:pt x="1424704" y="127837"/>
                  </a:lnTo>
                  <a:lnTo>
                    <a:pt x="1416919" y="127787"/>
                  </a:lnTo>
                  <a:lnTo>
                    <a:pt x="1409133" y="127713"/>
                  </a:lnTo>
                  <a:lnTo>
                    <a:pt x="1401348" y="127637"/>
                  </a:lnTo>
                  <a:lnTo>
                    <a:pt x="1393563" y="127560"/>
                  </a:lnTo>
                  <a:lnTo>
                    <a:pt x="1385778" y="127482"/>
                  </a:lnTo>
                  <a:lnTo>
                    <a:pt x="1377992" y="127403"/>
                  </a:lnTo>
                  <a:lnTo>
                    <a:pt x="1370207" y="127323"/>
                  </a:lnTo>
                  <a:lnTo>
                    <a:pt x="1362422" y="127242"/>
                  </a:lnTo>
                  <a:lnTo>
                    <a:pt x="1354637" y="127159"/>
                  </a:lnTo>
                  <a:lnTo>
                    <a:pt x="1346851" y="127076"/>
                  </a:lnTo>
                  <a:lnTo>
                    <a:pt x="1339066" y="126992"/>
                  </a:lnTo>
                  <a:lnTo>
                    <a:pt x="1331281" y="126906"/>
                  </a:lnTo>
                  <a:lnTo>
                    <a:pt x="1323495" y="126819"/>
                  </a:lnTo>
                  <a:lnTo>
                    <a:pt x="1315710" y="126731"/>
                  </a:lnTo>
                  <a:lnTo>
                    <a:pt x="1307925" y="126642"/>
                  </a:lnTo>
                  <a:lnTo>
                    <a:pt x="1300140" y="126549"/>
                  </a:lnTo>
                  <a:lnTo>
                    <a:pt x="1292354" y="126442"/>
                  </a:lnTo>
                  <a:lnTo>
                    <a:pt x="1284569" y="126368"/>
                  </a:lnTo>
                  <a:lnTo>
                    <a:pt x="1276784" y="126274"/>
                  </a:lnTo>
                  <a:lnTo>
                    <a:pt x="1268999" y="126179"/>
                  </a:lnTo>
                  <a:lnTo>
                    <a:pt x="1261213" y="126083"/>
                  </a:lnTo>
                  <a:lnTo>
                    <a:pt x="1253428" y="125986"/>
                  </a:lnTo>
                  <a:lnTo>
                    <a:pt x="1245643" y="125885"/>
                  </a:lnTo>
                  <a:lnTo>
                    <a:pt x="1237857" y="125790"/>
                  </a:lnTo>
                  <a:lnTo>
                    <a:pt x="1230072" y="125727"/>
                  </a:lnTo>
                  <a:lnTo>
                    <a:pt x="1222287" y="125634"/>
                  </a:lnTo>
                  <a:lnTo>
                    <a:pt x="1214502" y="125538"/>
                  </a:lnTo>
                  <a:lnTo>
                    <a:pt x="1206716" y="125442"/>
                  </a:lnTo>
                  <a:lnTo>
                    <a:pt x="1198931" y="125349"/>
                  </a:lnTo>
                  <a:lnTo>
                    <a:pt x="1191146" y="125246"/>
                  </a:lnTo>
                  <a:lnTo>
                    <a:pt x="1183361" y="125145"/>
                  </a:lnTo>
                  <a:lnTo>
                    <a:pt x="1175575" y="125016"/>
                  </a:lnTo>
                  <a:lnTo>
                    <a:pt x="1167790" y="124896"/>
                  </a:lnTo>
                  <a:lnTo>
                    <a:pt x="1160005" y="124803"/>
                  </a:lnTo>
                  <a:lnTo>
                    <a:pt x="1152220" y="124669"/>
                  </a:lnTo>
                  <a:lnTo>
                    <a:pt x="1144434" y="124556"/>
                  </a:lnTo>
                  <a:lnTo>
                    <a:pt x="1136649" y="124473"/>
                  </a:lnTo>
                  <a:lnTo>
                    <a:pt x="1128864" y="124389"/>
                  </a:lnTo>
                  <a:lnTo>
                    <a:pt x="1121078" y="124301"/>
                  </a:lnTo>
                  <a:lnTo>
                    <a:pt x="1113293" y="124191"/>
                  </a:lnTo>
                  <a:lnTo>
                    <a:pt x="1105508" y="124078"/>
                  </a:lnTo>
                  <a:lnTo>
                    <a:pt x="1097723" y="123964"/>
                  </a:lnTo>
                  <a:lnTo>
                    <a:pt x="1089937" y="123849"/>
                  </a:lnTo>
                  <a:lnTo>
                    <a:pt x="1082152" y="123734"/>
                  </a:lnTo>
                  <a:lnTo>
                    <a:pt x="1074367" y="123627"/>
                  </a:lnTo>
                  <a:lnTo>
                    <a:pt x="1066582" y="123549"/>
                  </a:lnTo>
                  <a:lnTo>
                    <a:pt x="1058796" y="123404"/>
                  </a:lnTo>
                  <a:lnTo>
                    <a:pt x="1051011" y="123251"/>
                  </a:lnTo>
                  <a:lnTo>
                    <a:pt x="1043226" y="123101"/>
                  </a:lnTo>
                  <a:lnTo>
                    <a:pt x="1035440" y="122999"/>
                  </a:lnTo>
                  <a:lnTo>
                    <a:pt x="1027655" y="122876"/>
                  </a:lnTo>
                  <a:lnTo>
                    <a:pt x="1019870" y="122774"/>
                  </a:lnTo>
                  <a:lnTo>
                    <a:pt x="1012085" y="122673"/>
                  </a:lnTo>
                  <a:lnTo>
                    <a:pt x="1004299" y="122570"/>
                  </a:lnTo>
                  <a:lnTo>
                    <a:pt x="996514" y="122440"/>
                  </a:lnTo>
                  <a:lnTo>
                    <a:pt x="988729" y="122298"/>
                  </a:lnTo>
                  <a:lnTo>
                    <a:pt x="980944" y="122165"/>
                  </a:lnTo>
                  <a:lnTo>
                    <a:pt x="973158" y="122087"/>
                  </a:lnTo>
                  <a:lnTo>
                    <a:pt x="965373" y="121992"/>
                  </a:lnTo>
                  <a:lnTo>
                    <a:pt x="957588" y="121904"/>
                  </a:lnTo>
                  <a:lnTo>
                    <a:pt x="949802" y="121791"/>
                  </a:lnTo>
                  <a:lnTo>
                    <a:pt x="942017" y="121678"/>
                  </a:lnTo>
                  <a:lnTo>
                    <a:pt x="934232" y="121557"/>
                  </a:lnTo>
                  <a:lnTo>
                    <a:pt x="926447" y="121462"/>
                  </a:lnTo>
                  <a:lnTo>
                    <a:pt x="918661" y="121367"/>
                  </a:lnTo>
                  <a:lnTo>
                    <a:pt x="910876" y="121271"/>
                  </a:lnTo>
                  <a:lnTo>
                    <a:pt x="903091" y="121160"/>
                  </a:lnTo>
                  <a:lnTo>
                    <a:pt x="895306" y="121044"/>
                  </a:lnTo>
                  <a:lnTo>
                    <a:pt x="887520" y="120928"/>
                  </a:lnTo>
                  <a:lnTo>
                    <a:pt x="879735" y="120791"/>
                  </a:lnTo>
                  <a:lnTo>
                    <a:pt x="871950" y="120611"/>
                  </a:lnTo>
                  <a:lnTo>
                    <a:pt x="864165" y="120484"/>
                  </a:lnTo>
                  <a:lnTo>
                    <a:pt x="856379" y="120320"/>
                  </a:lnTo>
                  <a:lnTo>
                    <a:pt x="848594" y="120153"/>
                  </a:lnTo>
                  <a:lnTo>
                    <a:pt x="840809" y="119983"/>
                  </a:lnTo>
                  <a:lnTo>
                    <a:pt x="833023" y="119811"/>
                  </a:lnTo>
                  <a:lnTo>
                    <a:pt x="825238" y="119639"/>
                  </a:lnTo>
                  <a:lnTo>
                    <a:pt x="817453" y="119530"/>
                  </a:lnTo>
                  <a:lnTo>
                    <a:pt x="809668" y="119384"/>
                  </a:lnTo>
                  <a:lnTo>
                    <a:pt x="801882" y="119257"/>
                  </a:lnTo>
                  <a:lnTo>
                    <a:pt x="794097" y="119130"/>
                  </a:lnTo>
                  <a:lnTo>
                    <a:pt x="786312" y="118997"/>
                  </a:lnTo>
                  <a:lnTo>
                    <a:pt x="778527" y="118843"/>
                  </a:lnTo>
                  <a:lnTo>
                    <a:pt x="770741" y="118640"/>
                  </a:lnTo>
                  <a:lnTo>
                    <a:pt x="762956" y="118483"/>
                  </a:lnTo>
                  <a:lnTo>
                    <a:pt x="755171" y="118382"/>
                  </a:lnTo>
                  <a:lnTo>
                    <a:pt x="747385" y="118280"/>
                  </a:lnTo>
                  <a:lnTo>
                    <a:pt x="739600" y="118167"/>
                  </a:lnTo>
                  <a:lnTo>
                    <a:pt x="731815" y="117991"/>
                  </a:lnTo>
                  <a:lnTo>
                    <a:pt x="724030" y="117801"/>
                  </a:lnTo>
                  <a:lnTo>
                    <a:pt x="716244" y="117677"/>
                  </a:lnTo>
                  <a:lnTo>
                    <a:pt x="708459" y="117523"/>
                  </a:lnTo>
                  <a:lnTo>
                    <a:pt x="700674" y="117468"/>
                  </a:lnTo>
                  <a:lnTo>
                    <a:pt x="692889" y="117226"/>
                  </a:lnTo>
                  <a:lnTo>
                    <a:pt x="685103" y="117067"/>
                  </a:lnTo>
                  <a:lnTo>
                    <a:pt x="677318" y="116897"/>
                  </a:lnTo>
                  <a:lnTo>
                    <a:pt x="669533" y="116660"/>
                  </a:lnTo>
                  <a:lnTo>
                    <a:pt x="661747" y="116420"/>
                  </a:lnTo>
                  <a:lnTo>
                    <a:pt x="653962" y="116280"/>
                  </a:lnTo>
                  <a:lnTo>
                    <a:pt x="646177" y="116238"/>
                  </a:lnTo>
                  <a:lnTo>
                    <a:pt x="638392" y="116110"/>
                  </a:lnTo>
                  <a:lnTo>
                    <a:pt x="630606" y="116020"/>
                  </a:lnTo>
                  <a:lnTo>
                    <a:pt x="622821" y="115840"/>
                  </a:lnTo>
                  <a:lnTo>
                    <a:pt x="615036" y="115691"/>
                  </a:lnTo>
                  <a:lnTo>
                    <a:pt x="607251" y="115547"/>
                  </a:lnTo>
                  <a:lnTo>
                    <a:pt x="599465" y="115388"/>
                  </a:lnTo>
                  <a:lnTo>
                    <a:pt x="591680" y="115224"/>
                  </a:lnTo>
                  <a:lnTo>
                    <a:pt x="583895" y="115061"/>
                  </a:lnTo>
                  <a:lnTo>
                    <a:pt x="576110" y="114851"/>
                  </a:lnTo>
                  <a:lnTo>
                    <a:pt x="568324" y="114684"/>
                  </a:lnTo>
                  <a:lnTo>
                    <a:pt x="560539" y="114538"/>
                  </a:lnTo>
                  <a:lnTo>
                    <a:pt x="552754" y="114393"/>
                  </a:lnTo>
                  <a:lnTo>
                    <a:pt x="544968" y="114223"/>
                  </a:lnTo>
                  <a:lnTo>
                    <a:pt x="537183" y="114083"/>
                  </a:lnTo>
                  <a:lnTo>
                    <a:pt x="529398" y="113940"/>
                  </a:lnTo>
                  <a:lnTo>
                    <a:pt x="521613" y="113800"/>
                  </a:lnTo>
                  <a:lnTo>
                    <a:pt x="513827" y="113628"/>
                  </a:lnTo>
                  <a:lnTo>
                    <a:pt x="506042" y="113450"/>
                  </a:lnTo>
                  <a:lnTo>
                    <a:pt x="498257" y="113288"/>
                  </a:lnTo>
                  <a:lnTo>
                    <a:pt x="490472" y="113108"/>
                  </a:lnTo>
                  <a:lnTo>
                    <a:pt x="482686" y="113053"/>
                  </a:lnTo>
                  <a:lnTo>
                    <a:pt x="474901" y="112921"/>
                  </a:lnTo>
                  <a:lnTo>
                    <a:pt x="467116" y="112743"/>
                  </a:lnTo>
                  <a:lnTo>
                    <a:pt x="459330" y="112552"/>
                  </a:lnTo>
                  <a:lnTo>
                    <a:pt x="451545" y="112420"/>
                  </a:lnTo>
                  <a:lnTo>
                    <a:pt x="443760" y="112283"/>
                  </a:lnTo>
                  <a:lnTo>
                    <a:pt x="435975" y="112029"/>
                  </a:lnTo>
                  <a:lnTo>
                    <a:pt x="428189" y="111773"/>
                  </a:lnTo>
                  <a:lnTo>
                    <a:pt x="420404" y="111573"/>
                  </a:lnTo>
                  <a:lnTo>
                    <a:pt x="412619" y="111536"/>
                  </a:lnTo>
                  <a:lnTo>
                    <a:pt x="404834" y="111494"/>
                  </a:lnTo>
                  <a:lnTo>
                    <a:pt x="397048" y="111292"/>
                  </a:lnTo>
                  <a:lnTo>
                    <a:pt x="389263" y="111165"/>
                  </a:lnTo>
                  <a:lnTo>
                    <a:pt x="381478" y="110998"/>
                  </a:lnTo>
                  <a:lnTo>
                    <a:pt x="373692" y="110832"/>
                  </a:lnTo>
                  <a:lnTo>
                    <a:pt x="365907" y="110663"/>
                  </a:lnTo>
                  <a:lnTo>
                    <a:pt x="358122" y="110493"/>
                  </a:lnTo>
                  <a:lnTo>
                    <a:pt x="350337" y="110423"/>
                  </a:lnTo>
                  <a:lnTo>
                    <a:pt x="342551" y="110224"/>
                  </a:lnTo>
                  <a:lnTo>
                    <a:pt x="334766" y="110076"/>
                  </a:lnTo>
                  <a:lnTo>
                    <a:pt x="326981" y="109946"/>
                  </a:lnTo>
                  <a:lnTo>
                    <a:pt x="319196" y="109781"/>
                  </a:lnTo>
                  <a:lnTo>
                    <a:pt x="311410" y="109599"/>
                  </a:lnTo>
                  <a:lnTo>
                    <a:pt x="303625" y="109424"/>
                  </a:lnTo>
                  <a:lnTo>
                    <a:pt x="295840" y="109299"/>
                  </a:lnTo>
                  <a:lnTo>
                    <a:pt x="288055" y="109126"/>
                  </a:lnTo>
                  <a:lnTo>
                    <a:pt x="280269" y="108955"/>
                  </a:lnTo>
                  <a:lnTo>
                    <a:pt x="272484" y="108818"/>
                  </a:lnTo>
                  <a:lnTo>
                    <a:pt x="264699" y="108688"/>
                  </a:lnTo>
                  <a:lnTo>
                    <a:pt x="256913" y="108562"/>
                  </a:lnTo>
                  <a:lnTo>
                    <a:pt x="249128" y="108481"/>
                  </a:lnTo>
                  <a:lnTo>
                    <a:pt x="241343" y="108449"/>
                  </a:lnTo>
                  <a:lnTo>
                    <a:pt x="233558" y="108337"/>
                  </a:lnTo>
                  <a:lnTo>
                    <a:pt x="225772" y="108128"/>
                  </a:lnTo>
                  <a:lnTo>
                    <a:pt x="217987" y="108059"/>
                  </a:lnTo>
                  <a:lnTo>
                    <a:pt x="210202" y="107922"/>
                  </a:lnTo>
                  <a:lnTo>
                    <a:pt x="202417" y="107781"/>
                  </a:lnTo>
                  <a:lnTo>
                    <a:pt x="194631" y="107730"/>
                  </a:lnTo>
                  <a:lnTo>
                    <a:pt x="186846" y="107627"/>
                  </a:lnTo>
                  <a:lnTo>
                    <a:pt x="179061" y="107399"/>
                  </a:lnTo>
                  <a:lnTo>
                    <a:pt x="171275" y="107207"/>
                  </a:lnTo>
                  <a:lnTo>
                    <a:pt x="163490" y="107084"/>
                  </a:lnTo>
                  <a:lnTo>
                    <a:pt x="155705" y="106978"/>
                  </a:lnTo>
                  <a:lnTo>
                    <a:pt x="147920" y="106841"/>
                  </a:lnTo>
                  <a:lnTo>
                    <a:pt x="140134" y="106660"/>
                  </a:lnTo>
                  <a:lnTo>
                    <a:pt x="132349" y="106516"/>
                  </a:lnTo>
                  <a:lnTo>
                    <a:pt x="124564" y="106408"/>
                  </a:lnTo>
                  <a:lnTo>
                    <a:pt x="116779" y="106248"/>
                  </a:lnTo>
                  <a:lnTo>
                    <a:pt x="108993" y="106086"/>
                  </a:lnTo>
                  <a:lnTo>
                    <a:pt x="101208" y="105976"/>
                  </a:lnTo>
                  <a:lnTo>
                    <a:pt x="93423" y="105804"/>
                  </a:lnTo>
                  <a:lnTo>
                    <a:pt x="85637" y="105608"/>
                  </a:lnTo>
                  <a:lnTo>
                    <a:pt x="77852" y="105460"/>
                  </a:lnTo>
                  <a:lnTo>
                    <a:pt x="70067" y="105314"/>
                  </a:lnTo>
                  <a:lnTo>
                    <a:pt x="62282" y="105254"/>
                  </a:lnTo>
                  <a:lnTo>
                    <a:pt x="54496" y="105172"/>
                  </a:lnTo>
                  <a:lnTo>
                    <a:pt x="46711" y="104992"/>
                  </a:lnTo>
                  <a:lnTo>
                    <a:pt x="38926" y="104905"/>
                  </a:lnTo>
                  <a:lnTo>
                    <a:pt x="31141" y="104815"/>
                  </a:lnTo>
                  <a:lnTo>
                    <a:pt x="23355" y="104725"/>
                  </a:lnTo>
                  <a:lnTo>
                    <a:pt x="15570" y="104635"/>
                  </a:lnTo>
                  <a:lnTo>
                    <a:pt x="7785" y="104472"/>
                  </a:lnTo>
                  <a:lnTo>
                    <a:pt x="0" y="104308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3648531" y="4823912"/>
              <a:ext cx="2016385" cy="95432"/>
            </a:xfrm>
            <a:custGeom>
              <a:avLst/>
              <a:pathLst>
                <a:path w="2016385" h="95432">
                  <a:moveTo>
                    <a:pt x="0" y="0"/>
                  </a:moveTo>
                  <a:lnTo>
                    <a:pt x="7785" y="1213"/>
                  </a:lnTo>
                  <a:lnTo>
                    <a:pt x="15570" y="2193"/>
                  </a:lnTo>
                  <a:lnTo>
                    <a:pt x="23355" y="3092"/>
                  </a:lnTo>
                  <a:lnTo>
                    <a:pt x="31141" y="4211"/>
                  </a:lnTo>
                  <a:lnTo>
                    <a:pt x="38926" y="5463"/>
                  </a:lnTo>
                  <a:lnTo>
                    <a:pt x="46711" y="6709"/>
                  </a:lnTo>
                  <a:lnTo>
                    <a:pt x="54496" y="7946"/>
                  </a:lnTo>
                  <a:lnTo>
                    <a:pt x="62282" y="9173"/>
                  </a:lnTo>
                  <a:lnTo>
                    <a:pt x="70067" y="10391"/>
                  </a:lnTo>
                  <a:lnTo>
                    <a:pt x="77852" y="11578"/>
                  </a:lnTo>
                  <a:lnTo>
                    <a:pt x="85637" y="12804"/>
                  </a:lnTo>
                  <a:lnTo>
                    <a:pt x="93423" y="13992"/>
                  </a:lnTo>
                  <a:lnTo>
                    <a:pt x="101208" y="14908"/>
                  </a:lnTo>
                  <a:lnTo>
                    <a:pt x="108993" y="15913"/>
                  </a:lnTo>
                  <a:lnTo>
                    <a:pt x="116779" y="17031"/>
                  </a:lnTo>
                  <a:lnTo>
                    <a:pt x="124564" y="17923"/>
                  </a:lnTo>
                  <a:lnTo>
                    <a:pt x="132349" y="19031"/>
                  </a:lnTo>
                  <a:lnTo>
                    <a:pt x="140134" y="20129"/>
                  </a:lnTo>
                  <a:lnTo>
                    <a:pt x="147920" y="20811"/>
                  </a:lnTo>
                  <a:lnTo>
                    <a:pt x="155705" y="21868"/>
                  </a:lnTo>
                  <a:lnTo>
                    <a:pt x="163490" y="23100"/>
                  </a:lnTo>
                  <a:lnTo>
                    <a:pt x="171275" y="24478"/>
                  </a:lnTo>
                  <a:lnTo>
                    <a:pt x="179061" y="25632"/>
                  </a:lnTo>
                  <a:lnTo>
                    <a:pt x="186846" y="26880"/>
                  </a:lnTo>
                  <a:lnTo>
                    <a:pt x="194631" y="27976"/>
                  </a:lnTo>
                  <a:lnTo>
                    <a:pt x="202417" y="29193"/>
                  </a:lnTo>
                  <a:lnTo>
                    <a:pt x="210202" y="30205"/>
                  </a:lnTo>
                  <a:lnTo>
                    <a:pt x="217987" y="31296"/>
                  </a:lnTo>
                  <a:lnTo>
                    <a:pt x="225772" y="32424"/>
                  </a:lnTo>
                  <a:lnTo>
                    <a:pt x="233558" y="33175"/>
                  </a:lnTo>
                  <a:lnTo>
                    <a:pt x="241343" y="34011"/>
                  </a:lnTo>
                  <a:lnTo>
                    <a:pt x="249128" y="34881"/>
                  </a:lnTo>
                  <a:lnTo>
                    <a:pt x="256913" y="35838"/>
                  </a:lnTo>
                  <a:lnTo>
                    <a:pt x="264699" y="36708"/>
                  </a:lnTo>
                  <a:lnTo>
                    <a:pt x="272484" y="37646"/>
                  </a:lnTo>
                  <a:lnTo>
                    <a:pt x="280269" y="38664"/>
                  </a:lnTo>
                  <a:lnTo>
                    <a:pt x="288055" y="39793"/>
                  </a:lnTo>
                  <a:lnTo>
                    <a:pt x="295840" y="40510"/>
                  </a:lnTo>
                  <a:lnTo>
                    <a:pt x="303625" y="41425"/>
                  </a:lnTo>
                  <a:lnTo>
                    <a:pt x="311410" y="42323"/>
                  </a:lnTo>
                  <a:lnTo>
                    <a:pt x="319196" y="43211"/>
                  </a:lnTo>
                  <a:lnTo>
                    <a:pt x="326981" y="43814"/>
                  </a:lnTo>
                  <a:lnTo>
                    <a:pt x="334766" y="44366"/>
                  </a:lnTo>
                  <a:lnTo>
                    <a:pt x="342551" y="45489"/>
                  </a:lnTo>
                  <a:lnTo>
                    <a:pt x="350337" y="46263"/>
                  </a:lnTo>
                  <a:lnTo>
                    <a:pt x="358122" y="47102"/>
                  </a:lnTo>
                  <a:lnTo>
                    <a:pt x="365907" y="48087"/>
                  </a:lnTo>
                  <a:lnTo>
                    <a:pt x="373692" y="48807"/>
                  </a:lnTo>
                  <a:lnTo>
                    <a:pt x="381478" y="49390"/>
                  </a:lnTo>
                  <a:lnTo>
                    <a:pt x="389263" y="50224"/>
                  </a:lnTo>
                  <a:lnTo>
                    <a:pt x="397048" y="50958"/>
                  </a:lnTo>
                  <a:lnTo>
                    <a:pt x="404834" y="51745"/>
                  </a:lnTo>
                  <a:lnTo>
                    <a:pt x="412619" y="52533"/>
                  </a:lnTo>
                  <a:lnTo>
                    <a:pt x="420404" y="53193"/>
                  </a:lnTo>
                  <a:lnTo>
                    <a:pt x="428189" y="53853"/>
                  </a:lnTo>
                  <a:lnTo>
                    <a:pt x="435975" y="54543"/>
                  </a:lnTo>
                  <a:lnTo>
                    <a:pt x="443760" y="55148"/>
                  </a:lnTo>
                  <a:lnTo>
                    <a:pt x="451545" y="55676"/>
                  </a:lnTo>
                  <a:lnTo>
                    <a:pt x="459330" y="56200"/>
                  </a:lnTo>
                  <a:lnTo>
                    <a:pt x="467116" y="56733"/>
                  </a:lnTo>
                  <a:lnTo>
                    <a:pt x="474901" y="57298"/>
                  </a:lnTo>
                  <a:lnTo>
                    <a:pt x="482686" y="57883"/>
                  </a:lnTo>
                  <a:lnTo>
                    <a:pt x="490472" y="58273"/>
                  </a:lnTo>
                  <a:lnTo>
                    <a:pt x="498257" y="58760"/>
                  </a:lnTo>
                  <a:lnTo>
                    <a:pt x="506042" y="59179"/>
                  </a:lnTo>
                  <a:lnTo>
                    <a:pt x="513827" y="59742"/>
                  </a:lnTo>
                  <a:lnTo>
                    <a:pt x="521613" y="60293"/>
                  </a:lnTo>
                  <a:lnTo>
                    <a:pt x="529398" y="60767"/>
                  </a:lnTo>
                  <a:lnTo>
                    <a:pt x="537183" y="61035"/>
                  </a:lnTo>
                  <a:lnTo>
                    <a:pt x="544968" y="61323"/>
                  </a:lnTo>
                  <a:lnTo>
                    <a:pt x="552754" y="61890"/>
                  </a:lnTo>
                  <a:lnTo>
                    <a:pt x="560539" y="62457"/>
                  </a:lnTo>
                  <a:lnTo>
                    <a:pt x="568324" y="62957"/>
                  </a:lnTo>
                  <a:lnTo>
                    <a:pt x="576110" y="63385"/>
                  </a:lnTo>
                  <a:lnTo>
                    <a:pt x="583895" y="63685"/>
                  </a:lnTo>
                  <a:lnTo>
                    <a:pt x="591680" y="64208"/>
                  </a:lnTo>
                  <a:lnTo>
                    <a:pt x="599465" y="64728"/>
                  </a:lnTo>
                  <a:lnTo>
                    <a:pt x="607251" y="65209"/>
                  </a:lnTo>
                  <a:lnTo>
                    <a:pt x="615036" y="65652"/>
                  </a:lnTo>
                  <a:lnTo>
                    <a:pt x="622821" y="66092"/>
                  </a:lnTo>
                  <a:lnTo>
                    <a:pt x="630606" y="66587"/>
                  </a:lnTo>
                  <a:lnTo>
                    <a:pt x="638392" y="66966"/>
                  </a:lnTo>
                  <a:lnTo>
                    <a:pt x="646177" y="67586"/>
                  </a:lnTo>
                  <a:lnTo>
                    <a:pt x="653962" y="68006"/>
                  </a:lnTo>
                  <a:lnTo>
                    <a:pt x="661747" y="68331"/>
                  </a:lnTo>
                  <a:lnTo>
                    <a:pt x="669533" y="68678"/>
                  </a:lnTo>
                  <a:lnTo>
                    <a:pt x="677318" y="69099"/>
                  </a:lnTo>
                  <a:lnTo>
                    <a:pt x="685103" y="69544"/>
                  </a:lnTo>
                  <a:lnTo>
                    <a:pt x="692889" y="70116"/>
                  </a:lnTo>
                  <a:lnTo>
                    <a:pt x="700674" y="70392"/>
                  </a:lnTo>
                  <a:lnTo>
                    <a:pt x="708459" y="70668"/>
                  </a:lnTo>
                  <a:lnTo>
                    <a:pt x="716244" y="71135"/>
                  </a:lnTo>
                  <a:lnTo>
                    <a:pt x="724030" y="71581"/>
                  </a:lnTo>
                  <a:lnTo>
                    <a:pt x="731815" y="71985"/>
                  </a:lnTo>
                  <a:lnTo>
                    <a:pt x="739600" y="72388"/>
                  </a:lnTo>
                  <a:lnTo>
                    <a:pt x="747385" y="72787"/>
                  </a:lnTo>
                  <a:lnTo>
                    <a:pt x="755171" y="73181"/>
                  </a:lnTo>
                  <a:lnTo>
                    <a:pt x="762956" y="73572"/>
                  </a:lnTo>
                  <a:lnTo>
                    <a:pt x="770741" y="73960"/>
                  </a:lnTo>
                  <a:lnTo>
                    <a:pt x="778527" y="74347"/>
                  </a:lnTo>
                  <a:lnTo>
                    <a:pt x="786312" y="74644"/>
                  </a:lnTo>
                  <a:lnTo>
                    <a:pt x="794097" y="74846"/>
                  </a:lnTo>
                  <a:lnTo>
                    <a:pt x="801882" y="75007"/>
                  </a:lnTo>
                  <a:lnTo>
                    <a:pt x="809668" y="75135"/>
                  </a:lnTo>
                  <a:lnTo>
                    <a:pt x="817453" y="75330"/>
                  </a:lnTo>
                  <a:lnTo>
                    <a:pt x="825238" y="75695"/>
                  </a:lnTo>
                  <a:lnTo>
                    <a:pt x="833023" y="75982"/>
                  </a:lnTo>
                  <a:lnTo>
                    <a:pt x="840809" y="76098"/>
                  </a:lnTo>
                  <a:lnTo>
                    <a:pt x="848594" y="76194"/>
                  </a:lnTo>
                  <a:lnTo>
                    <a:pt x="856379" y="76414"/>
                  </a:lnTo>
                  <a:lnTo>
                    <a:pt x="864165" y="76603"/>
                  </a:lnTo>
                  <a:lnTo>
                    <a:pt x="871950" y="76797"/>
                  </a:lnTo>
                  <a:lnTo>
                    <a:pt x="879735" y="77089"/>
                  </a:lnTo>
                  <a:lnTo>
                    <a:pt x="887520" y="77478"/>
                  </a:lnTo>
                  <a:lnTo>
                    <a:pt x="895306" y="77961"/>
                  </a:lnTo>
                  <a:lnTo>
                    <a:pt x="903091" y="78187"/>
                  </a:lnTo>
                  <a:lnTo>
                    <a:pt x="910876" y="78387"/>
                  </a:lnTo>
                  <a:lnTo>
                    <a:pt x="918661" y="78585"/>
                  </a:lnTo>
                  <a:lnTo>
                    <a:pt x="926447" y="78784"/>
                  </a:lnTo>
                  <a:lnTo>
                    <a:pt x="934232" y="78986"/>
                  </a:lnTo>
                  <a:lnTo>
                    <a:pt x="942017" y="79187"/>
                  </a:lnTo>
                  <a:lnTo>
                    <a:pt x="949802" y="79489"/>
                  </a:lnTo>
                  <a:lnTo>
                    <a:pt x="957588" y="79822"/>
                  </a:lnTo>
                  <a:lnTo>
                    <a:pt x="965373" y="80076"/>
                  </a:lnTo>
                  <a:lnTo>
                    <a:pt x="973158" y="80423"/>
                  </a:lnTo>
                  <a:lnTo>
                    <a:pt x="980944" y="80806"/>
                  </a:lnTo>
                  <a:lnTo>
                    <a:pt x="988729" y="81170"/>
                  </a:lnTo>
                  <a:lnTo>
                    <a:pt x="996514" y="81466"/>
                  </a:lnTo>
                  <a:lnTo>
                    <a:pt x="1004299" y="81782"/>
                  </a:lnTo>
                  <a:lnTo>
                    <a:pt x="1012085" y="82091"/>
                  </a:lnTo>
                  <a:lnTo>
                    <a:pt x="1019870" y="82280"/>
                  </a:lnTo>
                  <a:lnTo>
                    <a:pt x="1027655" y="82468"/>
                  </a:lnTo>
                  <a:lnTo>
                    <a:pt x="1035440" y="82655"/>
                  </a:lnTo>
                  <a:lnTo>
                    <a:pt x="1043226" y="82842"/>
                  </a:lnTo>
                  <a:lnTo>
                    <a:pt x="1051011" y="82926"/>
                  </a:lnTo>
                  <a:lnTo>
                    <a:pt x="1058796" y="82996"/>
                  </a:lnTo>
                  <a:lnTo>
                    <a:pt x="1066582" y="83048"/>
                  </a:lnTo>
                  <a:lnTo>
                    <a:pt x="1074367" y="83116"/>
                  </a:lnTo>
                  <a:lnTo>
                    <a:pt x="1082152" y="83257"/>
                  </a:lnTo>
                  <a:lnTo>
                    <a:pt x="1089937" y="83301"/>
                  </a:lnTo>
                  <a:lnTo>
                    <a:pt x="1097723" y="83420"/>
                  </a:lnTo>
                  <a:lnTo>
                    <a:pt x="1105508" y="83613"/>
                  </a:lnTo>
                  <a:lnTo>
                    <a:pt x="1113293" y="83809"/>
                  </a:lnTo>
                  <a:lnTo>
                    <a:pt x="1121078" y="84004"/>
                  </a:lnTo>
                  <a:lnTo>
                    <a:pt x="1128864" y="84204"/>
                  </a:lnTo>
                  <a:lnTo>
                    <a:pt x="1136649" y="84402"/>
                  </a:lnTo>
                  <a:lnTo>
                    <a:pt x="1144434" y="84590"/>
                  </a:lnTo>
                  <a:lnTo>
                    <a:pt x="1152220" y="84659"/>
                  </a:lnTo>
                  <a:lnTo>
                    <a:pt x="1160005" y="84855"/>
                  </a:lnTo>
                  <a:lnTo>
                    <a:pt x="1167790" y="85031"/>
                  </a:lnTo>
                  <a:lnTo>
                    <a:pt x="1175575" y="85189"/>
                  </a:lnTo>
                  <a:lnTo>
                    <a:pt x="1183361" y="85361"/>
                  </a:lnTo>
                  <a:lnTo>
                    <a:pt x="1191146" y="85478"/>
                  </a:lnTo>
                  <a:lnTo>
                    <a:pt x="1198931" y="85543"/>
                  </a:lnTo>
                  <a:lnTo>
                    <a:pt x="1206716" y="85609"/>
                  </a:lnTo>
                  <a:lnTo>
                    <a:pt x="1214502" y="85680"/>
                  </a:lnTo>
                  <a:lnTo>
                    <a:pt x="1222287" y="85852"/>
                  </a:lnTo>
                  <a:lnTo>
                    <a:pt x="1230072" y="86025"/>
                  </a:lnTo>
                  <a:lnTo>
                    <a:pt x="1237857" y="86230"/>
                  </a:lnTo>
                  <a:lnTo>
                    <a:pt x="1245643" y="86566"/>
                  </a:lnTo>
                  <a:lnTo>
                    <a:pt x="1253428" y="86726"/>
                  </a:lnTo>
                  <a:lnTo>
                    <a:pt x="1261213" y="86882"/>
                  </a:lnTo>
                  <a:lnTo>
                    <a:pt x="1268999" y="87178"/>
                  </a:lnTo>
                  <a:lnTo>
                    <a:pt x="1276784" y="87208"/>
                  </a:lnTo>
                  <a:lnTo>
                    <a:pt x="1284569" y="87332"/>
                  </a:lnTo>
                  <a:lnTo>
                    <a:pt x="1292354" y="87484"/>
                  </a:lnTo>
                  <a:lnTo>
                    <a:pt x="1300140" y="87789"/>
                  </a:lnTo>
                  <a:lnTo>
                    <a:pt x="1307925" y="88001"/>
                  </a:lnTo>
                  <a:lnTo>
                    <a:pt x="1315710" y="87950"/>
                  </a:lnTo>
                  <a:lnTo>
                    <a:pt x="1323495" y="88079"/>
                  </a:lnTo>
                  <a:lnTo>
                    <a:pt x="1331281" y="88237"/>
                  </a:lnTo>
                  <a:lnTo>
                    <a:pt x="1339066" y="88402"/>
                  </a:lnTo>
                  <a:lnTo>
                    <a:pt x="1346851" y="88567"/>
                  </a:lnTo>
                  <a:lnTo>
                    <a:pt x="1354637" y="88731"/>
                  </a:lnTo>
                  <a:lnTo>
                    <a:pt x="1362422" y="88895"/>
                  </a:lnTo>
                  <a:lnTo>
                    <a:pt x="1370207" y="88979"/>
                  </a:lnTo>
                  <a:lnTo>
                    <a:pt x="1377992" y="89101"/>
                  </a:lnTo>
                  <a:lnTo>
                    <a:pt x="1385778" y="89334"/>
                  </a:lnTo>
                  <a:lnTo>
                    <a:pt x="1393563" y="89544"/>
                  </a:lnTo>
                  <a:lnTo>
                    <a:pt x="1401348" y="89705"/>
                  </a:lnTo>
                  <a:lnTo>
                    <a:pt x="1409133" y="89865"/>
                  </a:lnTo>
                  <a:lnTo>
                    <a:pt x="1416919" y="90025"/>
                  </a:lnTo>
                  <a:lnTo>
                    <a:pt x="1424704" y="90184"/>
                  </a:lnTo>
                  <a:lnTo>
                    <a:pt x="1432489" y="90343"/>
                  </a:lnTo>
                  <a:lnTo>
                    <a:pt x="1440275" y="90501"/>
                  </a:lnTo>
                  <a:lnTo>
                    <a:pt x="1448060" y="90535"/>
                  </a:lnTo>
                  <a:lnTo>
                    <a:pt x="1455845" y="90630"/>
                  </a:lnTo>
                  <a:lnTo>
                    <a:pt x="1463630" y="90826"/>
                  </a:lnTo>
                  <a:lnTo>
                    <a:pt x="1471416" y="91021"/>
                  </a:lnTo>
                  <a:lnTo>
                    <a:pt x="1479201" y="91044"/>
                  </a:lnTo>
                  <a:lnTo>
                    <a:pt x="1486986" y="91084"/>
                  </a:lnTo>
                  <a:lnTo>
                    <a:pt x="1494771" y="91246"/>
                  </a:lnTo>
                  <a:lnTo>
                    <a:pt x="1502557" y="91413"/>
                  </a:lnTo>
                  <a:lnTo>
                    <a:pt x="1510342" y="91580"/>
                  </a:lnTo>
                  <a:lnTo>
                    <a:pt x="1518127" y="91678"/>
                  </a:lnTo>
                  <a:lnTo>
                    <a:pt x="1525912" y="91772"/>
                  </a:lnTo>
                  <a:lnTo>
                    <a:pt x="1533698" y="91925"/>
                  </a:lnTo>
                  <a:lnTo>
                    <a:pt x="1541483" y="92120"/>
                  </a:lnTo>
                  <a:lnTo>
                    <a:pt x="1549268" y="92178"/>
                  </a:lnTo>
                  <a:lnTo>
                    <a:pt x="1557054" y="92213"/>
                  </a:lnTo>
                  <a:lnTo>
                    <a:pt x="1564839" y="92206"/>
                  </a:lnTo>
                  <a:lnTo>
                    <a:pt x="1572624" y="92286"/>
                  </a:lnTo>
                  <a:lnTo>
                    <a:pt x="1580409" y="92497"/>
                  </a:lnTo>
                  <a:lnTo>
                    <a:pt x="1588195" y="92592"/>
                  </a:lnTo>
                  <a:lnTo>
                    <a:pt x="1595980" y="92745"/>
                  </a:lnTo>
                  <a:lnTo>
                    <a:pt x="1603765" y="92937"/>
                  </a:lnTo>
                  <a:lnTo>
                    <a:pt x="1611550" y="93018"/>
                  </a:lnTo>
                  <a:lnTo>
                    <a:pt x="1619336" y="93075"/>
                  </a:lnTo>
                  <a:lnTo>
                    <a:pt x="1627121" y="93237"/>
                  </a:lnTo>
                  <a:lnTo>
                    <a:pt x="1634906" y="93229"/>
                  </a:lnTo>
                  <a:lnTo>
                    <a:pt x="1642692" y="93222"/>
                  </a:lnTo>
                  <a:lnTo>
                    <a:pt x="1650477" y="93218"/>
                  </a:lnTo>
                  <a:lnTo>
                    <a:pt x="1658262" y="93337"/>
                  </a:lnTo>
                  <a:lnTo>
                    <a:pt x="1666047" y="93471"/>
                  </a:lnTo>
                  <a:lnTo>
                    <a:pt x="1673833" y="93608"/>
                  </a:lnTo>
                  <a:lnTo>
                    <a:pt x="1681618" y="93744"/>
                  </a:lnTo>
                  <a:lnTo>
                    <a:pt x="1689403" y="93868"/>
                  </a:lnTo>
                  <a:lnTo>
                    <a:pt x="1697188" y="93836"/>
                  </a:lnTo>
                  <a:lnTo>
                    <a:pt x="1704974" y="93804"/>
                  </a:lnTo>
                  <a:lnTo>
                    <a:pt x="1712759" y="93774"/>
                  </a:lnTo>
                  <a:lnTo>
                    <a:pt x="1720544" y="93893"/>
                  </a:lnTo>
                  <a:lnTo>
                    <a:pt x="1728330" y="94056"/>
                  </a:lnTo>
                  <a:lnTo>
                    <a:pt x="1736115" y="94218"/>
                  </a:lnTo>
                  <a:lnTo>
                    <a:pt x="1743900" y="94335"/>
                  </a:lnTo>
                  <a:lnTo>
                    <a:pt x="1751685" y="94397"/>
                  </a:lnTo>
                  <a:lnTo>
                    <a:pt x="1759471" y="94451"/>
                  </a:lnTo>
                  <a:lnTo>
                    <a:pt x="1767256" y="94470"/>
                  </a:lnTo>
                  <a:lnTo>
                    <a:pt x="1775041" y="94491"/>
                  </a:lnTo>
                  <a:lnTo>
                    <a:pt x="1782826" y="94512"/>
                  </a:lnTo>
                  <a:lnTo>
                    <a:pt x="1790612" y="94577"/>
                  </a:lnTo>
                  <a:lnTo>
                    <a:pt x="1798397" y="94562"/>
                  </a:lnTo>
                  <a:lnTo>
                    <a:pt x="1806182" y="94576"/>
                  </a:lnTo>
                  <a:lnTo>
                    <a:pt x="1813967" y="94650"/>
                  </a:lnTo>
                  <a:lnTo>
                    <a:pt x="1821753" y="94602"/>
                  </a:lnTo>
                  <a:lnTo>
                    <a:pt x="1829538" y="94618"/>
                  </a:lnTo>
                  <a:lnTo>
                    <a:pt x="1837323" y="94634"/>
                  </a:lnTo>
                  <a:lnTo>
                    <a:pt x="1845109" y="94651"/>
                  </a:lnTo>
                  <a:lnTo>
                    <a:pt x="1852894" y="94668"/>
                  </a:lnTo>
                  <a:lnTo>
                    <a:pt x="1860679" y="94685"/>
                  </a:lnTo>
                  <a:lnTo>
                    <a:pt x="1868464" y="94702"/>
                  </a:lnTo>
                  <a:lnTo>
                    <a:pt x="1876250" y="94719"/>
                  </a:lnTo>
                  <a:lnTo>
                    <a:pt x="1884035" y="94736"/>
                  </a:lnTo>
                  <a:lnTo>
                    <a:pt x="1891820" y="94753"/>
                  </a:lnTo>
                  <a:lnTo>
                    <a:pt x="1899605" y="94770"/>
                  </a:lnTo>
                  <a:lnTo>
                    <a:pt x="1907391" y="94787"/>
                  </a:lnTo>
                  <a:lnTo>
                    <a:pt x="1915176" y="94791"/>
                  </a:lnTo>
                  <a:lnTo>
                    <a:pt x="1922961" y="94746"/>
                  </a:lnTo>
                  <a:lnTo>
                    <a:pt x="1930747" y="94701"/>
                  </a:lnTo>
                  <a:lnTo>
                    <a:pt x="1938532" y="94809"/>
                  </a:lnTo>
                  <a:lnTo>
                    <a:pt x="1946317" y="94882"/>
                  </a:lnTo>
                  <a:lnTo>
                    <a:pt x="1954102" y="94902"/>
                  </a:lnTo>
                  <a:lnTo>
                    <a:pt x="1961888" y="94921"/>
                  </a:lnTo>
                  <a:lnTo>
                    <a:pt x="1969673" y="94953"/>
                  </a:lnTo>
                  <a:lnTo>
                    <a:pt x="1977458" y="95046"/>
                  </a:lnTo>
                  <a:lnTo>
                    <a:pt x="1985243" y="95139"/>
                  </a:lnTo>
                  <a:lnTo>
                    <a:pt x="1993029" y="95231"/>
                  </a:lnTo>
                  <a:lnTo>
                    <a:pt x="2000814" y="95324"/>
                  </a:lnTo>
                  <a:lnTo>
                    <a:pt x="2008599" y="95404"/>
                  </a:lnTo>
                  <a:lnTo>
                    <a:pt x="2016385" y="95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3648531" y="4928221"/>
              <a:ext cx="2016385" cy="27045"/>
            </a:xfrm>
            <a:custGeom>
              <a:avLst/>
              <a:pathLst>
                <a:path w="2016385" h="27045">
                  <a:moveTo>
                    <a:pt x="2016385" y="27045"/>
                  </a:moveTo>
                  <a:lnTo>
                    <a:pt x="2008599" y="27008"/>
                  </a:lnTo>
                  <a:lnTo>
                    <a:pt x="2000814" y="26972"/>
                  </a:lnTo>
                  <a:lnTo>
                    <a:pt x="1993029" y="26948"/>
                  </a:lnTo>
                  <a:lnTo>
                    <a:pt x="1985243" y="26924"/>
                  </a:lnTo>
                  <a:lnTo>
                    <a:pt x="1977458" y="26899"/>
                  </a:lnTo>
                  <a:lnTo>
                    <a:pt x="1969673" y="26875"/>
                  </a:lnTo>
                  <a:lnTo>
                    <a:pt x="1961888" y="26850"/>
                  </a:lnTo>
                  <a:lnTo>
                    <a:pt x="1954102" y="26825"/>
                  </a:lnTo>
                  <a:lnTo>
                    <a:pt x="1946317" y="26799"/>
                  </a:lnTo>
                  <a:lnTo>
                    <a:pt x="1938532" y="26771"/>
                  </a:lnTo>
                  <a:lnTo>
                    <a:pt x="1930747" y="26735"/>
                  </a:lnTo>
                  <a:lnTo>
                    <a:pt x="1922961" y="26698"/>
                  </a:lnTo>
                  <a:lnTo>
                    <a:pt x="1915176" y="26661"/>
                  </a:lnTo>
                  <a:lnTo>
                    <a:pt x="1907391" y="26624"/>
                  </a:lnTo>
                  <a:lnTo>
                    <a:pt x="1899605" y="26586"/>
                  </a:lnTo>
                  <a:lnTo>
                    <a:pt x="1891820" y="26547"/>
                  </a:lnTo>
                  <a:lnTo>
                    <a:pt x="1884035" y="26507"/>
                  </a:lnTo>
                  <a:lnTo>
                    <a:pt x="1876250" y="26467"/>
                  </a:lnTo>
                  <a:lnTo>
                    <a:pt x="1868464" y="26427"/>
                  </a:lnTo>
                  <a:lnTo>
                    <a:pt x="1860679" y="26386"/>
                  </a:lnTo>
                  <a:lnTo>
                    <a:pt x="1852894" y="26344"/>
                  </a:lnTo>
                  <a:lnTo>
                    <a:pt x="1845109" y="26301"/>
                  </a:lnTo>
                  <a:lnTo>
                    <a:pt x="1837323" y="26258"/>
                  </a:lnTo>
                  <a:lnTo>
                    <a:pt x="1829538" y="26214"/>
                  </a:lnTo>
                  <a:lnTo>
                    <a:pt x="1821753" y="26170"/>
                  </a:lnTo>
                  <a:lnTo>
                    <a:pt x="1813967" y="26125"/>
                  </a:lnTo>
                  <a:lnTo>
                    <a:pt x="1806182" y="26086"/>
                  </a:lnTo>
                  <a:lnTo>
                    <a:pt x="1798397" y="26049"/>
                  </a:lnTo>
                  <a:lnTo>
                    <a:pt x="1790612" y="26011"/>
                  </a:lnTo>
                  <a:lnTo>
                    <a:pt x="1782826" y="25973"/>
                  </a:lnTo>
                  <a:lnTo>
                    <a:pt x="1775041" y="25935"/>
                  </a:lnTo>
                  <a:lnTo>
                    <a:pt x="1767256" y="25896"/>
                  </a:lnTo>
                  <a:lnTo>
                    <a:pt x="1759471" y="25853"/>
                  </a:lnTo>
                  <a:lnTo>
                    <a:pt x="1751685" y="25805"/>
                  </a:lnTo>
                  <a:lnTo>
                    <a:pt x="1743900" y="25755"/>
                  </a:lnTo>
                  <a:lnTo>
                    <a:pt x="1736115" y="25705"/>
                  </a:lnTo>
                  <a:lnTo>
                    <a:pt x="1728330" y="25654"/>
                  </a:lnTo>
                  <a:lnTo>
                    <a:pt x="1720544" y="25602"/>
                  </a:lnTo>
                  <a:lnTo>
                    <a:pt x="1712759" y="25550"/>
                  </a:lnTo>
                  <a:lnTo>
                    <a:pt x="1704974" y="25498"/>
                  </a:lnTo>
                  <a:lnTo>
                    <a:pt x="1697188" y="25459"/>
                  </a:lnTo>
                  <a:lnTo>
                    <a:pt x="1689403" y="25421"/>
                  </a:lnTo>
                  <a:lnTo>
                    <a:pt x="1681618" y="25381"/>
                  </a:lnTo>
                  <a:lnTo>
                    <a:pt x="1673833" y="25342"/>
                  </a:lnTo>
                  <a:lnTo>
                    <a:pt x="1666047" y="25302"/>
                  </a:lnTo>
                  <a:lnTo>
                    <a:pt x="1658262" y="25261"/>
                  </a:lnTo>
                  <a:lnTo>
                    <a:pt x="1650477" y="25220"/>
                  </a:lnTo>
                  <a:lnTo>
                    <a:pt x="1642692" y="25179"/>
                  </a:lnTo>
                  <a:lnTo>
                    <a:pt x="1634906" y="25134"/>
                  </a:lnTo>
                  <a:lnTo>
                    <a:pt x="1627121" y="25066"/>
                  </a:lnTo>
                  <a:lnTo>
                    <a:pt x="1619336" y="24997"/>
                  </a:lnTo>
                  <a:lnTo>
                    <a:pt x="1611550" y="24934"/>
                  </a:lnTo>
                  <a:lnTo>
                    <a:pt x="1603765" y="24893"/>
                  </a:lnTo>
                  <a:lnTo>
                    <a:pt x="1595980" y="24859"/>
                  </a:lnTo>
                  <a:lnTo>
                    <a:pt x="1588195" y="24825"/>
                  </a:lnTo>
                  <a:lnTo>
                    <a:pt x="1580409" y="24791"/>
                  </a:lnTo>
                  <a:lnTo>
                    <a:pt x="1572624" y="24756"/>
                  </a:lnTo>
                  <a:lnTo>
                    <a:pt x="1564839" y="24705"/>
                  </a:lnTo>
                  <a:lnTo>
                    <a:pt x="1557054" y="24640"/>
                  </a:lnTo>
                  <a:lnTo>
                    <a:pt x="1549268" y="24582"/>
                  </a:lnTo>
                  <a:lnTo>
                    <a:pt x="1541483" y="24535"/>
                  </a:lnTo>
                  <a:lnTo>
                    <a:pt x="1533698" y="24489"/>
                  </a:lnTo>
                  <a:lnTo>
                    <a:pt x="1525912" y="24433"/>
                  </a:lnTo>
                  <a:lnTo>
                    <a:pt x="1518127" y="24368"/>
                  </a:lnTo>
                  <a:lnTo>
                    <a:pt x="1510342" y="24300"/>
                  </a:lnTo>
                  <a:lnTo>
                    <a:pt x="1502557" y="24230"/>
                  </a:lnTo>
                  <a:lnTo>
                    <a:pt x="1494771" y="24160"/>
                  </a:lnTo>
                  <a:lnTo>
                    <a:pt x="1486986" y="24089"/>
                  </a:lnTo>
                  <a:lnTo>
                    <a:pt x="1479201" y="24016"/>
                  </a:lnTo>
                  <a:lnTo>
                    <a:pt x="1471416" y="23943"/>
                  </a:lnTo>
                  <a:lnTo>
                    <a:pt x="1463630" y="23869"/>
                  </a:lnTo>
                  <a:lnTo>
                    <a:pt x="1455845" y="23793"/>
                  </a:lnTo>
                  <a:lnTo>
                    <a:pt x="1448060" y="23732"/>
                  </a:lnTo>
                  <a:lnTo>
                    <a:pt x="1440275" y="23671"/>
                  </a:lnTo>
                  <a:lnTo>
                    <a:pt x="1432489" y="23606"/>
                  </a:lnTo>
                  <a:lnTo>
                    <a:pt x="1424704" y="23529"/>
                  </a:lnTo>
                  <a:lnTo>
                    <a:pt x="1416919" y="23479"/>
                  </a:lnTo>
                  <a:lnTo>
                    <a:pt x="1409133" y="23404"/>
                  </a:lnTo>
                  <a:lnTo>
                    <a:pt x="1401348" y="23328"/>
                  </a:lnTo>
                  <a:lnTo>
                    <a:pt x="1393563" y="23252"/>
                  </a:lnTo>
                  <a:lnTo>
                    <a:pt x="1385778" y="23174"/>
                  </a:lnTo>
                  <a:lnTo>
                    <a:pt x="1377992" y="23095"/>
                  </a:lnTo>
                  <a:lnTo>
                    <a:pt x="1370207" y="23014"/>
                  </a:lnTo>
                  <a:lnTo>
                    <a:pt x="1362422" y="22933"/>
                  </a:lnTo>
                  <a:lnTo>
                    <a:pt x="1354637" y="22851"/>
                  </a:lnTo>
                  <a:lnTo>
                    <a:pt x="1346851" y="22767"/>
                  </a:lnTo>
                  <a:lnTo>
                    <a:pt x="1339066" y="22683"/>
                  </a:lnTo>
                  <a:lnTo>
                    <a:pt x="1331281" y="22597"/>
                  </a:lnTo>
                  <a:lnTo>
                    <a:pt x="1323495" y="22511"/>
                  </a:lnTo>
                  <a:lnTo>
                    <a:pt x="1315710" y="22423"/>
                  </a:lnTo>
                  <a:lnTo>
                    <a:pt x="1307925" y="22334"/>
                  </a:lnTo>
                  <a:lnTo>
                    <a:pt x="1300140" y="22241"/>
                  </a:lnTo>
                  <a:lnTo>
                    <a:pt x="1292354" y="22133"/>
                  </a:lnTo>
                  <a:lnTo>
                    <a:pt x="1284569" y="22059"/>
                  </a:lnTo>
                  <a:lnTo>
                    <a:pt x="1276784" y="21966"/>
                  </a:lnTo>
                  <a:lnTo>
                    <a:pt x="1268999" y="21871"/>
                  </a:lnTo>
                  <a:lnTo>
                    <a:pt x="1261213" y="21775"/>
                  </a:lnTo>
                  <a:lnTo>
                    <a:pt x="1253428" y="21677"/>
                  </a:lnTo>
                  <a:lnTo>
                    <a:pt x="1245643" y="21577"/>
                  </a:lnTo>
                  <a:lnTo>
                    <a:pt x="1237857" y="21482"/>
                  </a:lnTo>
                  <a:lnTo>
                    <a:pt x="1230072" y="21419"/>
                  </a:lnTo>
                  <a:lnTo>
                    <a:pt x="1222287" y="21325"/>
                  </a:lnTo>
                  <a:lnTo>
                    <a:pt x="1214502" y="21230"/>
                  </a:lnTo>
                  <a:lnTo>
                    <a:pt x="1206716" y="21134"/>
                  </a:lnTo>
                  <a:lnTo>
                    <a:pt x="1198931" y="21041"/>
                  </a:lnTo>
                  <a:lnTo>
                    <a:pt x="1191146" y="20937"/>
                  </a:lnTo>
                  <a:lnTo>
                    <a:pt x="1183361" y="20837"/>
                  </a:lnTo>
                  <a:lnTo>
                    <a:pt x="1175575" y="20707"/>
                  </a:lnTo>
                  <a:lnTo>
                    <a:pt x="1167790" y="20587"/>
                  </a:lnTo>
                  <a:lnTo>
                    <a:pt x="1160005" y="20495"/>
                  </a:lnTo>
                  <a:lnTo>
                    <a:pt x="1152220" y="20360"/>
                  </a:lnTo>
                  <a:lnTo>
                    <a:pt x="1144434" y="20248"/>
                  </a:lnTo>
                  <a:lnTo>
                    <a:pt x="1136649" y="20164"/>
                  </a:lnTo>
                  <a:lnTo>
                    <a:pt x="1128864" y="20081"/>
                  </a:lnTo>
                  <a:lnTo>
                    <a:pt x="1121078" y="19993"/>
                  </a:lnTo>
                  <a:lnTo>
                    <a:pt x="1113293" y="19882"/>
                  </a:lnTo>
                  <a:lnTo>
                    <a:pt x="1105508" y="19769"/>
                  </a:lnTo>
                  <a:lnTo>
                    <a:pt x="1097723" y="19655"/>
                  </a:lnTo>
                  <a:lnTo>
                    <a:pt x="1089937" y="19541"/>
                  </a:lnTo>
                  <a:lnTo>
                    <a:pt x="1082152" y="19425"/>
                  </a:lnTo>
                  <a:lnTo>
                    <a:pt x="1074367" y="19319"/>
                  </a:lnTo>
                  <a:lnTo>
                    <a:pt x="1066582" y="19240"/>
                  </a:lnTo>
                  <a:lnTo>
                    <a:pt x="1058796" y="19095"/>
                  </a:lnTo>
                  <a:lnTo>
                    <a:pt x="1051011" y="18942"/>
                  </a:lnTo>
                  <a:lnTo>
                    <a:pt x="1043226" y="18792"/>
                  </a:lnTo>
                  <a:lnTo>
                    <a:pt x="1035440" y="18690"/>
                  </a:lnTo>
                  <a:lnTo>
                    <a:pt x="1027655" y="18567"/>
                  </a:lnTo>
                  <a:lnTo>
                    <a:pt x="1019870" y="18465"/>
                  </a:lnTo>
                  <a:lnTo>
                    <a:pt x="1012085" y="18364"/>
                  </a:lnTo>
                  <a:lnTo>
                    <a:pt x="1004299" y="18261"/>
                  </a:lnTo>
                  <a:lnTo>
                    <a:pt x="996514" y="18131"/>
                  </a:lnTo>
                  <a:lnTo>
                    <a:pt x="988729" y="17989"/>
                  </a:lnTo>
                  <a:lnTo>
                    <a:pt x="980944" y="17856"/>
                  </a:lnTo>
                  <a:lnTo>
                    <a:pt x="973158" y="17778"/>
                  </a:lnTo>
                  <a:lnTo>
                    <a:pt x="965373" y="17683"/>
                  </a:lnTo>
                  <a:lnTo>
                    <a:pt x="957588" y="17595"/>
                  </a:lnTo>
                  <a:lnTo>
                    <a:pt x="949802" y="17482"/>
                  </a:lnTo>
                  <a:lnTo>
                    <a:pt x="942017" y="17370"/>
                  </a:lnTo>
                  <a:lnTo>
                    <a:pt x="934232" y="17248"/>
                  </a:lnTo>
                  <a:lnTo>
                    <a:pt x="926447" y="17154"/>
                  </a:lnTo>
                  <a:lnTo>
                    <a:pt x="918661" y="17059"/>
                  </a:lnTo>
                  <a:lnTo>
                    <a:pt x="910876" y="16962"/>
                  </a:lnTo>
                  <a:lnTo>
                    <a:pt x="903091" y="16851"/>
                  </a:lnTo>
                  <a:lnTo>
                    <a:pt x="895306" y="16736"/>
                  </a:lnTo>
                  <a:lnTo>
                    <a:pt x="887520" y="16619"/>
                  </a:lnTo>
                  <a:lnTo>
                    <a:pt x="879735" y="16483"/>
                  </a:lnTo>
                  <a:lnTo>
                    <a:pt x="871950" y="16303"/>
                  </a:lnTo>
                  <a:lnTo>
                    <a:pt x="864165" y="16175"/>
                  </a:lnTo>
                  <a:lnTo>
                    <a:pt x="856379" y="16011"/>
                  </a:lnTo>
                  <a:lnTo>
                    <a:pt x="848594" y="15844"/>
                  </a:lnTo>
                  <a:lnTo>
                    <a:pt x="840809" y="15675"/>
                  </a:lnTo>
                  <a:lnTo>
                    <a:pt x="833023" y="15502"/>
                  </a:lnTo>
                  <a:lnTo>
                    <a:pt x="825238" y="15330"/>
                  </a:lnTo>
                  <a:lnTo>
                    <a:pt x="817453" y="15222"/>
                  </a:lnTo>
                  <a:lnTo>
                    <a:pt x="809668" y="15076"/>
                  </a:lnTo>
                  <a:lnTo>
                    <a:pt x="801882" y="14948"/>
                  </a:lnTo>
                  <a:lnTo>
                    <a:pt x="794097" y="14822"/>
                  </a:lnTo>
                  <a:lnTo>
                    <a:pt x="786312" y="14689"/>
                  </a:lnTo>
                  <a:lnTo>
                    <a:pt x="778527" y="14534"/>
                  </a:lnTo>
                  <a:lnTo>
                    <a:pt x="770741" y="14331"/>
                  </a:lnTo>
                  <a:lnTo>
                    <a:pt x="762956" y="14175"/>
                  </a:lnTo>
                  <a:lnTo>
                    <a:pt x="755171" y="14073"/>
                  </a:lnTo>
                  <a:lnTo>
                    <a:pt x="747385" y="13971"/>
                  </a:lnTo>
                  <a:lnTo>
                    <a:pt x="739600" y="13858"/>
                  </a:lnTo>
                  <a:lnTo>
                    <a:pt x="731815" y="13682"/>
                  </a:lnTo>
                  <a:lnTo>
                    <a:pt x="724030" y="13493"/>
                  </a:lnTo>
                  <a:lnTo>
                    <a:pt x="716244" y="13369"/>
                  </a:lnTo>
                  <a:lnTo>
                    <a:pt x="708459" y="13214"/>
                  </a:lnTo>
                  <a:lnTo>
                    <a:pt x="700674" y="13159"/>
                  </a:lnTo>
                  <a:lnTo>
                    <a:pt x="692889" y="12918"/>
                  </a:lnTo>
                  <a:lnTo>
                    <a:pt x="685103" y="12758"/>
                  </a:lnTo>
                  <a:lnTo>
                    <a:pt x="677318" y="12588"/>
                  </a:lnTo>
                  <a:lnTo>
                    <a:pt x="669533" y="12352"/>
                  </a:lnTo>
                  <a:lnTo>
                    <a:pt x="661747" y="12111"/>
                  </a:lnTo>
                  <a:lnTo>
                    <a:pt x="653962" y="11971"/>
                  </a:lnTo>
                  <a:lnTo>
                    <a:pt x="646177" y="11929"/>
                  </a:lnTo>
                  <a:lnTo>
                    <a:pt x="638392" y="11802"/>
                  </a:lnTo>
                  <a:lnTo>
                    <a:pt x="630606" y="11711"/>
                  </a:lnTo>
                  <a:lnTo>
                    <a:pt x="622821" y="11531"/>
                  </a:lnTo>
                  <a:lnTo>
                    <a:pt x="615036" y="11383"/>
                  </a:lnTo>
                  <a:lnTo>
                    <a:pt x="607251" y="11239"/>
                  </a:lnTo>
                  <a:lnTo>
                    <a:pt x="599465" y="11079"/>
                  </a:lnTo>
                  <a:lnTo>
                    <a:pt x="591680" y="10916"/>
                  </a:lnTo>
                  <a:lnTo>
                    <a:pt x="583895" y="10753"/>
                  </a:lnTo>
                  <a:lnTo>
                    <a:pt x="576110" y="10542"/>
                  </a:lnTo>
                  <a:lnTo>
                    <a:pt x="568324" y="10376"/>
                  </a:lnTo>
                  <a:lnTo>
                    <a:pt x="560539" y="10229"/>
                  </a:lnTo>
                  <a:lnTo>
                    <a:pt x="552754" y="10084"/>
                  </a:lnTo>
                  <a:lnTo>
                    <a:pt x="544968" y="9915"/>
                  </a:lnTo>
                  <a:lnTo>
                    <a:pt x="537183" y="9774"/>
                  </a:lnTo>
                  <a:lnTo>
                    <a:pt x="529398" y="9631"/>
                  </a:lnTo>
                  <a:lnTo>
                    <a:pt x="521613" y="9491"/>
                  </a:lnTo>
                  <a:lnTo>
                    <a:pt x="513827" y="9320"/>
                  </a:lnTo>
                  <a:lnTo>
                    <a:pt x="506042" y="9142"/>
                  </a:lnTo>
                  <a:lnTo>
                    <a:pt x="498257" y="8980"/>
                  </a:lnTo>
                  <a:lnTo>
                    <a:pt x="490472" y="8800"/>
                  </a:lnTo>
                  <a:lnTo>
                    <a:pt x="482686" y="8744"/>
                  </a:lnTo>
                  <a:lnTo>
                    <a:pt x="474901" y="8612"/>
                  </a:lnTo>
                  <a:lnTo>
                    <a:pt x="467116" y="8435"/>
                  </a:lnTo>
                  <a:lnTo>
                    <a:pt x="459330" y="8243"/>
                  </a:lnTo>
                  <a:lnTo>
                    <a:pt x="451545" y="8112"/>
                  </a:lnTo>
                  <a:lnTo>
                    <a:pt x="443760" y="7974"/>
                  </a:lnTo>
                  <a:lnTo>
                    <a:pt x="435975" y="7721"/>
                  </a:lnTo>
                  <a:lnTo>
                    <a:pt x="428189" y="7464"/>
                  </a:lnTo>
                  <a:lnTo>
                    <a:pt x="420404" y="7264"/>
                  </a:lnTo>
                  <a:lnTo>
                    <a:pt x="412619" y="7227"/>
                  </a:lnTo>
                  <a:lnTo>
                    <a:pt x="404834" y="7185"/>
                  </a:lnTo>
                  <a:lnTo>
                    <a:pt x="397048" y="6983"/>
                  </a:lnTo>
                  <a:lnTo>
                    <a:pt x="389263" y="6857"/>
                  </a:lnTo>
                  <a:lnTo>
                    <a:pt x="381478" y="6690"/>
                  </a:lnTo>
                  <a:lnTo>
                    <a:pt x="373692" y="6524"/>
                  </a:lnTo>
                  <a:lnTo>
                    <a:pt x="365907" y="6355"/>
                  </a:lnTo>
                  <a:lnTo>
                    <a:pt x="358122" y="6184"/>
                  </a:lnTo>
                  <a:lnTo>
                    <a:pt x="350337" y="6114"/>
                  </a:lnTo>
                  <a:lnTo>
                    <a:pt x="342551" y="5915"/>
                  </a:lnTo>
                  <a:lnTo>
                    <a:pt x="334766" y="5768"/>
                  </a:lnTo>
                  <a:lnTo>
                    <a:pt x="326981" y="5637"/>
                  </a:lnTo>
                  <a:lnTo>
                    <a:pt x="319196" y="5472"/>
                  </a:lnTo>
                  <a:lnTo>
                    <a:pt x="311410" y="5290"/>
                  </a:lnTo>
                  <a:lnTo>
                    <a:pt x="303625" y="5115"/>
                  </a:lnTo>
                  <a:lnTo>
                    <a:pt x="295840" y="4991"/>
                  </a:lnTo>
                  <a:lnTo>
                    <a:pt x="288055" y="4818"/>
                  </a:lnTo>
                  <a:lnTo>
                    <a:pt x="280269" y="4647"/>
                  </a:lnTo>
                  <a:lnTo>
                    <a:pt x="272484" y="4509"/>
                  </a:lnTo>
                  <a:lnTo>
                    <a:pt x="264699" y="4379"/>
                  </a:lnTo>
                  <a:lnTo>
                    <a:pt x="256913" y="4253"/>
                  </a:lnTo>
                  <a:lnTo>
                    <a:pt x="249128" y="4172"/>
                  </a:lnTo>
                  <a:lnTo>
                    <a:pt x="241343" y="4140"/>
                  </a:lnTo>
                  <a:lnTo>
                    <a:pt x="233558" y="4028"/>
                  </a:lnTo>
                  <a:lnTo>
                    <a:pt x="225772" y="3819"/>
                  </a:lnTo>
                  <a:lnTo>
                    <a:pt x="217987" y="3750"/>
                  </a:lnTo>
                  <a:lnTo>
                    <a:pt x="210202" y="3613"/>
                  </a:lnTo>
                  <a:lnTo>
                    <a:pt x="202417" y="3472"/>
                  </a:lnTo>
                  <a:lnTo>
                    <a:pt x="194631" y="3421"/>
                  </a:lnTo>
                  <a:lnTo>
                    <a:pt x="186846" y="3319"/>
                  </a:lnTo>
                  <a:lnTo>
                    <a:pt x="179061" y="3091"/>
                  </a:lnTo>
                  <a:lnTo>
                    <a:pt x="171275" y="2898"/>
                  </a:lnTo>
                  <a:lnTo>
                    <a:pt x="163490" y="2775"/>
                  </a:lnTo>
                  <a:lnTo>
                    <a:pt x="155705" y="2670"/>
                  </a:lnTo>
                  <a:lnTo>
                    <a:pt x="147920" y="2533"/>
                  </a:lnTo>
                  <a:lnTo>
                    <a:pt x="140134" y="2351"/>
                  </a:lnTo>
                  <a:lnTo>
                    <a:pt x="132349" y="2207"/>
                  </a:lnTo>
                  <a:lnTo>
                    <a:pt x="124564" y="2100"/>
                  </a:lnTo>
                  <a:lnTo>
                    <a:pt x="116779" y="1939"/>
                  </a:lnTo>
                  <a:lnTo>
                    <a:pt x="108993" y="1777"/>
                  </a:lnTo>
                  <a:lnTo>
                    <a:pt x="101208" y="1667"/>
                  </a:lnTo>
                  <a:lnTo>
                    <a:pt x="93423" y="1495"/>
                  </a:lnTo>
                  <a:lnTo>
                    <a:pt x="85637" y="1300"/>
                  </a:lnTo>
                  <a:lnTo>
                    <a:pt x="77852" y="1151"/>
                  </a:lnTo>
                  <a:lnTo>
                    <a:pt x="70067" y="1005"/>
                  </a:lnTo>
                  <a:lnTo>
                    <a:pt x="62282" y="946"/>
                  </a:lnTo>
                  <a:lnTo>
                    <a:pt x="54496" y="864"/>
                  </a:lnTo>
                  <a:lnTo>
                    <a:pt x="46711" y="683"/>
                  </a:lnTo>
                  <a:lnTo>
                    <a:pt x="38926" y="596"/>
                  </a:lnTo>
                  <a:lnTo>
                    <a:pt x="31141" y="506"/>
                  </a:lnTo>
                  <a:lnTo>
                    <a:pt x="23355" y="416"/>
                  </a:lnTo>
                  <a:lnTo>
                    <a:pt x="15570" y="326"/>
                  </a:lnTo>
                  <a:lnTo>
                    <a:pt x="7785" y="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648531" y="4825400"/>
              <a:ext cx="2016385" cy="129752"/>
            </a:xfrm>
            <a:custGeom>
              <a:avLst/>
              <a:pathLst>
                <a:path w="2016385" h="129752">
                  <a:moveTo>
                    <a:pt x="0" y="0"/>
                  </a:moveTo>
                  <a:lnTo>
                    <a:pt x="7785" y="1135"/>
                  </a:lnTo>
                  <a:lnTo>
                    <a:pt x="15570" y="2630"/>
                  </a:lnTo>
                  <a:lnTo>
                    <a:pt x="23355" y="3859"/>
                  </a:lnTo>
                  <a:lnTo>
                    <a:pt x="31141" y="5900"/>
                  </a:lnTo>
                  <a:lnTo>
                    <a:pt x="38926" y="7332"/>
                  </a:lnTo>
                  <a:lnTo>
                    <a:pt x="46711" y="8450"/>
                  </a:lnTo>
                  <a:lnTo>
                    <a:pt x="54496" y="9580"/>
                  </a:lnTo>
                  <a:lnTo>
                    <a:pt x="62282" y="10704"/>
                  </a:lnTo>
                  <a:lnTo>
                    <a:pt x="70067" y="11820"/>
                  </a:lnTo>
                  <a:lnTo>
                    <a:pt x="77852" y="12928"/>
                  </a:lnTo>
                  <a:lnTo>
                    <a:pt x="85637" y="13709"/>
                  </a:lnTo>
                  <a:lnTo>
                    <a:pt x="93423" y="14344"/>
                  </a:lnTo>
                  <a:lnTo>
                    <a:pt x="101208" y="14976"/>
                  </a:lnTo>
                  <a:lnTo>
                    <a:pt x="108993" y="15661"/>
                  </a:lnTo>
                  <a:lnTo>
                    <a:pt x="116779" y="17186"/>
                  </a:lnTo>
                  <a:lnTo>
                    <a:pt x="124564" y="18696"/>
                  </a:lnTo>
                  <a:lnTo>
                    <a:pt x="132349" y="19623"/>
                  </a:lnTo>
                  <a:lnTo>
                    <a:pt x="140134" y="20352"/>
                  </a:lnTo>
                  <a:lnTo>
                    <a:pt x="147920" y="21078"/>
                  </a:lnTo>
                  <a:lnTo>
                    <a:pt x="155705" y="22445"/>
                  </a:lnTo>
                  <a:lnTo>
                    <a:pt x="163490" y="23275"/>
                  </a:lnTo>
                  <a:lnTo>
                    <a:pt x="171275" y="23998"/>
                  </a:lnTo>
                  <a:lnTo>
                    <a:pt x="179061" y="24603"/>
                  </a:lnTo>
                  <a:lnTo>
                    <a:pt x="186846" y="25251"/>
                  </a:lnTo>
                  <a:lnTo>
                    <a:pt x="194631" y="26080"/>
                  </a:lnTo>
                  <a:lnTo>
                    <a:pt x="202417" y="27202"/>
                  </a:lnTo>
                  <a:lnTo>
                    <a:pt x="210202" y="28093"/>
                  </a:lnTo>
                  <a:lnTo>
                    <a:pt x="217987" y="28986"/>
                  </a:lnTo>
                  <a:lnTo>
                    <a:pt x="225772" y="29803"/>
                  </a:lnTo>
                  <a:lnTo>
                    <a:pt x="233558" y="30813"/>
                  </a:lnTo>
                  <a:lnTo>
                    <a:pt x="241343" y="31390"/>
                  </a:lnTo>
                  <a:lnTo>
                    <a:pt x="249128" y="31965"/>
                  </a:lnTo>
                  <a:lnTo>
                    <a:pt x="256913" y="32544"/>
                  </a:lnTo>
                  <a:lnTo>
                    <a:pt x="264699" y="33122"/>
                  </a:lnTo>
                  <a:lnTo>
                    <a:pt x="272484" y="33870"/>
                  </a:lnTo>
                  <a:lnTo>
                    <a:pt x="280269" y="34520"/>
                  </a:lnTo>
                  <a:lnTo>
                    <a:pt x="288055" y="35484"/>
                  </a:lnTo>
                  <a:lnTo>
                    <a:pt x="295840" y="36601"/>
                  </a:lnTo>
                  <a:lnTo>
                    <a:pt x="303625" y="37609"/>
                  </a:lnTo>
                  <a:lnTo>
                    <a:pt x="311410" y="38349"/>
                  </a:lnTo>
                  <a:lnTo>
                    <a:pt x="319196" y="39048"/>
                  </a:lnTo>
                  <a:lnTo>
                    <a:pt x="326981" y="39768"/>
                  </a:lnTo>
                  <a:lnTo>
                    <a:pt x="334766" y="40204"/>
                  </a:lnTo>
                  <a:lnTo>
                    <a:pt x="342551" y="40814"/>
                  </a:lnTo>
                  <a:lnTo>
                    <a:pt x="350337" y="41418"/>
                  </a:lnTo>
                  <a:lnTo>
                    <a:pt x="358122" y="42016"/>
                  </a:lnTo>
                  <a:lnTo>
                    <a:pt x="365907" y="42372"/>
                  </a:lnTo>
                  <a:lnTo>
                    <a:pt x="373692" y="42742"/>
                  </a:lnTo>
                  <a:lnTo>
                    <a:pt x="381478" y="43659"/>
                  </a:lnTo>
                  <a:lnTo>
                    <a:pt x="389263" y="44252"/>
                  </a:lnTo>
                  <a:lnTo>
                    <a:pt x="397048" y="44610"/>
                  </a:lnTo>
                  <a:lnTo>
                    <a:pt x="404834" y="45348"/>
                  </a:lnTo>
                  <a:lnTo>
                    <a:pt x="412619" y="45864"/>
                  </a:lnTo>
                  <a:lnTo>
                    <a:pt x="420404" y="46204"/>
                  </a:lnTo>
                  <a:lnTo>
                    <a:pt x="428189" y="46634"/>
                  </a:lnTo>
                  <a:lnTo>
                    <a:pt x="435975" y="47635"/>
                  </a:lnTo>
                  <a:lnTo>
                    <a:pt x="443760" y="48420"/>
                  </a:lnTo>
                  <a:lnTo>
                    <a:pt x="451545" y="48988"/>
                  </a:lnTo>
                  <a:lnTo>
                    <a:pt x="459330" y="49552"/>
                  </a:lnTo>
                  <a:lnTo>
                    <a:pt x="467116" y="50091"/>
                  </a:lnTo>
                  <a:lnTo>
                    <a:pt x="474901" y="50662"/>
                  </a:lnTo>
                  <a:lnTo>
                    <a:pt x="482686" y="51297"/>
                  </a:lnTo>
                  <a:lnTo>
                    <a:pt x="490472" y="51764"/>
                  </a:lnTo>
                  <a:lnTo>
                    <a:pt x="498257" y="52560"/>
                  </a:lnTo>
                  <a:lnTo>
                    <a:pt x="506042" y="53207"/>
                  </a:lnTo>
                  <a:lnTo>
                    <a:pt x="513827" y="53734"/>
                  </a:lnTo>
                  <a:lnTo>
                    <a:pt x="521613" y="54275"/>
                  </a:lnTo>
                  <a:lnTo>
                    <a:pt x="529398" y="54773"/>
                  </a:lnTo>
                  <a:lnTo>
                    <a:pt x="537183" y="55551"/>
                  </a:lnTo>
                  <a:lnTo>
                    <a:pt x="544968" y="55994"/>
                  </a:lnTo>
                  <a:lnTo>
                    <a:pt x="552754" y="56492"/>
                  </a:lnTo>
                  <a:lnTo>
                    <a:pt x="560539" y="56811"/>
                  </a:lnTo>
                  <a:lnTo>
                    <a:pt x="568324" y="57310"/>
                  </a:lnTo>
                  <a:lnTo>
                    <a:pt x="576110" y="57812"/>
                  </a:lnTo>
                  <a:lnTo>
                    <a:pt x="583895" y="58364"/>
                  </a:lnTo>
                  <a:lnTo>
                    <a:pt x="591680" y="58802"/>
                  </a:lnTo>
                  <a:lnTo>
                    <a:pt x="599465" y="59276"/>
                  </a:lnTo>
                  <a:lnTo>
                    <a:pt x="607251" y="59708"/>
                  </a:lnTo>
                  <a:lnTo>
                    <a:pt x="615036" y="60281"/>
                  </a:lnTo>
                  <a:lnTo>
                    <a:pt x="622821" y="60749"/>
                  </a:lnTo>
                  <a:lnTo>
                    <a:pt x="630606" y="61226"/>
                  </a:lnTo>
                  <a:lnTo>
                    <a:pt x="638392" y="61722"/>
                  </a:lnTo>
                  <a:lnTo>
                    <a:pt x="646177" y="62357"/>
                  </a:lnTo>
                  <a:lnTo>
                    <a:pt x="653962" y="62650"/>
                  </a:lnTo>
                  <a:lnTo>
                    <a:pt x="661747" y="63115"/>
                  </a:lnTo>
                  <a:lnTo>
                    <a:pt x="669533" y="63580"/>
                  </a:lnTo>
                  <a:lnTo>
                    <a:pt x="677318" y="64021"/>
                  </a:lnTo>
                  <a:lnTo>
                    <a:pt x="685103" y="64420"/>
                  </a:lnTo>
                  <a:lnTo>
                    <a:pt x="692889" y="64886"/>
                  </a:lnTo>
                  <a:lnTo>
                    <a:pt x="700674" y="65327"/>
                  </a:lnTo>
                  <a:lnTo>
                    <a:pt x="708459" y="65572"/>
                  </a:lnTo>
                  <a:lnTo>
                    <a:pt x="716244" y="65825"/>
                  </a:lnTo>
                  <a:lnTo>
                    <a:pt x="724030" y="66068"/>
                  </a:lnTo>
                  <a:lnTo>
                    <a:pt x="731815" y="66552"/>
                  </a:lnTo>
                  <a:lnTo>
                    <a:pt x="739600" y="67077"/>
                  </a:lnTo>
                  <a:lnTo>
                    <a:pt x="747385" y="67226"/>
                  </a:lnTo>
                  <a:lnTo>
                    <a:pt x="755171" y="67143"/>
                  </a:lnTo>
                  <a:lnTo>
                    <a:pt x="762956" y="67275"/>
                  </a:lnTo>
                  <a:lnTo>
                    <a:pt x="770741" y="67484"/>
                  </a:lnTo>
                  <a:lnTo>
                    <a:pt x="778527" y="67754"/>
                  </a:lnTo>
                  <a:lnTo>
                    <a:pt x="786312" y="68045"/>
                  </a:lnTo>
                  <a:lnTo>
                    <a:pt x="794097" y="68529"/>
                  </a:lnTo>
                  <a:lnTo>
                    <a:pt x="801882" y="68665"/>
                  </a:lnTo>
                  <a:lnTo>
                    <a:pt x="809668" y="68828"/>
                  </a:lnTo>
                  <a:lnTo>
                    <a:pt x="817453" y="69223"/>
                  </a:lnTo>
                  <a:lnTo>
                    <a:pt x="825238" y="69799"/>
                  </a:lnTo>
                  <a:lnTo>
                    <a:pt x="833023" y="70443"/>
                  </a:lnTo>
                  <a:lnTo>
                    <a:pt x="840809" y="70572"/>
                  </a:lnTo>
                  <a:lnTo>
                    <a:pt x="848594" y="70813"/>
                  </a:lnTo>
                  <a:lnTo>
                    <a:pt x="856379" y="70947"/>
                  </a:lnTo>
                  <a:lnTo>
                    <a:pt x="864165" y="71080"/>
                  </a:lnTo>
                  <a:lnTo>
                    <a:pt x="871950" y="71374"/>
                  </a:lnTo>
                  <a:lnTo>
                    <a:pt x="879735" y="71600"/>
                  </a:lnTo>
                  <a:lnTo>
                    <a:pt x="887520" y="71746"/>
                  </a:lnTo>
                  <a:lnTo>
                    <a:pt x="895306" y="72139"/>
                  </a:lnTo>
                  <a:lnTo>
                    <a:pt x="903091" y="72490"/>
                  </a:lnTo>
                  <a:lnTo>
                    <a:pt x="910876" y="72705"/>
                  </a:lnTo>
                  <a:lnTo>
                    <a:pt x="918661" y="73106"/>
                  </a:lnTo>
                  <a:lnTo>
                    <a:pt x="926447" y="73280"/>
                  </a:lnTo>
                  <a:lnTo>
                    <a:pt x="934232" y="73340"/>
                  </a:lnTo>
                  <a:lnTo>
                    <a:pt x="942017" y="73420"/>
                  </a:lnTo>
                  <a:lnTo>
                    <a:pt x="949802" y="73692"/>
                  </a:lnTo>
                  <a:lnTo>
                    <a:pt x="957588" y="73811"/>
                  </a:lnTo>
                  <a:lnTo>
                    <a:pt x="965373" y="74162"/>
                  </a:lnTo>
                  <a:lnTo>
                    <a:pt x="973158" y="74514"/>
                  </a:lnTo>
                  <a:lnTo>
                    <a:pt x="980944" y="74817"/>
                  </a:lnTo>
                  <a:lnTo>
                    <a:pt x="988729" y="75015"/>
                  </a:lnTo>
                  <a:lnTo>
                    <a:pt x="996514" y="75251"/>
                  </a:lnTo>
                  <a:lnTo>
                    <a:pt x="1004299" y="75422"/>
                  </a:lnTo>
                  <a:lnTo>
                    <a:pt x="1012085" y="75681"/>
                  </a:lnTo>
                  <a:lnTo>
                    <a:pt x="1019870" y="75897"/>
                  </a:lnTo>
                  <a:lnTo>
                    <a:pt x="1027655" y="76112"/>
                  </a:lnTo>
                  <a:lnTo>
                    <a:pt x="1035440" y="76257"/>
                  </a:lnTo>
                  <a:lnTo>
                    <a:pt x="1043226" y="76232"/>
                  </a:lnTo>
                  <a:lnTo>
                    <a:pt x="1051011" y="76346"/>
                  </a:lnTo>
                  <a:lnTo>
                    <a:pt x="1058796" y="76548"/>
                  </a:lnTo>
                  <a:lnTo>
                    <a:pt x="1066582" y="76460"/>
                  </a:lnTo>
                  <a:lnTo>
                    <a:pt x="1074367" y="76716"/>
                  </a:lnTo>
                  <a:lnTo>
                    <a:pt x="1082152" y="77079"/>
                  </a:lnTo>
                  <a:lnTo>
                    <a:pt x="1089937" y="77443"/>
                  </a:lnTo>
                  <a:lnTo>
                    <a:pt x="1097723" y="77804"/>
                  </a:lnTo>
                  <a:lnTo>
                    <a:pt x="1105508" y="78164"/>
                  </a:lnTo>
                  <a:lnTo>
                    <a:pt x="1113293" y="78203"/>
                  </a:lnTo>
                  <a:lnTo>
                    <a:pt x="1121078" y="78201"/>
                  </a:lnTo>
                  <a:lnTo>
                    <a:pt x="1128864" y="78198"/>
                  </a:lnTo>
                  <a:lnTo>
                    <a:pt x="1136649" y="78579"/>
                  </a:lnTo>
                  <a:lnTo>
                    <a:pt x="1144434" y="78920"/>
                  </a:lnTo>
                  <a:lnTo>
                    <a:pt x="1152220" y="78995"/>
                  </a:lnTo>
                  <a:lnTo>
                    <a:pt x="1160005" y="79158"/>
                  </a:lnTo>
                  <a:lnTo>
                    <a:pt x="1167790" y="79567"/>
                  </a:lnTo>
                  <a:lnTo>
                    <a:pt x="1175575" y="79776"/>
                  </a:lnTo>
                  <a:lnTo>
                    <a:pt x="1183361" y="79799"/>
                  </a:lnTo>
                  <a:lnTo>
                    <a:pt x="1191146" y="79865"/>
                  </a:lnTo>
                  <a:lnTo>
                    <a:pt x="1198931" y="80132"/>
                  </a:lnTo>
                  <a:lnTo>
                    <a:pt x="1206716" y="80369"/>
                  </a:lnTo>
                  <a:lnTo>
                    <a:pt x="1214502" y="80513"/>
                  </a:lnTo>
                  <a:lnTo>
                    <a:pt x="1222287" y="80658"/>
                  </a:lnTo>
                  <a:lnTo>
                    <a:pt x="1230072" y="80805"/>
                  </a:lnTo>
                  <a:lnTo>
                    <a:pt x="1237857" y="80952"/>
                  </a:lnTo>
                  <a:lnTo>
                    <a:pt x="1245643" y="81099"/>
                  </a:lnTo>
                  <a:lnTo>
                    <a:pt x="1253428" y="81245"/>
                  </a:lnTo>
                  <a:lnTo>
                    <a:pt x="1261213" y="81391"/>
                  </a:lnTo>
                  <a:lnTo>
                    <a:pt x="1268999" y="81536"/>
                  </a:lnTo>
                  <a:lnTo>
                    <a:pt x="1276784" y="81681"/>
                  </a:lnTo>
                  <a:lnTo>
                    <a:pt x="1284569" y="81643"/>
                  </a:lnTo>
                  <a:lnTo>
                    <a:pt x="1292354" y="81758"/>
                  </a:lnTo>
                  <a:lnTo>
                    <a:pt x="1300140" y="81725"/>
                  </a:lnTo>
                  <a:lnTo>
                    <a:pt x="1307925" y="81822"/>
                  </a:lnTo>
                  <a:lnTo>
                    <a:pt x="1315710" y="81857"/>
                  </a:lnTo>
                  <a:lnTo>
                    <a:pt x="1323495" y="82033"/>
                  </a:lnTo>
                  <a:lnTo>
                    <a:pt x="1331281" y="82212"/>
                  </a:lnTo>
                  <a:lnTo>
                    <a:pt x="1339066" y="82393"/>
                  </a:lnTo>
                  <a:lnTo>
                    <a:pt x="1346851" y="82501"/>
                  </a:lnTo>
                  <a:lnTo>
                    <a:pt x="1354637" y="82515"/>
                  </a:lnTo>
                  <a:lnTo>
                    <a:pt x="1362422" y="82529"/>
                  </a:lnTo>
                  <a:lnTo>
                    <a:pt x="1370207" y="82543"/>
                  </a:lnTo>
                  <a:lnTo>
                    <a:pt x="1377992" y="82632"/>
                  </a:lnTo>
                  <a:lnTo>
                    <a:pt x="1385778" y="82817"/>
                  </a:lnTo>
                  <a:lnTo>
                    <a:pt x="1393563" y="83131"/>
                  </a:lnTo>
                  <a:lnTo>
                    <a:pt x="1401348" y="83206"/>
                  </a:lnTo>
                  <a:lnTo>
                    <a:pt x="1409133" y="83238"/>
                  </a:lnTo>
                  <a:lnTo>
                    <a:pt x="1416919" y="83386"/>
                  </a:lnTo>
                  <a:lnTo>
                    <a:pt x="1424704" y="83536"/>
                  </a:lnTo>
                  <a:lnTo>
                    <a:pt x="1432489" y="83686"/>
                  </a:lnTo>
                  <a:lnTo>
                    <a:pt x="1440275" y="83820"/>
                  </a:lnTo>
                  <a:lnTo>
                    <a:pt x="1448060" y="83982"/>
                  </a:lnTo>
                  <a:lnTo>
                    <a:pt x="1455845" y="84059"/>
                  </a:lnTo>
                  <a:lnTo>
                    <a:pt x="1463630" y="84274"/>
                  </a:lnTo>
                  <a:lnTo>
                    <a:pt x="1471416" y="84368"/>
                  </a:lnTo>
                  <a:lnTo>
                    <a:pt x="1479201" y="84329"/>
                  </a:lnTo>
                  <a:lnTo>
                    <a:pt x="1486986" y="84290"/>
                  </a:lnTo>
                  <a:lnTo>
                    <a:pt x="1494771" y="84324"/>
                  </a:lnTo>
                  <a:lnTo>
                    <a:pt x="1502557" y="84378"/>
                  </a:lnTo>
                  <a:lnTo>
                    <a:pt x="1510342" y="84526"/>
                  </a:lnTo>
                  <a:lnTo>
                    <a:pt x="1518127" y="84675"/>
                  </a:lnTo>
                  <a:lnTo>
                    <a:pt x="1525912" y="84825"/>
                  </a:lnTo>
                  <a:lnTo>
                    <a:pt x="1533698" y="84976"/>
                  </a:lnTo>
                  <a:lnTo>
                    <a:pt x="1541483" y="85128"/>
                  </a:lnTo>
                  <a:lnTo>
                    <a:pt x="1549268" y="85279"/>
                  </a:lnTo>
                  <a:lnTo>
                    <a:pt x="1557054" y="85429"/>
                  </a:lnTo>
                  <a:lnTo>
                    <a:pt x="1564839" y="85607"/>
                  </a:lnTo>
                  <a:lnTo>
                    <a:pt x="1572624" y="85725"/>
                  </a:lnTo>
                  <a:lnTo>
                    <a:pt x="1580409" y="85815"/>
                  </a:lnTo>
                  <a:lnTo>
                    <a:pt x="1588195" y="85980"/>
                  </a:lnTo>
                  <a:lnTo>
                    <a:pt x="1595980" y="85996"/>
                  </a:lnTo>
                  <a:lnTo>
                    <a:pt x="1603765" y="85986"/>
                  </a:lnTo>
                  <a:lnTo>
                    <a:pt x="1611550" y="86253"/>
                  </a:lnTo>
                  <a:lnTo>
                    <a:pt x="1619336" y="86505"/>
                  </a:lnTo>
                  <a:lnTo>
                    <a:pt x="1627121" y="86446"/>
                  </a:lnTo>
                  <a:lnTo>
                    <a:pt x="1634906" y="86630"/>
                  </a:lnTo>
                  <a:lnTo>
                    <a:pt x="1642692" y="86813"/>
                  </a:lnTo>
                  <a:lnTo>
                    <a:pt x="1650477" y="86944"/>
                  </a:lnTo>
                  <a:lnTo>
                    <a:pt x="1658262" y="86968"/>
                  </a:lnTo>
                  <a:lnTo>
                    <a:pt x="1666047" y="86992"/>
                  </a:lnTo>
                  <a:lnTo>
                    <a:pt x="1673833" y="87016"/>
                  </a:lnTo>
                  <a:lnTo>
                    <a:pt x="1681618" y="87146"/>
                  </a:lnTo>
                  <a:lnTo>
                    <a:pt x="1689403" y="87331"/>
                  </a:lnTo>
                  <a:lnTo>
                    <a:pt x="1697188" y="87403"/>
                  </a:lnTo>
                  <a:lnTo>
                    <a:pt x="1704974" y="87410"/>
                  </a:lnTo>
                  <a:lnTo>
                    <a:pt x="1712759" y="87417"/>
                  </a:lnTo>
                  <a:lnTo>
                    <a:pt x="1720544" y="87426"/>
                  </a:lnTo>
                  <a:lnTo>
                    <a:pt x="1728330" y="87436"/>
                  </a:lnTo>
                  <a:lnTo>
                    <a:pt x="1736115" y="87491"/>
                  </a:lnTo>
                  <a:lnTo>
                    <a:pt x="1743900" y="87638"/>
                  </a:lnTo>
                  <a:lnTo>
                    <a:pt x="1751685" y="87708"/>
                  </a:lnTo>
                  <a:lnTo>
                    <a:pt x="1759471" y="87623"/>
                  </a:lnTo>
                  <a:lnTo>
                    <a:pt x="1767256" y="87602"/>
                  </a:lnTo>
                  <a:lnTo>
                    <a:pt x="1775041" y="87621"/>
                  </a:lnTo>
                  <a:lnTo>
                    <a:pt x="1782826" y="87645"/>
                  </a:lnTo>
                  <a:lnTo>
                    <a:pt x="1790612" y="87666"/>
                  </a:lnTo>
                  <a:lnTo>
                    <a:pt x="1798397" y="87680"/>
                  </a:lnTo>
                  <a:lnTo>
                    <a:pt x="1806182" y="87619"/>
                  </a:lnTo>
                  <a:lnTo>
                    <a:pt x="1813967" y="87665"/>
                  </a:lnTo>
                  <a:lnTo>
                    <a:pt x="1821753" y="87746"/>
                  </a:lnTo>
                  <a:lnTo>
                    <a:pt x="1829538" y="87766"/>
                  </a:lnTo>
                  <a:lnTo>
                    <a:pt x="1837323" y="87787"/>
                  </a:lnTo>
                  <a:lnTo>
                    <a:pt x="1845109" y="87808"/>
                  </a:lnTo>
                  <a:lnTo>
                    <a:pt x="1852894" y="87831"/>
                  </a:lnTo>
                  <a:lnTo>
                    <a:pt x="1860679" y="87854"/>
                  </a:lnTo>
                  <a:lnTo>
                    <a:pt x="1868464" y="87877"/>
                  </a:lnTo>
                  <a:lnTo>
                    <a:pt x="1876250" y="87958"/>
                  </a:lnTo>
                  <a:lnTo>
                    <a:pt x="1884035" y="88057"/>
                  </a:lnTo>
                  <a:lnTo>
                    <a:pt x="1891820" y="88155"/>
                  </a:lnTo>
                  <a:lnTo>
                    <a:pt x="1899605" y="88253"/>
                  </a:lnTo>
                  <a:lnTo>
                    <a:pt x="1907391" y="88351"/>
                  </a:lnTo>
                  <a:lnTo>
                    <a:pt x="1915176" y="88448"/>
                  </a:lnTo>
                  <a:lnTo>
                    <a:pt x="1922961" y="88546"/>
                  </a:lnTo>
                  <a:lnTo>
                    <a:pt x="1930747" y="88643"/>
                  </a:lnTo>
                  <a:lnTo>
                    <a:pt x="1938532" y="88637"/>
                  </a:lnTo>
                  <a:lnTo>
                    <a:pt x="1946317" y="88604"/>
                  </a:lnTo>
                  <a:lnTo>
                    <a:pt x="1954102" y="88570"/>
                  </a:lnTo>
                  <a:lnTo>
                    <a:pt x="1961888" y="88537"/>
                  </a:lnTo>
                  <a:lnTo>
                    <a:pt x="1969673" y="88503"/>
                  </a:lnTo>
                  <a:lnTo>
                    <a:pt x="1977458" y="88469"/>
                  </a:lnTo>
                  <a:lnTo>
                    <a:pt x="1985243" y="88436"/>
                  </a:lnTo>
                  <a:lnTo>
                    <a:pt x="1993029" y="88402"/>
                  </a:lnTo>
                  <a:lnTo>
                    <a:pt x="2000814" y="88368"/>
                  </a:lnTo>
                  <a:lnTo>
                    <a:pt x="2008599" y="88334"/>
                  </a:lnTo>
                  <a:lnTo>
                    <a:pt x="2016385" y="88300"/>
                  </a:lnTo>
                  <a:lnTo>
                    <a:pt x="2016385" y="129752"/>
                  </a:lnTo>
                  <a:lnTo>
                    <a:pt x="2008599" y="129729"/>
                  </a:lnTo>
                  <a:lnTo>
                    <a:pt x="2000814" y="129706"/>
                  </a:lnTo>
                  <a:lnTo>
                    <a:pt x="1993029" y="129683"/>
                  </a:lnTo>
                  <a:lnTo>
                    <a:pt x="1985243" y="129658"/>
                  </a:lnTo>
                  <a:lnTo>
                    <a:pt x="1977458" y="129623"/>
                  </a:lnTo>
                  <a:lnTo>
                    <a:pt x="1969673" y="129587"/>
                  </a:lnTo>
                  <a:lnTo>
                    <a:pt x="1961888" y="129551"/>
                  </a:lnTo>
                  <a:lnTo>
                    <a:pt x="1954102" y="129514"/>
                  </a:lnTo>
                  <a:lnTo>
                    <a:pt x="1946317" y="129484"/>
                  </a:lnTo>
                  <a:lnTo>
                    <a:pt x="1938532" y="129458"/>
                  </a:lnTo>
                  <a:lnTo>
                    <a:pt x="1930747" y="129431"/>
                  </a:lnTo>
                  <a:lnTo>
                    <a:pt x="1922961" y="129405"/>
                  </a:lnTo>
                  <a:lnTo>
                    <a:pt x="1915176" y="129375"/>
                  </a:lnTo>
                  <a:lnTo>
                    <a:pt x="1907391" y="129340"/>
                  </a:lnTo>
                  <a:lnTo>
                    <a:pt x="1899605" y="129306"/>
                  </a:lnTo>
                  <a:lnTo>
                    <a:pt x="1891820" y="129270"/>
                  </a:lnTo>
                  <a:lnTo>
                    <a:pt x="1884035" y="129235"/>
                  </a:lnTo>
                  <a:lnTo>
                    <a:pt x="1876250" y="129198"/>
                  </a:lnTo>
                  <a:lnTo>
                    <a:pt x="1868464" y="129162"/>
                  </a:lnTo>
                  <a:lnTo>
                    <a:pt x="1860679" y="129125"/>
                  </a:lnTo>
                  <a:lnTo>
                    <a:pt x="1852894" y="129091"/>
                  </a:lnTo>
                  <a:lnTo>
                    <a:pt x="1845109" y="129056"/>
                  </a:lnTo>
                  <a:lnTo>
                    <a:pt x="1837323" y="129019"/>
                  </a:lnTo>
                  <a:lnTo>
                    <a:pt x="1829538" y="128974"/>
                  </a:lnTo>
                  <a:lnTo>
                    <a:pt x="1821753" y="128930"/>
                  </a:lnTo>
                  <a:lnTo>
                    <a:pt x="1813967" y="128885"/>
                  </a:lnTo>
                  <a:lnTo>
                    <a:pt x="1806182" y="128839"/>
                  </a:lnTo>
                  <a:lnTo>
                    <a:pt x="1798397" y="128790"/>
                  </a:lnTo>
                  <a:lnTo>
                    <a:pt x="1790612" y="128739"/>
                  </a:lnTo>
                  <a:lnTo>
                    <a:pt x="1782826" y="128688"/>
                  </a:lnTo>
                  <a:lnTo>
                    <a:pt x="1775041" y="128645"/>
                  </a:lnTo>
                  <a:lnTo>
                    <a:pt x="1767256" y="128603"/>
                  </a:lnTo>
                  <a:lnTo>
                    <a:pt x="1759471" y="128560"/>
                  </a:lnTo>
                  <a:lnTo>
                    <a:pt x="1751685" y="128516"/>
                  </a:lnTo>
                  <a:lnTo>
                    <a:pt x="1743900" y="128472"/>
                  </a:lnTo>
                  <a:lnTo>
                    <a:pt x="1736115" y="128427"/>
                  </a:lnTo>
                  <a:lnTo>
                    <a:pt x="1728330" y="128381"/>
                  </a:lnTo>
                  <a:lnTo>
                    <a:pt x="1720544" y="128335"/>
                  </a:lnTo>
                  <a:lnTo>
                    <a:pt x="1712759" y="128288"/>
                  </a:lnTo>
                  <a:lnTo>
                    <a:pt x="1704974" y="128241"/>
                  </a:lnTo>
                  <a:lnTo>
                    <a:pt x="1697188" y="128193"/>
                  </a:lnTo>
                  <a:lnTo>
                    <a:pt x="1689403" y="128145"/>
                  </a:lnTo>
                  <a:lnTo>
                    <a:pt x="1681618" y="128098"/>
                  </a:lnTo>
                  <a:lnTo>
                    <a:pt x="1673833" y="128049"/>
                  </a:lnTo>
                  <a:lnTo>
                    <a:pt x="1666047" y="128001"/>
                  </a:lnTo>
                  <a:lnTo>
                    <a:pt x="1658262" y="127951"/>
                  </a:lnTo>
                  <a:lnTo>
                    <a:pt x="1650477" y="127901"/>
                  </a:lnTo>
                  <a:lnTo>
                    <a:pt x="1642692" y="127850"/>
                  </a:lnTo>
                  <a:lnTo>
                    <a:pt x="1634906" y="127795"/>
                  </a:lnTo>
                  <a:lnTo>
                    <a:pt x="1627121" y="127736"/>
                  </a:lnTo>
                  <a:lnTo>
                    <a:pt x="1619336" y="127679"/>
                  </a:lnTo>
                  <a:lnTo>
                    <a:pt x="1611550" y="127624"/>
                  </a:lnTo>
                  <a:lnTo>
                    <a:pt x="1603765" y="127568"/>
                  </a:lnTo>
                  <a:lnTo>
                    <a:pt x="1595980" y="127512"/>
                  </a:lnTo>
                  <a:lnTo>
                    <a:pt x="1588195" y="127455"/>
                  </a:lnTo>
                  <a:lnTo>
                    <a:pt x="1580409" y="127395"/>
                  </a:lnTo>
                  <a:lnTo>
                    <a:pt x="1572624" y="127334"/>
                  </a:lnTo>
                  <a:lnTo>
                    <a:pt x="1564839" y="127273"/>
                  </a:lnTo>
                  <a:lnTo>
                    <a:pt x="1557054" y="127210"/>
                  </a:lnTo>
                  <a:lnTo>
                    <a:pt x="1549268" y="127147"/>
                  </a:lnTo>
                  <a:lnTo>
                    <a:pt x="1541483" y="127083"/>
                  </a:lnTo>
                  <a:lnTo>
                    <a:pt x="1533698" y="127019"/>
                  </a:lnTo>
                  <a:lnTo>
                    <a:pt x="1525912" y="126953"/>
                  </a:lnTo>
                  <a:lnTo>
                    <a:pt x="1518127" y="126887"/>
                  </a:lnTo>
                  <a:lnTo>
                    <a:pt x="1510342" y="126819"/>
                  </a:lnTo>
                  <a:lnTo>
                    <a:pt x="1502557" y="126751"/>
                  </a:lnTo>
                  <a:lnTo>
                    <a:pt x="1494771" y="126682"/>
                  </a:lnTo>
                  <a:lnTo>
                    <a:pt x="1486986" y="126612"/>
                  </a:lnTo>
                  <a:lnTo>
                    <a:pt x="1479201" y="126541"/>
                  </a:lnTo>
                  <a:lnTo>
                    <a:pt x="1471416" y="126468"/>
                  </a:lnTo>
                  <a:lnTo>
                    <a:pt x="1463630" y="126388"/>
                  </a:lnTo>
                  <a:lnTo>
                    <a:pt x="1455845" y="126297"/>
                  </a:lnTo>
                  <a:lnTo>
                    <a:pt x="1448060" y="126202"/>
                  </a:lnTo>
                  <a:lnTo>
                    <a:pt x="1440275" y="126110"/>
                  </a:lnTo>
                  <a:lnTo>
                    <a:pt x="1432489" y="126017"/>
                  </a:lnTo>
                  <a:lnTo>
                    <a:pt x="1424704" y="125921"/>
                  </a:lnTo>
                  <a:lnTo>
                    <a:pt x="1416919" y="125823"/>
                  </a:lnTo>
                  <a:lnTo>
                    <a:pt x="1409133" y="125739"/>
                  </a:lnTo>
                  <a:lnTo>
                    <a:pt x="1401348" y="125669"/>
                  </a:lnTo>
                  <a:lnTo>
                    <a:pt x="1393563" y="125588"/>
                  </a:lnTo>
                  <a:lnTo>
                    <a:pt x="1385778" y="125490"/>
                  </a:lnTo>
                  <a:lnTo>
                    <a:pt x="1377992" y="125405"/>
                  </a:lnTo>
                  <a:lnTo>
                    <a:pt x="1370207" y="125355"/>
                  </a:lnTo>
                  <a:lnTo>
                    <a:pt x="1362422" y="125268"/>
                  </a:lnTo>
                  <a:lnTo>
                    <a:pt x="1354637" y="125167"/>
                  </a:lnTo>
                  <a:lnTo>
                    <a:pt x="1346851" y="125066"/>
                  </a:lnTo>
                  <a:lnTo>
                    <a:pt x="1339066" y="124992"/>
                  </a:lnTo>
                  <a:lnTo>
                    <a:pt x="1331281" y="124918"/>
                  </a:lnTo>
                  <a:lnTo>
                    <a:pt x="1323495" y="124842"/>
                  </a:lnTo>
                  <a:lnTo>
                    <a:pt x="1315710" y="124766"/>
                  </a:lnTo>
                  <a:lnTo>
                    <a:pt x="1307925" y="124675"/>
                  </a:lnTo>
                  <a:lnTo>
                    <a:pt x="1300140" y="124612"/>
                  </a:lnTo>
                  <a:lnTo>
                    <a:pt x="1292354" y="124525"/>
                  </a:lnTo>
                  <a:lnTo>
                    <a:pt x="1284569" y="124427"/>
                  </a:lnTo>
                  <a:lnTo>
                    <a:pt x="1276784" y="124328"/>
                  </a:lnTo>
                  <a:lnTo>
                    <a:pt x="1268999" y="124227"/>
                  </a:lnTo>
                  <a:lnTo>
                    <a:pt x="1261213" y="124124"/>
                  </a:lnTo>
                  <a:lnTo>
                    <a:pt x="1253428" y="124020"/>
                  </a:lnTo>
                  <a:lnTo>
                    <a:pt x="1245643" y="123915"/>
                  </a:lnTo>
                  <a:lnTo>
                    <a:pt x="1237857" y="123808"/>
                  </a:lnTo>
                  <a:lnTo>
                    <a:pt x="1230072" y="123700"/>
                  </a:lnTo>
                  <a:lnTo>
                    <a:pt x="1222287" y="123591"/>
                  </a:lnTo>
                  <a:lnTo>
                    <a:pt x="1214502" y="123488"/>
                  </a:lnTo>
                  <a:lnTo>
                    <a:pt x="1206716" y="123385"/>
                  </a:lnTo>
                  <a:lnTo>
                    <a:pt x="1198931" y="123256"/>
                  </a:lnTo>
                  <a:lnTo>
                    <a:pt x="1191146" y="123141"/>
                  </a:lnTo>
                  <a:lnTo>
                    <a:pt x="1183361" y="123024"/>
                  </a:lnTo>
                  <a:lnTo>
                    <a:pt x="1175575" y="122905"/>
                  </a:lnTo>
                  <a:lnTo>
                    <a:pt x="1167790" y="122792"/>
                  </a:lnTo>
                  <a:lnTo>
                    <a:pt x="1160005" y="122667"/>
                  </a:lnTo>
                  <a:lnTo>
                    <a:pt x="1152220" y="122544"/>
                  </a:lnTo>
                  <a:lnTo>
                    <a:pt x="1144434" y="122464"/>
                  </a:lnTo>
                  <a:lnTo>
                    <a:pt x="1136649" y="122387"/>
                  </a:lnTo>
                  <a:lnTo>
                    <a:pt x="1128864" y="122242"/>
                  </a:lnTo>
                  <a:lnTo>
                    <a:pt x="1121078" y="122148"/>
                  </a:lnTo>
                  <a:lnTo>
                    <a:pt x="1113293" y="122025"/>
                  </a:lnTo>
                  <a:lnTo>
                    <a:pt x="1105508" y="121871"/>
                  </a:lnTo>
                  <a:lnTo>
                    <a:pt x="1097723" y="121771"/>
                  </a:lnTo>
                  <a:lnTo>
                    <a:pt x="1089937" y="121681"/>
                  </a:lnTo>
                  <a:lnTo>
                    <a:pt x="1082152" y="121609"/>
                  </a:lnTo>
                  <a:lnTo>
                    <a:pt x="1074367" y="121493"/>
                  </a:lnTo>
                  <a:lnTo>
                    <a:pt x="1066582" y="121373"/>
                  </a:lnTo>
                  <a:lnTo>
                    <a:pt x="1058796" y="121240"/>
                  </a:lnTo>
                  <a:lnTo>
                    <a:pt x="1051011" y="121082"/>
                  </a:lnTo>
                  <a:lnTo>
                    <a:pt x="1043226" y="120952"/>
                  </a:lnTo>
                  <a:lnTo>
                    <a:pt x="1035440" y="120837"/>
                  </a:lnTo>
                  <a:lnTo>
                    <a:pt x="1027655" y="120695"/>
                  </a:lnTo>
                  <a:lnTo>
                    <a:pt x="1019870" y="120561"/>
                  </a:lnTo>
                  <a:lnTo>
                    <a:pt x="1012085" y="120463"/>
                  </a:lnTo>
                  <a:lnTo>
                    <a:pt x="1004299" y="120366"/>
                  </a:lnTo>
                  <a:lnTo>
                    <a:pt x="996514" y="120268"/>
                  </a:lnTo>
                  <a:lnTo>
                    <a:pt x="988729" y="120170"/>
                  </a:lnTo>
                  <a:lnTo>
                    <a:pt x="980944" y="120070"/>
                  </a:lnTo>
                  <a:lnTo>
                    <a:pt x="973158" y="119967"/>
                  </a:lnTo>
                  <a:lnTo>
                    <a:pt x="965373" y="119805"/>
                  </a:lnTo>
                  <a:lnTo>
                    <a:pt x="957588" y="119604"/>
                  </a:lnTo>
                  <a:lnTo>
                    <a:pt x="949802" y="119481"/>
                  </a:lnTo>
                  <a:lnTo>
                    <a:pt x="942017" y="119363"/>
                  </a:lnTo>
                  <a:lnTo>
                    <a:pt x="934232" y="119244"/>
                  </a:lnTo>
                  <a:lnTo>
                    <a:pt x="926447" y="119128"/>
                  </a:lnTo>
                  <a:lnTo>
                    <a:pt x="918661" y="119035"/>
                  </a:lnTo>
                  <a:lnTo>
                    <a:pt x="910876" y="118896"/>
                  </a:lnTo>
                  <a:lnTo>
                    <a:pt x="903091" y="118801"/>
                  </a:lnTo>
                  <a:lnTo>
                    <a:pt x="895306" y="118679"/>
                  </a:lnTo>
                  <a:lnTo>
                    <a:pt x="887520" y="118593"/>
                  </a:lnTo>
                  <a:lnTo>
                    <a:pt x="879735" y="118424"/>
                  </a:lnTo>
                  <a:lnTo>
                    <a:pt x="871950" y="118262"/>
                  </a:lnTo>
                  <a:lnTo>
                    <a:pt x="864165" y="118133"/>
                  </a:lnTo>
                  <a:lnTo>
                    <a:pt x="856379" y="118003"/>
                  </a:lnTo>
                  <a:lnTo>
                    <a:pt x="848594" y="117926"/>
                  </a:lnTo>
                  <a:lnTo>
                    <a:pt x="840809" y="117767"/>
                  </a:lnTo>
                  <a:lnTo>
                    <a:pt x="833023" y="117605"/>
                  </a:lnTo>
                  <a:lnTo>
                    <a:pt x="825238" y="117471"/>
                  </a:lnTo>
                  <a:lnTo>
                    <a:pt x="817453" y="117338"/>
                  </a:lnTo>
                  <a:lnTo>
                    <a:pt x="809668" y="117201"/>
                  </a:lnTo>
                  <a:lnTo>
                    <a:pt x="801882" y="117061"/>
                  </a:lnTo>
                  <a:lnTo>
                    <a:pt x="794097" y="116908"/>
                  </a:lnTo>
                  <a:lnTo>
                    <a:pt x="786312" y="116766"/>
                  </a:lnTo>
                  <a:lnTo>
                    <a:pt x="778527" y="116640"/>
                  </a:lnTo>
                  <a:lnTo>
                    <a:pt x="770741" y="116499"/>
                  </a:lnTo>
                  <a:lnTo>
                    <a:pt x="762956" y="116354"/>
                  </a:lnTo>
                  <a:lnTo>
                    <a:pt x="755171" y="116242"/>
                  </a:lnTo>
                  <a:lnTo>
                    <a:pt x="747385" y="116060"/>
                  </a:lnTo>
                  <a:lnTo>
                    <a:pt x="739600" y="115923"/>
                  </a:lnTo>
                  <a:lnTo>
                    <a:pt x="731815" y="115746"/>
                  </a:lnTo>
                  <a:lnTo>
                    <a:pt x="724030" y="115589"/>
                  </a:lnTo>
                  <a:lnTo>
                    <a:pt x="716244" y="115425"/>
                  </a:lnTo>
                  <a:lnTo>
                    <a:pt x="708459" y="115251"/>
                  </a:lnTo>
                  <a:lnTo>
                    <a:pt x="700674" y="115087"/>
                  </a:lnTo>
                  <a:lnTo>
                    <a:pt x="692889" y="114943"/>
                  </a:lnTo>
                  <a:lnTo>
                    <a:pt x="685103" y="114811"/>
                  </a:lnTo>
                  <a:lnTo>
                    <a:pt x="677318" y="114650"/>
                  </a:lnTo>
                  <a:lnTo>
                    <a:pt x="669533" y="114499"/>
                  </a:lnTo>
                  <a:lnTo>
                    <a:pt x="661747" y="114351"/>
                  </a:lnTo>
                  <a:lnTo>
                    <a:pt x="653962" y="114207"/>
                  </a:lnTo>
                  <a:lnTo>
                    <a:pt x="646177" y="114052"/>
                  </a:lnTo>
                  <a:lnTo>
                    <a:pt x="638392" y="113889"/>
                  </a:lnTo>
                  <a:lnTo>
                    <a:pt x="630606" y="113740"/>
                  </a:lnTo>
                  <a:lnTo>
                    <a:pt x="622821" y="113622"/>
                  </a:lnTo>
                  <a:lnTo>
                    <a:pt x="615036" y="113454"/>
                  </a:lnTo>
                  <a:lnTo>
                    <a:pt x="607251" y="113261"/>
                  </a:lnTo>
                  <a:lnTo>
                    <a:pt x="599465" y="113115"/>
                  </a:lnTo>
                  <a:lnTo>
                    <a:pt x="591680" y="113013"/>
                  </a:lnTo>
                  <a:lnTo>
                    <a:pt x="583895" y="113037"/>
                  </a:lnTo>
                  <a:lnTo>
                    <a:pt x="576110" y="112916"/>
                  </a:lnTo>
                  <a:lnTo>
                    <a:pt x="568324" y="112791"/>
                  </a:lnTo>
                  <a:lnTo>
                    <a:pt x="560539" y="112614"/>
                  </a:lnTo>
                  <a:lnTo>
                    <a:pt x="552754" y="112428"/>
                  </a:lnTo>
                  <a:lnTo>
                    <a:pt x="544968" y="112341"/>
                  </a:lnTo>
                  <a:lnTo>
                    <a:pt x="537183" y="112253"/>
                  </a:lnTo>
                  <a:lnTo>
                    <a:pt x="529398" y="112152"/>
                  </a:lnTo>
                  <a:lnTo>
                    <a:pt x="521613" y="112023"/>
                  </a:lnTo>
                  <a:lnTo>
                    <a:pt x="513827" y="111865"/>
                  </a:lnTo>
                  <a:lnTo>
                    <a:pt x="506042" y="111716"/>
                  </a:lnTo>
                  <a:lnTo>
                    <a:pt x="498257" y="111629"/>
                  </a:lnTo>
                  <a:lnTo>
                    <a:pt x="490472" y="111475"/>
                  </a:lnTo>
                  <a:lnTo>
                    <a:pt x="482686" y="111280"/>
                  </a:lnTo>
                  <a:lnTo>
                    <a:pt x="474901" y="111190"/>
                  </a:lnTo>
                  <a:lnTo>
                    <a:pt x="467116" y="111089"/>
                  </a:lnTo>
                  <a:lnTo>
                    <a:pt x="459330" y="110953"/>
                  </a:lnTo>
                  <a:lnTo>
                    <a:pt x="451545" y="110878"/>
                  </a:lnTo>
                  <a:lnTo>
                    <a:pt x="443760" y="110740"/>
                  </a:lnTo>
                  <a:lnTo>
                    <a:pt x="435975" y="110537"/>
                  </a:lnTo>
                  <a:lnTo>
                    <a:pt x="428189" y="110383"/>
                  </a:lnTo>
                  <a:lnTo>
                    <a:pt x="420404" y="110204"/>
                  </a:lnTo>
                  <a:lnTo>
                    <a:pt x="412619" y="110101"/>
                  </a:lnTo>
                  <a:lnTo>
                    <a:pt x="404834" y="109931"/>
                  </a:lnTo>
                  <a:lnTo>
                    <a:pt x="397048" y="109742"/>
                  </a:lnTo>
                  <a:lnTo>
                    <a:pt x="389263" y="109552"/>
                  </a:lnTo>
                  <a:lnTo>
                    <a:pt x="381478" y="109358"/>
                  </a:lnTo>
                  <a:lnTo>
                    <a:pt x="373692" y="109161"/>
                  </a:lnTo>
                  <a:lnTo>
                    <a:pt x="365907" y="108989"/>
                  </a:lnTo>
                  <a:lnTo>
                    <a:pt x="358122" y="108912"/>
                  </a:lnTo>
                  <a:lnTo>
                    <a:pt x="350337" y="108865"/>
                  </a:lnTo>
                  <a:lnTo>
                    <a:pt x="342551" y="108793"/>
                  </a:lnTo>
                  <a:lnTo>
                    <a:pt x="334766" y="108642"/>
                  </a:lnTo>
                  <a:lnTo>
                    <a:pt x="326981" y="108428"/>
                  </a:lnTo>
                  <a:lnTo>
                    <a:pt x="319196" y="108333"/>
                  </a:lnTo>
                  <a:lnTo>
                    <a:pt x="311410" y="108303"/>
                  </a:lnTo>
                  <a:lnTo>
                    <a:pt x="303625" y="108225"/>
                  </a:lnTo>
                  <a:lnTo>
                    <a:pt x="295840" y="108073"/>
                  </a:lnTo>
                  <a:lnTo>
                    <a:pt x="288055" y="108098"/>
                  </a:lnTo>
                  <a:lnTo>
                    <a:pt x="280269" y="108029"/>
                  </a:lnTo>
                  <a:lnTo>
                    <a:pt x="272484" y="107822"/>
                  </a:lnTo>
                  <a:lnTo>
                    <a:pt x="264699" y="107710"/>
                  </a:lnTo>
                  <a:lnTo>
                    <a:pt x="256913" y="107520"/>
                  </a:lnTo>
                  <a:lnTo>
                    <a:pt x="249128" y="107468"/>
                  </a:lnTo>
                  <a:lnTo>
                    <a:pt x="241343" y="107249"/>
                  </a:lnTo>
                  <a:lnTo>
                    <a:pt x="233558" y="107130"/>
                  </a:lnTo>
                  <a:lnTo>
                    <a:pt x="225772" y="107084"/>
                  </a:lnTo>
                  <a:lnTo>
                    <a:pt x="217987" y="107033"/>
                  </a:lnTo>
                  <a:lnTo>
                    <a:pt x="210202" y="106889"/>
                  </a:lnTo>
                  <a:lnTo>
                    <a:pt x="202417" y="106744"/>
                  </a:lnTo>
                  <a:lnTo>
                    <a:pt x="194631" y="106664"/>
                  </a:lnTo>
                  <a:lnTo>
                    <a:pt x="186846" y="106648"/>
                  </a:lnTo>
                  <a:lnTo>
                    <a:pt x="179061" y="106601"/>
                  </a:lnTo>
                  <a:lnTo>
                    <a:pt x="171275" y="106557"/>
                  </a:lnTo>
                  <a:lnTo>
                    <a:pt x="163490" y="106409"/>
                  </a:lnTo>
                  <a:lnTo>
                    <a:pt x="155705" y="106256"/>
                  </a:lnTo>
                  <a:lnTo>
                    <a:pt x="147920" y="106155"/>
                  </a:lnTo>
                  <a:lnTo>
                    <a:pt x="140134" y="106098"/>
                  </a:lnTo>
                  <a:lnTo>
                    <a:pt x="132349" y="106044"/>
                  </a:lnTo>
                  <a:lnTo>
                    <a:pt x="124564" y="105988"/>
                  </a:lnTo>
                  <a:lnTo>
                    <a:pt x="116779" y="105845"/>
                  </a:lnTo>
                  <a:lnTo>
                    <a:pt x="108993" y="105787"/>
                  </a:lnTo>
                  <a:lnTo>
                    <a:pt x="101208" y="105603"/>
                  </a:lnTo>
                  <a:lnTo>
                    <a:pt x="93423" y="105538"/>
                  </a:lnTo>
                  <a:lnTo>
                    <a:pt x="85637" y="105515"/>
                  </a:lnTo>
                  <a:lnTo>
                    <a:pt x="77852" y="105478"/>
                  </a:lnTo>
                  <a:lnTo>
                    <a:pt x="70067" y="105218"/>
                  </a:lnTo>
                  <a:lnTo>
                    <a:pt x="62282" y="105072"/>
                  </a:lnTo>
                  <a:lnTo>
                    <a:pt x="54496" y="104894"/>
                  </a:lnTo>
                  <a:lnTo>
                    <a:pt x="46711" y="104751"/>
                  </a:lnTo>
                  <a:lnTo>
                    <a:pt x="38926" y="104658"/>
                  </a:lnTo>
                  <a:lnTo>
                    <a:pt x="31141" y="104578"/>
                  </a:lnTo>
                  <a:lnTo>
                    <a:pt x="23355" y="104521"/>
                  </a:lnTo>
                  <a:lnTo>
                    <a:pt x="15570" y="104446"/>
                  </a:lnTo>
                  <a:lnTo>
                    <a:pt x="7785" y="104373"/>
                  </a:lnTo>
                  <a:lnTo>
                    <a:pt x="0" y="104325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3648531" y="4825400"/>
              <a:ext cx="2016385" cy="88643"/>
            </a:xfrm>
            <a:custGeom>
              <a:avLst/>
              <a:pathLst>
                <a:path w="2016385" h="88643">
                  <a:moveTo>
                    <a:pt x="0" y="0"/>
                  </a:moveTo>
                  <a:lnTo>
                    <a:pt x="7785" y="1135"/>
                  </a:lnTo>
                  <a:lnTo>
                    <a:pt x="15570" y="2630"/>
                  </a:lnTo>
                  <a:lnTo>
                    <a:pt x="23355" y="3859"/>
                  </a:lnTo>
                  <a:lnTo>
                    <a:pt x="31141" y="5900"/>
                  </a:lnTo>
                  <a:lnTo>
                    <a:pt x="38926" y="7332"/>
                  </a:lnTo>
                  <a:lnTo>
                    <a:pt x="46711" y="8450"/>
                  </a:lnTo>
                  <a:lnTo>
                    <a:pt x="54496" y="9580"/>
                  </a:lnTo>
                  <a:lnTo>
                    <a:pt x="62282" y="10704"/>
                  </a:lnTo>
                  <a:lnTo>
                    <a:pt x="70067" y="11820"/>
                  </a:lnTo>
                  <a:lnTo>
                    <a:pt x="77852" y="12928"/>
                  </a:lnTo>
                  <a:lnTo>
                    <a:pt x="85637" y="13709"/>
                  </a:lnTo>
                  <a:lnTo>
                    <a:pt x="93423" y="14344"/>
                  </a:lnTo>
                  <a:lnTo>
                    <a:pt x="101208" y="14976"/>
                  </a:lnTo>
                  <a:lnTo>
                    <a:pt x="108993" y="15661"/>
                  </a:lnTo>
                  <a:lnTo>
                    <a:pt x="116779" y="17186"/>
                  </a:lnTo>
                  <a:lnTo>
                    <a:pt x="124564" y="18696"/>
                  </a:lnTo>
                  <a:lnTo>
                    <a:pt x="132349" y="19623"/>
                  </a:lnTo>
                  <a:lnTo>
                    <a:pt x="140134" y="20352"/>
                  </a:lnTo>
                  <a:lnTo>
                    <a:pt x="147920" y="21078"/>
                  </a:lnTo>
                  <a:lnTo>
                    <a:pt x="155705" y="22445"/>
                  </a:lnTo>
                  <a:lnTo>
                    <a:pt x="163490" y="23275"/>
                  </a:lnTo>
                  <a:lnTo>
                    <a:pt x="171275" y="23998"/>
                  </a:lnTo>
                  <a:lnTo>
                    <a:pt x="179061" y="24603"/>
                  </a:lnTo>
                  <a:lnTo>
                    <a:pt x="186846" y="25251"/>
                  </a:lnTo>
                  <a:lnTo>
                    <a:pt x="194631" y="26080"/>
                  </a:lnTo>
                  <a:lnTo>
                    <a:pt x="202417" y="27202"/>
                  </a:lnTo>
                  <a:lnTo>
                    <a:pt x="210202" y="28093"/>
                  </a:lnTo>
                  <a:lnTo>
                    <a:pt x="217987" y="28986"/>
                  </a:lnTo>
                  <a:lnTo>
                    <a:pt x="225772" y="29803"/>
                  </a:lnTo>
                  <a:lnTo>
                    <a:pt x="233558" y="30813"/>
                  </a:lnTo>
                  <a:lnTo>
                    <a:pt x="241343" y="31390"/>
                  </a:lnTo>
                  <a:lnTo>
                    <a:pt x="249128" y="31965"/>
                  </a:lnTo>
                  <a:lnTo>
                    <a:pt x="256913" y="32544"/>
                  </a:lnTo>
                  <a:lnTo>
                    <a:pt x="264699" y="33122"/>
                  </a:lnTo>
                  <a:lnTo>
                    <a:pt x="272484" y="33870"/>
                  </a:lnTo>
                  <a:lnTo>
                    <a:pt x="280269" y="34520"/>
                  </a:lnTo>
                  <a:lnTo>
                    <a:pt x="288055" y="35484"/>
                  </a:lnTo>
                  <a:lnTo>
                    <a:pt x="295840" y="36601"/>
                  </a:lnTo>
                  <a:lnTo>
                    <a:pt x="303625" y="37609"/>
                  </a:lnTo>
                  <a:lnTo>
                    <a:pt x="311410" y="38349"/>
                  </a:lnTo>
                  <a:lnTo>
                    <a:pt x="319196" y="39048"/>
                  </a:lnTo>
                  <a:lnTo>
                    <a:pt x="326981" y="39768"/>
                  </a:lnTo>
                  <a:lnTo>
                    <a:pt x="334766" y="40204"/>
                  </a:lnTo>
                  <a:lnTo>
                    <a:pt x="342551" y="40814"/>
                  </a:lnTo>
                  <a:lnTo>
                    <a:pt x="350337" y="41418"/>
                  </a:lnTo>
                  <a:lnTo>
                    <a:pt x="358122" y="42016"/>
                  </a:lnTo>
                  <a:lnTo>
                    <a:pt x="365907" y="42372"/>
                  </a:lnTo>
                  <a:lnTo>
                    <a:pt x="373692" y="42742"/>
                  </a:lnTo>
                  <a:lnTo>
                    <a:pt x="381478" y="43659"/>
                  </a:lnTo>
                  <a:lnTo>
                    <a:pt x="389263" y="44252"/>
                  </a:lnTo>
                  <a:lnTo>
                    <a:pt x="397048" y="44610"/>
                  </a:lnTo>
                  <a:lnTo>
                    <a:pt x="404834" y="45348"/>
                  </a:lnTo>
                  <a:lnTo>
                    <a:pt x="412619" y="45864"/>
                  </a:lnTo>
                  <a:lnTo>
                    <a:pt x="420404" y="46204"/>
                  </a:lnTo>
                  <a:lnTo>
                    <a:pt x="428189" y="46634"/>
                  </a:lnTo>
                  <a:lnTo>
                    <a:pt x="435975" y="47635"/>
                  </a:lnTo>
                  <a:lnTo>
                    <a:pt x="443760" y="48420"/>
                  </a:lnTo>
                  <a:lnTo>
                    <a:pt x="451545" y="48988"/>
                  </a:lnTo>
                  <a:lnTo>
                    <a:pt x="459330" y="49552"/>
                  </a:lnTo>
                  <a:lnTo>
                    <a:pt x="467116" y="50091"/>
                  </a:lnTo>
                  <a:lnTo>
                    <a:pt x="474901" y="50662"/>
                  </a:lnTo>
                  <a:lnTo>
                    <a:pt x="482686" y="51297"/>
                  </a:lnTo>
                  <a:lnTo>
                    <a:pt x="490472" y="51764"/>
                  </a:lnTo>
                  <a:lnTo>
                    <a:pt x="498257" y="52560"/>
                  </a:lnTo>
                  <a:lnTo>
                    <a:pt x="506042" y="53207"/>
                  </a:lnTo>
                  <a:lnTo>
                    <a:pt x="513827" y="53734"/>
                  </a:lnTo>
                  <a:lnTo>
                    <a:pt x="521613" y="54275"/>
                  </a:lnTo>
                  <a:lnTo>
                    <a:pt x="529398" y="54773"/>
                  </a:lnTo>
                  <a:lnTo>
                    <a:pt x="537183" y="55551"/>
                  </a:lnTo>
                  <a:lnTo>
                    <a:pt x="544968" y="55994"/>
                  </a:lnTo>
                  <a:lnTo>
                    <a:pt x="552754" y="56492"/>
                  </a:lnTo>
                  <a:lnTo>
                    <a:pt x="560539" y="56811"/>
                  </a:lnTo>
                  <a:lnTo>
                    <a:pt x="568324" y="57310"/>
                  </a:lnTo>
                  <a:lnTo>
                    <a:pt x="576110" y="57812"/>
                  </a:lnTo>
                  <a:lnTo>
                    <a:pt x="583895" y="58364"/>
                  </a:lnTo>
                  <a:lnTo>
                    <a:pt x="591680" y="58802"/>
                  </a:lnTo>
                  <a:lnTo>
                    <a:pt x="599465" y="59276"/>
                  </a:lnTo>
                  <a:lnTo>
                    <a:pt x="607251" y="59708"/>
                  </a:lnTo>
                  <a:lnTo>
                    <a:pt x="615036" y="60281"/>
                  </a:lnTo>
                  <a:lnTo>
                    <a:pt x="622821" y="60749"/>
                  </a:lnTo>
                  <a:lnTo>
                    <a:pt x="630606" y="61226"/>
                  </a:lnTo>
                  <a:lnTo>
                    <a:pt x="638392" y="61722"/>
                  </a:lnTo>
                  <a:lnTo>
                    <a:pt x="646177" y="62357"/>
                  </a:lnTo>
                  <a:lnTo>
                    <a:pt x="653962" y="62650"/>
                  </a:lnTo>
                  <a:lnTo>
                    <a:pt x="661747" y="63115"/>
                  </a:lnTo>
                  <a:lnTo>
                    <a:pt x="669533" y="63580"/>
                  </a:lnTo>
                  <a:lnTo>
                    <a:pt x="677318" y="64021"/>
                  </a:lnTo>
                  <a:lnTo>
                    <a:pt x="685103" y="64420"/>
                  </a:lnTo>
                  <a:lnTo>
                    <a:pt x="692889" y="64886"/>
                  </a:lnTo>
                  <a:lnTo>
                    <a:pt x="700674" y="65327"/>
                  </a:lnTo>
                  <a:lnTo>
                    <a:pt x="708459" y="65572"/>
                  </a:lnTo>
                  <a:lnTo>
                    <a:pt x="716244" y="65825"/>
                  </a:lnTo>
                  <a:lnTo>
                    <a:pt x="724030" y="66068"/>
                  </a:lnTo>
                  <a:lnTo>
                    <a:pt x="731815" y="66552"/>
                  </a:lnTo>
                  <a:lnTo>
                    <a:pt x="739600" y="67077"/>
                  </a:lnTo>
                  <a:lnTo>
                    <a:pt x="747385" y="67226"/>
                  </a:lnTo>
                  <a:lnTo>
                    <a:pt x="755171" y="67143"/>
                  </a:lnTo>
                  <a:lnTo>
                    <a:pt x="762956" y="67275"/>
                  </a:lnTo>
                  <a:lnTo>
                    <a:pt x="770741" y="67484"/>
                  </a:lnTo>
                  <a:lnTo>
                    <a:pt x="778527" y="67754"/>
                  </a:lnTo>
                  <a:lnTo>
                    <a:pt x="786312" y="68045"/>
                  </a:lnTo>
                  <a:lnTo>
                    <a:pt x="794097" y="68529"/>
                  </a:lnTo>
                  <a:lnTo>
                    <a:pt x="801882" y="68665"/>
                  </a:lnTo>
                  <a:lnTo>
                    <a:pt x="809668" y="68828"/>
                  </a:lnTo>
                  <a:lnTo>
                    <a:pt x="817453" y="69223"/>
                  </a:lnTo>
                  <a:lnTo>
                    <a:pt x="825238" y="69799"/>
                  </a:lnTo>
                  <a:lnTo>
                    <a:pt x="833023" y="70443"/>
                  </a:lnTo>
                  <a:lnTo>
                    <a:pt x="840809" y="70572"/>
                  </a:lnTo>
                  <a:lnTo>
                    <a:pt x="848594" y="70813"/>
                  </a:lnTo>
                  <a:lnTo>
                    <a:pt x="856379" y="70947"/>
                  </a:lnTo>
                  <a:lnTo>
                    <a:pt x="864165" y="71080"/>
                  </a:lnTo>
                  <a:lnTo>
                    <a:pt x="871950" y="71374"/>
                  </a:lnTo>
                  <a:lnTo>
                    <a:pt x="879735" y="71600"/>
                  </a:lnTo>
                  <a:lnTo>
                    <a:pt x="887520" y="71746"/>
                  </a:lnTo>
                  <a:lnTo>
                    <a:pt x="895306" y="72139"/>
                  </a:lnTo>
                  <a:lnTo>
                    <a:pt x="903091" y="72490"/>
                  </a:lnTo>
                  <a:lnTo>
                    <a:pt x="910876" y="72705"/>
                  </a:lnTo>
                  <a:lnTo>
                    <a:pt x="918661" y="73106"/>
                  </a:lnTo>
                  <a:lnTo>
                    <a:pt x="926447" y="73280"/>
                  </a:lnTo>
                  <a:lnTo>
                    <a:pt x="934232" y="73340"/>
                  </a:lnTo>
                  <a:lnTo>
                    <a:pt x="942017" y="73420"/>
                  </a:lnTo>
                  <a:lnTo>
                    <a:pt x="949802" y="73692"/>
                  </a:lnTo>
                  <a:lnTo>
                    <a:pt x="957588" y="73811"/>
                  </a:lnTo>
                  <a:lnTo>
                    <a:pt x="965373" y="74162"/>
                  </a:lnTo>
                  <a:lnTo>
                    <a:pt x="973158" y="74514"/>
                  </a:lnTo>
                  <a:lnTo>
                    <a:pt x="980944" y="74817"/>
                  </a:lnTo>
                  <a:lnTo>
                    <a:pt x="988729" y="75015"/>
                  </a:lnTo>
                  <a:lnTo>
                    <a:pt x="996514" y="75251"/>
                  </a:lnTo>
                  <a:lnTo>
                    <a:pt x="1004299" y="75422"/>
                  </a:lnTo>
                  <a:lnTo>
                    <a:pt x="1012085" y="75681"/>
                  </a:lnTo>
                  <a:lnTo>
                    <a:pt x="1019870" y="75897"/>
                  </a:lnTo>
                  <a:lnTo>
                    <a:pt x="1027655" y="76112"/>
                  </a:lnTo>
                  <a:lnTo>
                    <a:pt x="1035440" y="76257"/>
                  </a:lnTo>
                  <a:lnTo>
                    <a:pt x="1043226" y="76232"/>
                  </a:lnTo>
                  <a:lnTo>
                    <a:pt x="1051011" y="76346"/>
                  </a:lnTo>
                  <a:lnTo>
                    <a:pt x="1058796" y="76548"/>
                  </a:lnTo>
                  <a:lnTo>
                    <a:pt x="1066582" y="76460"/>
                  </a:lnTo>
                  <a:lnTo>
                    <a:pt x="1074367" y="76716"/>
                  </a:lnTo>
                  <a:lnTo>
                    <a:pt x="1082152" y="77079"/>
                  </a:lnTo>
                  <a:lnTo>
                    <a:pt x="1089937" y="77443"/>
                  </a:lnTo>
                  <a:lnTo>
                    <a:pt x="1097723" y="77804"/>
                  </a:lnTo>
                  <a:lnTo>
                    <a:pt x="1105508" y="78164"/>
                  </a:lnTo>
                  <a:lnTo>
                    <a:pt x="1113293" y="78203"/>
                  </a:lnTo>
                  <a:lnTo>
                    <a:pt x="1121078" y="78201"/>
                  </a:lnTo>
                  <a:lnTo>
                    <a:pt x="1128864" y="78198"/>
                  </a:lnTo>
                  <a:lnTo>
                    <a:pt x="1136649" y="78579"/>
                  </a:lnTo>
                  <a:lnTo>
                    <a:pt x="1144434" y="78920"/>
                  </a:lnTo>
                  <a:lnTo>
                    <a:pt x="1152220" y="78995"/>
                  </a:lnTo>
                  <a:lnTo>
                    <a:pt x="1160005" y="79158"/>
                  </a:lnTo>
                  <a:lnTo>
                    <a:pt x="1167790" y="79567"/>
                  </a:lnTo>
                  <a:lnTo>
                    <a:pt x="1175575" y="79776"/>
                  </a:lnTo>
                  <a:lnTo>
                    <a:pt x="1183361" y="79799"/>
                  </a:lnTo>
                  <a:lnTo>
                    <a:pt x="1191146" y="79865"/>
                  </a:lnTo>
                  <a:lnTo>
                    <a:pt x="1198931" y="80132"/>
                  </a:lnTo>
                  <a:lnTo>
                    <a:pt x="1206716" y="80369"/>
                  </a:lnTo>
                  <a:lnTo>
                    <a:pt x="1214502" y="80513"/>
                  </a:lnTo>
                  <a:lnTo>
                    <a:pt x="1222287" y="80658"/>
                  </a:lnTo>
                  <a:lnTo>
                    <a:pt x="1230072" y="80805"/>
                  </a:lnTo>
                  <a:lnTo>
                    <a:pt x="1237857" y="80952"/>
                  </a:lnTo>
                  <a:lnTo>
                    <a:pt x="1245643" y="81099"/>
                  </a:lnTo>
                  <a:lnTo>
                    <a:pt x="1253428" y="81245"/>
                  </a:lnTo>
                  <a:lnTo>
                    <a:pt x="1261213" y="81391"/>
                  </a:lnTo>
                  <a:lnTo>
                    <a:pt x="1268999" y="81536"/>
                  </a:lnTo>
                  <a:lnTo>
                    <a:pt x="1276784" y="81681"/>
                  </a:lnTo>
                  <a:lnTo>
                    <a:pt x="1284569" y="81643"/>
                  </a:lnTo>
                  <a:lnTo>
                    <a:pt x="1292354" y="81758"/>
                  </a:lnTo>
                  <a:lnTo>
                    <a:pt x="1300140" y="81725"/>
                  </a:lnTo>
                  <a:lnTo>
                    <a:pt x="1307925" y="81822"/>
                  </a:lnTo>
                  <a:lnTo>
                    <a:pt x="1315710" y="81857"/>
                  </a:lnTo>
                  <a:lnTo>
                    <a:pt x="1323495" y="82033"/>
                  </a:lnTo>
                  <a:lnTo>
                    <a:pt x="1331281" y="82212"/>
                  </a:lnTo>
                  <a:lnTo>
                    <a:pt x="1339066" y="82393"/>
                  </a:lnTo>
                  <a:lnTo>
                    <a:pt x="1346851" y="82501"/>
                  </a:lnTo>
                  <a:lnTo>
                    <a:pt x="1354637" y="82515"/>
                  </a:lnTo>
                  <a:lnTo>
                    <a:pt x="1362422" y="82529"/>
                  </a:lnTo>
                  <a:lnTo>
                    <a:pt x="1370207" y="82543"/>
                  </a:lnTo>
                  <a:lnTo>
                    <a:pt x="1377992" y="82632"/>
                  </a:lnTo>
                  <a:lnTo>
                    <a:pt x="1385778" y="82817"/>
                  </a:lnTo>
                  <a:lnTo>
                    <a:pt x="1393563" y="83131"/>
                  </a:lnTo>
                  <a:lnTo>
                    <a:pt x="1401348" y="83206"/>
                  </a:lnTo>
                  <a:lnTo>
                    <a:pt x="1409133" y="83238"/>
                  </a:lnTo>
                  <a:lnTo>
                    <a:pt x="1416919" y="83386"/>
                  </a:lnTo>
                  <a:lnTo>
                    <a:pt x="1424704" y="83536"/>
                  </a:lnTo>
                  <a:lnTo>
                    <a:pt x="1432489" y="83686"/>
                  </a:lnTo>
                  <a:lnTo>
                    <a:pt x="1440275" y="83820"/>
                  </a:lnTo>
                  <a:lnTo>
                    <a:pt x="1448060" y="83982"/>
                  </a:lnTo>
                  <a:lnTo>
                    <a:pt x="1455845" y="84059"/>
                  </a:lnTo>
                  <a:lnTo>
                    <a:pt x="1463630" y="84274"/>
                  </a:lnTo>
                  <a:lnTo>
                    <a:pt x="1471416" y="84368"/>
                  </a:lnTo>
                  <a:lnTo>
                    <a:pt x="1479201" y="84329"/>
                  </a:lnTo>
                  <a:lnTo>
                    <a:pt x="1486986" y="84290"/>
                  </a:lnTo>
                  <a:lnTo>
                    <a:pt x="1494771" y="84324"/>
                  </a:lnTo>
                  <a:lnTo>
                    <a:pt x="1502557" y="84378"/>
                  </a:lnTo>
                  <a:lnTo>
                    <a:pt x="1510342" y="84526"/>
                  </a:lnTo>
                  <a:lnTo>
                    <a:pt x="1518127" y="84675"/>
                  </a:lnTo>
                  <a:lnTo>
                    <a:pt x="1525912" y="84825"/>
                  </a:lnTo>
                  <a:lnTo>
                    <a:pt x="1533698" y="84976"/>
                  </a:lnTo>
                  <a:lnTo>
                    <a:pt x="1541483" y="85128"/>
                  </a:lnTo>
                  <a:lnTo>
                    <a:pt x="1549268" y="85279"/>
                  </a:lnTo>
                  <a:lnTo>
                    <a:pt x="1557054" y="85429"/>
                  </a:lnTo>
                  <a:lnTo>
                    <a:pt x="1564839" y="85607"/>
                  </a:lnTo>
                  <a:lnTo>
                    <a:pt x="1572624" y="85725"/>
                  </a:lnTo>
                  <a:lnTo>
                    <a:pt x="1580409" y="85815"/>
                  </a:lnTo>
                  <a:lnTo>
                    <a:pt x="1588195" y="85980"/>
                  </a:lnTo>
                  <a:lnTo>
                    <a:pt x="1595980" y="85996"/>
                  </a:lnTo>
                  <a:lnTo>
                    <a:pt x="1603765" y="85986"/>
                  </a:lnTo>
                  <a:lnTo>
                    <a:pt x="1611550" y="86253"/>
                  </a:lnTo>
                  <a:lnTo>
                    <a:pt x="1619336" y="86505"/>
                  </a:lnTo>
                  <a:lnTo>
                    <a:pt x="1627121" y="86446"/>
                  </a:lnTo>
                  <a:lnTo>
                    <a:pt x="1634906" y="86630"/>
                  </a:lnTo>
                  <a:lnTo>
                    <a:pt x="1642692" y="86813"/>
                  </a:lnTo>
                  <a:lnTo>
                    <a:pt x="1650477" y="86944"/>
                  </a:lnTo>
                  <a:lnTo>
                    <a:pt x="1658262" y="86968"/>
                  </a:lnTo>
                  <a:lnTo>
                    <a:pt x="1666047" y="86992"/>
                  </a:lnTo>
                  <a:lnTo>
                    <a:pt x="1673833" y="87016"/>
                  </a:lnTo>
                  <a:lnTo>
                    <a:pt x="1681618" y="87146"/>
                  </a:lnTo>
                  <a:lnTo>
                    <a:pt x="1689403" y="87331"/>
                  </a:lnTo>
                  <a:lnTo>
                    <a:pt x="1697188" y="87403"/>
                  </a:lnTo>
                  <a:lnTo>
                    <a:pt x="1704974" y="87410"/>
                  </a:lnTo>
                  <a:lnTo>
                    <a:pt x="1712759" y="87417"/>
                  </a:lnTo>
                  <a:lnTo>
                    <a:pt x="1720544" y="87426"/>
                  </a:lnTo>
                  <a:lnTo>
                    <a:pt x="1728330" y="87436"/>
                  </a:lnTo>
                  <a:lnTo>
                    <a:pt x="1736115" y="87491"/>
                  </a:lnTo>
                  <a:lnTo>
                    <a:pt x="1743900" y="87638"/>
                  </a:lnTo>
                  <a:lnTo>
                    <a:pt x="1751685" y="87708"/>
                  </a:lnTo>
                  <a:lnTo>
                    <a:pt x="1759471" y="87623"/>
                  </a:lnTo>
                  <a:lnTo>
                    <a:pt x="1767256" y="87602"/>
                  </a:lnTo>
                  <a:lnTo>
                    <a:pt x="1775041" y="87621"/>
                  </a:lnTo>
                  <a:lnTo>
                    <a:pt x="1782826" y="87645"/>
                  </a:lnTo>
                  <a:lnTo>
                    <a:pt x="1790612" y="87666"/>
                  </a:lnTo>
                  <a:lnTo>
                    <a:pt x="1798397" y="87680"/>
                  </a:lnTo>
                  <a:lnTo>
                    <a:pt x="1806182" y="87619"/>
                  </a:lnTo>
                  <a:lnTo>
                    <a:pt x="1813967" y="87665"/>
                  </a:lnTo>
                  <a:lnTo>
                    <a:pt x="1821753" y="87746"/>
                  </a:lnTo>
                  <a:lnTo>
                    <a:pt x="1829538" y="87766"/>
                  </a:lnTo>
                  <a:lnTo>
                    <a:pt x="1837323" y="87787"/>
                  </a:lnTo>
                  <a:lnTo>
                    <a:pt x="1845109" y="87808"/>
                  </a:lnTo>
                  <a:lnTo>
                    <a:pt x="1852894" y="87831"/>
                  </a:lnTo>
                  <a:lnTo>
                    <a:pt x="1860679" y="87854"/>
                  </a:lnTo>
                  <a:lnTo>
                    <a:pt x="1868464" y="87877"/>
                  </a:lnTo>
                  <a:lnTo>
                    <a:pt x="1876250" y="87958"/>
                  </a:lnTo>
                  <a:lnTo>
                    <a:pt x="1884035" y="88057"/>
                  </a:lnTo>
                  <a:lnTo>
                    <a:pt x="1891820" y="88155"/>
                  </a:lnTo>
                  <a:lnTo>
                    <a:pt x="1899605" y="88253"/>
                  </a:lnTo>
                  <a:lnTo>
                    <a:pt x="1907391" y="88351"/>
                  </a:lnTo>
                  <a:lnTo>
                    <a:pt x="1915176" y="88448"/>
                  </a:lnTo>
                  <a:lnTo>
                    <a:pt x="1922961" y="88546"/>
                  </a:lnTo>
                  <a:lnTo>
                    <a:pt x="1930747" y="88643"/>
                  </a:lnTo>
                  <a:lnTo>
                    <a:pt x="1938532" y="88637"/>
                  </a:lnTo>
                  <a:lnTo>
                    <a:pt x="1946317" y="88604"/>
                  </a:lnTo>
                  <a:lnTo>
                    <a:pt x="1954102" y="88570"/>
                  </a:lnTo>
                  <a:lnTo>
                    <a:pt x="1961888" y="88537"/>
                  </a:lnTo>
                  <a:lnTo>
                    <a:pt x="1969673" y="88503"/>
                  </a:lnTo>
                  <a:lnTo>
                    <a:pt x="1977458" y="88469"/>
                  </a:lnTo>
                  <a:lnTo>
                    <a:pt x="1985243" y="88436"/>
                  </a:lnTo>
                  <a:lnTo>
                    <a:pt x="1993029" y="88402"/>
                  </a:lnTo>
                  <a:lnTo>
                    <a:pt x="2000814" y="88368"/>
                  </a:lnTo>
                  <a:lnTo>
                    <a:pt x="2008599" y="88334"/>
                  </a:lnTo>
                  <a:lnTo>
                    <a:pt x="2016385" y="883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3648531" y="4929726"/>
              <a:ext cx="2016385" cy="25426"/>
            </a:xfrm>
            <a:custGeom>
              <a:avLst/>
              <a:pathLst>
                <a:path w="2016385" h="25426">
                  <a:moveTo>
                    <a:pt x="2016385" y="25426"/>
                  </a:moveTo>
                  <a:lnTo>
                    <a:pt x="2008599" y="25403"/>
                  </a:lnTo>
                  <a:lnTo>
                    <a:pt x="2000814" y="25380"/>
                  </a:lnTo>
                  <a:lnTo>
                    <a:pt x="1993029" y="25357"/>
                  </a:lnTo>
                  <a:lnTo>
                    <a:pt x="1985243" y="25332"/>
                  </a:lnTo>
                  <a:lnTo>
                    <a:pt x="1977458" y="25297"/>
                  </a:lnTo>
                  <a:lnTo>
                    <a:pt x="1969673" y="25261"/>
                  </a:lnTo>
                  <a:lnTo>
                    <a:pt x="1961888" y="25225"/>
                  </a:lnTo>
                  <a:lnTo>
                    <a:pt x="1954102" y="25188"/>
                  </a:lnTo>
                  <a:lnTo>
                    <a:pt x="1946317" y="25158"/>
                  </a:lnTo>
                  <a:lnTo>
                    <a:pt x="1938532" y="25132"/>
                  </a:lnTo>
                  <a:lnTo>
                    <a:pt x="1930747" y="25106"/>
                  </a:lnTo>
                  <a:lnTo>
                    <a:pt x="1922961" y="25079"/>
                  </a:lnTo>
                  <a:lnTo>
                    <a:pt x="1915176" y="25049"/>
                  </a:lnTo>
                  <a:lnTo>
                    <a:pt x="1907391" y="25015"/>
                  </a:lnTo>
                  <a:lnTo>
                    <a:pt x="1899605" y="24980"/>
                  </a:lnTo>
                  <a:lnTo>
                    <a:pt x="1891820" y="24945"/>
                  </a:lnTo>
                  <a:lnTo>
                    <a:pt x="1884035" y="24909"/>
                  </a:lnTo>
                  <a:lnTo>
                    <a:pt x="1876250" y="24873"/>
                  </a:lnTo>
                  <a:lnTo>
                    <a:pt x="1868464" y="24836"/>
                  </a:lnTo>
                  <a:lnTo>
                    <a:pt x="1860679" y="24800"/>
                  </a:lnTo>
                  <a:lnTo>
                    <a:pt x="1852894" y="24765"/>
                  </a:lnTo>
                  <a:lnTo>
                    <a:pt x="1845109" y="24731"/>
                  </a:lnTo>
                  <a:lnTo>
                    <a:pt x="1837323" y="24693"/>
                  </a:lnTo>
                  <a:lnTo>
                    <a:pt x="1829538" y="24649"/>
                  </a:lnTo>
                  <a:lnTo>
                    <a:pt x="1821753" y="24604"/>
                  </a:lnTo>
                  <a:lnTo>
                    <a:pt x="1813967" y="24559"/>
                  </a:lnTo>
                  <a:lnTo>
                    <a:pt x="1806182" y="24513"/>
                  </a:lnTo>
                  <a:lnTo>
                    <a:pt x="1798397" y="24465"/>
                  </a:lnTo>
                  <a:lnTo>
                    <a:pt x="1790612" y="24413"/>
                  </a:lnTo>
                  <a:lnTo>
                    <a:pt x="1782826" y="24362"/>
                  </a:lnTo>
                  <a:lnTo>
                    <a:pt x="1775041" y="24320"/>
                  </a:lnTo>
                  <a:lnTo>
                    <a:pt x="1767256" y="24277"/>
                  </a:lnTo>
                  <a:lnTo>
                    <a:pt x="1759471" y="24234"/>
                  </a:lnTo>
                  <a:lnTo>
                    <a:pt x="1751685" y="24191"/>
                  </a:lnTo>
                  <a:lnTo>
                    <a:pt x="1743900" y="24146"/>
                  </a:lnTo>
                  <a:lnTo>
                    <a:pt x="1736115" y="24101"/>
                  </a:lnTo>
                  <a:lnTo>
                    <a:pt x="1728330" y="24055"/>
                  </a:lnTo>
                  <a:lnTo>
                    <a:pt x="1720544" y="24009"/>
                  </a:lnTo>
                  <a:lnTo>
                    <a:pt x="1712759" y="23962"/>
                  </a:lnTo>
                  <a:lnTo>
                    <a:pt x="1704974" y="23915"/>
                  </a:lnTo>
                  <a:lnTo>
                    <a:pt x="1697188" y="23867"/>
                  </a:lnTo>
                  <a:lnTo>
                    <a:pt x="1689403" y="23820"/>
                  </a:lnTo>
                  <a:lnTo>
                    <a:pt x="1681618" y="23772"/>
                  </a:lnTo>
                  <a:lnTo>
                    <a:pt x="1673833" y="23724"/>
                  </a:lnTo>
                  <a:lnTo>
                    <a:pt x="1666047" y="23675"/>
                  </a:lnTo>
                  <a:lnTo>
                    <a:pt x="1658262" y="23625"/>
                  </a:lnTo>
                  <a:lnTo>
                    <a:pt x="1650477" y="23575"/>
                  </a:lnTo>
                  <a:lnTo>
                    <a:pt x="1642692" y="23524"/>
                  </a:lnTo>
                  <a:lnTo>
                    <a:pt x="1634906" y="23470"/>
                  </a:lnTo>
                  <a:lnTo>
                    <a:pt x="1627121" y="23411"/>
                  </a:lnTo>
                  <a:lnTo>
                    <a:pt x="1619336" y="23354"/>
                  </a:lnTo>
                  <a:lnTo>
                    <a:pt x="1611550" y="23299"/>
                  </a:lnTo>
                  <a:lnTo>
                    <a:pt x="1603765" y="23243"/>
                  </a:lnTo>
                  <a:lnTo>
                    <a:pt x="1595980" y="23186"/>
                  </a:lnTo>
                  <a:lnTo>
                    <a:pt x="1588195" y="23129"/>
                  </a:lnTo>
                  <a:lnTo>
                    <a:pt x="1580409" y="23069"/>
                  </a:lnTo>
                  <a:lnTo>
                    <a:pt x="1572624" y="23009"/>
                  </a:lnTo>
                  <a:lnTo>
                    <a:pt x="1564839" y="22947"/>
                  </a:lnTo>
                  <a:lnTo>
                    <a:pt x="1557054" y="22885"/>
                  </a:lnTo>
                  <a:lnTo>
                    <a:pt x="1549268" y="22822"/>
                  </a:lnTo>
                  <a:lnTo>
                    <a:pt x="1541483" y="22758"/>
                  </a:lnTo>
                  <a:lnTo>
                    <a:pt x="1533698" y="22693"/>
                  </a:lnTo>
                  <a:lnTo>
                    <a:pt x="1525912" y="22628"/>
                  </a:lnTo>
                  <a:lnTo>
                    <a:pt x="1518127" y="22561"/>
                  </a:lnTo>
                  <a:lnTo>
                    <a:pt x="1510342" y="22494"/>
                  </a:lnTo>
                  <a:lnTo>
                    <a:pt x="1502557" y="22425"/>
                  </a:lnTo>
                  <a:lnTo>
                    <a:pt x="1494771" y="22356"/>
                  </a:lnTo>
                  <a:lnTo>
                    <a:pt x="1486986" y="22286"/>
                  </a:lnTo>
                  <a:lnTo>
                    <a:pt x="1479201" y="22215"/>
                  </a:lnTo>
                  <a:lnTo>
                    <a:pt x="1471416" y="22143"/>
                  </a:lnTo>
                  <a:lnTo>
                    <a:pt x="1463630" y="22062"/>
                  </a:lnTo>
                  <a:lnTo>
                    <a:pt x="1455845" y="21972"/>
                  </a:lnTo>
                  <a:lnTo>
                    <a:pt x="1448060" y="21877"/>
                  </a:lnTo>
                  <a:lnTo>
                    <a:pt x="1440275" y="21785"/>
                  </a:lnTo>
                  <a:lnTo>
                    <a:pt x="1432489" y="21692"/>
                  </a:lnTo>
                  <a:lnTo>
                    <a:pt x="1424704" y="21595"/>
                  </a:lnTo>
                  <a:lnTo>
                    <a:pt x="1416919" y="21497"/>
                  </a:lnTo>
                  <a:lnTo>
                    <a:pt x="1409133" y="21413"/>
                  </a:lnTo>
                  <a:lnTo>
                    <a:pt x="1401348" y="21343"/>
                  </a:lnTo>
                  <a:lnTo>
                    <a:pt x="1393563" y="21263"/>
                  </a:lnTo>
                  <a:lnTo>
                    <a:pt x="1385778" y="21164"/>
                  </a:lnTo>
                  <a:lnTo>
                    <a:pt x="1377992" y="21079"/>
                  </a:lnTo>
                  <a:lnTo>
                    <a:pt x="1370207" y="21029"/>
                  </a:lnTo>
                  <a:lnTo>
                    <a:pt x="1362422" y="20943"/>
                  </a:lnTo>
                  <a:lnTo>
                    <a:pt x="1354637" y="20842"/>
                  </a:lnTo>
                  <a:lnTo>
                    <a:pt x="1346851" y="20741"/>
                  </a:lnTo>
                  <a:lnTo>
                    <a:pt x="1339066" y="20667"/>
                  </a:lnTo>
                  <a:lnTo>
                    <a:pt x="1331281" y="20592"/>
                  </a:lnTo>
                  <a:lnTo>
                    <a:pt x="1323495" y="20517"/>
                  </a:lnTo>
                  <a:lnTo>
                    <a:pt x="1315710" y="20440"/>
                  </a:lnTo>
                  <a:lnTo>
                    <a:pt x="1307925" y="20350"/>
                  </a:lnTo>
                  <a:lnTo>
                    <a:pt x="1300140" y="20287"/>
                  </a:lnTo>
                  <a:lnTo>
                    <a:pt x="1292354" y="20199"/>
                  </a:lnTo>
                  <a:lnTo>
                    <a:pt x="1284569" y="20101"/>
                  </a:lnTo>
                  <a:lnTo>
                    <a:pt x="1276784" y="20002"/>
                  </a:lnTo>
                  <a:lnTo>
                    <a:pt x="1268999" y="19901"/>
                  </a:lnTo>
                  <a:lnTo>
                    <a:pt x="1261213" y="19799"/>
                  </a:lnTo>
                  <a:lnTo>
                    <a:pt x="1253428" y="19695"/>
                  </a:lnTo>
                  <a:lnTo>
                    <a:pt x="1245643" y="19589"/>
                  </a:lnTo>
                  <a:lnTo>
                    <a:pt x="1237857" y="19483"/>
                  </a:lnTo>
                  <a:lnTo>
                    <a:pt x="1230072" y="19375"/>
                  </a:lnTo>
                  <a:lnTo>
                    <a:pt x="1222287" y="19266"/>
                  </a:lnTo>
                  <a:lnTo>
                    <a:pt x="1214502" y="19162"/>
                  </a:lnTo>
                  <a:lnTo>
                    <a:pt x="1206716" y="19059"/>
                  </a:lnTo>
                  <a:lnTo>
                    <a:pt x="1198931" y="18930"/>
                  </a:lnTo>
                  <a:lnTo>
                    <a:pt x="1191146" y="18815"/>
                  </a:lnTo>
                  <a:lnTo>
                    <a:pt x="1183361" y="18698"/>
                  </a:lnTo>
                  <a:lnTo>
                    <a:pt x="1175575" y="18580"/>
                  </a:lnTo>
                  <a:lnTo>
                    <a:pt x="1167790" y="18467"/>
                  </a:lnTo>
                  <a:lnTo>
                    <a:pt x="1160005" y="18341"/>
                  </a:lnTo>
                  <a:lnTo>
                    <a:pt x="1152220" y="18219"/>
                  </a:lnTo>
                  <a:lnTo>
                    <a:pt x="1144434" y="18138"/>
                  </a:lnTo>
                  <a:lnTo>
                    <a:pt x="1136649" y="18061"/>
                  </a:lnTo>
                  <a:lnTo>
                    <a:pt x="1128864" y="17917"/>
                  </a:lnTo>
                  <a:lnTo>
                    <a:pt x="1121078" y="17823"/>
                  </a:lnTo>
                  <a:lnTo>
                    <a:pt x="1113293" y="17700"/>
                  </a:lnTo>
                  <a:lnTo>
                    <a:pt x="1105508" y="17545"/>
                  </a:lnTo>
                  <a:lnTo>
                    <a:pt x="1097723" y="17445"/>
                  </a:lnTo>
                  <a:lnTo>
                    <a:pt x="1089937" y="17355"/>
                  </a:lnTo>
                  <a:lnTo>
                    <a:pt x="1082152" y="17284"/>
                  </a:lnTo>
                  <a:lnTo>
                    <a:pt x="1074367" y="17167"/>
                  </a:lnTo>
                  <a:lnTo>
                    <a:pt x="1066582" y="17047"/>
                  </a:lnTo>
                  <a:lnTo>
                    <a:pt x="1058796" y="16915"/>
                  </a:lnTo>
                  <a:lnTo>
                    <a:pt x="1051011" y="16757"/>
                  </a:lnTo>
                  <a:lnTo>
                    <a:pt x="1043226" y="16626"/>
                  </a:lnTo>
                  <a:lnTo>
                    <a:pt x="1035440" y="16511"/>
                  </a:lnTo>
                  <a:lnTo>
                    <a:pt x="1027655" y="16370"/>
                  </a:lnTo>
                  <a:lnTo>
                    <a:pt x="1019870" y="16235"/>
                  </a:lnTo>
                  <a:lnTo>
                    <a:pt x="1012085" y="16137"/>
                  </a:lnTo>
                  <a:lnTo>
                    <a:pt x="1004299" y="16041"/>
                  </a:lnTo>
                  <a:lnTo>
                    <a:pt x="996514" y="15943"/>
                  </a:lnTo>
                  <a:lnTo>
                    <a:pt x="988729" y="15844"/>
                  </a:lnTo>
                  <a:lnTo>
                    <a:pt x="980944" y="15745"/>
                  </a:lnTo>
                  <a:lnTo>
                    <a:pt x="973158" y="15641"/>
                  </a:lnTo>
                  <a:lnTo>
                    <a:pt x="965373" y="15479"/>
                  </a:lnTo>
                  <a:lnTo>
                    <a:pt x="957588" y="15278"/>
                  </a:lnTo>
                  <a:lnTo>
                    <a:pt x="949802" y="15156"/>
                  </a:lnTo>
                  <a:lnTo>
                    <a:pt x="942017" y="15038"/>
                  </a:lnTo>
                  <a:lnTo>
                    <a:pt x="934232" y="14919"/>
                  </a:lnTo>
                  <a:lnTo>
                    <a:pt x="926447" y="14802"/>
                  </a:lnTo>
                  <a:lnTo>
                    <a:pt x="918661" y="14710"/>
                  </a:lnTo>
                  <a:lnTo>
                    <a:pt x="910876" y="14570"/>
                  </a:lnTo>
                  <a:lnTo>
                    <a:pt x="903091" y="14476"/>
                  </a:lnTo>
                  <a:lnTo>
                    <a:pt x="895306" y="14353"/>
                  </a:lnTo>
                  <a:lnTo>
                    <a:pt x="887520" y="14268"/>
                  </a:lnTo>
                  <a:lnTo>
                    <a:pt x="879735" y="14099"/>
                  </a:lnTo>
                  <a:lnTo>
                    <a:pt x="871950" y="13937"/>
                  </a:lnTo>
                  <a:lnTo>
                    <a:pt x="864165" y="13808"/>
                  </a:lnTo>
                  <a:lnTo>
                    <a:pt x="856379" y="13677"/>
                  </a:lnTo>
                  <a:lnTo>
                    <a:pt x="848594" y="13600"/>
                  </a:lnTo>
                  <a:lnTo>
                    <a:pt x="840809" y="13441"/>
                  </a:lnTo>
                  <a:lnTo>
                    <a:pt x="833023" y="13280"/>
                  </a:lnTo>
                  <a:lnTo>
                    <a:pt x="825238" y="13146"/>
                  </a:lnTo>
                  <a:lnTo>
                    <a:pt x="817453" y="13013"/>
                  </a:lnTo>
                  <a:lnTo>
                    <a:pt x="809668" y="12876"/>
                  </a:lnTo>
                  <a:lnTo>
                    <a:pt x="801882" y="12736"/>
                  </a:lnTo>
                  <a:lnTo>
                    <a:pt x="794097" y="12582"/>
                  </a:lnTo>
                  <a:lnTo>
                    <a:pt x="786312" y="12441"/>
                  </a:lnTo>
                  <a:lnTo>
                    <a:pt x="778527" y="12314"/>
                  </a:lnTo>
                  <a:lnTo>
                    <a:pt x="770741" y="12173"/>
                  </a:lnTo>
                  <a:lnTo>
                    <a:pt x="762956" y="12028"/>
                  </a:lnTo>
                  <a:lnTo>
                    <a:pt x="755171" y="11916"/>
                  </a:lnTo>
                  <a:lnTo>
                    <a:pt x="747385" y="11735"/>
                  </a:lnTo>
                  <a:lnTo>
                    <a:pt x="739600" y="11597"/>
                  </a:lnTo>
                  <a:lnTo>
                    <a:pt x="731815" y="11421"/>
                  </a:lnTo>
                  <a:lnTo>
                    <a:pt x="724030" y="11264"/>
                  </a:lnTo>
                  <a:lnTo>
                    <a:pt x="716244" y="11100"/>
                  </a:lnTo>
                  <a:lnTo>
                    <a:pt x="708459" y="10926"/>
                  </a:lnTo>
                  <a:lnTo>
                    <a:pt x="700674" y="10762"/>
                  </a:lnTo>
                  <a:lnTo>
                    <a:pt x="692889" y="10617"/>
                  </a:lnTo>
                  <a:lnTo>
                    <a:pt x="685103" y="10485"/>
                  </a:lnTo>
                  <a:lnTo>
                    <a:pt x="677318" y="10325"/>
                  </a:lnTo>
                  <a:lnTo>
                    <a:pt x="669533" y="10173"/>
                  </a:lnTo>
                  <a:lnTo>
                    <a:pt x="661747" y="10025"/>
                  </a:lnTo>
                  <a:lnTo>
                    <a:pt x="653962" y="9881"/>
                  </a:lnTo>
                  <a:lnTo>
                    <a:pt x="646177" y="9727"/>
                  </a:lnTo>
                  <a:lnTo>
                    <a:pt x="638392" y="9563"/>
                  </a:lnTo>
                  <a:lnTo>
                    <a:pt x="630606" y="9414"/>
                  </a:lnTo>
                  <a:lnTo>
                    <a:pt x="622821" y="9296"/>
                  </a:lnTo>
                  <a:lnTo>
                    <a:pt x="615036" y="9129"/>
                  </a:lnTo>
                  <a:lnTo>
                    <a:pt x="607251" y="8936"/>
                  </a:lnTo>
                  <a:lnTo>
                    <a:pt x="599465" y="8790"/>
                  </a:lnTo>
                  <a:lnTo>
                    <a:pt x="591680" y="8688"/>
                  </a:lnTo>
                  <a:lnTo>
                    <a:pt x="583895" y="8712"/>
                  </a:lnTo>
                  <a:lnTo>
                    <a:pt x="576110" y="8591"/>
                  </a:lnTo>
                  <a:lnTo>
                    <a:pt x="568324" y="8466"/>
                  </a:lnTo>
                  <a:lnTo>
                    <a:pt x="560539" y="8289"/>
                  </a:lnTo>
                  <a:lnTo>
                    <a:pt x="552754" y="8103"/>
                  </a:lnTo>
                  <a:lnTo>
                    <a:pt x="544968" y="8015"/>
                  </a:lnTo>
                  <a:lnTo>
                    <a:pt x="537183" y="7927"/>
                  </a:lnTo>
                  <a:lnTo>
                    <a:pt x="529398" y="7827"/>
                  </a:lnTo>
                  <a:lnTo>
                    <a:pt x="521613" y="7697"/>
                  </a:lnTo>
                  <a:lnTo>
                    <a:pt x="513827" y="7540"/>
                  </a:lnTo>
                  <a:lnTo>
                    <a:pt x="506042" y="7390"/>
                  </a:lnTo>
                  <a:lnTo>
                    <a:pt x="498257" y="7303"/>
                  </a:lnTo>
                  <a:lnTo>
                    <a:pt x="490472" y="7150"/>
                  </a:lnTo>
                  <a:lnTo>
                    <a:pt x="482686" y="6954"/>
                  </a:lnTo>
                  <a:lnTo>
                    <a:pt x="474901" y="6865"/>
                  </a:lnTo>
                  <a:lnTo>
                    <a:pt x="467116" y="6763"/>
                  </a:lnTo>
                  <a:lnTo>
                    <a:pt x="459330" y="6627"/>
                  </a:lnTo>
                  <a:lnTo>
                    <a:pt x="451545" y="6553"/>
                  </a:lnTo>
                  <a:lnTo>
                    <a:pt x="443760" y="6415"/>
                  </a:lnTo>
                  <a:lnTo>
                    <a:pt x="435975" y="6211"/>
                  </a:lnTo>
                  <a:lnTo>
                    <a:pt x="428189" y="6058"/>
                  </a:lnTo>
                  <a:lnTo>
                    <a:pt x="420404" y="5878"/>
                  </a:lnTo>
                  <a:lnTo>
                    <a:pt x="412619" y="5776"/>
                  </a:lnTo>
                  <a:lnTo>
                    <a:pt x="404834" y="5605"/>
                  </a:lnTo>
                  <a:lnTo>
                    <a:pt x="397048" y="5417"/>
                  </a:lnTo>
                  <a:lnTo>
                    <a:pt x="389263" y="5226"/>
                  </a:lnTo>
                  <a:lnTo>
                    <a:pt x="381478" y="5032"/>
                  </a:lnTo>
                  <a:lnTo>
                    <a:pt x="373692" y="4836"/>
                  </a:lnTo>
                  <a:lnTo>
                    <a:pt x="365907" y="4663"/>
                  </a:lnTo>
                  <a:lnTo>
                    <a:pt x="358122" y="4587"/>
                  </a:lnTo>
                  <a:lnTo>
                    <a:pt x="350337" y="4540"/>
                  </a:lnTo>
                  <a:lnTo>
                    <a:pt x="342551" y="4467"/>
                  </a:lnTo>
                  <a:lnTo>
                    <a:pt x="334766" y="4316"/>
                  </a:lnTo>
                  <a:lnTo>
                    <a:pt x="326981" y="4103"/>
                  </a:lnTo>
                  <a:lnTo>
                    <a:pt x="319196" y="4008"/>
                  </a:lnTo>
                  <a:lnTo>
                    <a:pt x="311410" y="3978"/>
                  </a:lnTo>
                  <a:lnTo>
                    <a:pt x="303625" y="3899"/>
                  </a:lnTo>
                  <a:lnTo>
                    <a:pt x="295840" y="3747"/>
                  </a:lnTo>
                  <a:lnTo>
                    <a:pt x="288055" y="3772"/>
                  </a:lnTo>
                  <a:lnTo>
                    <a:pt x="280269" y="3704"/>
                  </a:lnTo>
                  <a:lnTo>
                    <a:pt x="272484" y="3496"/>
                  </a:lnTo>
                  <a:lnTo>
                    <a:pt x="264699" y="3384"/>
                  </a:lnTo>
                  <a:lnTo>
                    <a:pt x="256913" y="3195"/>
                  </a:lnTo>
                  <a:lnTo>
                    <a:pt x="249128" y="3142"/>
                  </a:lnTo>
                  <a:lnTo>
                    <a:pt x="241343" y="2924"/>
                  </a:lnTo>
                  <a:lnTo>
                    <a:pt x="233558" y="2805"/>
                  </a:lnTo>
                  <a:lnTo>
                    <a:pt x="225772" y="2759"/>
                  </a:lnTo>
                  <a:lnTo>
                    <a:pt x="217987" y="2707"/>
                  </a:lnTo>
                  <a:lnTo>
                    <a:pt x="210202" y="2563"/>
                  </a:lnTo>
                  <a:lnTo>
                    <a:pt x="202417" y="2419"/>
                  </a:lnTo>
                  <a:lnTo>
                    <a:pt x="194631" y="2338"/>
                  </a:lnTo>
                  <a:lnTo>
                    <a:pt x="186846" y="2323"/>
                  </a:lnTo>
                  <a:lnTo>
                    <a:pt x="179061" y="2276"/>
                  </a:lnTo>
                  <a:lnTo>
                    <a:pt x="171275" y="2231"/>
                  </a:lnTo>
                  <a:lnTo>
                    <a:pt x="163490" y="2084"/>
                  </a:lnTo>
                  <a:lnTo>
                    <a:pt x="155705" y="1931"/>
                  </a:lnTo>
                  <a:lnTo>
                    <a:pt x="147920" y="1829"/>
                  </a:lnTo>
                  <a:lnTo>
                    <a:pt x="140134" y="1773"/>
                  </a:lnTo>
                  <a:lnTo>
                    <a:pt x="132349" y="1719"/>
                  </a:lnTo>
                  <a:lnTo>
                    <a:pt x="124564" y="1662"/>
                  </a:lnTo>
                  <a:lnTo>
                    <a:pt x="116779" y="1519"/>
                  </a:lnTo>
                  <a:lnTo>
                    <a:pt x="108993" y="1461"/>
                  </a:lnTo>
                  <a:lnTo>
                    <a:pt x="101208" y="1278"/>
                  </a:lnTo>
                  <a:lnTo>
                    <a:pt x="93423" y="1212"/>
                  </a:lnTo>
                  <a:lnTo>
                    <a:pt x="85637" y="1189"/>
                  </a:lnTo>
                  <a:lnTo>
                    <a:pt x="77852" y="1152"/>
                  </a:lnTo>
                  <a:lnTo>
                    <a:pt x="70067" y="892"/>
                  </a:lnTo>
                  <a:lnTo>
                    <a:pt x="62282" y="747"/>
                  </a:lnTo>
                  <a:lnTo>
                    <a:pt x="54496" y="569"/>
                  </a:lnTo>
                  <a:lnTo>
                    <a:pt x="46711" y="425"/>
                  </a:lnTo>
                  <a:lnTo>
                    <a:pt x="38926" y="332"/>
                  </a:lnTo>
                  <a:lnTo>
                    <a:pt x="31141" y="253"/>
                  </a:lnTo>
                  <a:lnTo>
                    <a:pt x="23355" y="196"/>
                  </a:lnTo>
                  <a:lnTo>
                    <a:pt x="15570" y="121"/>
                  </a:lnTo>
                  <a:lnTo>
                    <a:pt x="7785" y="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648531" y="4293332"/>
              <a:ext cx="2016385" cy="662990"/>
            </a:xfrm>
            <a:custGeom>
              <a:avLst/>
              <a:pathLst>
                <a:path w="2016385" h="662990">
                  <a:moveTo>
                    <a:pt x="0" y="452364"/>
                  </a:moveTo>
                  <a:lnTo>
                    <a:pt x="7785" y="453870"/>
                  </a:lnTo>
                  <a:lnTo>
                    <a:pt x="15570" y="454247"/>
                  </a:lnTo>
                  <a:lnTo>
                    <a:pt x="23355" y="454601"/>
                  </a:lnTo>
                  <a:lnTo>
                    <a:pt x="31141" y="454492"/>
                  </a:lnTo>
                  <a:lnTo>
                    <a:pt x="38926" y="455450"/>
                  </a:lnTo>
                  <a:lnTo>
                    <a:pt x="46711" y="456603"/>
                  </a:lnTo>
                  <a:lnTo>
                    <a:pt x="54496" y="457591"/>
                  </a:lnTo>
                  <a:lnTo>
                    <a:pt x="62282" y="457821"/>
                  </a:lnTo>
                  <a:lnTo>
                    <a:pt x="70067" y="458158"/>
                  </a:lnTo>
                  <a:lnTo>
                    <a:pt x="77852" y="458214"/>
                  </a:lnTo>
                  <a:lnTo>
                    <a:pt x="85637" y="458279"/>
                  </a:lnTo>
                  <a:lnTo>
                    <a:pt x="93423" y="457798"/>
                  </a:lnTo>
                  <a:lnTo>
                    <a:pt x="101208" y="458643"/>
                  </a:lnTo>
                  <a:lnTo>
                    <a:pt x="108993" y="459144"/>
                  </a:lnTo>
                  <a:lnTo>
                    <a:pt x="116779" y="459697"/>
                  </a:lnTo>
                  <a:lnTo>
                    <a:pt x="124564" y="459794"/>
                  </a:lnTo>
                  <a:lnTo>
                    <a:pt x="132349" y="459977"/>
                  </a:lnTo>
                  <a:lnTo>
                    <a:pt x="140134" y="460073"/>
                  </a:lnTo>
                  <a:lnTo>
                    <a:pt x="147920" y="459286"/>
                  </a:lnTo>
                  <a:lnTo>
                    <a:pt x="155705" y="457839"/>
                  </a:lnTo>
                  <a:lnTo>
                    <a:pt x="163490" y="457630"/>
                  </a:lnTo>
                  <a:lnTo>
                    <a:pt x="171275" y="457150"/>
                  </a:lnTo>
                  <a:lnTo>
                    <a:pt x="179061" y="457172"/>
                  </a:lnTo>
                  <a:lnTo>
                    <a:pt x="186846" y="457225"/>
                  </a:lnTo>
                  <a:lnTo>
                    <a:pt x="194631" y="456620"/>
                  </a:lnTo>
                  <a:lnTo>
                    <a:pt x="202417" y="457126"/>
                  </a:lnTo>
                  <a:lnTo>
                    <a:pt x="210202" y="456215"/>
                  </a:lnTo>
                  <a:lnTo>
                    <a:pt x="217987" y="456329"/>
                  </a:lnTo>
                  <a:lnTo>
                    <a:pt x="225772" y="453644"/>
                  </a:lnTo>
                  <a:lnTo>
                    <a:pt x="233558" y="452381"/>
                  </a:lnTo>
                  <a:lnTo>
                    <a:pt x="241343" y="448836"/>
                  </a:lnTo>
                  <a:lnTo>
                    <a:pt x="249128" y="446673"/>
                  </a:lnTo>
                  <a:lnTo>
                    <a:pt x="256913" y="445532"/>
                  </a:lnTo>
                  <a:lnTo>
                    <a:pt x="264699" y="444195"/>
                  </a:lnTo>
                  <a:lnTo>
                    <a:pt x="272484" y="443731"/>
                  </a:lnTo>
                  <a:lnTo>
                    <a:pt x="280269" y="443355"/>
                  </a:lnTo>
                  <a:lnTo>
                    <a:pt x="288055" y="442736"/>
                  </a:lnTo>
                  <a:lnTo>
                    <a:pt x="295840" y="441428"/>
                  </a:lnTo>
                  <a:lnTo>
                    <a:pt x="303625" y="439815"/>
                  </a:lnTo>
                  <a:lnTo>
                    <a:pt x="311410" y="438199"/>
                  </a:lnTo>
                  <a:lnTo>
                    <a:pt x="319196" y="437534"/>
                  </a:lnTo>
                  <a:lnTo>
                    <a:pt x="326981" y="436475"/>
                  </a:lnTo>
                  <a:lnTo>
                    <a:pt x="334766" y="433912"/>
                  </a:lnTo>
                  <a:lnTo>
                    <a:pt x="342551" y="432170"/>
                  </a:lnTo>
                  <a:lnTo>
                    <a:pt x="350337" y="431049"/>
                  </a:lnTo>
                  <a:lnTo>
                    <a:pt x="358122" y="429748"/>
                  </a:lnTo>
                  <a:lnTo>
                    <a:pt x="365907" y="427455"/>
                  </a:lnTo>
                  <a:lnTo>
                    <a:pt x="373692" y="426761"/>
                  </a:lnTo>
                  <a:lnTo>
                    <a:pt x="381478" y="424336"/>
                  </a:lnTo>
                  <a:lnTo>
                    <a:pt x="389263" y="422674"/>
                  </a:lnTo>
                  <a:lnTo>
                    <a:pt x="397048" y="419634"/>
                  </a:lnTo>
                  <a:lnTo>
                    <a:pt x="404834" y="416874"/>
                  </a:lnTo>
                  <a:lnTo>
                    <a:pt x="412619" y="415334"/>
                  </a:lnTo>
                  <a:lnTo>
                    <a:pt x="420404" y="413790"/>
                  </a:lnTo>
                  <a:lnTo>
                    <a:pt x="428189" y="411062"/>
                  </a:lnTo>
                  <a:lnTo>
                    <a:pt x="435975" y="406651"/>
                  </a:lnTo>
                  <a:lnTo>
                    <a:pt x="443760" y="404101"/>
                  </a:lnTo>
                  <a:lnTo>
                    <a:pt x="451545" y="402812"/>
                  </a:lnTo>
                  <a:lnTo>
                    <a:pt x="459330" y="401373"/>
                  </a:lnTo>
                  <a:lnTo>
                    <a:pt x="467116" y="399569"/>
                  </a:lnTo>
                  <a:lnTo>
                    <a:pt x="474901" y="397011"/>
                  </a:lnTo>
                  <a:lnTo>
                    <a:pt x="482686" y="394708"/>
                  </a:lnTo>
                  <a:lnTo>
                    <a:pt x="490472" y="393204"/>
                  </a:lnTo>
                  <a:lnTo>
                    <a:pt x="498257" y="392175"/>
                  </a:lnTo>
                  <a:lnTo>
                    <a:pt x="506042" y="391165"/>
                  </a:lnTo>
                  <a:lnTo>
                    <a:pt x="513827" y="387511"/>
                  </a:lnTo>
                  <a:lnTo>
                    <a:pt x="521613" y="383294"/>
                  </a:lnTo>
                  <a:lnTo>
                    <a:pt x="529398" y="379257"/>
                  </a:lnTo>
                  <a:lnTo>
                    <a:pt x="537183" y="377450"/>
                  </a:lnTo>
                  <a:lnTo>
                    <a:pt x="544968" y="375676"/>
                  </a:lnTo>
                  <a:lnTo>
                    <a:pt x="552754" y="373899"/>
                  </a:lnTo>
                  <a:lnTo>
                    <a:pt x="560539" y="372119"/>
                  </a:lnTo>
                  <a:lnTo>
                    <a:pt x="568324" y="369033"/>
                  </a:lnTo>
                  <a:lnTo>
                    <a:pt x="576110" y="364327"/>
                  </a:lnTo>
                  <a:lnTo>
                    <a:pt x="583895" y="360156"/>
                  </a:lnTo>
                  <a:lnTo>
                    <a:pt x="591680" y="356378"/>
                  </a:lnTo>
                  <a:lnTo>
                    <a:pt x="599465" y="352386"/>
                  </a:lnTo>
                  <a:lnTo>
                    <a:pt x="607251" y="348423"/>
                  </a:lnTo>
                  <a:lnTo>
                    <a:pt x="615036" y="345507"/>
                  </a:lnTo>
                  <a:lnTo>
                    <a:pt x="622821" y="341351"/>
                  </a:lnTo>
                  <a:lnTo>
                    <a:pt x="630606" y="337405"/>
                  </a:lnTo>
                  <a:lnTo>
                    <a:pt x="638392" y="334495"/>
                  </a:lnTo>
                  <a:lnTo>
                    <a:pt x="646177" y="333577"/>
                  </a:lnTo>
                  <a:lnTo>
                    <a:pt x="653962" y="330954"/>
                  </a:lnTo>
                  <a:lnTo>
                    <a:pt x="661747" y="327420"/>
                  </a:lnTo>
                  <a:lnTo>
                    <a:pt x="669533" y="323941"/>
                  </a:lnTo>
                  <a:lnTo>
                    <a:pt x="677318" y="320466"/>
                  </a:lnTo>
                  <a:lnTo>
                    <a:pt x="685103" y="318174"/>
                  </a:lnTo>
                  <a:lnTo>
                    <a:pt x="692889" y="315935"/>
                  </a:lnTo>
                  <a:lnTo>
                    <a:pt x="700674" y="313723"/>
                  </a:lnTo>
                  <a:lnTo>
                    <a:pt x="708459" y="311522"/>
                  </a:lnTo>
                  <a:lnTo>
                    <a:pt x="716244" y="308489"/>
                  </a:lnTo>
                  <a:lnTo>
                    <a:pt x="724030" y="305673"/>
                  </a:lnTo>
                  <a:lnTo>
                    <a:pt x="731815" y="304169"/>
                  </a:lnTo>
                  <a:lnTo>
                    <a:pt x="739600" y="300790"/>
                  </a:lnTo>
                  <a:lnTo>
                    <a:pt x="747385" y="298702"/>
                  </a:lnTo>
                  <a:lnTo>
                    <a:pt x="755171" y="294682"/>
                  </a:lnTo>
                  <a:lnTo>
                    <a:pt x="762956" y="290117"/>
                  </a:lnTo>
                  <a:lnTo>
                    <a:pt x="770741" y="285964"/>
                  </a:lnTo>
                  <a:lnTo>
                    <a:pt x="778527" y="283231"/>
                  </a:lnTo>
                  <a:lnTo>
                    <a:pt x="786312" y="280502"/>
                  </a:lnTo>
                  <a:lnTo>
                    <a:pt x="794097" y="277780"/>
                  </a:lnTo>
                  <a:lnTo>
                    <a:pt x="801882" y="274959"/>
                  </a:lnTo>
                  <a:lnTo>
                    <a:pt x="809668" y="270151"/>
                  </a:lnTo>
                  <a:lnTo>
                    <a:pt x="817453" y="267690"/>
                  </a:lnTo>
                  <a:lnTo>
                    <a:pt x="825238" y="263385"/>
                  </a:lnTo>
                  <a:lnTo>
                    <a:pt x="833023" y="259152"/>
                  </a:lnTo>
                  <a:lnTo>
                    <a:pt x="840809" y="255168"/>
                  </a:lnTo>
                  <a:lnTo>
                    <a:pt x="848594" y="252485"/>
                  </a:lnTo>
                  <a:lnTo>
                    <a:pt x="856379" y="249812"/>
                  </a:lnTo>
                  <a:lnTo>
                    <a:pt x="864165" y="246381"/>
                  </a:lnTo>
                  <a:lnTo>
                    <a:pt x="871950" y="242442"/>
                  </a:lnTo>
                  <a:lnTo>
                    <a:pt x="879735" y="238527"/>
                  </a:lnTo>
                  <a:lnTo>
                    <a:pt x="887520" y="234636"/>
                  </a:lnTo>
                  <a:lnTo>
                    <a:pt x="895306" y="230769"/>
                  </a:lnTo>
                  <a:lnTo>
                    <a:pt x="903091" y="226962"/>
                  </a:lnTo>
                  <a:lnTo>
                    <a:pt x="910876" y="223184"/>
                  </a:lnTo>
                  <a:lnTo>
                    <a:pt x="918661" y="219433"/>
                  </a:lnTo>
                  <a:lnTo>
                    <a:pt x="926447" y="215570"/>
                  </a:lnTo>
                  <a:lnTo>
                    <a:pt x="934232" y="211965"/>
                  </a:lnTo>
                  <a:lnTo>
                    <a:pt x="942017" y="208250"/>
                  </a:lnTo>
                  <a:lnTo>
                    <a:pt x="949802" y="204592"/>
                  </a:lnTo>
                  <a:lnTo>
                    <a:pt x="957588" y="200973"/>
                  </a:lnTo>
                  <a:lnTo>
                    <a:pt x="965373" y="197385"/>
                  </a:lnTo>
                  <a:lnTo>
                    <a:pt x="973158" y="194031"/>
                  </a:lnTo>
                  <a:lnTo>
                    <a:pt x="980944" y="191029"/>
                  </a:lnTo>
                  <a:lnTo>
                    <a:pt x="988729" y="188052"/>
                  </a:lnTo>
                  <a:lnTo>
                    <a:pt x="996514" y="185100"/>
                  </a:lnTo>
                  <a:lnTo>
                    <a:pt x="1004299" y="182199"/>
                  </a:lnTo>
                  <a:lnTo>
                    <a:pt x="1012085" y="179322"/>
                  </a:lnTo>
                  <a:lnTo>
                    <a:pt x="1019870" y="176470"/>
                  </a:lnTo>
                  <a:lnTo>
                    <a:pt x="1027655" y="173959"/>
                  </a:lnTo>
                  <a:lnTo>
                    <a:pt x="1035440" y="170816"/>
                  </a:lnTo>
                  <a:lnTo>
                    <a:pt x="1043226" y="168013"/>
                  </a:lnTo>
                  <a:lnTo>
                    <a:pt x="1051011" y="165236"/>
                  </a:lnTo>
                  <a:lnTo>
                    <a:pt x="1058796" y="162486"/>
                  </a:lnTo>
                  <a:lnTo>
                    <a:pt x="1066582" y="159763"/>
                  </a:lnTo>
                  <a:lnTo>
                    <a:pt x="1074367" y="156840"/>
                  </a:lnTo>
                  <a:lnTo>
                    <a:pt x="1082152" y="153669"/>
                  </a:lnTo>
                  <a:lnTo>
                    <a:pt x="1089937" y="150538"/>
                  </a:lnTo>
                  <a:lnTo>
                    <a:pt x="1097723" y="147445"/>
                  </a:lnTo>
                  <a:lnTo>
                    <a:pt x="1105508" y="144391"/>
                  </a:lnTo>
                  <a:lnTo>
                    <a:pt x="1113293" y="141377"/>
                  </a:lnTo>
                  <a:lnTo>
                    <a:pt x="1121078" y="138413"/>
                  </a:lnTo>
                  <a:lnTo>
                    <a:pt x="1128864" y="135493"/>
                  </a:lnTo>
                  <a:lnTo>
                    <a:pt x="1136649" y="132632"/>
                  </a:lnTo>
                  <a:lnTo>
                    <a:pt x="1144434" y="130781"/>
                  </a:lnTo>
                  <a:lnTo>
                    <a:pt x="1152220" y="129014"/>
                  </a:lnTo>
                  <a:lnTo>
                    <a:pt x="1160005" y="125872"/>
                  </a:lnTo>
                  <a:lnTo>
                    <a:pt x="1167790" y="122780"/>
                  </a:lnTo>
                  <a:lnTo>
                    <a:pt x="1175575" y="120526"/>
                  </a:lnTo>
                  <a:lnTo>
                    <a:pt x="1183361" y="118376"/>
                  </a:lnTo>
                  <a:lnTo>
                    <a:pt x="1191146" y="116277"/>
                  </a:lnTo>
                  <a:lnTo>
                    <a:pt x="1198931" y="114202"/>
                  </a:lnTo>
                  <a:lnTo>
                    <a:pt x="1206716" y="112152"/>
                  </a:lnTo>
                  <a:lnTo>
                    <a:pt x="1214502" y="110127"/>
                  </a:lnTo>
                  <a:lnTo>
                    <a:pt x="1222287" y="108126"/>
                  </a:lnTo>
                  <a:lnTo>
                    <a:pt x="1230072" y="106278"/>
                  </a:lnTo>
                  <a:lnTo>
                    <a:pt x="1237857" y="104575"/>
                  </a:lnTo>
                  <a:lnTo>
                    <a:pt x="1245643" y="102891"/>
                  </a:lnTo>
                  <a:lnTo>
                    <a:pt x="1253428" y="101233"/>
                  </a:lnTo>
                  <a:lnTo>
                    <a:pt x="1261213" y="99594"/>
                  </a:lnTo>
                  <a:lnTo>
                    <a:pt x="1268999" y="97912"/>
                  </a:lnTo>
                  <a:lnTo>
                    <a:pt x="1276784" y="96060"/>
                  </a:lnTo>
                  <a:lnTo>
                    <a:pt x="1284569" y="94548"/>
                  </a:lnTo>
                  <a:lnTo>
                    <a:pt x="1292354" y="93053"/>
                  </a:lnTo>
                  <a:lnTo>
                    <a:pt x="1300140" y="91248"/>
                  </a:lnTo>
                  <a:lnTo>
                    <a:pt x="1307925" y="89389"/>
                  </a:lnTo>
                  <a:lnTo>
                    <a:pt x="1315710" y="87557"/>
                  </a:lnTo>
                  <a:lnTo>
                    <a:pt x="1323495" y="85750"/>
                  </a:lnTo>
                  <a:lnTo>
                    <a:pt x="1331281" y="83969"/>
                  </a:lnTo>
                  <a:lnTo>
                    <a:pt x="1339066" y="82214"/>
                  </a:lnTo>
                  <a:lnTo>
                    <a:pt x="1346851" y="80485"/>
                  </a:lnTo>
                  <a:lnTo>
                    <a:pt x="1354637" y="78707"/>
                  </a:lnTo>
                  <a:lnTo>
                    <a:pt x="1362422" y="76879"/>
                  </a:lnTo>
                  <a:lnTo>
                    <a:pt x="1370207" y="75081"/>
                  </a:lnTo>
                  <a:lnTo>
                    <a:pt x="1377992" y="73312"/>
                  </a:lnTo>
                  <a:lnTo>
                    <a:pt x="1385778" y="71572"/>
                  </a:lnTo>
                  <a:lnTo>
                    <a:pt x="1393563" y="70005"/>
                  </a:lnTo>
                  <a:lnTo>
                    <a:pt x="1401348" y="68529"/>
                  </a:lnTo>
                  <a:lnTo>
                    <a:pt x="1409133" y="67074"/>
                  </a:lnTo>
                  <a:lnTo>
                    <a:pt x="1416919" y="65640"/>
                  </a:lnTo>
                  <a:lnTo>
                    <a:pt x="1424704" y="64228"/>
                  </a:lnTo>
                  <a:lnTo>
                    <a:pt x="1432489" y="62836"/>
                  </a:lnTo>
                  <a:lnTo>
                    <a:pt x="1440275" y="61269"/>
                  </a:lnTo>
                  <a:lnTo>
                    <a:pt x="1448060" y="59729"/>
                  </a:lnTo>
                  <a:lnTo>
                    <a:pt x="1455845" y="58215"/>
                  </a:lnTo>
                  <a:lnTo>
                    <a:pt x="1463630" y="56728"/>
                  </a:lnTo>
                  <a:lnTo>
                    <a:pt x="1471416" y="55267"/>
                  </a:lnTo>
                  <a:lnTo>
                    <a:pt x="1479201" y="53831"/>
                  </a:lnTo>
                  <a:lnTo>
                    <a:pt x="1486986" y="52428"/>
                  </a:lnTo>
                  <a:lnTo>
                    <a:pt x="1494771" y="51049"/>
                  </a:lnTo>
                  <a:lnTo>
                    <a:pt x="1502557" y="49644"/>
                  </a:lnTo>
                  <a:lnTo>
                    <a:pt x="1510342" y="48358"/>
                  </a:lnTo>
                  <a:lnTo>
                    <a:pt x="1518127" y="47042"/>
                  </a:lnTo>
                  <a:lnTo>
                    <a:pt x="1525912" y="45749"/>
                  </a:lnTo>
                  <a:lnTo>
                    <a:pt x="1533698" y="44480"/>
                  </a:lnTo>
                  <a:lnTo>
                    <a:pt x="1541483" y="43246"/>
                  </a:lnTo>
                  <a:lnTo>
                    <a:pt x="1549268" y="42034"/>
                  </a:lnTo>
                  <a:lnTo>
                    <a:pt x="1557054" y="41126"/>
                  </a:lnTo>
                  <a:lnTo>
                    <a:pt x="1564839" y="40239"/>
                  </a:lnTo>
                  <a:lnTo>
                    <a:pt x="1572624" y="39365"/>
                  </a:lnTo>
                  <a:lnTo>
                    <a:pt x="1580409" y="38503"/>
                  </a:lnTo>
                  <a:lnTo>
                    <a:pt x="1588195" y="37653"/>
                  </a:lnTo>
                  <a:lnTo>
                    <a:pt x="1595980" y="36815"/>
                  </a:lnTo>
                  <a:lnTo>
                    <a:pt x="1603765" y="35989"/>
                  </a:lnTo>
                  <a:lnTo>
                    <a:pt x="1611550" y="35158"/>
                  </a:lnTo>
                  <a:lnTo>
                    <a:pt x="1619336" y="34175"/>
                  </a:lnTo>
                  <a:lnTo>
                    <a:pt x="1627121" y="33208"/>
                  </a:lnTo>
                  <a:lnTo>
                    <a:pt x="1634906" y="32258"/>
                  </a:lnTo>
                  <a:lnTo>
                    <a:pt x="1642692" y="31325"/>
                  </a:lnTo>
                  <a:lnTo>
                    <a:pt x="1650477" y="30409"/>
                  </a:lnTo>
                  <a:lnTo>
                    <a:pt x="1658262" y="29508"/>
                  </a:lnTo>
                  <a:lnTo>
                    <a:pt x="1666047" y="28624"/>
                  </a:lnTo>
                  <a:lnTo>
                    <a:pt x="1673833" y="27755"/>
                  </a:lnTo>
                  <a:lnTo>
                    <a:pt x="1681618" y="26901"/>
                  </a:lnTo>
                  <a:lnTo>
                    <a:pt x="1689403" y="26063"/>
                  </a:lnTo>
                  <a:lnTo>
                    <a:pt x="1697188" y="25240"/>
                  </a:lnTo>
                  <a:lnTo>
                    <a:pt x="1704974" y="24433"/>
                  </a:lnTo>
                  <a:lnTo>
                    <a:pt x="1712759" y="23643"/>
                  </a:lnTo>
                  <a:lnTo>
                    <a:pt x="1720544" y="22868"/>
                  </a:lnTo>
                  <a:lnTo>
                    <a:pt x="1728330" y="22106"/>
                  </a:lnTo>
                  <a:lnTo>
                    <a:pt x="1736115" y="21358"/>
                  </a:lnTo>
                  <a:lnTo>
                    <a:pt x="1743900" y="20562"/>
                  </a:lnTo>
                  <a:lnTo>
                    <a:pt x="1751685" y="19688"/>
                  </a:lnTo>
                  <a:lnTo>
                    <a:pt x="1759471" y="18834"/>
                  </a:lnTo>
                  <a:lnTo>
                    <a:pt x="1767256" y="17999"/>
                  </a:lnTo>
                  <a:lnTo>
                    <a:pt x="1775041" y="17182"/>
                  </a:lnTo>
                  <a:lnTo>
                    <a:pt x="1782826" y="16384"/>
                  </a:lnTo>
                  <a:lnTo>
                    <a:pt x="1790612" y="15603"/>
                  </a:lnTo>
                  <a:lnTo>
                    <a:pt x="1798397" y="14882"/>
                  </a:lnTo>
                  <a:lnTo>
                    <a:pt x="1806182" y="14343"/>
                  </a:lnTo>
                  <a:lnTo>
                    <a:pt x="1813967" y="13811"/>
                  </a:lnTo>
                  <a:lnTo>
                    <a:pt x="1821753" y="13120"/>
                  </a:lnTo>
                  <a:lnTo>
                    <a:pt x="1829538" y="12445"/>
                  </a:lnTo>
                  <a:lnTo>
                    <a:pt x="1837323" y="11783"/>
                  </a:lnTo>
                  <a:lnTo>
                    <a:pt x="1845109" y="11136"/>
                  </a:lnTo>
                  <a:lnTo>
                    <a:pt x="1852894" y="10503"/>
                  </a:lnTo>
                  <a:lnTo>
                    <a:pt x="1860679" y="9884"/>
                  </a:lnTo>
                  <a:lnTo>
                    <a:pt x="1868464" y="9278"/>
                  </a:lnTo>
                  <a:lnTo>
                    <a:pt x="1876250" y="8685"/>
                  </a:lnTo>
                  <a:lnTo>
                    <a:pt x="1884035" y="8075"/>
                  </a:lnTo>
                  <a:lnTo>
                    <a:pt x="1891820" y="7462"/>
                  </a:lnTo>
                  <a:lnTo>
                    <a:pt x="1899605" y="6864"/>
                  </a:lnTo>
                  <a:lnTo>
                    <a:pt x="1907391" y="6284"/>
                  </a:lnTo>
                  <a:lnTo>
                    <a:pt x="1915176" y="5719"/>
                  </a:lnTo>
                  <a:lnTo>
                    <a:pt x="1922961" y="5166"/>
                  </a:lnTo>
                  <a:lnTo>
                    <a:pt x="1930747" y="4751"/>
                  </a:lnTo>
                  <a:lnTo>
                    <a:pt x="1938532" y="4379"/>
                  </a:lnTo>
                  <a:lnTo>
                    <a:pt x="1946317" y="3913"/>
                  </a:lnTo>
                  <a:lnTo>
                    <a:pt x="1954102" y="3438"/>
                  </a:lnTo>
                  <a:lnTo>
                    <a:pt x="1961888" y="2974"/>
                  </a:lnTo>
                  <a:lnTo>
                    <a:pt x="1969673" y="2519"/>
                  </a:lnTo>
                  <a:lnTo>
                    <a:pt x="1977458" y="2075"/>
                  </a:lnTo>
                  <a:lnTo>
                    <a:pt x="1985243" y="1641"/>
                  </a:lnTo>
                  <a:lnTo>
                    <a:pt x="1993029" y="1216"/>
                  </a:lnTo>
                  <a:lnTo>
                    <a:pt x="2000814" y="801"/>
                  </a:lnTo>
                  <a:lnTo>
                    <a:pt x="2008599" y="395"/>
                  </a:lnTo>
                  <a:lnTo>
                    <a:pt x="2016385" y="0"/>
                  </a:lnTo>
                  <a:lnTo>
                    <a:pt x="2016385" y="662990"/>
                  </a:lnTo>
                  <a:lnTo>
                    <a:pt x="2008599" y="662969"/>
                  </a:lnTo>
                  <a:lnTo>
                    <a:pt x="2000814" y="662947"/>
                  </a:lnTo>
                  <a:lnTo>
                    <a:pt x="1993029" y="662925"/>
                  </a:lnTo>
                  <a:lnTo>
                    <a:pt x="1985243" y="662902"/>
                  </a:lnTo>
                  <a:lnTo>
                    <a:pt x="1977458" y="662879"/>
                  </a:lnTo>
                  <a:lnTo>
                    <a:pt x="1969673" y="662856"/>
                  </a:lnTo>
                  <a:lnTo>
                    <a:pt x="1961888" y="662832"/>
                  </a:lnTo>
                  <a:lnTo>
                    <a:pt x="1954102" y="662807"/>
                  </a:lnTo>
                  <a:lnTo>
                    <a:pt x="1946317" y="662787"/>
                  </a:lnTo>
                  <a:lnTo>
                    <a:pt x="1938532" y="662767"/>
                  </a:lnTo>
                  <a:lnTo>
                    <a:pt x="1930747" y="662746"/>
                  </a:lnTo>
                  <a:lnTo>
                    <a:pt x="1922961" y="662726"/>
                  </a:lnTo>
                  <a:lnTo>
                    <a:pt x="1915176" y="662704"/>
                  </a:lnTo>
                  <a:lnTo>
                    <a:pt x="1907391" y="662682"/>
                  </a:lnTo>
                  <a:lnTo>
                    <a:pt x="1899605" y="662660"/>
                  </a:lnTo>
                  <a:lnTo>
                    <a:pt x="1891820" y="662638"/>
                  </a:lnTo>
                  <a:lnTo>
                    <a:pt x="1884035" y="662615"/>
                  </a:lnTo>
                  <a:lnTo>
                    <a:pt x="1876250" y="662592"/>
                  </a:lnTo>
                  <a:lnTo>
                    <a:pt x="1868464" y="662569"/>
                  </a:lnTo>
                  <a:lnTo>
                    <a:pt x="1860679" y="662545"/>
                  </a:lnTo>
                  <a:lnTo>
                    <a:pt x="1852894" y="662520"/>
                  </a:lnTo>
                  <a:lnTo>
                    <a:pt x="1845109" y="662496"/>
                  </a:lnTo>
                  <a:lnTo>
                    <a:pt x="1837323" y="662471"/>
                  </a:lnTo>
                  <a:lnTo>
                    <a:pt x="1829538" y="662445"/>
                  </a:lnTo>
                  <a:lnTo>
                    <a:pt x="1821753" y="662419"/>
                  </a:lnTo>
                  <a:lnTo>
                    <a:pt x="1813967" y="662393"/>
                  </a:lnTo>
                  <a:lnTo>
                    <a:pt x="1806182" y="662366"/>
                  </a:lnTo>
                  <a:lnTo>
                    <a:pt x="1798397" y="662339"/>
                  </a:lnTo>
                  <a:lnTo>
                    <a:pt x="1790612" y="662311"/>
                  </a:lnTo>
                  <a:lnTo>
                    <a:pt x="1782826" y="662283"/>
                  </a:lnTo>
                  <a:lnTo>
                    <a:pt x="1775041" y="662257"/>
                  </a:lnTo>
                  <a:lnTo>
                    <a:pt x="1767256" y="662227"/>
                  </a:lnTo>
                  <a:lnTo>
                    <a:pt x="1759471" y="662196"/>
                  </a:lnTo>
                  <a:lnTo>
                    <a:pt x="1751685" y="662166"/>
                  </a:lnTo>
                  <a:lnTo>
                    <a:pt x="1743900" y="662136"/>
                  </a:lnTo>
                  <a:lnTo>
                    <a:pt x="1736115" y="662105"/>
                  </a:lnTo>
                  <a:lnTo>
                    <a:pt x="1728330" y="662073"/>
                  </a:lnTo>
                  <a:lnTo>
                    <a:pt x="1720544" y="662040"/>
                  </a:lnTo>
                  <a:lnTo>
                    <a:pt x="1712759" y="661995"/>
                  </a:lnTo>
                  <a:lnTo>
                    <a:pt x="1704974" y="661958"/>
                  </a:lnTo>
                  <a:lnTo>
                    <a:pt x="1697188" y="661917"/>
                  </a:lnTo>
                  <a:lnTo>
                    <a:pt x="1689403" y="661867"/>
                  </a:lnTo>
                  <a:lnTo>
                    <a:pt x="1681618" y="661815"/>
                  </a:lnTo>
                  <a:lnTo>
                    <a:pt x="1673833" y="661762"/>
                  </a:lnTo>
                  <a:lnTo>
                    <a:pt x="1666047" y="661708"/>
                  </a:lnTo>
                  <a:lnTo>
                    <a:pt x="1658262" y="661652"/>
                  </a:lnTo>
                  <a:lnTo>
                    <a:pt x="1650477" y="661595"/>
                  </a:lnTo>
                  <a:lnTo>
                    <a:pt x="1642692" y="661543"/>
                  </a:lnTo>
                  <a:lnTo>
                    <a:pt x="1634906" y="661504"/>
                  </a:lnTo>
                  <a:lnTo>
                    <a:pt x="1627121" y="661464"/>
                  </a:lnTo>
                  <a:lnTo>
                    <a:pt x="1619336" y="661424"/>
                  </a:lnTo>
                  <a:lnTo>
                    <a:pt x="1611550" y="661383"/>
                  </a:lnTo>
                  <a:lnTo>
                    <a:pt x="1603765" y="661341"/>
                  </a:lnTo>
                  <a:lnTo>
                    <a:pt x="1595980" y="661299"/>
                  </a:lnTo>
                  <a:lnTo>
                    <a:pt x="1588195" y="661256"/>
                  </a:lnTo>
                  <a:lnTo>
                    <a:pt x="1580409" y="661207"/>
                  </a:lnTo>
                  <a:lnTo>
                    <a:pt x="1572624" y="661151"/>
                  </a:lnTo>
                  <a:lnTo>
                    <a:pt x="1564839" y="661093"/>
                  </a:lnTo>
                  <a:lnTo>
                    <a:pt x="1557054" y="661035"/>
                  </a:lnTo>
                  <a:lnTo>
                    <a:pt x="1549268" y="660975"/>
                  </a:lnTo>
                  <a:lnTo>
                    <a:pt x="1541483" y="660915"/>
                  </a:lnTo>
                  <a:lnTo>
                    <a:pt x="1533698" y="660859"/>
                  </a:lnTo>
                  <a:lnTo>
                    <a:pt x="1525912" y="660810"/>
                  </a:lnTo>
                  <a:lnTo>
                    <a:pt x="1518127" y="660761"/>
                  </a:lnTo>
                  <a:lnTo>
                    <a:pt x="1510342" y="660711"/>
                  </a:lnTo>
                  <a:lnTo>
                    <a:pt x="1502557" y="660661"/>
                  </a:lnTo>
                  <a:lnTo>
                    <a:pt x="1494771" y="660608"/>
                  </a:lnTo>
                  <a:lnTo>
                    <a:pt x="1486986" y="660542"/>
                  </a:lnTo>
                  <a:lnTo>
                    <a:pt x="1479201" y="660475"/>
                  </a:lnTo>
                  <a:lnTo>
                    <a:pt x="1471416" y="660406"/>
                  </a:lnTo>
                  <a:lnTo>
                    <a:pt x="1463630" y="660336"/>
                  </a:lnTo>
                  <a:lnTo>
                    <a:pt x="1455845" y="660264"/>
                  </a:lnTo>
                  <a:lnTo>
                    <a:pt x="1448060" y="660190"/>
                  </a:lnTo>
                  <a:lnTo>
                    <a:pt x="1440275" y="660116"/>
                  </a:lnTo>
                  <a:lnTo>
                    <a:pt x="1432489" y="660040"/>
                  </a:lnTo>
                  <a:lnTo>
                    <a:pt x="1424704" y="659957"/>
                  </a:lnTo>
                  <a:lnTo>
                    <a:pt x="1416919" y="659871"/>
                  </a:lnTo>
                  <a:lnTo>
                    <a:pt x="1409133" y="659782"/>
                  </a:lnTo>
                  <a:lnTo>
                    <a:pt x="1401348" y="659692"/>
                  </a:lnTo>
                  <a:lnTo>
                    <a:pt x="1393563" y="659600"/>
                  </a:lnTo>
                  <a:lnTo>
                    <a:pt x="1385778" y="659507"/>
                  </a:lnTo>
                  <a:lnTo>
                    <a:pt x="1377992" y="659440"/>
                  </a:lnTo>
                  <a:lnTo>
                    <a:pt x="1370207" y="659372"/>
                  </a:lnTo>
                  <a:lnTo>
                    <a:pt x="1362422" y="659287"/>
                  </a:lnTo>
                  <a:lnTo>
                    <a:pt x="1354637" y="659196"/>
                  </a:lnTo>
                  <a:lnTo>
                    <a:pt x="1346851" y="659102"/>
                  </a:lnTo>
                  <a:lnTo>
                    <a:pt x="1339066" y="659007"/>
                  </a:lnTo>
                  <a:lnTo>
                    <a:pt x="1331281" y="658909"/>
                  </a:lnTo>
                  <a:lnTo>
                    <a:pt x="1323495" y="658809"/>
                  </a:lnTo>
                  <a:lnTo>
                    <a:pt x="1315710" y="658707"/>
                  </a:lnTo>
                  <a:lnTo>
                    <a:pt x="1307925" y="658584"/>
                  </a:lnTo>
                  <a:lnTo>
                    <a:pt x="1300140" y="658459"/>
                  </a:lnTo>
                  <a:lnTo>
                    <a:pt x="1292354" y="658330"/>
                  </a:lnTo>
                  <a:lnTo>
                    <a:pt x="1284569" y="658199"/>
                  </a:lnTo>
                  <a:lnTo>
                    <a:pt x="1276784" y="658064"/>
                  </a:lnTo>
                  <a:lnTo>
                    <a:pt x="1268999" y="657926"/>
                  </a:lnTo>
                  <a:lnTo>
                    <a:pt x="1261213" y="657785"/>
                  </a:lnTo>
                  <a:lnTo>
                    <a:pt x="1253428" y="657641"/>
                  </a:lnTo>
                  <a:lnTo>
                    <a:pt x="1245643" y="657493"/>
                  </a:lnTo>
                  <a:lnTo>
                    <a:pt x="1237857" y="657342"/>
                  </a:lnTo>
                  <a:lnTo>
                    <a:pt x="1230072" y="657219"/>
                  </a:lnTo>
                  <a:lnTo>
                    <a:pt x="1222287" y="657110"/>
                  </a:lnTo>
                  <a:lnTo>
                    <a:pt x="1214502" y="656996"/>
                  </a:lnTo>
                  <a:lnTo>
                    <a:pt x="1206716" y="656839"/>
                  </a:lnTo>
                  <a:lnTo>
                    <a:pt x="1198931" y="656679"/>
                  </a:lnTo>
                  <a:lnTo>
                    <a:pt x="1191146" y="656516"/>
                  </a:lnTo>
                  <a:lnTo>
                    <a:pt x="1183361" y="656407"/>
                  </a:lnTo>
                  <a:lnTo>
                    <a:pt x="1175575" y="656323"/>
                  </a:lnTo>
                  <a:lnTo>
                    <a:pt x="1167790" y="656239"/>
                  </a:lnTo>
                  <a:lnTo>
                    <a:pt x="1160005" y="656153"/>
                  </a:lnTo>
                  <a:lnTo>
                    <a:pt x="1152220" y="656059"/>
                  </a:lnTo>
                  <a:lnTo>
                    <a:pt x="1144434" y="655919"/>
                  </a:lnTo>
                  <a:lnTo>
                    <a:pt x="1136649" y="655763"/>
                  </a:lnTo>
                  <a:lnTo>
                    <a:pt x="1128864" y="655604"/>
                  </a:lnTo>
                  <a:lnTo>
                    <a:pt x="1121078" y="655441"/>
                  </a:lnTo>
                  <a:lnTo>
                    <a:pt x="1113293" y="655259"/>
                  </a:lnTo>
                  <a:lnTo>
                    <a:pt x="1105508" y="654993"/>
                  </a:lnTo>
                  <a:lnTo>
                    <a:pt x="1097723" y="654719"/>
                  </a:lnTo>
                  <a:lnTo>
                    <a:pt x="1089937" y="654592"/>
                  </a:lnTo>
                  <a:lnTo>
                    <a:pt x="1082152" y="654464"/>
                  </a:lnTo>
                  <a:lnTo>
                    <a:pt x="1074367" y="654334"/>
                  </a:lnTo>
                  <a:lnTo>
                    <a:pt x="1066582" y="654202"/>
                  </a:lnTo>
                  <a:lnTo>
                    <a:pt x="1058796" y="654021"/>
                  </a:lnTo>
                  <a:lnTo>
                    <a:pt x="1051011" y="653792"/>
                  </a:lnTo>
                  <a:lnTo>
                    <a:pt x="1043226" y="653546"/>
                  </a:lnTo>
                  <a:lnTo>
                    <a:pt x="1035440" y="653303"/>
                  </a:lnTo>
                  <a:lnTo>
                    <a:pt x="1027655" y="653132"/>
                  </a:lnTo>
                  <a:lnTo>
                    <a:pt x="1019870" y="652959"/>
                  </a:lnTo>
                  <a:lnTo>
                    <a:pt x="1012085" y="652757"/>
                  </a:lnTo>
                  <a:lnTo>
                    <a:pt x="1004299" y="652597"/>
                  </a:lnTo>
                  <a:lnTo>
                    <a:pt x="996514" y="652378"/>
                  </a:lnTo>
                  <a:lnTo>
                    <a:pt x="988729" y="652155"/>
                  </a:lnTo>
                  <a:lnTo>
                    <a:pt x="980944" y="651929"/>
                  </a:lnTo>
                  <a:lnTo>
                    <a:pt x="973158" y="651697"/>
                  </a:lnTo>
                  <a:lnTo>
                    <a:pt x="965373" y="651461"/>
                  </a:lnTo>
                  <a:lnTo>
                    <a:pt x="957588" y="651283"/>
                  </a:lnTo>
                  <a:lnTo>
                    <a:pt x="949802" y="651123"/>
                  </a:lnTo>
                  <a:lnTo>
                    <a:pt x="942017" y="650966"/>
                  </a:lnTo>
                  <a:lnTo>
                    <a:pt x="934232" y="650806"/>
                  </a:lnTo>
                  <a:lnTo>
                    <a:pt x="926447" y="650642"/>
                  </a:lnTo>
                  <a:lnTo>
                    <a:pt x="918661" y="650461"/>
                  </a:lnTo>
                  <a:lnTo>
                    <a:pt x="910876" y="650250"/>
                  </a:lnTo>
                  <a:lnTo>
                    <a:pt x="903091" y="650031"/>
                  </a:lnTo>
                  <a:lnTo>
                    <a:pt x="895306" y="649812"/>
                  </a:lnTo>
                  <a:lnTo>
                    <a:pt x="887520" y="649590"/>
                  </a:lnTo>
                  <a:lnTo>
                    <a:pt x="879735" y="649364"/>
                  </a:lnTo>
                  <a:lnTo>
                    <a:pt x="871950" y="649133"/>
                  </a:lnTo>
                  <a:lnTo>
                    <a:pt x="864165" y="648897"/>
                  </a:lnTo>
                  <a:lnTo>
                    <a:pt x="856379" y="648658"/>
                  </a:lnTo>
                  <a:lnTo>
                    <a:pt x="848594" y="648377"/>
                  </a:lnTo>
                  <a:lnTo>
                    <a:pt x="840809" y="648066"/>
                  </a:lnTo>
                  <a:lnTo>
                    <a:pt x="833023" y="647748"/>
                  </a:lnTo>
                  <a:lnTo>
                    <a:pt x="825238" y="647423"/>
                  </a:lnTo>
                  <a:lnTo>
                    <a:pt x="817453" y="647092"/>
                  </a:lnTo>
                  <a:lnTo>
                    <a:pt x="809668" y="646817"/>
                  </a:lnTo>
                  <a:lnTo>
                    <a:pt x="801882" y="646412"/>
                  </a:lnTo>
                  <a:lnTo>
                    <a:pt x="794097" y="646058"/>
                  </a:lnTo>
                  <a:lnTo>
                    <a:pt x="786312" y="645701"/>
                  </a:lnTo>
                  <a:lnTo>
                    <a:pt x="778527" y="645377"/>
                  </a:lnTo>
                  <a:lnTo>
                    <a:pt x="770741" y="645136"/>
                  </a:lnTo>
                  <a:lnTo>
                    <a:pt x="762956" y="644914"/>
                  </a:lnTo>
                  <a:lnTo>
                    <a:pt x="755171" y="644650"/>
                  </a:lnTo>
                  <a:lnTo>
                    <a:pt x="747385" y="644544"/>
                  </a:lnTo>
                  <a:lnTo>
                    <a:pt x="739600" y="644254"/>
                  </a:lnTo>
                  <a:lnTo>
                    <a:pt x="731815" y="643951"/>
                  </a:lnTo>
                  <a:lnTo>
                    <a:pt x="724030" y="643686"/>
                  </a:lnTo>
                  <a:lnTo>
                    <a:pt x="716244" y="643614"/>
                  </a:lnTo>
                  <a:lnTo>
                    <a:pt x="708459" y="643388"/>
                  </a:lnTo>
                  <a:lnTo>
                    <a:pt x="700674" y="643073"/>
                  </a:lnTo>
                  <a:lnTo>
                    <a:pt x="692889" y="642856"/>
                  </a:lnTo>
                  <a:lnTo>
                    <a:pt x="685103" y="642681"/>
                  </a:lnTo>
                  <a:lnTo>
                    <a:pt x="677318" y="642389"/>
                  </a:lnTo>
                  <a:lnTo>
                    <a:pt x="669533" y="641805"/>
                  </a:lnTo>
                  <a:lnTo>
                    <a:pt x="661747" y="641528"/>
                  </a:lnTo>
                  <a:lnTo>
                    <a:pt x="653962" y="641155"/>
                  </a:lnTo>
                  <a:lnTo>
                    <a:pt x="646177" y="640967"/>
                  </a:lnTo>
                  <a:lnTo>
                    <a:pt x="638392" y="640597"/>
                  </a:lnTo>
                  <a:lnTo>
                    <a:pt x="630606" y="640411"/>
                  </a:lnTo>
                  <a:lnTo>
                    <a:pt x="622821" y="640113"/>
                  </a:lnTo>
                  <a:lnTo>
                    <a:pt x="615036" y="639572"/>
                  </a:lnTo>
                  <a:lnTo>
                    <a:pt x="607251" y="639064"/>
                  </a:lnTo>
                  <a:lnTo>
                    <a:pt x="599465" y="638830"/>
                  </a:lnTo>
                  <a:lnTo>
                    <a:pt x="591680" y="638552"/>
                  </a:lnTo>
                  <a:lnTo>
                    <a:pt x="583895" y="638243"/>
                  </a:lnTo>
                  <a:lnTo>
                    <a:pt x="576110" y="637964"/>
                  </a:lnTo>
                  <a:lnTo>
                    <a:pt x="568324" y="637616"/>
                  </a:lnTo>
                  <a:lnTo>
                    <a:pt x="560539" y="637137"/>
                  </a:lnTo>
                  <a:lnTo>
                    <a:pt x="552754" y="636563"/>
                  </a:lnTo>
                  <a:lnTo>
                    <a:pt x="544968" y="636099"/>
                  </a:lnTo>
                  <a:lnTo>
                    <a:pt x="537183" y="635494"/>
                  </a:lnTo>
                  <a:lnTo>
                    <a:pt x="529398" y="635014"/>
                  </a:lnTo>
                  <a:lnTo>
                    <a:pt x="521613" y="634490"/>
                  </a:lnTo>
                  <a:lnTo>
                    <a:pt x="513827" y="634241"/>
                  </a:lnTo>
                  <a:lnTo>
                    <a:pt x="506042" y="633751"/>
                  </a:lnTo>
                  <a:lnTo>
                    <a:pt x="498257" y="633522"/>
                  </a:lnTo>
                  <a:lnTo>
                    <a:pt x="490472" y="633388"/>
                  </a:lnTo>
                  <a:lnTo>
                    <a:pt x="482686" y="632986"/>
                  </a:lnTo>
                  <a:lnTo>
                    <a:pt x="474901" y="632568"/>
                  </a:lnTo>
                  <a:lnTo>
                    <a:pt x="467116" y="632395"/>
                  </a:lnTo>
                  <a:lnTo>
                    <a:pt x="459330" y="632372"/>
                  </a:lnTo>
                  <a:lnTo>
                    <a:pt x="451545" y="632137"/>
                  </a:lnTo>
                  <a:lnTo>
                    <a:pt x="443760" y="631480"/>
                  </a:lnTo>
                  <a:lnTo>
                    <a:pt x="435975" y="630986"/>
                  </a:lnTo>
                  <a:lnTo>
                    <a:pt x="428189" y="630619"/>
                  </a:lnTo>
                  <a:lnTo>
                    <a:pt x="420404" y="629968"/>
                  </a:lnTo>
                  <a:lnTo>
                    <a:pt x="412619" y="629412"/>
                  </a:lnTo>
                  <a:lnTo>
                    <a:pt x="404834" y="628748"/>
                  </a:lnTo>
                  <a:lnTo>
                    <a:pt x="397048" y="628393"/>
                  </a:lnTo>
                  <a:lnTo>
                    <a:pt x="389263" y="627847"/>
                  </a:lnTo>
                  <a:lnTo>
                    <a:pt x="381478" y="627250"/>
                  </a:lnTo>
                  <a:lnTo>
                    <a:pt x="373692" y="626669"/>
                  </a:lnTo>
                  <a:lnTo>
                    <a:pt x="365907" y="626183"/>
                  </a:lnTo>
                  <a:lnTo>
                    <a:pt x="358122" y="625841"/>
                  </a:lnTo>
                  <a:lnTo>
                    <a:pt x="350337" y="625867"/>
                  </a:lnTo>
                  <a:lnTo>
                    <a:pt x="342551" y="625742"/>
                  </a:lnTo>
                  <a:lnTo>
                    <a:pt x="334766" y="625811"/>
                  </a:lnTo>
                  <a:lnTo>
                    <a:pt x="326981" y="625066"/>
                  </a:lnTo>
                  <a:lnTo>
                    <a:pt x="319196" y="625263"/>
                  </a:lnTo>
                  <a:lnTo>
                    <a:pt x="311410" y="624721"/>
                  </a:lnTo>
                  <a:lnTo>
                    <a:pt x="303625" y="624684"/>
                  </a:lnTo>
                  <a:lnTo>
                    <a:pt x="295840" y="624312"/>
                  </a:lnTo>
                  <a:lnTo>
                    <a:pt x="288055" y="624021"/>
                  </a:lnTo>
                  <a:lnTo>
                    <a:pt x="280269" y="623746"/>
                  </a:lnTo>
                  <a:lnTo>
                    <a:pt x="272484" y="623590"/>
                  </a:lnTo>
                  <a:lnTo>
                    <a:pt x="264699" y="623412"/>
                  </a:lnTo>
                  <a:lnTo>
                    <a:pt x="256913" y="623236"/>
                  </a:lnTo>
                  <a:lnTo>
                    <a:pt x="249128" y="623109"/>
                  </a:lnTo>
                  <a:lnTo>
                    <a:pt x="241343" y="622820"/>
                  </a:lnTo>
                  <a:lnTo>
                    <a:pt x="233558" y="622555"/>
                  </a:lnTo>
                  <a:lnTo>
                    <a:pt x="225772" y="622292"/>
                  </a:lnTo>
                  <a:lnTo>
                    <a:pt x="217987" y="622431"/>
                  </a:lnTo>
                  <a:lnTo>
                    <a:pt x="210202" y="622349"/>
                  </a:lnTo>
                  <a:lnTo>
                    <a:pt x="202417" y="622245"/>
                  </a:lnTo>
                  <a:lnTo>
                    <a:pt x="194631" y="621996"/>
                  </a:lnTo>
                  <a:lnTo>
                    <a:pt x="186846" y="622091"/>
                  </a:lnTo>
                  <a:lnTo>
                    <a:pt x="179061" y="622101"/>
                  </a:lnTo>
                  <a:lnTo>
                    <a:pt x="171275" y="622196"/>
                  </a:lnTo>
                  <a:lnTo>
                    <a:pt x="163490" y="622220"/>
                  </a:lnTo>
                  <a:lnTo>
                    <a:pt x="155705" y="622214"/>
                  </a:lnTo>
                  <a:lnTo>
                    <a:pt x="147920" y="622422"/>
                  </a:lnTo>
                  <a:lnTo>
                    <a:pt x="140134" y="622794"/>
                  </a:lnTo>
                  <a:lnTo>
                    <a:pt x="132349" y="623406"/>
                  </a:lnTo>
                  <a:lnTo>
                    <a:pt x="124564" y="623417"/>
                  </a:lnTo>
                  <a:lnTo>
                    <a:pt x="116779" y="623415"/>
                  </a:lnTo>
                  <a:lnTo>
                    <a:pt x="108993" y="623854"/>
                  </a:lnTo>
                  <a:lnTo>
                    <a:pt x="101208" y="623924"/>
                  </a:lnTo>
                  <a:lnTo>
                    <a:pt x="93423" y="624210"/>
                  </a:lnTo>
                  <a:lnTo>
                    <a:pt x="85637" y="624400"/>
                  </a:lnTo>
                  <a:lnTo>
                    <a:pt x="77852" y="624699"/>
                  </a:lnTo>
                  <a:lnTo>
                    <a:pt x="70067" y="624496"/>
                  </a:lnTo>
                  <a:lnTo>
                    <a:pt x="62282" y="624681"/>
                  </a:lnTo>
                  <a:lnTo>
                    <a:pt x="54496" y="625037"/>
                  </a:lnTo>
                  <a:lnTo>
                    <a:pt x="46711" y="625751"/>
                  </a:lnTo>
                  <a:lnTo>
                    <a:pt x="38926" y="626005"/>
                  </a:lnTo>
                  <a:lnTo>
                    <a:pt x="31141" y="626085"/>
                  </a:lnTo>
                  <a:lnTo>
                    <a:pt x="23355" y="626119"/>
                  </a:lnTo>
                  <a:lnTo>
                    <a:pt x="15570" y="626233"/>
                  </a:lnTo>
                  <a:lnTo>
                    <a:pt x="7785" y="626463"/>
                  </a:lnTo>
                  <a:lnTo>
                    <a:pt x="0" y="626847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3648531" y="4293332"/>
              <a:ext cx="2016385" cy="460073"/>
            </a:xfrm>
            <a:custGeom>
              <a:avLst/>
              <a:pathLst>
                <a:path w="2016385" h="460073">
                  <a:moveTo>
                    <a:pt x="0" y="452364"/>
                  </a:moveTo>
                  <a:lnTo>
                    <a:pt x="7785" y="453870"/>
                  </a:lnTo>
                  <a:lnTo>
                    <a:pt x="15570" y="454247"/>
                  </a:lnTo>
                  <a:lnTo>
                    <a:pt x="23355" y="454601"/>
                  </a:lnTo>
                  <a:lnTo>
                    <a:pt x="31141" y="454492"/>
                  </a:lnTo>
                  <a:lnTo>
                    <a:pt x="38926" y="455450"/>
                  </a:lnTo>
                  <a:lnTo>
                    <a:pt x="46711" y="456603"/>
                  </a:lnTo>
                  <a:lnTo>
                    <a:pt x="54496" y="457591"/>
                  </a:lnTo>
                  <a:lnTo>
                    <a:pt x="62282" y="457821"/>
                  </a:lnTo>
                  <a:lnTo>
                    <a:pt x="70067" y="458158"/>
                  </a:lnTo>
                  <a:lnTo>
                    <a:pt x="77852" y="458214"/>
                  </a:lnTo>
                  <a:lnTo>
                    <a:pt x="85637" y="458279"/>
                  </a:lnTo>
                  <a:lnTo>
                    <a:pt x="93423" y="457798"/>
                  </a:lnTo>
                  <a:lnTo>
                    <a:pt x="101208" y="458643"/>
                  </a:lnTo>
                  <a:lnTo>
                    <a:pt x="108993" y="459144"/>
                  </a:lnTo>
                  <a:lnTo>
                    <a:pt x="116779" y="459697"/>
                  </a:lnTo>
                  <a:lnTo>
                    <a:pt x="124564" y="459794"/>
                  </a:lnTo>
                  <a:lnTo>
                    <a:pt x="132349" y="459977"/>
                  </a:lnTo>
                  <a:lnTo>
                    <a:pt x="140134" y="460073"/>
                  </a:lnTo>
                  <a:lnTo>
                    <a:pt x="147920" y="459286"/>
                  </a:lnTo>
                  <a:lnTo>
                    <a:pt x="155705" y="457839"/>
                  </a:lnTo>
                  <a:lnTo>
                    <a:pt x="163490" y="457630"/>
                  </a:lnTo>
                  <a:lnTo>
                    <a:pt x="171275" y="457150"/>
                  </a:lnTo>
                  <a:lnTo>
                    <a:pt x="179061" y="457172"/>
                  </a:lnTo>
                  <a:lnTo>
                    <a:pt x="186846" y="457225"/>
                  </a:lnTo>
                  <a:lnTo>
                    <a:pt x="194631" y="456620"/>
                  </a:lnTo>
                  <a:lnTo>
                    <a:pt x="202417" y="457126"/>
                  </a:lnTo>
                  <a:lnTo>
                    <a:pt x="210202" y="456215"/>
                  </a:lnTo>
                  <a:lnTo>
                    <a:pt x="217987" y="456329"/>
                  </a:lnTo>
                  <a:lnTo>
                    <a:pt x="225772" y="453644"/>
                  </a:lnTo>
                  <a:lnTo>
                    <a:pt x="233558" y="452381"/>
                  </a:lnTo>
                  <a:lnTo>
                    <a:pt x="241343" y="448836"/>
                  </a:lnTo>
                  <a:lnTo>
                    <a:pt x="249128" y="446673"/>
                  </a:lnTo>
                  <a:lnTo>
                    <a:pt x="256913" y="445532"/>
                  </a:lnTo>
                  <a:lnTo>
                    <a:pt x="264699" y="444195"/>
                  </a:lnTo>
                  <a:lnTo>
                    <a:pt x="272484" y="443731"/>
                  </a:lnTo>
                  <a:lnTo>
                    <a:pt x="280269" y="443355"/>
                  </a:lnTo>
                  <a:lnTo>
                    <a:pt x="288055" y="442736"/>
                  </a:lnTo>
                  <a:lnTo>
                    <a:pt x="295840" y="441428"/>
                  </a:lnTo>
                  <a:lnTo>
                    <a:pt x="303625" y="439815"/>
                  </a:lnTo>
                  <a:lnTo>
                    <a:pt x="311410" y="438199"/>
                  </a:lnTo>
                  <a:lnTo>
                    <a:pt x="319196" y="437534"/>
                  </a:lnTo>
                  <a:lnTo>
                    <a:pt x="326981" y="436475"/>
                  </a:lnTo>
                  <a:lnTo>
                    <a:pt x="334766" y="433912"/>
                  </a:lnTo>
                  <a:lnTo>
                    <a:pt x="342551" y="432170"/>
                  </a:lnTo>
                  <a:lnTo>
                    <a:pt x="350337" y="431049"/>
                  </a:lnTo>
                  <a:lnTo>
                    <a:pt x="358122" y="429748"/>
                  </a:lnTo>
                  <a:lnTo>
                    <a:pt x="365907" y="427455"/>
                  </a:lnTo>
                  <a:lnTo>
                    <a:pt x="373692" y="426761"/>
                  </a:lnTo>
                  <a:lnTo>
                    <a:pt x="381478" y="424336"/>
                  </a:lnTo>
                  <a:lnTo>
                    <a:pt x="389263" y="422674"/>
                  </a:lnTo>
                  <a:lnTo>
                    <a:pt x="397048" y="419634"/>
                  </a:lnTo>
                  <a:lnTo>
                    <a:pt x="404834" y="416874"/>
                  </a:lnTo>
                  <a:lnTo>
                    <a:pt x="412619" y="415334"/>
                  </a:lnTo>
                  <a:lnTo>
                    <a:pt x="420404" y="413790"/>
                  </a:lnTo>
                  <a:lnTo>
                    <a:pt x="428189" y="411062"/>
                  </a:lnTo>
                  <a:lnTo>
                    <a:pt x="435975" y="406651"/>
                  </a:lnTo>
                  <a:lnTo>
                    <a:pt x="443760" y="404101"/>
                  </a:lnTo>
                  <a:lnTo>
                    <a:pt x="451545" y="402812"/>
                  </a:lnTo>
                  <a:lnTo>
                    <a:pt x="459330" y="401373"/>
                  </a:lnTo>
                  <a:lnTo>
                    <a:pt x="467116" y="399569"/>
                  </a:lnTo>
                  <a:lnTo>
                    <a:pt x="474901" y="397011"/>
                  </a:lnTo>
                  <a:lnTo>
                    <a:pt x="482686" y="394708"/>
                  </a:lnTo>
                  <a:lnTo>
                    <a:pt x="490472" y="393204"/>
                  </a:lnTo>
                  <a:lnTo>
                    <a:pt x="498257" y="392175"/>
                  </a:lnTo>
                  <a:lnTo>
                    <a:pt x="506042" y="391165"/>
                  </a:lnTo>
                  <a:lnTo>
                    <a:pt x="513827" y="387511"/>
                  </a:lnTo>
                  <a:lnTo>
                    <a:pt x="521613" y="383294"/>
                  </a:lnTo>
                  <a:lnTo>
                    <a:pt x="529398" y="379257"/>
                  </a:lnTo>
                  <a:lnTo>
                    <a:pt x="537183" y="377450"/>
                  </a:lnTo>
                  <a:lnTo>
                    <a:pt x="544968" y="375676"/>
                  </a:lnTo>
                  <a:lnTo>
                    <a:pt x="552754" y="373899"/>
                  </a:lnTo>
                  <a:lnTo>
                    <a:pt x="560539" y="372119"/>
                  </a:lnTo>
                  <a:lnTo>
                    <a:pt x="568324" y="369033"/>
                  </a:lnTo>
                  <a:lnTo>
                    <a:pt x="576110" y="364327"/>
                  </a:lnTo>
                  <a:lnTo>
                    <a:pt x="583895" y="360156"/>
                  </a:lnTo>
                  <a:lnTo>
                    <a:pt x="591680" y="356378"/>
                  </a:lnTo>
                  <a:lnTo>
                    <a:pt x="599465" y="352386"/>
                  </a:lnTo>
                  <a:lnTo>
                    <a:pt x="607251" y="348423"/>
                  </a:lnTo>
                  <a:lnTo>
                    <a:pt x="615036" y="345507"/>
                  </a:lnTo>
                  <a:lnTo>
                    <a:pt x="622821" y="341351"/>
                  </a:lnTo>
                  <a:lnTo>
                    <a:pt x="630606" y="337405"/>
                  </a:lnTo>
                  <a:lnTo>
                    <a:pt x="638392" y="334495"/>
                  </a:lnTo>
                  <a:lnTo>
                    <a:pt x="646177" y="333577"/>
                  </a:lnTo>
                  <a:lnTo>
                    <a:pt x="653962" y="330954"/>
                  </a:lnTo>
                  <a:lnTo>
                    <a:pt x="661747" y="327420"/>
                  </a:lnTo>
                  <a:lnTo>
                    <a:pt x="669533" y="323941"/>
                  </a:lnTo>
                  <a:lnTo>
                    <a:pt x="677318" y="320466"/>
                  </a:lnTo>
                  <a:lnTo>
                    <a:pt x="685103" y="318174"/>
                  </a:lnTo>
                  <a:lnTo>
                    <a:pt x="692889" y="315935"/>
                  </a:lnTo>
                  <a:lnTo>
                    <a:pt x="700674" y="313723"/>
                  </a:lnTo>
                  <a:lnTo>
                    <a:pt x="708459" y="311522"/>
                  </a:lnTo>
                  <a:lnTo>
                    <a:pt x="716244" y="308489"/>
                  </a:lnTo>
                  <a:lnTo>
                    <a:pt x="724030" y="305673"/>
                  </a:lnTo>
                  <a:lnTo>
                    <a:pt x="731815" y="304169"/>
                  </a:lnTo>
                  <a:lnTo>
                    <a:pt x="739600" y="300790"/>
                  </a:lnTo>
                  <a:lnTo>
                    <a:pt x="747385" y="298702"/>
                  </a:lnTo>
                  <a:lnTo>
                    <a:pt x="755171" y="294682"/>
                  </a:lnTo>
                  <a:lnTo>
                    <a:pt x="762956" y="290117"/>
                  </a:lnTo>
                  <a:lnTo>
                    <a:pt x="770741" y="285964"/>
                  </a:lnTo>
                  <a:lnTo>
                    <a:pt x="778527" y="283231"/>
                  </a:lnTo>
                  <a:lnTo>
                    <a:pt x="786312" y="280502"/>
                  </a:lnTo>
                  <a:lnTo>
                    <a:pt x="794097" y="277780"/>
                  </a:lnTo>
                  <a:lnTo>
                    <a:pt x="801882" y="274959"/>
                  </a:lnTo>
                  <a:lnTo>
                    <a:pt x="809668" y="270151"/>
                  </a:lnTo>
                  <a:lnTo>
                    <a:pt x="817453" y="267690"/>
                  </a:lnTo>
                  <a:lnTo>
                    <a:pt x="825238" y="263385"/>
                  </a:lnTo>
                  <a:lnTo>
                    <a:pt x="833023" y="259152"/>
                  </a:lnTo>
                  <a:lnTo>
                    <a:pt x="840809" y="255168"/>
                  </a:lnTo>
                  <a:lnTo>
                    <a:pt x="848594" y="252485"/>
                  </a:lnTo>
                  <a:lnTo>
                    <a:pt x="856379" y="249812"/>
                  </a:lnTo>
                  <a:lnTo>
                    <a:pt x="864165" y="246381"/>
                  </a:lnTo>
                  <a:lnTo>
                    <a:pt x="871950" y="242442"/>
                  </a:lnTo>
                  <a:lnTo>
                    <a:pt x="879735" y="238527"/>
                  </a:lnTo>
                  <a:lnTo>
                    <a:pt x="887520" y="234636"/>
                  </a:lnTo>
                  <a:lnTo>
                    <a:pt x="895306" y="230769"/>
                  </a:lnTo>
                  <a:lnTo>
                    <a:pt x="903091" y="226962"/>
                  </a:lnTo>
                  <a:lnTo>
                    <a:pt x="910876" y="223184"/>
                  </a:lnTo>
                  <a:lnTo>
                    <a:pt x="918661" y="219433"/>
                  </a:lnTo>
                  <a:lnTo>
                    <a:pt x="926447" y="215570"/>
                  </a:lnTo>
                  <a:lnTo>
                    <a:pt x="934232" y="211965"/>
                  </a:lnTo>
                  <a:lnTo>
                    <a:pt x="942017" y="208250"/>
                  </a:lnTo>
                  <a:lnTo>
                    <a:pt x="949802" y="204592"/>
                  </a:lnTo>
                  <a:lnTo>
                    <a:pt x="957588" y="200973"/>
                  </a:lnTo>
                  <a:lnTo>
                    <a:pt x="965373" y="197385"/>
                  </a:lnTo>
                  <a:lnTo>
                    <a:pt x="973158" y="194031"/>
                  </a:lnTo>
                  <a:lnTo>
                    <a:pt x="980944" y="191029"/>
                  </a:lnTo>
                  <a:lnTo>
                    <a:pt x="988729" y="188052"/>
                  </a:lnTo>
                  <a:lnTo>
                    <a:pt x="996514" y="185100"/>
                  </a:lnTo>
                  <a:lnTo>
                    <a:pt x="1004299" y="182199"/>
                  </a:lnTo>
                  <a:lnTo>
                    <a:pt x="1012085" y="179322"/>
                  </a:lnTo>
                  <a:lnTo>
                    <a:pt x="1019870" y="176470"/>
                  </a:lnTo>
                  <a:lnTo>
                    <a:pt x="1027655" y="173959"/>
                  </a:lnTo>
                  <a:lnTo>
                    <a:pt x="1035440" y="170816"/>
                  </a:lnTo>
                  <a:lnTo>
                    <a:pt x="1043226" y="168013"/>
                  </a:lnTo>
                  <a:lnTo>
                    <a:pt x="1051011" y="165236"/>
                  </a:lnTo>
                  <a:lnTo>
                    <a:pt x="1058796" y="162486"/>
                  </a:lnTo>
                  <a:lnTo>
                    <a:pt x="1066582" y="159763"/>
                  </a:lnTo>
                  <a:lnTo>
                    <a:pt x="1074367" y="156840"/>
                  </a:lnTo>
                  <a:lnTo>
                    <a:pt x="1082152" y="153669"/>
                  </a:lnTo>
                  <a:lnTo>
                    <a:pt x="1089937" y="150538"/>
                  </a:lnTo>
                  <a:lnTo>
                    <a:pt x="1097723" y="147445"/>
                  </a:lnTo>
                  <a:lnTo>
                    <a:pt x="1105508" y="144391"/>
                  </a:lnTo>
                  <a:lnTo>
                    <a:pt x="1113293" y="141377"/>
                  </a:lnTo>
                  <a:lnTo>
                    <a:pt x="1121078" y="138413"/>
                  </a:lnTo>
                  <a:lnTo>
                    <a:pt x="1128864" y="135493"/>
                  </a:lnTo>
                  <a:lnTo>
                    <a:pt x="1136649" y="132632"/>
                  </a:lnTo>
                  <a:lnTo>
                    <a:pt x="1144434" y="130781"/>
                  </a:lnTo>
                  <a:lnTo>
                    <a:pt x="1152220" y="129014"/>
                  </a:lnTo>
                  <a:lnTo>
                    <a:pt x="1160005" y="125872"/>
                  </a:lnTo>
                  <a:lnTo>
                    <a:pt x="1167790" y="122780"/>
                  </a:lnTo>
                  <a:lnTo>
                    <a:pt x="1175575" y="120526"/>
                  </a:lnTo>
                  <a:lnTo>
                    <a:pt x="1183361" y="118376"/>
                  </a:lnTo>
                  <a:lnTo>
                    <a:pt x="1191146" y="116277"/>
                  </a:lnTo>
                  <a:lnTo>
                    <a:pt x="1198931" y="114202"/>
                  </a:lnTo>
                  <a:lnTo>
                    <a:pt x="1206716" y="112152"/>
                  </a:lnTo>
                  <a:lnTo>
                    <a:pt x="1214502" y="110127"/>
                  </a:lnTo>
                  <a:lnTo>
                    <a:pt x="1222287" y="108126"/>
                  </a:lnTo>
                  <a:lnTo>
                    <a:pt x="1230072" y="106278"/>
                  </a:lnTo>
                  <a:lnTo>
                    <a:pt x="1237857" y="104575"/>
                  </a:lnTo>
                  <a:lnTo>
                    <a:pt x="1245643" y="102891"/>
                  </a:lnTo>
                  <a:lnTo>
                    <a:pt x="1253428" y="101233"/>
                  </a:lnTo>
                  <a:lnTo>
                    <a:pt x="1261213" y="99594"/>
                  </a:lnTo>
                  <a:lnTo>
                    <a:pt x="1268999" y="97912"/>
                  </a:lnTo>
                  <a:lnTo>
                    <a:pt x="1276784" y="96060"/>
                  </a:lnTo>
                  <a:lnTo>
                    <a:pt x="1284569" y="94548"/>
                  </a:lnTo>
                  <a:lnTo>
                    <a:pt x="1292354" y="93053"/>
                  </a:lnTo>
                  <a:lnTo>
                    <a:pt x="1300140" y="91248"/>
                  </a:lnTo>
                  <a:lnTo>
                    <a:pt x="1307925" y="89389"/>
                  </a:lnTo>
                  <a:lnTo>
                    <a:pt x="1315710" y="87557"/>
                  </a:lnTo>
                  <a:lnTo>
                    <a:pt x="1323495" y="85750"/>
                  </a:lnTo>
                  <a:lnTo>
                    <a:pt x="1331281" y="83969"/>
                  </a:lnTo>
                  <a:lnTo>
                    <a:pt x="1339066" y="82214"/>
                  </a:lnTo>
                  <a:lnTo>
                    <a:pt x="1346851" y="80485"/>
                  </a:lnTo>
                  <a:lnTo>
                    <a:pt x="1354637" y="78707"/>
                  </a:lnTo>
                  <a:lnTo>
                    <a:pt x="1362422" y="76879"/>
                  </a:lnTo>
                  <a:lnTo>
                    <a:pt x="1370207" y="75081"/>
                  </a:lnTo>
                  <a:lnTo>
                    <a:pt x="1377992" y="73312"/>
                  </a:lnTo>
                  <a:lnTo>
                    <a:pt x="1385778" y="71572"/>
                  </a:lnTo>
                  <a:lnTo>
                    <a:pt x="1393563" y="70005"/>
                  </a:lnTo>
                  <a:lnTo>
                    <a:pt x="1401348" y="68529"/>
                  </a:lnTo>
                  <a:lnTo>
                    <a:pt x="1409133" y="67074"/>
                  </a:lnTo>
                  <a:lnTo>
                    <a:pt x="1416919" y="65640"/>
                  </a:lnTo>
                  <a:lnTo>
                    <a:pt x="1424704" y="64228"/>
                  </a:lnTo>
                  <a:lnTo>
                    <a:pt x="1432489" y="62836"/>
                  </a:lnTo>
                  <a:lnTo>
                    <a:pt x="1440275" y="61269"/>
                  </a:lnTo>
                  <a:lnTo>
                    <a:pt x="1448060" y="59729"/>
                  </a:lnTo>
                  <a:lnTo>
                    <a:pt x="1455845" y="58215"/>
                  </a:lnTo>
                  <a:lnTo>
                    <a:pt x="1463630" y="56728"/>
                  </a:lnTo>
                  <a:lnTo>
                    <a:pt x="1471416" y="55267"/>
                  </a:lnTo>
                  <a:lnTo>
                    <a:pt x="1479201" y="53831"/>
                  </a:lnTo>
                  <a:lnTo>
                    <a:pt x="1486986" y="52428"/>
                  </a:lnTo>
                  <a:lnTo>
                    <a:pt x="1494771" y="51049"/>
                  </a:lnTo>
                  <a:lnTo>
                    <a:pt x="1502557" y="49644"/>
                  </a:lnTo>
                  <a:lnTo>
                    <a:pt x="1510342" y="48358"/>
                  </a:lnTo>
                  <a:lnTo>
                    <a:pt x="1518127" y="47042"/>
                  </a:lnTo>
                  <a:lnTo>
                    <a:pt x="1525912" y="45749"/>
                  </a:lnTo>
                  <a:lnTo>
                    <a:pt x="1533698" y="44480"/>
                  </a:lnTo>
                  <a:lnTo>
                    <a:pt x="1541483" y="43246"/>
                  </a:lnTo>
                  <a:lnTo>
                    <a:pt x="1549268" y="42034"/>
                  </a:lnTo>
                  <a:lnTo>
                    <a:pt x="1557054" y="41126"/>
                  </a:lnTo>
                  <a:lnTo>
                    <a:pt x="1564839" y="40239"/>
                  </a:lnTo>
                  <a:lnTo>
                    <a:pt x="1572624" y="39365"/>
                  </a:lnTo>
                  <a:lnTo>
                    <a:pt x="1580409" y="38503"/>
                  </a:lnTo>
                  <a:lnTo>
                    <a:pt x="1588195" y="37653"/>
                  </a:lnTo>
                  <a:lnTo>
                    <a:pt x="1595980" y="36815"/>
                  </a:lnTo>
                  <a:lnTo>
                    <a:pt x="1603765" y="35989"/>
                  </a:lnTo>
                  <a:lnTo>
                    <a:pt x="1611550" y="35158"/>
                  </a:lnTo>
                  <a:lnTo>
                    <a:pt x="1619336" y="34175"/>
                  </a:lnTo>
                  <a:lnTo>
                    <a:pt x="1627121" y="33208"/>
                  </a:lnTo>
                  <a:lnTo>
                    <a:pt x="1634906" y="32258"/>
                  </a:lnTo>
                  <a:lnTo>
                    <a:pt x="1642692" y="31325"/>
                  </a:lnTo>
                  <a:lnTo>
                    <a:pt x="1650477" y="30409"/>
                  </a:lnTo>
                  <a:lnTo>
                    <a:pt x="1658262" y="29508"/>
                  </a:lnTo>
                  <a:lnTo>
                    <a:pt x="1666047" y="28624"/>
                  </a:lnTo>
                  <a:lnTo>
                    <a:pt x="1673833" y="27755"/>
                  </a:lnTo>
                  <a:lnTo>
                    <a:pt x="1681618" y="26901"/>
                  </a:lnTo>
                  <a:lnTo>
                    <a:pt x="1689403" y="26063"/>
                  </a:lnTo>
                  <a:lnTo>
                    <a:pt x="1697188" y="25240"/>
                  </a:lnTo>
                  <a:lnTo>
                    <a:pt x="1704974" y="24433"/>
                  </a:lnTo>
                  <a:lnTo>
                    <a:pt x="1712759" y="23643"/>
                  </a:lnTo>
                  <a:lnTo>
                    <a:pt x="1720544" y="22868"/>
                  </a:lnTo>
                  <a:lnTo>
                    <a:pt x="1728330" y="22106"/>
                  </a:lnTo>
                  <a:lnTo>
                    <a:pt x="1736115" y="21358"/>
                  </a:lnTo>
                  <a:lnTo>
                    <a:pt x="1743900" y="20562"/>
                  </a:lnTo>
                  <a:lnTo>
                    <a:pt x="1751685" y="19688"/>
                  </a:lnTo>
                  <a:lnTo>
                    <a:pt x="1759471" y="18834"/>
                  </a:lnTo>
                  <a:lnTo>
                    <a:pt x="1767256" y="17999"/>
                  </a:lnTo>
                  <a:lnTo>
                    <a:pt x="1775041" y="17182"/>
                  </a:lnTo>
                  <a:lnTo>
                    <a:pt x="1782826" y="16384"/>
                  </a:lnTo>
                  <a:lnTo>
                    <a:pt x="1790612" y="15603"/>
                  </a:lnTo>
                  <a:lnTo>
                    <a:pt x="1798397" y="14882"/>
                  </a:lnTo>
                  <a:lnTo>
                    <a:pt x="1806182" y="14343"/>
                  </a:lnTo>
                  <a:lnTo>
                    <a:pt x="1813967" y="13811"/>
                  </a:lnTo>
                  <a:lnTo>
                    <a:pt x="1821753" y="13120"/>
                  </a:lnTo>
                  <a:lnTo>
                    <a:pt x="1829538" y="12445"/>
                  </a:lnTo>
                  <a:lnTo>
                    <a:pt x="1837323" y="11783"/>
                  </a:lnTo>
                  <a:lnTo>
                    <a:pt x="1845109" y="11136"/>
                  </a:lnTo>
                  <a:lnTo>
                    <a:pt x="1852894" y="10503"/>
                  </a:lnTo>
                  <a:lnTo>
                    <a:pt x="1860679" y="9884"/>
                  </a:lnTo>
                  <a:lnTo>
                    <a:pt x="1868464" y="9278"/>
                  </a:lnTo>
                  <a:lnTo>
                    <a:pt x="1876250" y="8685"/>
                  </a:lnTo>
                  <a:lnTo>
                    <a:pt x="1884035" y="8075"/>
                  </a:lnTo>
                  <a:lnTo>
                    <a:pt x="1891820" y="7462"/>
                  </a:lnTo>
                  <a:lnTo>
                    <a:pt x="1899605" y="6864"/>
                  </a:lnTo>
                  <a:lnTo>
                    <a:pt x="1907391" y="6284"/>
                  </a:lnTo>
                  <a:lnTo>
                    <a:pt x="1915176" y="5719"/>
                  </a:lnTo>
                  <a:lnTo>
                    <a:pt x="1922961" y="5166"/>
                  </a:lnTo>
                  <a:lnTo>
                    <a:pt x="1930747" y="4751"/>
                  </a:lnTo>
                  <a:lnTo>
                    <a:pt x="1938532" y="4379"/>
                  </a:lnTo>
                  <a:lnTo>
                    <a:pt x="1946317" y="3913"/>
                  </a:lnTo>
                  <a:lnTo>
                    <a:pt x="1954102" y="3438"/>
                  </a:lnTo>
                  <a:lnTo>
                    <a:pt x="1961888" y="2974"/>
                  </a:lnTo>
                  <a:lnTo>
                    <a:pt x="1969673" y="2519"/>
                  </a:lnTo>
                  <a:lnTo>
                    <a:pt x="1977458" y="2075"/>
                  </a:lnTo>
                  <a:lnTo>
                    <a:pt x="1985243" y="1641"/>
                  </a:lnTo>
                  <a:lnTo>
                    <a:pt x="1993029" y="1216"/>
                  </a:lnTo>
                  <a:lnTo>
                    <a:pt x="2000814" y="801"/>
                  </a:lnTo>
                  <a:lnTo>
                    <a:pt x="2008599" y="395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3648531" y="4915329"/>
              <a:ext cx="2016385" cy="40993"/>
            </a:xfrm>
            <a:custGeom>
              <a:avLst/>
              <a:pathLst>
                <a:path w="2016385" h="40993">
                  <a:moveTo>
                    <a:pt x="2016385" y="40993"/>
                  </a:moveTo>
                  <a:lnTo>
                    <a:pt x="2008599" y="40972"/>
                  </a:lnTo>
                  <a:lnTo>
                    <a:pt x="2000814" y="40950"/>
                  </a:lnTo>
                  <a:lnTo>
                    <a:pt x="1993029" y="40928"/>
                  </a:lnTo>
                  <a:lnTo>
                    <a:pt x="1985243" y="40905"/>
                  </a:lnTo>
                  <a:lnTo>
                    <a:pt x="1977458" y="40882"/>
                  </a:lnTo>
                  <a:lnTo>
                    <a:pt x="1969673" y="40859"/>
                  </a:lnTo>
                  <a:lnTo>
                    <a:pt x="1961888" y="40835"/>
                  </a:lnTo>
                  <a:lnTo>
                    <a:pt x="1954102" y="40811"/>
                  </a:lnTo>
                  <a:lnTo>
                    <a:pt x="1946317" y="40791"/>
                  </a:lnTo>
                  <a:lnTo>
                    <a:pt x="1938532" y="40770"/>
                  </a:lnTo>
                  <a:lnTo>
                    <a:pt x="1930747" y="40750"/>
                  </a:lnTo>
                  <a:lnTo>
                    <a:pt x="1922961" y="40729"/>
                  </a:lnTo>
                  <a:lnTo>
                    <a:pt x="1915176" y="40707"/>
                  </a:lnTo>
                  <a:lnTo>
                    <a:pt x="1907391" y="40686"/>
                  </a:lnTo>
                  <a:lnTo>
                    <a:pt x="1899605" y="40663"/>
                  </a:lnTo>
                  <a:lnTo>
                    <a:pt x="1891820" y="40641"/>
                  </a:lnTo>
                  <a:lnTo>
                    <a:pt x="1884035" y="40618"/>
                  </a:lnTo>
                  <a:lnTo>
                    <a:pt x="1876250" y="40595"/>
                  </a:lnTo>
                  <a:lnTo>
                    <a:pt x="1868464" y="40572"/>
                  </a:lnTo>
                  <a:lnTo>
                    <a:pt x="1860679" y="40548"/>
                  </a:lnTo>
                  <a:lnTo>
                    <a:pt x="1852894" y="40523"/>
                  </a:lnTo>
                  <a:lnTo>
                    <a:pt x="1845109" y="40499"/>
                  </a:lnTo>
                  <a:lnTo>
                    <a:pt x="1837323" y="40474"/>
                  </a:lnTo>
                  <a:lnTo>
                    <a:pt x="1829538" y="40448"/>
                  </a:lnTo>
                  <a:lnTo>
                    <a:pt x="1821753" y="40422"/>
                  </a:lnTo>
                  <a:lnTo>
                    <a:pt x="1813967" y="40396"/>
                  </a:lnTo>
                  <a:lnTo>
                    <a:pt x="1806182" y="40369"/>
                  </a:lnTo>
                  <a:lnTo>
                    <a:pt x="1798397" y="40342"/>
                  </a:lnTo>
                  <a:lnTo>
                    <a:pt x="1790612" y="40314"/>
                  </a:lnTo>
                  <a:lnTo>
                    <a:pt x="1782826" y="40286"/>
                  </a:lnTo>
                  <a:lnTo>
                    <a:pt x="1775041" y="40260"/>
                  </a:lnTo>
                  <a:lnTo>
                    <a:pt x="1767256" y="40230"/>
                  </a:lnTo>
                  <a:lnTo>
                    <a:pt x="1759471" y="40199"/>
                  </a:lnTo>
                  <a:lnTo>
                    <a:pt x="1751685" y="40169"/>
                  </a:lnTo>
                  <a:lnTo>
                    <a:pt x="1743900" y="40139"/>
                  </a:lnTo>
                  <a:lnTo>
                    <a:pt x="1736115" y="40108"/>
                  </a:lnTo>
                  <a:lnTo>
                    <a:pt x="1728330" y="40076"/>
                  </a:lnTo>
                  <a:lnTo>
                    <a:pt x="1720544" y="40043"/>
                  </a:lnTo>
                  <a:lnTo>
                    <a:pt x="1712759" y="39998"/>
                  </a:lnTo>
                  <a:lnTo>
                    <a:pt x="1704974" y="39961"/>
                  </a:lnTo>
                  <a:lnTo>
                    <a:pt x="1697188" y="39920"/>
                  </a:lnTo>
                  <a:lnTo>
                    <a:pt x="1689403" y="39870"/>
                  </a:lnTo>
                  <a:lnTo>
                    <a:pt x="1681618" y="39818"/>
                  </a:lnTo>
                  <a:lnTo>
                    <a:pt x="1673833" y="39765"/>
                  </a:lnTo>
                  <a:lnTo>
                    <a:pt x="1666047" y="39711"/>
                  </a:lnTo>
                  <a:lnTo>
                    <a:pt x="1658262" y="39655"/>
                  </a:lnTo>
                  <a:lnTo>
                    <a:pt x="1650477" y="39598"/>
                  </a:lnTo>
                  <a:lnTo>
                    <a:pt x="1642692" y="39546"/>
                  </a:lnTo>
                  <a:lnTo>
                    <a:pt x="1634906" y="39507"/>
                  </a:lnTo>
                  <a:lnTo>
                    <a:pt x="1627121" y="39467"/>
                  </a:lnTo>
                  <a:lnTo>
                    <a:pt x="1619336" y="39427"/>
                  </a:lnTo>
                  <a:lnTo>
                    <a:pt x="1611550" y="39386"/>
                  </a:lnTo>
                  <a:lnTo>
                    <a:pt x="1603765" y="39344"/>
                  </a:lnTo>
                  <a:lnTo>
                    <a:pt x="1595980" y="39302"/>
                  </a:lnTo>
                  <a:lnTo>
                    <a:pt x="1588195" y="39259"/>
                  </a:lnTo>
                  <a:lnTo>
                    <a:pt x="1580409" y="39210"/>
                  </a:lnTo>
                  <a:lnTo>
                    <a:pt x="1572624" y="39154"/>
                  </a:lnTo>
                  <a:lnTo>
                    <a:pt x="1564839" y="39096"/>
                  </a:lnTo>
                  <a:lnTo>
                    <a:pt x="1557054" y="39038"/>
                  </a:lnTo>
                  <a:lnTo>
                    <a:pt x="1549268" y="38978"/>
                  </a:lnTo>
                  <a:lnTo>
                    <a:pt x="1541483" y="38918"/>
                  </a:lnTo>
                  <a:lnTo>
                    <a:pt x="1533698" y="38862"/>
                  </a:lnTo>
                  <a:lnTo>
                    <a:pt x="1525912" y="38813"/>
                  </a:lnTo>
                  <a:lnTo>
                    <a:pt x="1518127" y="38764"/>
                  </a:lnTo>
                  <a:lnTo>
                    <a:pt x="1510342" y="38714"/>
                  </a:lnTo>
                  <a:lnTo>
                    <a:pt x="1502557" y="38664"/>
                  </a:lnTo>
                  <a:lnTo>
                    <a:pt x="1494771" y="38611"/>
                  </a:lnTo>
                  <a:lnTo>
                    <a:pt x="1486986" y="38545"/>
                  </a:lnTo>
                  <a:lnTo>
                    <a:pt x="1479201" y="38478"/>
                  </a:lnTo>
                  <a:lnTo>
                    <a:pt x="1471416" y="38409"/>
                  </a:lnTo>
                  <a:lnTo>
                    <a:pt x="1463630" y="38339"/>
                  </a:lnTo>
                  <a:lnTo>
                    <a:pt x="1455845" y="38267"/>
                  </a:lnTo>
                  <a:lnTo>
                    <a:pt x="1448060" y="38194"/>
                  </a:lnTo>
                  <a:lnTo>
                    <a:pt x="1440275" y="38119"/>
                  </a:lnTo>
                  <a:lnTo>
                    <a:pt x="1432489" y="38043"/>
                  </a:lnTo>
                  <a:lnTo>
                    <a:pt x="1424704" y="37960"/>
                  </a:lnTo>
                  <a:lnTo>
                    <a:pt x="1416919" y="37874"/>
                  </a:lnTo>
                  <a:lnTo>
                    <a:pt x="1409133" y="37785"/>
                  </a:lnTo>
                  <a:lnTo>
                    <a:pt x="1401348" y="37695"/>
                  </a:lnTo>
                  <a:lnTo>
                    <a:pt x="1393563" y="37603"/>
                  </a:lnTo>
                  <a:lnTo>
                    <a:pt x="1385778" y="37510"/>
                  </a:lnTo>
                  <a:lnTo>
                    <a:pt x="1377992" y="37443"/>
                  </a:lnTo>
                  <a:lnTo>
                    <a:pt x="1370207" y="37375"/>
                  </a:lnTo>
                  <a:lnTo>
                    <a:pt x="1362422" y="37290"/>
                  </a:lnTo>
                  <a:lnTo>
                    <a:pt x="1354637" y="37199"/>
                  </a:lnTo>
                  <a:lnTo>
                    <a:pt x="1346851" y="37105"/>
                  </a:lnTo>
                  <a:lnTo>
                    <a:pt x="1339066" y="37010"/>
                  </a:lnTo>
                  <a:lnTo>
                    <a:pt x="1331281" y="36912"/>
                  </a:lnTo>
                  <a:lnTo>
                    <a:pt x="1323495" y="36812"/>
                  </a:lnTo>
                  <a:lnTo>
                    <a:pt x="1315710" y="36710"/>
                  </a:lnTo>
                  <a:lnTo>
                    <a:pt x="1307925" y="36587"/>
                  </a:lnTo>
                  <a:lnTo>
                    <a:pt x="1300140" y="36462"/>
                  </a:lnTo>
                  <a:lnTo>
                    <a:pt x="1292354" y="36333"/>
                  </a:lnTo>
                  <a:lnTo>
                    <a:pt x="1284569" y="36202"/>
                  </a:lnTo>
                  <a:lnTo>
                    <a:pt x="1276784" y="36067"/>
                  </a:lnTo>
                  <a:lnTo>
                    <a:pt x="1268999" y="35929"/>
                  </a:lnTo>
                  <a:lnTo>
                    <a:pt x="1261213" y="35788"/>
                  </a:lnTo>
                  <a:lnTo>
                    <a:pt x="1253428" y="35644"/>
                  </a:lnTo>
                  <a:lnTo>
                    <a:pt x="1245643" y="35496"/>
                  </a:lnTo>
                  <a:lnTo>
                    <a:pt x="1237857" y="35345"/>
                  </a:lnTo>
                  <a:lnTo>
                    <a:pt x="1230072" y="35222"/>
                  </a:lnTo>
                  <a:lnTo>
                    <a:pt x="1222287" y="35113"/>
                  </a:lnTo>
                  <a:lnTo>
                    <a:pt x="1214502" y="34999"/>
                  </a:lnTo>
                  <a:lnTo>
                    <a:pt x="1206716" y="34842"/>
                  </a:lnTo>
                  <a:lnTo>
                    <a:pt x="1198931" y="34682"/>
                  </a:lnTo>
                  <a:lnTo>
                    <a:pt x="1191146" y="34519"/>
                  </a:lnTo>
                  <a:lnTo>
                    <a:pt x="1183361" y="34410"/>
                  </a:lnTo>
                  <a:lnTo>
                    <a:pt x="1175575" y="34326"/>
                  </a:lnTo>
                  <a:lnTo>
                    <a:pt x="1167790" y="34242"/>
                  </a:lnTo>
                  <a:lnTo>
                    <a:pt x="1160005" y="34156"/>
                  </a:lnTo>
                  <a:lnTo>
                    <a:pt x="1152220" y="34062"/>
                  </a:lnTo>
                  <a:lnTo>
                    <a:pt x="1144434" y="33922"/>
                  </a:lnTo>
                  <a:lnTo>
                    <a:pt x="1136649" y="33766"/>
                  </a:lnTo>
                  <a:lnTo>
                    <a:pt x="1128864" y="33607"/>
                  </a:lnTo>
                  <a:lnTo>
                    <a:pt x="1121078" y="33444"/>
                  </a:lnTo>
                  <a:lnTo>
                    <a:pt x="1113293" y="33262"/>
                  </a:lnTo>
                  <a:lnTo>
                    <a:pt x="1105508" y="32996"/>
                  </a:lnTo>
                  <a:lnTo>
                    <a:pt x="1097723" y="32722"/>
                  </a:lnTo>
                  <a:lnTo>
                    <a:pt x="1089937" y="32595"/>
                  </a:lnTo>
                  <a:lnTo>
                    <a:pt x="1082152" y="32467"/>
                  </a:lnTo>
                  <a:lnTo>
                    <a:pt x="1074367" y="32337"/>
                  </a:lnTo>
                  <a:lnTo>
                    <a:pt x="1066582" y="32205"/>
                  </a:lnTo>
                  <a:lnTo>
                    <a:pt x="1058796" y="32024"/>
                  </a:lnTo>
                  <a:lnTo>
                    <a:pt x="1051011" y="31795"/>
                  </a:lnTo>
                  <a:lnTo>
                    <a:pt x="1043226" y="31549"/>
                  </a:lnTo>
                  <a:lnTo>
                    <a:pt x="1035440" y="31306"/>
                  </a:lnTo>
                  <a:lnTo>
                    <a:pt x="1027655" y="31135"/>
                  </a:lnTo>
                  <a:lnTo>
                    <a:pt x="1019870" y="30962"/>
                  </a:lnTo>
                  <a:lnTo>
                    <a:pt x="1012085" y="30761"/>
                  </a:lnTo>
                  <a:lnTo>
                    <a:pt x="1004299" y="30600"/>
                  </a:lnTo>
                  <a:lnTo>
                    <a:pt x="996514" y="30381"/>
                  </a:lnTo>
                  <a:lnTo>
                    <a:pt x="988729" y="30158"/>
                  </a:lnTo>
                  <a:lnTo>
                    <a:pt x="980944" y="29932"/>
                  </a:lnTo>
                  <a:lnTo>
                    <a:pt x="973158" y="29700"/>
                  </a:lnTo>
                  <a:lnTo>
                    <a:pt x="965373" y="29464"/>
                  </a:lnTo>
                  <a:lnTo>
                    <a:pt x="957588" y="29286"/>
                  </a:lnTo>
                  <a:lnTo>
                    <a:pt x="949802" y="29126"/>
                  </a:lnTo>
                  <a:lnTo>
                    <a:pt x="942017" y="28969"/>
                  </a:lnTo>
                  <a:lnTo>
                    <a:pt x="934232" y="28809"/>
                  </a:lnTo>
                  <a:lnTo>
                    <a:pt x="926447" y="28645"/>
                  </a:lnTo>
                  <a:lnTo>
                    <a:pt x="918661" y="28464"/>
                  </a:lnTo>
                  <a:lnTo>
                    <a:pt x="910876" y="28253"/>
                  </a:lnTo>
                  <a:lnTo>
                    <a:pt x="903091" y="28034"/>
                  </a:lnTo>
                  <a:lnTo>
                    <a:pt x="895306" y="27815"/>
                  </a:lnTo>
                  <a:lnTo>
                    <a:pt x="887520" y="27593"/>
                  </a:lnTo>
                  <a:lnTo>
                    <a:pt x="879735" y="27367"/>
                  </a:lnTo>
                  <a:lnTo>
                    <a:pt x="871950" y="27136"/>
                  </a:lnTo>
                  <a:lnTo>
                    <a:pt x="864165" y="26900"/>
                  </a:lnTo>
                  <a:lnTo>
                    <a:pt x="856379" y="26661"/>
                  </a:lnTo>
                  <a:lnTo>
                    <a:pt x="848594" y="26380"/>
                  </a:lnTo>
                  <a:lnTo>
                    <a:pt x="840809" y="26069"/>
                  </a:lnTo>
                  <a:lnTo>
                    <a:pt x="833023" y="25751"/>
                  </a:lnTo>
                  <a:lnTo>
                    <a:pt x="825238" y="25426"/>
                  </a:lnTo>
                  <a:lnTo>
                    <a:pt x="817453" y="25095"/>
                  </a:lnTo>
                  <a:lnTo>
                    <a:pt x="809668" y="24820"/>
                  </a:lnTo>
                  <a:lnTo>
                    <a:pt x="801882" y="24415"/>
                  </a:lnTo>
                  <a:lnTo>
                    <a:pt x="794097" y="24061"/>
                  </a:lnTo>
                  <a:lnTo>
                    <a:pt x="786312" y="23704"/>
                  </a:lnTo>
                  <a:lnTo>
                    <a:pt x="778527" y="23380"/>
                  </a:lnTo>
                  <a:lnTo>
                    <a:pt x="770741" y="23139"/>
                  </a:lnTo>
                  <a:lnTo>
                    <a:pt x="762956" y="22917"/>
                  </a:lnTo>
                  <a:lnTo>
                    <a:pt x="755171" y="22653"/>
                  </a:lnTo>
                  <a:lnTo>
                    <a:pt x="747385" y="22547"/>
                  </a:lnTo>
                  <a:lnTo>
                    <a:pt x="739600" y="22257"/>
                  </a:lnTo>
                  <a:lnTo>
                    <a:pt x="731815" y="21954"/>
                  </a:lnTo>
                  <a:lnTo>
                    <a:pt x="724030" y="21689"/>
                  </a:lnTo>
                  <a:lnTo>
                    <a:pt x="716244" y="21617"/>
                  </a:lnTo>
                  <a:lnTo>
                    <a:pt x="708459" y="21391"/>
                  </a:lnTo>
                  <a:lnTo>
                    <a:pt x="700674" y="21076"/>
                  </a:lnTo>
                  <a:lnTo>
                    <a:pt x="692889" y="20859"/>
                  </a:lnTo>
                  <a:lnTo>
                    <a:pt x="685103" y="20684"/>
                  </a:lnTo>
                  <a:lnTo>
                    <a:pt x="677318" y="20392"/>
                  </a:lnTo>
                  <a:lnTo>
                    <a:pt x="669533" y="19808"/>
                  </a:lnTo>
                  <a:lnTo>
                    <a:pt x="661747" y="19531"/>
                  </a:lnTo>
                  <a:lnTo>
                    <a:pt x="653962" y="19159"/>
                  </a:lnTo>
                  <a:lnTo>
                    <a:pt x="646177" y="18970"/>
                  </a:lnTo>
                  <a:lnTo>
                    <a:pt x="638392" y="18600"/>
                  </a:lnTo>
                  <a:lnTo>
                    <a:pt x="630606" y="18414"/>
                  </a:lnTo>
                  <a:lnTo>
                    <a:pt x="622821" y="18116"/>
                  </a:lnTo>
                  <a:lnTo>
                    <a:pt x="615036" y="17575"/>
                  </a:lnTo>
                  <a:lnTo>
                    <a:pt x="607251" y="17067"/>
                  </a:lnTo>
                  <a:lnTo>
                    <a:pt x="599465" y="16833"/>
                  </a:lnTo>
                  <a:lnTo>
                    <a:pt x="591680" y="16555"/>
                  </a:lnTo>
                  <a:lnTo>
                    <a:pt x="583895" y="16246"/>
                  </a:lnTo>
                  <a:lnTo>
                    <a:pt x="576110" y="15967"/>
                  </a:lnTo>
                  <a:lnTo>
                    <a:pt x="568324" y="15619"/>
                  </a:lnTo>
                  <a:lnTo>
                    <a:pt x="560539" y="15140"/>
                  </a:lnTo>
                  <a:lnTo>
                    <a:pt x="552754" y="14566"/>
                  </a:lnTo>
                  <a:lnTo>
                    <a:pt x="544968" y="14102"/>
                  </a:lnTo>
                  <a:lnTo>
                    <a:pt x="537183" y="13497"/>
                  </a:lnTo>
                  <a:lnTo>
                    <a:pt x="529398" y="13017"/>
                  </a:lnTo>
                  <a:lnTo>
                    <a:pt x="521613" y="12493"/>
                  </a:lnTo>
                  <a:lnTo>
                    <a:pt x="513827" y="12244"/>
                  </a:lnTo>
                  <a:lnTo>
                    <a:pt x="506042" y="11754"/>
                  </a:lnTo>
                  <a:lnTo>
                    <a:pt x="498257" y="11525"/>
                  </a:lnTo>
                  <a:lnTo>
                    <a:pt x="490472" y="11391"/>
                  </a:lnTo>
                  <a:lnTo>
                    <a:pt x="482686" y="10989"/>
                  </a:lnTo>
                  <a:lnTo>
                    <a:pt x="474901" y="10571"/>
                  </a:lnTo>
                  <a:lnTo>
                    <a:pt x="467116" y="10398"/>
                  </a:lnTo>
                  <a:lnTo>
                    <a:pt x="459330" y="10375"/>
                  </a:lnTo>
                  <a:lnTo>
                    <a:pt x="451545" y="10140"/>
                  </a:lnTo>
                  <a:lnTo>
                    <a:pt x="443760" y="9483"/>
                  </a:lnTo>
                  <a:lnTo>
                    <a:pt x="435975" y="8989"/>
                  </a:lnTo>
                  <a:lnTo>
                    <a:pt x="428189" y="8623"/>
                  </a:lnTo>
                  <a:lnTo>
                    <a:pt x="420404" y="7971"/>
                  </a:lnTo>
                  <a:lnTo>
                    <a:pt x="412619" y="7415"/>
                  </a:lnTo>
                  <a:lnTo>
                    <a:pt x="404834" y="6751"/>
                  </a:lnTo>
                  <a:lnTo>
                    <a:pt x="397048" y="6396"/>
                  </a:lnTo>
                  <a:lnTo>
                    <a:pt x="389263" y="5851"/>
                  </a:lnTo>
                  <a:lnTo>
                    <a:pt x="381478" y="5253"/>
                  </a:lnTo>
                  <a:lnTo>
                    <a:pt x="373692" y="4672"/>
                  </a:lnTo>
                  <a:lnTo>
                    <a:pt x="365907" y="4186"/>
                  </a:lnTo>
                  <a:lnTo>
                    <a:pt x="358122" y="3844"/>
                  </a:lnTo>
                  <a:lnTo>
                    <a:pt x="350337" y="3870"/>
                  </a:lnTo>
                  <a:lnTo>
                    <a:pt x="342551" y="3745"/>
                  </a:lnTo>
                  <a:lnTo>
                    <a:pt x="334766" y="3814"/>
                  </a:lnTo>
                  <a:lnTo>
                    <a:pt x="326981" y="3069"/>
                  </a:lnTo>
                  <a:lnTo>
                    <a:pt x="319196" y="3266"/>
                  </a:lnTo>
                  <a:lnTo>
                    <a:pt x="311410" y="2724"/>
                  </a:lnTo>
                  <a:lnTo>
                    <a:pt x="303625" y="2687"/>
                  </a:lnTo>
                  <a:lnTo>
                    <a:pt x="295840" y="2315"/>
                  </a:lnTo>
                  <a:lnTo>
                    <a:pt x="288055" y="2024"/>
                  </a:lnTo>
                  <a:lnTo>
                    <a:pt x="280269" y="1749"/>
                  </a:lnTo>
                  <a:lnTo>
                    <a:pt x="272484" y="1593"/>
                  </a:lnTo>
                  <a:lnTo>
                    <a:pt x="264699" y="1415"/>
                  </a:lnTo>
                  <a:lnTo>
                    <a:pt x="256913" y="1239"/>
                  </a:lnTo>
                  <a:lnTo>
                    <a:pt x="249128" y="1112"/>
                  </a:lnTo>
                  <a:lnTo>
                    <a:pt x="241343" y="823"/>
                  </a:lnTo>
                  <a:lnTo>
                    <a:pt x="233558" y="558"/>
                  </a:lnTo>
                  <a:lnTo>
                    <a:pt x="225772" y="295"/>
                  </a:lnTo>
                  <a:lnTo>
                    <a:pt x="217987" y="434"/>
                  </a:lnTo>
                  <a:lnTo>
                    <a:pt x="210202" y="352"/>
                  </a:lnTo>
                  <a:lnTo>
                    <a:pt x="202417" y="248"/>
                  </a:lnTo>
                  <a:lnTo>
                    <a:pt x="194631" y="0"/>
                  </a:lnTo>
                  <a:lnTo>
                    <a:pt x="186846" y="94"/>
                  </a:lnTo>
                  <a:lnTo>
                    <a:pt x="179061" y="104"/>
                  </a:lnTo>
                  <a:lnTo>
                    <a:pt x="171275" y="199"/>
                  </a:lnTo>
                  <a:lnTo>
                    <a:pt x="163490" y="223"/>
                  </a:lnTo>
                  <a:lnTo>
                    <a:pt x="155705" y="217"/>
                  </a:lnTo>
                  <a:lnTo>
                    <a:pt x="147920" y="425"/>
                  </a:lnTo>
                  <a:lnTo>
                    <a:pt x="140134" y="797"/>
                  </a:lnTo>
                  <a:lnTo>
                    <a:pt x="132349" y="1409"/>
                  </a:lnTo>
                  <a:lnTo>
                    <a:pt x="124564" y="1420"/>
                  </a:lnTo>
                  <a:lnTo>
                    <a:pt x="116779" y="1418"/>
                  </a:lnTo>
                  <a:lnTo>
                    <a:pt x="108993" y="1858"/>
                  </a:lnTo>
                  <a:lnTo>
                    <a:pt x="101208" y="1927"/>
                  </a:lnTo>
                  <a:lnTo>
                    <a:pt x="93423" y="2213"/>
                  </a:lnTo>
                  <a:lnTo>
                    <a:pt x="85637" y="2403"/>
                  </a:lnTo>
                  <a:lnTo>
                    <a:pt x="77852" y="2702"/>
                  </a:lnTo>
                  <a:lnTo>
                    <a:pt x="70067" y="2499"/>
                  </a:lnTo>
                  <a:lnTo>
                    <a:pt x="62282" y="2684"/>
                  </a:lnTo>
                  <a:lnTo>
                    <a:pt x="54496" y="3040"/>
                  </a:lnTo>
                  <a:lnTo>
                    <a:pt x="46711" y="3754"/>
                  </a:lnTo>
                  <a:lnTo>
                    <a:pt x="38926" y="4008"/>
                  </a:lnTo>
                  <a:lnTo>
                    <a:pt x="31141" y="4088"/>
                  </a:lnTo>
                  <a:lnTo>
                    <a:pt x="23355" y="4122"/>
                  </a:lnTo>
                  <a:lnTo>
                    <a:pt x="15570" y="4236"/>
                  </a:lnTo>
                  <a:lnTo>
                    <a:pt x="7785" y="4466"/>
                  </a:lnTo>
                  <a:lnTo>
                    <a:pt x="0" y="48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3648531" y="4888396"/>
              <a:ext cx="2016385" cy="63050"/>
            </a:xfrm>
            <a:custGeom>
              <a:avLst/>
              <a:pathLst>
                <a:path w="2016385" h="63050">
                  <a:moveTo>
                    <a:pt x="0" y="0"/>
                  </a:moveTo>
                  <a:lnTo>
                    <a:pt x="7785" y="635"/>
                  </a:lnTo>
                  <a:lnTo>
                    <a:pt x="15570" y="1291"/>
                  </a:lnTo>
                  <a:lnTo>
                    <a:pt x="23355" y="1966"/>
                  </a:lnTo>
                  <a:lnTo>
                    <a:pt x="31141" y="2547"/>
                  </a:lnTo>
                  <a:lnTo>
                    <a:pt x="38926" y="3235"/>
                  </a:lnTo>
                  <a:lnTo>
                    <a:pt x="46711" y="3794"/>
                  </a:lnTo>
                  <a:lnTo>
                    <a:pt x="54496" y="4295"/>
                  </a:lnTo>
                  <a:lnTo>
                    <a:pt x="62282" y="4815"/>
                  </a:lnTo>
                  <a:lnTo>
                    <a:pt x="70067" y="5342"/>
                  </a:lnTo>
                  <a:lnTo>
                    <a:pt x="77852" y="5917"/>
                  </a:lnTo>
                  <a:lnTo>
                    <a:pt x="85637" y="6484"/>
                  </a:lnTo>
                  <a:lnTo>
                    <a:pt x="93423" y="6898"/>
                  </a:lnTo>
                  <a:lnTo>
                    <a:pt x="101208" y="7434"/>
                  </a:lnTo>
                  <a:lnTo>
                    <a:pt x="108993" y="8080"/>
                  </a:lnTo>
                  <a:lnTo>
                    <a:pt x="116779" y="8508"/>
                  </a:lnTo>
                  <a:lnTo>
                    <a:pt x="124564" y="9037"/>
                  </a:lnTo>
                  <a:lnTo>
                    <a:pt x="132349" y="9518"/>
                  </a:lnTo>
                  <a:lnTo>
                    <a:pt x="140134" y="10124"/>
                  </a:lnTo>
                  <a:lnTo>
                    <a:pt x="147920" y="10706"/>
                  </a:lnTo>
                  <a:lnTo>
                    <a:pt x="155705" y="11162"/>
                  </a:lnTo>
                  <a:lnTo>
                    <a:pt x="163490" y="11642"/>
                  </a:lnTo>
                  <a:lnTo>
                    <a:pt x="171275" y="12140"/>
                  </a:lnTo>
                  <a:lnTo>
                    <a:pt x="179061" y="12710"/>
                  </a:lnTo>
                  <a:lnTo>
                    <a:pt x="186846" y="13248"/>
                  </a:lnTo>
                  <a:lnTo>
                    <a:pt x="194631" y="13813"/>
                  </a:lnTo>
                  <a:lnTo>
                    <a:pt x="202417" y="14300"/>
                  </a:lnTo>
                  <a:lnTo>
                    <a:pt x="210202" y="14814"/>
                  </a:lnTo>
                  <a:lnTo>
                    <a:pt x="217987" y="15373"/>
                  </a:lnTo>
                  <a:lnTo>
                    <a:pt x="225772" y="15888"/>
                  </a:lnTo>
                  <a:lnTo>
                    <a:pt x="233558" y="16379"/>
                  </a:lnTo>
                  <a:lnTo>
                    <a:pt x="241343" y="16858"/>
                  </a:lnTo>
                  <a:lnTo>
                    <a:pt x="249128" y="17375"/>
                  </a:lnTo>
                  <a:lnTo>
                    <a:pt x="256913" y="17835"/>
                  </a:lnTo>
                  <a:lnTo>
                    <a:pt x="264699" y="18331"/>
                  </a:lnTo>
                  <a:lnTo>
                    <a:pt x="272484" y="18790"/>
                  </a:lnTo>
                  <a:lnTo>
                    <a:pt x="280269" y="19273"/>
                  </a:lnTo>
                  <a:lnTo>
                    <a:pt x="288055" y="19793"/>
                  </a:lnTo>
                  <a:lnTo>
                    <a:pt x="295840" y="20253"/>
                  </a:lnTo>
                  <a:lnTo>
                    <a:pt x="303625" y="20677"/>
                  </a:lnTo>
                  <a:lnTo>
                    <a:pt x="311410" y="21115"/>
                  </a:lnTo>
                  <a:lnTo>
                    <a:pt x="319196" y="21558"/>
                  </a:lnTo>
                  <a:lnTo>
                    <a:pt x="326981" y="21972"/>
                  </a:lnTo>
                  <a:lnTo>
                    <a:pt x="334766" y="22414"/>
                  </a:lnTo>
                  <a:lnTo>
                    <a:pt x="342551" y="22860"/>
                  </a:lnTo>
                  <a:lnTo>
                    <a:pt x="350337" y="23198"/>
                  </a:lnTo>
                  <a:lnTo>
                    <a:pt x="358122" y="23654"/>
                  </a:lnTo>
                  <a:lnTo>
                    <a:pt x="365907" y="24099"/>
                  </a:lnTo>
                  <a:lnTo>
                    <a:pt x="373692" y="24497"/>
                  </a:lnTo>
                  <a:lnTo>
                    <a:pt x="381478" y="24885"/>
                  </a:lnTo>
                  <a:lnTo>
                    <a:pt x="389263" y="25290"/>
                  </a:lnTo>
                  <a:lnTo>
                    <a:pt x="397048" y="25662"/>
                  </a:lnTo>
                  <a:lnTo>
                    <a:pt x="404834" y="26010"/>
                  </a:lnTo>
                  <a:lnTo>
                    <a:pt x="412619" y="26420"/>
                  </a:lnTo>
                  <a:lnTo>
                    <a:pt x="420404" y="26807"/>
                  </a:lnTo>
                  <a:lnTo>
                    <a:pt x="428189" y="27133"/>
                  </a:lnTo>
                  <a:lnTo>
                    <a:pt x="435975" y="27407"/>
                  </a:lnTo>
                  <a:lnTo>
                    <a:pt x="443760" y="27774"/>
                  </a:lnTo>
                  <a:lnTo>
                    <a:pt x="451545" y="28177"/>
                  </a:lnTo>
                  <a:lnTo>
                    <a:pt x="459330" y="28458"/>
                  </a:lnTo>
                  <a:lnTo>
                    <a:pt x="467116" y="28850"/>
                  </a:lnTo>
                  <a:lnTo>
                    <a:pt x="474901" y="29298"/>
                  </a:lnTo>
                  <a:lnTo>
                    <a:pt x="482686" y="29722"/>
                  </a:lnTo>
                  <a:lnTo>
                    <a:pt x="490472" y="30117"/>
                  </a:lnTo>
                  <a:lnTo>
                    <a:pt x="498257" y="30444"/>
                  </a:lnTo>
                  <a:lnTo>
                    <a:pt x="506042" y="30789"/>
                  </a:lnTo>
                  <a:lnTo>
                    <a:pt x="513827" y="31112"/>
                  </a:lnTo>
                  <a:lnTo>
                    <a:pt x="521613" y="31428"/>
                  </a:lnTo>
                  <a:lnTo>
                    <a:pt x="529398" y="31690"/>
                  </a:lnTo>
                  <a:lnTo>
                    <a:pt x="537183" y="32063"/>
                  </a:lnTo>
                  <a:lnTo>
                    <a:pt x="544968" y="32344"/>
                  </a:lnTo>
                  <a:lnTo>
                    <a:pt x="552754" y="32626"/>
                  </a:lnTo>
                  <a:lnTo>
                    <a:pt x="560539" y="32959"/>
                  </a:lnTo>
                  <a:lnTo>
                    <a:pt x="568324" y="33303"/>
                  </a:lnTo>
                  <a:lnTo>
                    <a:pt x="576110" y="33612"/>
                  </a:lnTo>
                  <a:lnTo>
                    <a:pt x="583895" y="33958"/>
                  </a:lnTo>
                  <a:lnTo>
                    <a:pt x="591680" y="34319"/>
                  </a:lnTo>
                  <a:lnTo>
                    <a:pt x="599465" y="34662"/>
                  </a:lnTo>
                  <a:lnTo>
                    <a:pt x="607251" y="34997"/>
                  </a:lnTo>
                  <a:lnTo>
                    <a:pt x="615036" y="35306"/>
                  </a:lnTo>
                  <a:lnTo>
                    <a:pt x="622821" y="35599"/>
                  </a:lnTo>
                  <a:lnTo>
                    <a:pt x="630606" y="35966"/>
                  </a:lnTo>
                  <a:lnTo>
                    <a:pt x="638392" y="36274"/>
                  </a:lnTo>
                  <a:lnTo>
                    <a:pt x="646177" y="36544"/>
                  </a:lnTo>
                  <a:lnTo>
                    <a:pt x="653962" y="36789"/>
                  </a:lnTo>
                  <a:lnTo>
                    <a:pt x="661747" y="37058"/>
                  </a:lnTo>
                  <a:lnTo>
                    <a:pt x="669533" y="37403"/>
                  </a:lnTo>
                  <a:lnTo>
                    <a:pt x="677318" y="37736"/>
                  </a:lnTo>
                  <a:lnTo>
                    <a:pt x="685103" y="38028"/>
                  </a:lnTo>
                  <a:lnTo>
                    <a:pt x="692889" y="38344"/>
                  </a:lnTo>
                  <a:lnTo>
                    <a:pt x="700674" y="38594"/>
                  </a:lnTo>
                  <a:lnTo>
                    <a:pt x="708459" y="38894"/>
                  </a:lnTo>
                  <a:lnTo>
                    <a:pt x="716244" y="39168"/>
                  </a:lnTo>
                  <a:lnTo>
                    <a:pt x="724030" y="39487"/>
                  </a:lnTo>
                  <a:lnTo>
                    <a:pt x="731815" y="39732"/>
                  </a:lnTo>
                  <a:lnTo>
                    <a:pt x="739600" y="40044"/>
                  </a:lnTo>
                  <a:lnTo>
                    <a:pt x="747385" y="40293"/>
                  </a:lnTo>
                  <a:lnTo>
                    <a:pt x="755171" y="40574"/>
                  </a:lnTo>
                  <a:lnTo>
                    <a:pt x="762956" y="40858"/>
                  </a:lnTo>
                  <a:lnTo>
                    <a:pt x="770741" y="41145"/>
                  </a:lnTo>
                  <a:lnTo>
                    <a:pt x="778527" y="41415"/>
                  </a:lnTo>
                  <a:lnTo>
                    <a:pt x="786312" y="41615"/>
                  </a:lnTo>
                  <a:lnTo>
                    <a:pt x="794097" y="41873"/>
                  </a:lnTo>
                  <a:lnTo>
                    <a:pt x="801882" y="42143"/>
                  </a:lnTo>
                  <a:lnTo>
                    <a:pt x="809668" y="42367"/>
                  </a:lnTo>
                  <a:lnTo>
                    <a:pt x="817453" y="42622"/>
                  </a:lnTo>
                  <a:lnTo>
                    <a:pt x="825238" y="42853"/>
                  </a:lnTo>
                  <a:lnTo>
                    <a:pt x="833023" y="43048"/>
                  </a:lnTo>
                  <a:lnTo>
                    <a:pt x="840809" y="43288"/>
                  </a:lnTo>
                  <a:lnTo>
                    <a:pt x="848594" y="43525"/>
                  </a:lnTo>
                  <a:lnTo>
                    <a:pt x="856379" y="43770"/>
                  </a:lnTo>
                  <a:lnTo>
                    <a:pt x="864165" y="44052"/>
                  </a:lnTo>
                  <a:lnTo>
                    <a:pt x="871950" y="44268"/>
                  </a:lnTo>
                  <a:lnTo>
                    <a:pt x="879735" y="44488"/>
                  </a:lnTo>
                  <a:lnTo>
                    <a:pt x="887520" y="44705"/>
                  </a:lnTo>
                  <a:lnTo>
                    <a:pt x="895306" y="44938"/>
                  </a:lnTo>
                  <a:lnTo>
                    <a:pt x="903091" y="45151"/>
                  </a:lnTo>
                  <a:lnTo>
                    <a:pt x="910876" y="45385"/>
                  </a:lnTo>
                  <a:lnTo>
                    <a:pt x="918661" y="45620"/>
                  </a:lnTo>
                  <a:lnTo>
                    <a:pt x="926447" y="45832"/>
                  </a:lnTo>
                  <a:lnTo>
                    <a:pt x="934232" y="46074"/>
                  </a:lnTo>
                  <a:lnTo>
                    <a:pt x="942017" y="46301"/>
                  </a:lnTo>
                  <a:lnTo>
                    <a:pt x="949802" y="46473"/>
                  </a:lnTo>
                  <a:lnTo>
                    <a:pt x="957588" y="46668"/>
                  </a:lnTo>
                  <a:lnTo>
                    <a:pt x="965373" y="46851"/>
                  </a:lnTo>
                  <a:lnTo>
                    <a:pt x="973158" y="47064"/>
                  </a:lnTo>
                  <a:lnTo>
                    <a:pt x="980944" y="47277"/>
                  </a:lnTo>
                  <a:lnTo>
                    <a:pt x="988729" y="47466"/>
                  </a:lnTo>
                  <a:lnTo>
                    <a:pt x="996514" y="47637"/>
                  </a:lnTo>
                  <a:lnTo>
                    <a:pt x="1004299" y="47838"/>
                  </a:lnTo>
                  <a:lnTo>
                    <a:pt x="1012085" y="48067"/>
                  </a:lnTo>
                  <a:lnTo>
                    <a:pt x="1019870" y="48235"/>
                  </a:lnTo>
                  <a:lnTo>
                    <a:pt x="1027655" y="48425"/>
                  </a:lnTo>
                  <a:lnTo>
                    <a:pt x="1035440" y="48656"/>
                  </a:lnTo>
                  <a:lnTo>
                    <a:pt x="1043226" y="48870"/>
                  </a:lnTo>
                  <a:lnTo>
                    <a:pt x="1051011" y="49104"/>
                  </a:lnTo>
                  <a:lnTo>
                    <a:pt x="1058796" y="49306"/>
                  </a:lnTo>
                  <a:lnTo>
                    <a:pt x="1066582" y="49490"/>
                  </a:lnTo>
                  <a:lnTo>
                    <a:pt x="1074367" y="49691"/>
                  </a:lnTo>
                  <a:lnTo>
                    <a:pt x="1082152" y="49883"/>
                  </a:lnTo>
                  <a:lnTo>
                    <a:pt x="1089937" y="50077"/>
                  </a:lnTo>
                  <a:lnTo>
                    <a:pt x="1097723" y="50252"/>
                  </a:lnTo>
                  <a:lnTo>
                    <a:pt x="1105508" y="50440"/>
                  </a:lnTo>
                  <a:lnTo>
                    <a:pt x="1113293" y="50610"/>
                  </a:lnTo>
                  <a:lnTo>
                    <a:pt x="1121078" y="50782"/>
                  </a:lnTo>
                  <a:lnTo>
                    <a:pt x="1128864" y="50944"/>
                  </a:lnTo>
                  <a:lnTo>
                    <a:pt x="1136649" y="51096"/>
                  </a:lnTo>
                  <a:lnTo>
                    <a:pt x="1144434" y="51296"/>
                  </a:lnTo>
                  <a:lnTo>
                    <a:pt x="1152220" y="51471"/>
                  </a:lnTo>
                  <a:lnTo>
                    <a:pt x="1160005" y="51635"/>
                  </a:lnTo>
                  <a:lnTo>
                    <a:pt x="1167790" y="51793"/>
                  </a:lnTo>
                  <a:lnTo>
                    <a:pt x="1175575" y="51944"/>
                  </a:lnTo>
                  <a:lnTo>
                    <a:pt x="1183361" y="52109"/>
                  </a:lnTo>
                  <a:lnTo>
                    <a:pt x="1191146" y="52274"/>
                  </a:lnTo>
                  <a:lnTo>
                    <a:pt x="1198931" y="52410"/>
                  </a:lnTo>
                  <a:lnTo>
                    <a:pt x="1206716" y="52576"/>
                  </a:lnTo>
                  <a:lnTo>
                    <a:pt x="1214502" y="52730"/>
                  </a:lnTo>
                  <a:lnTo>
                    <a:pt x="1222287" y="52894"/>
                  </a:lnTo>
                  <a:lnTo>
                    <a:pt x="1230072" y="53049"/>
                  </a:lnTo>
                  <a:lnTo>
                    <a:pt x="1237857" y="53225"/>
                  </a:lnTo>
                  <a:lnTo>
                    <a:pt x="1245643" y="53417"/>
                  </a:lnTo>
                  <a:lnTo>
                    <a:pt x="1253428" y="53570"/>
                  </a:lnTo>
                  <a:lnTo>
                    <a:pt x="1261213" y="53747"/>
                  </a:lnTo>
                  <a:lnTo>
                    <a:pt x="1268999" y="53894"/>
                  </a:lnTo>
                  <a:lnTo>
                    <a:pt x="1276784" y="54054"/>
                  </a:lnTo>
                  <a:lnTo>
                    <a:pt x="1284569" y="54196"/>
                  </a:lnTo>
                  <a:lnTo>
                    <a:pt x="1292354" y="54316"/>
                  </a:lnTo>
                  <a:lnTo>
                    <a:pt x="1300140" y="54469"/>
                  </a:lnTo>
                  <a:lnTo>
                    <a:pt x="1307925" y="54609"/>
                  </a:lnTo>
                  <a:lnTo>
                    <a:pt x="1315710" y="54739"/>
                  </a:lnTo>
                  <a:lnTo>
                    <a:pt x="1323495" y="54888"/>
                  </a:lnTo>
                  <a:lnTo>
                    <a:pt x="1331281" y="55000"/>
                  </a:lnTo>
                  <a:lnTo>
                    <a:pt x="1339066" y="55132"/>
                  </a:lnTo>
                  <a:lnTo>
                    <a:pt x="1346851" y="55274"/>
                  </a:lnTo>
                  <a:lnTo>
                    <a:pt x="1354637" y="55401"/>
                  </a:lnTo>
                  <a:lnTo>
                    <a:pt x="1362422" y="55541"/>
                  </a:lnTo>
                  <a:lnTo>
                    <a:pt x="1370207" y="55682"/>
                  </a:lnTo>
                  <a:lnTo>
                    <a:pt x="1377992" y="55803"/>
                  </a:lnTo>
                  <a:lnTo>
                    <a:pt x="1385778" y="55943"/>
                  </a:lnTo>
                  <a:lnTo>
                    <a:pt x="1393563" y="56053"/>
                  </a:lnTo>
                  <a:lnTo>
                    <a:pt x="1401348" y="56171"/>
                  </a:lnTo>
                  <a:lnTo>
                    <a:pt x="1409133" y="56290"/>
                  </a:lnTo>
                  <a:lnTo>
                    <a:pt x="1416919" y="56417"/>
                  </a:lnTo>
                  <a:lnTo>
                    <a:pt x="1424704" y="56523"/>
                  </a:lnTo>
                  <a:lnTo>
                    <a:pt x="1432489" y="56651"/>
                  </a:lnTo>
                  <a:lnTo>
                    <a:pt x="1440275" y="56777"/>
                  </a:lnTo>
                  <a:lnTo>
                    <a:pt x="1448060" y="56907"/>
                  </a:lnTo>
                  <a:lnTo>
                    <a:pt x="1455845" y="57026"/>
                  </a:lnTo>
                  <a:lnTo>
                    <a:pt x="1463630" y="57136"/>
                  </a:lnTo>
                  <a:lnTo>
                    <a:pt x="1471416" y="57250"/>
                  </a:lnTo>
                  <a:lnTo>
                    <a:pt x="1479201" y="57383"/>
                  </a:lnTo>
                  <a:lnTo>
                    <a:pt x="1486986" y="57486"/>
                  </a:lnTo>
                  <a:lnTo>
                    <a:pt x="1494771" y="57588"/>
                  </a:lnTo>
                  <a:lnTo>
                    <a:pt x="1502557" y="57704"/>
                  </a:lnTo>
                  <a:lnTo>
                    <a:pt x="1510342" y="57822"/>
                  </a:lnTo>
                  <a:lnTo>
                    <a:pt x="1518127" y="57936"/>
                  </a:lnTo>
                  <a:lnTo>
                    <a:pt x="1525912" y="58033"/>
                  </a:lnTo>
                  <a:lnTo>
                    <a:pt x="1533698" y="58141"/>
                  </a:lnTo>
                  <a:lnTo>
                    <a:pt x="1541483" y="58250"/>
                  </a:lnTo>
                  <a:lnTo>
                    <a:pt x="1549268" y="58351"/>
                  </a:lnTo>
                  <a:lnTo>
                    <a:pt x="1557054" y="58460"/>
                  </a:lnTo>
                  <a:lnTo>
                    <a:pt x="1564839" y="58564"/>
                  </a:lnTo>
                  <a:lnTo>
                    <a:pt x="1572624" y="58667"/>
                  </a:lnTo>
                  <a:lnTo>
                    <a:pt x="1580409" y="58771"/>
                  </a:lnTo>
                  <a:lnTo>
                    <a:pt x="1588195" y="58869"/>
                  </a:lnTo>
                  <a:lnTo>
                    <a:pt x="1595980" y="58972"/>
                  </a:lnTo>
                  <a:lnTo>
                    <a:pt x="1603765" y="59073"/>
                  </a:lnTo>
                  <a:lnTo>
                    <a:pt x="1611550" y="59172"/>
                  </a:lnTo>
                  <a:lnTo>
                    <a:pt x="1619336" y="59267"/>
                  </a:lnTo>
                  <a:lnTo>
                    <a:pt x="1627121" y="59362"/>
                  </a:lnTo>
                  <a:lnTo>
                    <a:pt x="1634906" y="59443"/>
                  </a:lnTo>
                  <a:lnTo>
                    <a:pt x="1642692" y="59521"/>
                  </a:lnTo>
                  <a:lnTo>
                    <a:pt x="1650477" y="59611"/>
                  </a:lnTo>
                  <a:lnTo>
                    <a:pt x="1658262" y="59708"/>
                  </a:lnTo>
                  <a:lnTo>
                    <a:pt x="1666047" y="59803"/>
                  </a:lnTo>
                  <a:lnTo>
                    <a:pt x="1673833" y="59889"/>
                  </a:lnTo>
                  <a:lnTo>
                    <a:pt x="1681618" y="59957"/>
                  </a:lnTo>
                  <a:lnTo>
                    <a:pt x="1689403" y="60041"/>
                  </a:lnTo>
                  <a:lnTo>
                    <a:pt x="1697188" y="60133"/>
                  </a:lnTo>
                  <a:lnTo>
                    <a:pt x="1704974" y="60216"/>
                  </a:lnTo>
                  <a:lnTo>
                    <a:pt x="1712759" y="60297"/>
                  </a:lnTo>
                  <a:lnTo>
                    <a:pt x="1720544" y="60381"/>
                  </a:lnTo>
                  <a:lnTo>
                    <a:pt x="1728330" y="60478"/>
                  </a:lnTo>
                  <a:lnTo>
                    <a:pt x="1736115" y="60557"/>
                  </a:lnTo>
                  <a:lnTo>
                    <a:pt x="1743900" y="60632"/>
                  </a:lnTo>
                  <a:lnTo>
                    <a:pt x="1751685" y="60705"/>
                  </a:lnTo>
                  <a:lnTo>
                    <a:pt x="1759471" y="60774"/>
                  </a:lnTo>
                  <a:lnTo>
                    <a:pt x="1767256" y="60857"/>
                  </a:lnTo>
                  <a:lnTo>
                    <a:pt x="1775041" y="60938"/>
                  </a:lnTo>
                  <a:lnTo>
                    <a:pt x="1782826" y="61029"/>
                  </a:lnTo>
                  <a:lnTo>
                    <a:pt x="1790612" y="61111"/>
                  </a:lnTo>
                  <a:lnTo>
                    <a:pt x="1798397" y="61196"/>
                  </a:lnTo>
                  <a:lnTo>
                    <a:pt x="1806182" y="61283"/>
                  </a:lnTo>
                  <a:lnTo>
                    <a:pt x="1813967" y="61355"/>
                  </a:lnTo>
                  <a:lnTo>
                    <a:pt x="1821753" y="61433"/>
                  </a:lnTo>
                  <a:lnTo>
                    <a:pt x="1829538" y="61505"/>
                  </a:lnTo>
                  <a:lnTo>
                    <a:pt x="1837323" y="61580"/>
                  </a:lnTo>
                  <a:lnTo>
                    <a:pt x="1845109" y="61638"/>
                  </a:lnTo>
                  <a:lnTo>
                    <a:pt x="1852894" y="61703"/>
                  </a:lnTo>
                  <a:lnTo>
                    <a:pt x="1860679" y="61773"/>
                  </a:lnTo>
                  <a:lnTo>
                    <a:pt x="1868464" y="61848"/>
                  </a:lnTo>
                  <a:lnTo>
                    <a:pt x="1876250" y="61922"/>
                  </a:lnTo>
                  <a:lnTo>
                    <a:pt x="1884035" y="61982"/>
                  </a:lnTo>
                  <a:lnTo>
                    <a:pt x="1891820" y="62047"/>
                  </a:lnTo>
                  <a:lnTo>
                    <a:pt x="1899605" y="62118"/>
                  </a:lnTo>
                  <a:lnTo>
                    <a:pt x="1907391" y="62192"/>
                  </a:lnTo>
                  <a:lnTo>
                    <a:pt x="1915176" y="62264"/>
                  </a:lnTo>
                  <a:lnTo>
                    <a:pt x="1922961" y="62334"/>
                  </a:lnTo>
                  <a:lnTo>
                    <a:pt x="1930747" y="62398"/>
                  </a:lnTo>
                  <a:lnTo>
                    <a:pt x="1938532" y="62468"/>
                  </a:lnTo>
                  <a:lnTo>
                    <a:pt x="1946317" y="62535"/>
                  </a:lnTo>
                  <a:lnTo>
                    <a:pt x="1954102" y="62598"/>
                  </a:lnTo>
                  <a:lnTo>
                    <a:pt x="1961888" y="62657"/>
                  </a:lnTo>
                  <a:lnTo>
                    <a:pt x="1969673" y="62720"/>
                  </a:lnTo>
                  <a:lnTo>
                    <a:pt x="1977458" y="62774"/>
                  </a:lnTo>
                  <a:lnTo>
                    <a:pt x="1985243" y="62830"/>
                  </a:lnTo>
                  <a:lnTo>
                    <a:pt x="1993029" y="62893"/>
                  </a:lnTo>
                  <a:lnTo>
                    <a:pt x="2000814" y="62948"/>
                  </a:lnTo>
                  <a:lnTo>
                    <a:pt x="2008599" y="62999"/>
                  </a:lnTo>
                  <a:lnTo>
                    <a:pt x="2016385" y="6305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3648531" y="4885255"/>
              <a:ext cx="2016385" cy="63921"/>
            </a:xfrm>
            <a:custGeom>
              <a:avLst/>
              <a:pathLst>
                <a:path w="2016385" h="63921">
                  <a:moveTo>
                    <a:pt x="0" y="0"/>
                  </a:moveTo>
                  <a:lnTo>
                    <a:pt x="7785" y="498"/>
                  </a:lnTo>
                  <a:lnTo>
                    <a:pt x="15570" y="897"/>
                  </a:lnTo>
                  <a:lnTo>
                    <a:pt x="23355" y="1408"/>
                  </a:lnTo>
                  <a:lnTo>
                    <a:pt x="31141" y="2052"/>
                  </a:lnTo>
                  <a:lnTo>
                    <a:pt x="38926" y="2520"/>
                  </a:lnTo>
                  <a:lnTo>
                    <a:pt x="46711" y="3118"/>
                  </a:lnTo>
                  <a:lnTo>
                    <a:pt x="54496" y="3829"/>
                  </a:lnTo>
                  <a:lnTo>
                    <a:pt x="62282" y="4326"/>
                  </a:lnTo>
                  <a:lnTo>
                    <a:pt x="70067" y="4880"/>
                  </a:lnTo>
                  <a:lnTo>
                    <a:pt x="77852" y="5409"/>
                  </a:lnTo>
                  <a:lnTo>
                    <a:pt x="85637" y="5960"/>
                  </a:lnTo>
                  <a:lnTo>
                    <a:pt x="93423" y="6482"/>
                  </a:lnTo>
                  <a:lnTo>
                    <a:pt x="101208" y="6934"/>
                  </a:lnTo>
                  <a:lnTo>
                    <a:pt x="108993" y="7509"/>
                  </a:lnTo>
                  <a:lnTo>
                    <a:pt x="116779" y="8060"/>
                  </a:lnTo>
                  <a:lnTo>
                    <a:pt x="124564" y="8548"/>
                  </a:lnTo>
                  <a:lnTo>
                    <a:pt x="132349" y="9113"/>
                  </a:lnTo>
                  <a:lnTo>
                    <a:pt x="140134" y="9749"/>
                  </a:lnTo>
                  <a:lnTo>
                    <a:pt x="147920" y="10279"/>
                  </a:lnTo>
                  <a:lnTo>
                    <a:pt x="155705" y="10743"/>
                  </a:lnTo>
                  <a:lnTo>
                    <a:pt x="163490" y="11350"/>
                  </a:lnTo>
                  <a:lnTo>
                    <a:pt x="171275" y="11840"/>
                  </a:lnTo>
                  <a:lnTo>
                    <a:pt x="179061" y="12237"/>
                  </a:lnTo>
                  <a:lnTo>
                    <a:pt x="186846" y="12745"/>
                  </a:lnTo>
                  <a:lnTo>
                    <a:pt x="194631" y="13060"/>
                  </a:lnTo>
                  <a:lnTo>
                    <a:pt x="202417" y="13398"/>
                  </a:lnTo>
                  <a:lnTo>
                    <a:pt x="210202" y="13845"/>
                  </a:lnTo>
                  <a:lnTo>
                    <a:pt x="217987" y="14366"/>
                  </a:lnTo>
                  <a:lnTo>
                    <a:pt x="225772" y="14870"/>
                  </a:lnTo>
                  <a:lnTo>
                    <a:pt x="233558" y="15343"/>
                  </a:lnTo>
                  <a:lnTo>
                    <a:pt x="241343" y="15925"/>
                  </a:lnTo>
                  <a:lnTo>
                    <a:pt x="249128" y="16368"/>
                  </a:lnTo>
                  <a:lnTo>
                    <a:pt x="256913" y="16726"/>
                  </a:lnTo>
                  <a:lnTo>
                    <a:pt x="264699" y="17226"/>
                  </a:lnTo>
                  <a:lnTo>
                    <a:pt x="272484" y="17685"/>
                  </a:lnTo>
                  <a:lnTo>
                    <a:pt x="280269" y="18038"/>
                  </a:lnTo>
                  <a:lnTo>
                    <a:pt x="288055" y="18534"/>
                  </a:lnTo>
                  <a:lnTo>
                    <a:pt x="295840" y="18968"/>
                  </a:lnTo>
                  <a:lnTo>
                    <a:pt x="303625" y="19405"/>
                  </a:lnTo>
                  <a:lnTo>
                    <a:pt x="311410" y="19811"/>
                  </a:lnTo>
                  <a:lnTo>
                    <a:pt x="319196" y="20206"/>
                  </a:lnTo>
                  <a:lnTo>
                    <a:pt x="326981" y="20639"/>
                  </a:lnTo>
                  <a:lnTo>
                    <a:pt x="334766" y="21149"/>
                  </a:lnTo>
                  <a:lnTo>
                    <a:pt x="342551" y="21556"/>
                  </a:lnTo>
                  <a:lnTo>
                    <a:pt x="350337" y="21951"/>
                  </a:lnTo>
                  <a:lnTo>
                    <a:pt x="358122" y="22299"/>
                  </a:lnTo>
                  <a:lnTo>
                    <a:pt x="365907" y="22745"/>
                  </a:lnTo>
                  <a:lnTo>
                    <a:pt x="373692" y="23090"/>
                  </a:lnTo>
                  <a:lnTo>
                    <a:pt x="381478" y="23443"/>
                  </a:lnTo>
                  <a:lnTo>
                    <a:pt x="389263" y="23891"/>
                  </a:lnTo>
                  <a:lnTo>
                    <a:pt x="397048" y="24288"/>
                  </a:lnTo>
                  <a:lnTo>
                    <a:pt x="404834" y="24632"/>
                  </a:lnTo>
                  <a:lnTo>
                    <a:pt x="412619" y="24948"/>
                  </a:lnTo>
                  <a:lnTo>
                    <a:pt x="420404" y="25375"/>
                  </a:lnTo>
                  <a:lnTo>
                    <a:pt x="428189" y="25751"/>
                  </a:lnTo>
                  <a:lnTo>
                    <a:pt x="435975" y="26107"/>
                  </a:lnTo>
                  <a:lnTo>
                    <a:pt x="443760" y="26466"/>
                  </a:lnTo>
                  <a:lnTo>
                    <a:pt x="451545" y="26899"/>
                  </a:lnTo>
                  <a:lnTo>
                    <a:pt x="459330" y="27276"/>
                  </a:lnTo>
                  <a:lnTo>
                    <a:pt x="467116" y="27606"/>
                  </a:lnTo>
                  <a:lnTo>
                    <a:pt x="474901" y="27996"/>
                  </a:lnTo>
                  <a:lnTo>
                    <a:pt x="482686" y="28313"/>
                  </a:lnTo>
                  <a:lnTo>
                    <a:pt x="490472" y="28706"/>
                  </a:lnTo>
                  <a:lnTo>
                    <a:pt x="498257" y="29023"/>
                  </a:lnTo>
                  <a:lnTo>
                    <a:pt x="506042" y="29410"/>
                  </a:lnTo>
                  <a:lnTo>
                    <a:pt x="513827" y="29739"/>
                  </a:lnTo>
                  <a:lnTo>
                    <a:pt x="521613" y="30091"/>
                  </a:lnTo>
                  <a:lnTo>
                    <a:pt x="529398" y="30468"/>
                  </a:lnTo>
                  <a:lnTo>
                    <a:pt x="537183" y="30886"/>
                  </a:lnTo>
                  <a:lnTo>
                    <a:pt x="544968" y="31224"/>
                  </a:lnTo>
                  <a:lnTo>
                    <a:pt x="552754" y="31607"/>
                  </a:lnTo>
                  <a:lnTo>
                    <a:pt x="560539" y="32033"/>
                  </a:lnTo>
                  <a:lnTo>
                    <a:pt x="568324" y="32442"/>
                  </a:lnTo>
                  <a:lnTo>
                    <a:pt x="576110" y="32802"/>
                  </a:lnTo>
                  <a:lnTo>
                    <a:pt x="583895" y="33187"/>
                  </a:lnTo>
                  <a:lnTo>
                    <a:pt x="591680" y="33501"/>
                  </a:lnTo>
                  <a:lnTo>
                    <a:pt x="599465" y="33761"/>
                  </a:lnTo>
                  <a:lnTo>
                    <a:pt x="607251" y="34081"/>
                  </a:lnTo>
                  <a:lnTo>
                    <a:pt x="615036" y="34462"/>
                  </a:lnTo>
                  <a:lnTo>
                    <a:pt x="622821" y="34816"/>
                  </a:lnTo>
                  <a:lnTo>
                    <a:pt x="630606" y="35092"/>
                  </a:lnTo>
                  <a:lnTo>
                    <a:pt x="638392" y="35394"/>
                  </a:lnTo>
                  <a:lnTo>
                    <a:pt x="646177" y="35770"/>
                  </a:lnTo>
                  <a:lnTo>
                    <a:pt x="653962" y="36052"/>
                  </a:lnTo>
                  <a:lnTo>
                    <a:pt x="661747" y="36347"/>
                  </a:lnTo>
                  <a:lnTo>
                    <a:pt x="669533" y="36722"/>
                  </a:lnTo>
                  <a:lnTo>
                    <a:pt x="677318" y="36975"/>
                  </a:lnTo>
                  <a:lnTo>
                    <a:pt x="685103" y="37189"/>
                  </a:lnTo>
                  <a:lnTo>
                    <a:pt x="692889" y="37485"/>
                  </a:lnTo>
                  <a:lnTo>
                    <a:pt x="700674" y="37741"/>
                  </a:lnTo>
                  <a:lnTo>
                    <a:pt x="708459" y="38025"/>
                  </a:lnTo>
                  <a:lnTo>
                    <a:pt x="716244" y="38318"/>
                  </a:lnTo>
                  <a:lnTo>
                    <a:pt x="724030" y="38620"/>
                  </a:lnTo>
                  <a:lnTo>
                    <a:pt x="731815" y="38932"/>
                  </a:lnTo>
                  <a:lnTo>
                    <a:pt x="739600" y="39229"/>
                  </a:lnTo>
                  <a:lnTo>
                    <a:pt x="747385" y="39525"/>
                  </a:lnTo>
                  <a:lnTo>
                    <a:pt x="755171" y="39768"/>
                  </a:lnTo>
                  <a:lnTo>
                    <a:pt x="762956" y="39998"/>
                  </a:lnTo>
                  <a:lnTo>
                    <a:pt x="770741" y="40294"/>
                  </a:lnTo>
                  <a:lnTo>
                    <a:pt x="778527" y="40542"/>
                  </a:lnTo>
                  <a:lnTo>
                    <a:pt x="786312" y="40808"/>
                  </a:lnTo>
                  <a:lnTo>
                    <a:pt x="794097" y="41079"/>
                  </a:lnTo>
                  <a:lnTo>
                    <a:pt x="801882" y="41322"/>
                  </a:lnTo>
                  <a:lnTo>
                    <a:pt x="809668" y="41572"/>
                  </a:lnTo>
                  <a:lnTo>
                    <a:pt x="817453" y="41839"/>
                  </a:lnTo>
                  <a:lnTo>
                    <a:pt x="825238" y="42077"/>
                  </a:lnTo>
                  <a:lnTo>
                    <a:pt x="833023" y="42312"/>
                  </a:lnTo>
                  <a:lnTo>
                    <a:pt x="840809" y="42571"/>
                  </a:lnTo>
                  <a:lnTo>
                    <a:pt x="848594" y="42810"/>
                  </a:lnTo>
                  <a:lnTo>
                    <a:pt x="856379" y="43075"/>
                  </a:lnTo>
                  <a:lnTo>
                    <a:pt x="864165" y="43366"/>
                  </a:lnTo>
                  <a:lnTo>
                    <a:pt x="871950" y="43624"/>
                  </a:lnTo>
                  <a:lnTo>
                    <a:pt x="879735" y="43888"/>
                  </a:lnTo>
                  <a:lnTo>
                    <a:pt x="887520" y="44137"/>
                  </a:lnTo>
                  <a:lnTo>
                    <a:pt x="895306" y="44343"/>
                  </a:lnTo>
                  <a:lnTo>
                    <a:pt x="903091" y="44607"/>
                  </a:lnTo>
                  <a:lnTo>
                    <a:pt x="910876" y="44846"/>
                  </a:lnTo>
                  <a:lnTo>
                    <a:pt x="918661" y="45093"/>
                  </a:lnTo>
                  <a:lnTo>
                    <a:pt x="926447" y="45301"/>
                  </a:lnTo>
                  <a:lnTo>
                    <a:pt x="934232" y="45527"/>
                  </a:lnTo>
                  <a:lnTo>
                    <a:pt x="942017" y="45765"/>
                  </a:lnTo>
                  <a:lnTo>
                    <a:pt x="949802" y="45978"/>
                  </a:lnTo>
                  <a:lnTo>
                    <a:pt x="957588" y="46251"/>
                  </a:lnTo>
                  <a:lnTo>
                    <a:pt x="965373" y="46557"/>
                  </a:lnTo>
                  <a:lnTo>
                    <a:pt x="973158" y="46753"/>
                  </a:lnTo>
                  <a:lnTo>
                    <a:pt x="980944" y="46919"/>
                  </a:lnTo>
                  <a:lnTo>
                    <a:pt x="988729" y="47100"/>
                  </a:lnTo>
                  <a:lnTo>
                    <a:pt x="996514" y="47329"/>
                  </a:lnTo>
                  <a:lnTo>
                    <a:pt x="1004299" y="47481"/>
                  </a:lnTo>
                  <a:lnTo>
                    <a:pt x="1012085" y="47690"/>
                  </a:lnTo>
                  <a:lnTo>
                    <a:pt x="1019870" y="47897"/>
                  </a:lnTo>
                  <a:lnTo>
                    <a:pt x="1027655" y="48118"/>
                  </a:lnTo>
                  <a:lnTo>
                    <a:pt x="1035440" y="48265"/>
                  </a:lnTo>
                  <a:lnTo>
                    <a:pt x="1043226" y="48492"/>
                  </a:lnTo>
                  <a:lnTo>
                    <a:pt x="1051011" y="48728"/>
                  </a:lnTo>
                  <a:lnTo>
                    <a:pt x="1058796" y="48944"/>
                  </a:lnTo>
                  <a:lnTo>
                    <a:pt x="1066582" y="49161"/>
                  </a:lnTo>
                  <a:lnTo>
                    <a:pt x="1074367" y="49351"/>
                  </a:lnTo>
                  <a:lnTo>
                    <a:pt x="1082152" y="49570"/>
                  </a:lnTo>
                  <a:lnTo>
                    <a:pt x="1089937" y="49747"/>
                  </a:lnTo>
                  <a:lnTo>
                    <a:pt x="1097723" y="49941"/>
                  </a:lnTo>
                  <a:lnTo>
                    <a:pt x="1105508" y="50134"/>
                  </a:lnTo>
                  <a:lnTo>
                    <a:pt x="1113293" y="50322"/>
                  </a:lnTo>
                  <a:lnTo>
                    <a:pt x="1121078" y="50527"/>
                  </a:lnTo>
                  <a:lnTo>
                    <a:pt x="1128864" y="50719"/>
                  </a:lnTo>
                  <a:lnTo>
                    <a:pt x="1136649" y="50915"/>
                  </a:lnTo>
                  <a:lnTo>
                    <a:pt x="1144434" y="51075"/>
                  </a:lnTo>
                  <a:lnTo>
                    <a:pt x="1152220" y="51223"/>
                  </a:lnTo>
                  <a:lnTo>
                    <a:pt x="1160005" y="51390"/>
                  </a:lnTo>
                  <a:lnTo>
                    <a:pt x="1167790" y="51528"/>
                  </a:lnTo>
                  <a:lnTo>
                    <a:pt x="1175575" y="51715"/>
                  </a:lnTo>
                  <a:lnTo>
                    <a:pt x="1183361" y="51899"/>
                  </a:lnTo>
                  <a:lnTo>
                    <a:pt x="1191146" y="52080"/>
                  </a:lnTo>
                  <a:lnTo>
                    <a:pt x="1198931" y="52223"/>
                  </a:lnTo>
                  <a:lnTo>
                    <a:pt x="1206716" y="52351"/>
                  </a:lnTo>
                  <a:lnTo>
                    <a:pt x="1214502" y="52520"/>
                  </a:lnTo>
                  <a:lnTo>
                    <a:pt x="1222287" y="52680"/>
                  </a:lnTo>
                  <a:lnTo>
                    <a:pt x="1230072" y="52806"/>
                  </a:lnTo>
                  <a:lnTo>
                    <a:pt x="1237857" y="52966"/>
                  </a:lnTo>
                  <a:lnTo>
                    <a:pt x="1245643" y="53114"/>
                  </a:lnTo>
                  <a:lnTo>
                    <a:pt x="1253428" y="53251"/>
                  </a:lnTo>
                  <a:lnTo>
                    <a:pt x="1261213" y="53378"/>
                  </a:lnTo>
                  <a:lnTo>
                    <a:pt x="1268999" y="53548"/>
                  </a:lnTo>
                  <a:lnTo>
                    <a:pt x="1276784" y="53663"/>
                  </a:lnTo>
                  <a:lnTo>
                    <a:pt x="1284569" y="53856"/>
                  </a:lnTo>
                  <a:lnTo>
                    <a:pt x="1292354" y="53997"/>
                  </a:lnTo>
                  <a:lnTo>
                    <a:pt x="1300140" y="54136"/>
                  </a:lnTo>
                  <a:lnTo>
                    <a:pt x="1307925" y="54300"/>
                  </a:lnTo>
                  <a:lnTo>
                    <a:pt x="1315710" y="54432"/>
                  </a:lnTo>
                  <a:lnTo>
                    <a:pt x="1323495" y="54613"/>
                  </a:lnTo>
                  <a:lnTo>
                    <a:pt x="1331281" y="54776"/>
                  </a:lnTo>
                  <a:lnTo>
                    <a:pt x="1339066" y="54932"/>
                  </a:lnTo>
                  <a:lnTo>
                    <a:pt x="1346851" y="55075"/>
                  </a:lnTo>
                  <a:lnTo>
                    <a:pt x="1354637" y="55238"/>
                  </a:lnTo>
                  <a:lnTo>
                    <a:pt x="1362422" y="55368"/>
                  </a:lnTo>
                  <a:lnTo>
                    <a:pt x="1370207" y="55493"/>
                  </a:lnTo>
                  <a:lnTo>
                    <a:pt x="1377992" y="55630"/>
                  </a:lnTo>
                  <a:lnTo>
                    <a:pt x="1385778" y="55788"/>
                  </a:lnTo>
                  <a:lnTo>
                    <a:pt x="1393563" y="55948"/>
                  </a:lnTo>
                  <a:lnTo>
                    <a:pt x="1401348" y="56086"/>
                  </a:lnTo>
                  <a:lnTo>
                    <a:pt x="1409133" y="56206"/>
                  </a:lnTo>
                  <a:lnTo>
                    <a:pt x="1416919" y="56340"/>
                  </a:lnTo>
                  <a:lnTo>
                    <a:pt x="1424704" y="56482"/>
                  </a:lnTo>
                  <a:lnTo>
                    <a:pt x="1432489" y="56621"/>
                  </a:lnTo>
                  <a:lnTo>
                    <a:pt x="1440275" y="56761"/>
                  </a:lnTo>
                  <a:lnTo>
                    <a:pt x="1448060" y="56874"/>
                  </a:lnTo>
                  <a:lnTo>
                    <a:pt x="1455845" y="56975"/>
                  </a:lnTo>
                  <a:lnTo>
                    <a:pt x="1463630" y="57106"/>
                  </a:lnTo>
                  <a:lnTo>
                    <a:pt x="1471416" y="57242"/>
                  </a:lnTo>
                  <a:lnTo>
                    <a:pt x="1479201" y="57396"/>
                  </a:lnTo>
                  <a:lnTo>
                    <a:pt x="1486986" y="57552"/>
                  </a:lnTo>
                  <a:lnTo>
                    <a:pt x="1494771" y="57701"/>
                  </a:lnTo>
                  <a:lnTo>
                    <a:pt x="1502557" y="57828"/>
                  </a:lnTo>
                  <a:lnTo>
                    <a:pt x="1510342" y="57965"/>
                  </a:lnTo>
                  <a:lnTo>
                    <a:pt x="1518127" y="58067"/>
                  </a:lnTo>
                  <a:lnTo>
                    <a:pt x="1525912" y="58203"/>
                  </a:lnTo>
                  <a:lnTo>
                    <a:pt x="1533698" y="58302"/>
                  </a:lnTo>
                  <a:lnTo>
                    <a:pt x="1541483" y="58397"/>
                  </a:lnTo>
                  <a:lnTo>
                    <a:pt x="1549268" y="58490"/>
                  </a:lnTo>
                  <a:lnTo>
                    <a:pt x="1557054" y="58605"/>
                  </a:lnTo>
                  <a:lnTo>
                    <a:pt x="1564839" y="58712"/>
                  </a:lnTo>
                  <a:lnTo>
                    <a:pt x="1572624" y="58828"/>
                  </a:lnTo>
                  <a:lnTo>
                    <a:pt x="1580409" y="58919"/>
                  </a:lnTo>
                  <a:lnTo>
                    <a:pt x="1588195" y="59022"/>
                  </a:lnTo>
                  <a:lnTo>
                    <a:pt x="1595980" y="59126"/>
                  </a:lnTo>
                  <a:lnTo>
                    <a:pt x="1603765" y="59226"/>
                  </a:lnTo>
                  <a:lnTo>
                    <a:pt x="1611550" y="59329"/>
                  </a:lnTo>
                  <a:lnTo>
                    <a:pt x="1619336" y="59426"/>
                  </a:lnTo>
                  <a:lnTo>
                    <a:pt x="1627121" y="59543"/>
                  </a:lnTo>
                  <a:lnTo>
                    <a:pt x="1634906" y="59652"/>
                  </a:lnTo>
                  <a:lnTo>
                    <a:pt x="1642692" y="59756"/>
                  </a:lnTo>
                  <a:lnTo>
                    <a:pt x="1650477" y="59843"/>
                  </a:lnTo>
                  <a:lnTo>
                    <a:pt x="1658262" y="59931"/>
                  </a:lnTo>
                  <a:lnTo>
                    <a:pt x="1666047" y="60036"/>
                  </a:lnTo>
                  <a:lnTo>
                    <a:pt x="1673833" y="60142"/>
                  </a:lnTo>
                  <a:lnTo>
                    <a:pt x="1681618" y="60254"/>
                  </a:lnTo>
                  <a:lnTo>
                    <a:pt x="1689403" y="60359"/>
                  </a:lnTo>
                  <a:lnTo>
                    <a:pt x="1697188" y="60464"/>
                  </a:lnTo>
                  <a:lnTo>
                    <a:pt x="1704974" y="60567"/>
                  </a:lnTo>
                  <a:lnTo>
                    <a:pt x="1712759" y="60673"/>
                  </a:lnTo>
                  <a:lnTo>
                    <a:pt x="1720544" y="60779"/>
                  </a:lnTo>
                  <a:lnTo>
                    <a:pt x="1728330" y="60883"/>
                  </a:lnTo>
                  <a:lnTo>
                    <a:pt x="1736115" y="60975"/>
                  </a:lnTo>
                  <a:lnTo>
                    <a:pt x="1743900" y="61074"/>
                  </a:lnTo>
                  <a:lnTo>
                    <a:pt x="1751685" y="61181"/>
                  </a:lnTo>
                  <a:lnTo>
                    <a:pt x="1759471" y="61279"/>
                  </a:lnTo>
                  <a:lnTo>
                    <a:pt x="1767256" y="61350"/>
                  </a:lnTo>
                  <a:lnTo>
                    <a:pt x="1775041" y="61429"/>
                  </a:lnTo>
                  <a:lnTo>
                    <a:pt x="1782826" y="61513"/>
                  </a:lnTo>
                  <a:lnTo>
                    <a:pt x="1790612" y="61599"/>
                  </a:lnTo>
                  <a:lnTo>
                    <a:pt x="1798397" y="61682"/>
                  </a:lnTo>
                  <a:lnTo>
                    <a:pt x="1806182" y="61777"/>
                  </a:lnTo>
                  <a:lnTo>
                    <a:pt x="1813967" y="61866"/>
                  </a:lnTo>
                  <a:lnTo>
                    <a:pt x="1821753" y="61948"/>
                  </a:lnTo>
                  <a:lnTo>
                    <a:pt x="1829538" y="62019"/>
                  </a:lnTo>
                  <a:lnTo>
                    <a:pt x="1837323" y="62113"/>
                  </a:lnTo>
                  <a:lnTo>
                    <a:pt x="1845109" y="62178"/>
                  </a:lnTo>
                  <a:lnTo>
                    <a:pt x="1852894" y="62273"/>
                  </a:lnTo>
                  <a:lnTo>
                    <a:pt x="1860679" y="62354"/>
                  </a:lnTo>
                  <a:lnTo>
                    <a:pt x="1868464" y="62433"/>
                  </a:lnTo>
                  <a:lnTo>
                    <a:pt x="1876250" y="62524"/>
                  </a:lnTo>
                  <a:lnTo>
                    <a:pt x="1884035" y="62618"/>
                  </a:lnTo>
                  <a:lnTo>
                    <a:pt x="1891820" y="62708"/>
                  </a:lnTo>
                  <a:lnTo>
                    <a:pt x="1899605" y="62788"/>
                  </a:lnTo>
                  <a:lnTo>
                    <a:pt x="1907391" y="62864"/>
                  </a:lnTo>
                  <a:lnTo>
                    <a:pt x="1915176" y="62940"/>
                  </a:lnTo>
                  <a:lnTo>
                    <a:pt x="1922961" y="63019"/>
                  </a:lnTo>
                  <a:lnTo>
                    <a:pt x="1930747" y="63092"/>
                  </a:lnTo>
                  <a:lnTo>
                    <a:pt x="1938532" y="63163"/>
                  </a:lnTo>
                  <a:lnTo>
                    <a:pt x="1946317" y="63234"/>
                  </a:lnTo>
                  <a:lnTo>
                    <a:pt x="1954102" y="63317"/>
                  </a:lnTo>
                  <a:lnTo>
                    <a:pt x="1961888" y="63395"/>
                  </a:lnTo>
                  <a:lnTo>
                    <a:pt x="1969673" y="63475"/>
                  </a:lnTo>
                  <a:lnTo>
                    <a:pt x="1977458" y="63550"/>
                  </a:lnTo>
                  <a:lnTo>
                    <a:pt x="1985243" y="63622"/>
                  </a:lnTo>
                  <a:lnTo>
                    <a:pt x="1993029" y="63683"/>
                  </a:lnTo>
                  <a:lnTo>
                    <a:pt x="2000814" y="63761"/>
                  </a:lnTo>
                  <a:lnTo>
                    <a:pt x="2008599" y="63844"/>
                  </a:lnTo>
                  <a:lnTo>
                    <a:pt x="2016385" y="63921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3648531" y="4893955"/>
              <a:ext cx="2016385" cy="54151"/>
            </a:xfrm>
            <a:custGeom>
              <a:avLst/>
              <a:pathLst>
                <a:path w="2016385" h="54151">
                  <a:moveTo>
                    <a:pt x="0" y="0"/>
                  </a:moveTo>
                  <a:lnTo>
                    <a:pt x="7785" y="407"/>
                  </a:lnTo>
                  <a:lnTo>
                    <a:pt x="15570" y="780"/>
                  </a:lnTo>
                  <a:lnTo>
                    <a:pt x="23355" y="1188"/>
                  </a:lnTo>
                  <a:lnTo>
                    <a:pt x="31141" y="1602"/>
                  </a:lnTo>
                  <a:lnTo>
                    <a:pt x="38926" y="2032"/>
                  </a:lnTo>
                  <a:lnTo>
                    <a:pt x="46711" y="2558"/>
                  </a:lnTo>
                  <a:lnTo>
                    <a:pt x="54496" y="2955"/>
                  </a:lnTo>
                  <a:lnTo>
                    <a:pt x="62282" y="3391"/>
                  </a:lnTo>
                  <a:lnTo>
                    <a:pt x="70067" y="3891"/>
                  </a:lnTo>
                  <a:lnTo>
                    <a:pt x="77852" y="4356"/>
                  </a:lnTo>
                  <a:lnTo>
                    <a:pt x="85637" y="4749"/>
                  </a:lnTo>
                  <a:lnTo>
                    <a:pt x="93423" y="5168"/>
                  </a:lnTo>
                  <a:lnTo>
                    <a:pt x="101208" y="5648"/>
                  </a:lnTo>
                  <a:lnTo>
                    <a:pt x="108993" y="6092"/>
                  </a:lnTo>
                  <a:lnTo>
                    <a:pt x="116779" y="6511"/>
                  </a:lnTo>
                  <a:lnTo>
                    <a:pt x="124564" y="6981"/>
                  </a:lnTo>
                  <a:lnTo>
                    <a:pt x="132349" y="7392"/>
                  </a:lnTo>
                  <a:lnTo>
                    <a:pt x="140134" y="7773"/>
                  </a:lnTo>
                  <a:lnTo>
                    <a:pt x="147920" y="8181"/>
                  </a:lnTo>
                  <a:lnTo>
                    <a:pt x="155705" y="8475"/>
                  </a:lnTo>
                  <a:lnTo>
                    <a:pt x="163490" y="8918"/>
                  </a:lnTo>
                  <a:lnTo>
                    <a:pt x="171275" y="9314"/>
                  </a:lnTo>
                  <a:lnTo>
                    <a:pt x="179061" y="9764"/>
                  </a:lnTo>
                  <a:lnTo>
                    <a:pt x="186846" y="10058"/>
                  </a:lnTo>
                  <a:lnTo>
                    <a:pt x="194631" y="10454"/>
                  </a:lnTo>
                  <a:lnTo>
                    <a:pt x="202417" y="10931"/>
                  </a:lnTo>
                  <a:lnTo>
                    <a:pt x="210202" y="11414"/>
                  </a:lnTo>
                  <a:lnTo>
                    <a:pt x="217987" y="11801"/>
                  </a:lnTo>
                  <a:lnTo>
                    <a:pt x="225772" y="12185"/>
                  </a:lnTo>
                  <a:lnTo>
                    <a:pt x="233558" y="12473"/>
                  </a:lnTo>
                  <a:lnTo>
                    <a:pt x="241343" y="12858"/>
                  </a:lnTo>
                  <a:lnTo>
                    <a:pt x="249128" y="13152"/>
                  </a:lnTo>
                  <a:lnTo>
                    <a:pt x="256913" y="13422"/>
                  </a:lnTo>
                  <a:lnTo>
                    <a:pt x="264699" y="13715"/>
                  </a:lnTo>
                  <a:lnTo>
                    <a:pt x="272484" y="14054"/>
                  </a:lnTo>
                  <a:lnTo>
                    <a:pt x="280269" y="14404"/>
                  </a:lnTo>
                  <a:lnTo>
                    <a:pt x="288055" y="14723"/>
                  </a:lnTo>
                  <a:lnTo>
                    <a:pt x="295840" y="15066"/>
                  </a:lnTo>
                  <a:lnTo>
                    <a:pt x="303625" y="15401"/>
                  </a:lnTo>
                  <a:lnTo>
                    <a:pt x="311410" y="15794"/>
                  </a:lnTo>
                  <a:lnTo>
                    <a:pt x="319196" y="16106"/>
                  </a:lnTo>
                  <a:lnTo>
                    <a:pt x="326981" y="16491"/>
                  </a:lnTo>
                  <a:lnTo>
                    <a:pt x="334766" y="16873"/>
                  </a:lnTo>
                  <a:lnTo>
                    <a:pt x="342551" y="17310"/>
                  </a:lnTo>
                  <a:lnTo>
                    <a:pt x="350337" y="17656"/>
                  </a:lnTo>
                  <a:lnTo>
                    <a:pt x="358122" y="18024"/>
                  </a:lnTo>
                  <a:lnTo>
                    <a:pt x="365907" y="18367"/>
                  </a:lnTo>
                  <a:lnTo>
                    <a:pt x="373692" y="18720"/>
                  </a:lnTo>
                  <a:lnTo>
                    <a:pt x="381478" y="19038"/>
                  </a:lnTo>
                  <a:lnTo>
                    <a:pt x="389263" y="19286"/>
                  </a:lnTo>
                  <a:lnTo>
                    <a:pt x="397048" y="19557"/>
                  </a:lnTo>
                  <a:lnTo>
                    <a:pt x="404834" y="19838"/>
                  </a:lnTo>
                  <a:lnTo>
                    <a:pt x="412619" y="20142"/>
                  </a:lnTo>
                  <a:lnTo>
                    <a:pt x="420404" y="20475"/>
                  </a:lnTo>
                  <a:lnTo>
                    <a:pt x="428189" y="20836"/>
                  </a:lnTo>
                  <a:lnTo>
                    <a:pt x="435975" y="21116"/>
                  </a:lnTo>
                  <a:lnTo>
                    <a:pt x="443760" y="21399"/>
                  </a:lnTo>
                  <a:lnTo>
                    <a:pt x="451545" y="21699"/>
                  </a:lnTo>
                  <a:lnTo>
                    <a:pt x="459330" y="22001"/>
                  </a:lnTo>
                  <a:lnTo>
                    <a:pt x="467116" y="22358"/>
                  </a:lnTo>
                  <a:lnTo>
                    <a:pt x="474901" y="22567"/>
                  </a:lnTo>
                  <a:lnTo>
                    <a:pt x="482686" y="22886"/>
                  </a:lnTo>
                  <a:lnTo>
                    <a:pt x="490472" y="23189"/>
                  </a:lnTo>
                  <a:lnTo>
                    <a:pt x="498257" y="23522"/>
                  </a:lnTo>
                  <a:lnTo>
                    <a:pt x="506042" y="23820"/>
                  </a:lnTo>
                  <a:lnTo>
                    <a:pt x="513827" y="24181"/>
                  </a:lnTo>
                  <a:lnTo>
                    <a:pt x="521613" y="24462"/>
                  </a:lnTo>
                  <a:lnTo>
                    <a:pt x="529398" y="24719"/>
                  </a:lnTo>
                  <a:lnTo>
                    <a:pt x="537183" y="25039"/>
                  </a:lnTo>
                  <a:lnTo>
                    <a:pt x="544968" y="25279"/>
                  </a:lnTo>
                  <a:lnTo>
                    <a:pt x="552754" y="25628"/>
                  </a:lnTo>
                  <a:lnTo>
                    <a:pt x="560539" y="25967"/>
                  </a:lnTo>
                  <a:lnTo>
                    <a:pt x="568324" y="26205"/>
                  </a:lnTo>
                  <a:lnTo>
                    <a:pt x="576110" y="26434"/>
                  </a:lnTo>
                  <a:lnTo>
                    <a:pt x="583895" y="26674"/>
                  </a:lnTo>
                  <a:lnTo>
                    <a:pt x="591680" y="26917"/>
                  </a:lnTo>
                  <a:lnTo>
                    <a:pt x="599465" y="27249"/>
                  </a:lnTo>
                  <a:lnTo>
                    <a:pt x="607251" y="27459"/>
                  </a:lnTo>
                  <a:lnTo>
                    <a:pt x="615036" y="27734"/>
                  </a:lnTo>
                  <a:lnTo>
                    <a:pt x="622821" y="28010"/>
                  </a:lnTo>
                  <a:lnTo>
                    <a:pt x="630606" y="28289"/>
                  </a:lnTo>
                  <a:lnTo>
                    <a:pt x="638392" y="28571"/>
                  </a:lnTo>
                  <a:lnTo>
                    <a:pt x="646177" y="28856"/>
                  </a:lnTo>
                  <a:lnTo>
                    <a:pt x="653962" y="29060"/>
                  </a:lnTo>
                  <a:lnTo>
                    <a:pt x="661747" y="29352"/>
                  </a:lnTo>
                  <a:lnTo>
                    <a:pt x="669533" y="29618"/>
                  </a:lnTo>
                  <a:lnTo>
                    <a:pt x="677318" y="29842"/>
                  </a:lnTo>
                  <a:lnTo>
                    <a:pt x="685103" y="30141"/>
                  </a:lnTo>
                  <a:lnTo>
                    <a:pt x="692889" y="30399"/>
                  </a:lnTo>
                  <a:lnTo>
                    <a:pt x="700674" y="30624"/>
                  </a:lnTo>
                  <a:lnTo>
                    <a:pt x="708459" y="30876"/>
                  </a:lnTo>
                  <a:lnTo>
                    <a:pt x="716244" y="31143"/>
                  </a:lnTo>
                  <a:lnTo>
                    <a:pt x="724030" y="31399"/>
                  </a:lnTo>
                  <a:lnTo>
                    <a:pt x="731815" y="31652"/>
                  </a:lnTo>
                  <a:lnTo>
                    <a:pt x="739600" y="31904"/>
                  </a:lnTo>
                  <a:lnTo>
                    <a:pt x="747385" y="32129"/>
                  </a:lnTo>
                  <a:lnTo>
                    <a:pt x="755171" y="32338"/>
                  </a:lnTo>
                  <a:lnTo>
                    <a:pt x="762956" y="32605"/>
                  </a:lnTo>
                  <a:lnTo>
                    <a:pt x="770741" y="32818"/>
                  </a:lnTo>
                  <a:lnTo>
                    <a:pt x="778527" y="33087"/>
                  </a:lnTo>
                  <a:lnTo>
                    <a:pt x="786312" y="33323"/>
                  </a:lnTo>
                  <a:lnTo>
                    <a:pt x="794097" y="33511"/>
                  </a:lnTo>
                  <a:lnTo>
                    <a:pt x="801882" y="33713"/>
                  </a:lnTo>
                  <a:lnTo>
                    <a:pt x="809668" y="33902"/>
                  </a:lnTo>
                  <a:lnTo>
                    <a:pt x="817453" y="34128"/>
                  </a:lnTo>
                  <a:lnTo>
                    <a:pt x="825238" y="34303"/>
                  </a:lnTo>
                  <a:lnTo>
                    <a:pt x="833023" y="34485"/>
                  </a:lnTo>
                  <a:lnTo>
                    <a:pt x="840809" y="34695"/>
                  </a:lnTo>
                  <a:lnTo>
                    <a:pt x="848594" y="34940"/>
                  </a:lnTo>
                  <a:lnTo>
                    <a:pt x="856379" y="35170"/>
                  </a:lnTo>
                  <a:lnTo>
                    <a:pt x="864165" y="35422"/>
                  </a:lnTo>
                  <a:lnTo>
                    <a:pt x="871950" y="35646"/>
                  </a:lnTo>
                  <a:lnTo>
                    <a:pt x="879735" y="35849"/>
                  </a:lnTo>
                  <a:lnTo>
                    <a:pt x="887520" y="36061"/>
                  </a:lnTo>
                  <a:lnTo>
                    <a:pt x="895306" y="36286"/>
                  </a:lnTo>
                  <a:lnTo>
                    <a:pt x="903091" y="36435"/>
                  </a:lnTo>
                  <a:lnTo>
                    <a:pt x="910876" y="36625"/>
                  </a:lnTo>
                  <a:lnTo>
                    <a:pt x="918661" y="36860"/>
                  </a:lnTo>
                  <a:lnTo>
                    <a:pt x="926447" y="37023"/>
                  </a:lnTo>
                  <a:lnTo>
                    <a:pt x="934232" y="37236"/>
                  </a:lnTo>
                  <a:lnTo>
                    <a:pt x="942017" y="37429"/>
                  </a:lnTo>
                  <a:lnTo>
                    <a:pt x="949802" y="37581"/>
                  </a:lnTo>
                  <a:lnTo>
                    <a:pt x="957588" y="37758"/>
                  </a:lnTo>
                  <a:lnTo>
                    <a:pt x="965373" y="37942"/>
                  </a:lnTo>
                  <a:lnTo>
                    <a:pt x="973158" y="38105"/>
                  </a:lnTo>
                  <a:lnTo>
                    <a:pt x="980944" y="38301"/>
                  </a:lnTo>
                  <a:lnTo>
                    <a:pt x="988729" y="38482"/>
                  </a:lnTo>
                  <a:lnTo>
                    <a:pt x="996514" y="38664"/>
                  </a:lnTo>
                  <a:lnTo>
                    <a:pt x="1004299" y="38866"/>
                  </a:lnTo>
                  <a:lnTo>
                    <a:pt x="1012085" y="39053"/>
                  </a:lnTo>
                  <a:lnTo>
                    <a:pt x="1019870" y="39256"/>
                  </a:lnTo>
                  <a:lnTo>
                    <a:pt x="1027655" y="39442"/>
                  </a:lnTo>
                  <a:lnTo>
                    <a:pt x="1035440" y="39623"/>
                  </a:lnTo>
                  <a:lnTo>
                    <a:pt x="1043226" y="39827"/>
                  </a:lnTo>
                  <a:lnTo>
                    <a:pt x="1051011" y="40039"/>
                  </a:lnTo>
                  <a:lnTo>
                    <a:pt x="1058796" y="40216"/>
                  </a:lnTo>
                  <a:lnTo>
                    <a:pt x="1066582" y="40391"/>
                  </a:lnTo>
                  <a:lnTo>
                    <a:pt x="1074367" y="40560"/>
                  </a:lnTo>
                  <a:lnTo>
                    <a:pt x="1082152" y="40674"/>
                  </a:lnTo>
                  <a:lnTo>
                    <a:pt x="1089937" y="40790"/>
                  </a:lnTo>
                  <a:lnTo>
                    <a:pt x="1097723" y="40958"/>
                  </a:lnTo>
                  <a:lnTo>
                    <a:pt x="1105508" y="41118"/>
                  </a:lnTo>
                  <a:lnTo>
                    <a:pt x="1113293" y="41285"/>
                  </a:lnTo>
                  <a:lnTo>
                    <a:pt x="1121078" y="41428"/>
                  </a:lnTo>
                  <a:lnTo>
                    <a:pt x="1128864" y="41585"/>
                  </a:lnTo>
                  <a:lnTo>
                    <a:pt x="1136649" y="41749"/>
                  </a:lnTo>
                  <a:lnTo>
                    <a:pt x="1144434" y="41931"/>
                  </a:lnTo>
                  <a:lnTo>
                    <a:pt x="1152220" y="42072"/>
                  </a:lnTo>
                  <a:lnTo>
                    <a:pt x="1160005" y="42230"/>
                  </a:lnTo>
                  <a:lnTo>
                    <a:pt x="1167790" y="42403"/>
                  </a:lnTo>
                  <a:lnTo>
                    <a:pt x="1175575" y="42609"/>
                  </a:lnTo>
                  <a:lnTo>
                    <a:pt x="1183361" y="42769"/>
                  </a:lnTo>
                  <a:lnTo>
                    <a:pt x="1191146" y="42928"/>
                  </a:lnTo>
                  <a:lnTo>
                    <a:pt x="1198931" y="43089"/>
                  </a:lnTo>
                  <a:lnTo>
                    <a:pt x="1206716" y="43241"/>
                  </a:lnTo>
                  <a:lnTo>
                    <a:pt x="1214502" y="43386"/>
                  </a:lnTo>
                  <a:lnTo>
                    <a:pt x="1222287" y="43510"/>
                  </a:lnTo>
                  <a:lnTo>
                    <a:pt x="1230072" y="43674"/>
                  </a:lnTo>
                  <a:lnTo>
                    <a:pt x="1237857" y="43816"/>
                  </a:lnTo>
                  <a:lnTo>
                    <a:pt x="1245643" y="43947"/>
                  </a:lnTo>
                  <a:lnTo>
                    <a:pt x="1253428" y="44084"/>
                  </a:lnTo>
                  <a:lnTo>
                    <a:pt x="1261213" y="44216"/>
                  </a:lnTo>
                  <a:lnTo>
                    <a:pt x="1268999" y="44366"/>
                  </a:lnTo>
                  <a:lnTo>
                    <a:pt x="1276784" y="44498"/>
                  </a:lnTo>
                  <a:lnTo>
                    <a:pt x="1284569" y="44631"/>
                  </a:lnTo>
                  <a:lnTo>
                    <a:pt x="1292354" y="44780"/>
                  </a:lnTo>
                  <a:lnTo>
                    <a:pt x="1300140" y="44905"/>
                  </a:lnTo>
                  <a:lnTo>
                    <a:pt x="1307925" y="45039"/>
                  </a:lnTo>
                  <a:lnTo>
                    <a:pt x="1315710" y="45166"/>
                  </a:lnTo>
                  <a:lnTo>
                    <a:pt x="1323495" y="45297"/>
                  </a:lnTo>
                  <a:lnTo>
                    <a:pt x="1331281" y="45460"/>
                  </a:lnTo>
                  <a:lnTo>
                    <a:pt x="1339066" y="45599"/>
                  </a:lnTo>
                  <a:lnTo>
                    <a:pt x="1346851" y="45713"/>
                  </a:lnTo>
                  <a:lnTo>
                    <a:pt x="1354637" y="45837"/>
                  </a:lnTo>
                  <a:lnTo>
                    <a:pt x="1362422" y="45971"/>
                  </a:lnTo>
                  <a:lnTo>
                    <a:pt x="1370207" y="46082"/>
                  </a:lnTo>
                  <a:lnTo>
                    <a:pt x="1377992" y="46205"/>
                  </a:lnTo>
                  <a:lnTo>
                    <a:pt x="1385778" y="46336"/>
                  </a:lnTo>
                  <a:lnTo>
                    <a:pt x="1393563" y="46463"/>
                  </a:lnTo>
                  <a:lnTo>
                    <a:pt x="1401348" y="46575"/>
                  </a:lnTo>
                  <a:lnTo>
                    <a:pt x="1409133" y="46687"/>
                  </a:lnTo>
                  <a:lnTo>
                    <a:pt x="1416919" y="46835"/>
                  </a:lnTo>
                  <a:lnTo>
                    <a:pt x="1424704" y="46969"/>
                  </a:lnTo>
                  <a:lnTo>
                    <a:pt x="1432489" y="47096"/>
                  </a:lnTo>
                  <a:lnTo>
                    <a:pt x="1440275" y="47228"/>
                  </a:lnTo>
                  <a:lnTo>
                    <a:pt x="1448060" y="47345"/>
                  </a:lnTo>
                  <a:lnTo>
                    <a:pt x="1455845" y="47440"/>
                  </a:lnTo>
                  <a:lnTo>
                    <a:pt x="1463630" y="47549"/>
                  </a:lnTo>
                  <a:lnTo>
                    <a:pt x="1471416" y="47678"/>
                  </a:lnTo>
                  <a:lnTo>
                    <a:pt x="1479201" y="47801"/>
                  </a:lnTo>
                  <a:lnTo>
                    <a:pt x="1486986" y="47916"/>
                  </a:lnTo>
                  <a:lnTo>
                    <a:pt x="1494771" y="48023"/>
                  </a:lnTo>
                  <a:lnTo>
                    <a:pt x="1502557" y="48129"/>
                  </a:lnTo>
                  <a:lnTo>
                    <a:pt x="1510342" y="48221"/>
                  </a:lnTo>
                  <a:lnTo>
                    <a:pt x="1518127" y="48329"/>
                  </a:lnTo>
                  <a:lnTo>
                    <a:pt x="1525912" y="48439"/>
                  </a:lnTo>
                  <a:lnTo>
                    <a:pt x="1533698" y="48548"/>
                  </a:lnTo>
                  <a:lnTo>
                    <a:pt x="1541483" y="48671"/>
                  </a:lnTo>
                  <a:lnTo>
                    <a:pt x="1549268" y="48775"/>
                  </a:lnTo>
                  <a:lnTo>
                    <a:pt x="1557054" y="48903"/>
                  </a:lnTo>
                  <a:lnTo>
                    <a:pt x="1564839" y="49024"/>
                  </a:lnTo>
                  <a:lnTo>
                    <a:pt x="1572624" y="49138"/>
                  </a:lnTo>
                  <a:lnTo>
                    <a:pt x="1580409" y="49252"/>
                  </a:lnTo>
                  <a:lnTo>
                    <a:pt x="1588195" y="49397"/>
                  </a:lnTo>
                  <a:lnTo>
                    <a:pt x="1595980" y="49534"/>
                  </a:lnTo>
                  <a:lnTo>
                    <a:pt x="1603765" y="49647"/>
                  </a:lnTo>
                  <a:lnTo>
                    <a:pt x="1611550" y="49757"/>
                  </a:lnTo>
                  <a:lnTo>
                    <a:pt x="1619336" y="49862"/>
                  </a:lnTo>
                  <a:lnTo>
                    <a:pt x="1627121" y="49967"/>
                  </a:lnTo>
                  <a:lnTo>
                    <a:pt x="1634906" y="50045"/>
                  </a:lnTo>
                  <a:lnTo>
                    <a:pt x="1642692" y="50156"/>
                  </a:lnTo>
                  <a:lnTo>
                    <a:pt x="1650477" y="50260"/>
                  </a:lnTo>
                  <a:lnTo>
                    <a:pt x="1658262" y="50368"/>
                  </a:lnTo>
                  <a:lnTo>
                    <a:pt x="1666047" y="50483"/>
                  </a:lnTo>
                  <a:lnTo>
                    <a:pt x="1673833" y="50575"/>
                  </a:lnTo>
                  <a:lnTo>
                    <a:pt x="1681618" y="50666"/>
                  </a:lnTo>
                  <a:lnTo>
                    <a:pt x="1689403" y="50761"/>
                  </a:lnTo>
                  <a:lnTo>
                    <a:pt x="1697188" y="50834"/>
                  </a:lnTo>
                  <a:lnTo>
                    <a:pt x="1704974" y="50923"/>
                  </a:lnTo>
                  <a:lnTo>
                    <a:pt x="1712759" y="51013"/>
                  </a:lnTo>
                  <a:lnTo>
                    <a:pt x="1720544" y="51091"/>
                  </a:lnTo>
                  <a:lnTo>
                    <a:pt x="1728330" y="51162"/>
                  </a:lnTo>
                  <a:lnTo>
                    <a:pt x="1736115" y="51243"/>
                  </a:lnTo>
                  <a:lnTo>
                    <a:pt x="1743900" y="51335"/>
                  </a:lnTo>
                  <a:lnTo>
                    <a:pt x="1751685" y="51424"/>
                  </a:lnTo>
                  <a:lnTo>
                    <a:pt x="1759471" y="51536"/>
                  </a:lnTo>
                  <a:lnTo>
                    <a:pt x="1767256" y="51621"/>
                  </a:lnTo>
                  <a:lnTo>
                    <a:pt x="1775041" y="51700"/>
                  </a:lnTo>
                  <a:lnTo>
                    <a:pt x="1782826" y="51796"/>
                  </a:lnTo>
                  <a:lnTo>
                    <a:pt x="1790612" y="51896"/>
                  </a:lnTo>
                  <a:lnTo>
                    <a:pt x="1798397" y="51980"/>
                  </a:lnTo>
                  <a:lnTo>
                    <a:pt x="1806182" y="52062"/>
                  </a:lnTo>
                  <a:lnTo>
                    <a:pt x="1813967" y="52147"/>
                  </a:lnTo>
                  <a:lnTo>
                    <a:pt x="1821753" y="52233"/>
                  </a:lnTo>
                  <a:lnTo>
                    <a:pt x="1829538" y="52317"/>
                  </a:lnTo>
                  <a:lnTo>
                    <a:pt x="1837323" y="52395"/>
                  </a:lnTo>
                  <a:lnTo>
                    <a:pt x="1845109" y="52481"/>
                  </a:lnTo>
                  <a:lnTo>
                    <a:pt x="1852894" y="52567"/>
                  </a:lnTo>
                  <a:lnTo>
                    <a:pt x="1860679" y="52657"/>
                  </a:lnTo>
                  <a:lnTo>
                    <a:pt x="1868464" y="52733"/>
                  </a:lnTo>
                  <a:lnTo>
                    <a:pt x="1876250" y="52807"/>
                  </a:lnTo>
                  <a:lnTo>
                    <a:pt x="1884035" y="52883"/>
                  </a:lnTo>
                  <a:lnTo>
                    <a:pt x="1891820" y="52963"/>
                  </a:lnTo>
                  <a:lnTo>
                    <a:pt x="1899605" y="53037"/>
                  </a:lnTo>
                  <a:lnTo>
                    <a:pt x="1907391" y="53126"/>
                  </a:lnTo>
                  <a:lnTo>
                    <a:pt x="1915176" y="53190"/>
                  </a:lnTo>
                  <a:lnTo>
                    <a:pt x="1922961" y="53271"/>
                  </a:lnTo>
                  <a:lnTo>
                    <a:pt x="1930747" y="53349"/>
                  </a:lnTo>
                  <a:lnTo>
                    <a:pt x="1938532" y="53422"/>
                  </a:lnTo>
                  <a:lnTo>
                    <a:pt x="1946317" y="53489"/>
                  </a:lnTo>
                  <a:lnTo>
                    <a:pt x="1954102" y="53560"/>
                  </a:lnTo>
                  <a:lnTo>
                    <a:pt x="1961888" y="53641"/>
                  </a:lnTo>
                  <a:lnTo>
                    <a:pt x="1969673" y="53709"/>
                  </a:lnTo>
                  <a:lnTo>
                    <a:pt x="1977458" y="53779"/>
                  </a:lnTo>
                  <a:lnTo>
                    <a:pt x="1985243" y="53851"/>
                  </a:lnTo>
                  <a:lnTo>
                    <a:pt x="1993029" y="53924"/>
                  </a:lnTo>
                  <a:lnTo>
                    <a:pt x="2000814" y="54000"/>
                  </a:lnTo>
                  <a:lnTo>
                    <a:pt x="2008599" y="54076"/>
                  </a:lnTo>
                  <a:lnTo>
                    <a:pt x="2016385" y="54151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3648531" y="4894202"/>
              <a:ext cx="2016385" cy="52492"/>
            </a:xfrm>
            <a:custGeom>
              <a:avLst/>
              <a:pathLst>
                <a:path w="2016385" h="52492">
                  <a:moveTo>
                    <a:pt x="0" y="0"/>
                  </a:moveTo>
                  <a:lnTo>
                    <a:pt x="7785" y="501"/>
                  </a:lnTo>
                  <a:lnTo>
                    <a:pt x="15570" y="1114"/>
                  </a:lnTo>
                  <a:lnTo>
                    <a:pt x="23355" y="1571"/>
                  </a:lnTo>
                  <a:lnTo>
                    <a:pt x="31141" y="1994"/>
                  </a:lnTo>
                  <a:lnTo>
                    <a:pt x="38926" y="2395"/>
                  </a:lnTo>
                  <a:lnTo>
                    <a:pt x="46711" y="2611"/>
                  </a:lnTo>
                  <a:lnTo>
                    <a:pt x="54496" y="2979"/>
                  </a:lnTo>
                  <a:lnTo>
                    <a:pt x="62282" y="3419"/>
                  </a:lnTo>
                  <a:lnTo>
                    <a:pt x="70067" y="3853"/>
                  </a:lnTo>
                  <a:lnTo>
                    <a:pt x="77852" y="4306"/>
                  </a:lnTo>
                  <a:lnTo>
                    <a:pt x="85637" y="4680"/>
                  </a:lnTo>
                  <a:lnTo>
                    <a:pt x="93423" y="4868"/>
                  </a:lnTo>
                  <a:lnTo>
                    <a:pt x="101208" y="5191"/>
                  </a:lnTo>
                  <a:lnTo>
                    <a:pt x="108993" y="5586"/>
                  </a:lnTo>
                  <a:lnTo>
                    <a:pt x="116779" y="6054"/>
                  </a:lnTo>
                  <a:lnTo>
                    <a:pt x="124564" y="6429"/>
                  </a:lnTo>
                  <a:lnTo>
                    <a:pt x="132349" y="6898"/>
                  </a:lnTo>
                  <a:lnTo>
                    <a:pt x="140134" y="7174"/>
                  </a:lnTo>
                  <a:lnTo>
                    <a:pt x="147920" y="7568"/>
                  </a:lnTo>
                  <a:lnTo>
                    <a:pt x="155705" y="7991"/>
                  </a:lnTo>
                  <a:lnTo>
                    <a:pt x="163490" y="8349"/>
                  </a:lnTo>
                  <a:lnTo>
                    <a:pt x="171275" y="8730"/>
                  </a:lnTo>
                  <a:lnTo>
                    <a:pt x="179061" y="8994"/>
                  </a:lnTo>
                  <a:lnTo>
                    <a:pt x="186846" y="9370"/>
                  </a:lnTo>
                  <a:lnTo>
                    <a:pt x="194631" y="9752"/>
                  </a:lnTo>
                  <a:lnTo>
                    <a:pt x="202417" y="10008"/>
                  </a:lnTo>
                  <a:lnTo>
                    <a:pt x="210202" y="10346"/>
                  </a:lnTo>
                  <a:lnTo>
                    <a:pt x="217987" y="10788"/>
                  </a:lnTo>
                  <a:lnTo>
                    <a:pt x="225772" y="11071"/>
                  </a:lnTo>
                  <a:lnTo>
                    <a:pt x="233558" y="11382"/>
                  </a:lnTo>
                  <a:lnTo>
                    <a:pt x="241343" y="11742"/>
                  </a:lnTo>
                  <a:lnTo>
                    <a:pt x="249128" y="12059"/>
                  </a:lnTo>
                  <a:lnTo>
                    <a:pt x="256913" y="12362"/>
                  </a:lnTo>
                  <a:lnTo>
                    <a:pt x="264699" y="12720"/>
                  </a:lnTo>
                  <a:lnTo>
                    <a:pt x="272484" y="13120"/>
                  </a:lnTo>
                  <a:lnTo>
                    <a:pt x="280269" y="13490"/>
                  </a:lnTo>
                  <a:lnTo>
                    <a:pt x="288055" y="13765"/>
                  </a:lnTo>
                  <a:lnTo>
                    <a:pt x="295840" y="14076"/>
                  </a:lnTo>
                  <a:lnTo>
                    <a:pt x="303625" y="14455"/>
                  </a:lnTo>
                  <a:lnTo>
                    <a:pt x="311410" y="14853"/>
                  </a:lnTo>
                  <a:lnTo>
                    <a:pt x="319196" y="15345"/>
                  </a:lnTo>
                  <a:lnTo>
                    <a:pt x="326981" y="15724"/>
                  </a:lnTo>
                  <a:lnTo>
                    <a:pt x="334766" y="16065"/>
                  </a:lnTo>
                  <a:lnTo>
                    <a:pt x="342551" y="16392"/>
                  </a:lnTo>
                  <a:lnTo>
                    <a:pt x="350337" y="16665"/>
                  </a:lnTo>
                  <a:lnTo>
                    <a:pt x="358122" y="16996"/>
                  </a:lnTo>
                  <a:lnTo>
                    <a:pt x="365907" y="17337"/>
                  </a:lnTo>
                  <a:lnTo>
                    <a:pt x="373692" y="17587"/>
                  </a:lnTo>
                  <a:lnTo>
                    <a:pt x="381478" y="17936"/>
                  </a:lnTo>
                  <a:lnTo>
                    <a:pt x="389263" y="18272"/>
                  </a:lnTo>
                  <a:lnTo>
                    <a:pt x="397048" y="18574"/>
                  </a:lnTo>
                  <a:lnTo>
                    <a:pt x="404834" y="18885"/>
                  </a:lnTo>
                  <a:lnTo>
                    <a:pt x="412619" y="19204"/>
                  </a:lnTo>
                  <a:lnTo>
                    <a:pt x="420404" y="19502"/>
                  </a:lnTo>
                  <a:lnTo>
                    <a:pt x="428189" y="19801"/>
                  </a:lnTo>
                  <a:lnTo>
                    <a:pt x="435975" y="20084"/>
                  </a:lnTo>
                  <a:lnTo>
                    <a:pt x="443760" y="20293"/>
                  </a:lnTo>
                  <a:lnTo>
                    <a:pt x="451545" y="20552"/>
                  </a:lnTo>
                  <a:lnTo>
                    <a:pt x="459330" y="20822"/>
                  </a:lnTo>
                  <a:lnTo>
                    <a:pt x="467116" y="21084"/>
                  </a:lnTo>
                  <a:lnTo>
                    <a:pt x="474901" y="21362"/>
                  </a:lnTo>
                  <a:lnTo>
                    <a:pt x="482686" y="21663"/>
                  </a:lnTo>
                  <a:lnTo>
                    <a:pt x="490472" y="21954"/>
                  </a:lnTo>
                  <a:lnTo>
                    <a:pt x="498257" y="22205"/>
                  </a:lnTo>
                  <a:lnTo>
                    <a:pt x="506042" y="22515"/>
                  </a:lnTo>
                  <a:lnTo>
                    <a:pt x="513827" y="22803"/>
                  </a:lnTo>
                  <a:lnTo>
                    <a:pt x="521613" y="23018"/>
                  </a:lnTo>
                  <a:lnTo>
                    <a:pt x="529398" y="23227"/>
                  </a:lnTo>
                  <a:lnTo>
                    <a:pt x="537183" y="23539"/>
                  </a:lnTo>
                  <a:lnTo>
                    <a:pt x="544968" y="23800"/>
                  </a:lnTo>
                  <a:lnTo>
                    <a:pt x="552754" y="24106"/>
                  </a:lnTo>
                  <a:lnTo>
                    <a:pt x="560539" y="24364"/>
                  </a:lnTo>
                  <a:lnTo>
                    <a:pt x="568324" y="24657"/>
                  </a:lnTo>
                  <a:lnTo>
                    <a:pt x="576110" y="24942"/>
                  </a:lnTo>
                  <a:lnTo>
                    <a:pt x="583895" y="25173"/>
                  </a:lnTo>
                  <a:lnTo>
                    <a:pt x="591680" y="25483"/>
                  </a:lnTo>
                  <a:lnTo>
                    <a:pt x="599465" y="25823"/>
                  </a:lnTo>
                  <a:lnTo>
                    <a:pt x="607251" y="26055"/>
                  </a:lnTo>
                  <a:lnTo>
                    <a:pt x="615036" y="26258"/>
                  </a:lnTo>
                  <a:lnTo>
                    <a:pt x="622821" y="26544"/>
                  </a:lnTo>
                  <a:lnTo>
                    <a:pt x="630606" y="26788"/>
                  </a:lnTo>
                  <a:lnTo>
                    <a:pt x="638392" y="26940"/>
                  </a:lnTo>
                  <a:lnTo>
                    <a:pt x="646177" y="27181"/>
                  </a:lnTo>
                  <a:lnTo>
                    <a:pt x="653962" y="27444"/>
                  </a:lnTo>
                  <a:lnTo>
                    <a:pt x="661747" y="27679"/>
                  </a:lnTo>
                  <a:lnTo>
                    <a:pt x="669533" y="27854"/>
                  </a:lnTo>
                  <a:lnTo>
                    <a:pt x="677318" y="28046"/>
                  </a:lnTo>
                  <a:lnTo>
                    <a:pt x="685103" y="28238"/>
                  </a:lnTo>
                  <a:lnTo>
                    <a:pt x="692889" y="28476"/>
                  </a:lnTo>
                  <a:lnTo>
                    <a:pt x="700674" y="28688"/>
                  </a:lnTo>
                  <a:lnTo>
                    <a:pt x="708459" y="28861"/>
                  </a:lnTo>
                  <a:lnTo>
                    <a:pt x="716244" y="29080"/>
                  </a:lnTo>
                  <a:lnTo>
                    <a:pt x="724030" y="29290"/>
                  </a:lnTo>
                  <a:lnTo>
                    <a:pt x="731815" y="29528"/>
                  </a:lnTo>
                  <a:lnTo>
                    <a:pt x="739600" y="29773"/>
                  </a:lnTo>
                  <a:lnTo>
                    <a:pt x="747385" y="29992"/>
                  </a:lnTo>
                  <a:lnTo>
                    <a:pt x="755171" y="30262"/>
                  </a:lnTo>
                  <a:lnTo>
                    <a:pt x="762956" y="30446"/>
                  </a:lnTo>
                  <a:lnTo>
                    <a:pt x="770741" y="30631"/>
                  </a:lnTo>
                  <a:lnTo>
                    <a:pt x="778527" y="30836"/>
                  </a:lnTo>
                  <a:lnTo>
                    <a:pt x="786312" y="31052"/>
                  </a:lnTo>
                  <a:lnTo>
                    <a:pt x="794097" y="31347"/>
                  </a:lnTo>
                  <a:lnTo>
                    <a:pt x="801882" y="31558"/>
                  </a:lnTo>
                  <a:lnTo>
                    <a:pt x="809668" y="31846"/>
                  </a:lnTo>
                  <a:lnTo>
                    <a:pt x="817453" y="32119"/>
                  </a:lnTo>
                  <a:lnTo>
                    <a:pt x="825238" y="32420"/>
                  </a:lnTo>
                  <a:lnTo>
                    <a:pt x="833023" y="32635"/>
                  </a:lnTo>
                  <a:lnTo>
                    <a:pt x="840809" y="32874"/>
                  </a:lnTo>
                  <a:lnTo>
                    <a:pt x="848594" y="33041"/>
                  </a:lnTo>
                  <a:lnTo>
                    <a:pt x="856379" y="33210"/>
                  </a:lnTo>
                  <a:lnTo>
                    <a:pt x="864165" y="33373"/>
                  </a:lnTo>
                  <a:lnTo>
                    <a:pt x="871950" y="33551"/>
                  </a:lnTo>
                  <a:lnTo>
                    <a:pt x="879735" y="33764"/>
                  </a:lnTo>
                  <a:lnTo>
                    <a:pt x="887520" y="33949"/>
                  </a:lnTo>
                  <a:lnTo>
                    <a:pt x="895306" y="34144"/>
                  </a:lnTo>
                  <a:lnTo>
                    <a:pt x="903091" y="34319"/>
                  </a:lnTo>
                  <a:lnTo>
                    <a:pt x="910876" y="34497"/>
                  </a:lnTo>
                  <a:lnTo>
                    <a:pt x="918661" y="34715"/>
                  </a:lnTo>
                  <a:lnTo>
                    <a:pt x="926447" y="34912"/>
                  </a:lnTo>
                  <a:lnTo>
                    <a:pt x="934232" y="35091"/>
                  </a:lnTo>
                  <a:lnTo>
                    <a:pt x="942017" y="35319"/>
                  </a:lnTo>
                  <a:lnTo>
                    <a:pt x="949802" y="35493"/>
                  </a:lnTo>
                  <a:lnTo>
                    <a:pt x="957588" y="35704"/>
                  </a:lnTo>
                  <a:lnTo>
                    <a:pt x="965373" y="35872"/>
                  </a:lnTo>
                  <a:lnTo>
                    <a:pt x="973158" y="36066"/>
                  </a:lnTo>
                  <a:lnTo>
                    <a:pt x="980944" y="36226"/>
                  </a:lnTo>
                  <a:lnTo>
                    <a:pt x="988729" y="36425"/>
                  </a:lnTo>
                  <a:lnTo>
                    <a:pt x="996514" y="36614"/>
                  </a:lnTo>
                  <a:lnTo>
                    <a:pt x="1004299" y="36771"/>
                  </a:lnTo>
                  <a:lnTo>
                    <a:pt x="1012085" y="36944"/>
                  </a:lnTo>
                  <a:lnTo>
                    <a:pt x="1019870" y="37149"/>
                  </a:lnTo>
                  <a:lnTo>
                    <a:pt x="1027655" y="37348"/>
                  </a:lnTo>
                  <a:lnTo>
                    <a:pt x="1035440" y="37503"/>
                  </a:lnTo>
                  <a:lnTo>
                    <a:pt x="1043226" y="37672"/>
                  </a:lnTo>
                  <a:lnTo>
                    <a:pt x="1051011" y="37792"/>
                  </a:lnTo>
                  <a:lnTo>
                    <a:pt x="1058796" y="37969"/>
                  </a:lnTo>
                  <a:lnTo>
                    <a:pt x="1066582" y="38124"/>
                  </a:lnTo>
                  <a:lnTo>
                    <a:pt x="1074367" y="38256"/>
                  </a:lnTo>
                  <a:lnTo>
                    <a:pt x="1082152" y="38489"/>
                  </a:lnTo>
                  <a:lnTo>
                    <a:pt x="1089937" y="38654"/>
                  </a:lnTo>
                  <a:lnTo>
                    <a:pt x="1097723" y="38858"/>
                  </a:lnTo>
                  <a:lnTo>
                    <a:pt x="1105508" y="38999"/>
                  </a:lnTo>
                  <a:lnTo>
                    <a:pt x="1113293" y="39150"/>
                  </a:lnTo>
                  <a:lnTo>
                    <a:pt x="1121078" y="39315"/>
                  </a:lnTo>
                  <a:lnTo>
                    <a:pt x="1128864" y="39476"/>
                  </a:lnTo>
                  <a:lnTo>
                    <a:pt x="1136649" y="39606"/>
                  </a:lnTo>
                  <a:lnTo>
                    <a:pt x="1144434" y="39758"/>
                  </a:lnTo>
                  <a:lnTo>
                    <a:pt x="1152220" y="39880"/>
                  </a:lnTo>
                  <a:lnTo>
                    <a:pt x="1160005" y="40001"/>
                  </a:lnTo>
                  <a:lnTo>
                    <a:pt x="1167790" y="40168"/>
                  </a:lnTo>
                  <a:lnTo>
                    <a:pt x="1175575" y="40309"/>
                  </a:lnTo>
                  <a:lnTo>
                    <a:pt x="1183361" y="40513"/>
                  </a:lnTo>
                  <a:lnTo>
                    <a:pt x="1191146" y="40662"/>
                  </a:lnTo>
                  <a:lnTo>
                    <a:pt x="1198931" y="40831"/>
                  </a:lnTo>
                  <a:lnTo>
                    <a:pt x="1206716" y="40987"/>
                  </a:lnTo>
                  <a:lnTo>
                    <a:pt x="1214502" y="41169"/>
                  </a:lnTo>
                  <a:lnTo>
                    <a:pt x="1222287" y="41338"/>
                  </a:lnTo>
                  <a:lnTo>
                    <a:pt x="1230072" y="41506"/>
                  </a:lnTo>
                  <a:lnTo>
                    <a:pt x="1237857" y="41609"/>
                  </a:lnTo>
                  <a:lnTo>
                    <a:pt x="1245643" y="41751"/>
                  </a:lnTo>
                  <a:lnTo>
                    <a:pt x="1253428" y="41916"/>
                  </a:lnTo>
                  <a:lnTo>
                    <a:pt x="1261213" y="42034"/>
                  </a:lnTo>
                  <a:lnTo>
                    <a:pt x="1268999" y="42192"/>
                  </a:lnTo>
                  <a:lnTo>
                    <a:pt x="1276784" y="42331"/>
                  </a:lnTo>
                  <a:lnTo>
                    <a:pt x="1284569" y="42489"/>
                  </a:lnTo>
                  <a:lnTo>
                    <a:pt x="1292354" y="42569"/>
                  </a:lnTo>
                  <a:lnTo>
                    <a:pt x="1300140" y="42739"/>
                  </a:lnTo>
                  <a:lnTo>
                    <a:pt x="1307925" y="42887"/>
                  </a:lnTo>
                  <a:lnTo>
                    <a:pt x="1315710" y="43028"/>
                  </a:lnTo>
                  <a:lnTo>
                    <a:pt x="1323495" y="43164"/>
                  </a:lnTo>
                  <a:lnTo>
                    <a:pt x="1331281" y="43290"/>
                  </a:lnTo>
                  <a:lnTo>
                    <a:pt x="1339066" y="43450"/>
                  </a:lnTo>
                  <a:lnTo>
                    <a:pt x="1346851" y="43608"/>
                  </a:lnTo>
                  <a:lnTo>
                    <a:pt x="1354637" y="43755"/>
                  </a:lnTo>
                  <a:lnTo>
                    <a:pt x="1362422" y="43870"/>
                  </a:lnTo>
                  <a:lnTo>
                    <a:pt x="1370207" y="44001"/>
                  </a:lnTo>
                  <a:lnTo>
                    <a:pt x="1377992" y="44111"/>
                  </a:lnTo>
                  <a:lnTo>
                    <a:pt x="1385778" y="44247"/>
                  </a:lnTo>
                  <a:lnTo>
                    <a:pt x="1393563" y="44385"/>
                  </a:lnTo>
                  <a:lnTo>
                    <a:pt x="1401348" y="44510"/>
                  </a:lnTo>
                  <a:lnTo>
                    <a:pt x="1409133" y="44649"/>
                  </a:lnTo>
                  <a:lnTo>
                    <a:pt x="1416919" y="44773"/>
                  </a:lnTo>
                  <a:lnTo>
                    <a:pt x="1424704" y="44901"/>
                  </a:lnTo>
                  <a:lnTo>
                    <a:pt x="1432489" y="44998"/>
                  </a:lnTo>
                  <a:lnTo>
                    <a:pt x="1440275" y="45093"/>
                  </a:lnTo>
                  <a:lnTo>
                    <a:pt x="1448060" y="45200"/>
                  </a:lnTo>
                  <a:lnTo>
                    <a:pt x="1455845" y="45318"/>
                  </a:lnTo>
                  <a:lnTo>
                    <a:pt x="1463630" y="45479"/>
                  </a:lnTo>
                  <a:lnTo>
                    <a:pt x="1471416" y="45603"/>
                  </a:lnTo>
                  <a:lnTo>
                    <a:pt x="1479201" y="45739"/>
                  </a:lnTo>
                  <a:lnTo>
                    <a:pt x="1486986" y="45854"/>
                  </a:lnTo>
                  <a:lnTo>
                    <a:pt x="1494771" y="46011"/>
                  </a:lnTo>
                  <a:lnTo>
                    <a:pt x="1502557" y="46133"/>
                  </a:lnTo>
                  <a:lnTo>
                    <a:pt x="1510342" y="46275"/>
                  </a:lnTo>
                  <a:lnTo>
                    <a:pt x="1518127" y="46369"/>
                  </a:lnTo>
                  <a:lnTo>
                    <a:pt x="1525912" y="46495"/>
                  </a:lnTo>
                  <a:lnTo>
                    <a:pt x="1533698" y="46609"/>
                  </a:lnTo>
                  <a:lnTo>
                    <a:pt x="1541483" y="46728"/>
                  </a:lnTo>
                  <a:lnTo>
                    <a:pt x="1549268" y="46830"/>
                  </a:lnTo>
                  <a:lnTo>
                    <a:pt x="1557054" y="46925"/>
                  </a:lnTo>
                  <a:lnTo>
                    <a:pt x="1564839" y="47050"/>
                  </a:lnTo>
                  <a:lnTo>
                    <a:pt x="1572624" y="47172"/>
                  </a:lnTo>
                  <a:lnTo>
                    <a:pt x="1580409" y="47310"/>
                  </a:lnTo>
                  <a:lnTo>
                    <a:pt x="1588195" y="47440"/>
                  </a:lnTo>
                  <a:lnTo>
                    <a:pt x="1595980" y="47568"/>
                  </a:lnTo>
                  <a:lnTo>
                    <a:pt x="1603765" y="47669"/>
                  </a:lnTo>
                  <a:lnTo>
                    <a:pt x="1611550" y="47753"/>
                  </a:lnTo>
                  <a:lnTo>
                    <a:pt x="1619336" y="47825"/>
                  </a:lnTo>
                  <a:lnTo>
                    <a:pt x="1627121" y="47932"/>
                  </a:lnTo>
                  <a:lnTo>
                    <a:pt x="1634906" y="48057"/>
                  </a:lnTo>
                  <a:lnTo>
                    <a:pt x="1642692" y="48174"/>
                  </a:lnTo>
                  <a:lnTo>
                    <a:pt x="1650477" y="48286"/>
                  </a:lnTo>
                  <a:lnTo>
                    <a:pt x="1658262" y="48395"/>
                  </a:lnTo>
                  <a:lnTo>
                    <a:pt x="1666047" y="48521"/>
                  </a:lnTo>
                  <a:lnTo>
                    <a:pt x="1673833" y="48623"/>
                  </a:lnTo>
                  <a:lnTo>
                    <a:pt x="1681618" y="48718"/>
                  </a:lnTo>
                  <a:lnTo>
                    <a:pt x="1689403" y="48802"/>
                  </a:lnTo>
                  <a:lnTo>
                    <a:pt x="1697188" y="48887"/>
                  </a:lnTo>
                  <a:lnTo>
                    <a:pt x="1704974" y="48979"/>
                  </a:lnTo>
                  <a:lnTo>
                    <a:pt x="1712759" y="49084"/>
                  </a:lnTo>
                  <a:lnTo>
                    <a:pt x="1720544" y="49150"/>
                  </a:lnTo>
                  <a:lnTo>
                    <a:pt x="1728330" y="49257"/>
                  </a:lnTo>
                  <a:lnTo>
                    <a:pt x="1736115" y="49364"/>
                  </a:lnTo>
                  <a:lnTo>
                    <a:pt x="1743900" y="49452"/>
                  </a:lnTo>
                  <a:lnTo>
                    <a:pt x="1751685" y="49569"/>
                  </a:lnTo>
                  <a:lnTo>
                    <a:pt x="1759471" y="49661"/>
                  </a:lnTo>
                  <a:lnTo>
                    <a:pt x="1767256" y="49749"/>
                  </a:lnTo>
                  <a:lnTo>
                    <a:pt x="1775041" y="49827"/>
                  </a:lnTo>
                  <a:lnTo>
                    <a:pt x="1782826" y="49936"/>
                  </a:lnTo>
                  <a:lnTo>
                    <a:pt x="1790612" y="50033"/>
                  </a:lnTo>
                  <a:lnTo>
                    <a:pt x="1798397" y="50144"/>
                  </a:lnTo>
                  <a:lnTo>
                    <a:pt x="1806182" y="50253"/>
                  </a:lnTo>
                  <a:lnTo>
                    <a:pt x="1813967" y="50351"/>
                  </a:lnTo>
                  <a:lnTo>
                    <a:pt x="1821753" y="50445"/>
                  </a:lnTo>
                  <a:lnTo>
                    <a:pt x="1829538" y="50533"/>
                  </a:lnTo>
                  <a:lnTo>
                    <a:pt x="1837323" y="50616"/>
                  </a:lnTo>
                  <a:lnTo>
                    <a:pt x="1845109" y="50712"/>
                  </a:lnTo>
                  <a:lnTo>
                    <a:pt x="1852894" y="50804"/>
                  </a:lnTo>
                  <a:lnTo>
                    <a:pt x="1860679" y="50879"/>
                  </a:lnTo>
                  <a:lnTo>
                    <a:pt x="1868464" y="50965"/>
                  </a:lnTo>
                  <a:lnTo>
                    <a:pt x="1876250" y="51060"/>
                  </a:lnTo>
                  <a:lnTo>
                    <a:pt x="1884035" y="51131"/>
                  </a:lnTo>
                  <a:lnTo>
                    <a:pt x="1891820" y="51215"/>
                  </a:lnTo>
                  <a:lnTo>
                    <a:pt x="1899605" y="51287"/>
                  </a:lnTo>
                  <a:lnTo>
                    <a:pt x="1907391" y="51368"/>
                  </a:lnTo>
                  <a:lnTo>
                    <a:pt x="1915176" y="51439"/>
                  </a:lnTo>
                  <a:lnTo>
                    <a:pt x="1922961" y="51539"/>
                  </a:lnTo>
                  <a:lnTo>
                    <a:pt x="1930747" y="51632"/>
                  </a:lnTo>
                  <a:lnTo>
                    <a:pt x="1938532" y="51725"/>
                  </a:lnTo>
                  <a:lnTo>
                    <a:pt x="1946317" y="51809"/>
                  </a:lnTo>
                  <a:lnTo>
                    <a:pt x="1954102" y="51887"/>
                  </a:lnTo>
                  <a:lnTo>
                    <a:pt x="1961888" y="51972"/>
                  </a:lnTo>
                  <a:lnTo>
                    <a:pt x="1969673" y="52043"/>
                  </a:lnTo>
                  <a:lnTo>
                    <a:pt x="1977458" y="52108"/>
                  </a:lnTo>
                  <a:lnTo>
                    <a:pt x="1985243" y="52190"/>
                  </a:lnTo>
                  <a:lnTo>
                    <a:pt x="1993029" y="52274"/>
                  </a:lnTo>
                  <a:lnTo>
                    <a:pt x="2000814" y="52354"/>
                  </a:lnTo>
                  <a:lnTo>
                    <a:pt x="2008599" y="52414"/>
                  </a:lnTo>
                  <a:lnTo>
                    <a:pt x="2016385" y="52492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3648531" y="4815536"/>
              <a:ext cx="2016385" cy="47492"/>
            </a:xfrm>
            <a:custGeom>
              <a:avLst/>
              <a:pathLst>
                <a:path w="2016385" h="47492">
                  <a:moveTo>
                    <a:pt x="0" y="47492"/>
                  </a:moveTo>
                  <a:lnTo>
                    <a:pt x="7785" y="47294"/>
                  </a:lnTo>
                  <a:lnTo>
                    <a:pt x="15570" y="47229"/>
                  </a:lnTo>
                  <a:lnTo>
                    <a:pt x="23355" y="46991"/>
                  </a:lnTo>
                  <a:lnTo>
                    <a:pt x="31141" y="46765"/>
                  </a:lnTo>
                  <a:lnTo>
                    <a:pt x="38926" y="46671"/>
                  </a:lnTo>
                  <a:lnTo>
                    <a:pt x="46711" y="46575"/>
                  </a:lnTo>
                  <a:lnTo>
                    <a:pt x="54496" y="46361"/>
                  </a:lnTo>
                  <a:lnTo>
                    <a:pt x="62282" y="46291"/>
                  </a:lnTo>
                  <a:lnTo>
                    <a:pt x="70067" y="46174"/>
                  </a:lnTo>
                  <a:lnTo>
                    <a:pt x="77852" y="45971"/>
                  </a:lnTo>
                  <a:lnTo>
                    <a:pt x="85637" y="46192"/>
                  </a:lnTo>
                  <a:lnTo>
                    <a:pt x="93423" y="45976"/>
                  </a:lnTo>
                  <a:lnTo>
                    <a:pt x="101208" y="45811"/>
                  </a:lnTo>
                  <a:lnTo>
                    <a:pt x="108993" y="45669"/>
                  </a:lnTo>
                  <a:lnTo>
                    <a:pt x="116779" y="45808"/>
                  </a:lnTo>
                  <a:lnTo>
                    <a:pt x="124564" y="45751"/>
                  </a:lnTo>
                  <a:lnTo>
                    <a:pt x="132349" y="45417"/>
                  </a:lnTo>
                  <a:lnTo>
                    <a:pt x="140134" y="45182"/>
                  </a:lnTo>
                  <a:lnTo>
                    <a:pt x="147920" y="44562"/>
                  </a:lnTo>
                  <a:lnTo>
                    <a:pt x="155705" y="44475"/>
                  </a:lnTo>
                  <a:lnTo>
                    <a:pt x="163490" y="44412"/>
                  </a:lnTo>
                  <a:lnTo>
                    <a:pt x="171275" y="44267"/>
                  </a:lnTo>
                  <a:lnTo>
                    <a:pt x="179061" y="43936"/>
                  </a:lnTo>
                  <a:lnTo>
                    <a:pt x="186846" y="43635"/>
                  </a:lnTo>
                  <a:lnTo>
                    <a:pt x="194631" y="42955"/>
                  </a:lnTo>
                  <a:lnTo>
                    <a:pt x="202417" y="43272"/>
                  </a:lnTo>
                  <a:lnTo>
                    <a:pt x="210202" y="43093"/>
                  </a:lnTo>
                  <a:lnTo>
                    <a:pt x="217987" y="43188"/>
                  </a:lnTo>
                  <a:lnTo>
                    <a:pt x="225772" y="42931"/>
                  </a:lnTo>
                  <a:lnTo>
                    <a:pt x="233558" y="42627"/>
                  </a:lnTo>
                  <a:lnTo>
                    <a:pt x="241343" y="42537"/>
                  </a:lnTo>
                  <a:lnTo>
                    <a:pt x="249128" y="42162"/>
                  </a:lnTo>
                  <a:lnTo>
                    <a:pt x="256913" y="42075"/>
                  </a:lnTo>
                  <a:lnTo>
                    <a:pt x="264699" y="41584"/>
                  </a:lnTo>
                  <a:lnTo>
                    <a:pt x="272484" y="41313"/>
                  </a:lnTo>
                  <a:lnTo>
                    <a:pt x="280269" y="41381"/>
                  </a:lnTo>
                  <a:lnTo>
                    <a:pt x="288055" y="41303"/>
                  </a:lnTo>
                  <a:lnTo>
                    <a:pt x="295840" y="41085"/>
                  </a:lnTo>
                  <a:lnTo>
                    <a:pt x="303625" y="41201"/>
                  </a:lnTo>
                  <a:lnTo>
                    <a:pt x="311410" y="41206"/>
                  </a:lnTo>
                  <a:lnTo>
                    <a:pt x="319196" y="41181"/>
                  </a:lnTo>
                  <a:lnTo>
                    <a:pt x="326981" y="41115"/>
                  </a:lnTo>
                  <a:lnTo>
                    <a:pt x="334766" y="41413"/>
                  </a:lnTo>
                  <a:lnTo>
                    <a:pt x="342551" y="41241"/>
                  </a:lnTo>
                  <a:lnTo>
                    <a:pt x="350337" y="41066"/>
                  </a:lnTo>
                  <a:lnTo>
                    <a:pt x="358122" y="41095"/>
                  </a:lnTo>
                  <a:lnTo>
                    <a:pt x="365907" y="41047"/>
                  </a:lnTo>
                  <a:lnTo>
                    <a:pt x="373692" y="40592"/>
                  </a:lnTo>
                  <a:lnTo>
                    <a:pt x="381478" y="40438"/>
                  </a:lnTo>
                  <a:lnTo>
                    <a:pt x="389263" y="40452"/>
                  </a:lnTo>
                  <a:lnTo>
                    <a:pt x="397048" y="40406"/>
                  </a:lnTo>
                  <a:lnTo>
                    <a:pt x="404834" y="40760"/>
                  </a:lnTo>
                  <a:lnTo>
                    <a:pt x="412619" y="40396"/>
                  </a:lnTo>
                  <a:lnTo>
                    <a:pt x="420404" y="40375"/>
                  </a:lnTo>
                  <a:lnTo>
                    <a:pt x="428189" y="40793"/>
                  </a:lnTo>
                  <a:lnTo>
                    <a:pt x="435975" y="40775"/>
                  </a:lnTo>
                  <a:lnTo>
                    <a:pt x="443760" y="40626"/>
                  </a:lnTo>
                  <a:lnTo>
                    <a:pt x="451545" y="40421"/>
                  </a:lnTo>
                  <a:lnTo>
                    <a:pt x="459330" y="39969"/>
                  </a:lnTo>
                  <a:lnTo>
                    <a:pt x="467116" y="39741"/>
                  </a:lnTo>
                  <a:lnTo>
                    <a:pt x="474901" y="39950"/>
                  </a:lnTo>
                  <a:lnTo>
                    <a:pt x="482686" y="39805"/>
                  </a:lnTo>
                  <a:lnTo>
                    <a:pt x="490472" y="39620"/>
                  </a:lnTo>
                  <a:lnTo>
                    <a:pt x="498257" y="39539"/>
                  </a:lnTo>
                  <a:lnTo>
                    <a:pt x="506042" y="39236"/>
                  </a:lnTo>
                  <a:lnTo>
                    <a:pt x="513827" y="39124"/>
                  </a:lnTo>
                  <a:lnTo>
                    <a:pt x="521613" y="39076"/>
                  </a:lnTo>
                  <a:lnTo>
                    <a:pt x="529398" y="39091"/>
                  </a:lnTo>
                  <a:lnTo>
                    <a:pt x="537183" y="39225"/>
                  </a:lnTo>
                  <a:lnTo>
                    <a:pt x="544968" y="39255"/>
                  </a:lnTo>
                  <a:lnTo>
                    <a:pt x="552754" y="39436"/>
                  </a:lnTo>
                  <a:lnTo>
                    <a:pt x="560539" y="39502"/>
                  </a:lnTo>
                  <a:lnTo>
                    <a:pt x="568324" y="39353"/>
                  </a:lnTo>
                  <a:lnTo>
                    <a:pt x="576110" y="39164"/>
                  </a:lnTo>
                  <a:lnTo>
                    <a:pt x="583895" y="39112"/>
                  </a:lnTo>
                  <a:lnTo>
                    <a:pt x="591680" y="38892"/>
                  </a:lnTo>
                  <a:lnTo>
                    <a:pt x="599465" y="38849"/>
                  </a:lnTo>
                  <a:lnTo>
                    <a:pt x="607251" y="38886"/>
                  </a:lnTo>
                  <a:lnTo>
                    <a:pt x="615036" y="38723"/>
                  </a:lnTo>
                  <a:lnTo>
                    <a:pt x="622821" y="38460"/>
                  </a:lnTo>
                  <a:lnTo>
                    <a:pt x="630606" y="38220"/>
                  </a:lnTo>
                  <a:lnTo>
                    <a:pt x="638392" y="38079"/>
                  </a:lnTo>
                  <a:lnTo>
                    <a:pt x="646177" y="37920"/>
                  </a:lnTo>
                  <a:lnTo>
                    <a:pt x="653962" y="37753"/>
                  </a:lnTo>
                  <a:lnTo>
                    <a:pt x="661747" y="37163"/>
                  </a:lnTo>
                  <a:lnTo>
                    <a:pt x="669533" y="37090"/>
                  </a:lnTo>
                  <a:lnTo>
                    <a:pt x="677318" y="36696"/>
                  </a:lnTo>
                  <a:lnTo>
                    <a:pt x="685103" y="36642"/>
                  </a:lnTo>
                  <a:lnTo>
                    <a:pt x="692889" y="36282"/>
                  </a:lnTo>
                  <a:lnTo>
                    <a:pt x="700674" y="35799"/>
                  </a:lnTo>
                  <a:lnTo>
                    <a:pt x="708459" y="35166"/>
                  </a:lnTo>
                  <a:lnTo>
                    <a:pt x="716244" y="35156"/>
                  </a:lnTo>
                  <a:lnTo>
                    <a:pt x="724030" y="35246"/>
                  </a:lnTo>
                  <a:lnTo>
                    <a:pt x="731815" y="35136"/>
                  </a:lnTo>
                  <a:lnTo>
                    <a:pt x="739600" y="35044"/>
                  </a:lnTo>
                  <a:lnTo>
                    <a:pt x="747385" y="34833"/>
                  </a:lnTo>
                  <a:lnTo>
                    <a:pt x="755171" y="34491"/>
                  </a:lnTo>
                  <a:lnTo>
                    <a:pt x="762956" y="34490"/>
                  </a:lnTo>
                  <a:lnTo>
                    <a:pt x="770741" y="34578"/>
                  </a:lnTo>
                  <a:lnTo>
                    <a:pt x="778527" y="34327"/>
                  </a:lnTo>
                  <a:lnTo>
                    <a:pt x="786312" y="34022"/>
                  </a:lnTo>
                  <a:lnTo>
                    <a:pt x="794097" y="33645"/>
                  </a:lnTo>
                  <a:lnTo>
                    <a:pt x="801882" y="33438"/>
                  </a:lnTo>
                  <a:lnTo>
                    <a:pt x="809668" y="33025"/>
                  </a:lnTo>
                  <a:lnTo>
                    <a:pt x="817453" y="32954"/>
                  </a:lnTo>
                  <a:lnTo>
                    <a:pt x="825238" y="32851"/>
                  </a:lnTo>
                  <a:lnTo>
                    <a:pt x="833023" y="32456"/>
                  </a:lnTo>
                  <a:lnTo>
                    <a:pt x="840809" y="32381"/>
                  </a:lnTo>
                  <a:lnTo>
                    <a:pt x="848594" y="31834"/>
                  </a:lnTo>
                  <a:lnTo>
                    <a:pt x="856379" y="31469"/>
                  </a:lnTo>
                  <a:lnTo>
                    <a:pt x="864165" y="31211"/>
                  </a:lnTo>
                  <a:lnTo>
                    <a:pt x="871950" y="31251"/>
                  </a:lnTo>
                  <a:lnTo>
                    <a:pt x="879735" y="30986"/>
                  </a:lnTo>
                  <a:lnTo>
                    <a:pt x="887520" y="30886"/>
                  </a:lnTo>
                  <a:lnTo>
                    <a:pt x="895306" y="30880"/>
                  </a:lnTo>
                  <a:lnTo>
                    <a:pt x="903091" y="30577"/>
                  </a:lnTo>
                  <a:lnTo>
                    <a:pt x="910876" y="30030"/>
                  </a:lnTo>
                  <a:lnTo>
                    <a:pt x="918661" y="29485"/>
                  </a:lnTo>
                  <a:lnTo>
                    <a:pt x="926447" y="29187"/>
                  </a:lnTo>
                  <a:lnTo>
                    <a:pt x="934232" y="28952"/>
                  </a:lnTo>
                  <a:lnTo>
                    <a:pt x="942017" y="28635"/>
                  </a:lnTo>
                  <a:lnTo>
                    <a:pt x="949802" y="28287"/>
                  </a:lnTo>
                  <a:lnTo>
                    <a:pt x="957588" y="28119"/>
                  </a:lnTo>
                  <a:lnTo>
                    <a:pt x="965373" y="28023"/>
                  </a:lnTo>
                  <a:lnTo>
                    <a:pt x="973158" y="27921"/>
                  </a:lnTo>
                  <a:lnTo>
                    <a:pt x="980944" y="28059"/>
                  </a:lnTo>
                  <a:lnTo>
                    <a:pt x="988729" y="27855"/>
                  </a:lnTo>
                  <a:lnTo>
                    <a:pt x="996514" y="27717"/>
                  </a:lnTo>
                  <a:lnTo>
                    <a:pt x="1004299" y="27343"/>
                  </a:lnTo>
                  <a:lnTo>
                    <a:pt x="1012085" y="27417"/>
                  </a:lnTo>
                  <a:lnTo>
                    <a:pt x="1019870" y="27402"/>
                  </a:lnTo>
                  <a:lnTo>
                    <a:pt x="1027655" y="27269"/>
                  </a:lnTo>
                  <a:lnTo>
                    <a:pt x="1035440" y="27125"/>
                  </a:lnTo>
                  <a:lnTo>
                    <a:pt x="1043226" y="26996"/>
                  </a:lnTo>
                  <a:lnTo>
                    <a:pt x="1051011" y="26831"/>
                  </a:lnTo>
                  <a:lnTo>
                    <a:pt x="1058796" y="26525"/>
                  </a:lnTo>
                  <a:lnTo>
                    <a:pt x="1066582" y="26360"/>
                  </a:lnTo>
                  <a:lnTo>
                    <a:pt x="1074367" y="25987"/>
                  </a:lnTo>
                  <a:lnTo>
                    <a:pt x="1082152" y="25389"/>
                  </a:lnTo>
                  <a:lnTo>
                    <a:pt x="1089937" y="25162"/>
                  </a:lnTo>
                  <a:lnTo>
                    <a:pt x="1097723" y="25060"/>
                  </a:lnTo>
                  <a:lnTo>
                    <a:pt x="1105508" y="25071"/>
                  </a:lnTo>
                  <a:lnTo>
                    <a:pt x="1113293" y="25144"/>
                  </a:lnTo>
                  <a:lnTo>
                    <a:pt x="1121078" y="25079"/>
                  </a:lnTo>
                  <a:lnTo>
                    <a:pt x="1128864" y="25387"/>
                  </a:lnTo>
                  <a:lnTo>
                    <a:pt x="1136649" y="25323"/>
                  </a:lnTo>
                  <a:lnTo>
                    <a:pt x="1144434" y="25111"/>
                  </a:lnTo>
                  <a:lnTo>
                    <a:pt x="1152220" y="24583"/>
                  </a:lnTo>
                  <a:lnTo>
                    <a:pt x="1160005" y="24447"/>
                  </a:lnTo>
                  <a:lnTo>
                    <a:pt x="1167790" y="24223"/>
                  </a:lnTo>
                  <a:lnTo>
                    <a:pt x="1175575" y="24161"/>
                  </a:lnTo>
                  <a:lnTo>
                    <a:pt x="1183361" y="24121"/>
                  </a:lnTo>
                  <a:lnTo>
                    <a:pt x="1191146" y="23756"/>
                  </a:lnTo>
                  <a:lnTo>
                    <a:pt x="1198931" y="23695"/>
                  </a:lnTo>
                  <a:lnTo>
                    <a:pt x="1206716" y="23701"/>
                  </a:lnTo>
                  <a:lnTo>
                    <a:pt x="1214502" y="23619"/>
                  </a:lnTo>
                  <a:lnTo>
                    <a:pt x="1222287" y="23467"/>
                  </a:lnTo>
                  <a:lnTo>
                    <a:pt x="1230072" y="23179"/>
                  </a:lnTo>
                  <a:lnTo>
                    <a:pt x="1237857" y="23213"/>
                  </a:lnTo>
                  <a:lnTo>
                    <a:pt x="1245643" y="23368"/>
                  </a:lnTo>
                  <a:lnTo>
                    <a:pt x="1253428" y="23202"/>
                  </a:lnTo>
                  <a:lnTo>
                    <a:pt x="1261213" y="22936"/>
                  </a:lnTo>
                  <a:lnTo>
                    <a:pt x="1268999" y="22831"/>
                  </a:lnTo>
                  <a:lnTo>
                    <a:pt x="1276784" y="22430"/>
                  </a:lnTo>
                  <a:lnTo>
                    <a:pt x="1284569" y="22165"/>
                  </a:lnTo>
                  <a:lnTo>
                    <a:pt x="1292354" y="22141"/>
                  </a:lnTo>
                  <a:lnTo>
                    <a:pt x="1300140" y="22108"/>
                  </a:lnTo>
                  <a:lnTo>
                    <a:pt x="1307925" y="21513"/>
                  </a:lnTo>
                  <a:lnTo>
                    <a:pt x="1315710" y="21317"/>
                  </a:lnTo>
                  <a:lnTo>
                    <a:pt x="1323495" y="20988"/>
                  </a:lnTo>
                  <a:lnTo>
                    <a:pt x="1331281" y="20757"/>
                  </a:lnTo>
                  <a:lnTo>
                    <a:pt x="1339066" y="20361"/>
                  </a:lnTo>
                  <a:lnTo>
                    <a:pt x="1346851" y="20102"/>
                  </a:lnTo>
                  <a:lnTo>
                    <a:pt x="1354637" y="19931"/>
                  </a:lnTo>
                  <a:lnTo>
                    <a:pt x="1362422" y="19727"/>
                  </a:lnTo>
                  <a:lnTo>
                    <a:pt x="1370207" y="19457"/>
                  </a:lnTo>
                  <a:lnTo>
                    <a:pt x="1377992" y="19117"/>
                  </a:lnTo>
                  <a:lnTo>
                    <a:pt x="1385778" y="18957"/>
                  </a:lnTo>
                  <a:lnTo>
                    <a:pt x="1393563" y="18980"/>
                  </a:lnTo>
                  <a:lnTo>
                    <a:pt x="1401348" y="18752"/>
                  </a:lnTo>
                  <a:lnTo>
                    <a:pt x="1409133" y="18697"/>
                  </a:lnTo>
                  <a:lnTo>
                    <a:pt x="1416919" y="18372"/>
                  </a:lnTo>
                  <a:lnTo>
                    <a:pt x="1424704" y="18155"/>
                  </a:lnTo>
                  <a:lnTo>
                    <a:pt x="1432489" y="18083"/>
                  </a:lnTo>
                  <a:lnTo>
                    <a:pt x="1440275" y="18111"/>
                  </a:lnTo>
                  <a:lnTo>
                    <a:pt x="1448060" y="17890"/>
                  </a:lnTo>
                  <a:lnTo>
                    <a:pt x="1455845" y="17483"/>
                  </a:lnTo>
                  <a:lnTo>
                    <a:pt x="1463630" y="17035"/>
                  </a:lnTo>
                  <a:lnTo>
                    <a:pt x="1471416" y="16519"/>
                  </a:lnTo>
                  <a:lnTo>
                    <a:pt x="1479201" y="16066"/>
                  </a:lnTo>
                  <a:lnTo>
                    <a:pt x="1486986" y="15579"/>
                  </a:lnTo>
                  <a:lnTo>
                    <a:pt x="1494771" y="15199"/>
                  </a:lnTo>
                  <a:lnTo>
                    <a:pt x="1502557" y="15106"/>
                  </a:lnTo>
                  <a:lnTo>
                    <a:pt x="1510342" y="14883"/>
                  </a:lnTo>
                  <a:lnTo>
                    <a:pt x="1518127" y="14595"/>
                  </a:lnTo>
                  <a:lnTo>
                    <a:pt x="1525912" y="14306"/>
                  </a:lnTo>
                  <a:lnTo>
                    <a:pt x="1533698" y="14017"/>
                  </a:lnTo>
                  <a:lnTo>
                    <a:pt x="1541483" y="13728"/>
                  </a:lnTo>
                  <a:lnTo>
                    <a:pt x="1549268" y="13365"/>
                  </a:lnTo>
                  <a:lnTo>
                    <a:pt x="1557054" y="13119"/>
                  </a:lnTo>
                  <a:lnTo>
                    <a:pt x="1564839" y="12956"/>
                  </a:lnTo>
                  <a:lnTo>
                    <a:pt x="1572624" y="12708"/>
                  </a:lnTo>
                  <a:lnTo>
                    <a:pt x="1580409" y="12526"/>
                  </a:lnTo>
                  <a:lnTo>
                    <a:pt x="1588195" y="12562"/>
                  </a:lnTo>
                  <a:lnTo>
                    <a:pt x="1595980" y="12363"/>
                  </a:lnTo>
                  <a:lnTo>
                    <a:pt x="1603765" y="12214"/>
                  </a:lnTo>
                  <a:lnTo>
                    <a:pt x="1611550" y="12065"/>
                  </a:lnTo>
                  <a:lnTo>
                    <a:pt x="1619336" y="11915"/>
                  </a:lnTo>
                  <a:lnTo>
                    <a:pt x="1627121" y="11772"/>
                  </a:lnTo>
                  <a:lnTo>
                    <a:pt x="1634906" y="11697"/>
                  </a:lnTo>
                  <a:lnTo>
                    <a:pt x="1642692" y="11368"/>
                  </a:lnTo>
                  <a:lnTo>
                    <a:pt x="1650477" y="11142"/>
                  </a:lnTo>
                  <a:lnTo>
                    <a:pt x="1658262" y="10916"/>
                  </a:lnTo>
                  <a:lnTo>
                    <a:pt x="1666047" y="10688"/>
                  </a:lnTo>
                  <a:lnTo>
                    <a:pt x="1673833" y="10428"/>
                  </a:lnTo>
                  <a:lnTo>
                    <a:pt x="1681618" y="10001"/>
                  </a:lnTo>
                  <a:lnTo>
                    <a:pt x="1689403" y="9573"/>
                  </a:lnTo>
                  <a:lnTo>
                    <a:pt x="1697188" y="9225"/>
                  </a:lnTo>
                  <a:lnTo>
                    <a:pt x="1704974" y="9009"/>
                  </a:lnTo>
                  <a:lnTo>
                    <a:pt x="1712759" y="8827"/>
                  </a:lnTo>
                  <a:lnTo>
                    <a:pt x="1720544" y="8571"/>
                  </a:lnTo>
                  <a:lnTo>
                    <a:pt x="1728330" y="8269"/>
                  </a:lnTo>
                  <a:lnTo>
                    <a:pt x="1736115" y="7966"/>
                  </a:lnTo>
                  <a:lnTo>
                    <a:pt x="1743900" y="7558"/>
                  </a:lnTo>
                  <a:lnTo>
                    <a:pt x="1751685" y="7186"/>
                  </a:lnTo>
                  <a:lnTo>
                    <a:pt x="1759471" y="7022"/>
                  </a:lnTo>
                  <a:lnTo>
                    <a:pt x="1767256" y="6707"/>
                  </a:lnTo>
                  <a:lnTo>
                    <a:pt x="1775041" y="6391"/>
                  </a:lnTo>
                  <a:lnTo>
                    <a:pt x="1782826" y="6266"/>
                  </a:lnTo>
                  <a:lnTo>
                    <a:pt x="1790612" y="6246"/>
                  </a:lnTo>
                  <a:lnTo>
                    <a:pt x="1798397" y="6022"/>
                  </a:lnTo>
                  <a:lnTo>
                    <a:pt x="1806182" y="5797"/>
                  </a:lnTo>
                  <a:lnTo>
                    <a:pt x="1813967" y="5614"/>
                  </a:lnTo>
                  <a:lnTo>
                    <a:pt x="1821753" y="5376"/>
                  </a:lnTo>
                  <a:lnTo>
                    <a:pt x="1829538" y="5095"/>
                  </a:lnTo>
                  <a:lnTo>
                    <a:pt x="1837323" y="4827"/>
                  </a:lnTo>
                  <a:lnTo>
                    <a:pt x="1845109" y="4447"/>
                  </a:lnTo>
                  <a:lnTo>
                    <a:pt x="1852894" y="4219"/>
                  </a:lnTo>
                  <a:lnTo>
                    <a:pt x="1860679" y="3859"/>
                  </a:lnTo>
                  <a:lnTo>
                    <a:pt x="1868464" y="3609"/>
                  </a:lnTo>
                  <a:lnTo>
                    <a:pt x="1876250" y="3482"/>
                  </a:lnTo>
                  <a:lnTo>
                    <a:pt x="1884035" y="3249"/>
                  </a:lnTo>
                  <a:lnTo>
                    <a:pt x="1891820" y="3004"/>
                  </a:lnTo>
                  <a:lnTo>
                    <a:pt x="1899605" y="2797"/>
                  </a:lnTo>
                  <a:lnTo>
                    <a:pt x="1907391" y="2590"/>
                  </a:lnTo>
                  <a:lnTo>
                    <a:pt x="1915176" y="2382"/>
                  </a:lnTo>
                  <a:lnTo>
                    <a:pt x="1922961" y="2190"/>
                  </a:lnTo>
                  <a:lnTo>
                    <a:pt x="1930747" y="1925"/>
                  </a:lnTo>
                  <a:lnTo>
                    <a:pt x="1938532" y="1659"/>
                  </a:lnTo>
                  <a:lnTo>
                    <a:pt x="1946317" y="1548"/>
                  </a:lnTo>
                  <a:lnTo>
                    <a:pt x="1954102" y="1278"/>
                  </a:lnTo>
                  <a:lnTo>
                    <a:pt x="1961888" y="1008"/>
                  </a:lnTo>
                  <a:lnTo>
                    <a:pt x="1969673" y="1038"/>
                  </a:lnTo>
                  <a:lnTo>
                    <a:pt x="1977458" y="814"/>
                  </a:lnTo>
                  <a:lnTo>
                    <a:pt x="1985243" y="627"/>
                  </a:lnTo>
                  <a:lnTo>
                    <a:pt x="1993029" y="559"/>
                  </a:lnTo>
                  <a:lnTo>
                    <a:pt x="2000814" y="373"/>
                  </a:lnTo>
                  <a:lnTo>
                    <a:pt x="2008599" y="186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rc196"/>
            <p:cNvSpPr/>
            <p:nvPr/>
          </p:nvSpPr>
          <p:spPr>
            <a:xfrm>
              <a:off x="3547712" y="4247864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rc197"/>
            <p:cNvSpPr/>
            <p:nvPr/>
          </p:nvSpPr>
          <p:spPr>
            <a:xfrm>
              <a:off x="5948615" y="2396548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948615" y="310604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948615" y="293581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948615" y="276559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48615" y="259536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48615" y="242514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5966776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6481809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699684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751187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802690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6049435" y="2543702"/>
              <a:ext cx="2016385" cy="442797"/>
            </a:xfrm>
            <a:custGeom>
              <a:avLst/>
              <a:pathLst>
                <a:path w="2016385" h="442797">
                  <a:moveTo>
                    <a:pt x="0" y="0"/>
                  </a:moveTo>
                  <a:lnTo>
                    <a:pt x="7785" y="772"/>
                  </a:lnTo>
                  <a:lnTo>
                    <a:pt x="15570" y="1777"/>
                  </a:lnTo>
                  <a:lnTo>
                    <a:pt x="23355" y="2454"/>
                  </a:lnTo>
                  <a:lnTo>
                    <a:pt x="31141" y="3038"/>
                  </a:lnTo>
                  <a:lnTo>
                    <a:pt x="38926" y="4350"/>
                  </a:lnTo>
                  <a:lnTo>
                    <a:pt x="46711" y="5508"/>
                  </a:lnTo>
                  <a:lnTo>
                    <a:pt x="54496" y="6096"/>
                  </a:lnTo>
                  <a:lnTo>
                    <a:pt x="62282" y="7117"/>
                  </a:lnTo>
                  <a:lnTo>
                    <a:pt x="70067" y="8154"/>
                  </a:lnTo>
                  <a:lnTo>
                    <a:pt x="77852" y="9197"/>
                  </a:lnTo>
                  <a:lnTo>
                    <a:pt x="85637" y="10187"/>
                  </a:lnTo>
                  <a:lnTo>
                    <a:pt x="93423" y="10546"/>
                  </a:lnTo>
                  <a:lnTo>
                    <a:pt x="101208" y="11107"/>
                  </a:lnTo>
                  <a:lnTo>
                    <a:pt x="108993" y="12174"/>
                  </a:lnTo>
                  <a:lnTo>
                    <a:pt x="116779" y="13368"/>
                  </a:lnTo>
                  <a:lnTo>
                    <a:pt x="124564" y="14172"/>
                  </a:lnTo>
                  <a:lnTo>
                    <a:pt x="132349" y="15300"/>
                  </a:lnTo>
                  <a:lnTo>
                    <a:pt x="140134" y="16397"/>
                  </a:lnTo>
                  <a:lnTo>
                    <a:pt x="147920" y="16858"/>
                  </a:lnTo>
                  <a:lnTo>
                    <a:pt x="155705" y="17477"/>
                  </a:lnTo>
                  <a:lnTo>
                    <a:pt x="163490" y="18407"/>
                  </a:lnTo>
                  <a:lnTo>
                    <a:pt x="171275" y="19545"/>
                  </a:lnTo>
                  <a:lnTo>
                    <a:pt x="179061" y="20638"/>
                  </a:lnTo>
                  <a:lnTo>
                    <a:pt x="186846" y="21021"/>
                  </a:lnTo>
                  <a:lnTo>
                    <a:pt x="194631" y="21631"/>
                  </a:lnTo>
                  <a:lnTo>
                    <a:pt x="202417" y="22617"/>
                  </a:lnTo>
                  <a:lnTo>
                    <a:pt x="210202" y="23612"/>
                  </a:lnTo>
                  <a:lnTo>
                    <a:pt x="217987" y="24618"/>
                  </a:lnTo>
                  <a:lnTo>
                    <a:pt x="225772" y="25345"/>
                  </a:lnTo>
                  <a:lnTo>
                    <a:pt x="233558" y="26339"/>
                  </a:lnTo>
                  <a:lnTo>
                    <a:pt x="241343" y="27178"/>
                  </a:lnTo>
                  <a:lnTo>
                    <a:pt x="249128" y="28165"/>
                  </a:lnTo>
                  <a:lnTo>
                    <a:pt x="256913" y="29088"/>
                  </a:lnTo>
                  <a:lnTo>
                    <a:pt x="264699" y="29911"/>
                  </a:lnTo>
                  <a:lnTo>
                    <a:pt x="272484" y="30518"/>
                  </a:lnTo>
                  <a:lnTo>
                    <a:pt x="280269" y="31102"/>
                  </a:lnTo>
                  <a:lnTo>
                    <a:pt x="288055" y="32100"/>
                  </a:lnTo>
                  <a:lnTo>
                    <a:pt x="295840" y="32883"/>
                  </a:lnTo>
                  <a:lnTo>
                    <a:pt x="303625" y="33512"/>
                  </a:lnTo>
                  <a:lnTo>
                    <a:pt x="311410" y="34248"/>
                  </a:lnTo>
                  <a:lnTo>
                    <a:pt x="319196" y="34824"/>
                  </a:lnTo>
                  <a:lnTo>
                    <a:pt x="326981" y="35464"/>
                  </a:lnTo>
                  <a:lnTo>
                    <a:pt x="334766" y="36134"/>
                  </a:lnTo>
                  <a:lnTo>
                    <a:pt x="342551" y="36876"/>
                  </a:lnTo>
                  <a:lnTo>
                    <a:pt x="350337" y="37964"/>
                  </a:lnTo>
                  <a:lnTo>
                    <a:pt x="358122" y="38833"/>
                  </a:lnTo>
                  <a:lnTo>
                    <a:pt x="365907" y="39685"/>
                  </a:lnTo>
                  <a:lnTo>
                    <a:pt x="373692" y="40462"/>
                  </a:lnTo>
                  <a:lnTo>
                    <a:pt x="381478" y="41494"/>
                  </a:lnTo>
                  <a:lnTo>
                    <a:pt x="389263" y="42520"/>
                  </a:lnTo>
                  <a:lnTo>
                    <a:pt x="397048" y="43358"/>
                  </a:lnTo>
                  <a:lnTo>
                    <a:pt x="404834" y="43705"/>
                  </a:lnTo>
                  <a:lnTo>
                    <a:pt x="412619" y="44351"/>
                  </a:lnTo>
                  <a:lnTo>
                    <a:pt x="420404" y="45236"/>
                  </a:lnTo>
                  <a:lnTo>
                    <a:pt x="428189" y="45589"/>
                  </a:lnTo>
                  <a:lnTo>
                    <a:pt x="435975" y="46522"/>
                  </a:lnTo>
                  <a:lnTo>
                    <a:pt x="443760" y="46736"/>
                  </a:lnTo>
                  <a:lnTo>
                    <a:pt x="451545" y="47531"/>
                  </a:lnTo>
                  <a:lnTo>
                    <a:pt x="459330" y="47909"/>
                  </a:lnTo>
                  <a:lnTo>
                    <a:pt x="467116" y="48370"/>
                  </a:lnTo>
                  <a:lnTo>
                    <a:pt x="474901" y="49277"/>
                  </a:lnTo>
                  <a:lnTo>
                    <a:pt x="482686" y="49620"/>
                  </a:lnTo>
                  <a:lnTo>
                    <a:pt x="490472" y="50061"/>
                  </a:lnTo>
                  <a:lnTo>
                    <a:pt x="498257" y="50387"/>
                  </a:lnTo>
                  <a:lnTo>
                    <a:pt x="506042" y="50574"/>
                  </a:lnTo>
                  <a:lnTo>
                    <a:pt x="513827" y="50761"/>
                  </a:lnTo>
                  <a:lnTo>
                    <a:pt x="521613" y="50966"/>
                  </a:lnTo>
                  <a:lnTo>
                    <a:pt x="529398" y="51467"/>
                  </a:lnTo>
                  <a:lnTo>
                    <a:pt x="537183" y="52034"/>
                  </a:lnTo>
                  <a:lnTo>
                    <a:pt x="544968" y="53083"/>
                  </a:lnTo>
                  <a:lnTo>
                    <a:pt x="552754" y="53795"/>
                  </a:lnTo>
                  <a:lnTo>
                    <a:pt x="560539" y="54382"/>
                  </a:lnTo>
                  <a:lnTo>
                    <a:pt x="568324" y="54611"/>
                  </a:lnTo>
                  <a:lnTo>
                    <a:pt x="576110" y="54689"/>
                  </a:lnTo>
                  <a:lnTo>
                    <a:pt x="583895" y="55084"/>
                  </a:lnTo>
                  <a:lnTo>
                    <a:pt x="591680" y="55820"/>
                  </a:lnTo>
                  <a:lnTo>
                    <a:pt x="599465" y="56616"/>
                  </a:lnTo>
                  <a:lnTo>
                    <a:pt x="607251" y="57059"/>
                  </a:lnTo>
                  <a:lnTo>
                    <a:pt x="615036" y="57355"/>
                  </a:lnTo>
                  <a:lnTo>
                    <a:pt x="622821" y="57430"/>
                  </a:lnTo>
                  <a:lnTo>
                    <a:pt x="630606" y="58224"/>
                  </a:lnTo>
                  <a:lnTo>
                    <a:pt x="638392" y="59078"/>
                  </a:lnTo>
                  <a:lnTo>
                    <a:pt x="646177" y="59438"/>
                  </a:lnTo>
                  <a:lnTo>
                    <a:pt x="653962" y="59687"/>
                  </a:lnTo>
                  <a:lnTo>
                    <a:pt x="661747" y="59903"/>
                  </a:lnTo>
                  <a:lnTo>
                    <a:pt x="669533" y="60120"/>
                  </a:lnTo>
                  <a:lnTo>
                    <a:pt x="677318" y="60344"/>
                  </a:lnTo>
                  <a:lnTo>
                    <a:pt x="685103" y="60860"/>
                  </a:lnTo>
                  <a:lnTo>
                    <a:pt x="692889" y="61507"/>
                  </a:lnTo>
                  <a:lnTo>
                    <a:pt x="700674" y="61911"/>
                  </a:lnTo>
                  <a:lnTo>
                    <a:pt x="708459" y="62160"/>
                  </a:lnTo>
                  <a:lnTo>
                    <a:pt x="716244" y="62690"/>
                  </a:lnTo>
                  <a:lnTo>
                    <a:pt x="724030" y="63106"/>
                  </a:lnTo>
                  <a:lnTo>
                    <a:pt x="731815" y="63885"/>
                  </a:lnTo>
                  <a:lnTo>
                    <a:pt x="739600" y="64462"/>
                  </a:lnTo>
                  <a:lnTo>
                    <a:pt x="747385" y="65040"/>
                  </a:lnTo>
                  <a:lnTo>
                    <a:pt x="755171" y="65525"/>
                  </a:lnTo>
                  <a:lnTo>
                    <a:pt x="762956" y="65886"/>
                  </a:lnTo>
                  <a:lnTo>
                    <a:pt x="770741" y="66210"/>
                  </a:lnTo>
                  <a:lnTo>
                    <a:pt x="778527" y="66597"/>
                  </a:lnTo>
                  <a:lnTo>
                    <a:pt x="786312" y="66962"/>
                  </a:lnTo>
                  <a:lnTo>
                    <a:pt x="794097" y="67237"/>
                  </a:lnTo>
                  <a:lnTo>
                    <a:pt x="801882" y="67678"/>
                  </a:lnTo>
                  <a:lnTo>
                    <a:pt x="809668" y="67782"/>
                  </a:lnTo>
                  <a:lnTo>
                    <a:pt x="817453" y="68047"/>
                  </a:lnTo>
                  <a:lnTo>
                    <a:pt x="825238" y="68323"/>
                  </a:lnTo>
                  <a:lnTo>
                    <a:pt x="833023" y="68600"/>
                  </a:lnTo>
                  <a:lnTo>
                    <a:pt x="840809" y="68850"/>
                  </a:lnTo>
                  <a:lnTo>
                    <a:pt x="848594" y="69110"/>
                  </a:lnTo>
                  <a:lnTo>
                    <a:pt x="856379" y="69315"/>
                  </a:lnTo>
                  <a:lnTo>
                    <a:pt x="864165" y="69711"/>
                  </a:lnTo>
                  <a:lnTo>
                    <a:pt x="871950" y="70059"/>
                  </a:lnTo>
                  <a:lnTo>
                    <a:pt x="879735" y="70857"/>
                  </a:lnTo>
                  <a:lnTo>
                    <a:pt x="887520" y="71304"/>
                  </a:lnTo>
                  <a:lnTo>
                    <a:pt x="895306" y="71458"/>
                  </a:lnTo>
                  <a:lnTo>
                    <a:pt x="903091" y="71744"/>
                  </a:lnTo>
                  <a:lnTo>
                    <a:pt x="910876" y="71952"/>
                  </a:lnTo>
                  <a:lnTo>
                    <a:pt x="918661" y="72301"/>
                  </a:lnTo>
                  <a:lnTo>
                    <a:pt x="926447" y="72848"/>
                  </a:lnTo>
                  <a:lnTo>
                    <a:pt x="934232" y="73097"/>
                  </a:lnTo>
                  <a:lnTo>
                    <a:pt x="942017" y="73422"/>
                  </a:lnTo>
                  <a:lnTo>
                    <a:pt x="949802" y="73598"/>
                  </a:lnTo>
                  <a:lnTo>
                    <a:pt x="957588" y="73582"/>
                  </a:lnTo>
                  <a:lnTo>
                    <a:pt x="965373" y="73662"/>
                  </a:lnTo>
                  <a:lnTo>
                    <a:pt x="973158" y="73958"/>
                  </a:lnTo>
                  <a:lnTo>
                    <a:pt x="980944" y="73943"/>
                  </a:lnTo>
                  <a:lnTo>
                    <a:pt x="988729" y="74155"/>
                  </a:lnTo>
                  <a:lnTo>
                    <a:pt x="996514" y="74430"/>
                  </a:lnTo>
                  <a:lnTo>
                    <a:pt x="1004299" y="74611"/>
                  </a:lnTo>
                  <a:lnTo>
                    <a:pt x="1012085" y="75240"/>
                  </a:lnTo>
                  <a:lnTo>
                    <a:pt x="1019870" y="75651"/>
                  </a:lnTo>
                  <a:lnTo>
                    <a:pt x="1027655" y="75620"/>
                  </a:lnTo>
                  <a:lnTo>
                    <a:pt x="1035440" y="75698"/>
                  </a:lnTo>
                  <a:lnTo>
                    <a:pt x="1043226" y="75566"/>
                  </a:lnTo>
                  <a:lnTo>
                    <a:pt x="1051011" y="75338"/>
                  </a:lnTo>
                  <a:lnTo>
                    <a:pt x="1058796" y="75759"/>
                  </a:lnTo>
                  <a:lnTo>
                    <a:pt x="1066582" y="75964"/>
                  </a:lnTo>
                  <a:lnTo>
                    <a:pt x="1074367" y="76444"/>
                  </a:lnTo>
                  <a:lnTo>
                    <a:pt x="1082152" y="76925"/>
                  </a:lnTo>
                  <a:lnTo>
                    <a:pt x="1089937" y="76736"/>
                  </a:lnTo>
                  <a:lnTo>
                    <a:pt x="1097723" y="76463"/>
                  </a:lnTo>
                  <a:lnTo>
                    <a:pt x="1105508" y="76280"/>
                  </a:lnTo>
                  <a:lnTo>
                    <a:pt x="1113293" y="76859"/>
                  </a:lnTo>
                  <a:lnTo>
                    <a:pt x="1121078" y="77447"/>
                  </a:lnTo>
                  <a:lnTo>
                    <a:pt x="1128864" y="77917"/>
                  </a:lnTo>
                  <a:lnTo>
                    <a:pt x="1136649" y="77785"/>
                  </a:lnTo>
                  <a:lnTo>
                    <a:pt x="1144434" y="77655"/>
                  </a:lnTo>
                  <a:lnTo>
                    <a:pt x="1152220" y="77525"/>
                  </a:lnTo>
                  <a:lnTo>
                    <a:pt x="1160005" y="77372"/>
                  </a:lnTo>
                  <a:lnTo>
                    <a:pt x="1167790" y="77259"/>
                  </a:lnTo>
                  <a:lnTo>
                    <a:pt x="1175575" y="76976"/>
                  </a:lnTo>
                  <a:lnTo>
                    <a:pt x="1183361" y="76879"/>
                  </a:lnTo>
                  <a:lnTo>
                    <a:pt x="1191146" y="76510"/>
                  </a:lnTo>
                  <a:lnTo>
                    <a:pt x="1198931" y="76318"/>
                  </a:lnTo>
                  <a:lnTo>
                    <a:pt x="1206716" y="76505"/>
                  </a:lnTo>
                  <a:lnTo>
                    <a:pt x="1214502" y="76547"/>
                  </a:lnTo>
                  <a:lnTo>
                    <a:pt x="1222287" y="76657"/>
                  </a:lnTo>
                  <a:lnTo>
                    <a:pt x="1230072" y="76769"/>
                  </a:lnTo>
                  <a:lnTo>
                    <a:pt x="1237857" y="76883"/>
                  </a:lnTo>
                  <a:lnTo>
                    <a:pt x="1245643" y="77002"/>
                  </a:lnTo>
                  <a:lnTo>
                    <a:pt x="1253428" y="76805"/>
                  </a:lnTo>
                  <a:lnTo>
                    <a:pt x="1261213" y="76945"/>
                  </a:lnTo>
                  <a:lnTo>
                    <a:pt x="1268999" y="77172"/>
                  </a:lnTo>
                  <a:lnTo>
                    <a:pt x="1276784" y="77401"/>
                  </a:lnTo>
                  <a:lnTo>
                    <a:pt x="1284569" y="77588"/>
                  </a:lnTo>
                  <a:lnTo>
                    <a:pt x="1292354" y="77708"/>
                  </a:lnTo>
                  <a:lnTo>
                    <a:pt x="1300140" y="77800"/>
                  </a:lnTo>
                  <a:lnTo>
                    <a:pt x="1307925" y="78069"/>
                  </a:lnTo>
                  <a:lnTo>
                    <a:pt x="1315710" y="78352"/>
                  </a:lnTo>
                  <a:lnTo>
                    <a:pt x="1323495" y="78524"/>
                  </a:lnTo>
                  <a:lnTo>
                    <a:pt x="1331281" y="78294"/>
                  </a:lnTo>
                  <a:lnTo>
                    <a:pt x="1339066" y="78482"/>
                  </a:lnTo>
                  <a:lnTo>
                    <a:pt x="1346851" y="78729"/>
                  </a:lnTo>
                  <a:lnTo>
                    <a:pt x="1354637" y="78977"/>
                  </a:lnTo>
                  <a:lnTo>
                    <a:pt x="1362422" y="79224"/>
                  </a:lnTo>
                  <a:lnTo>
                    <a:pt x="1370207" y="79328"/>
                  </a:lnTo>
                  <a:lnTo>
                    <a:pt x="1377992" y="79234"/>
                  </a:lnTo>
                  <a:lnTo>
                    <a:pt x="1385778" y="79259"/>
                  </a:lnTo>
                  <a:lnTo>
                    <a:pt x="1393563" y="79772"/>
                  </a:lnTo>
                  <a:lnTo>
                    <a:pt x="1401348" y="79922"/>
                  </a:lnTo>
                  <a:lnTo>
                    <a:pt x="1409133" y="79952"/>
                  </a:lnTo>
                  <a:lnTo>
                    <a:pt x="1416919" y="80103"/>
                  </a:lnTo>
                  <a:lnTo>
                    <a:pt x="1424704" y="80394"/>
                  </a:lnTo>
                  <a:lnTo>
                    <a:pt x="1432489" y="80688"/>
                  </a:lnTo>
                  <a:lnTo>
                    <a:pt x="1440275" y="80944"/>
                  </a:lnTo>
                  <a:lnTo>
                    <a:pt x="1448060" y="81090"/>
                  </a:lnTo>
                  <a:lnTo>
                    <a:pt x="1455845" y="81545"/>
                  </a:lnTo>
                  <a:lnTo>
                    <a:pt x="1463630" y="81680"/>
                  </a:lnTo>
                  <a:lnTo>
                    <a:pt x="1471416" y="81393"/>
                  </a:lnTo>
                  <a:lnTo>
                    <a:pt x="1479201" y="81306"/>
                  </a:lnTo>
                  <a:lnTo>
                    <a:pt x="1486986" y="81369"/>
                  </a:lnTo>
                  <a:lnTo>
                    <a:pt x="1494771" y="81438"/>
                  </a:lnTo>
                  <a:lnTo>
                    <a:pt x="1502557" y="81067"/>
                  </a:lnTo>
                  <a:lnTo>
                    <a:pt x="1510342" y="80921"/>
                  </a:lnTo>
                  <a:lnTo>
                    <a:pt x="1518127" y="81096"/>
                  </a:lnTo>
                  <a:lnTo>
                    <a:pt x="1525912" y="81204"/>
                  </a:lnTo>
                  <a:lnTo>
                    <a:pt x="1533698" y="81289"/>
                  </a:lnTo>
                  <a:lnTo>
                    <a:pt x="1541483" y="81127"/>
                  </a:lnTo>
                  <a:lnTo>
                    <a:pt x="1549268" y="81011"/>
                  </a:lnTo>
                  <a:lnTo>
                    <a:pt x="1557054" y="80861"/>
                  </a:lnTo>
                  <a:lnTo>
                    <a:pt x="1564839" y="80720"/>
                  </a:lnTo>
                  <a:lnTo>
                    <a:pt x="1572624" y="80579"/>
                  </a:lnTo>
                  <a:lnTo>
                    <a:pt x="1580409" y="80466"/>
                  </a:lnTo>
                  <a:lnTo>
                    <a:pt x="1588195" y="80485"/>
                  </a:lnTo>
                  <a:lnTo>
                    <a:pt x="1595980" y="80504"/>
                  </a:lnTo>
                  <a:lnTo>
                    <a:pt x="1603765" y="80337"/>
                  </a:lnTo>
                  <a:lnTo>
                    <a:pt x="1611550" y="79980"/>
                  </a:lnTo>
                  <a:lnTo>
                    <a:pt x="1619336" y="79711"/>
                  </a:lnTo>
                  <a:lnTo>
                    <a:pt x="1627121" y="79561"/>
                  </a:lnTo>
                  <a:lnTo>
                    <a:pt x="1634906" y="79420"/>
                  </a:lnTo>
                  <a:lnTo>
                    <a:pt x="1642692" y="79304"/>
                  </a:lnTo>
                  <a:lnTo>
                    <a:pt x="1650477" y="79379"/>
                  </a:lnTo>
                  <a:lnTo>
                    <a:pt x="1658262" y="79454"/>
                  </a:lnTo>
                  <a:lnTo>
                    <a:pt x="1666047" y="79537"/>
                  </a:lnTo>
                  <a:lnTo>
                    <a:pt x="1673833" y="79621"/>
                  </a:lnTo>
                  <a:lnTo>
                    <a:pt x="1681618" y="79648"/>
                  </a:lnTo>
                  <a:lnTo>
                    <a:pt x="1689403" y="79768"/>
                  </a:lnTo>
                  <a:lnTo>
                    <a:pt x="1697188" y="79712"/>
                  </a:lnTo>
                  <a:lnTo>
                    <a:pt x="1704974" y="79940"/>
                  </a:lnTo>
                  <a:lnTo>
                    <a:pt x="1712759" y="79746"/>
                  </a:lnTo>
                  <a:lnTo>
                    <a:pt x="1720544" y="79353"/>
                  </a:lnTo>
                  <a:lnTo>
                    <a:pt x="1728330" y="79044"/>
                  </a:lnTo>
                  <a:lnTo>
                    <a:pt x="1736115" y="78871"/>
                  </a:lnTo>
                  <a:lnTo>
                    <a:pt x="1743900" y="78699"/>
                  </a:lnTo>
                  <a:lnTo>
                    <a:pt x="1751685" y="78526"/>
                  </a:lnTo>
                  <a:lnTo>
                    <a:pt x="1759471" y="78361"/>
                  </a:lnTo>
                  <a:lnTo>
                    <a:pt x="1767256" y="78141"/>
                  </a:lnTo>
                  <a:lnTo>
                    <a:pt x="1775041" y="77868"/>
                  </a:lnTo>
                  <a:lnTo>
                    <a:pt x="1782826" y="77734"/>
                  </a:lnTo>
                  <a:lnTo>
                    <a:pt x="1790612" y="77703"/>
                  </a:lnTo>
                  <a:lnTo>
                    <a:pt x="1798397" y="77534"/>
                  </a:lnTo>
                  <a:lnTo>
                    <a:pt x="1806182" y="77365"/>
                  </a:lnTo>
                  <a:lnTo>
                    <a:pt x="1813967" y="77208"/>
                  </a:lnTo>
                  <a:lnTo>
                    <a:pt x="1821753" y="77199"/>
                  </a:lnTo>
                  <a:lnTo>
                    <a:pt x="1829538" y="77444"/>
                  </a:lnTo>
                  <a:lnTo>
                    <a:pt x="1837323" y="77758"/>
                  </a:lnTo>
                  <a:lnTo>
                    <a:pt x="1845109" y="77930"/>
                  </a:lnTo>
                  <a:lnTo>
                    <a:pt x="1852894" y="78168"/>
                  </a:lnTo>
                  <a:lnTo>
                    <a:pt x="1860679" y="78405"/>
                  </a:lnTo>
                  <a:lnTo>
                    <a:pt x="1868464" y="78643"/>
                  </a:lnTo>
                  <a:lnTo>
                    <a:pt x="1876250" y="78881"/>
                  </a:lnTo>
                  <a:lnTo>
                    <a:pt x="1884035" y="79119"/>
                  </a:lnTo>
                  <a:lnTo>
                    <a:pt x="1891820" y="78883"/>
                  </a:lnTo>
                  <a:lnTo>
                    <a:pt x="1899605" y="78635"/>
                  </a:lnTo>
                  <a:lnTo>
                    <a:pt x="1907391" y="78590"/>
                  </a:lnTo>
                  <a:lnTo>
                    <a:pt x="1915176" y="78948"/>
                  </a:lnTo>
                  <a:lnTo>
                    <a:pt x="1922961" y="79213"/>
                  </a:lnTo>
                  <a:lnTo>
                    <a:pt x="1930747" y="79044"/>
                  </a:lnTo>
                  <a:lnTo>
                    <a:pt x="1938532" y="78876"/>
                  </a:lnTo>
                  <a:lnTo>
                    <a:pt x="1946317" y="78707"/>
                  </a:lnTo>
                  <a:lnTo>
                    <a:pt x="1954102" y="78539"/>
                  </a:lnTo>
                  <a:lnTo>
                    <a:pt x="1961888" y="78458"/>
                  </a:lnTo>
                  <a:lnTo>
                    <a:pt x="1969673" y="78677"/>
                  </a:lnTo>
                  <a:lnTo>
                    <a:pt x="1977458" y="78573"/>
                  </a:lnTo>
                  <a:lnTo>
                    <a:pt x="1985243" y="78291"/>
                  </a:lnTo>
                  <a:lnTo>
                    <a:pt x="1993029" y="78305"/>
                  </a:lnTo>
                  <a:lnTo>
                    <a:pt x="2000814" y="78318"/>
                  </a:lnTo>
                  <a:lnTo>
                    <a:pt x="2008599" y="78321"/>
                  </a:lnTo>
                  <a:lnTo>
                    <a:pt x="2016385" y="78054"/>
                  </a:lnTo>
                  <a:lnTo>
                    <a:pt x="2016385" y="442797"/>
                  </a:lnTo>
                  <a:lnTo>
                    <a:pt x="2008599" y="441837"/>
                  </a:lnTo>
                  <a:lnTo>
                    <a:pt x="2000814" y="440860"/>
                  </a:lnTo>
                  <a:lnTo>
                    <a:pt x="1993029" y="439848"/>
                  </a:lnTo>
                  <a:lnTo>
                    <a:pt x="1985243" y="438816"/>
                  </a:lnTo>
                  <a:lnTo>
                    <a:pt x="1977458" y="437725"/>
                  </a:lnTo>
                  <a:lnTo>
                    <a:pt x="1969673" y="436691"/>
                  </a:lnTo>
                  <a:lnTo>
                    <a:pt x="1961888" y="435731"/>
                  </a:lnTo>
                  <a:lnTo>
                    <a:pt x="1954102" y="434686"/>
                  </a:lnTo>
                  <a:lnTo>
                    <a:pt x="1946317" y="433589"/>
                  </a:lnTo>
                  <a:lnTo>
                    <a:pt x="1938532" y="432328"/>
                  </a:lnTo>
                  <a:lnTo>
                    <a:pt x="1930747" y="431103"/>
                  </a:lnTo>
                  <a:lnTo>
                    <a:pt x="1922961" y="430013"/>
                  </a:lnTo>
                  <a:lnTo>
                    <a:pt x="1915176" y="428999"/>
                  </a:lnTo>
                  <a:lnTo>
                    <a:pt x="1907391" y="428065"/>
                  </a:lnTo>
                  <a:lnTo>
                    <a:pt x="1899605" y="427127"/>
                  </a:lnTo>
                  <a:lnTo>
                    <a:pt x="1891820" y="426076"/>
                  </a:lnTo>
                  <a:lnTo>
                    <a:pt x="1884035" y="424968"/>
                  </a:lnTo>
                  <a:lnTo>
                    <a:pt x="1876250" y="423856"/>
                  </a:lnTo>
                  <a:lnTo>
                    <a:pt x="1868464" y="422858"/>
                  </a:lnTo>
                  <a:lnTo>
                    <a:pt x="1860679" y="421949"/>
                  </a:lnTo>
                  <a:lnTo>
                    <a:pt x="1852894" y="420658"/>
                  </a:lnTo>
                  <a:lnTo>
                    <a:pt x="1845109" y="419342"/>
                  </a:lnTo>
                  <a:lnTo>
                    <a:pt x="1837323" y="418193"/>
                  </a:lnTo>
                  <a:lnTo>
                    <a:pt x="1829538" y="416952"/>
                  </a:lnTo>
                  <a:lnTo>
                    <a:pt x="1821753" y="415531"/>
                  </a:lnTo>
                  <a:lnTo>
                    <a:pt x="1813967" y="414100"/>
                  </a:lnTo>
                  <a:lnTo>
                    <a:pt x="1806182" y="413098"/>
                  </a:lnTo>
                  <a:lnTo>
                    <a:pt x="1798397" y="412117"/>
                  </a:lnTo>
                  <a:lnTo>
                    <a:pt x="1790612" y="410978"/>
                  </a:lnTo>
                  <a:lnTo>
                    <a:pt x="1782826" y="409717"/>
                  </a:lnTo>
                  <a:lnTo>
                    <a:pt x="1775041" y="408519"/>
                  </a:lnTo>
                  <a:lnTo>
                    <a:pt x="1767256" y="407477"/>
                  </a:lnTo>
                  <a:lnTo>
                    <a:pt x="1759471" y="406358"/>
                  </a:lnTo>
                  <a:lnTo>
                    <a:pt x="1751685" y="405141"/>
                  </a:lnTo>
                  <a:lnTo>
                    <a:pt x="1743900" y="403953"/>
                  </a:lnTo>
                  <a:lnTo>
                    <a:pt x="1736115" y="402766"/>
                  </a:lnTo>
                  <a:lnTo>
                    <a:pt x="1728330" y="401494"/>
                  </a:lnTo>
                  <a:lnTo>
                    <a:pt x="1720544" y="400199"/>
                  </a:lnTo>
                  <a:lnTo>
                    <a:pt x="1712759" y="398947"/>
                  </a:lnTo>
                  <a:lnTo>
                    <a:pt x="1704974" y="397685"/>
                  </a:lnTo>
                  <a:lnTo>
                    <a:pt x="1697188" y="396417"/>
                  </a:lnTo>
                  <a:lnTo>
                    <a:pt x="1689403" y="395142"/>
                  </a:lnTo>
                  <a:lnTo>
                    <a:pt x="1681618" y="393860"/>
                  </a:lnTo>
                  <a:lnTo>
                    <a:pt x="1673833" y="392617"/>
                  </a:lnTo>
                  <a:lnTo>
                    <a:pt x="1666047" y="391289"/>
                  </a:lnTo>
                  <a:lnTo>
                    <a:pt x="1658262" y="390133"/>
                  </a:lnTo>
                  <a:lnTo>
                    <a:pt x="1650477" y="388973"/>
                  </a:lnTo>
                  <a:lnTo>
                    <a:pt x="1642692" y="387806"/>
                  </a:lnTo>
                  <a:lnTo>
                    <a:pt x="1634906" y="386635"/>
                  </a:lnTo>
                  <a:lnTo>
                    <a:pt x="1627121" y="385527"/>
                  </a:lnTo>
                  <a:lnTo>
                    <a:pt x="1619336" y="384425"/>
                  </a:lnTo>
                  <a:lnTo>
                    <a:pt x="1611550" y="383319"/>
                  </a:lnTo>
                  <a:lnTo>
                    <a:pt x="1603765" y="381900"/>
                  </a:lnTo>
                  <a:lnTo>
                    <a:pt x="1595980" y="380703"/>
                  </a:lnTo>
                  <a:lnTo>
                    <a:pt x="1588195" y="379501"/>
                  </a:lnTo>
                  <a:lnTo>
                    <a:pt x="1580409" y="378295"/>
                  </a:lnTo>
                  <a:lnTo>
                    <a:pt x="1572624" y="377089"/>
                  </a:lnTo>
                  <a:lnTo>
                    <a:pt x="1564839" y="375984"/>
                  </a:lnTo>
                  <a:lnTo>
                    <a:pt x="1557054" y="374875"/>
                  </a:lnTo>
                  <a:lnTo>
                    <a:pt x="1549268" y="373753"/>
                  </a:lnTo>
                  <a:lnTo>
                    <a:pt x="1541483" y="372535"/>
                  </a:lnTo>
                  <a:lnTo>
                    <a:pt x="1533698" y="371286"/>
                  </a:lnTo>
                  <a:lnTo>
                    <a:pt x="1525912" y="369701"/>
                  </a:lnTo>
                  <a:lnTo>
                    <a:pt x="1518127" y="368159"/>
                  </a:lnTo>
                  <a:lnTo>
                    <a:pt x="1510342" y="366970"/>
                  </a:lnTo>
                  <a:lnTo>
                    <a:pt x="1502557" y="365913"/>
                  </a:lnTo>
                  <a:lnTo>
                    <a:pt x="1494771" y="364689"/>
                  </a:lnTo>
                  <a:lnTo>
                    <a:pt x="1486986" y="363420"/>
                  </a:lnTo>
                  <a:lnTo>
                    <a:pt x="1479201" y="361985"/>
                  </a:lnTo>
                  <a:lnTo>
                    <a:pt x="1471416" y="360880"/>
                  </a:lnTo>
                  <a:lnTo>
                    <a:pt x="1463630" y="359599"/>
                  </a:lnTo>
                  <a:lnTo>
                    <a:pt x="1455845" y="358319"/>
                  </a:lnTo>
                  <a:lnTo>
                    <a:pt x="1448060" y="357033"/>
                  </a:lnTo>
                  <a:lnTo>
                    <a:pt x="1440275" y="355739"/>
                  </a:lnTo>
                  <a:lnTo>
                    <a:pt x="1432489" y="354441"/>
                  </a:lnTo>
                  <a:lnTo>
                    <a:pt x="1424704" y="353139"/>
                  </a:lnTo>
                  <a:lnTo>
                    <a:pt x="1416919" y="351868"/>
                  </a:lnTo>
                  <a:lnTo>
                    <a:pt x="1409133" y="350510"/>
                  </a:lnTo>
                  <a:lnTo>
                    <a:pt x="1401348" y="349106"/>
                  </a:lnTo>
                  <a:lnTo>
                    <a:pt x="1393563" y="347612"/>
                  </a:lnTo>
                  <a:lnTo>
                    <a:pt x="1385778" y="346343"/>
                  </a:lnTo>
                  <a:lnTo>
                    <a:pt x="1377992" y="345070"/>
                  </a:lnTo>
                  <a:lnTo>
                    <a:pt x="1370207" y="343793"/>
                  </a:lnTo>
                  <a:lnTo>
                    <a:pt x="1362422" y="342512"/>
                  </a:lnTo>
                  <a:lnTo>
                    <a:pt x="1354637" y="341234"/>
                  </a:lnTo>
                  <a:lnTo>
                    <a:pt x="1346851" y="339953"/>
                  </a:lnTo>
                  <a:lnTo>
                    <a:pt x="1339066" y="338662"/>
                  </a:lnTo>
                  <a:lnTo>
                    <a:pt x="1331281" y="337366"/>
                  </a:lnTo>
                  <a:lnTo>
                    <a:pt x="1323495" y="336066"/>
                  </a:lnTo>
                  <a:lnTo>
                    <a:pt x="1315710" y="334763"/>
                  </a:lnTo>
                  <a:lnTo>
                    <a:pt x="1307925" y="333455"/>
                  </a:lnTo>
                  <a:lnTo>
                    <a:pt x="1300140" y="332143"/>
                  </a:lnTo>
                  <a:lnTo>
                    <a:pt x="1292354" y="330826"/>
                  </a:lnTo>
                  <a:lnTo>
                    <a:pt x="1284569" y="329401"/>
                  </a:lnTo>
                  <a:lnTo>
                    <a:pt x="1276784" y="327912"/>
                  </a:lnTo>
                  <a:lnTo>
                    <a:pt x="1268999" y="326462"/>
                  </a:lnTo>
                  <a:lnTo>
                    <a:pt x="1261213" y="325141"/>
                  </a:lnTo>
                  <a:lnTo>
                    <a:pt x="1253428" y="323790"/>
                  </a:lnTo>
                  <a:lnTo>
                    <a:pt x="1245643" y="322130"/>
                  </a:lnTo>
                  <a:lnTo>
                    <a:pt x="1237857" y="321080"/>
                  </a:lnTo>
                  <a:lnTo>
                    <a:pt x="1230072" y="319720"/>
                  </a:lnTo>
                  <a:lnTo>
                    <a:pt x="1222287" y="318313"/>
                  </a:lnTo>
                  <a:lnTo>
                    <a:pt x="1214502" y="316716"/>
                  </a:lnTo>
                  <a:lnTo>
                    <a:pt x="1206716" y="315115"/>
                  </a:lnTo>
                  <a:lnTo>
                    <a:pt x="1198931" y="313958"/>
                  </a:lnTo>
                  <a:lnTo>
                    <a:pt x="1191146" y="312866"/>
                  </a:lnTo>
                  <a:lnTo>
                    <a:pt x="1183361" y="311485"/>
                  </a:lnTo>
                  <a:lnTo>
                    <a:pt x="1175575" y="310101"/>
                  </a:lnTo>
                  <a:lnTo>
                    <a:pt x="1167790" y="308714"/>
                  </a:lnTo>
                  <a:lnTo>
                    <a:pt x="1160005" y="307305"/>
                  </a:lnTo>
                  <a:lnTo>
                    <a:pt x="1152220" y="305879"/>
                  </a:lnTo>
                  <a:lnTo>
                    <a:pt x="1144434" y="304112"/>
                  </a:lnTo>
                  <a:lnTo>
                    <a:pt x="1136649" y="302733"/>
                  </a:lnTo>
                  <a:lnTo>
                    <a:pt x="1128864" y="301351"/>
                  </a:lnTo>
                  <a:lnTo>
                    <a:pt x="1121078" y="300143"/>
                  </a:lnTo>
                  <a:lnTo>
                    <a:pt x="1113293" y="298924"/>
                  </a:lnTo>
                  <a:lnTo>
                    <a:pt x="1105508" y="297530"/>
                  </a:lnTo>
                  <a:lnTo>
                    <a:pt x="1097723" y="296121"/>
                  </a:lnTo>
                  <a:lnTo>
                    <a:pt x="1089937" y="294706"/>
                  </a:lnTo>
                  <a:lnTo>
                    <a:pt x="1082152" y="293276"/>
                  </a:lnTo>
                  <a:lnTo>
                    <a:pt x="1074367" y="291615"/>
                  </a:lnTo>
                  <a:lnTo>
                    <a:pt x="1066582" y="290426"/>
                  </a:lnTo>
                  <a:lnTo>
                    <a:pt x="1058796" y="289009"/>
                  </a:lnTo>
                  <a:lnTo>
                    <a:pt x="1051011" y="287764"/>
                  </a:lnTo>
                  <a:lnTo>
                    <a:pt x="1043226" y="286562"/>
                  </a:lnTo>
                  <a:lnTo>
                    <a:pt x="1035440" y="284811"/>
                  </a:lnTo>
                  <a:lnTo>
                    <a:pt x="1027655" y="283287"/>
                  </a:lnTo>
                  <a:lnTo>
                    <a:pt x="1019870" y="281849"/>
                  </a:lnTo>
                  <a:lnTo>
                    <a:pt x="1012085" y="280408"/>
                  </a:lnTo>
                  <a:lnTo>
                    <a:pt x="1004299" y="278962"/>
                  </a:lnTo>
                  <a:lnTo>
                    <a:pt x="996514" y="277512"/>
                  </a:lnTo>
                  <a:lnTo>
                    <a:pt x="988729" y="276062"/>
                  </a:lnTo>
                  <a:lnTo>
                    <a:pt x="980944" y="274644"/>
                  </a:lnTo>
                  <a:lnTo>
                    <a:pt x="973158" y="273221"/>
                  </a:lnTo>
                  <a:lnTo>
                    <a:pt x="965373" y="271900"/>
                  </a:lnTo>
                  <a:lnTo>
                    <a:pt x="957588" y="270549"/>
                  </a:lnTo>
                  <a:lnTo>
                    <a:pt x="949802" y="269314"/>
                  </a:lnTo>
                  <a:lnTo>
                    <a:pt x="942017" y="268551"/>
                  </a:lnTo>
                  <a:lnTo>
                    <a:pt x="934232" y="267134"/>
                  </a:lnTo>
                  <a:lnTo>
                    <a:pt x="926447" y="265808"/>
                  </a:lnTo>
                  <a:lnTo>
                    <a:pt x="918661" y="265234"/>
                  </a:lnTo>
                  <a:lnTo>
                    <a:pt x="910876" y="263692"/>
                  </a:lnTo>
                  <a:lnTo>
                    <a:pt x="903091" y="262674"/>
                  </a:lnTo>
                  <a:lnTo>
                    <a:pt x="895306" y="261471"/>
                  </a:lnTo>
                  <a:lnTo>
                    <a:pt x="887520" y="260370"/>
                  </a:lnTo>
                  <a:lnTo>
                    <a:pt x="879735" y="259381"/>
                  </a:lnTo>
                  <a:lnTo>
                    <a:pt x="871950" y="258266"/>
                  </a:lnTo>
                  <a:lnTo>
                    <a:pt x="864165" y="256628"/>
                  </a:lnTo>
                  <a:lnTo>
                    <a:pt x="856379" y="254982"/>
                  </a:lnTo>
                  <a:lnTo>
                    <a:pt x="848594" y="253569"/>
                  </a:lnTo>
                  <a:lnTo>
                    <a:pt x="840809" y="251883"/>
                  </a:lnTo>
                  <a:lnTo>
                    <a:pt x="833023" y="250210"/>
                  </a:lnTo>
                  <a:lnTo>
                    <a:pt x="825238" y="248872"/>
                  </a:lnTo>
                  <a:lnTo>
                    <a:pt x="817453" y="247436"/>
                  </a:lnTo>
                  <a:lnTo>
                    <a:pt x="809668" y="246447"/>
                  </a:lnTo>
                  <a:lnTo>
                    <a:pt x="801882" y="245450"/>
                  </a:lnTo>
                  <a:lnTo>
                    <a:pt x="794097" y="244449"/>
                  </a:lnTo>
                  <a:lnTo>
                    <a:pt x="786312" y="243441"/>
                  </a:lnTo>
                  <a:lnTo>
                    <a:pt x="778527" y="241978"/>
                  </a:lnTo>
                  <a:lnTo>
                    <a:pt x="770741" y="240614"/>
                  </a:lnTo>
                  <a:lnTo>
                    <a:pt x="762956" y="239019"/>
                  </a:lnTo>
                  <a:lnTo>
                    <a:pt x="755171" y="237833"/>
                  </a:lnTo>
                  <a:lnTo>
                    <a:pt x="747385" y="237113"/>
                  </a:lnTo>
                  <a:lnTo>
                    <a:pt x="739600" y="236392"/>
                  </a:lnTo>
                  <a:lnTo>
                    <a:pt x="731815" y="235317"/>
                  </a:lnTo>
                  <a:lnTo>
                    <a:pt x="724030" y="234094"/>
                  </a:lnTo>
                  <a:lnTo>
                    <a:pt x="716244" y="232755"/>
                  </a:lnTo>
                  <a:lnTo>
                    <a:pt x="708459" y="230753"/>
                  </a:lnTo>
                  <a:lnTo>
                    <a:pt x="700674" y="229619"/>
                  </a:lnTo>
                  <a:lnTo>
                    <a:pt x="692889" y="228816"/>
                  </a:lnTo>
                  <a:lnTo>
                    <a:pt x="685103" y="227371"/>
                  </a:lnTo>
                  <a:lnTo>
                    <a:pt x="677318" y="226017"/>
                  </a:lnTo>
                  <a:lnTo>
                    <a:pt x="669533" y="224581"/>
                  </a:lnTo>
                  <a:lnTo>
                    <a:pt x="661747" y="223148"/>
                  </a:lnTo>
                  <a:lnTo>
                    <a:pt x="653962" y="222459"/>
                  </a:lnTo>
                  <a:lnTo>
                    <a:pt x="646177" y="221730"/>
                  </a:lnTo>
                  <a:lnTo>
                    <a:pt x="638392" y="220625"/>
                  </a:lnTo>
                  <a:lnTo>
                    <a:pt x="630606" y="219536"/>
                  </a:lnTo>
                  <a:lnTo>
                    <a:pt x="622821" y="218692"/>
                  </a:lnTo>
                  <a:lnTo>
                    <a:pt x="615036" y="217874"/>
                  </a:lnTo>
                  <a:lnTo>
                    <a:pt x="607251" y="217419"/>
                  </a:lnTo>
                  <a:lnTo>
                    <a:pt x="599465" y="215811"/>
                  </a:lnTo>
                  <a:lnTo>
                    <a:pt x="591680" y="214408"/>
                  </a:lnTo>
                  <a:lnTo>
                    <a:pt x="583895" y="213118"/>
                  </a:lnTo>
                  <a:lnTo>
                    <a:pt x="576110" y="212452"/>
                  </a:lnTo>
                  <a:lnTo>
                    <a:pt x="568324" y="211631"/>
                  </a:lnTo>
                  <a:lnTo>
                    <a:pt x="560539" y="210794"/>
                  </a:lnTo>
                  <a:lnTo>
                    <a:pt x="552754" y="209550"/>
                  </a:lnTo>
                  <a:lnTo>
                    <a:pt x="544968" y="208882"/>
                  </a:lnTo>
                  <a:lnTo>
                    <a:pt x="537183" y="207508"/>
                  </a:lnTo>
                  <a:lnTo>
                    <a:pt x="529398" y="206716"/>
                  </a:lnTo>
                  <a:lnTo>
                    <a:pt x="521613" y="206123"/>
                  </a:lnTo>
                  <a:lnTo>
                    <a:pt x="513827" y="205423"/>
                  </a:lnTo>
                  <a:lnTo>
                    <a:pt x="506042" y="203980"/>
                  </a:lnTo>
                  <a:lnTo>
                    <a:pt x="498257" y="204065"/>
                  </a:lnTo>
                  <a:lnTo>
                    <a:pt x="490472" y="203371"/>
                  </a:lnTo>
                  <a:lnTo>
                    <a:pt x="482686" y="202664"/>
                  </a:lnTo>
                  <a:lnTo>
                    <a:pt x="474901" y="201968"/>
                  </a:lnTo>
                  <a:lnTo>
                    <a:pt x="467116" y="201265"/>
                  </a:lnTo>
                  <a:lnTo>
                    <a:pt x="459330" y="200311"/>
                  </a:lnTo>
                  <a:lnTo>
                    <a:pt x="451545" y="199609"/>
                  </a:lnTo>
                  <a:lnTo>
                    <a:pt x="443760" y="198443"/>
                  </a:lnTo>
                  <a:lnTo>
                    <a:pt x="435975" y="197420"/>
                  </a:lnTo>
                  <a:lnTo>
                    <a:pt x="428189" y="196659"/>
                  </a:lnTo>
                  <a:lnTo>
                    <a:pt x="420404" y="195401"/>
                  </a:lnTo>
                  <a:lnTo>
                    <a:pt x="412619" y="194130"/>
                  </a:lnTo>
                  <a:lnTo>
                    <a:pt x="404834" y="193205"/>
                  </a:lnTo>
                  <a:lnTo>
                    <a:pt x="397048" y="191825"/>
                  </a:lnTo>
                  <a:lnTo>
                    <a:pt x="389263" y="190783"/>
                  </a:lnTo>
                  <a:lnTo>
                    <a:pt x="381478" y="190498"/>
                  </a:lnTo>
                  <a:lnTo>
                    <a:pt x="373692" y="189661"/>
                  </a:lnTo>
                  <a:lnTo>
                    <a:pt x="365907" y="188394"/>
                  </a:lnTo>
                  <a:lnTo>
                    <a:pt x="358122" y="187996"/>
                  </a:lnTo>
                  <a:lnTo>
                    <a:pt x="350337" y="187199"/>
                  </a:lnTo>
                  <a:lnTo>
                    <a:pt x="342551" y="186347"/>
                  </a:lnTo>
                  <a:lnTo>
                    <a:pt x="334766" y="185590"/>
                  </a:lnTo>
                  <a:lnTo>
                    <a:pt x="326981" y="184861"/>
                  </a:lnTo>
                  <a:lnTo>
                    <a:pt x="319196" y="184309"/>
                  </a:lnTo>
                  <a:lnTo>
                    <a:pt x="311410" y="183971"/>
                  </a:lnTo>
                  <a:lnTo>
                    <a:pt x="303625" y="183416"/>
                  </a:lnTo>
                  <a:lnTo>
                    <a:pt x="295840" y="182797"/>
                  </a:lnTo>
                  <a:lnTo>
                    <a:pt x="288055" y="182175"/>
                  </a:lnTo>
                  <a:lnTo>
                    <a:pt x="280269" y="181611"/>
                  </a:lnTo>
                  <a:lnTo>
                    <a:pt x="272484" y="181553"/>
                  </a:lnTo>
                  <a:lnTo>
                    <a:pt x="264699" y="181147"/>
                  </a:lnTo>
                  <a:lnTo>
                    <a:pt x="256913" y="180450"/>
                  </a:lnTo>
                  <a:lnTo>
                    <a:pt x="249128" y="179855"/>
                  </a:lnTo>
                  <a:lnTo>
                    <a:pt x="241343" y="179323"/>
                  </a:lnTo>
                  <a:lnTo>
                    <a:pt x="233558" y="178762"/>
                  </a:lnTo>
                  <a:lnTo>
                    <a:pt x="225772" y="178405"/>
                  </a:lnTo>
                  <a:lnTo>
                    <a:pt x="217987" y="177529"/>
                  </a:lnTo>
                  <a:lnTo>
                    <a:pt x="210202" y="177009"/>
                  </a:lnTo>
                  <a:lnTo>
                    <a:pt x="202417" y="176992"/>
                  </a:lnTo>
                  <a:lnTo>
                    <a:pt x="194631" y="176985"/>
                  </a:lnTo>
                  <a:lnTo>
                    <a:pt x="186846" y="176483"/>
                  </a:lnTo>
                  <a:lnTo>
                    <a:pt x="179061" y="175803"/>
                  </a:lnTo>
                  <a:lnTo>
                    <a:pt x="171275" y="175118"/>
                  </a:lnTo>
                  <a:lnTo>
                    <a:pt x="163490" y="174829"/>
                  </a:lnTo>
                  <a:lnTo>
                    <a:pt x="155705" y="174149"/>
                  </a:lnTo>
                  <a:lnTo>
                    <a:pt x="147920" y="174096"/>
                  </a:lnTo>
                  <a:lnTo>
                    <a:pt x="140134" y="174051"/>
                  </a:lnTo>
                  <a:lnTo>
                    <a:pt x="132349" y="173657"/>
                  </a:lnTo>
                  <a:lnTo>
                    <a:pt x="124564" y="173414"/>
                  </a:lnTo>
                  <a:lnTo>
                    <a:pt x="116779" y="172777"/>
                  </a:lnTo>
                  <a:lnTo>
                    <a:pt x="108993" y="173169"/>
                  </a:lnTo>
                  <a:lnTo>
                    <a:pt x="101208" y="173025"/>
                  </a:lnTo>
                  <a:lnTo>
                    <a:pt x="93423" y="173091"/>
                  </a:lnTo>
                  <a:lnTo>
                    <a:pt x="85637" y="173135"/>
                  </a:lnTo>
                  <a:lnTo>
                    <a:pt x="77852" y="173435"/>
                  </a:lnTo>
                  <a:lnTo>
                    <a:pt x="70067" y="172981"/>
                  </a:lnTo>
                  <a:lnTo>
                    <a:pt x="62282" y="172931"/>
                  </a:lnTo>
                  <a:lnTo>
                    <a:pt x="54496" y="172056"/>
                  </a:lnTo>
                  <a:lnTo>
                    <a:pt x="46711" y="172058"/>
                  </a:lnTo>
                  <a:lnTo>
                    <a:pt x="38926" y="171719"/>
                  </a:lnTo>
                  <a:lnTo>
                    <a:pt x="31141" y="171561"/>
                  </a:lnTo>
                  <a:lnTo>
                    <a:pt x="23355" y="171442"/>
                  </a:lnTo>
                  <a:lnTo>
                    <a:pt x="15570" y="171229"/>
                  </a:lnTo>
                  <a:lnTo>
                    <a:pt x="7785" y="171066"/>
                  </a:lnTo>
                  <a:lnTo>
                    <a:pt x="0" y="170850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6049435" y="2543702"/>
              <a:ext cx="2016385" cy="81680"/>
            </a:xfrm>
            <a:custGeom>
              <a:avLst/>
              <a:pathLst>
                <a:path w="2016385" h="81680">
                  <a:moveTo>
                    <a:pt x="0" y="0"/>
                  </a:moveTo>
                  <a:lnTo>
                    <a:pt x="7785" y="772"/>
                  </a:lnTo>
                  <a:lnTo>
                    <a:pt x="15570" y="1777"/>
                  </a:lnTo>
                  <a:lnTo>
                    <a:pt x="23355" y="2454"/>
                  </a:lnTo>
                  <a:lnTo>
                    <a:pt x="31141" y="3038"/>
                  </a:lnTo>
                  <a:lnTo>
                    <a:pt x="38926" y="4350"/>
                  </a:lnTo>
                  <a:lnTo>
                    <a:pt x="46711" y="5508"/>
                  </a:lnTo>
                  <a:lnTo>
                    <a:pt x="54496" y="6096"/>
                  </a:lnTo>
                  <a:lnTo>
                    <a:pt x="62282" y="7117"/>
                  </a:lnTo>
                  <a:lnTo>
                    <a:pt x="70067" y="8154"/>
                  </a:lnTo>
                  <a:lnTo>
                    <a:pt x="77852" y="9197"/>
                  </a:lnTo>
                  <a:lnTo>
                    <a:pt x="85637" y="10187"/>
                  </a:lnTo>
                  <a:lnTo>
                    <a:pt x="93423" y="10546"/>
                  </a:lnTo>
                  <a:lnTo>
                    <a:pt x="101208" y="11107"/>
                  </a:lnTo>
                  <a:lnTo>
                    <a:pt x="108993" y="12174"/>
                  </a:lnTo>
                  <a:lnTo>
                    <a:pt x="116779" y="13368"/>
                  </a:lnTo>
                  <a:lnTo>
                    <a:pt x="124564" y="14172"/>
                  </a:lnTo>
                  <a:lnTo>
                    <a:pt x="132349" y="15300"/>
                  </a:lnTo>
                  <a:lnTo>
                    <a:pt x="140134" y="16397"/>
                  </a:lnTo>
                  <a:lnTo>
                    <a:pt x="147920" y="16858"/>
                  </a:lnTo>
                  <a:lnTo>
                    <a:pt x="155705" y="17477"/>
                  </a:lnTo>
                  <a:lnTo>
                    <a:pt x="163490" y="18407"/>
                  </a:lnTo>
                  <a:lnTo>
                    <a:pt x="171275" y="19545"/>
                  </a:lnTo>
                  <a:lnTo>
                    <a:pt x="179061" y="20638"/>
                  </a:lnTo>
                  <a:lnTo>
                    <a:pt x="186846" y="21021"/>
                  </a:lnTo>
                  <a:lnTo>
                    <a:pt x="194631" y="21631"/>
                  </a:lnTo>
                  <a:lnTo>
                    <a:pt x="202417" y="22617"/>
                  </a:lnTo>
                  <a:lnTo>
                    <a:pt x="210202" y="23612"/>
                  </a:lnTo>
                  <a:lnTo>
                    <a:pt x="217987" y="24618"/>
                  </a:lnTo>
                  <a:lnTo>
                    <a:pt x="225772" y="25345"/>
                  </a:lnTo>
                  <a:lnTo>
                    <a:pt x="233558" y="26339"/>
                  </a:lnTo>
                  <a:lnTo>
                    <a:pt x="241343" y="27178"/>
                  </a:lnTo>
                  <a:lnTo>
                    <a:pt x="249128" y="28165"/>
                  </a:lnTo>
                  <a:lnTo>
                    <a:pt x="256913" y="29088"/>
                  </a:lnTo>
                  <a:lnTo>
                    <a:pt x="264699" y="29911"/>
                  </a:lnTo>
                  <a:lnTo>
                    <a:pt x="272484" y="30518"/>
                  </a:lnTo>
                  <a:lnTo>
                    <a:pt x="280269" y="31102"/>
                  </a:lnTo>
                  <a:lnTo>
                    <a:pt x="288055" y="32100"/>
                  </a:lnTo>
                  <a:lnTo>
                    <a:pt x="295840" y="32883"/>
                  </a:lnTo>
                  <a:lnTo>
                    <a:pt x="303625" y="33512"/>
                  </a:lnTo>
                  <a:lnTo>
                    <a:pt x="311410" y="34248"/>
                  </a:lnTo>
                  <a:lnTo>
                    <a:pt x="319196" y="34824"/>
                  </a:lnTo>
                  <a:lnTo>
                    <a:pt x="326981" y="35464"/>
                  </a:lnTo>
                  <a:lnTo>
                    <a:pt x="334766" y="36134"/>
                  </a:lnTo>
                  <a:lnTo>
                    <a:pt x="342551" y="36876"/>
                  </a:lnTo>
                  <a:lnTo>
                    <a:pt x="350337" y="37964"/>
                  </a:lnTo>
                  <a:lnTo>
                    <a:pt x="358122" y="38833"/>
                  </a:lnTo>
                  <a:lnTo>
                    <a:pt x="365907" y="39685"/>
                  </a:lnTo>
                  <a:lnTo>
                    <a:pt x="373692" y="40462"/>
                  </a:lnTo>
                  <a:lnTo>
                    <a:pt x="381478" y="41494"/>
                  </a:lnTo>
                  <a:lnTo>
                    <a:pt x="389263" y="42520"/>
                  </a:lnTo>
                  <a:lnTo>
                    <a:pt x="397048" y="43358"/>
                  </a:lnTo>
                  <a:lnTo>
                    <a:pt x="404834" y="43705"/>
                  </a:lnTo>
                  <a:lnTo>
                    <a:pt x="412619" y="44351"/>
                  </a:lnTo>
                  <a:lnTo>
                    <a:pt x="420404" y="45236"/>
                  </a:lnTo>
                  <a:lnTo>
                    <a:pt x="428189" y="45589"/>
                  </a:lnTo>
                  <a:lnTo>
                    <a:pt x="435975" y="46522"/>
                  </a:lnTo>
                  <a:lnTo>
                    <a:pt x="443760" y="46736"/>
                  </a:lnTo>
                  <a:lnTo>
                    <a:pt x="451545" y="47531"/>
                  </a:lnTo>
                  <a:lnTo>
                    <a:pt x="459330" y="47909"/>
                  </a:lnTo>
                  <a:lnTo>
                    <a:pt x="467116" y="48370"/>
                  </a:lnTo>
                  <a:lnTo>
                    <a:pt x="474901" y="49277"/>
                  </a:lnTo>
                  <a:lnTo>
                    <a:pt x="482686" y="49620"/>
                  </a:lnTo>
                  <a:lnTo>
                    <a:pt x="490472" y="50061"/>
                  </a:lnTo>
                  <a:lnTo>
                    <a:pt x="498257" y="50387"/>
                  </a:lnTo>
                  <a:lnTo>
                    <a:pt x="506042" y="50574"/>
                  </a:lnTo>
                  <a:lnTo>
                    <a:pt x="513827" y="50761"/>
                  </a:lnTo>
                  <a:lnTo>
                    <a:pt x="521613" y="50966"/>
                  </a:lnTo>
                  <a:lnTo>
                    <a:pt x="529398" y="51467"/>
                  </a:lnTo>
                  <a:lnTo>
                    <a:pt x="537183" y="52034"/>
                  </a:lnTo>
                  <a:lnTo>
                    <a:pt x="544968" y="53083"/>
                  </a:lnTo>
                  <a:lnTo>
                    <a:pt x="552754" y="53795"/>
                  </a:lnTo>
                  <a:lnTo>
                    <a:pt x="560539" y="54382"/>
                  </a:lnTo>
                  <a:lnTo>
                    <a:pt x="568324" y="54611"/>
                  </a:lnTo>
                  <a:lnTo>
                    <a:pt x="576110" y="54689"/>
                  </a:lnTo>
                  <a:lnTo>
                    <a:pt x="583895" y="55084"/>
                  </a:lnTo>
                  <a:lnTo>
                    <a:pt x="591680" y="55820"/>
                  </a:lnTo>
                  <a:lnTo>
                    <a:pt x="599465" y="56616"/>
                  </a:lnTo>
                  <a:lnTo>
                    <a:pt x="607251" y="57059"/>
                  </a:lnTo>
                  <a:lnTo>
                    <a:pt x="615036" y="57355"/>
                  </a:lnTo>
                  <a:lnTo>
                    <a:pt x="622821" y="57430"/>
                  </a:lnTo>
                  <a:lnTo>
                    <a:pt x="630606" y="58224"/>
                  </a:lnTo>
                  <a:lnTo>
                    <a:pt x="638392" y="59078"/>
                  </a:lnTo>
                  <a:lnTo>
                    <a:pt x="646177" y="59438"/>
                  </a:lnTo>
                  <a:lnTo>
                    <a:pt x="653962" y="59687"/>
                  </a:lnTo>
                  <a:lnTo>
                    <a:pt x="661747" y="59903"/>
                  </a:lnTo>
                  <a:lnTo>
                    <a:pt x="669533" y="60120"/>
                  </a:lnTo>
                  <a:lnTo>
                    <a:pt x="677318" y="60344"/>
                  </a:lnTo>
                  <a:lnTo>
                    <a:pt x="685103" y="60860"/>
                  </a:lnTo>
                  <a:lnTo>
                    <a:pt x="692889" y="61507"/>
                  </a:lnTo>
                  <a:lnTo>
                    <a:pt x="700674" y="61911"/>
                  </a:lnTo>
                  <a:lnTo>
                    <a:pt x="708459" y="62160"/>
                  </a:lnTo>
                  <a:lnTo>
                    <a:pt x="716244" y="62690"/>
                  </a:lnTo>
                  <a:lnTo>
                    <a:pt x="724030" y="63106"/>
                  </a:lnTo>
                  <a:lnTo>
                    <a:pt x="731815" y="63885"/>
                  </a:lnTo>
                  <a:lnTo>
                    <a:pt x="739600" y="64462"/>
                  </a:lnTo>
                  <a:lnTo>
                    <a:pt x="747385" y="65040"/>
                  </a:lnTo>
                  <a:lnTo>
                    <a:pt x="755171" y="65525"/>
                  </a:lnTo>
                  <a:lnTo>
                    <a:pt x="762956" y="65886"/>
                  </a:lnTo>
                  <a:lnTo>
                    <a:pt x="770741" y="66210"/>
                  </a:lnTo>
                  <a:lnTo>
                    <a:pt x="778527" y="66597"/>
                  </a:lnTo>
                  <a:lnTo>
                    <a:pt x="786312" y="66962"/>
                  </a:lnTo>
                  <a:lnTo>
                    <a:pt x="794097" y="67237"/>
                  </a:lnTo>
                  <a:lnTo>
                    <a:pt x="801882" y="67678"/>
                  </a:lnTo>
                  <a:lnTo>
                    <a:pt x="809668" y="67782"/>
                  </a:lnTo>
                  <a:lnTo>
                    <a:pt x="817453" y="68047"/>
                  </a:lnTo>
                  <a:lnTo>
                    <a:pt x="825238" y="68323"/>
                  </a:lnTo>
                  <a:lnTo>
                    <a:pt x="833023" y="68600"/>
                  </a:lnTo>
                  <a:lnTo>
                    <a:pt x="840809" y="68850"/>
                  </a:lnTo>
                  <a:lnTo>
                    <a:pt x="848594" y="69110"/>
                  </a:lnTo>
                  <a:lnTo>
                    <a:pt x="856379" y="69315"/>
                  </a:lnTo>
                  <a:lnTo>
                    <a:pt x="864165" y="69711"/>
                  </a:lnTo>
                  <a:lnTo>
                    <a:pt x="871950" y="70059"/>
                  </a:lnTo>
                  <a:lnTo>
                    <a:pt x="879735" y="70857"/>
                  </a:lnTo>
                  <a:lnTo>
                    <a:pt x="887520" y="71304"/>
                  </a:lnTo>
                  <a:lnTo>
                    <a:pt x="895306" y="71458"/>
                  </a:lnTo>
                  <a:lnTo>
                    <a:pt x="903091" y="71744"/>
                  </a:lnTo>
                  <a:lnTo>
                    <a:pt x="910876" y="71952"/>
                  </a:lnTo>
                  <a:lnTo>
                    <a:pt x="918661" y="72301"/>
                  </a:lnTo>
                  <a:lnTo>
                    <a:pt x="926447" y="72848"/>
                  </a:lnTo>
                  <a:lnTo>
                    <a:pt x="934232" y="73097"/>
                  </a:lnTo>
                  <a:lnTo>
                    <a:pt x="942017" y="73422"/>
                  </a:lnTo>
                  <a:lnTo>
                    <a:pt x="949802" y="73598"/>
                  </a:lnTo>
                  <a:lnTo>
                    <a:pt x="957588" y="73582"/>
                  </a:lnTo>
                  <a:lnTo>
                    <a:pt x="965373" y="73662"/>
                  </a:lnTo>
                  <a:lnTo>
                    <a:pt x="973158" y="73958"/>
                  </a:lnTo>
                  <a:lnTo>
                    <a:pt x="980944" y="73943"/>
                  </a:lnTo>
                  <a:lnTo>
                    <a:pt x="988729" y="74155"/>
                  </a:lnTo>
                  <a:lnTo>
                    <a:pt x="996514" y="74430"/>
                  </a:lnTo>
                  <a:lnTo>
                    <a:pt x="1004299" y="74611"/>
                  </a:lnTo>
                  <a:lnTo>
                    <a:pt x="1012085" y="75240"/>
                  </a:lnTo>
                  <a:lnTo>
                    <a:pt x="1019870" y="75651"/>
                  </a:lnTo>
                  <a:lnTo>
                    <a:pt x="1027655" y="75620"/>
                  </a:lnTo>
                  <a:lnTo>
                    <a:pt x="1035440" y="75698"/>
                  </a:lnTo>
                  <a:lnTo>
                    <a:pt x="1043226" y="75566"/>
                  </a:lnTo>
                  <a:lnTo>
                    <a:pt x="1051011" y="75338"/>
                  </a:lnTo>
                  <a:lnTo>
                    <a:pt x="1058796" y="75759"/>
                  </a:lnTo>
                  <a:lnTo>
                    <a:pt x="1066582" y="75964"/>
                  </a:lnTo>
                  <a:lnTo>
                    <a:pt x="1074367" y="76444"/>
                  </a:lnTo>
                  <a:lnTo>
                    <a:pt x="1082152" y="76925"/>
                  </a:lnTo>
                  <a:lnTo>
                    <a:pt x="1089937" y="76736"/>
                  </a:lnTo>
                  <a:lnTo>
                    <a:pt x="1097723" y="76463"/>
                  </a:lnTo>
                  <a:lnTo>
                    <a:pt x="1105508" y="76280"/>
                  </a:lnTo>
                  <a:lnTo>
                    <a:pt x="1113293" y="76859"/>
                  </a:lnTo>
                  <a:lnTo>
                    <a:pt x="1121078" y="77447"/>
                  </a:lnTo>
                  <a:lnTo>
                    <a:pt x="1128864" y="77917"/>
                  </a:lnTo>
                  <a:lnTo>
                    <a:pt x="1136649" y="77785"/>
                  </a:lnTo>
                  <a:lnTo>
                    <a:pt x="1144434" y="77655"/>
                  </a:lnTo>
                  <a:lnTo>
                    <a:pt x="1152220" y="77525"/>
                  </a:lnTo>
                  <a:lnTo>
                    <a:pt x="1160005" y="77372"/>
                  </a:lnTo>
                  <a:lnTo>
                    <a:pt x="1167790" y="77259"/>
                  </a:lnTo>
                  <a:lnTo>
                    <a:pt x="1175575" y="76976"/>
                  </a:lnTo>
                  <a:lnTo>
                    <a:pt x="1183361" y="76879"/>
                  </a:lnTo>
                  <a:lnTo>
                    <a:pt x="1191146" y="76510"/>
                  </a:lnTo>
                  <a:lnTo>
                    <a:pt x="1198931" y="76318"/>
                  </a:lnTo>
                  <a:lnTo>
                    <a:pt x="1206716" y="76505"/>
                  </a:lnTo>
                  <a:lnTo>
                    <a:pt x="1214502" y="76547"/>
                  </a:lnTo>
                  <a:lnTo>
                    <a:pt x="1222287" y="76657"/>
                  </a:lnTo>
                  <a:lnTo>
                    <a:pt x="1230072" y="76769"/>
                  </a:lnTo>
                  <a:lnTo>
                    <a:pt x="1237857" y="76883"/>
                  </a:lnTo>
                  <a:lnTo>
                    <a:pt x="1245643" y="77002"/>
                  </a:lnTo>
                  <a:lnTo>
                    <a:pt x="1253428" y="76805"/>
                  </a:lnTo>
                  <a:lnTo>
                    <a:pt x="1261213" y="76945"/>
                  </a:lnTo>
                  <a:lnTo>
                    <a:pt x="1268999" y="77172"/>
                  </a:lnTo>
                  <a:lnTo>
                    <a:pt x="1276784" y="77401"/>
                  </a:lnTo>
                  <a:lnTo>
                    <a:pt x="1284569" y="77588"/>
                  </a:lnTo>
                  <a:lnTo>
                    <a:pt x="1292354" y="77708"/>
                  </a:lnTo>
                  <a:lnTo>
                    <a:pt x="1300140" y="77800"/>
                  </a:lnTo>
                  <a:lnTo>
                    <a:pt x="1307925" y="78069"/>
                  </a:lnTo>
                  <a:lnTo>
                    <a:pt x="1315710" y="78352"/>
                  </a:lnTo>
                  <a:lnTo>
                    <a:pt x="1323495" y="78524"/>
                  </a:lnTo>
                  <a:lnTo>
                    <a:pt x="1331281" y="78294"/>
                  </a:lnTo>
                  <a:lnTo>
                    <a:pt x="1339066" y="78482"/>
                  </a:lnTo>
                  <a:lnTo>
                    <a:pt x="1346851" y="78729"/>
                  </a:lnTo>
                  <a:lnTo>
                    <a:pt x="1354637" y="78977"/>
                  </a:lnTo>
                  <a:lnTo>
                    <a:pt x="1362422" y="79224"/>
                  </a:lnTo>
                  <a:lnTo>
                    <a:pt x="1370207" y="79328"/>
                  </a:lnTo>
                  <a:lnTo>
                    <a:pt x="1377992" y="79234"/>
                  </a:lnTo>
                  <a:lnTo>
                    <a:pt x="1385778" y="79259"/>
                  </a:lnTo>
                  <a:lnTo>
                    <a:pt x="1393563" y="79772"/>
                  </a:lnTo>
                  <a:lnTo>
                    <a:pt x="1401348" y="79922"/>
                  </a:lnTo>
                  <a:lnTo>
                    <a:pt x="1409133" y="79952"/>
                  </a:lnTo>
                  <a:lnTo>
                    <a:pt x="1416919" y="80103"/>
                  </a:lnTo>
                  <a:lnTo>
                    <a:pt x="1424704" y="80394"/>
                  </a:lnTo>
                  <a:lnTo>
                    <a:pt x="1432489" y="80688"/>
                  </a:lnTo>
                  <a:lnTo>
                    <a:pt x="1440275" y="80944"/>
                  </a:lnTo>
                  <a:lnTo>
                    <a:pt x="1448060" y="81090"/>
                  </a:lnTo>
                  <a:lnTo>
                    <a:pt x="1455845" y="81545"/>
                  </a:lnTo>
                  <a:lnTo>
                    <a:pt x="1463630" y="81680"/>
                  </a:lnTo>
                  <a:lnTo>
                    <a:pt x="1471416" y="81393"/>
                  </a:lnTo>
                  <a:lnTo>
                    <a:pt x="1479201" y="81306"/>
                  </a:lnTo>
                  <a:lnTo>
                    <a:pt x="1486986" y="81369"/>
                  </a:lnTo>
                  <a:lnTo>
                    <a:pt x="1494771" y="81438"/>
                  </a:lnTo>
                  <a:lnTo>
                    <a:pt x="1502557" y="81067"/>
                  </a:lnTo>
                  <a:lnTo>
                    <a:pt x="1510342" y="80921"/>
                  </a:lnTo>
                  <a:lnTo>
                    <a:pt x="1518127" y="81096"/>
                  </a:lnTo>
                  <a:lnTo>
                    <a:pt x="1525912" y="81204"/>
                  </a:lnTo>
                  <a:lnTo>
                    <a:pt x="1533698" y="81289"/>
                  </a:lnTo>
                  <a:lnTo>
                    <a:pt x="1541483" y="81127"/>
                  </a:lnTo>
                  <a:lnTo>
                    <a:pt x="1549268" y="81011"/>
                  </a:lnTo>
                  <a:lnTo>
                    <a:pt x="1557054" y="80861"/>
                  </a:lnTo>
                  <a:lnTo>
                    <a:pt x="1564839" y="80720"/>
                  </a:lnTo>
                  <a:lnTo>
                    <a:pt x="1572624" y="80579"/>
                  </a:lnTo>
                  <a:lnTo>
                    <a:pt x="1580409" y="80466"/>
                  </a:lnTo>
                  <a:lnTo>
                    <a:pt x="1588195" y="80485"/>
                  </a:lnTo>
                  <a:lnTo>
                    <a:pt x="1595980" y="80504"/>
                  </a:lnTo>
                  <a:lnTo>
                    <a:pt x="1603765" y="80337"/>
                  </a:lnTo>
                  <a:lnTo>
                    <a:pt x="1611550" y="79980"/>
                  </a:lnTo>
                  <a:lnTo>
                    <a:pt x="1619336" y="79711"/>
                  </a:lnTo>
                  <a:lnTo>
                    <a:pt x="1627121" y="79561"/>
                  </a:lnTo>
                  <a:lnTo>
                    <a:pt x="1634906" y="79420"/>
                  </a:lnTo>
                  <a:lnTo>
                    <a:pt x="1642692" y="79304"/>
                  </a:lnTo>
                  <a:lnTo>
                    <a:pt x="1650477" y="79379"/>
                  </a:lnTo>
                  <a:lnTo>
                    <a:pt x="1658262" y="79454"/>
                  </a:lnTo>
                  <a:lnTo>
                    <a:pt x="1666047" y="79537"/>
                  </a:lnTo>
                  <a:lnTo>
                    <a:pt x="1673833" y="79621"/>
                  </a:lnTo>
                  <a:lnTo>
                    <a:pt x="1681618" y="79648"/>
                  </a:lnTo>
                  <a:lnTo>
                    <a:pt x="1689403" y="79768"/>
                  </a:lnTo>
                  <a:lnTo>
                    <a:pt x="1697188" y="79712"/>
                  </a:lnTo>
                  <a:lnTo>
                    <a:pt x="1704974" y="79940"/>
                  </a:lnTo>
                  <a:lnTo>
                    <a:pt x="1712759" y="79746"/>
                  </a:lnTo>
                  <a:lnTo>
                    <a:pt x="1720544" y="79353"/>
                  </a:lnTo>
                  <a:lnTo>
                    <a:pt x="1728330" y="79044"/>
                  </a:lnTo>
                  <a:lnTo>
                    <a:pt x="1736115" y="78871"/>
                  </a:lnTo>
                  <a:lnTo>
                    <a:pt x="1743900" y="78699"/>
                  </a:lnTo>
                  <a:lnTo>
                    <a:pt x="1751685" y="78526"/>
                  </a:lnTo>
                  <a:lnTo>
                    <a:pt x="1759471" y="78361"/>
                  </a:lnTo>
                  <a:lnTo>
                    <a:pt x="1767256" y="78141"/>
                  </a:lnTo>
                  <a:lnTo>
                    <a:pt x="1775041" y="77868"/>
                  </a:lnTo>
                  <a:lnTo>
                    <a:pt x="1782826" y="77734"/>
                  </a:lnTo>
                  <a:lnTo>
                    <a:pt x="1790612" y="77703"/>
                  </a:lnTo>
                  <a:lnTo>
                    <a:pt x="1798397" y="77534"/>
                  </a:lnTo>
                  <a:lnTo>
                    <a:pt x="1806182" y="77365"/>
                  </a:lnTo>
                  <a:lnTo>
                    <a:pt x="1813967" y="77208"/>
                  </a:lnTo>
                  <a:lnTo>
                    <a:pt x="1821753" y="77199"/>
                  </a:lnTo>
                  <a:lnTo>
                    <a:pt x="1829538" y="77444"/>
                  </a:lnTo>
                  <a:lnTo>
                    <a:pt x="1837323" y="77758"/>
                  </a:lnTo>
                  <a:lnTo>
                    <a:pt x="1845109" y="77930"/>
                  </a:lnTo>
                  <a:lnTo>
                    <a:pt x="1852894" y="78168"/>
                  </a:lnTo>
                  <a:lnTo>
                    <a:pt x="1860679" y="78405"/>
                  </a:lnTo>
                  <a:lnTo>
                    <a:pt x="1868464" y="78643"/>
                  </a:lnTo>
                  <a:lnTo>
                    <a:pt x="1876250" y="78881"/>
                  </a:lnTo>
                  <a:lnTo>
                    <a:pt x="1884035" y="79119"/>
                  </a:lnTo>
                  <a:lnTo>
                    <a:pt x="1891820" y="78883"/>
                  </a:lnTo>
                  <a:lnTo>
                    <a:pt x="1899605" y="78635"/>
                  </a:lnTo>
                  <a:lnTo>
                    <a:pt x="1907391" y="78590"/>
                  </a:lnTo>
                  <a:lnTo>
                    <a:pt x="1915176" y="78948"/>
                  </a:lnTo>
                  <a:lnTo>
                    <a:pt x="1922961" y="79213"/>
                  </a:lnTo>
                  <a:lnTo>
                    <a:pt x="1930747" y="79044"/>
                  </a:lnTo>
                  <a:lnTo>
                    <a:pt x="1938532" y="78876"/>
                  </a:lnTo>
                  <a:lnTo>
                    <a:pt x="1946317" y="78707"/>
                  </a:lnTo>
                  <a:lnTo>
                    <a:pt x="1954102" y="78539"/>
                  </a:lnTo>
                  <a:lnTo>
                    <a:pt x="1961888" y="78458"/>
                  </a:lnTo>
                  <a:lnTo>
                    <a:pt x="1969673" y="78677"/>
                  </a:lnTo>
                  <a:lnTo>
                    <a:pt x="1977458" y="78573"/>
                  </a:lnTo>
                  <a:lnTo>
                    <a:pt x="1985243" y="78291"/>
                  </a:lnTo>
                  <a:lnTo>
                    <a:pt x="1993029" y="78305"/>
                  </a:lnTo>
                  <a:lnTo>
                    <a:pt x="2000814" y="78318"/>
                  </a:lnTo>
                  <a:lnTo>
                    <a:pt x="2008599" y="78321"/>
                  </a:lnTo>
                  <a:lnTo>
                    <a:pt x="2016385" y="780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6049435" y="2714552"/>
              <a:ext cx="2016385" cy="271947"/>
            </a:xfrm>
            <a:custGeom>
              <a:avLst/>
              <a:pathLst>
                <a:path w="2016385" h="271947">
                  <a:moveTo>
                    <a:pt x="2016385" y="271947"/>
                  </a:moveTo>
                  <a:lnTo>
                    <a:pt x="2008599" y="270987"/>
                  </a:lnTo>
                  <a:lnTo>
                    <a:pt x="2000814" y="270010"/>
                  </a:lnTo>
                  <a:lnTo>
                    <a:pt x="1993029" y="268998"/>
                  </a:lnTo>
                  <a:lnTo>
                    <a:pt x="1985243" y="267966"/>
                  </a:lnTo>
                  <a:lnTo>
                    <a:pt x="1977458" y="266875"/>
                  </a:lnTo>
                  <a:lnTo>
                    <a:pt x="1969673" y="265840"/>
                  </a:lnTo>
                  <a:lnTo>
                    <a:pt x="1961888" y="264881"/>
                  </a:lnTo>
                  <a:lnTo>
                    <a:pt x="1954102" y="263836"/>
                  </a:lnTo>
                  <a:lnTo>
                    <a:pt x="1946317" y="262739"/>
                  </a:lnTo>
                  <a:lnTo>
                    <a:pt x="1938532" y="261478"/>
                  </a:lnTo>
                  <a:lnTo>
                    <a:pt x="1930747" y="260253"/>
                  </a:lnTo>
                  <a:lnTo>
                    <a:pt x="1922961" y="259163"/>
                  </a:lnTo>
                  <a:lnTo>
                    <a:pt x="1915176" y="258149"/>
                  </a:lnTo>
                  <a:lnTo>
                    <a:pt x="1907391" y="257215"/>
                  </a:lnTo>
                  <a:lnTo>
                    <a:pt x="1899605" y="256277"/>
                  </a:lnTo>
                  <a:lnTo>
                    <a:pt x="1891820" y="255225"/>
                  </a:lnTo>
                  <a:lnTo>
                    <a:pt x="1884035" y="254118"/>
                  </a:lnTo>
                  <a:lnTo>
                    <a:pt x="1876250" y="253006"/>
                  </a:lnTo>
                  <a:lnTo>
                    <a:pt x="1868464" y="252008"/>
                  </a:lnTo>
                  <a:lnTo>
                    <a:pt x="1860679" y="251099"/>
                  </a:lnTo>
                  <a:lnTo>
                    <a:pt x="1852894" y="249808"/>
                  </a:lnTo>
                  <a:lnTo>
                    <a:pt x="1845109" y="248492"/>
                  </a:lnTo>
                  <a:lnTo>
                    <a:pt x="1837323" y="247343"/>
                  </a:lnTo>
                  <a:lnTo>
                    <a:pt x="1829538" y="246101"/>
                  </a:lnTo>
                  <a:lnTo>
                    <a:pt x="1821753" y="244681"/>
                  </a:lnTo>
                  <a:lnTo>
                    <a:pt x="1813967" y="243250"/>
                  </a:lnTo>
                  <a:lnTo>
                    <a:pt x="1806182" y="242248"/>
                  </a:lnTo>
                  <a:lnTo>
                    <a:pt x="1798397" y="241266"/>
                  </a:lnTo>
                  <a:lnTo>
                    <a:pt x="1790612" y="240127"/>
                  </a:lnTo>
                  <a:lnTo>
                    <a:pt x="1782826" y="238867"/>
                  </a:lnTo>
                  <a:lnTo>
                    <a:pt x="1775041" y="237669"/>
                  </a:lnTo>
                  <a:lnTo>
                    <a:pt x="1767256" y="236626"/>
                  </a:lnTo>
                  <a:lnTo>
                    <a:pt x="1759471" y="235508"/>
                  </a:lnTo>
                  <a:lnTo>
                    <a:pt x="1751685" y="234291"/>
                  </a:lnTo>
                  <a:lnTo>
                    <a:pt x="1743900" y="233103"/>
                  </a:lnTo>
                  <a:lnTo>
                    <a:pt x="1736115" y="231916"/>
                  </a:lnTo>
                  <a:lnTo>
                    <a:pt x="1728330" y="230643"/>
                  </a:lnTo>
                  <a:lnTo>
                    <a:pt x="1720544" y="229348"/>
                  </a:lnTo>
                  <a:lnTo>
                    <a:pt x="1712759" y="228097"/>
                  </a:lnTo>
                  <a:lnTo>
                    <a:pt x="1704974" y="226835"/>
                  </a:lnTo>
                  <a:lnTo>
                    <a:pt x="1697188" y="225567"/>
                  </a:lnTo>
                  <a:lnTo>
                    <a:pt x="1689403" y="224292"/>
                  </a:lnTo>
                  <a:lnTo>
                    <a:pt x="1681618" y="223010"/>
                  </a:lnTo>
                  <a:lnTo>
                    <a:pt x="1673833" y="221767"/>
                  </a:lnTo>
                  <a:lnTo>
                    <a:pt x="1666047" y="220439"/>
                  </a:lnTo>
                  <a:lnTo>
                    <a:pt x="1658262" y="219283"/>
                  </a:lnTo>
                  <a:lnTo>
                    <a:pt x="1650477" y="218122"/>
                  </a:lnTo>
                  <a:lnTo>
                    <a:pt x="1642692" y="216956"/>
                  </a:lnTo>
                  <a:lnTo>
                    <a:pt x="1634906" y="215785"/>
                  </a:lnTo>
                  <a:lnTo>
                    <a:pt x="1627121" y="214677"/>
                  </a:lnTo>
                  <a:lnTo>
                    <a:pt x="1619336" y="213575"/>
                  </a:lnTo>
                  <a:lnTo>
                    <a:pt x="1611550" y="212468"/>
                  </a:lnTo>
                  <a:lnTo>
                    <a:pt x="1603765" y="211049"/>
                  </a:lnTo>
                  <a:lnTo>
                    <a:pt x="1595980" y="209853"/>
                  </a:lnTo>
                  <a:lnTo>
                    <a:pt x="1588195" y="208651"/>
                  </a:lnTo>
                  <a:lnTo>
                    <a:pt x="1580409" y="207444"/>
                  </a:lnTo>
                  <a:lnTo>
                    <a:pt x="1572624" y="206239"/>
                  </a:lnTo>
                  <a:lnTo>
                    <a:pt x="1564839" y="205134"/>
                  </a:lnTo>
                  <a:lnTo>
                    <a:pt x="1557054" y="204025"/>
                  </a:lnTo>
                  <a:lnTo>
                    <a:pt x="1549268" y="202903"/>
                  </a:lnTo>
                  <a:lnTo>
                    <a:pt x="1541483" y="201685"/>
                  </a:lnTo>
                  <a:lnTo>
                    <a:pt x="1533698" y="200436"/>
                  </a:lnTo>
                  <a:lnTo>
                    <a:pt x="1525912" y="198851"/>
                  </a:lnTo>
                  <a:lnTo>
                    <a:pt x="1518127" y="197308"/>
                  </a:lnTo>
                  <a:lnTo>
                    <a:pt x="1510342" y="196120"/>
                  </a:lnTo>
                  <a:lnTo>
                    <a:pt x="1502557" y="195063"/>
                  </a:lnTo>
                  <a:lnTo>
                    <a:pt x="1494771" y="193839"/>
                  </a:lnTo>
                  <a:lnTo>
                    <a:pt x="1486986" y="192570"/>
                  </a:lnTo>
                  <a:lnTo>
                    <a:pt x="1479201" y="191135"/>
                  </a:lnTo>
                  <a:lnTo>
                    <a:pt x="1471416" y="190030"/>
                  </a:lnTo>
                  <a:lnTo>
                    <a:pt x="1463630" y="188749"/>
                  </a:lnTo>
                  <a:lnTo>
                    <a:pt x="1455845" y="187469"/>
                  </a:lnTo>
                  <a:lnTo>
                    <a:pt x="1448060" y="186183"/>
                  </a:lnTo>
                  <a:lnTo>
                    <a:pt x="1440275" y="184889"/>
                  </a:lnTo>
                  <a:lnTo>
                    <a:pt x="1432489" y="183591"/>
                  </a:lnTo>
                  <a:lnTo>
                    <a:pt x="1424704" y="182288"/>
                  </a:lnTo>
                  <a:lnTo>
                    <a:pt x="1416919" y="181018"/>
                  </a:lnTo>
                  <a:lnTo>
                    <a:pt x="1409133" y="179659"/>
                  </a:lnTo>
                  <a:lnTo>
                    <a:pt x="1401348" y="178256"/>
                  </a:lnTo>
                  <a:lnTo>
                    <a:pt x="1393563" y="176762"/>
                  </a:lnTo>
                  <a:lnTo>
                    <a:pt x="1385778" y="175493"/>
                  </a:lnTo>
                  <a:lnTo>
                    <a:pt x="1377992" y="174220"/>
                  </a:lnTo>
                  <a:lnTo>
                    <a:pt x="1370207" y="172943"/>
                  </a:lnTo>
                  <a:lnTo>
                    <a:pt x="1362422" y="171662"/>
                  </a:lnTo>
                  <a:lnTo>
                    <a:pt x="1354637" y="170384"/>
                  </a:lnTo>
                  <a:lnTo>
                    <a:pt x="1346851" y="169103"/>
                  </a:lnTo>
                  <a:lnTo>
                    <a:pt x="1339066" y="167812"/>
                  </a:lnTo>
                  <a:lnTo>
                    <a:pt x="1331281" y="166516"/>
                  </a:lnTo>
                  <a:lnTo>
                    <a:pt x="1323495" y="165216"/>
                  </a:lnTo>
                  <a:lnTo>
                    <a:pt x="1315710" y="163912"/>
                  </a:lnTo>
                  <a:lnTo>
                    <a:pt x="1307925" y="162605"/>
                  </a:lnTo>
                  <a:lnTo>
                    <a:pt x="1300140" y="161293"/>
                  </a:lnTo>
                  <a:lnTo>
                    <a:pt x="1292354" y="159975"/>
                  </a:lnTo>
                  <a:lnTo>
                    <a:pt x="1284569" y="158551"/>
                  </a:lnTo>
                  <a:lnTo>
                    <a:pt x="1276784" y="157062"/>
                  </a:lnTo>
                  <a:lnTo>
                    <a:pt x="1268999" y="155611"/>
                  </a:lnTo>
                  <a:lnTo>
                    <a:pt x="1261213" y="154291"/>
                  </a:lnTo>
                  <a:lnTo>
                    <a:pt x="1253428" y="152940"/>
                  </a:lnTo>
                  <a:lnTo>
                    <a:pt x="1245643" y="151280"/>
                  </a:lnTo>
                  <a:lnTo>
                    <a:pt x="1237857" y="150230"/>
                  </a:lnTo>
                  <a:lnTo>
                    <a:pt x="1230072" y="148870"/>
                  </a:lnTo>
                  <a:lnTo>
                    <a:pt x="1222287" y="147463"/>
                  </a:lnTo>
                  <a:lnTo>
                    <a:pt x="1214502" y="145866"/>
                  </a:lnTo>
                  <a:lnTo>
                    <a:pt x="1206716" y="144265"/>
                  </a:lnTo>
                  <a:lnTo>
                    <a:pt x="1198931" y="143108"/>
                  </a:lnTo>
                  <a:lnTo>
                    <a:pt x="1191146" y="142016"/>
                  </a:lnTo>
                  <a:lnTo>
                    <a:pt x="1183361" y="140635"/>
                  </a:lnTo>
                  <a:lnTo>
                    <a:pt x="1175575" y="139251"/>
                  </a:lnTo>
                  <a:lnTo>
                    <a:pt x="1167790" y="137863"/>
                  </a:lnTo>
                  <a:lnTo>
                    <a:pt x="1160005" y="136455"/>
                  </a:lnTo>
                  <a:lnTo>
                    <a:pt x="1152220" y="135029"/>
                  </a:lnTo>
                  <a:lnTo>
                    <a:pt x="1144434" y="133262"/>
                  </a:lnTo>
                  <a:lnTo>
                    <a:pt x="1136649" y="131883"/>
                  </a:lnTo>
                  <a:lnTo>
                    <a:pt x="1128864" y="130501"/>
                  </a:lnTo>
                  <a:lnTo>
                    <a:pt x="1121078" y="129293"/>
                  </a:lnTo>
                  <a:lnTo>
                    <a:pt x="1113293" y="128074"/>
                  </a:lnTo>
                  <a:lnTo>
                    <a:pt x="1105508" y="126680"/>
                  </a:lnTo>
                  <a:lnTo>
                    <a:pt x="1097723" y="125271"/>
                  </a:lnTo>
                  <a:lnTo>
                    <a:pt x="1089937" y="123856"/>
                  </a:lnTo>
                  <a:lnTo>
                    <a:pt x="1082152" y="122426"/>
                  </a:lnTo>
                  <a:lnTo>
                    <a:pt x="1074367" y="120765"/>
                  </a:lnTo>
                  <a:lnTo>
                    <a:pt x="1066582" y="119576"/>
                  </a:lnTo>
                  <a:lnTo>
                    <a:pt x="1058796" y="118158"/>
                  </a:lnTo>
                  <a:lnTo>
                    <a:pt x="1051011" y="116914"/>
                  </a:lnTo>
                  <a:lnTo>
                    <a:pt x="1043226" y="115711"/>
                  </a:lnTo>
                  <a:lnTo>
                    <a:pt x="1035440" y="113961"/>
                  </a:lnTo>
                  <a:lnTo>
                    <a:pt x="1027655" y="112437"/>
                  </a:lnTo>
                  <a:lnTo>
                    <a:pt x="1019870" y="110999"/>
                  </a:lnTo>
                  <a:lnTo>
                    <a:pt x="1012085" y="109558"/>
                  </a:lnTo>
                  <a:lnTo>
                    <a:pt x="1004299" y="108112"/>
                  </a:lnTo>
                  <a:lnTo>
                    <a:pt x="996514" y="106662"/>
                  </a:lnTo>
                  <a:lnTo>
                    <a:pt x="988729" y="105212"/>
                  </a:lnTo>
                  <a:lnTo>
                    <a:pt x="980944" y="103794"/>
                  </a:lnTo>
                  <a:lnTo>
                    <a:pt x="973158" y="102371"/>
                  </a:lnTo>
                  <a:lnTo>
                    <a:pt x="965373" y="101050"/>
                  </a:lnTo>
                  <a:lnTo>
                    <a:pt x="957588" y="99699"/>
                  </a:lnTo>
                  <a:lnTo>
                    <a:pt x="949802" y="98464"/>
                  </a:lnTo>
                  <a:lnTo>
                    <a:pt x="942017" y="97700"/>
                  </a:lnTo>
                  <a:lnTo>
                    <a:pt x="934232" y="96284"/>
                  </a:lnTo>
                  <a:lnTo>
                    <a:pt x="926447" y="94958"/>
                  </a:lnTo>
                  <a:lnTo>
                    <a:pt x="918661" y="94384"/>
                  </a:lnTo>
                  <a:lnTo>
                    <a:pt x="910876" y="92842"/>
                  </a:lnTo>
                  <a:lnTo>
                    <a:pt x="903091" y="91824"/>
                  </a:lnTo>
                  <a:lnTo>
                    <a:pt x="895306" y="90621"/>
                  </a:lnTo>
                  <a:lnTo>
                    <a:pt x="887520" y="89520"/>
                  </a:lnTo>
                  <a:lnTo>
                    <a:pt x="879735" y="88531"/>
                  </a:lnTo>
                  <a:lnTo>
                    <a:pt x="871950" y="87415"/>
                  </a:lnTo>
                  <a:lnTo>
                    <a:pt x="864165" y="85778"/>
                  </a:lnTo>
                  <a:lnTo>
                    <a:pt x="856379" y="84131"/>
                  </a:lnTo>
                  <a:lnTo>
                    <a:pt x="848594" y="82719"/>
                  </a:lnTo>
                  <a:lnTo>
                    <a:pt x="840809" y="81032"/>
                  </a:lnTo>
                  <a:lnTo>
                    <a:pt x="833023" y="79360"/>
                  </a:lnTo>
                  <a:lnTo>
                    <a:pt x="825238" y="78022"/>
                  </a:lnTo>
                  <a:lnTo>
                    <a:pt x="817453" y="76586"/>
                  </a:lnTo>
                  <a:lnTo>
                    <a:pt x="809668" y="75596"/>
                  </a:lnTo>
                  <a:lnTo>
                    <a:pt x="801882" y="74600"/>
                  </a:lnTo>
                  <a:lnTo>
                    <a:pt x="794097" y="73598"/>
                  </a:lnTo>
                  <a:lnTo>
                    <a:pt x="786312" y="72591"/>
                  </a:lnTo>
                  <a:lnTo>
                    <a:pt x="778527" y="71128"/>
                  </a:lnTo>
                  <a:lnTo>
                    <a:pt x="770741" y="69764"/>
                  </a:lnTo>
                  <a:lnTo>
                    <a:pt x="762956" y="68169"/>
                  </a:lnTo>
                  <a:lnTo>
                    <a:pt x="755171" y="66983"/>
                  </a:lnTo>
                  <a:lnTo>
                    <a:pt x="747385" y="66263"/>
                  </a:lnTo>
                  <a:lnTo>
                    <a:pt x="739600" y="65542"/>
                  </a:lnTo>
                  <a:lnTo>
                    <a:pt x="731815" y="64467"/>
                  </a:lnTo>
                  <a:lnTo>
                    <a:pt x="724030" y="63244"/>
                  </a:lnTo>
                  <a:lnTo>
                    <a:pt x="716244" y="61905"/>
                  </a:lnTo>
                  <a:lnTo>
                    <a:pt x="708459" y="59903"/>
                  </a:lnTo>
                  <a:lnTo>
                    <a:pt x="700674" y="58769"/>
                  </a:lnTo>
                  <a:lnTo>
                    <a:pt x="692889" y="57966"/>
                  </a:lnTo>
                  <a:lnTo>
                    <a:pt x="685103" y="56521"/>
                  </a:lnTo>
                  <a:lnTo>
                    <a:pt x="677318" y="55167"/>
                  </a:lnTo>
                  <a:lnTo>
                    <a:pt x="669533" y="53730"/>
                  </a:lnTo>
                  <a:lnTo>
                    <a:pt x="661747" y="52298"/>
                  </a:lnTo>
                  <a:lnTo>
                    <a:pt x="653962" y="51609"/>
                  </a:lnTo>
                  <a:lnTo>
                    <a:pt x="646177" y="50880"/>
                  </a:lnTo>
                  <a:lnTo>
                    <a:pt x="638392" y="49775"/>
                  </a:lnTo>
                  <a:lnTo>
                    <a:pt x="630606" y="48686"/>
                  </a:lnTo>
                  <a:lnTo>
                    <a:pt x="622821" y="47842"/>
                  </a:lnTo>
                  <a:lnTo>
                    <a:pt x="615036" y="47024"/>
                  </a:lnTo>
                  <a:lnTo>
                    <a:pt x="607251" y="46568"/>
                  </a:lnTo>
                  <a:lnTo>
                    <a:pt x="599465" y="44960"/>
                  </a:lnTo>
                  <a:lnTo>
                    <a:pt x="591680" y="43558"/>
                  </a:lnTo>
                  <a:lnTo>
                    <a:pt x="583895" y="42267"/>
                  </a:lnTo>
                  <a:lnTo>
                    <a:pt x="576110" y="41602"/>
                  </a:lnTo>
                  <a:lnTo>
                    <a:pt x="568324" y="40781"/>
                  </a:lnTo>
                  <a:lnTo>
                    <a:pt x="560539" y="39944"/>
                  </a:lnTo>
                  <a:lnTo>
                    <a:pt x="552754" y="38699"/>
                  </a:lnTo>
                  <a:lnTo>
                    <a:pt x="544968" y="38032"/>
                  </a:lnTo>
                  <a:lnTo>
                    <a:pt x="537183" y="36657"/>
                  </a:lnTo>
                  <a:lnTo>
                    <a:pt x="529398" y="35866"/>
                  </a:lnTo>
                  <a:lnTo>
                    <a:pt x="521613" y="35273"/>
                  </a:lnTo>
                  <a:lnTo>
                    <a:pt x="513827" y="34573"/>
                  </a:lnTo>
                  <a:lnTo>
                    <a:pt x="506042" y="33130"/>
                  </a:lnTo>
                  <a:lnTo>
                    <a:pt x="498257" y="33215"/>
                  </a:lnTo>
                  <a:lnTo>
                    <a:pt x="490472" y="32521"/>
                  </a:lnTo>
                  <a:lnTo>
                    <a:pt x="482686" y="31814"/>
                  </a:lnTo>
                  <a:lnTo>
                    <a:pt x="474901" y="31118"/>
                  </a:lnTo>
                  <a:lnTo>
                    <a:pt x="467116" y="30415"/>
                  </a:lnTo>
                  <a:lnTo>
                    <a:pt x="459330" y="29461"/>
                  </a:lnTo>
                  <a:lnTo>
                    <a:pt x="451545" y="28759"/>
                  </a:lnTo>
                  <a:lnTo>
                    <a:pt x="443760" y="27593"/>
                  </a:lnTo>
                  <a:lnTo>
                    <a:pt x="435975" y="26570"/>
                  </a:lnTo>
                  <a:lnTo>
                    <a:pt x="428189" y="25809"/>
                  </a:lnTo>
                  <a:lnTo>
                    <a:pt x="420404" y="24551"/>
                  </a:lnTo>
                  <a:lnTo>
                    <a:pt x="412619" y="23280"/>
                  </a:lnTo>
                  <a:lnTo>
                    <a:pt x="404834" y="22355"/>
                  </a:lnTo>
                  <a:lnTo>
                    <a:pt x="397048" y="20974"/>
                  </a:lnTo>
                  <a:lnTo>
                    <a:pt x="389263" y="19933"/>
                  </a:lnTo>
                  <a:lnTo>
                    <a:pt x="381478" y="19647"/>
                  </a:lnTo>
                  <a:lnTo>
                    <a:pt x="373692" y="18810"/>
                  </a:lnTo>
                  <a:lnTo>
                    <a:pt x="365907" y="17544"/>
                  </a:lnTo>
                  <a:lnTo>
                    <a:pt x="358122" y="17146"/>
                  </a:lnTo>
                  <a:lnTo>
                    <a:pt x="350337" y="16349"/>
                  </a:lnTo>
                  <a:lnTo>
                    <a:pt x="342551" y="15497"/>
                  </a:lnTo>
                  <a:lnTo>
                    <a:pt x="334766" y="14740"/>
                  </a:lnTo>
                  <a:lnTo>
                    <a:pt x="326981" y="14011"/>
                  </a:lnTo>
                  <a:lnTo>
                    <a:pt x="319196" y="13459"/>
                  </a:lnTo>
                  <a:lnTo>
                    <a:pt x="311410" y="13121"/>
                  </a:lnTo>
                  <a:lnTo>
                    <a:pt x="303625" y="12566"/>
                  </a:lnTo>
                  <a:lnTo>
                    <a:pt x="295840" y="11946"/>
                  </a:lnTo>
                  <a:lnTo>
                    <a:pt x="288055" y="11325"/>
                  </a:lnTo>
                  <a:lnTo>
                    <a:pt x="280269" y="10761"/>
                  </a:lnTo>
                  <a:lnTo>
                    <a:pt x="272484" y="10703"/>
                  </a:lnTo>
                  <a:lnTo>
                    <a:pt x="264699" y="10296"/>
                  </a:lnTo>
                  <a:lnTo>
                    <a:pt x="256913" y="9600"/>
                  </a:lnTo>
                  <a:lnTo>
                    <a:pt x="249128" y="9005"/>
                  </a:lnTo>
                  <a:lnTo>
                    <a:pt x="241343" y="8473"/>
                  </a:lnTo>
                  <a:lnTo>
                    <a:pt x="233558" y="7912"/>
                  </a:lnTo>
                  <a:lnTo>
                    <a:pt x="225772" y="7555"/>
                  </a:lnTo>
                  <a:lnTo>
                    <a:pt x="217987" y="6679"/>
                  </a:lnTo>
                  <a:lnTo>
                    <a:pt x="210202" y="6159"/>
                  </a:lnTo>
                  <a:lnTo>
                    <a:pt x="202417" y="6142"/>
                  </a:lnTo>
                  <a:lnTo>
                    <a:pt x="194631" y="6134"/>
                  </a:lnTo>
                  <a:lnTo>
                    <a:pt x="186846" y="5633"/>
                  </a:lnTo>
                  <a:lnTo>
                    <a:pt x="179061" y="4953"/>
                  </a:lnTo>
                  <a:lnTo>
                    <a:pt x="171275" y="4268"/>
                  </a:lnTo>
                  <a:lnTo>
                    <a:pt x="163490" y="3979"/>
                  </a:lnTo>
                  <a:lnTo>
                    <a:pt x="155705" y="3299"/>
                  </a:lnTo>
                  <a:lnTo>
                    <a:pt x="147920" y="3246"/>
                  </a:lnTo>
                  <a:lnTo>
                    <a:pt x="140134" y="3200"/>
                  </a:lnTo>
                  <a:lnTo>
                    <a:pt x="132349" y="2807"/>
                  </a:lnTo>
                  <a:lnTo>
                    <a:pt x="124564" y="2564"/>
                  </a:lnTo>
                  <a:lnTo>
                    <a:pt x="116779" y="1927"/>
                  </a:lnTo>
                  <a:lnTo>
                    <a:pt x="108993" y="2319"/>
                  </a:lnTo>
                  <a:lnTo>
                    <a:pt x="101208" y="2175"/>
                  </a:lnTo>
                  <a:lnTo>
                    <a:pt x="93423" y="2241"/>
                  </a:lnTo>
                  <a:lnTo>
                    <a:pt x="85637" y="2284"/>
                  </a:lnTo>
                  <a:lnTo>
                    <a:pt x="77852" y="2585"/>
                  </a:lnTo>
                  <a:lnTo>
                    <a:pt x="70067" y="2131"/>
                  </a:lnTo>
                  <a:lnTo>
                    <a:pt x="62282" y="2081"/>
                  </a:lnTo>
                  <a:lnTo>
                    <a:pt x="54496" y="1205"/>
                  </a:lnTo>
                  <a:lnTo>
                    <a:pt x="46711" y="1208"/>
                  </a:lnTo>
                  <a:lnTo>
                    <a:pt x="38926" y="869"/>
                  </a:lnTo>
                  <a:lnTo>
                    <a:pt x="31141" y="710"/>
                  </a:lnTo>
                  <a:lnTo>
                    <a:pt x="23355" y="592"/>
                  </a:lnTo>
                  <a:lnTo>
                    <a:pt x="15570" y="379"/>
                  </a:lnTo>
                  <a:lnTo>
                    <a:pt x="7785" y="2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6049435" y="2503735"/>
              <a:ext cx="2016385" cy="478941"/>
            </a:xfrm>
            <a:custGeom>
              <a:avLst/>
              <a:pathLst>
                <a:path w="2016385" h="478941">
                  <a:moveTo>
                    <a:pt x="0" y="0"/>
                  </a:moveTo>
                  <a:lnTo>
                    <a:pt x="7785" y="735"/>
                  </a:lnTo>
                  <a:lnTo>
                    <a:pt x="15570" y="1279"/>
                  </a:lnTo>
                  <a:lnTo>
                    <a:pt x="23355" y="1791"/>
                  </a:lnTo>
                  <a:lnTo>
                    <a:pt x="31141" y="2558"/>
                  </a:lnTo>
                  <a:lnTo>
                    <a:pt x="38926" y="2810"/>
                  </a:lnTo>
                  <a:lnTo>
                    <a:pt x="46711" y="3422"/>
                  </a:lnTo>
                  <a:lnTo>
                    <a:pt x="54496" y="4199"/>
                  </a:lnTo>
                  <a:lnTo>
                    <a:pt x="62282" y="4980"/>
                  </a:lnTo>
                  <a:lnTo>
                    <a:pt x="70067" y="5778"/>
                  </a:lnTo>
                  <a:lnTo>
                    <a:pt x="77852" y="6530"/>
                  </a:lnTo>
                  <a:lnTo>
                    <a:pt x="85637" y="7186"/>
                  </a:lnTo>
                  <a:lnTo>
                    <a:pt x="93423" y="7702"/>
                  </a:lnTo>
                  <a:lnTo>
                    <a:pt x="101208" y="8184"/>
                  </a:lnTo>
                  <a:lnTo>
                    <a:pt x="108993" y="8747"/>
                  </a:lnTo>
                  <a:lnTo>
                    <a:pt x="116779" y="9072"/>
                  </a:lnTo>
                  <a:lnTo>
                    <a:pt x="124564" y="9518"/>
                  </a:lnTo>
                  <a:lnTo>
                    <a:pt x="132349" y="10121"/>
                  </a:lnTo>
                  <a:lnTo>
                    <a:pt x="140134" y="10860"/>
                  </a:lnTo>
                  <a:lnTo>
                    <a:pt x="147920" y="11679"/>
                  </a:lnTo>
                  <a:lnTo>
                    <a:pt x="155705" y="12545"/>
                  </a:lnTo>
                  <a:lnTo>
                    <a:pt x="163490" y="12991"/>
                  </a:lnTo>
                  <a:lnTo>
                    <a:pt x="171275" y="13494"/>
                  </a:lnTo>
                  <a:lnTo>
                    <a:pt x="179061" y="14293"/>
                  </a:lnTo>
                  <a:lnTo>
                    <a:pt x="186846" y="14998"/>
                  </a:lnTo>
                  <a:lnTo>
                    <a:pt x="194631" y="15611"/>
                  </a:lnTo>
                  <a:lnTo>
                    <a:pt x="202417" y="16228"/>
                  </a:lnTo>
                  <a:lnTo>
                    <a:pt x="210202" y="16843"/>
                  </a:lnTo>
                  <a:lnTo>
                    <a:pt x="217987" y="17460"/>
                  </a:lnTo>
                  <a:lnTo>
                    <a:pt x="225772" y="18081"/>
                  </a:lnTo>
                  <a:lnTo>
                    <a:pt x="233558" y="18615"/>
                  </a:lnTo>
                  <a:lnTo>
                    <a:pt x="241343" y="18564"/>
                  </a:lnTo>
                  <a:lnTo>
                    <a:pt x="249128" y="19016"/>
                  </a:lnTo>
                  <a:lnTo>
                    <a:pt x="256913" y="19489"/>
                  </a:lnTo>
                  <a:lnTo>
                    <a:pt x="264699" y="20153"/>
                  </a:lnTo>
                  <a:lnTo>
                    <a:pt x="272484" y="21067"/>
                  </a:lnTo>
                  <a:lnTo>
                    <a:pt x="280269" y="21549"/>
                  </a:lnTo>
                  <a:lnTo>
                    <a:pt x="288055" y="21819"/>
                  </a:lnTo>
                  <a:lnTo>
                    <a:pt x="295840" y="22470"/>
                  </a:lnTo>
                  <a:lnTo>
                    <a:pt x="303625" y="23213"/>
                  </a:lnTo>
                  <a:lnTo>
                    <a:pt x="311410" y="23573"/>
                  </a:lnTo>
                  <a:lnTo>
                    <a:pt x="319196" y="24109"/>
                  </a:lnTo>
                  <a:lnTo>
                    <a:pt x="326981" y="24533"/>
                  </a:lnTo>
                  <a:lnTo>
                    <a:pt x="334766" y="25128"/>
                  </a:lnTo>
                  <a:lnTo>
                    <a:pt x="342551" y="25690"/>
                  </a:lnTo>
                  <a:lnTo>
                    <a:pt x="350337" y="26023"/>
                  </a:lnTo>
                  <a:lnTo>
                    <a:pt x="358122" y="26261"/>
                  </a:lnTo>
                  <a:lnTo>
                    <a:pt x="365907" y="26732"/>
                  </a:lnTo>
                  <a:lnTo>
                    <a:pt x="373692" y="27184"/>
                  </a:lnTo>
                  <a:lnTo>
                    <a:pt x="381478" y="27411"/>
                  </a:lnTo>
                  <a:lnTo>
                    <a:pt x="389263" y="27721"/>
                  </a:lnTo>
                  <a:lnTo>
                    <a:pt x="397048" y="28316"/>
                  </a:lnTo>
                  <a:lnTo>
                    <a:pt x="404834" y="28732"/>
                  </a:lnTo>
                  <a:lnTo>
                    <a:pt x="412619" y="29102"/>
                  </a:lnTo>
                  <a:lnTo>
                    <a:pt x="420404" y="29737"/>
                  </a:lnTo>
                  <a:lnTo>
                    <a:pt x="428189" y="30422"/>
                  </a:lnTo>
                  <a:lnTo>
                    <a:pt x="435975" y="30899"/>
                  </a:lnTo>
                  <a:lnTo>
                    <a:pt x="443760" y="31270"/>
                  </a:lnTo>
                  <a:lnTo>
                    <a:pt x="451545" y="31587"/>
                  </a:lnTo>
                  <a:lnTo>
                    <a:pt x="459330" y="32147"/>
                  </a:lnTo>
                  <a:lnTo>
                    <a:pt x="467116" y="32329"/>
                  </a:lnTo>
                  <a:lnTo>
                    <a:pt x="474901" y="32507"/>
                  </a:lnTo>
                  <a:lnTo>
                    <a:pt x="482686" y="32898"/>
                  </a:lnTo>
                  <a:lnTo>
                    <a:pt x="490472" y="33556"/>
                  </a:lnTo>
                  <a:lnTo>
                    <a:pt x="498257" y="33713"/>
                  </a:lnTo>
                  <a:lnTo>
                    <a:pt x="506042" y="33707"/>
                  </a:lnTo>
                  <a:lnTo>
                    <a:pt x="513827" y="33690"/>
                  </a:lnTo>
                  <a:lnTo>
                    <a:pt x="521613" y="33680"/>
                  </a:lnTo>
                  <a:lnTo>
                    <a:pt x="529398" y="33793"/>
                  </a:lnTo>
                  <a:lnTo>
                    <a:pt x="537183" y="33975"/>
                  </a:lnTo>
                  <a:lnTo>
                    <a:pt x="544968" y="34158"/>
                  </a:lnTo>
                  <a:lnTo>
                    <a:pt x="552754" y="34247"/>
                  </a:lnTo>
                  <a:lnTo>
                    <a:pt x="560539" y="34248"/>
                  </a:lnTo>
                  <a:lnTo>
                    <a:pt x="568324" y="34705"/>
                  </a:lnTo>
                  <a:lnTo>
                    <a:pt x="576110" y="34903"/>
                  </a:lnTo>
                  <a:lnTo>
                    <a:pt x="583895" y="34925"/>
                  </a:lnTo>
                  <a:lnTo>
                    <a:pt x="591680" y="35025"/>
                  </a:lnTo>
                  <a:lnTo>
                    <a:pt x="599465" y="35385"/>
                  </a:lnTo>
                  <a:lnTo>
                    <a:pt x="607251" y="35840"/>
                  </a:lnTo>
                  <a:lnTo>
                    <a:pt x="615036" y="36201"/>
                  </a:lnTo>
                  <a:lnTo>
                    <a:pt x="622821" y="36400"/>
                  </a:lnTo>
                  <a:lnTo>
                    <a:pt x="630606" y="36506"/>
                  </a:lnTo>
                  <a:lnTo>
                    <a:pt x="638392" y="36489"/>
                  </a:lnTo>
                  <a:lnTo>
                    <a:pt x="646177" y="36572"/>
                  </a:lnTo>
                  <a:lnTo>
                    <a:pt x="653962" y="36756"/>
                  </a:lnTo>
                  <a:lnTo>
                    <a:pt x="661747" y="36720"/>
                  </a:lnTo>
                  <a:lnTo>
                    <a:pt x="669533" y="36870"/>
                  </a:lnTo>
                  <a:lnTo>
                    <a:pt x="677318" y="37307"/>
                  </a:lnTo>
                  <a:lnTo>
                    <a:pt x="685103" y="37523"/>
                  </a:lnTo>
                  <a:lnTo>
                    <a:pt x="692889" y="37574"/>
                  </a:lnTo>
                  <a:lnTo>
                    <a:pt x="700674" y="37475"/>
                  </a:lnTo>
                  <a:lnTo>
                    <a:pt x="708459" y="37381"/>
                  </a:lnTo>
                  <a:lnTo>
                    <a:pt x="716244" y="37310"/>
                  </a:lnTo>
                  <a:lnTo>
                    <a:pt x="724030" y="37595"/>
                  </a:lnTo>
                  <a:lnTo>
                    <a:pt x="731815" y="37523"/>
                  </a:lnTo>
                  <a:lnTo>
                    <a:pt x="739600" y="37838"/>
                  </a:lnTo>
                  <a:lnTo>
                    <a:pt x="747385" y="37788"/>
                  </a:lnTo>
                  <a:lnTo>
                    <a:pt x="755171" y="38138"/>
                  </a:lnTo>
                  <a:lnTo>
                    <a:pt x="762956" y="38336"/>
                  </a:lnTo>
                  <a:lnTo>
                    <a:pt x="770741" y="38082"/>
                  </a:lnTo>
                  <a:lnTo>
                    <a:pt x="778527" y="38610"/>
                  </a:lnTo>
                  <a:lnTo>
                    <a:pt x="786312" y="39406"/>
                  </a:lnTo>
                  <a:lnTo>
                    <a:pt x="794097" y="39393"/>
                  </a:lnTo>
                  <a:lnTo>
                    <a:pt x="801882" y="39436"/>
                  </a:lnTo>
                  <a:lnTo>
                    <a:pt x="809668" y="39676"/>
                  </a:lnTo>
                  <a:lnTo>
                    <a:pt x="817453" y="38988"/>
                  </a:lnTo>
                  <a:lnTo>
                    <a:pt x="825238" y="38304"/>
                  </a:lnTo>
                  <a:lnTo>
                    <a:pt x="833023" y="37822"/>
                  </a:lnTo>
                  <a:lnTo>
                    <a:pt x="840809" y="38165"/>
                  </a:lnTo>
                  <a:lnTo>
                    <a:pt x="848594" y="38214"/>
                  </a:lnTo>
                  <a:lnTo>
                    <a:pt x="856379" y="38355"/>
                  </a:lnTo>
                  <a:lnTo>
                    <a:pt x="864165" y="38697"/>
                  </a:lnTo>
                  <a:lnTo>
                    <a:pt x="871950" y="38171"/>
                  </a:lnTo>
                  <a:lnTo>
                    <a:pt x="879735" y="38410"/>
                  </a:lnTo>
                  <a:lnTo>
                    <a:pt x="887520" y="38789"/>
                  </a:lnTo>
                  <a:lnTo>
                    <a:pt x="895306" y="38523"/>
                  </a:lnTo>
                  <a:lnTo>
                    <a:pt x="903091" y="38589"/>
                  </a:lnTo>
                  <a:lnTo>
                    <a:pt x="910876" y="38332"/>
                  </a:lnTo>
                  <a:lnTo>
                    <a:pt x="918661" y="38495"/>
                  </a:lnTo>
                  <a:lnTo>
                    <a:pt x="926447" y="38024"/>
                  </a:lnTo>
                  <a:lnTo>
                    <a:pt x="934232" y="37560"/>
                  </a:lnTo>
                  <a:lnTo>
                    <a:pt x="942017" y="37100"/>
                  </a:lnTo>
                  <a:lnTo>
                    <a:pt x="949802" y="37241"/>
                  </a:lnTo>
                  <a:lnTo>
                    <a:pt x="957588" y="37458"/>
                  </a:lnTo>
                  <a:lnTo>
                    <a:pt x="965373" y="37308"/>
                  </a:lnTo>
                  <a:lnTo>
                    <a:pt x="973158" y="37107"/>
                  </a:lnTo>
                  <a:lnTo>
                    <a:pt x="980944" y="37249"/>
                  </a:lnTo>
                  <a:lnTo>
                    <a:pt x="988729" y="37392"/>
                  </a:lnTo>
                  <a:lnTo>
                    <a:pt x="996514" y="37433"/>
                  </a:lnTo>
                  <a:lnTo>
                    <a:pt x="1004299" y="37255"/>
                  </a:lnTo>
                  <a:lnTo>
                    <a:pt x="1012085" y="37078"/>
                  </a:lnTo>
                  <a:lnTo>
                    <a:pt x="1019870" y="36636"/>
                  </a:lnTo>
                  <a:lnTo>
                    <a:pt x="1027655" y="36078"/>
                  </a:lnTo>
                  <a:lnTo>
                    <a:pt x="1035440" y="35605"/>
                  </a:lnTo>
                  <a:lnTo>
                    <a:pt x="1043226" y="35689"/>
                  </a:lnTo>
                  <a:lnTo>
                    <a:pt x="1051011" y="35285"/>
                  </a:lnTo>
                  <a:lnTo>
                    <a:pt x="1058796" y="35068"/>
                  </a:lnTo>
                  <a:lnTo>
                    <a:pt x="1066582" y="34764"/>
                  </a:lnTo>
                  <a:lnTo>
                    <a:pt x="1074367" y="34577"/>
                  </a:lnTo>
                  <a:lnTo>
                    <a:pt x="1082152" y="34104"/>
                  </a:lnTo>
                  <a:lnTo>
                    <a:pt x="1089937" y="34020"/>
                  </a:lnTo>
                  <a:lnTo>
                    <a:pt x="1097723" y="34015"/>
                  </a:lnTo>
                  <a:lnTo>
                    <a:pt x="1105508" y="33808"/>
                  </a:lnTo>
                  <a:lnTo>
                    <a:pt x="1113293" y="33673"/>
                  </a:lnTo>
                  <a:lnTo>
                    <a:pt x="1121078" y="33383"/>
                  </a:lnTo>
                  <a:lnTo>
                    <a:pt x="1128864" y="33096"/>
                  </a:lnTo>
                  <a:lnTo>
                    <a:pt x="1136649" y="32816"/>
                  </a:lnTo>
                  <a:lnTo>
                    <a:pt x="1144434" y="32533"/>
                  </a:lnTo>
                  <a:lnTo>
                    <a:pt x="1152220" y="32389"/>
                  </a:lnTo>
                  <a:lnTo>
                    <a:pt x="1160005" y="32298"/>
                  </a:lnTo>
                  <a:lnTo>
                    <a:pt x="1167790" y="31988"/>
                  </a:lnTo>
                  <a:lnTo>
                    <a:pt x="1175575" y="31396"/>
                  </a:lnTo>
                  <a:lnTo>
                    <a:pt x="1183361" y="31233"/>
                  </a:lnTo>
                  <a:lnTo>
                    <a:pt x="1191146" y="30943"/>
                  </a:lnTo>
                  <a:lnTo>
                    <a:pt x="1198931" y="30551"/>
                  </a:lnTo>
                  <a:lnTo>
                    <a:pt x="1206716" y="30267"/>
                  </a:lnTo>
                  <a:lnTo>
                    <a:pt x="1214502" y="29984"/>
                  </a:lnTo>
                  <a:lnTo>
                    <a:pt x="1222287" y="29701"/>
                  </a:lnTo>
                  <a:lnTo>
                    <a:pt x="1230072" y="29419"/>
                  </a:lnTo>
                  <a:lnTo>
                    <a:pt x="1237857" y="29138"/>
                  </a:lnTo>
                  <a:lnTo>
                    <a:pt x="1245643" y="28857"/>
                  </a:lnTo>
                  <a:lnTo>
                    <a:pt x="1253428" y="28576"/>
                  </a:lnTo>
                  <a:lnTo>
                    <a:pt x="1261213" y="28296"/>
                  </a:lnTo>
                  <a:lnTo>
                    <a:pt x="1268999" y="28017"/>
                  </a:lnTo>
                  <a:lnTo>
                    <a:pt x="1276784" y="27743"/>
                  </a:lnTo>
                  <a:lnTo>
                    <a:pt x="1284569" y="27475"/>
                  </a:lnTo>
                  <a:lnTo>
                    <a:pt x="1292354" y="27208"/>
                  </a:lnTo>
                  <a:lnTo>
                    <a:pt x="1300140" y="26941"/>
                  </a:lnTo>
                  <a:lnTo>
                    <a:pt x="1307925" y="26754"/>
                  </a:lnTo>
                  <a:lnTo>
                    <a:pt x="1315710" y="26756"/>
                  </a:lnTo>
                  <a:lnTo>
                    <a:pt x="1323495" y="26758"/>
                  </a:lnTo>
                  <a:lnTo>
                    <a:pt x="1331281" y="26305"/>
                  </a:lnTo>
                  <a:lnTo>
                    <a:pt x="1339066" y="25822"/>
                  </a:lnTo>
                  <a:lnTo>
                    <a:pt x="1346851" y="25708"/>
                  </a:lnTo>
                  <a:lnTo>
                    <a:pt x="1354637" y="25730"/>
                  </a:lnTo>
                  <a:lnTo>
                    <a:pt x="1362422" y="25752"/>
                  </a:lnTo>
                  <a:lnTo>
                    <a:pt x="1370207" y="25775"/>
                  </a:lnTo>
                  <a:lnTo>
                    <a:pt x="1377992" y="25797"/>
                  </a:lnTo>
                  <a:lnTo>
                    <a:pt x="1385778" y="25820"/>
                  </a:lnTo>
                  <a:lnTo>
                    <a:pt x="1393563" y="25842"/>
                  </a:lnTo>
                  <a:lnTo>
                    <a:pt x="1401348" y="25477"/>
                  </a:lnTo>
                  <a:lnTo>
                    <a:pt x="1409133" y="25072"/>
                  </a:lnTo>
                  <a:lnTo>
                    <a:pt x="1416919" y="24667"/>
                  </a:lnTo>
                  <a:lnTo>
                    <a:pt x="1424704" y="24265"/>
                  </a:lnTo>
                  <a:lnTo>
                    <a:pt x="1432489" y="23863"/>
                  </a:lnTo>
                  <a:lnTo>
                    <a:pt x="1440275" y="23463"/>
                  </a:lnTo>
                  <a:lnTo>
                    <a:pt x="1448060" y="23064"/>
                  </a:lnTo>
                  <a:lnTo>
                    <a:pt x="1455845" y="22666"/>
                  </a:lnTo>
                  <a:lnTo>
                    <a:pt x="1463630" y="22270"/>
                  </a:lnTo>
                  <a:lnTo>
                    <a:pt x="1471416" y="21874"/>
                  </a:lnTo>
                  <a:lnTo>
                    <a:pt x="1479201" y="21481"/>
                  </a:lnTo>
                  <a:lnTo>
                    <a:pt x="1486986" y="21088"/>
                  </a:lnTo>
                  <a:lnTo>
                    <a:pt x="1494771" y="20697"/>
                  </a:lnTo>
                  <a:lnTo>
                    <a:pt x="1502557" y="20309"/>
                  </a:lnTo>
                  <a:lnTo>
                    <a:pt x="1510342" y="20013"/>
                  </a:lnTo>
                  <a:lnTo>
                    <a:pt x="1518127" y="19912"/>
                  </a:lnTo>
                  <a:lnTo>
                    <a:pt x="1525912" y="19815"/>
                  </a:lnTo>
                  <a:lnTo>
                    <a:pt x="1533698" y="19718"/>
                  </a:lnTo>
                  <a:lnTo>
                    <a:pt x="1541483" y="19622"/>
                  </a:lnTo>
                  <a:lnTo>
                    <a:pt x="1549268" y="19525"/>
                  </a:lnTo>
                  <a:lnTo>
                    <a:pt x="1557054" y="19173"/>
                  </a:lnTo>
                  <a:lnTo>
                    <a:pt x="1564839" y="18748"/>
                  </a:lnTo>
                  <a:lnTo>
                    <a:pt x="1572624" y="18325"/>
                  </a:lnTo>
                  <a:lnTo>
                    <a:pt x="1580409" y="17904"/>
                  </a:lnTo>
                  <a:lnTo>
                    <a:pt x="1588195" y="17484"/>
                  </a:lnTo>
                  <a:lnTo>
                    <a:pt x="1595980" y="17065"/>
                  </a:lnTo>
                  <a:lnTo>
                    <a:pt x="1603765" y="16710"/>
                  </a:lnTo>
                  <a:lnTo>
                    <a:pt x="1611550" y="16454"/>
                  </a:lnTo>
                  <a:lnTo>
                    <a:pt x="1619336" y="16199"/>
                  </a:lnTo>
                  <a:lnTo>
                    <a:pt x="1627121" y="15750"/>
                  </a:lnTo>
                  <a:lnTo>
                    <a:pt x="1634906" y="15290"/>
                  </a:lnTo>
                  <a:lnTo>
                    <a:pt x="1642692" y="14968"/>
                  </a:lnTo>
                  <a:lnTo>
                    <a:pt x="1650477" y="14923"/>
                  </a:lnTo>
                  <a:lnTo>
                    <a:pt x="1658262" y="14884"/>
                  </a:lnTo>
                  <a:lnTo>
                    <a:pt x="1666047" y="14701"/>
                  </a:lnTo>
                  <a:lnTo>
                    <a:pt x="1673833" y="14457"/>
                  </a:lnTo>
                  <a:lnTo>
                    <a:pt x="1681618" y="14214"/>
                  </a:lnTo>
                  <a:lnTo>
                    <a:pt x="1689403" y="13971"/>
                  </a:lnTo>
                  <a:lnTo>
                    <a:pt x="1697188" y="13729"/>
                  </a:lnTo>
                  <a:lnTo>
                    <a:pt x="1704974" y="13487"/>
                  </a:lnTo>
                  <a:lnTo>
                    <a:pt x="1712759" y="13291"/>
                  </a:lnTo>
                  <a:lnTo>
                    <a:pt x="1720544" y="13163"/>
                  </a:lnTo>
                  <a:lnTo>
                    <a:pt x="1728330" y="13036"/>
                  </a:lnTo>
                  <a:lnTo>
                    <a:pt x="1736115" y="12909"/>
                  </a:lnTo>
                  <a:lnTo>
                    <a:pt x="1743900" y="12782"/>
                  </a:lnTo>
                  <a:lnTo>
                    <a:pt x="1751685" y="12655"/>
                  </a:lnTo>
                  <a:lnTo>
                    <a:pt x="1759471" y="12528"/>
                  </a:lnTo>
                  <a:lnTo>
                    <a:pt x="1767256" y="12401"/>
                  </a:lnTo>
                  <a:lnTo>
                    <a:pt x="1775041" y="12199"/>
                  </a:lnTo>
                  <a:lnTo>
                    <a:pt x="1782826" y="11922"/>
                  </a:lnTo>
                  <a:lnTo>
                    <a:pt x="1790612" y="11652"/>
                  </a:lnTo>
                  <a:lnTo>
                    <a:pt x="1798397" y="11383"/>
                  </a:lnTo>
                  <a:lnTo>
                    <a:pt x="1806182" y="11159"/>
                  </a:lnTo>
                  <a:lnTo>
                    <a:pt x="1813967" y="11176"/>
                  </a:lnTo>
                  <a:lnTo>
                    <a:pt x="1821753" y="11192"/>
                  </a:lnTo>
                  <a:lnTo>
                    <a:pt x="1829538" y="11209"/>
                  </a:lnTo>
                  <a:lnTo>
                    <a:pt x="1837323" y="11225"/>
                  </a:lnTo>
                  <a:lnTo>
                    <a:pt x="1845109" y="11045"/>
                  </a:lnTo>
                  <a:lnTo>
                    <a:pt x="1852894" y="10693"/>
                  </a:lnTo>
                  <a:lnTo>
                    <a:pt x="1860679" y="10343"/>
                  </a:lnTo>
                  <a:lnTo>
                    <a:pt x="1868464" y="9994"/>
                  </a:lnTo>
                  <a:lnTo>
                    <a:pt x="1876250" y="9645"/>
                  </a:lnTo>
                  <a:lnTo>
                    <a:pt x="1884035" y="9298"/>
                  </a:lnTo>
                  <a:lnTo>
                    <a:pt x="1891820" y="8952"/>
                  </a:lnTo>
                  <a:lnTo>
                    <a:pt x="1899605" y="8608"/>
                  </a:lnTo>
                  <a:lnTo>
                    <a:pt x="1907391" y="8264"/>
                  </a:lnTo>
                  <a:lnTo>
                    <a:pt x="1915176" y="7922"/>
                  </a:lnTo>
                  <a:lnTo>
                    <a:pt x="1922961" y="7582"/>
                  </a:lnTo>
                  <a:lnTo>
                    <a:pt x="1930747" y="7246"/>
                  </a:lnTo>
                  <a:lnTo>
                    <a:pt x="1938532" y="6910"/>
                  </a:lnTo>
                  <a:lnTo>
                    <a:pt x="1946317" y="6743"/>
                  </a:lnTo>
                  <a:lnTo>
                    <a:pt x="1954102" y="6609"/>
                  </a:lnTo>
                  <a:lnTo>
                    <a:pt x="1961888" y="6474"/>
                  </a:lnTo>
                  <a:lnTo>
                    <a:pt x="1969673" y="6340"/>
                  </a:lnTo>
                  <a:lnTo>
                    <a:pt x="1977458" y="6207"/>
                  </a:lnTo>
                  <a:lnTo>
                    <a:pt x="1985243" y="5884"/>
                  </a:lnTo>
                  <a:lnTo>
                    <a:pt x="1993029" y="5479"/>
                  </a:lnTo>
                  <a:lnTo>
                    <a:pt x="2000814" y="5077"/>
                  </a:lnTo>
                  <a:lnTo>
                    <a:pt x="2008599" y="4785"/>
                  </a:lnTo>
                  <a:lnTo>
                    <a:pt x="2016385" y="4719"/>
                  </a:lnTo>
                  <a:lnTo>
                    <a:pt x="2016385" y="478941"/>
                  </a:lnTo>
                  <a:lnTo>
                    <a:pt x="2008599" y="477588"/>
                  </a:lnTo>
                  <a:lnTo>
                    <a:pt x="2000814" y="476192"/>
                  </a:lnTo>
                  <a:lnTo>
                    <a:pt x="1993029" y="474783"/>
                  </a:lnTo>
                  <a:lnTo>
                    <a:pt x="1985243" y="473363"/>
                  </a:lnTo>
                  <a:lnTo>
                    <a:pt x="1977458" y="471930"/>
                  </a:lnTo>
                  <a:lnTo>
                    <a:pt x="1969673" y="470486"/>
                  </a:lnTo>
                  <a:lnTo>
                    <a:pt x="1961888" y="469029"/>
                  </a:lnTo>
                  <a:lnTo>
                    <a:pt x="1954102" y="467630"/>
                  </a:lnTo>
                  <a:lnTo>
                    <a:pt x="1946317" y="466332"/>
                  </a:lnTo>
                  <a:lnTo>
                    <a:pt x="1938532" y="465025"/>
                  </a:lnTo>
                  <a:lnTo>
                    <a:pt x="1930747" y="463708"/>
                  </a:lnTo>
                  <a:lnTo>
                    <a:pt x="1922961" y="462382"/>
                  </a:lnTo>
                  <a:lnTo>
                    <a:pt x="1915176" y="461046"/>
                  </a:lnTo>
                  <a:lnTo>
                    <a:pt x="1907391" y="459701"/>
                  </a:lnTo>
                  <a:lnTo>
                    <a:pt x="1899605" y="458347"/>
                  </a:lnTo>
                  <a:lnTo>
                    <a:pt x="1891820" y="456983"/>
                  </a:lnTo>
                  <a:lnTo>
                    <a:pt x="1884035" y="455610"/>
                  </a:lnTo>
                  <a:lnTo>
                    <a:pt x="1876250" y="454228"/>
                  </a:lnTo>
                  <a:lnTo>
                    <a:pt x="1868464" y="452792"/>
                  </a:lnTo>
                  <a:lnTo>
                    <a:pt x="1860679" y="451273"/>
                  </a:lnTo>
                  <a:lnTo>
                    <a:pt x="1852894" y="450033"/>
                  </a:lnTo>
                  <a:lnTo>
                    <a:pt x="1845109" y="448614"/>
                  </a:lnTo>
                  <a:lnTo>
                    <a:pt x="1837323" y="447188"/>
                  </a:lnTo>
                  <a:lnTo>
                    <a:pt x="1829538" y="446003"/>
                  </a:lnTo>
                  <a:lnTo>
                    <a:pt x="1821753" y="444954"/>
                  </a:lnTo>
                  <a:lnTo>
                    <a:pt x="1813967" y="443825"/>
                  </a:lnTo>
                  <a:lnTo>
                    <a:pt x="1806182" y="442496"/>
                  </a:lnTo>
                  <a:lnTo>
                    <a:pt x="1798397" y="441021"/>
                  </a:lnTo>
                  <a:lnTo>
                    <a:pt x="1790612" y="439536"/>
                  </a:lnTo>
                  <a:lnTo>
                    <a:pt x="1782826" y="438041"/>
                  </a:lnTo>
                  <a:lnTo>
                    <a:pt x="1775041" y="436528"/>
                  </a:lnTo>
                  <a:lnTo>
                    <a:pt x="1767256" y="435005"/>
                  </a:lnTo>
                  <a:lnTo>
                    <a:pt x="1759471" y="433473"/>
                  </a:lnTo>
                  <a:lnTo>
                    <a:pt x="1751685" y="431931"/>
                  </a:lnTo>
                  <a:lnTo>
                    <a:pt x="1743900" y="430380"/>
                  </a:lnTo>
                  <a:lnTo>
                    <a:pt x="1736115" y="428905"/>
                  </a:lnTo>
                  <a:lnTo>
                    <a:pt x="1728330" y="427608"/>
                  </a:lnTo>
                  <a:lnTo>
                    <a:pt x="1720544" y="426304"/>
                  </a:lnTo>
                  <a:lnTo>
                    <a:pt x="1712759" y="424697"/>
                  </a:lnTo>
                  <a:lnTo>
                    <a:pt x="1704974" y="423033"/>
                  </a:lnTo>
                  <a:lnTo>
                    <a:pt x="1697188" y="421357"/>
                  </a:lnTo>
                  <a:lnTo>
                    <a:pt x="1689403" y="419672"/>
                  </a:lnTo>
                  <a:lnTo>
                    <a:pt x="1681618" y="417968"/>
                  </a:lnTo>
                  <a:lnTo>
                    <a:pt x="1673833" y="416247"/>
                  </a:lnTo>
                  <a:lnTo>
                    <a:pt x="1666047" y="414570"/>
                  </a:lnTo>
                  <a:lnTo>
                    <a:pt x="1658262" y="412857"/>
                  </a:lnTo>
                  <a:lnTo>
                    <a:pt x="1650477" y="411134"/>
                  </a:lnTo>
                  <a:lnTo>
                    <a:pt x="1642692" y="409409"/>
                  </a:lnTo>
                  <a:lnTo>
                    <a:pt x="1634906" y="407728"/>
                  </a:lnTo>
                  <a:lnTo>
                    <a:pt x="1627121" y="406039"/>
                  </a:lnTo>
                  <a:lnTo>
                    <a:pt x="1619336" y="404340"/>
                  </a:lnTo>
                  <a:lnTo>
                    <a:pt x="1611550" y="402633"/>
                  </a:lnTo>
                  <a:lnTo>
                    <a:pt x="1603765" y="400917"/>
                  </a:lnTo>
                  <a:lnTo>
                    <a:pt x="1595980" y="399082"/>
                  </a:lnTo>
                  <a:lnTo>
                    <a:pt x="1588195" y="397153"/>
                  </a:lnTo>
                  <a:lnTo>
                    <a:pt x="1580409" y="395214"/>
                  </a:lnTo>
                  <a:lnTo>
                    <a:pt x="1572624" y="393340"/>
                  </a:lnTo>
                  <a:lnTo>
                    <a:pt x="1564839" y="391605"/>
                  </a:lnTo>
                  <a:lnTo>
                    <a:pt x="1557054" y="389862"/>
                  </a:lnTo>
                  <a:lnTo>
                    <a:pt x="1549268" y="388112"/>
                  </a:lnTo>
                  <a:lnTo>
                    <a:pt x="1541483" y="386354"/>
                  </a:lnTo>
                  <a:lnTo>
                    <a:pt x="1533698" y="384588"/>
                  </a:lnTo>
                  <a:lnTo>
                    <a:pt x="1525912" y="382888"/>
                  </a:lnTo>
                  <a:lnTo>
                    <a:pt x="1518127" y="381202"/>
                  </a:lnTo>
                  <a:lnTo>
                    <a:pt x="1510342" y="379509"/>
                  </a:lnTo>
                  <a:lnTo>
                    <a:pt x="1502557" y="377810"/>
                  </a:lnTo>
                  <a:lnTo>
                    <a:pt x="1494771" y="376104"/>
                  </a:lnTo>
                  <a:lnTo>
                    <a:pt x="1486986" y="374281"/>
                  </a:lnTo>
                  <a:lnTo>
                    <a:pt x="1479201" y="372447"/>
                  </a:lnTo>
                  <a:lnTo>
                    <a:pt x="1471416" y="370605"/>
                  </a:lnTo>
                  <a:lnTo>
                    <a:pt x="1463630" y="368756"/>
                  </a:lnTo>
                  <a:lnTo>
                    <a:pt x="1455845" y="366901"/>
                  </a:lnTo>
                  <a:lnTo>
                    <a:pt x="1448060" y="365425"/>
                  </a:lnTo>
                  <a:lnTo>
                    <a:pt x="1440275" y="364017"/>
                  </a:lnTo>
                  <a:lnTo>
                    <a:pt x="1432489" y="362283"/>
                  </a:lnTo>
                  <a:lnTo>
                    <a:pt x="1424704" y="360543"/>
                  </a:lnTo>
                  <a:lnTo>
                    <a:pt x="1416919" y="358960"/>
                  </a:lnTo>
                  <a:lnTo>
                    <a:pt x="1409133" y="357425"/>
                  </a:lnTo>
                  <a:lnTo>
                    <a:pt x="1401348" y="355883"/>
                  </a:lnTo>
                  <a:lnTo>
                    <a:pt x="1393563" y="354314"/>
                  </a:lnTo>
                  <a:lnTo>
                    <a:pt x="1385778" y="352740"/>
                  </a:lnTo>
                  <a:lnTo>
                    <a:pt x="1377992" y="351162"/>
                  </a:lnTo>
                  <a:lnTo>
                    <a:pt x="1370207" y="349580"/>
                  </a:lnTo>
                  <a:lnTo>
                    <a:pt x="1362422" y="347995"/>
                  </a:lnTo>
                  <a:lnTo>
                    <a:pt x="1354637" y="346405"/>
                  </a:lnTo>
                  <a:lnTo>
                    <a:pt x="1346851" y="344392"/>
                  </a:lnTo>
                  <a:lnTo>
                    <a:pt x="1339066" y="342679"/>
                  </a:lnTo>
                  <a:lnTo>
                    <a:pt x="1331281" y="341369"/>
                  </a:lnTo>
                  <a:lnTo>
                    <a:pt x="1323495" y="340056"/>
                  </a:lnTo>
                  <a:lnTo>
                    <a:pt x="1315710" y="338470"/>
                  </a:lnTo>
                  <a:lnTo>
                    <a:pt x="1307925" y="336870"/>
                  </a:lnTo>
                  <a:lnTo>
                    <a:pt x="1300140" y="335040"/>
                  </a:lnTo>
                  <a:lnTo>
                    <a:pt x="1292354" y="332976"/>
                  </a:lnTo>
                  <a:lnTo>
                    <a:pt x="1284569" y="330907"/>
                  </a:lnTo>
                  <a:lnTo>
                    <a:pt x="1276784" y="328827"/>
                  </a:lnTo>
                  <a:lnTo>
                    <a:pt x="1268999" y="327143"/>
                  </a:lnTo>
                  <a:lnTo>
                    <a:pt x="1261213" y="325696"/>
                  </a:lnTo>
                  <a:lnTo>
                    <a:pt x="1253428" y="323692"/>
                  </a:lnTo>
                  <a:lnTo>
                    <a:pt x="1245643" y="321900"/>
                  </a:lnTo>
                  <a:lnTo>
                    <a:pt x="1237857" y="320578"/>
                  </a:lnTo>
                  <a:lnTo>
                    <a:pt x="1230072" y="319244"/>
                  </a:lnTo>
                  <a:lnTo>
                    <a:pt x="1222287" y="317487"/>
                  </a:lnTo>
                  <a:lnTo>
                    <a:pt x="1214502" y="315397"/>
                  </a:lnTo>
                  <a:lnTo>
                    <a:pt x="1206716" y="313303"/>
                  </a:lnTo>
                  <a:lnTo>
                    <a:pt x="1198931" y="311327"/>
                  </a:lnTo>
                  <a:lnTo>
                    <a:pt x="1191146" y="309441"/>
                  </a:lnTo>
                  <a:lnTo>
                    <a:pt x="1183361" y="307183"/>
                  </a:lnTo>
                  <a:lnTo>
                    <a:pt x="1175575" y="304917"/>
                  </a:lnTo>
                  <a:lnTo>
                    <a:pt x="1167790" y="302872"/>
                  </a:lnTo>
                  <a:lnTo>
                    <a:pt x="1160005" y="301809"/>
                  </a:lnTo>
                  <a:lnTo>
                    <a:pt x="1152220" y="300001"/>
                  </a:lnTo>
                  <a:lnTo>
                    <a:pt x="1144434" y="297870"/>
                  </a:lnTo>
                  <a:lnTo>
                    <a:pt x="1136649" y="295371"/>
                  </a:lnTo>
                  <a:lnTo>
                    <a:pt x="1128864" y="293617"/>
                  </a:lnTo>
                  <a:lnTo>
                    <a:pt x="1121078" y="291483"/>
                  </a:lnTo>
                  <a:lnTo>
                    <a:pt x="1113293" y="289348"/>
                  </a:lnTo>
                  <a:lnTo>
                    <a:pt x="1105508" y="287210"/>
                  </a:lnTo>
                  <a:lnTo>
                    <a:pt x="1097723" y="285070"/>
                  </a:lnTo>
                  <a:lnTo>
                    <a:pt x="1089937" y="282928"/>
                  </a:lnTo>
                  <a:lnTo>
                    <a:pt x="1082152" y="281360"/>
                  </a:lnTo>
                  <a:lnTo>
                    <a:pt x="1074367" y="279975"/>
                  </a:lnTo>
                  <a:lnTo>
                    <a:pt x="1066582" y="278155"/>
                  </a:lnTo>
                  <a:lnTo>
                    <a:pt x="1058796" y="276142"/>
                  </a:lnTo>
                  <a:lnTo>
                    <a:pt x="1051011" y="273936"/>
                  </a:lnTo>
                  <a:lnTo>
                    <a:pt x="1043226" y="272032"/>
                  </a:lnTo>
                  <a:lnTo>
                    <a:pt x="1035440" y="269675"/>
                  </a:lnTo>
                  <a:lnTo>
                    <a:pt x="1027655" y="267729"/>
                  </a:lnTo>
                  <a:lnTo>
                    <a:pt x="1019870" y="266098"/>
                  </a:lnTo>
                  <a:lnTo>
                    <a:pt x="1012085" y="264099"/>
                  </a:lnTo>
                  <a:lnTo>
                    <a:pt x="1004299" y="262087"/>
                  </a:lnTo>
                  <a:lnTo>
                    <a:pt x="996514" y="260376"/>
                  </a:lnTo>
                  <a:lnTo>
                    <a:pt x="988729" y="258799"/>
                  </a:lnTo>
                  <a:lnTo>
                    <a:pt x="980944" y="257264"/>
                  </a:lnTo>
                  <a:lnTo>
                    <a:pt x="973158" y="256077"/>
                  </a:lnTo>
                  <a:lnTo>
                    <a:pt x="965373" y="254348"/>
                  </a:lnTo>
                  <a:lnTo>
                    <a:pt x="957588" y="253127"/>
                  </a:lnTo>
                  <a:lnTo>
                    <a:pt x="949802" y="251737"/>
                  </a:lnTo>
                  <a:lnTo>
                    <a:pt x="942017" y="250432"/>
                  </a:lnTo>
                  <a:lnTo>
                    <a:pt x="934232" y="249115"/>
                  </a:lnTo>
                  <a:lnTo>
                    <a:pt x="926447" y="247275"/>
                  </a:lnTo>
                  <a:lnTo>
                    <a:pt x="918661" y="246494"/>
                  </a:lnTo>
                  <a:lnTo>
                    <a:pt x="910876" y="245202"/>
                  </a:lnTo>
                  <a:lnTo>
                    <a:pt x="903091" y="243983"/>
                  </a:lnTo>
                  <a:lnTo>
                    <a:pt x="895306" y="242590"/>
                  </a:lnTo>
                  <a:lnTo>
                    <a:pt x="887520" y="241214"/>
                  </a:lnTo>
                  <a:lnTo>
                    <a:pt x="879735" y="239005"/>
                  </a:lnTo>
                  <a:lnTo>
                    <a:pt x="871950" y="236994"/>
                  </a:lnTo>
                  <a:lnTo>
                    <a:pt x="864165" y="235078"/>
                  </a:lnTo>
                  <a:lnTo>
                    <a:pt x="856379" y="233845"/>
                  </a:lnTo>
                  <a:lnTo>
                    <a:pt x="848594" y="232771"/>
                  </a:lnTo>
                  <a:lnTo>
                    <a:pt x="840809" y="231697"/>
                  </a:lnTo>
                  <a:lnTo>
                    <a:pt x="833023" y="230625"/>
                  </a:lnTo>
                  <a:lnTo>
                    <a:pt x="825238" y="229198"/>
                  </a:lnTo>
                  <a:lnTo>
                    <a:pt x="817453" y="228201"/>
                  </a:lnTo>
                  <a:lnTo>
                    <a:pt x="809668" y="227142"/>
                  </a:lnTo>
                  <a:lnTo>
                    <a:pt x="801882" y="225918"/>
                  </a:lnTo>
                  <a:lnTo>
                    <a:pt x="794097" y="223646"/>
                  </a:lnTo>
                  <a:lnTo>
                    <a:pt x="786312" y="222448"/>
                  </a:lnTo>
                  <a:lnTo>
                    <a:pt x="778527" y="221240"/>
                  </a:lnTo>
                  <a:lnTo>
                    <a:pt x="770741" y="219224"/>
                  </a:lnTo>
                  <a:lnTo>
                    <a:pt x="762956" y="218741"/>
                  </a:lnTo>
                  <a:lnTo>
                    <a:pt x="755171" y="217668"/>
                  </a:lnTo>
                  <a:lnTo>
                    <a:pt x="747385" y="216428"/>
                  </a:lnTo>
                  <a:lnTo>
                    <a:pt x="739600" y="215054"/>
                  </a:lnTo>
                  <a:lnTo>
                    <a:pt x="731815" y="213946"/>
                  </a:lnTo>
                  <a:lnTo>
                    <a:pt x="724030" y="212300"/>
                  </a:lnTo>
                  <a:lnTo>
                    <a:pt x="716244" y="210677"/>
                  </a:lnTo>
                  <a:lnTo>
                    <a:pt x="708459" y="209046"/>
                  </a:lnTo>
                  <a:lnTo>
                    <a:pt x="700674" y="207680"/>
                  </a:lnTo>
                  <a:lnTo>
                    <a:pt x="692889" y="206804"/>
                  </a:lnTo>
                  <a:lnTo>
                    <a:pt x="685103" y="205989"/>
                  </a:lnTo>
                  <a:lnTo>
                    <a:pt x="677318" y="205031"/>
                  </a:lnTo>
                  <a:lnTo>
                    <a:pt x="669533" y="204177"/>
                  </a:lnTo>
                  <a:lnTo>
                    <a:pt x="661747" y="202921"/>
                  </a:lnTo>
                  <a:lnTo>
                    <a:pt x="653962" y="201090"/>
                  </a:lnTo>
                  <a:lnTo>
                    <a:pt x="646177" y="199234"/>
                  </a:lnTo>
                  <a:lnTo>
                    <a:pt x="638392" y="197868"/>
                  </a:lnTo>
                  <a:lnTo>
                    <a:pt x="630606" y="196716"/>
                  </a:lnTo>
                  <a:lnTo>
                    <a:pt x="622821" y="195577"/>
                  </a:lnTo>
                  <a:lnTo>
                    <a:pt x="615036" y="194469"/>
                  </a:lnTo>
                  <a:lnTo>
                    <a:pt x="607251" y="193393"/>
                  </a:lnTo>
                  <a:lnTo>
                    <a:pt x="599465" y="193200"/>
                  </a:lnTo>
                  <a:lnTo>
                    <a:pt x="591680" y="192454"/>
                  </a:lnTo>
                  <a:lnTo>
                    <a:pt x="583895" y="191202"/>
                  </a:lnTo>
                  <a:lnTo>
                    <a:pt x="576110" y="189948"/>
                  </a:lnTo>
                  <a:lnTo>
                    <a:pt x="568324" y="188583"/>
                  </a:lnTo>
                  <a:lnTo>
                    <a:pt x="560539" y="187134"/>
                  </a:lnTo>
                  <a:lnTo>
                    <a:pt x="552754" y="186201"/>
                  </a:lnTo>
                  <a:lnTo>
                    <a:pt x="544968" y="185084"/>
                  </a:lnTo>
                  <a:lnTo>
                    <a:pt x="537183" y="184621"/>
                  </a:lnTo>
                  <a:lnTo>
                    <a:pt x="529398" y="183594"/>
                  </a:lnTo>
                  <a:lnTo>
                    <a:pt x="521613" y="182501"/>
                  </a:lnTo>
                  <a:lnTo>
                    <a:pt x="513827" y="181418"/>
                  </a:lnTo>
                  <a:lnTo>
                    <a:pt x="506042" y="180245"/>
                  </a:lnTo>
                  <a:lnTo>
                    <a:pt x="498257" y="179068"/>
                  </a:lnTo>
                  <a:lnTo>
                    <a:pt x="490472" y="177928"/>
                  </a:lnTo>
                  <a:lnTo>
                    <a:pt x="482686" y="176791"/>
                  </a:lnTo>
                  <a:lnTo>
                    <a:pt x="474901" y="175584"/>
                  </a:lnTo>
                  <a:lnTo>
                    <a:pt x="467116" y="174528"/>
                  </a:lnTo>
                  <a:lnTo>
                    <a:pt x="459330" y="173392"/>
                  </a:lnTo>
                  <a:lnTo>
                    <a:pt x="451545" y="172277"/>
                  </a:lnTo>
                  <a:lnTo>
                    <a:pt x="443760" y="171143"/>
                  </a:lnTo>
                  <a:lnTo>
                    <a:pt x="435975" y="170157"/>
                  </a:lnTo>
                  <a:lnTo>
                    <a:pt x="428189" y="169637"/>
                  </a:lnTo>
                  <a:lnTo>
                    <a:pt x="420404" y="168805"/>
                  </a:lnTo>
                  <a:lnTo>
                    <a:pt x="412619" y="168399"/>
                  </a:lnTo>
                  <a:lnTo>
                    <a:pt x="404834" y="167464"/>
                  </a:lnTo>
                  <a:lnTo>
                    <a:pt x="397048" y="166788"/>
                  </a:lnTo>
                  <a:lnTo>
                    <a:pt x="389263" y="165412"/>
                  </a:lnTo>
                  <a:lnTo>
                    <a:pt x="381478" y="164385"/>
                  </a:lnTo>
                  <a:lnTo>
                    <a:pt x="373692" y="164035"/>
                  </a:lnTo>
                  <a:lnTo>
                    <a:pt x="365907" y="163677"/>
                  </a:lnTo>
                  <a:lnTo>
                    <a:pt x="358122" y="163382"/>
                  </a:lnTo>
                  <a:lnTo>
                    <a:pt x="350337" y="163060"/>
                  </a:lnTo>
                  <a:lnTo>
                    <a:pt x="342551" y="162861"/>
                  </a:lnTo>
                  <a:lnTo>
                    <a:pt x="334766" y="162618"/>
                  </a:lnTo>
                  <a:lnTo>
                    <a:pt x="326981" y="162364"/>
                  </a:lnTo>
                  <a:lnTo>
                    <a:pt x="319196" y="162297"/>
                  </a:lnTo>
                  <a:lnTo>
                    <a:pt x="311410" y="161656"/>
                  </a:lnTo>
                  <a:lnTo>
                    <a:pt x="303625" y="160876"/>
                  </a:lnTo>
                  <a:lnTo>
                    <a:pt x="295840" y="159805"/>
                  </a:lnTo>
                  <a:lnTo>
                    <a:pt x="288055" y="159199"/>
                  </a:lnTo>
                  <a:lnTo>
                    <a:pt x="280269" y="159599"/>
                  </a:lnTo>
                  <a:lnTo>
                    <a:pt x="272484" y="159470"/>
                  </a:lnTo>
                  <a:lnTo>
                    <a:pt x="264699" y="159062"/>
                  </a:lnTo>
                  <a:lnTo>
                    <a:pt x="256913" y="158973"/>
                  </a:lnTo>
                  <a:lnTo>
                    <a:pt x="249128" y="158365"/>
                  </a:lnTo>
                  <a:lnTo>
                    <a:pt x="241343" y="158102"/>
                  </a:lnTo>
                  <a:lnTo>
                    <a:pt x="233558" y="157592"/>
                  </a:lnTo>
                  <a:lnTo>
                    <a:pt x="225772" y="156804"/>
                  </a:lnTo>
                  <a:lnTo>
                    <a:pt x="217987" y="155998"/>
                  </a:lnTo>
                  <a:lnTo>
                    <a:pt x="210202" y="155226"/>
                  </a:lnTo>
                  <a:lnTo>
                    <a:pt x="202417" y="154489"/>
                  </a:lnTo>
                  <a:lnTo>
                    <a:pt x="194631" y="154452"/>
                  </a:lnTo>
                  <a:lnTo>
                    <a:pt x="186846" y="154275"/>
                  </a:lnTo>
                  <a:lnTo>
                    <a:pt x="179061" y="154431"/>
                  </a:lnTo>
                  <a:lnTo>
                    <a:pt x="171275" y="154574"/>
                  </a:lnTo>
                  <a:lnTo>
                    <a:pt x="163490" y="154663"/>
                  </a:lnTo>
                  <a:lnTo>
                    <a:pt x="155705" y="155009"/>
                  </a:lnTo>
                  <a:lnTo>
                    <a:pt x="147920" y="155462"/>
                  </a:lnTo>
                  <a:lnTo>
                    <a:pt x="140134" y="155234"/>
                  </a:lnTo>
                  <a:lnTo>
                    <a:pt x="132349" y="155169"/>
                  </a:lnTo>
                  <a:lnTo>
                    <a:pt x="124564" y="155375"/>
                  </a:lnTo>
                  <a:lnTo>
                    <a:pt x="116779" y="155523"/>
                  </a:lnTo>
                  <a:lnTo>
                    <a:pt x="108993" y="155283"/>
                  </a:lnTo>
                  <a:lnTo>
                    <a:pt x="101208" y="155016"/>
                  </a:lnTo>
                  <a:lnTo>
                    <a:pt x="93423" y="154272"/>
                  </a:lnTo>
                  <a:lnTo>
                    <a:pt x="85637" y="154252"/>
                  </a:lnTo>
                  <a:lnTo>
                    <a:pt x="77852" y="154268"/>
                  </a:lnTo>
                  <a:lnTo>
                    <a:pt x="70067" y="154232"/>
                  </a:lnTo>
                  <a:lnTo>
                    <a:pt x="62282" y="154222"/>
                  </a:lnTo>
                  <a:lnTo>
                    <a:pt x="54496" y="153845"/>
                  </a:lnTo>
                  <a:lnTo>
                    <a:pt x="46711" y="153884"/>
                  </a:lnTo>
                  <a:lnTo>
                    <a:pt x="38926" y="153920"/>
                  </a:lnTo>
                  <a:lnTo>
                    <a:pt x="31141" y="153594"/>
                  </a:lnTo>
                  <a:lnTo>
                    <a:pt x="23355" y="154000"/>
                  </a:lnTo>
                  <a:lnTo>
                    <a:pt x="15570" y="154038"/>
                  </a:lnTo>
                  <a:lnTo>
                    <a:pt x="7785" y="154077"/>
                  </a:lnTo>
                  <a:lnTo>
                    <a:pt x="0" y="154099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2"/>
            <p:cNvSpPr/>
            <p:nvPr/>
          </p:nvSpPr>
          <p:spPr>
            <a:xfrm>
              <a:off x="6049435" y="2503735"/>
              <a:ext cx="2016385" cy="39676"/>
            </a:xfrm>
            <a:custGeom>
              <a:avLst/>
              <a:pathLst>
                <a:path w="2016385" h="39676">
                  <a:moveTo>
                    <a:pt x="0" y="0"/>
                  </a:moveTo>
                  <a:lnTo>
                    <a:pt x="7785" y="735"/>
                  </a:lnTo>
                  <a:lnTo>
                    <a:pt x="15570" y="1279"/>
                  </a:lnTo>
                  <a:lnTo>
                    <a:pt x="23355" y="1791"/>
                  </a:lnTo>
                  <a:lnTo>
                    <a:pt x="31141" y="2558"/>
                  </a:lnTo>
                  <a:lnTo>
                    <a:pt x="38926" y="2810"/>
                  </a:lnTo>
                  <a:lnTo>
                    <a:pt x="46711" y="3422"/>
                  </a:lnTo>
                  <a:lnTo>
                    <a:pt x="54496" y="4199"/>
                  </a:lnTo>
                  <a:lnTo>
                    <a:pt x="62282" y="4980"/>
                  </a:lnTo>
                  <a:lnTo>
                    <a:pt x="70067" y="5778"/>
                  </a:lnTo>
                  <a:lnTo>
                    <a:pt x="77852" y="6530"/>
                  </a:lnTo>
                  <a:lnTo>
                    <a:pt x="85637" y="7186"/>
                  </a:lnTo>
                  <a:lnTo>
                    <a:pt x="93423" y="7702"/>
                  </a:lnTo>
                  <a:lnTo>
                    <a:pt x="101208" y="8184"/>
                  </a:lnTo>
                  <a:lnTo>
                    <a:pt x="108993" y="8747"/>
                  </a:lnTo>
                  <a:lnTo>
                    <a:pt x="116779" y="9072"/>
                  </a:lnTo>
                  <a:lnTo>
                    <a:pt x="124564" y="9518"/>
                  </a:lnTo>
                  <a:lnTo>
                    <a:pt x="132349" y="10121"/>
                  </a:lnTo>
                  <a:lnTo>
                    <a:pt x="140134" y="10860"/>
                  </a:lnTo>
                  <a:lnTo>
                    <a:pt x="147920" y="11679"/>
                  </a:lnTo>
                  <a:lnTo>
                    <a:pt x="155705" y="12545"/>
                  </a:lnTo>
                  <a:lnTo>
                    <a:pt x="163490" y="12991"/>
                  </a:lnTo>
                  <a:lnTo>
                    <a:pt x="171275" y="13494"/>
                  </a:lnTo>
                  <a:lnTo>
                    <a:pt x="179061" y="14293"/>
                  </a:lnTo>
                  <a:lnTo>
                    <a:pt x="186846" y="14998"/>
                  </a:lnTo>
                  <a:lnTo>
                    <a:pt x="194631" y="15611"/>
                  </a:lnTo>
                  <a:lnTo>
                    <a:pt x="202417" y="16228"/>
                  </a:lnTo>
                  <a:lnTo>
                    <a:pt x="210202" y="16843"/>
                  </a:lnTo>
                  <a:lnTo>
                    <a:pt x="217987" y="17460"/>
                  </a:lnTo>
                  <a:lnTo>
                    <a:pt x="225772" y="18081"/>
                  </a:lnTo>
                  <a:lnTo>
                    <a:pt x="233558" y="18615"/>
                  </a:lnTo>
                  <a:lnTo>
                    <a:pt x="241343" y="18564"/>
                  </a:lnTo>
                  <a:lnTo>
                    <a:pt x="249128" y="19016"/>
                  </a:lnTo>
                  <a:lnTo>
                    <a:pt x="256913" y="19489"/>
                  </a:lnTo>
                  <a:lnTo>
                    <a:pt x="264699" y="20153"/>
                  </a:lnTo>
                  <a:lnTo>
                    <a:pt x="272484" y="21067"/>
                  </a:lnTo>
                  <a:lnTo>
                    <a:pt x="280269" y="21549"/>
                  </a:lnTo>
                  <a:lnTo>
                    <a:pt x="288055" y="21819"/>
                  </a:lnTo>
                  <a:lnTo>
                    <a:pt x="295840" y="22470"/>
                  </a:lnTo>
                  <a:lnTo>
                    <a:pt x="303625" y="23213"/>
                  </a:lnTo>
                  <a:lnTo>
                    <a:pt x="311410" y="23573"/>
                  </a:lnTo>
                  <a:lnTo>
                    <a:pt x="319196" y="24109"/>
                  </a:lnTo>
                  <a:lnTo>
                    <a:pt x="326981" y="24533"/>
                  </a:lnTo>
                  <a:lnTo>
                    <a:pt x="334766" y="25128"/>
                  </a:lnTo>
                  <a:lnTo>
                    <a:pt x="342551" y="25690"/>
                  </a:lnTo>
                  <a:lnTo>
                    <a:pt x="350337" y="26023"/>
                  </a:lnTo>
                  <a:lnTo>
                    <a:pt x="358122" y="26261"/>
                  </a:lnTo>
                  <a:lnTo>
                    <a:pt x="365907" y="26732"/>
                  </a:lnTo>
                  <a:lnTo>
                    <a:pt x="373692" y="27184"/>
                  </a:lnTo>
                  <a:lnTo>
                    <a:pt x="381478" y="27411"/>
                  </a:lnTo>
                  <a:lnTo>
                    <a:pt x="389263" y="27721"/>
                  </a:lnTo>
                  <a:lnTo>
                    <a:pt x="397048" y="28316"/>
                  </a:lnTo>
                  <a:lnTo>
                    <a:pt x="404834" y="28732"/>
                  </a:lnTo>
                  <a:lnTo>
                    <a:pt x="412619" y="29102"/>
                  </a:lnTo>
                  <a:lnTo>
                    <a:pt x="420404" y="29737"/>
                  </a:lnTo>
                  <a:lnTo>
                    <a:pt x="428189" y="30422"/>
                  </a:lnTo>
                  <a:lnTo>
                    <a:pt x="435975" y="30899"/>
                  </a:lnTo>
                  <a:lnTo>
                    <a:pt x="443760" y="31270"/>
                  </a:lnTo>
                  <a:lnTo>
                    <a:pt x="451545" y="31587"/>
                  </a:lnTo>
                  <a:lnTo>
                    <a:pt x="459330" y="32147"/>
                  </a:lnTo>
                  <a:lnTo>
                    <a:pt x="467116" y="32329"/>
                  </a:lnTo>
                  <a:lnTo>
                    <a:pt x="474901" y="32507"/>
                  </a:lnTo>
                  <a:lnTo>
                    <a:pt x="482686" y="32898"/>
                  </a:lnTo>
                  <a:lnTo>
                    <a:pt x="490472" y="33556"/>
                  </a:lnTo>
                  <a:lnTo>
                    <a:pt x="498257" y="33713"/>
                  </a:lnTo>
                  <a:lnTo>
                    <a:pt x="506042" y="33707"/>
                  </a:lnTo>
                  <a:lnTo>
                    <a:pt x="513827" y="33690"/>
                  </a:lnTo>
                  <a:lnTo>
                    <a:pt x="521613" y="33680"/>
                  </a:lnTo>
                  <a:lnTo>
                    <a:pt x="529398" y="33793"/>
                  </a:lnTo>
                  <a:lnTo>
                    <a:pt x="537183" y="33975"/>
                  </a:lnTo>
                  <a:lnTo>
                    <a:pt x="544968" y="34158"/>
                  </a:lnTo>
                  <a:lnTo>
                    <a:pt x="552754" y="34247"/>
                  </a:lnTo>
                  <a:lnTo>
                    <a:pt x="560539" y="34248"/>
                  </a:lnTo>
                  <a:lnTo>
                    <a:pt x="568324" y="34705"/>
                  </a:lnTo>
                  <a:lnTo>
                    <a:pt x="576110" y="34903"/>
                  </a:lnTo>
                  <a:lnTo>
                    <a:pt x="583895" y="34925"/>
                  </a:lnTo>
                  <a:lnTo>
                    <a:pt x="591680" y="35025"/>
                  </a:lnTo>
                  <a:lnTo>
                    <a:pt x="599465" y="35385"/>
                  </a:lnTo>
                  <a:lnTo>
                    <a:pt x="607251" y="35840"/>
                  </a:lnTo>
                  <a:lnTo>
                    <a:pt x="615036" y="36201"/>
                  </a:lnTo>
                  <a:lnTo>
                    <a:pt x="622821" y="36400"/>
                  </a:lnTo>
                  <a:lnTo>
                    <a:pt x="630606" y="36506"/>
                  </a:lnTo>
                  <a:lnTo>
                    <a:pt x="638392" y="36489"/>
                  </a:lnTo>
                  <a:lnTo>
                    <a:pt x="646177" y="36572"/>
                  </a:lnTo>
                  <a:lnTo>
                    <a:pt x="653962" y="36756"/>
                  </a:lnTo>
                  <a:lnTo>
                    <a:pt x="661747" y="36720"/>
                  </a:lnTo>
                  <a:lnTo>
                    <a:pt x="669533" y="36870"/>
                  </a:lnTo>
                  <a:lnTo>
                    <a:pt x="677318" y="37307"/>
                  </a:lnTo>
                  <a:lnTo>
                    <a:pt x="685103" y="37523"/>
                  </a:lnTo>
                  <a:lnTo>
                    <a:pt x="692889" y="37574"/>
                  </a:lnTo>
                  <a:lnTo>
                    <a:pt x="700674" y="37475"/>
                  </a:lnTo>
                  <a:lnTo>
                    <a:pt x="708459" y="37381"/>
                  </a:lnTo>
                  <a:lnTo>
                    <a:pt x="716244" y="37310"/>
                  </a:lnTo>
                  <a:lnTo>
                    <a:pt x="724030" y="37595"/>
                  </a:lnTo>
                  <a:lnTo>
                    <a:pt x="731815" y="37523"/>
                  </a:lnTo>
                  <a:lnTo>
                    <a:pt x="739600" y="37838"/>
                  </a:lnTo>
                  <a:lnTo>
                    <a:pt x="747385" y="37788"/>
                  </a:lnTo>
                  <a:lnTo>
                    <a:pt x="755171" y="38138"/>
                  </a:lnTo>
                  <a:lnTo>
                    <a:pt x="762956" y="38336"/>
                  </a:lnTo>
                  <a:lnTo>
                    <a:pt x="770741" y="38082"/>
                  </a:lnTo>
                  <a:lnTo>
                    <a:pt x="778527" y="38610"/>
                  </a:lnTo>
                  <a:lnTo>
                    <a:pt x="786312" y="39406"/>
                  </a:lnTo>
                  <a:lnTo>
                    <a:pt x="794097" y="39393"/>
                  </a:lnTo>
                  <a:lnTo>
                    <a:pt x="801882" y="39436"/>
                  </a:lnTo>
                  <a:lnTo>
                    <a:pt x="809668" y="39676"/>
                  </a:lnTo>
                  <a:lnTo>
                    <a:pt x="817453" y="38988"/>
                  </a:lnTo>
                  <a:lnTo>
                    <a:pt x="825238" y="38304"/>
                  </a:lnTo>
                  <a:lnTo>
                    <a:pt x="833023" y="37822"/>
                  </a:lnTo>
                  <a:lnTo>
                    <a:pt x="840809" y="38165"/>
                  </a:lnTo>
                  <a:lnTo>
                    <a:pt x="848594" y="38214"/>
                  </a:lnTo>
                  <a:lnTo>
                    <a:pt x="856379" y="38355"/>
                  </a:lnTo>
                  <a:lnTo>
                    <a:pt x="864165" y="38697"/>
                  </a:lnTo>
                  <a:lnTo>
                    <a:pt x="871950" y="38171"/>
                  </a:lnTo>
                  <a:lnTo>
                    <a:pt x="879735" y="38410"/>
                  </a:lnTo>
                  <a:lnTo>
                    <a:pt x="887520" y="38789"/>
                  </a:lnTo>
                  <a:lnTo>
                    <a:pt x="895306" y="38523"/>
                  </a:lnTo>
                  <a:lnTo>
                    <a:pt x="903091" y="38589"/>
                  </a:lnTo>
                  <a:lnTo>
                    <a:pt x="910876" y="38332"/>
                  </a:lnTo>
                  <a:lnTo>
                    <a:pt x="918661" y="38495"/>
                  </a:lnTo>
                  <a:lnTo>
                    <a:pt x="926447" y="38024"/>
                  </a:lnTo>
                  <a:lnTo>
                    <a:pt x="934232" y="37560"/>
                  </a:lnTo>
                  <a:lnTo>
                    <a:pt x="942017" y="37100"/>
                  </a:lnTo>
                  <a:lnTo>
                    <a:pt x="949802" y="37241"/>
                  </a:lnTo>
                  <a:lnTo>
                    <a:pt x="957588" y="37458"/>
                  </a:lnTo>
                  <a:lnTo>
                    <a:pt x="965373" y="37308"/>
                  </a:lnTo>
                  <a:lnTo>
                    <a:pt x="973158" y="37107"/>
                  </a:lnTo>
                  <a:lnTo>
                    <a:pt x="980944" y="37249"/>
                  </a:lnTo>
                  <a:lnTo>
                    <a:pt x="988729" y="37392"/>
                  </a:lnTo>
                  <a:lnTo>
                    <a:pt x="996514" y="37433"/>
                  </a:lnTo>
                  <a:lnTo>
                    <a:pt x="1004299" y="37255"/>
                  </a:lnTo>
                  <a:lnTo>
                    <a:pt x="1012085" y="37078"/>
                  </a:lnTo>
                  <a:lnTo>
                    <a:pt x="1019870" y="36636"/>
                  </a:lnTo>
                  <a:lnTo>
                    <a:pt x="1027655" y="36078"/>
                  </a:lnTo>
                  <a:lnTo>
                    <a:pt x="1035440" y="35605"/>
                  </a:lnTo>
                  <a:lnTo>
                    <a:pt x="1043226" y="35689"/>
                  </a:lnTo>
                  <a:lnTo>
                    <a:pt x="1051011" y="35285"/>
                  </a:lnTo>
                  <a:lnTo>
                    <a:pt x="1058796" y="35068"/>
                  </a:lnTo>
                  <a:lnTo>
                    <a:pt x="1066582" y="34764"/>
                  </a:lnTo>
                  <a:lnTo>
                    <a:pt x="1074367" y="34577"/>
                  </a:lnTo>
                  <a:lnTo>
                    <a:pt x="1082152" y="34104"/>
                  </a:lnTo>
                  <a:lnTo>
                    <a:pt x="1089937" y="34020"/>
                  </a:lnTo>
                  <a:lnTo>
                    <a:pt x="1097723" y="34015"/>
                  </a:lnTo>
                  <a:lnTo>
                    <a:pt x="1105508" y="33808"/>
                  </a:lnTo>
                  <a:lnTo>
                    <a:pt x="1113293" y="33673"/>
                  </a:lnTo>
                  <a:lnTo>
                    <a:pt x="1121078" y="33383"/>
                  </a:lnTo>
                  <a:lnTo>
                    <a:pt x="1128864" y="33096"/>
                  </a:lnTo>
                  <a:lnTo>
                    <a:pt x="1136649" y="32816"/>
                  </a:lnTo>
                  <a:lnTo>
                    <a:pt x="1144434" y="32533"/>
                  </a:lnTo>
                  <a:lnTo>
                    <a:pt x="1152220" y="32389"/>
                  </a:lnTo>
                  <a:lnTo>
                    <a:pt x="1160005" y="32298"/>
                  </a:lnTo>
                  <a:lnTo>
                    <a:pt x="1167790" y="31988"/>
                  </a:lnTo>
                  <a:lnTo>
                    <a:pt x="1175575" y="31396"/>
                  </a:lnTo>
                  <a:lnTo>
                    <a:pt x="1183361" y="31233"/>
                  </a:lnTo>
                  <a:lnTo>
                    <a:pt x="1191146" y="30943"/>
                  </a:lnTo>
                  <a:lnTo>
                    <a:pt x="1198931" y="30551"/>
                  </a:lnTo>
                  <a:lnTo>
                    <a:pt x="1206716" y="30267"/>
                  </a:lnTo>
                  <a:lnTo>
                    <a:pt x="1214502" y="29984"/>
                  </a:lnTo>
                  <a:lnTo>
                    <a:pt x="1222287" y="29701"/>
                  </a:lnTo>
                  <a:lnTo>
                    <a:pt x="1230072" y="29419"/>
                  </a:lnTo>
                  <a:lnTo>
                    <a:pt x="1237857" y="29138"/>
                  </a:lnTo>
                  <a:lnTo>
                    <a:pt x="1245643" y="28857"/>
                  </a:lnTo>
                  <a:lnTo>
                    <a:pt x="1253428" y="28576"/>
                  </a:lnTo>
                  <a:lnTo>
                    <a:pt x="1261213" y="28296"/>
                  </a:lnTo>
                  <a:lnTo>
                    <a:pt x="1268999" y="28017"/>
                  </a:lnTo>
                  <a:lnTo>
                    <a:pt x="1276784" y="27743"/>
                  </a:lnTo>
                  <a:lnTo>
                    <a:pt x="1284569" y="27475"/>
                  </a:lnTo>
                  <a:lnTo>
                    <a:pt x="1292354" y="27208"/>
                  </a:lnTo>
                  <a:lnTo>
                    <a:pt x="1300140" y="26941"/>
                  </a:lnTo>
                  <a:lnTo>
                    <a:pt x="1307925" y="26754"/>
                  </a:lnTo>
                  <a:lnTo>
                    <a:pt x="1315710" y="26756"/>
                  </a:lnTo>
                  <a:lnTo>
                    <a:pt x="1323495" y="26758"/>
                  </a:lnTo>
                  <a:lnTo>
                    <a:pt x="1331281" y="26305"/>
                  </a:lnTo>
                  <a:lnTo>
                    <a:pt x="1339066" y="25822"/>
                  </a:lnTo>
                  <a:lnTo>
                    <a:pt x="1346851" y="25708"/>
                  </a:lnTo>
                  <a:lnTo>
                    <a:pt x="1354637" y="25730"/>
                  </a:lnTo>
                  <a:lnTo>
                    <a:pt x="1362422" y="25752"/>
                  </a:lnTo>
                  <a:lnTo>
                    <a:pt x="1370207" y="25775"/>
                  </a:lnTo>
                  <a:lnTo>
                    <a:pt x="1377992" y="25797"/>
                  </a:lnTo>
                  <a:lnTo>
                    <a:pt x="1385778" y="25820"/>
                  </a:lnTo>
                  <a:lnTo>
                    <a:pt x="1393563" y="25842"/>
                  </a:lnTo>
                  <a:lnTo>
                    <a:pt x="1401348" y="25477"/>
                  </a:lnTo>
                  <a:lnTo>
                    <a:pt x="1409133" y="25072"/>
                  </a:lnTo>
                  <a:lnTo>
                    <a:pt x="1416919" y="24667"/>
                  </a:lnTo>
                  <a:lnTo>
                    <a:pt x="1424704" y="24265"/>
                  </a:lnTo>
                  <a:lnTo>
                    <a:pt x="1432489" y="23863"/>
                  </a:lnTo>
                  <a:lnTo>
                    <a:pt x="1440275" y="23463"/>
                  </a:lnTo>
                  <a:lnTo>
                    <a:pt x="1448060" y="23064"/>
                  </a:lnTo>
                  <a:lnTo>
                    <a:pt x="1455845" y="22666"/>
                  </a:lnTo>
                  <a:lnTo>
                    <a:pt x="1463630" y="22270"/>
                  </a:lnTo>
                  <a:lnTo>
                    <a:pt x="1471416" y="21874"/>
                  </a:lnTo>
                  <a:lnTo>
                    <a:pt x="1479201" y="21481"/>
                  </a:lnTo>
                  <a:lnTo>
                    <a:pt x="1486986" y="21088"/>
                  </a:lnTo>
                  <a:lnTo>
                    <a:pt x="1494771" y="20697"/>
                  </a:lnTo>
                  <a:lnTo>
                    <a:pt x="1502557" y="20309"/>
                  </a:lnTo>
                  <a:lnTo>
                    <a:pt x="1510342" y="20013"/>
                  </a:lnTo>
                  <a:lnTo>
                    <a:pt x="1518127" y="19912"/>
                  </a:lnTo>
                  <a:lnTo>
                    <a:pt x="1525912" y="19815"/>
                  </a:lnTo>
                  <a:lnTo>
                    <a:pt x="1533698" y="19718"/>
                  </a:lnTo>
                  <a:lnTo>
                    <a:pt x="1541483" y="19622"/>
                  </a:lnTo>
                  <a:lnTo>
                    <a:pt x="1549268" y="19525"/>
                  </a:lnTo>
                  <a:lnTo>
                    <a:pt x="1557054" y="19173"/>
                  </a:lnTo>
                  <a:lnTo>
                    <a:pt x="1564839" y="18748"/>
                  </a:lnTo>
                  <a:lnTo>
                    <a:pt x="1572624" y="18325"/>
                  </a:lnTo>
                  <a:lnTo>
                    <a:pt x="1580409" y="17904"/>
                  </a:lnTo>
                  <a:lnTo>
                    <a:pt x="1588195" y="17484"/>
                  </a:lnTo>
                  <a:lnTo>
                    <a:pt x="1595980" y="17065"/>
                  </a:lnTo>
                  <a:lnTo>
                    <a:pt x="1603765" y="16710"/>
                  </a:lnTo>
                  <a:lnTo>
                    <a:pt x="1611550" y="16454"/>
                  </a:lnTo>
                  <a:lnTo>
                    <a:pt x="1619336" y="16199"/>
                  </a:lnTo>
                  <a:lnTo>
                    <a:pt x="1627121" y="15750"/>
                  </a:lnTo>
                  <a:lnTo>
                    <a:pt x="1634906" y="15290"/>
                  </a:lnTo>
                  <a:lnTo>
                    <a:pt x="1642692" y="14968"/>
                  </a:lnTo>
                  <a:lnTo>
                    <a:pt x="1650477" y="14923"/>
                  </a:lnTo>
                  <a:lnTo>
                    <a:pt x="1658262" y="14884"/>
                  </a:lnTo>
                  <a:lnTo>
                    <a:pt x="1666047" y="14701"/>
                  </a:lnTo>
                  <a:lnTo>
                    <a:pt x="1673833" y="14457"/>
                  </a:lnTo>
                  <a:lnTo>
                    <a:pt x="1681618" y="14214"/>
                  </a:lnTo>
                  <a:lnTo>
                    <a:pt x="1689403" y="13971"/>
                  </a:lnTo>
                  <a:lnTo>
                    <a:pt x="1697188" y="13729"/>
                  </a:lnTo>
                  <a:lnTo>
                    <a:pt x="1704974" y="13487"/>
                  </a:lnTo>
                  <a:lnTo>
                    <a:pt x="1712759" y="13291"/>
                  </a:lnTo>
                  <a:lnTo>
                    <a:pt x="1720544" y="13163"/>
                  </a:lnTo>
                  <a:lnTo>
                    <a:pt x="1728330" y="13036"/>
                  </a:lnTo>
                  <a:lnTo>
                    <a:pt x="1736115" y="12909"/>
                  </a:lnTo>
                  <a:lnTo>
                    <a:pt x="1743900" y="12782"/>
                  </a:lnTo>
                  <a:lnTo>
                    <a:pt x="1751685" y="12655"/>
                  </a:lnTo>
                  <a:lnTo>
                    <a:pt x="1759471" y="12528"/>
                  </a:lnTo>
                  <a:lnTo>
                    <a:pt x="1767256" y="12401"/>
                  </a:lnTo>
                  <a:lnTo>
                    <a:pt x="1775041" y="12199"/>
                  </a:lnTo>
                  <a:lnTo>
                    <a:pt x="1782826" y="11922"/>
                  </a:lnTo>
                  <a:lnTo>
                    <a:pt x="1790612" y="11652"/>
                  </a:lnTo>
                  <a:lnTo>
                    <a:pt x="1798397" y="11383"/>
                  </a:lnTo>
                  <a:lnTo>
                    <a:pt x="1806182" y="11159"/>
                  </a:lnTo>
                  <a:lnTo>
                    <a:pt x="1813967" y="11176"/>
                  </a:lnTo>
                  <a:lnTo>
                    <a:pt x="1821753" y="11192"/>
                  </a:lnTo>
                  <a:lnTo>
                    <a:pt x="1829538" y="11209"/>
                  </a:lnTo>
                  <a:lnTo>
                    <a:pt x="1837323" y="11225"/>
                  </a:lnTo>
                  <a:lnTo>
                    <a:pt x="1845109" y="11045"/>
                  </a:lnTo>
                  <a:lnTo>
                    <a:pt x="1852894" y="10693"/>
                  </a:lnTo>
                  <a:lnTo>
                    <a:pt x="1860679" y="10343"/>
                  </a:lnTo>
                  <a:lnTo>
                    <a:pt x="1868464" y="9994"/>
                  </a:lnTo>
                  <a:lnTo>
                    <a:pt x="1876250" y="9645"/>
                  </a:lnTo>
                  <a:lnTo>
                    <a:pt x="1884035" y="9298"/>
                  </a:lnTo>
                  <a:lnTo>
                    <a:pt x="1891820" y="8952"/>
                  </a:lnTo>
                  <a:lnTo>
                    <a:pt x="1899605" y="8608"/>
                  </a:lnTo>
                  <a:lnTo>
                    <a:pt x="1907391" y="8264"/>
                  </a:lnTo>
                  <a:lnTo>
                    <a:pt x="1915176" y="7922"/>
                  </a:lnTo>
                  <a:lnTo>
                    <a:pt x="1922961" y="7582"/>
                  </a:lnTo>
                  <a:lnTo>
                    <a:pt x="1930747" y="7246"/>
                  </a:lnTo>
                  <a:lnTo>
                    <a:pt x="1938532" y="6910"/>
                  </a:lnTo>
                  <a:lnTo>
                    <a:pt x="1946317" y="6743"/>
                  </a:lnTo>
                  <a:lnTo>
                    <a:pt x="1954102" y="6609"/>
                  </a:lnTo>
                  <a:lnTo>
                    <a:pt x="1961888" y="6474"/>
                  </a:lnTo>
                  <a:lnTo>
                    <a:pt x="1969673" y="6340"/>
                  </a:lnTo>
                  <a:lnTo>
                    <a:pt x="1977458" y="6207"/>
                  </a:lnTo>
                  <a:lnTo>
                    <a:pt x="1985243" y="5884"/>
                  </a:lnTo>
                  <a:lnTo>
                    <a:pt x="1993029" y="5479"/>
                  </a:lnTo>
                  <a:lnTo>
                    <a:pt x="2000814" y="5077"/>
                  </a:lnTo>
                  <a:lnTo>
                    <a:pt x="2008599" y="4785"/>
                  </a:lnTo>
                  <a:lnTo>
                    <a:pt x="2016385" y="4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3"/>
            <p:cNvSpPr/>
            <p:nvPr/>
          </p:nvSpPr>
          <p:spPr>
            <a:xfrm>
              <a:off x="6049435" y="2657329"/>
              <a:ext cx="2016385" cy="325347"/>
            </a:xfrm>
            <a:custGeom>
              <a:avLst/>
              <a:pathLst>
                <a:path w="2016385" h="325347">
                  <a:moveTo>
                    <a:pt x="2016385" y="325347"/>
                  </a:moveTo>
                  <a:lnTo>
                    <a:pt x="2008599" y="323994"/>
                  </a:lnTo>
                  <a:lnTo>
                    <a:pt x="2000814" y="322598"/>
                  </a:lnTo>
                  <a:lnTo>
                    <a:pt x="1993029" y="321189"/>
                  </a:lnTo>
                  <a:lnTo>
                    <a:pt x="1985243" y="319769"/>
                  </a:lnTo>
                  <a:lnTo>
                    <a:pt x="1977458" y="318336"/>
                  </a:lnTo>
                  <a:lnTo>
                    <a:pt x="1969673" y="316892"/>
                  </a:lnTo>
                  <a:lnTo>
                    <a:pt x="1961888" y="315435"/>
                  </a:lnTo>
                  <a:lnTo>
                    <a:pt x="1954102" y="314036"/>
                  </a:lnTo>
                  <a:lnTo>
                    <a:pt x="1946317" y="312738"/>
                  </a:lnTo>
                  <a:lnTo>
                    <a:pt x="1938532" y="311431"/>
                  </a:lnTo>
                  <a:lnTo>
                    <a:pt x="1930747" y="310114"/>
                  </a:lnTo>
                  <a:lnTo>
                    <a:pt x="1922961" y="308788"/>
                  </a:lnTo>
                  <a:lnTo>
                    <a:pt x="1915176" y="307452"/>
                  </a:lnTo>
                  <a:lnTo>
                    <a:pt x="1907391" y="306107"/>
                  </a:lnTo>
                  <a:lnTo>
                    <a:pt x="1899605" y="304753"/>
                  </a:lnTo>
                  <a:lnTo>
                    <a:pt x="1891820" y="303389"/>
                  </a:lnTo>
                  <a:lnTo>
                    <a:pt x="1884035" y="302016"/>
                  </a:lnTo>
                  <a:lnTo>
                    <a:pt x="1876250" y="300634"/>
                  </a:lnTo>
                  <a:lnTo>
                    <a:pt x="1868464" y="299198"/>
                  </a:lnTo>
                  <a:lnTo>
                    <a:pt x="1860679" y="297679"/>
                  </a:lnTo>
                  <a:lnTo>
                    <a:pt x="1852894" y="296439"/>
                  </a:lnTo>
                  <a:lnTo>
                    <a:pt x="1845109" y="295020"/>
                  </a:lnTo>
                  <a:lnTo>
                    <a:pt x="1837323" y="293594"/>
                  </a:lnTo>
                  <a:lnTo>
                    <a:pt x="1829538" y="292409"/>
                  </a:lnTo>
                  <a:lnTo>
                    <a:pt x="1821753" y="291360"/>
                  </a:lnTo>
                  <a:lnTo>
                    <a:pt x="1813967" y="290231"/>
                  </a:lnTo>
                  <a:lnTo>
                    <a:pt x="1806182" y="288902"/>
                  </a:lnTo>
                  <a:lnTo>
                    <a:pt x="1798397" y="287427"/>
                  </a:lnTo>
                  <a:lnTo>
                    <a:pt x="1790612" y="285942"/>
                  </a:lnTo>
                  <a:lnTo>
                    <a:pt x="1782826" y="284447"/>
                  </a:lnTo>
                  <a:lnTo>
                    <a:pt x="1775041" y="282934"/>
                  </a:lnTo>
                  <a:lnTo>
                    <a:pt x="1767256" y="281411"/>
                  </a:lnTo>
                  <a:lnTo>
                    <a:pt x="1759471" y="279879"/>
                  </a:lnTo>
                  <a:lnTo>
                    <a:pt x="1751685" y="278337"/>
                  </a:lnTo>
                  <a:lnTo>
                    <a:pt x="1743900" y="276786"/>
                  </a:lnTo>
                  <a:lnTo>
                    <a:pt x="1736115" y="275311"/>
                  </a:lnTo>
                  <a:lnTo>
                    <a:pt x="1728330" y="274014"/>
                  </a:lnTo>
                  <a:lnTo>
                    <a:pt x="1720544" y="272710"/>
                  </a:lnTo>
                  <a:lnTo>
                    <a:pt x="1712759" y="271103"/>
                  </a:lnTo>
                  <a:lnTo>
                    <a:pt x="1704974" y="269439"/>
                  </a:lnTo>
                  <a:lnTo>
                    <a:pt x="1697188" y="267763"/>
                  </a:lnTo>
                  <a:lnTo>
                    <a:pt x="1689403" y="266078"/>
                  </a:lnTo>
                  <a:lnTo>
                    <a:pt x="1681618" y="264374"/>
                  </a:lnTo>
                  <a:lnTo>
                    <a:pt x="1673833" y="262653"/>
                  </a:lnTo>
                  <a:lnTo>
                    <a:pt x="1666047" y="260976"/>
                  </a:lnTo>
                  <a:lnTo>
                    <a:pt x="1658262" y="259263"/>
                  </a:lnTo>
                  <a:lnTo>
                    <a:pt x="1650477" y="257540"/>
                  </a:lnTo>
                  <a:lnTo>
                    <a:pt x="1642692" y="255815"/>
                  </a:lnTo>
                  <a:lnTo>
                    <a:pt x="1634906" y="254134"/>
                  </a:lnTo>
                  <a:lnTo>
                    <a:pt x="1627121" y="252445"/>
                  </a:lnTo>
                  <a:lnTo>
                    <a:pt x="1619336" y="250746"/>
                  </a:lnTo>
                  <a:lnTo>
                    <a:pt x="1611550" y="249039"/>
                  </a:lnTo>
                  <a:lnTo>
                    <a:pt x="1603765" y="247323"/>
                  </a:lnTo>
                  <a:lnTo>
                    <a:pt x="1595980" y="245488"/>
                  </a:lnTo>
                  <a:lnTo>
                    <a:pt x="1588195" y="243559"/>
                  </a:lnTo>
                  <a:lnTo>
                    <a:pt x="1580409" y="241620"/>
                  </a:lnTo>
                  <a:lnTo>
                    <a:pt x="1572624" y="239746"/>
                  </a:lnTo>
                  <a:lnTo>
                    <a:pt x="1564839" y="238011"/>
                  </a:lnTo>
                  <a:lnTo>
                    <a:pt x="1557054" y="236268"/>
                  </a:lnTo>
                  <a:lnTo>
                    <a:pt x="1549268" y="234518"/>
                  </a:lnTo>
                  <a:lnTo>
                    <a:pt x="1541483" y="232760"/>
                  </a:lnTo>
                  <a:lnTo>
                    <a:pt x="1533698" y="230994"/>
                  </a:lnTo>
                  <a:lnTo>
                    <a:pt x="1525912" y="229294"/>
                  </a:lnTo>
                  <a:lnTo>
                    <a:pt x="1518127" y="227608"/>
                  </a:lnTo>
                  <a:lnTo>
                    <a:pt x="1510342" y="225915"/>
                  </a:lnTo>
                  <a:lnTo>
                    <a:pt x="1502557" y="224216"/>
                  </a:lnTo>
                  <a:lnTo>
                    <a:pt x="1494771" y="222510"/>
                  </a:lnTo>
                  <a:lnTo>
                    <a:pt x="1486986" y="220687"/>
                  </a:lnTo>
                  <a:lnTo>
                    <a:pt x="1479201" y="218853"/>
                  </a:lnTo>
                  <a:lnTo>
                    <a:pt x="1471416" y="217011"/>
                  </a:lnTo>
                  <a:lnTo>
                    <a:pt x="1463630" y="215162"/>
                  </a:lnTo>
                  <a:lnTo>
                    <a:pt x="1455845" y="213307"/>
                  </a:lnTo>
                  <a:lnTo>
                    <a:pt x="1448060" y="211831"/>
                  </a:lnTo>
                  <a:lnTo>
                    <a:pt x="1440275" y="210423"/>
                  </a:lnTo>
                  <a:lnTo>
                    <a:pt x="1432489" y="208689"/>
                  </a:lnTo>
                  <a:lnTo>
                    <a:pt x="1424704" y="206949"/>
                  </a:lnTo>
                  <a:lnTo>
                    <a:pt x="1416919" y="205366"/>
                  </a:lnTo>
                  <a:lnTo>
                    <a:pt x="1409133" y="203831"/>
                  </a:lnTo>
                  <a:lnTo>
                    <a:pt x="1401348" y="202289"/>
                  </a:lnTo>
                  <a:lnTo>
                    <a:pt x="1393563" y="200719"/>
                  </a:lnTo>
                  <a:lnTo>
                    <a:pt x="1385778" y="199146"/>
                  </a:lnTo>
                  <a:lnTo>
                    <a:pt x="1377992" y="197568"/>
                  </a:lnTo>
                  <a:lnTo>
                    <a:pt x="1370207" y="195986"/>
                  </a:lnTo>
                  <a:lnTo>
                    <a:pt x="1362422" y="194401"/>
                  </a:lnTo>
                  <a:lnTo>
                    <a:pt x="1354637" y="192811"/>
                  </a:lnTo>
                  <a:lnTo>
                    <a:pt x="1346851" y="190798"/>
                  </a:lnTo>
                  <a:lnTo>
                    <a:pt x="1339066" y="189085"/>
                  </a:lnTo>
                  <a:lnTo>
                    <a:pt x="1331281" y="187774"/>
                  </a:lnTo>
                  <a:lnTo>
                    <a:pt x="1323495" y="186462"/>
                  </a:lnTo>
                  <a:lnTo>
                    <a:pt x="1315710" y="184876"/>
                  </a:lnTo>
                  <a:lnTo>
                    <a:pt x="1307925" y="183276"/>
                  </a:lnTo>
                  <a:lnTo>
                    <a:pt x="1300140" y="181446"/>
                  </a:lnTo>
                  <a:lnTo>
                    <a:pt x="1292354" y="179382"/>
                  </a:lnTo>
                  <a:lnTo>
                    <a:pt x="1284569" y="177313"/>
                  </a:lnTo>
                  <a:lnTo>
                    <a:pt x="1276784" y="175233"/>
                  </a:lnTo>
                  <a:lnTo>
                    <a:pt x="1268999" y="173549"/>
                  </a:lnTo>
                  <a:lnTo>
                    <a:pt x="1261213" y="172102"/>
                  </a:lnTo>
                  <a:lnTo>
                    <a:pt x="1253428" y="170098"/>
                  </a:lnTo>
                  <a:lnTo>
                    <a:pt x="1245643" y="168306"/>
                  </a:lnTo>
                  <a:lnTo>
                    <a:pt x="1237857" y="166984"/>
                  </a:lnTo>
                  <a:lnTo>
                    <a:pt x="1230072" y="165650"/>
                  </a:lnTo>
                  <a:lnTo>
                    <a:pt x="1222287" y="163893"/>
                  </a:lnTo>
                  <a:lnTo>
                    <a:pt x="1214502" y="161803"/>
                  </a:lnTo>
                  <a:lnTo>
                    <a:pt x="1206716" y="159709"/>
                  </a:lnTo>
                  <a:lnTo>
                    <a:pt x="1198931" y="157733"/>
                  </a:lnTo>
                  <a:lnTo>
                    <a:pt x="1191146" y="155847"/>
                  </a:lnTo>
                  <a:lnTo>
                    <a:pt x="1183361" y="153589"/>
                  </a:lnTo>
                  <a:lnTo>
                    <a:pt x="1175575" y="151323"/>
                  </a:lnTo>
                  <a:lnTo>
                    <a:pt x="1167790" y="149278"/>
                  </a:lnTo>
                  <a:lnTo>
                    <a:pt x="1160005" y="148215"/>
                  </a:lnTo>
                  <a:lnTo>
                    <a:pt x="1152220" y="146407"/>
                  </a:lnTo>
                  <a:lnTo>
                    <a:pt x="1144434" y="144276"/>
                  </a:lnTo>
                  <a:lnTo>
                    <a:pt x="1136649" y="141777"/>
                  </a:lnTo>
                  <a:lnTo>
                    <a:pt x="1128864" y="140023"/>
                  </a:lnTo>
                  <a:lnTo>
                    <a:pt x="1121078" y="137889"/>
                  </a:lnTo>
                  <a:lnTo>
                    <a:pt x="1113293" y="135754"/>
                  </a:lnTo>
                  <a:lnTo>
                    <a:pt x="1105508" y="133616"/>
                  </a:lnTo>
                  <a:lnTo>
                    <a:pt x="1097723" y="131476"/>
                  </a:lnTo>
                  <a:lnTo>
                    <a:pt x="1089937" y="129334"/>
                  </a:lnTo>
                  <a:lnTo>
                    <a:pt x="1082152" y="127766"/>
                  </a:lnTo>
                  <a:lnTo>
                    <a:pt x="1074367" y="126381"/>
                  </a:lnTo>
                  <a:lnTo>
                    <a:pt x="1066582" y="124561"/>
                  </a:lnTo>
                  <a:lnTo>
                    <a:pt x="1058796" y="122548"/>
                  </a:lnTo>
                  <a:lnTo>
                    <a:pt x="1051011" y="120342"/>
                  </a:lnTo>
                  <a:lnTo>
                    <a:pt x="1043226" y="118438"/>
                  </a:lnTo>
                  <a:lnTo>
                    <a:pt x="1035440" y="116081"/>
                  </a:lnTo>
                  <a:lnTo>
                    <a:pt x="1027655" y="114135"/>
                  </a:lnTo>
                  <a:lnTo>
                    <a:pt x="1019870" y="112504"/>
                  </a:lnTo>
                  <a:lnTo>
                    <a:pt x="1012085" y="110505"/>
                  </a:lnTo>
                  <a:lnTo>
                    <a:pt x="1004299" y="108493"/>
                  </a:lnTo>
                  <a:lnTo>
                    <a:pt x="996514" y="106782"/>
                  </a:lnTo>
                  <a:lnTo>
                    <a:pt x="988729" y="105204"/>
                  </a:lnTo>
                  <a:lnTo>
                    <a:pt x="980944" y="103670"/>
                  </a:lnTo>
                  <a:lnTo>
                    <a:pt x="973158" y="102483"/>
                  </a:lnTo>
                  <a:lnTo>
                    <a:pt x="965373" y="100754"/>
                  </a:lnTo>
                  <a:lnTo>
                    <a:pt x="957588" y="99533"/>
                  </a:lnTo>
                  <a:lnTo>
                    <a:pt x="949802" y="98143"/>
                  </a:lnTo>
                  <a:lnTo>
                    <a:pt x="942017" y="96838"/>
                  </a:lnTo>
                  <a:lnTo>
                    <a:pt x="934232" y="95521"/>
                  </a:lnTo>
                  <a:lnTo>
                    <a:pt x="926447" y="93681"/>
                  </a:lnTo>
                  <a:lnTo>
                    <a:pt x="918661" y="92900"/>
                  </a:lnTo>
                  <a:lnTo>
                    <a:pt x="910876" y="91608"/>
                  </a:lnTo>
                  <a:lnTo>
                    <a:pt x="903091" y="90389"/>
                  </a:lnTo>
                  <a:lnTo>
                    <a:pt x="895306" y="88996"/>
                  </a:lnTo>
                  <a:lnTo>
                    <a:pt x="887520" y="87620"/>
                  </a:lnTo>
                  <a:lnTo>
                    <a:pt x="879735" y="85411"/>
                  </a:lnTo>
                  <a:lnTo>
                    <a:pt x="871950" y="83400"/>
                  </a:lnTo>
                  <a:lnTo>
                    <a:pt x="864165" y="81484"/>
                  </a:lnTo>
                  <a:lnTo>
                    <a:pt x="856379" y="80251"/>
                  </a:lnTo>
                  <a:lnTo>
                    <a:pt x="848594" y="79177"/>
                  </a:lnTo>
                  <a:lnTo>
                    <a:pt x="840809" y="78103"/>
                  </a:lnTo>
                  <a:lnTo>
                    <a:pt x="833023" y="77030"/>
                  </a:lnTo>
                  <a:lnTo>
                    <a:pt x="825238" y="75604"/>
                  </a:lnTo>
                  <a:lnTo>
                    <a:pt x="817453" y="74607"/>
                  </a:lnTo>
                  <a:lnTo>
                    <a:pt x="809668" y="73548"/>
                  </a:lnTo>
                  <a:lnTo>
                    <a:pt x="801882" y="72324"/>
                  </a:lnTo>
                  <a:lnTo>
                    <a:pt x="794097" y="70052"/>
                  </a:lnTo>
                  <a:lnTo>
                    <a:pt x="786312" y="68854"/>
                  </a:lnTo>
                  <a:lnTo>
                    <a:pt x="778527" y="67646"/>
                  </a:lnTo>
                  <a:lnTo>
                    <a:pt x="770741" y="65630"/>
                  </a:lnTo>
                  <a:lnTo>
                    <a:pt x="762956" y="65147"/>
                  </a:lnTo>
                  <a:lnTo>
                    <a:pt x="755171" y="64074"/>
                  </a:lnTo>
                  <a:lnTo>
                    <a:pt x="747385" y="62834"/>
                  </a:lnTo>
                  <a:lnTo>
                    <a:pt x="739600" y="61460"/>
                  </a:lnTo>
                  <a:lnTo>
                    <a:pt x="731815" y="60351"/>
                  </a:lnTo>
                  <a:lnTo>
                    <a:pt x="724030" y="58706"/>
                  </a:lnTo>
                  <a:lnTo>
                    <a:pt x="716244" y="57083"/>
                  </a:lnTo>
                  <a:lnTo>
                    <a:pt x="708459" y="55452"/>
                  </a:lnTo>
                  <a:lnTo>
                    <a:pt x="700674" y="54085"/>
                  </a:lnTo>
                  <a:lnTo>
                    <a:pt x="692889" y="53210"/>
                  </a:lnTo>
                  <a:lnTo>
                    <a:pt x="685103" y="52395"/>
                  </a:lnTo>
                  <a:lnTo>
                    <a:pt x="677318" y="51437"/>
                  </a:lnTo>
                  <a:lnTo>
                    <a:pt x="669533" y="50583"/>
                  </a:lnTo>
                  <a:lnTo>
                    <a:pt x="661747" y="49327"/>
                  </a:lnTo>
                  <a:lnTo>
                    <a:pt x="653962" y="47496"/>
                  </a:lnTo>
                  <a:lnTo>
                    <a:pt x="646177" y="45640"/>
                  </a:lnTo>
                  <a:lnTo>
                    <a:pt x="638392" y="44274"/>
                  </a:lnTo>
                  <a:lnTo>
                    <a:pt x="630606" y="43122"/>
                  </a:lnTo>
                  <a:lnTo>
                    <a:pt x="622821" y="41983"/>
                  </a:lnTo>
                  <a:lnTo>
                    <a:pt x="615036" y="40875"/>
                  </a:lnTo>
                  <a:lnTo>
                    <a:pt x="607251" y="39799"/>
                  </a:lnTo>
                  <a:lnTo>
                    <a:pt x="599465" y="39606"/>
                  </a:lnTo>
                  <a:lnTo>
                    <a:pt x="591680" y="38860"/>
                  </a:lnTo>
                  <a:lnTo>
                    <a:pt x="583895" y="37608"/>
                  </a:lnTo>
                  <a:lnTo>
                    <a:pt x="576110" y="36354"/>
                  </a:lnTo>
                  <a:lnTo>
                    <a:pt x="568324" y="34989"/>
                  </a:lnTo>
                  <a:lnTo>
                    <a:pt x="560539" y="33540"/>
                  </a:lnTo>
                  <a:lnTo>
                    <a:pt x="552754" y="32607"/>
                  </a:lnTo>
                  <a:lnTo>
                    <a:pt x="544968" y="31490"/>
                  </a:lnTo>
                  <a:lnTo>
                    <a:pt x="537183" y="31027"/>
                  </a:lnTo>
                  <a:lnTo>
                    <a:pt x="529398" y="30000"/>
                  </a:lnTo>
                  <a:lnTo>
                    <a:pt x="521613" y="28907"/>
                  </a:lnTo>
                  <a:lnTo>
                    <a:pt x="513827" y="27824"/>
                  </a:lnTo>
                  <a:lnTo>
                    <a:pt x="506042" y="26651"/>
                  </a:lnTo>
                  <a:lnTo>
                    <a:pt x="498257" y="25474"/>
                  </a:lnTo>
                  <a:lnTo>
                    <a:pt x="490472" y="24334"/>
                  </a:lnTo>
                  <a:lnTo>
                    <a:pt x="482686" y="23197"/>
                  </a:lnTo>
                  <a:lnTo>
                    <a:pt x="474901" y="21990"/>
                  </a:lnTo>
                  <a:lnTo>
                    <a:pt x="467116" y="20934"/>
                  </a:lnTo>
                  <a:lnTo>
                    <a:pt x="459330" y="19798"/>
                  </a:lnTo>
                  <a:lnTo>
                    <a:pt x="451545" y="18683"/>
                  </a:lnTo>
                  <a:lnTo>
                    <a:pt x="443760" y="17549"/>
                  </a:lnTo>
                  <a:lnTo>
                    <a:pt x="435975" y="16563"/>
                  </a:lnTo>
                  <a:lnTo>
                    <a:pt x="428189" y="16043"/>
                  </a:lnTo>
                  <a:lnTo>
                    <a:pt x="420404" y="15211"/>
                  </a:lnTo>
                  <a:lnTo>
                    <a:pt x="412619" y="14805"/>
                  </a:lnTo>
                  <a:lnTo>
                    <a:pt x="404834" y="13870"/>
                  </a:lnTo>
                  <a:lnTo>
                    <a:pt x="397048" y="13194"/>
                  </a:lnTo>
                  <a:lnTo>
                    <a:pt x="389263" y="11818"/>
                  </a:lnTo>
                  <a:lnTo>
                    <a:pt x="381478" y="10791"/>
                  </a:lnTo>
                  <a:lnTo>
                    <a:pt x="373692" y="10441"/>
                  </a:lnTo>
                  <a:lnTo>
                    <a:pt x="365907" y="10083"/>
                  </a:lnTo>
                  <a:lnTo>
                    <a:pt x="358122" y="9788"/>
                  </a:lnTo>
                  <a:lnTo>
                    <a:pt x="350337" y="9466"/>
                  </a:lnTo>
                  <a:lnTo>
                    <a:pt x="342551" y="9267"/>
                  </a:lnTo>
                  <a:lnTo>
                    <a:pt x="334766" y="9024"/>
                  </a:lnTo>
                  <a:lnTo>
                    <a:pt x="326981" y="8770"/>
                  </a:lnTo>
                  <a:lnTo>
                    <a:pt x="319196" y="8703"/>
                  </a:lnTo>
                  <a:lnTo>
                    <a:pt x="311410" y="8062"/>
                  </a:lnTo>
                  <a:lnTo>
                    <a:pt x="303625" y="7282"/>
                  </a:lnTo>
                  <a:lnTo>
                    <a:pt x="295840" y="6211"/>
                  </a:lnTo>
                  <a:lnTo>
                    <a:pt x="288055" y="5605"/>
                  </a:lnTo>
                  <a:lnTo>
                    <a:pt x="280269" y="6005"/>
                  </a:lnTo>
                  <a:lnTo>
                    <a:pt x="272484" y="5876"/>
                  </a:lnTo>
                  <a:lnTo>
                    <a:pt x="264699" y="5468"/>
                  </a:lnTo>
                  <a:lnTo>
                    <a:pt x="256913" y="5379"/>
                  </a:lnTo>
                  <a:lnTo>
                    <a:pt x="249128" y="4771"/>
                  </a:lnTo>
                  <a:lnTo>
                    <a:pt x="241343" y="4508"/>
                  </a:lnTo>
                  <a:lnTo>
                    <a:pt x="233558" y="3998"/>
                  </a:lnTo>
                  <a:lnTo>
                    <a:pt x="225772" y="3210"/>
                  </a:lnTo>
                  <a:lnTo>
                    <a:pt x="217987" y="2404"/>
                  </a:lnTo>
                  <a:lnTo>
                    <a:pt x="210202" y="1632"/>
                  </a:lnTo>
                  <a:lnTo>
                    <a:pt x="202417" y="895"/>
                  </a:lnTo>
                  <a:lnTo>
                    <a:pt x="194631" y="858"/>
                  </a:lnTo>
                  <a:lnTo>
                    <a:pt x="186846" y="681"/>
                  </a:lnTo>
                  <a:lnTo>
                    <a:pt x="179061" y="837"/>
                  </a:lnTo>
                  <a:lnTo>
                    <a:pt x="171275" y="979"/>
                  </a:lnTo>
                  <a:lnTo>
                    <a:pt x="163490" y="1069"/>
                  </a:lnTo>
                  <a:lnTo>
                    <a:pt x="155705" y="1415"/>
                  </a:lnTo>
                  <a:lnTo>
                    <a:pt x="147920" y="1868"/>
                  </a:lnTo>
                  <a:lnTo>
                    <a:pt x="140134" y="1640"/>
                  </a:lnTo>
                  <a:lnTo>
                    <a:pt x="132349" y="1575"/>
                  </a:lnTo>
                  <a:lnTo>
                    <a:pt x="124564" y="1781"/>
                  </a:lnTo>
                  <a:lnTo>
                    <a:pt x="116779" y="1929"/>
                  </a:lnTo>
                  <a:lnTo>
                    <a:pt x="108993" y="1689"/>
                  </a:lnTo>
                  <a:lnTo>
                    <a:pt x="101208" y="1422"/>
                  </a:lnTo>
                  <a:lnTo>
                    <a:pt x="93423" y="678"/>
                  </a:lnTo>
                  <a:lnTo>
                    <a:pt x="85637" y="658"/>
                  </a:lnTo>
                  <a:lnTo>
                    <a:pt x="77852" y="674"/>
                  </a:lnTo>
                  <a:lnTo>
                    <a:pt x="70067" y="638"/>
                  </a:lnTo>
                  <a:lnTo>
                    <a:pt x="62282" y="628"/>
                  </a:lnTo>
                  <a:lnTo>
                    <a:pt x="54496" y="251"/>
                  </a:lnTo>
                  <a:lnTo>
                    <a:pt x="46711" y="290"/>
                  </a:lnTo>
                  <a:lnTo>
                    <a:pt x="38926" y="326"/>
                  </a:lnTo>
                  <a:lnTo>
                    <a:pt x="31141" y="0"/>
                  </a:lnTo>
                  <a:lnTo>
                    <a:pt x="23355" y="406"/>
                  </a:lnTo>
                  <a:lnTo>
                    <a:pt x="15570" y="444"/>
                  </a:lnTo>
                  <a:lnTo>
                    <a:pt x="7785" y="483"/>
                  </a:lnTo>
                  <a:lnTo>
                    <a:pt x="0" y="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6049435" y="2505895"/>
              <a:ext cx="2016385" cy="474018"/>
            </a:xfrm>
            <a:custGeom>
              <a:avLst/>
              <a:pathLst>
                <a:path w="2016385" h="474018">
                  <a:moveTo>
                    <a:pt x="0" y="0"/>
                  </a:moveTo>
                  <a:lnTo>
                    <a:pt x="7785" y="779"/>
                  </a:lnTo>
                  <a:lnTo>
                    <a:pt x="15570" y="1510"/>
                  </a:lnTo>
                  <a:lnTo>
                    <a:pt x="23355" y="2050"/>
                  </a:lnTo>
                  <a:lnTo>
                    <a:pt x="31141" y="2686"/>
                  </a:lnTo>
                  <a:lnTo>
                    <a:pt x="38926" y="3423"/>
                  </a:lnTo>
                  <a:lnTo>
                    <a:pt x="46711" y="4134"/>
                  </a:lnTo>
                  <a:lnTo>
                    <a:pt x="54496" y="4880"/>
                  </a:lnTo>
                  <a:lnTo>
                    <a:pt x="62282" y="5625"/>
                  </a:lnTo>
                  <a:lnTo>
                    <a:pt x="70067" y="6377"/>
                  </a:lnTo>
                  <a:lnTo>
                    <a:pt x="77852" y="7143"/>
                  </a:lnTo>
                  <a:lnTo>
                    <a:pt x="85637" y="7917"/>
                  </a:lnTo>
                  <a:lnTo>
                    <a:pt x="93423" y="8528"/>
                  </a:lnTo>
                  <a:lnTo>
                    <a:pt x="101208" y="9066"/>
                  </a:lnTo>
                  <a:lnTo>
                    <a:pt x="108993" y="10077"/>
                  </a:lnTo>
                  <a:lnTo>
                    <a:pt x="116779" y="10888"/>
                  </a:lnTo>
                  <a:lnTo>
                    <a:pt x="124564" y="11606"/>
                  </a:lnTo>
                  <a:lnTo>
                    <a:pt x="132349" y="12328"/>
                  </a:lnTo>
                  <a:lnTo>
                    <a:pt x="140134" y="13058"/>
                  </a:lnTo>
                  <a:lnTo>
                    <a:pt x="147920" y="13795"/>
                  </a:lnTo>
                  <a:lnTo>
                    <a:pt x="155705" y="14536"/>
                  </a:lnTo>
                  <a:lnTo>
                    <a:pt x="163490" y="15375"/>
                  </a:lnTo>
                  <a:lnTo>
                    <a:pt x="171275" y="16232"/>
                  </a:lnTo>
                  <a:lnTo>
                    <a:pt x="179061" y="17095"/>
                  </a:lnTo>
                  <a:lnTo>
                    <a:pt x="186846" y="17965"/>
                  </a:lnTo>
                  <a:lnTo>
                    <a:pt x="194631" y="18343"/>
                  </a:lnTo>
                  <a:lnTo>
                    <a:pt x="202417" y="19516"/>
                  </a:lnTo>
                  <a:lnTo>
                    <a:pt x="210202" y="20207"/>
                  </a:lnTo>
                  <a:lnTo>
                    <a:pt x="217987" y="20805"/>
                  </a:lnTo>
                  <a:lnTo>
                    <a:pt x="225772" y="21407"/>
                  </a:lnTo>
                  <a:lnTo>
                    <a:pt x="233558" y="22189"/>
                  </a:lnTo>
                  <a:lnTo>
                    <a:pt x="241343" y="22886"/>
                  </a:lnTo>
                  <a:lnTo>
                    <a:pt x="249128" y="23553"/>
                  </a:lnTo>
                  <a:lnTo>
                    <a:pt x="256913" y="24218"/>
                  </a:lnTo>
                  <a:lnTo>
                    <a:pt x="264699" y="25101"/>
                  </a:lnTo>
                  <a:lnTo>
                    <a:pt x="272484" y="25741"/>
                  </a:lnTo>
                  <a:lnTo>
                    <a:pt x="280269" y="26592"/>
                  </a:lnTo>
                  <a:lnTo>
                    <a:pt x="288055" y="27237"/>
                  </a:lnTo>
                  <a:lnTo>
                    <a:pt x="295840" y="27880"/>
                  </a:lnTo>
                  <a:lnTo>
                    <a:pt x="303625" y="28851"/>
                  </a:lnTo>
                  <a:lnTo>
                    <a:pt x="311410" y="29659"/>
                  </a:lnTo>
                  <a:lnTo>
                    <a:pt x="319196" y="30306"/>
                  </a:lnTo>
                  <a:lnTo>
                    <a:pt x="326981" y="30855"/>
                  </a:lnTo>
                  <a:lnTo>
                    <a:pt x="334766" y="31453"/>
                  </a:lnTo>
                  <a:lnTo>
                    <a:pt x="342551" y="32054"/>
                  </a:lnTo>
                  <a:lnTo>
                    <a:pt x="350337" y="32660"/>
                  </a:lnTo>
                  <a:lnTo>
                    <a:pt x="358122" y="33305"/>
                  </a:lnTo>
                  <a:lnTo>
                    <a:pt x="365907" y="34338"/>
                  </a:lnTo>
                  <a:lnTo>
                    <a:pt x="373692" y="35381"/>
                  </a:lnTo>
                  <a:lnTo>
                    <a:pt x="381478" y="36432"/>
                  </a:lnTo>
                  <a:lnTo>
                    <a:pt x="389263" y="37044"/>
                  </a:lnTo>
                  <a:lnTo>
                    <a:pt x="397048" y="37542"/>
                  </a:lnTo>
                  <a:lnTo>
                    <a:pt x="404834" y="38022"/>
                  </a:lnTo>
                  <a:lnTo>
                    <a:pt x="412619" y="38546"/>
                  </a:lnTo>
                  <a:lnTo>
                    <a:pt x="420404" y="39545"/>
                  </a:lnTo>
                  <a:lnTo>
                    <a:pt x="428189" y="40556"/>
                  </a:lnTo>
                  <a:lnTo>
                    <a:pt x="435975" y="41388"/>
                  </a:lnTo>
                  <a:lnTo>
                    <a:pt x="443760" y="41608"/>
                  </a:lnTo>
                  <a:lnTo>
                    <a:pt x="451545" y="42285"/>
                  </a:lnTo>
                  <a:lnTo>
                    <a:pt x="459330" y="43063"/>
                  </a:lnTo>
                  <a:lnTo>
                    <a:pt x="467116" y="43585"/>
                  </a:lnTo>
                  <a:lnTo>
                    <a:pt x="474901" y="44322"/>
                  </a:lnTo>
                  <a:lnTo>
                    <a:pt x="482686" y="45092"/>
                  </a:lnTo>
                  <a:lnTo>
                    <a:pt x="490472" y="45789"/>
                  </a:lnTo>
                  <a:lnTo>
                    <a:pt x="498257" y="46557"/>
                  </a:lnTo>
                  <a:lnTo>
                    <a:pt x="506042" y="47376"/>
                  </a:lnTo>
                  <a:lnTo>
                    <a:pt x="513827" y="47824"/>
                  </a:lnTo>
                  <a:lnTo>
                    <a:pt x="521613" y="48385"/>
                  </a:lnTo>
                  <a:lnTo>
                    <a:pt x="529398" y="49070"/>
                  </a:lnTo>
                  <a:lnTo>
                    <a:pt x="537183" y="49628"/>
                  </a:lnTo>
                  <a:lnTo>
                    <a:pt x="544968" y="50193"/>
                  </a:lnTo>
                  <a:lnTo>
                    <a:pt x="552754" y="50759"/>
                  </a:lnTo>
                  <a:lnTo>
                    <a:pt x="560539" y="51436"/>
                  </a:lnTo>
                  <a:lnTo>
                    <a:pt x="568324" y="52180"/>
                  </a:lnTo>
                  <a:lnTo>
                    <a:pt x="576110" y="52756"/>
                  </a:lnTo>
                  <a:lnTo>
                    <a:pt x="583895" y="53199"/>
                  </a:lnTo>
                  <a:lnTo>
                    <a:pt x="591680" y="53644"/>
                  </a:lnTo>
                  <a:lnTo>
                    <a:pt x="599465" y="54170"/>
                  </a:lnTo>
                  <a:lnTo>
                    <a:pt x="607251" y="54528"/>
                  </a:lnTo>
                  <a:lnTo>
                    <a:pt x="615036" y="55269"/>
                  </a:lnTo>
                  <a:lnTo>
                    <a:pt x="622821" y="55832"/>
                  </a:lnTo>
                  <a:lnTo>
                    <a:pt x="630606" y="56476"/>
                  </a:lnTo>
                  <a:lnTo>
                    <a:pt x="638392" y="56888"/>
                  </a:lnTo>
                  <a:lnTo>
                    <a:pt x="646177" y="57113"/>
                  </a:lnTo>
                  <a:lnTo>
                    <a:pt x="653962" y="58001"/>
                  </a:lnTo>
                  <a:lnTo>
                    <a:pt x="661747" y="58743"/>
                  </a:lnTo>
                  <a:lnTo>
                    <a:pt x="669533" y="59298"/>
                  </a:lnTo>
                  <a:lnTo>
                    <a:pt x="677318" y="60001"/>
                  </a:lnTo>
                  <a:lnTo>
                    <a:pt x="685103" y="60597"/>
                  </a:lnTo>
                  <a:lnTo>
                    <a:pt x="692889" y="61368"/>
                  </a:lnTo>
                  <a:lnTo>
                    <a:pt x="700674" y="61994"/>
                  </a:lnTo>
                  <a:lnTo>
                    <a:pt x="708459" y="62435"/>
                  </a:lnTo>
                  <a:lnTo>
                    <a:pt x="716244" y="62987"/>
                  </a:lnTo>
                  <a:lnTo>
                    <a:pt x="724030" y="63568"/>
                  </a:lnTo>
                  <a:lnTo>
                    <a:pt x="731815" y="63766"/>
                  </a:lnTo>
                  <a:lnTo>
                    <a:pt x="739600" y="64284"/>
                  </a:lnTo>
                  <a:lnTo>
                    <a:pt x="747385" y="64842"/>
                  </a:lnTo>
                  <a:lnTo>
                    <a:pt x="755171" y="65402"/>
                  </a:lnTo>
                  <a:lnTo>
                    <a:pt x="762956" y="65965"/>
                  </a:lnTo>
                  <a:lnTo>
                    <a:pt x="770741" y="66531"/>
                  </a:lnTo>
                  <a:lnTo>
                    <a:pt x="778527" y="67100"/>
                  </a:lnTo>
                  <a:lnTo>
                    <a:pt x="786312" y="67671"/>
                  </a:lnTo>
                  <a:lnTo>
                    <a:pt x="794097" y="68305"/>
                  </a:lnTo>
                  <a:lnTo>
                    <a:pt x="801882" y="69138"/>
                  </a:lnTo>
                  <a:lnTo>
                    <a:pt x="809668" y="69974"/>
                  </a:lnTo>
                  <a:lnTo>
                    <a:pt x="817453" y="70379"/>
                  </a:lnTo>
                  <a:lnTo>
                    <a:pt x="825238" y="70713"/>
                  </a:lnTo>
                  <a:lnTo>
                    <a:pt x="833023" y="71602"/>
                  </a:lnTo>
                  <a:lnTo>
                    <a:pt x="840809" y="72358"/>
                  </a:lnTo>
                  <a:lnTo>
                    <a:pt x="848594" y="73055"/>
                  </a:lnTo>
                  <a:lnTo>
                    <a:pt x="856379" y="73090"/>
                  </a:lnTo>
                  <a:lnTo>
                    <a:pt x="864165" y="73542"/>
                  </a:lnTo>
                  <a:lnTo>
                    <a:pt x="871950" y="74296"/>
                  </a:lnTo>
                  <a:lnTo>
                    <a:pt x="879735" y="75157"/>
                  </a:lnTo>
                  <a:lnTo>
                    <a:pt x="887520" y="75668"/>
                  </a:lnTo>
                  <a:lnTo>
                    <a:pt x="895306" y="76172"/>
                  </a:lnTo>
                  <a:lnTo>
                    <a:pt x="903091" y="76665"/>
                  </a:lnTo>
                  <a:lnTo>
                    <a:pt x="910876" y="77000"/>
                  </a:lnTo>
                  <a:lnTo>
                    <a:pt x="918661" y="77582"/>
                  </a:lnTo>
                  <a:lnTo>
                    <a:pt x="926447" y="78172"/>
                  </a:lnTo>
                  <a:lnTo>
                    <a:pt x="934232" y="78414"/>
                  </a:lnTo>
                  <a:lnTo>
                    <a:pt x="942017" y="78400"/>
                  </a:lnTo>
                  <a:lnTo>
                    <a:pt x="949802" y="78494"/>
                  </a:lnTo>
                  <a:lnTo>
                    <a:pt x="957588" y="78787"/>
                  </a:lnTo>
                  <a:lnTo>
                    <a:pt x="965373" y="79087"/>
                  </a:lnTo>
                  <a:lnTo>
                    <a:pt x="973158" y="78964"/>
                  </a:lnTo>
                  <a:lnTo>
                    <a:pt x="980944" y="79193"/>
                  </a:lnTo>
                  <a:lnTo>
                    <a:pt x="988729" y="79592"/>
                  </a:lnTo>
                  <a:lnTo>
                    <a:pt x="996514" y="80132"/>
                  </a:lnTo>
                  <a:lnTo>
                    <a:pt x="1004299" y="80278"/>
                  </a:lnTo>
                  <a:lnTo>
                    <a:pt x="1012085" y="80628"/>
                  </a:lnTo>
                  <a:lnTo>
                    <a:pt x="1019870" y="81209"/>
                  </a:lnTo>
                  <a:lnTo>
                    <a:pt x="1027655" y="81517"/>
                  </a:lnTo>
                  <a:lnTo>
                    <a:pt x="1035440" y="81885"/>
                  </a:lnTo>
                  <a:lnTo>
                    <a:pt x="1043226" y="82365"/>
                  </a:lnTo>
                  <a:lnTo>
                    <a:pt x="1051011" y="82846"/>
                  </a:lnTo>
                  <a:lnTo>
                    <a:pt x="1058796" y="82928"/>
                  </a:lnTo>
                  <a:lnTo>
                    <a:pt x="1066582" y="83521"/>
                  </a:lnTo>
                  <a:lnTo>
                    <a:pt x="1074367" y="84183"/>
                  </a:lnTo>
                  <a:lnTo>
                    <a:pt x="1082152" y="84783"/>
                  </a:lnTo>
                  <a:lnTo>
                    <a:pt x="1089937" y="85277"/>
                  </a:lnTo>
                  <a:lnTo>
                    <a:pt x="1097723" y="85295"/>
                  </a:lnTo>
                  <a:lnTo>
                    <a:pt x="1105508" y="85851"/>
                  </a:lnTo>
                  <a:lnTo>
                    <a:pt x="1113293" y="86289"/>
                  </a:lnTo>
                  <a:lnTo>
                    <a:pt x="1121078" y="86919"/>
                  </a:lnTo>
                  <a:lnTo>
                    <a:pt x="1128864" y="87537"/>
                  </a:lnTo>
                  <a:lnTo>
                    <a:pt x="1136649" y="87652"/>
                  </a:lnTo>
                  <a:lnTo>
                    <a:pt x="1144434" y="87767"/>
                  </a:lnTo>
                  <a:lnTo>
                    <a:pt x="1152220" y="87848"/>
                  </a:lnTo>
                  <a:lnTo>
                    <a:pt x="1160005" y="87888"/>
                  </a:lnTo>
                  <a:lnTo>
                    <a:pt x="1167790" y="88059"/>
                  </a:lnTo>
                  <a:lnTo>
                    <a:pt x="1175575" y="88707"/>
                  </a:lnTo>
                  <a:lnTo>
                    <a:pt x="1183361" y="89106"/>
                  </a:lnTo>
                  <a:lnTo>
                    <a:pt x="1191146" y="89507"/>
                  </a:lnTo>
                  <a:lnTo>
                    <a:pt x="1198931" y="89373"/>
                  </a:lnTo>
                  <a:lnTo>
                    <a:pt x="1206716" y="89406"/>
                  </a:lnTo>
                  <a:lnTo>
                    <a:pt x="1214502" y="90098"/>
                  </a:lnTo>
                  <a:lnTo>
                    <a:pt x="1222287" y="90045"/>
                  </a:lnTo>
                  <a:lnTo>
                    <a:pt x="1230072" y="89898"/>
                  </a:lnTo>
                  <a:lnTo>
                    <a:pt x="1237857" y="89881"/>
                  </a:lnTo>
                  <a:lnTo>
                    <a:pt x="1245643" y="90236"/>
                  </a:lnTo>
                  <a:lnTo>
                    <a:pt x="1253428" y="90592"/>
                  </a:lnTo>
                  <a:lnTo>
                    <a:pt x="1261213" y="90951"/>
                  </a:lnTo>
                  <a:lnTo>
                    <a:pt x="1268999" y="91446"/>
                  </a:lnTo>
                  <a:lnTo>
                    <a:pt x="1276784" y="91805"/>
                  </a:lnTo>
                  <a:lnTo>
                    <a:pt x="1284569" y="92021"/>
                  </a:lnTo>
                  <a:lnTo>
                    <a:pt x="1292354" y="92379"/>
                  </a:lnTo>
                  <a:lnTo>
                    <a:pt x="1300140" y="92738"/>
                  </a:lnTo>
                  <a:lnTo>
                    <a:pt x="1307925" y="93102"/>
                  </a:lnTo>
                  <a:lnTo>
                    <a:pt x="1315710" y="93610"/>
                  </a:lnTo>
                  <a:lnTo>
                    <a:pt x="1323495" y="94302"/>
                  </a:lnTo>
                  <a:lnTo>
                    <a:pt x="1331281" y="94507"/>
                  </a:lnTo>
                  <a:lnTo>
                    <a:pt x="1339066" y="94636"/>
                  </a:lnTo>
                  <a:lnTo>
                    <a:pt x="1346851" y="94912"/>
                  </a:lnTo>
                  <a:lnTo>
                    <a:pt x="1354637" y="95269"/>
                  </a:lnTo>
                  <a:lnTo>
                    <a:pt x="1362422" y="95637"/>
                  </a:lnTo>
                  <a:lnTo>
                    <a:pt x="1370207" y="95993"/>
                  </a:lnTo>
                  <a:lnTo>
                    <a:pt x="1377992" y="96353"/>
                  </a:lnTo>
                  <a:lnTo>
                    <a:pt x="1385778" y="96717"/>
                  </a:lnTo>
                  <a:lnTo>
                    <a:pt x="1393563" y="97082"/>
                  </a:lnTo>
                  <a:lnTo>
                    <a:pt x="1401348" y="97447"/>
                  </a:lnTo>
                  <a:lnTo>
                    <a:pt x="1409133" y="97812"/>
                  </a:lnTo>
                  <a:lnTo>
                    <a:pt x="1416919" y="98178"/>
                  </a:lnTo>
                  <a:lnTo>
                    <a:pt x="1424704" y="98167"/>
                  </a:lnTo>
                  <a:lnTo>
                    <a:pt x="1432489" y="98108"/>
                  </a:lnTo>
                  <a:lnTo>
                    <a:pt x="1440275" y="98187"/>
                  </a:lnTo>
                  <a:lnTo>
                    <a:pt x="1448060" y="98502"/>
                  </a:lnTo>
                  <a:lnTo>
                    <a:pt x="1455845" y="98818"/>
                  </a:lnTo>
                  <a:lnTo>
                    <a:pt x="1463630" y="99126"/>
                  </a:lnTo>
                  <a:lnTo>
                    <a:pt x="1471416" y="98931"/>
                  </a:lnTo>
                  <a:lnTo>
                    <a:pt x="1479201" y="99422"/>
                  </a:lnTo>
                  <a:lnTo>
                    <a:pt x="1486986" y="99236"/>
                  </a:lnTo>
                  <a:lnTo>
                    <a:pt x="1494771" y="99032"/>
                  </a:lnTo>
                  <a:lnTo>
                    <a:pt x="1502557" y="98843"/>
                  </a:lnTo>
                  <a:lnTo>
                    <a:pt x="1510342" y="99126"/>
                  </a:lnTo>
                  <a:lnTo>
                    <a:pt x="1518127" y="99597"/>
                  </a:lnTo>
                  <a:lnTo>
                    <a:pt x="1525912" y="100068"/>
                  </a:lnTo>
                  <a:lnTo>
                    <a:pt x="1533698" y="100356"/>
                  </a:lnTo>
                  <a:lnTo>
                    <a:pt x="1541483" y="100821"/>
                  </a:lnTo>
                  <a:lnTo>
                    <a:pt x="1549268" y="101293"/>
                  </a:lnTo>
                  <a:lnTo>
                    <a:pt x="1557054" y="101767"/>
                  </a:lnTo>
                  <a:lnTo>
                    <a:pt x="1564839" y="101742"/>
                  </a:lnTo>
                  <a:lnTo>
                    <a:pt x="1572624" y="101640"/>
                  </a:lnTo>
                  <a:lnTo>
                    <a:pt x="1580409" y="101539"/>
                  </a:lnTo>
                  <a:lnTo>
                    <a:pt x="1588195" y="101872"/>
                  </a:lnTo>
                  <a:lnTo>
                    <a:pt x="1595980" y="102354"/>
                  </a:lnTo>
                  <a:lnTo>
                    <a:pt x="1603765" y="102837"/>
                  </a:lnTo>
                  <a:lnTo>
                    <a:pt x="1611550" y="103321"/>
                  </a:lnTo>
                  <a:lnTo>
                    <a:pt x="1619336" y="103580"/>
                  </a:lnTo>
                  <a:lnTo>
                    <a:pt x="1627121" y="103778"/>
                  </a:lnTo>
                  <a:lnTo>
                    <a:pt x="1634906" y="104015"/>
                  </a:lnTo>
                  <a:lnTo>
                    <a:pt x="1642692" y="104489"/>
                  </a:lnTo>
                  <a:lnTo>
                    <a:pt x="1650477" y="104752"/>
                  </a:lnTo>
                  <a:lnTo>
                    <a:pt x="1658262" y="104946"/>
                  </a:lnTo>
                  <a:lnTo>
                    <a:pt x="1666047" y="105140"/>
                  </a:lnTo>
                  <a:lnTo>
                    <a:pt x="1673833" y="105337"/>
                  </a:lnTo>
                  <a:lnTo>
                    <a:pt x="1681618" y="105535"/>
                  </a:lnTo>
                  <a:lnTo>
                    <a:pt x="1689403" y="105732"/>
                  </a:lnTo>
                  <a:lnTo>
                    <a:pt x="1697188" y="105924"/>
                  </a:lnTo>
                  <a:lnTo>
                    <a:pt x="1704974" y="106197"/>
                  </a:lnTo>
                  <a:lnTo>
                    <a:pt x="1712759" y="106621"/>
                  </a:lnTo>
                  <a:lnTo>
                    <a:pt x="1720544" y="106998"/>
                  </a:lnTo>
                  <a:lnTo>
                    <a:pt x="1728330" y="107303"/>
                  </a:lnTo>
                  <a:lnTo>
                    <a:pt x="1736115" y="107609"/>
                  </a:lnTo>
                  <a:lnTo>
                    <a:pt x="1743900" y="107875"/>
                  </a:lnTo>
                  <a:lnTo>
                    <a:pt x="1751685" y="107770"/>
                  </a:lnTo>
                  <a:lnTo>
                    <a:pt x="1759471" y="108070"/>
                  </a:lnTo>
                  <a:lnTo>
                    <a:pt x="1767256" y="108488"/>
                  </a:lnTo>
                  <a:lnTo>
                    <a:pt x="1775041" y="108910"/>
                  </a:lnTo>
                  <a:lnTo>
                    <a:pt x="1782826" y="108945"/>
                  </a:lnTo>
                  <a:lnTo>
                    <a:pt x="1790612" y="108876"/>
                  </a:lnTo>
                  <a:lnTo>
                    <a:pt x="1798397" y="108808"/>
                  </a:lnTo>
                  <a:lnTo>
                    <a:pt x="1806182" y="108739"/>
                  </a:lnTo>
                  <a:lnTo>
                    <a:pt x="1813967" y="108874"/>
                  </a:lnTo>
                  <a:lnTo>
                    <a:pt x="1821753" y="109065"/>
                  </a:lnTo>
                  <a:lnTo>
                    <a:pt x="1829538" y="109263"/>
                  </a:lnTo>
                  <a:lnTo>
                    <a:pt x="1837323" y="109461"/>
                  </a:lnTo>
                  <a:lnTo>
                    <a:pt x="1845109" y="109519"/>
                  </a:lnTo>
                  <a:lnTo>
                    <a:pt x="1852894" y="109524"/>
                  </a:lnTo>
                  <a:lnTo>
                    <a:pt x="1860679" y="109583"/>
                  </a:lnTo>
                  <a:lnTo>
                    <a:pt x="1868464" y="109773"/>
                  </a:lnTo>
                  <a:lnTo>
                    <a:pt x="1876250" y="109838"/>
                  </a:lnTo>
                  <a:lnTo>
                    <a:pt x="1884035" y="109866"/>
                  </a:lnTo>
                  <a:lnTo>
                    <a:pt x="1891820" y="109895"/>
                  </a:lnTo>
                  <a:lnTo>
                    <a:pt x="1899605" y="109923"/>
                  </a:lnTo>
                  <a:lnTo>
                    <a:pt x="1907391" y="109836"/>
                  </a:lnTo>
                  <a:lnTo>
                    <a:pt x="1915176" y="109819"/>
                  </a:lnTo>
                  <a:lnTo>
                    <a:pt x="1922961" y="110016"/>
                  </a:lnTo>
                  <a:lnTo>
                    <a:pt x="1930747" y="110005"/>
                  </a:lnTo>
                  <a:lnTo>
                    <a:pt x="1938532" y="110074"/>
                  </a:lnTo>
                  <a:lnTo>
                    <a:pt x="1946317" y="110099"/>
                  </a:lnTo>
                  <a:lnTo>
                    <a:pt x="1954102" y="110123"/>
                  </a:lnTo>
                  <a:lnTo>
                    <a:pt x="1961888" y="110165"/>
                  </a:lnTo>
                  <a:lnTo>
                    <a:pt x="1969673" y="110701"/>
                  </a:lnTo>
                  <a:lnTo>
                    <a:pt x="1977458" y="110848"/>
                  </a:lnTo>
                  <a:lnTo>
                    <a:pt x="1985243" y="110995"/>
                  </a:lnTo>
                  <a:lnTo>
                    <a:pt x="1993029" y="111142"/>
                  </a:lnTo>
                  <a:lnTo>
                    <a:pt x="2000814" y="111289"/>
                  </a:lnTo>
                  <a:lnTo>
                    <a:pt x="2008599" y="111436"/>
                  </a:lnTo>
                  <a:lnTo>
                    <a:pt x="2016385" y="111583"/>
                  </a:lnTo>
                  <a:lnTo>
                    <a:pt x="2016385" y="474018"/>
                  </a:lnTo>
                  <a:lnTo>
                    <a:pt x="2008599" y="472830"/>
                  </a:lnTo>
                  <a:lnTo>
                    <a:pt x="2000814" y="471475"/>
                  </a:lnTo>
                  <a:lnTo>
                    <a:pt x="1993029" y="470024"/>
                  </a:lnTo>
                  <a:lnTo>
                    <a:pt x="1985243" y="468560"/>
                  </a:lnTo>
                  <a:lnTo>
                    <a:pt x="1977458" y="467081"/>
                  </a:lnTo>
                  <a:lnTo>
                    <a:pt x="1969673" y="465587"/>
                  </a:lnTo>
                  <a:lnTo>
                    <a:pt x="1961888" y="464175"/>
                  </a:lnTo>
                  <a:lnTo>
                    <a:pt x="1954102" y="462988"/>
                  </a:lnTo>
                  <a:lnTo>
                    <a:pt x="1946317" y="461793"/>
                  </a:lnTo>
                  <a:lnTo>
                    <a:pt x="1938532" y="460591"/>
                  </a:lnTo>
                  <a:lnTo>
                    <a:pt x="1930747" y="459159"/>
                  </a:lnTo>
                  <a:lnTo>
                    <a:pt x="1922961" y="457670"/>
                  </a:lnTo>
                  <a:lnTo>
                    <a:pt x="1915176" y="456169"/>
                  </a:lnTo>
                  <a:lnTo>
                    <a:pt x="1907391" y="454657"/>
                  </a:lnTo>
                  <a:lnTo>
                    <a:pt x="1899605" y="453133"/>
                  </a:lnTo>
                  <a:lnTo>
                    <a:pt x="1891820" y="451598"/>
                  </a:lnTo>
                  <a:lnTo>
                    <a:pt x="1884035" y="450051"/>
                  </a:lnTo>
                  <a:lnTo>
                    <a:pt x="1876250" y="448546"/>
                  </a:lnTo>
                  <a:lnTo>
                    <a:pt x="1868464" y="447324"/>
                  </a:lnTo>
                  <a:lnTo>
                    <a:pt x="1860679" y="446127"/>
                  </a:lnTo>
                  <a:lnTo>
                    <a:pt x="1852894" y="444924"/>
                  </a:lnTo>
                  <a:lnTo>
                    <a:pt x="1845109" y="443714"/>
                  </a:lnTo>
                  <a:lnTo>
                    <a:pt x="1837323" y="442497"/>
                  </a:lnTo>
                  <a:lnTo>
                    <a:pt x="1829538" y="441274"/>
                  </a:lnTo>
                  <a:lnTo>
                    <a:pt x="1821753" y="440045"/>
                  </a:lnTo>
                  <a:lnTo>
                    <a:pt x="1813967" y="438805"/>
                  </a:lnTo>
                  <a:lnTo>
                    <a:pt x="1806182" y="437637"/>
                  </a:lnTo>
                  <a:lnTo>
                    <a:pt x="1798397" y="436463"/>
                  </a:lnTo>
                  <a:lnTo>
                    <a:pt x="1790612" y="435032"/>
                  </a:lnTo>
                  <a:lnTo>
                    <a:pt x="1782826" y="433794"/>
                  </a:lnTo>
                  <a:lnTo>
                    <a:pt x="1775041" y="432664"/>
                  </a:lnTo>
                  <a:lnTo>
                    <a:pt x="1767256" y="431236"/>
                  </a:lnTo>
                  <a:lnTo>
                    <a:pt x="1759471" y="429959"/>
                  </a:lnTo>
                  <a:lnTo>
                    <a:pt x="1751685" y="428668"/>
                  </a:lnTo>
                  <a:lnTo>
                    <a:pt x="1743900" y="427371"/>
                  </a:lnTo>
                  <a:lnTo>
                    <a:pt x="1736115" y="426067"/>
                  </a:lnTo>
                  <a:lnTo>
                    <a:pt x="1728330" y="424591"/>
                  </a:lnTo>
                  <a:lnTo>
                    <a:pt x="1720544" y="422856"/>
                  </a:lnTo>
                  <a:lnTo>
                    <a:pt x="1712759" y="421351"/>
                  </a:lnTo>
                  <a:lnTo>
                    <a:pt x="1704974" y="420074"/>
                  </a:lnTo>
                  <a:lnTo>
                    <a:pt x="1697188" y="418556"/>
                  </a:lnTo>
                  <a:lnTo>
                    <a:pt x="1689403" y="417024"/>
                  </a:lnTo>
                  <a:lnTo>
                    <a:pt x="1681618" y="415472"/>
                  </a:lnTo>
                  <a:lnTo>
                    <a:pt x="1673833" y="413844"/>
                  </a:lnTo>
                  <a:lnTo>
                    <a:pt x="1666047" y="412294"/>
                  </a:lnTo>
                  <a:lnTo>
                    <a:pt x="1658262" y="410855"/>
                  </a:lnTo>
                  <a:lnTo>
                    <a:pt x="1650477" y="409416"/>
                  </a:lnTo>
                  <a:lnTo>
                    <a:pt x="1642692" y="407924"/>
                  </a:lnTo>
                  <a:lnTo>
                    <a:pt x="1634906" y="406363"/>
                  </a:lnTo>
                  <a:lnTo>
                    <a:pt x="1627121" y="404532"/>
                  </a:lnTo>
                  <a:lnTo>
                    <a:pt x="1619336" y="402922"/>
                  </a:lnTo>
                  <a:lnTo>
                    <a:pt x="1611550" y="401468"/>
                  </a:lnTo>
                  <a:lnTo>
                    <a:pt x="1603765" y="400006"/>
                  </a:lnTo>
                  <a:lnTo>
                    <a:pt x="1595980" y="398537"/>
                  </a:lnTo>
                  <a:lnTo>
                    <a:pt x="1588195" y="397060"/>
                  </a:lnTo>
                  <a:lnTo>
                    <a:pt x="1580409" y="395578"/>
                  </a:lnTo>
                  <a:lnTo>
                    <a:pt x="1572624" y="394029"/>
                  </a:lnTo>
                  <a:lnTo>
                    <a:pt x="1564839" y="392383"/>
                  </a:lnTo>
                  <a:lnTo>
                    <a:pt x="1557054" y="390731"/>
                  </a:lnTo>
                  <a:lnTo>
                    <a:pt x="1549268" y="389265"/>
                  </a:lnTo>
                  <a:lnTo>
                    <a:pt x="1541483" y="387983"/>
                  </a:lnTo>
                  <a:lnTo>
                    <a:pt x="1533698" y="386582"/>
                  </a:lnTo>
                  <a:lnTo>
                    <a:pt x="1525912" y="385061"/>
                  </a:lnTo>
                  <a:lnTo>
                    <a:pt x="1518127" y="383361"/>
                  </a:lnTo>
                  <a:lnTo>
                    <a:pt x="1510342" y="381565"/>
                  </a:lnTo>
                  <a:lnTo>
                    <a:pt x="1502557" y="379832"/>
                  </a:lnTo>
                  <a:lnTo>
                    <a:pt x="1494771" y="378557"/>
                  </a:lnTo>
                  <a:lnTo>
                    <a:pt x="1486986" y="376583"/>
                  </a:lnTo>
                  <a:lnTo>
                    <a:pt x="1479201" y="374748"/>
                  </a:lnTo>
                  <a:lnTo>
                    <a:pt x="1471416" y="372834"/>
                  </a:lnTo>
                  <a:lnTo>
                    <a:pt x="1463630" y="371595"/>
                  </a:lnTo>
                  <a:lnTo>
                    <a:pt x="1455845" y="370458"/>
                  </a:lnTo>
                  <a:lnTo>
                    <a:pt x="1448060" y="369211"/>
                  </a:lnTo>
                  <a:lnTo>
                    <a:pt x="1440275" y="367350"/>
                  </a:lnTo>
                  <a:lnTo>
                    <a:pt x="1432489" y="365490"/>
                  </a:lnTo>
                  <a:lnTo>
                    <a:pt x="1424704" y="363724"/>
                  </a:lnTo>
                  <a:lnTo>
                    <a:pt x="1416919" y="361950"/>
                  </a:lnTo>
                  <a:lnTo>
                    <a:pt x="1409133" y="360161"/>
                  </a:lnTo>
                  <a:lnTo>
                    <a:pt x="1401348" y="358365"/>
                  </a:lnTo>
                  <a:lnTo>
                    <a:pt x="1393563" y="356761"/>
                  </a:lnTo>
                  <a:lnTo>
                    <a:pt x="1385778" y="354975"/>
                  </a:lnTo>
                  <a:lnTo>
                    <a:pt x="1377992" y="353377"/>
                  </a:lnTo>
                  <a:lnTo>
                    <a:pt x="1370207" y="351774"/>
                  </a:lnTo>
                  <a:lnTo>
                    <a:pt x="1362422" y="350161"/>
                  </a:lnTo>
                  <a:lnTo>
                    <a:pt x="1354637" y="348539"/>
                  </a:lnTo>
                  <a:lnTo>
                    <a:pt x="1346851" y="346912"/>
                  </a:lnTo>
                  <a:lnTo>
                    <a:pt x="1339066" y="345281"/>
                  </a:lnTo>
                  <a:lnTo>
                    <a:pt x="1331281" y="343647"/>
                  </a:lnTo>
                  <a:lnTo>
                    <a:pt x="1323495" y="342007"/>
                  </a:lnTo>
                  <a:lnTo>
                    <a:pt x="1315710" y="340390"/>
                  </a:lnTo>
                  <a:lnTo>
                    <a:pt x="1307925" y="338931"/>
                  </a:lnTo>
                  <a:lnTo>
                    <a:pt x="1300140" y="337469"/>
                  </a:lnTo>
                  <a:lnTo>
                    <a:pt x="1292354" y="336004"/>
                  </a:lnTo>
                  <a:lnTo>
                    <a:pt x="1284569" y="334535"/>
                  </a:lnTo>
                  <a:lnTo>
                    <a:pt x="1276784" y="332635"/>
                  </a:lnTo>
                  <a:lnTo>
                    <a:pt x="1268999" y="330601"/>
                  </a:lnTo>
                  <a:lnTo>
                    <a:pt x="1261213" y="328751"/>
                  </a:lnTo>
                  <a:lnTo>
                    <a:pt x="1253428" y="327162"/>
                  </a:lnTo>
                  <a:lnTo>
                    <a:pt x="1245643" y="325844"/>
                  </a:lnTo>
                  <a:lnTo>
                    <a:pt x="1237857" y="324374"/>
                  </a:lnTo>
                  <a:lnTo>
                    <a:pt x="1230072" y="322663"/>
                  </a:lnTo>
                  <a:lnTo>
                    <a:pt x="1222287" y="321343"/>
                  </a:lnTo>
                  <a:lnTo>
                    <a:pt x="1214502" y="319995"/>
                  </a:lnTo>
                  <a:lnTo>
                    <a:pt x="1206716" y="318170"/>
                  </a:lnTo>
                  <a:lnTo>
                    <a:pt x="1198931" y="316337"/>
                  </a:lnTo>
                  <a:lnTo>
                    <a:pt x="1191146" y="314249"/>
                  </a:lnTo>
                  <a:lnTo>
                    <a:pt x="1183361" y="312446"/>
                  </a:lnTo>
                  <a:lnTo>
                    <a:pt x="1175575" y="310830"/>
                  </a:lnTo>
                  <a:lnTo>
                    <a:pt x="1167790" y="309812"/>
                  </a:lnTo>
                  <a:lnTo>
                    <a:pt x="1160005" y="308097"/>
                  </a:lnTo>
                  <a:lnTo>
                    <a:pt x="1152220" y="306362"/>
                  </a:lnTo>
                  <a:lnTo>
                    <a:pt x="1144434" y="304633"/>
                  </a:lnTo>
                  <a:lnTo>
                    <a:pt x="1136649" y="302907"/>
                  </a:lnTo>
                  <a:lnTo>
                    <a:pt x="1128864" y="301179"/>
                  </a:lnTo>
                  <a:lnTo>
                    <a:pt x="1121078" y="299449"/>
                  </a:lnTo>
                  <a:lnTo>
                    <a:pt x="1113293" y="297716"/>
                  </a:lnTo>
                  <a:lnTo>
                    <a:pt x="1105508" y="295982"/>
                  </a:lnTo>
                  <a:lnTo>
                    <a:pt x="1097723" y="294246"/>
                  </a:lnTo>
                  <a:lnTo>
                    <a:pt x="1089937" y="292505"/>
                  </a:lnTo>
                  <a:lnTo>
                    <a:pt x="1082152" y="290754"/>
                  </a:lnTo>
                  <a:lnTo>
                    <a:pt x="1074367" y="289001"/>
                  </a:lnTo>
                  <a:lnTo>
                    <a:pt x="1066582" y="287247"/>
                  </a:lnTo>
                  <a:lnTo>
                    <a:pt x="1058796" y="285490"/>
                  </a:lnTo>
                  <a:lnTo>
                    <a:pt x="1051011" y="283785"/>
                  </a:lnTo>
                  <a:lnTo>
                    <a:pt x="1043226" y="282209"/>
                  </a:lnTo>
                  <a:lnTo>
                    <a:pt x="1035440" y="280690"/>
                  </a:lnTo>
                  <a:lnTo>
                    <a:pt x="1027655" y="279055"/>
                  </a:lnTo>
                  <a:lnTo>
                    <a:pt x="1019870" y="277661"/>
                  </a:lnTo>
                  <a:lnTo>
                    <a:pt x="1012085" y="275992"/>
                  </a:lnTo>
                  <a:lnTo>
                    <a:pt x="1004299" y="273812"/>
                  </a:lnTo>
                  <a:lnTo>
                    <a:pt x="996514" y="271575"/>
                  </a:lnTo>
                  <a:lnTo>
                    <a:pt x="988729" y="269693"/>
                  </a:lnTo>
                  <a:lnTo>
                    <a:pt x="980944" y="267913"/>
                  </a:lnTo>
                  <a:lnTo>
                    <a:pt x="973158" y="266151"/>
                  </a:lnTo>
                  <a:lnTo>
                    <a:pt x="965373" y="264417"/>
                  </a:lnTo>
                  <a:lnTo>
                    <a:pt x="957588" y="262833"/>
                  </a:lnTo>
                  <a:lnTo>
                    <a:pt x="949802" y="261040"/>
                  </a:lnTo>
                  <a:lnTo>
                    <a:pt x="942017" y="259690"/>
                  </a:lnTo>
                  <a:lnTo>
                    <a:pt x="934232" y="258132"/>
                  </a:lnTo>
                  <a:lnTo>
                    <a:pt x="926447" y="256554"/>
                  </a:lnTo>
                  <a:lnTo>
                    <a:pt x="918661" y="255278"/>
                  </a:lnTo>
                  <a:lnTo>
                    <a:pt x="910876" y="253699"/>
                  </a:lnTo>
                  <a:lnTo>
                    <a:pt x="903091" y="252878"/>
                  </a:lnTo>
                  <a:lnTo>
                    <a:pt x="895306" y="252023"/>
                  </a:lnTo>
                  <a:lnTo>
                    <a:pt x="887520" y="250177"/>
                  </a:lnTo>
                  <a:lnTo>
                    <a:pt x="879735" y="249365"/>
                  </a:lnTo>
                  <a:lnTo>
                    <a:pt x="871950" y="248377"/>
                  </a:lnTo>
                  <a:lnTo>
                    <a:pt x="864165" y="246534"/>
                  </a:lnTo>
                  <a:lnTo>
                    <a:pt x="856379" y="244678"/>
                  </a:lnTo>
                  <a:lnTo>
                    <a:pt x="848594" y="243300"/>
                  </a:lnTo>
                  <a:lnTo>
                    <a:pt x="840809" y="242304"/>
                  </a:lnTo>
                  <a:lnTo>
                    <a:pt x="833023" y="241262"/>
                  </a:lnTo>
                  <a:lnTo>
                    <a:pt x="825238" y="239763"/>
                  </a:lnTo>
                  <a:lnTo>
                    <a:pt x="817453" y="238266"/>
                  </a:lnTo>
                  <a:lnTo>
                    <a:pt x="809668" y="236755"/>
                  </a:lnTo>
                  <a:lnTo>
                    <a:pt x="801882" y="235643"/>
                  </a:lnTo>
                  <a:lnTo>
                    <a:pt x="794097" y="234383"/>
                  </a:lnTo>
                  <a:lnTo>
                    <a:pt x="786312" y="233236"/>
                  </a:lnTo>
                  <a:lnTo>
                    <a:pt x="778527" y="232488"/>
                  </a:lnTo>
                  <a:lnTo>
                    <a:pt x="770741" y="230889"/>
                  </a:lnTo>
                  <a:lnTo>
                    <a:pt x="762956" y="230112"/>
                  </a:lnTo>
                  <a:lnTo>
                    <a:pt x="755171" y="228744"/>
                  </a:lnTo>
                  <a:lnTo>
                    <a:pt x="747385" y="227882"/>
                  </a:lnTo>
                  <a:lnTo>
                    <a:pt x="739600" y="226377"/>
                  </a:lnTo>
                  <a:lnTo>
                    <a:pt x="731815" y="224940"/>
                  </a:lnTo>
                  <a:lnTo>
                    <a:pt x="724030" y="223982"/>
                  </a:lnTo>
                  <a:lnTo>
                    <a:pt x="716244" y="222373"/>
                  </a:lnTo>
                  <a:lnTo>
                    <a:pt x="708459" y="220989"/>
                  </a:lnTo>
                  <a:lnTo>
                    <a:pt x="700674" y="220020"/>
                  </a:lnTo>
                  <a:lnTo>
                    <a:pt x="692889" y="219051"/>
                  </a:lnTo>
                  <a:lnTo>
                    <a:pt x="685103" y="218095"/>
                  </a:lnTo>
                  <a:lnTo>
                    <a:pt x="677318" y="216900"/>
                  </a:lnTo>
                  <a:lnTo>
                    <a:pt x="669533" y="215791"/>
                  </a:lnTo>
                  <a:lnTo>
                    <a:pt x="661747" y="214940"/>
                  </a:lnTo>
                  <a:lnTo>
                    <a:pt x="653962" y="213319"/>
                  </a:lnTo>
                  <a:lnTo>
                    <a:pt x="646177" y="211753"/>
                  </a:lnTo>
                  <a:lnTo>
                    <a:pt x="638392" y="211312"/>
                  </a:lnTo>
                  <a:lnTo>
                    <a:pt x="630606" y="210818"/>
                  </a:lnTo>
                  <a:lnTo>
                    <a:pt x="622821" y="209060"/>
                  </a:lnTo>
                  <a:lnTo>
                    <a:pt x="615036" y="208297"/>
                  </a:lnTo>
                  <a:lnTo>
                    <a:pt x="607251" y="207521"/>
                  </a:lnTo>
                  <a:lnTo>
                    <a:pt x="599465" y="206214"/>
                  </a:lnTo>
                  <a:lnTo>
                    <a:pt x="591680" y="205515"/>
                  </a:lnTo>
                  <a:lnTo>
                    <a:pt x="583895" y="204818"/>
                  </a:lnTo>
                  <a:lnTo>
                    <a:pt x="576110" y="203802"/>
                  </a:lnTo>
                  <a:lnTo>
                    <a:pt x="568324" y="202650"/>
                  </a:lnTo>
                  <a:lnTo>
                    <a:pt x="560539" y="202220"/>
                  </a:lnTo>
                  <a:lnTo>
                    <a:pt x="552754" y="201438"/>
                  </a:lnTo>
                  <a:lnTo>
                    <a:pt x="544968" y="200297"/>
                  </a:lnTo>
                  <a:lnTo>
                    <a:pt x="537183" y="199580"/>
                  </a:lnTo>
                  <a:lnTo>
                    <a:pt x="529398" y="197919"/>
                  </a:lnTo>
                  <a:lnTo>
                    <a:pt x="521613" y="197013"/>
                  </a:lnTo>
                  <a:lnTo>
                    <a:pt x="513827" y="196468"/>
                  </a:lnTo>
                  <a:lnTo>
                    <a:pt x="506042" y="195112"/>
                  </a:lnTo>
                  <a:lnTo>
                    <a:pt x="498257" y="193563"/>
                  </a:lnTo>
                  <a:lnTo>
                    <a:pt x="490472" y="193580"/>
                  </a:lnTo>
                  <a:lnTo>
                    <a:pt x="482686" y="192846"/>
                  </a:lnTo>
                  <a:lnTo>
                    <a:pt x="474901" y="191010"/>
                  </a:lnTo>
                  <a:lnTo>
                    <a:pt x="467116" y="190118"/>
                  </a:lnTo>
                  <a:lnTo>
                    <a:pt x="459330" y="189325"/>
                  </a:lnTo>
                  <a:lnTo>
                    <a:pt x="451545" y="188248"/>
                  </a:lnTo>
                  <a:lnTo>
                    <a:pt x="443760" y="187554"/>
                  </a:lnTo>
                  <a:lnTo>
                    <a:pt x="435975" y="186271"/>
                  </a:lnTo>
                  <a:lnTo>
                    <a:pt x="428189" y="185652"/>
                  </a:lnTo>
                  <a:lnTo>
                    <a:pt x="420404" y="184735"/>
                  </a:lnTo>
                  <a:lnTo>
                    <a:pt x="412619" y="183496"/>
                  </a:lnTo>
                  <a:lnTo>
                    <a:pt x="404834" y="182299"/>
                  </a:lnTo>
                  <a:lnTo>
                    <a:pt x="397048" y="180981"/>
                  </a:lnTo>
                  <a:lnTo>
                    <a:pt x="389263" y="179608"/>
                  </a:lnTo>
                  <a:lnTo>
                    <a:pt x="381478" y="178490"/>
                  </a:lnTo>
                  <a:lnTo>
                    <a:pt x="373692" y="177508"/>
                  </a:lnTo>
                  <a:lnTo>
                    <a:pt x="365907" y="176019"/>
                  </a:lnTo>
                  <a:lnTo>
                    <a:pt x="358122" y="175281"/>
                  </a:lnTo>
                  <a:lnTo>
                    <a:pt x="350337" y="174232"/>
                  </a:lnTo>
                  <a:lnTo>
                    <a:pt x="342551" y="172995"/>
                  </a:lnTo>
                  <a:lnTo>
                    <a:pt x="334766" y="171761"/>
                  </a:lnTo>
                  <a:lnTo>
                    <a:pt x="326981" y="171046"/>
                  </a:lnTo>
                  <a:lnTo>
                    <a:pt x="319196" y="170828"/>
                  </a:lnTo>
                  <a:lnTo>
                    <a:pt x="311410" y="170610"/>
                  </a:lnTo>
                  <a:lnTo>
                    <a:pt x="303625" y="170625"/>
                  </a:lnTo>
                  <a:lnTo>
                    <a:pt x="295840" y="170201"/>
                  </a:lnTo>
                  <a:lnTo>
                    <a:pt x="288055" y="169992"/>
                  </a:lnTo>
                  <a:lnTo>
                    <a:pt x="280269" y="169649"/>
                  </a:lnTo>
                  <a:lnTo>
                    <a:pt x="272484" y="168518"/>
                  </a:lnTo>
                  <a:lnTo>
                    <a:pt x="264699" y="167868"/>
                  </a:lnTo>
                  <a:lnTo>
                    <a:pt x="256913" y="166869"/>
                  </a:lnTo>
                  <a:lnTo>
                    <a:pt x="249128" y="165642"/>
                  </a:lnTo>
                  <a:lnTo>
                    <a:pt x="241343" y="164979"/>
                  </a:lnTo>
                  <a:lnTo>
                    <a:pt x="233558" y="164585"/>
                  </a:lnTo>
                  <a:lnTo>
                    <a:pt x="225772" y="164089"/>
                  </a:lnTo>
                  <a:lnTo>
                    <a:pt x="217987" y="163654"/>
                  </a:lnTo>
                  <a:lnTo>
                    <a:pt x="210202" y="163342"/>
                  </a:lnTo>
                  <a:lnTo>
                    <a:pt x="202417" y="163032"/>
                  </a:lnTo>
                  <a:lnTo>
                    <a:pt x="194631" y="162543"/>
                  </a:lnTo>
                  <a:lnTo>
                    <a:pt x="186846" y="162144"/>
                  </a:lnTo>
                  <a:lnTo>
                    <a:pt x="179061" y="161541"/>
                  </a:lnTo>
                  <a:lnTo>
                    <a:pt x="171275" y="160762"/>
                  </a:lnTo>
                  <a:lnTo>
                    <a:pt x="163490" y="159966"/>
                  </a:lnTo>
                  <a:lnTo>
                    <a:pt x="155705" y="159278"/>
                  </a:lnTo>
                  <a:lnTo>
                    <a:pt x="147920" y="158530"/>
                  </a:lnTo>
                  <a:lnTo>
                    <a:pt x="140134" y="157783"/>
                  </a:lnTo>
                  <a:lnTo>
                    <a:pt x="132349" y="157029"/>
                  </a:lnTo>
                  <a:lnTo>
                    <a:pt x="124564" y="156161"/>
                  </a:lnTo>
                  <a:lnTo>
                    <a:pt x="116779" y="155543"/>
                  </a:lnTo>
                  <a:lnTo>
                    <a:pt x="108993" y="154935"/>
                  </a:lnTo>
                  <a:lnTo>
                    <a:pt x="101208" y="154851"/>
                  </a:lnTo>
                  <a:lnTo>
                    <a:pt x="93423" y="154231"/>
                  </a:lnTo>
                  <a:lnTo>
                    <a:pt x="85637" y="153595"/>
                  </a:lnTo>
                  <a:lnTo>
                    <a:pt x="77852" y="152957"/>
                  </a:lnTo>
                  <a:lnTo>
                    <a:pt x="70067" y="152633"/>
                  </a:lnTo>
                  <a:lnTo>
                    <a:pt x="62282" y="151827"/>
                  </a:lnTo>
                  <a:lnTo>
                    <a:pt x="54496" y="151017"/>
                  </a:lnTo>
                  <a:lnTo>
                    <a:pt x="46711" y="149890"/>
                  </a:lnTo>
                  <a:lnTo>
                    <a:pt x="38926" y="149336"/>
                  </a:lnTo>
                  <a:lnTo>
                    <a:pt x="31141" y="148563"/>
                  </a:lnTo>
                  <a:lnTo>
                    <a:pt x="23355" y="147835"/>
                  </a:lnTo>
                  <a:lnTo>
                    <a:pt x="15570" y="147701"/>
                  </a:lnTo>
                  <a:lnTo>
                    <a:pt x="7785" y="146923"/>
                  </a:lnTo>
                  <a:lnTo>
                    <a:pt x="0" y="146650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6" name="pl215"/>
            <p:cNvSpPr/>
            <p:nvPr/>
          </p:nvSpPr>
          <p:spPr>
            <a:xfrm>
              <a:off x="6049435" y="2505895"/>
              <a:ext cx="2016385" cy="111583"/>
            </a:xfrm>
            <a:custGeom>
              <a:avLst/>
              <a:pathLst>
                <a:path w="2016385" h="111583">
                  <a:moveTo>
                    <a:pt x="0" y="0"/>
                  </a:moveTo>
                  <a:lnTo>
                    <a:pt x="7785" y="779"/>
                  </a:lnTo>
                  <a:lnTo>
                    <a:pt x="15570" y="1510"/>
                  </a:lnTo>
                  <a:lnTo>
                    <a:pt x="23355" y="2050"/>
                  </a:lnTo>
                  <a:lnTo>
                    <a:pt x="31141" y="2686"/>
                  </a:lnTo>
                  <a:lnTo>
                    <a:pt x="38926" y="3423"/>
                  </a:lnTo>
                  <a:lnTo>
                    <a:pt x="46711" y="4134"/>
                  </a:lnTo>
                  <a:lnTo>
                    <a:pt x="54496" y="4880"/>
                  </a:lnTo>
                  <a:lnTo>
                    <a:pt x="62282" y="5625"/>
                  </a:lnTo>
                  <a:lnTo>
                    <a:pt x="70067" y="6377"/>
                  </a:lnTo>
                  <a:lnTo>
                    <a:pt x="77852" y="7143"/>
                  </a:lnTo>
                  <a:lnTo>
                    <a:pt x="85637" y="7917"/>
                  </a:lnTo>
                  <a:lnTo>
                    <a:pt x="93423" y="8528"/>
                  </a:lnTo>
                  <a:lnTo>
                    <a:pt x="101208" y="9066"/>
                  </a:lnTo>
                  <a:lnTo>
                    <a:pt x="108993" y="10077"/>
                  </a:lnTo>
                  <a:lnTo>
                    <a:pt x="116779" y="10888"/>
                  </a:lnTo>
                  <a:lnTo>
                    <a:pt x="124564" y="11606"/>
                  </a:lnTo>
                  <a:lnTo>
                    <a:pt x="132349" y="12328"/>
                  </a:lnTo>
                  <a:lnTo>
                    <a:pt x="140134" y="13058"/>
                  </a:lnTo>
                  <a:lnTo>
                    <a:pt x="147920" y="13795"/>
                  </a:lnTo>
                  <a:lnTo>
                    <a:pt x="155705" y="14536"/>
                  </a:lnTo>
                  <a:lnTo>
                    <a:pt x="163490" y="15375"/>
                  </a:lnTo>
                  <a:lnTo>
                    <a:pt x="171275" y="16232"/>
                  </a:lnTo>
                  <a:lnTo>
                    <a:pt x="179061" y="17095"/>
                  </a:lnTo>
                  <a:lnTo>
                    <a:pt x="186846" y="17965"/>
                  </a:lnTo>
                  <a:lnTo>
                    <a:pt x="194631" y="18343"/>
                  </a:lnTo>
                  <a:lnTo>
                    <a:pt x="202417" y="19516"/>
                  </a:lnTo>
                  <a:lnTo>
                    <a:pt x="210202" y="20207"/>
                  </a:lnTo>
                  <a:lnTo>
                    <a:pt x="217987" y="20805"/>
                  </a:lnTo>
                  <a:lnTo>
                    <a:pt x="225772" y="21407"/>
                  </a:lnTo>
                  <a:lnTo>
                    <a:pt x="233558" y="22189"/>
                  </a:lnTo>
                  <a:lnTo>
                    <a:pt x="241343" y="22886"/>
                  </a:lnTo>
                  <a:lnTo>
                    <a:pt x="249128" y="23553"/>
                  </a:lnTo>
                  <a:lnTo>
                    <a:pt x="256913" y="24218"/>
                  </a:lnTo>
                  <a:lnTo>
                    <a:pt x="264699" y="25101"/>
                  </a:lnTo>
                  <a:lnTo>
                    <a:pt x="272484" y="25741"/>
                  </a:lnTo>
                  <a:lnTo>
                    <a:pt x="280269" y="26592"/>
                  </a:lnTo>
                  <a:lnTo>
                    <a:pt x="288055" y="27237"/>
                  </a:lnTo>
                  <a:lnTo>
                    <a:pt x="295840" y="27880"/>
                  </a:lnTo>
                  <a:lnTo>
                    <a:pt x="303625" y="28851"/>
                  </a:lnTo>
                  <a:lnTo>
                    <a:pt x="311410" y="29659"/>
                  </a:lnTo>
                  <a:lnTo>
                    <a:pt x="319196" y="30306"/>
                  </a:lnTo>
                  <a:lnTo>
                    <a:pt x="326981" y="30855"/>
                  </a:lnTo>
                  <a:lnTo>
                    <a:pt x="334766" y="31453"/>
                  </a:lnTo>
                  <a:lnTo>
                    <a:pt x="342551" y="32054"/>
                  </a:lnTo>
                  <a:lnTo>
                    <a:pt x="350337" y="32660"/>
                  </a:lnTo>
                  <a:lnTo>
                    <a:pt x="358122" y="33305"/>
                  </a:lnTo>
                  <a:lnTo>
                    <a:pt x="365907" y="34338"/>
                  </a:lnTo>
                  <a:lnTo>
                    <a:pt x="373692" y="35381"/>
                  </a:lnTo>
                  <a:lnTo>
                    <a:pt x="381478" y="36432"/>
                  </a:lnTo>
                  <a:lnTo>
                    <a:pt x="389263" y="37044"/>
                  </a:lnTo>
                  <a:lnTo>
                    <a:pt x="397048" y="37542"/>
                  </a:lnTo>
                  <a:lnTo>
                    <a:pt x="404834" y="38022"/>
                  </a:lnTo>
                  <a:lnTo>
                    <a:pt x="412619" y="38546"/>
                  </a:lnTo>
                  <a:lnTo>
                    <a:pt x="420404" y="39545"/>
                  </a:lnTo>
                  <a:lnTo>
                    <a:pt x="428189" y="40556"/>
                  </a:lnTo>
                  <a:lnTo>
                    <a:pt x="435975" y="41388"/>
                  </a:lnTo>
                  <a:lnTo>
                    <a:pt x="443760" y="41608"/>
                  </a:lnTo>
                  <a:lnTo>
                    <a:pt x="451545" y="42285"/>
                  </a:lnTo>
                  <a:lnTo>
                    <a:pt x="459330" y="43063"/>
                  </a:lnTo>
                  <a:lnTo>
                    <a:pt x="467116" y="43585"/>
                  </a:lnTo>
                  <a:lnTo>
                    <a:pt x="474901" y="44322"/>
                  </a:lnTo>
                  <a:lnTo>
                    <a:pt x="482686" y="45092"/>
                  </a:lnTo>
                  <a:lnTo>
                    <a:pt x="490472" y="45789"/>
                  </a:lnTo>
                  <a:lnTo>
                    <a:pt x="498257" y="46557"/>
                  </a:lnTo>
                  <a:lnTo>
                    <a:pt x="506042" y="47376"/>
                  </a:lnTo>
                  <a:lnTo>
                    <a:pt x="513827" y="47824"/>
                  </a:lnTo>
                  <a:lnTo>
                    <a:pt x="521613" y="48385"/>
                  </a:lnTo>
                  <a:lnTo>
                    <a:pt x="529398" y="49070"/>
                  </a:lnTo>
                  <a:lnTo>
                    <a:pt x="537183" y="49628"/>
                  </a:lnTo>
                  <a:lnTo>
                    <a:pt x="544968" y="50193"/>
                  </a:lnTo>
                  <a:lnTo>
                    <a:pt x="552754" y="50759"/>
                  </a:lnTo>
                  <a:lnTo>
                    <a:pt x="560539" y="51436"/>
                  </a:lnTo>
                  <a:lnTo>
                    <a:pt x="568324" y="52180"/>
                  </a:lnTo>
                  <a:lnTo>
                    <a:pt x="576110" y="52756"/>
                  </a:lnTo>
                  <a:lnTo>
                    <a:pt x="583895" y="53199"/>
                  </a:lnTo>
                  <a:lnTo>
                    <a:pt x="591680" y="53644"/>
                  </a:lnTo>
                  <a:lnTo>
                    <a:pt x="599465" y="54170"/>
                  </a:lnTo>
                  <a:lnTo>
                    <a:pt x="607251" y="54528"/>
                  </a:lnTo>
                  <a:lnTo>
                    <a:pt x="615036" y="55269"/>
                  </a:lnTo>
                  <a:lnTo>
                    <a:pt x="622821" y="55832"/>
                  </a:lnTo>
                  <a:lnTo>
                    <a:pt x="630606" y="56476"/>
                  </a:lnTo>
                  <a:lnTo>
                    <a:pt x="638392" y="56888"/>
                  </a:lnTo>
                  <a:lnTo>
                    <a:pt x="646177" y="57113"/>
                  </a:lnTo>
                  <a:lnTo>
                    <a:pt x="653962" y="58001"/>
                  </a:lnTo>
                  <a:lnTo>
                    <a:pt x="661747" y="58743"/>
                  </a:lnTo>
                  <a:lnTo>
                    <a:pt x="669533" y="59298"/>
                  </a:lnTo>
                  <a:lnTo>
                    <a:pt x="677318" y="60001"/>
                  </a:lnTo>
                  <a:lnTo>
                    <a:pt x="685103" y="60597"/>
                  </a:lnTo>
                  <a:lnTo>
                    <a:pt x="692889" y="61368"/>
                  </a:lnTo>
                  <a:lnTo>
                    <a:pt x="700674" y="61994"/>
                  </a:lnTo>
                  <a:lnTo>
                    <a:pt x="708459" y="62435"/>
                  </a:lnTo>
                  <a:lnTo>
                    <a:pt x="716244" y="62987"/>
                  </a:lnTo>
                  <a:lnTo>
                    <a:pt x="724030" y="63568"/>
                  </a:lnTo>
                  <a:lnTo>
                    <a:pt x="731815" y="63766"/>
                  </a:lnTo>
                  <a:lnTo>
                    <a:pt x="739600" y="64284"/>
                  </a:lnTo>
                  <a:lnTo>
                    <a:pt x="747385" y="64842"/>
                  </a:lnTo>
                  <a:lnTo>
                    <a:pt x="755171" y="65402"/>
                  </a:lnTo>
                  <a:lnTo>
                    <a:pt x="762956" y="65965"/>
                  </a:lnTo>
                  <a:lnTo>
                    <a:pt x="770741" y="66531"/>
                  </a:lnTo>
                  <a:lnTo>
                    <a:pt x="778527" y="67100"/>
                  </a:lnTo>
                  <a:lnTo>
                    <a:pt x="786312" y="67671"/>
                  </a:lnTo>
                  <a:lnTo>
                    <a:pt x="794097" y="68305"/>
                  </a:lnTo>
                  <a:lnTo>
                    <a:pt x="801882" y="69138"/>
                  </a:lnTo>
                  <a:lnTo>
                    <a:pt x="809668" y="69974"/>
                  </a:lnTo>
                  <a:lnTo>
                    <a:pt x="817453" y="70379"/>
                  </a:lnTo>
                  <a:lnTo>
                    <a:pt x="825238" y="70713"/>
                  </a:lnTo>
                  <a:lnTo>
                    <a:pt x="833023" y="71602"/>
                  </a:lnTo>
                  <a:lnTo>
                    <a:pt x="840809" y="72358"/>
                  </a:lnTo>
                  <a:lnTo>
                    <a:pt x="848594" y="73055"/>
                  </a:lnTo>
                  <a:lnTo>
                    <a:pt x="856379" y="73090"/>
                  </a:lnTo>
                  <a:lnTo>
                    <a:pt x="864165" y="73542"/>
                  </a:lnTo>
                  <a:lnTo>
                    <a:pt x="871950" y="74296"/>
                  </a:lnTo>
                  <a:lnTo>
                    <a:pt x="879735" y="75157"/>
                  </a:lnTo>
                  <a:lnTo>
                    <a:pt x="887520" y="75668"/>
                  </a:lnTo>
                  <a:lnTo>
                    <a:pt x="895306" y="76172"/>
                  </a:lnTo>
                  <a:lnTo>
                    <a:pt x="903091" y="76665"/>
                  </a:lnTo>
                  <a:lnTo>
                    <a:pt x="910876" y="77000"/>
                  </a:lnTo>
                  <a:lnTo>
                    <a:pt x="918661" y="77582"/>
                  </a:lnTo>
                  <a:lnTo>
                    <a:pt x="926447" y="78172"/>
                  </a:lnTo>
                  <a:lnTo>
                    <a:pt x="934232" y="78414"/>
                  </a:lnTo>
                  <a:lnTo>
                    <a:pt x="942017" y="78400"/>
                  </a:lnTo>
                  <a:lnTo>
                    <a:pt x="949802" y="78494"/>
                  </a:lnTo>
                  <a:lnTo>
                    <a:pt x="957588" y="78787"/>
                  </a:lnTo>
                  <a:lnTo>
                    <a:pt x="965373" y="79087"/>
                  </a:lnTo>
                  <a:lnTo>
                    <a:pt x="973158" y="78964"/>
                  </a:lnTo>
                  <a:lnTo>
                    <a:pt x="980944" y="79193"/>
                  </a:lnTo>
                  <a:lnTo>
                    <a:pt x="988729" y="79592"/>
                  </a:lnTo>
                  <a:lnTo>
                    <a:pt x="996514" y="80132"/>
                  </a:lnTo>
                  <a:lnTo>
                    <a:pt x="1004299" y="80278"/>
                  </a:lnTo>
                  <a:lnTo>
                    <a:pt x="1012085" y="80628"/>
                  </a:lnTo>
                  <a:lnTo>
                    <a:pt x="1019870" y="81209"/>
                  </a:lnTo>
                  <a:lnTo>
                    <a:pt x="1027655" y="81517"/>
                  </a:lnTo>
                  <a:lnTo>
                    <a:pt x="1035440" y="81885"/>
                  </a:lnTo>
                  <a:lnTo>
                    <a:pt x="1043226" y="82365"/>
                  </a:lnTo>
                  <a:lnTo>
                    <a:pt x="1051011" y="82846"/>
                  </a:lnTo>
                  <a:lnTo>
                    <a:pt x="1058796" y="82928"/>
                  </a:lnTo>
                  <a:lnTo>
                    <a:pt x="1066582" y="83521"/>
                  </a:lnTo>
                  <a:lnTo>
                    <a:pt x="1074367" y="84183"/>
                  </a:lnTo>
                  <a:lnTo>
                    <a:pt x="1082152" y="84783"/>
                  </a:lnTo>
                  <a:lnTo>
                    <a:pt x="1089937" y="85277"/>
                  </a:lnTo>
                  <a:lnTo>
                    <a:pt x="1097723" y="85295"/>
                  </a:lnTo>
                  <a:lnTo>
                    <a:pt x="1105508" y="85851"/>
                  </a:lnTo>
                  <a:lnTo>
                    <a:pt x="1113293" y="86289"/>
                  </a:lnTo>
                  <a:lnTo>
                    <a:pt x="1121078" y="86919"/>
                  </a:lnTo>
                  <a:lnTo>
                    <a:pt x="1128864" y="87537"/>
                  </a:lnTo>
                  <a:lnTo>
                    <a:pt x="1136649" y="87652"/>
                  </a:lnTo>
                  <a:lnTo>
                    <a:pt x="1144434" y="87767"/>
                  </a:lnTo>
                  <a:lnTo>
                    <a:pt x="1152220" y="87848"/>
                  </a:lnTo>
                  <a:lnTo>
                    <a:pt x="1160005" y="87888"/>
                  </a:lnTo>
                  <a:lnTo>
                    <a:pt x="1167790" y="88059"/>
                  </a:lnTo>
                  <a:lnTo>
                    <a:pt x="1175575" y="88707"/>
                  </a:lnTo>
                  <a:lnTo>
                    <a:pt x="1183361" y="89106"/>
                  </a:lnTo>
                  <a:lnTo>
                    <a:pt x="1191146" y="89507"/>
                  </a:lnTo>
                  <a:lnTo>
                    <a:pt x="1198931" y="89373"/>
                  </a:lnTo>
                  <a:lnTo>
                    <a:pt x="1206716" y="89406"/>
                  </a:lnTo>
                  <a:lnTo>
                    <a:pt x="1214502" y="90098"/>
                  </a:lnTo>
                  <a:lnTo>
                    <a:pt x="1222287" y="90045"/>
                  </a:lnTo>
                  <a:lnTo>
                    <a:pt x="1230072" y="89898"/>
                  </a:lnTo>
                  <a:lnTo>
                    <a:pt x="1237857" y="89881"/>
                  </a:lnTo>
                  <a:lnTo>
                    <a:pt x="1245643" y="90236"/>
                  </a:lnTo>
                  <a:lnTo>
                    <a:pt x="1253428" y="90592"/>
                  </a:lnTo>
                  <a:lnTo>
                    <a:pt x="1261213" y="90951"/>
                  </a:lnTo>
                  <a:lnTo>
                    <a:pt x="1268999" y="91446"/>
                  </a:lnTo>
                  <a:lnTo>
                    <a:pt x="1276784" y="91805"/>
                  </a:lnTo>
                  <a:lnTo>
                    <a:pt x="1284569" y="92021"/>
                  </a:lnTo>
                  <a:lnTo>
                    <a:pt x="1292354" y="92379"/>
                  </a:lnTo>
                  <a:lnTo>
                    <a:pt x="1300140" y="92738"/>
                  </a:lnTo>
                  <a:lnTo>
                    <a:pt x="1307925" y="93102"/>
                  </a:lnTo>
                  <a:lnTo>
                    <a:pt x="1315710" y="93610"/>
                  </a:lnTo>
                  <a:lnTo>
                    <a:pt x="1323495" y="94302"/>
                  </a:lnTo>
                  <a:lnTo>
                    <a:pt x="1331281" y="94507"/>
                  </a:lnTo>
                  <a:lnTo>
                    <a:pt x="1339066" y="94636"/>
                  </a:lnTo>
                  <a:lnTo>
                    <a:pt x="1346851" y="94912"/>
                  </a:lnTo>
                  <a:lnTo>
                    <a:pt x="1354637" y="95269"/>
                  </a:lnTo>
                  <a:lnTo>
                    <a:pt x="1362422" y="95637"/>
                  </a:lnTo>
                  <a:lnTo>
                    <a:pt x="1370207" y="95993"/>
                  </a:lnTo>
                  <a:lnTo>
                    <a:pt x="1377992" y="96353"/>
                  </a:lnTo>
                  <a:lnTo>
                    <a:pt x="1385778" y="96717"/>
                  </a:lnTo>
                  <a:lnTo>
                    <a:pt x="1393563" y="97082"/>
                  </a:lnTo>
                  <a:lnTo>
                    <a:pt x="1401348" y="97447"/>
                  </a:lnTo>
                  <a:lnTo>
                    <a:pt x="1409133" y="97812"/>
                  </a:lnTo>
                  <a:lnTo>
                    <a:pt x="1416919" y="98178"/>
                  </a:lnTo>
                  <a:lnTo>
                    <a:pt x="1424704" y="98167"/>
                  </a:lnTo>
                  <a:lnTo>
                    <a:pt x="1432489" y="98108"/>
                  </a:lnTo>
                  <a:lnTo>
                    <a:pt x="1440275" y="98187"/>
                  </a:lnTo>
                  <a:lnTo>
                    <a:pt x="1448060" y="98502"/>
                  </a:lnTo>
                  <a:lnTo>
                    <a:pt x="1455845" y="98818"/>
                  </a:lnTo>
                  <a:lnTo>
                    <a:pt x="1463630" y="99126"/>
                  </a:lnTo>
                  <a:lnTo>
                    <a:pt x="1471416" y="98931"/>
                  </a:lnTo>
                  <a:lnTo>
                    <a:pt x="1479201" y="99422"/>
                  </a:lnTo>
                  <a:lnTo>
                    <a:pt x="1486986" y="99236"/>
                  </a:lnTo>
                  <a:lnTo>
                    <a:pt x="1494771" y="99032"/>
                  </a:lnTo>
                  <a:lnTo>
                    <a:pt x="1502557" y="98843"/>
                  </a:lnTo>
                  <a:lnTo>
                    <a:pt x="1510342" y="99126"/>
                  </a:lnTo>
                  <a:lnTo>
                    <a:pt x="1518127" y="99597"/>
                  </a:lnTo>
                  <a:lnTo>
                    <a:pt x="1525912" y="100068"/>
                  </a:lnTo>
                  <a:lnTo>
                    <a:pt x="1533698" y="100356"/>
                  </a:lnTo>
                  <a:lnTo>
                    <a:pt x="1541483" y="100821"/>
                  </a:lnTo>
                  <a:lnTo>
                    <a:pt x="1549268" y="101293"/>
                  </a:lnTo>
                  <a:lnTo>
                    <a:pt x="1557054" y="101767"/>
                  </a:lnTo>
                  <a:lnTo>
                    <a:pt x="1564839" y="101742"/>
                  </a:lnTo>
                  <a:lnTo>
                    <a:pt x="1572624" y="101640"/>
                  </a:lnTo>
                  <a:lnTo>
                    <a:pt x="1580409" y="101539"/>
                  </a:lnTo>
                  <a:lnTo>
                    <a:pt x="1588195" y="101872"/>
                  </a:lnTo>
                  <a:lnTo>
                    <a:pt x="1595980" y="102354"/>
                  </a:lnTo>
                  <a:lnTo>
                    <a:pt x="1603765" y="102837"/>
                  </a:lnTo>
                  <a:lnTo>
                    <a:pt x="1611550" y="103321"/>
                  </a:lnTo>
                  <a:lnTo>
                    <a:pt x="1619336" y="103580"/>
                  </a:lnTo>
                  <a:lnTo>
                    <a:pt x="1627121" y="103778"/>
                  </a:lnTo>
                  <a:lnTo>
                    <a:pt x="1634906" y="104015"/>
                  </a:lnTo>
                  <a:lnTo>
                    <a:pt x="1642692" y="104489"/>
                  </a:lnTo>
                  <a:lnTo>
                    <a:pt x="1650477" y="104752"/>
                  </a:lnTo>
                  <a:lnTo>
                    <a:pt x="1658262" y="104946"/>
                  </a:lnTo>
                  <a:lnTo>
                    <a:pt x="1666047" y="105140"/>
                  </a:lnTo>
                  <a:lnTo>
                    <a:pt x="1673833" y="105337"/>
                  </a:lnTo>
                  <a:lnTo>
                    <a:pt x="1681618" y="105535"/>
                  </a:lnTo>
                  <a:lnTo>
                    <a:pt x="1689403" y="105732"/>
                  </a:lnTo>
                  <a:lnTo>
                    <a:pt x="1697188" y="105924"/>
                  </a:lnTo>
                  <a:lnTo>
                    <a:pt x="1704974" y="106197"/>
                  </a:lnTo>
                  <a:lnTo>
                    <a:pt x="1712759" y="106621"/>
                  </a:lnTo>
                  <a:lnTo>
                    <a:pt x="1720544" y="106998"/>
                  </a:lnTo>
                  <a:lnTo>
                    <a:pt x="1728330" y="107303"/>
                  </a:lnTo>
                  <a:lnTo>
                    <a:pt x="1736115" y="107609"/>
                  </a:lnTo>
                  <a:lnTo>
                    <a:pt x="1743900" y="107875"/>
                  </a:lnTo>
                  <a:lnTo>
                    <a:pt x="1751685" y="107770"/>
                  </a:lnTo>
                  <a:lnTo>
                    <a:pt x="1759471" y="108070"/>
                  </a:lnTo>
                  <a:lnTo>
                    <a:pt x="1767256" y="108488"/>
                  </a:lnTo>
                  <a:lnTo>
                    <a:pt x="1775041" y="108910"/>
                  </a:lnTo>
                  <a:lnTo>
                    <a:pt x="1782826" y="108945"/>
                  </a:lnTo>
                  <a:lnTo>
                    <a:pt x="1790612" y="108876"/>
                  </a:lnTo>
                  <a:lnTo>
                    <a:pt x="1798397" y="108808"/>
                  </a:lnTo>
                  <a:lnTo>
                    <a:pt x="1806182" y="108739"/>
                  </a:lnTo>
                  <a:lnTo>
                    <a:pt x="1813967" y="108874"/>
                  </a:lnTo>
                  <a:lnTo>
                    <a:pt x="1821753" y="109065"/>
                  </a:lnTo>
                  <a:lnTo>
                    <a:pt x="1829538" y="109263"/>
                  </a:lnTo>
                  <a:lnTo>
                    <a:pt x="1837323" y="109461"/>
                  </a:lnTo>
                  <a:lnTo>
                    <a:pt x="1845109" y="109519"/>
                  </a:lnTo>
                  <a:lnTo>
                    <a:pt x="1852894" y="109524"/>
                  </a:lnTo>
                  <a:lnTo>
                    <a:pt x="1860679" y="109583"/>
                  </a:lnTo>
                  <a:lnTo>
                    <a:pt x="1868464" y="109773"/>
                  </a:lnTo>
                  <a:lnTo>
                    <a:pt x="1876250" y="109838"/>
                  </a:lnTo>
                  <a:lnTo>
                    <a:pt x="1884035" y="109866"/>
                  </a:lnTo>
                  <a:lnTo>
                    <a:pt x="1891820" y="109895"/>
                  </a:lnTo>
                  <a:lnTo>
                    <a:pt x="1899605" y="109923"/>
                  </a:lnTo>
                  <a:lnTo>
                    <a:pt x="1907391" y="109836"/>
                  </a:lnTo>
                  <a:lnTo>
                    <a:pt x="1915176" y="109819"/>
                  </a:lnTo>
                  <a:lnTo>
                    <a:pt x="1922961" y="110016"/>
                  </a:lnTo>
                  <a:lnTo>
                    <a:pt x="1930747" y="110005"/>
                  </a:lnTo>
                  <a:lnTo>
                    <a:pt x="1938532" y="110074"/>
                  </a:lnTo>
                  <a:lnTo>
                    <a:pt x="1946317" y="110099"/>
                  </a:lnTo>
                  <a:lnTo>
                    <a:pt x="1954102" y="110123"/>
                  </a:lnTo>
                  <a:lnTo>
                    <a:pt x="1961888" y="110165"/>
                  </a:lnTo>
                  <a:lnTo>
                    <a:pt x="1969673" y="110701"/>
                  </a:lnTo>
                  <a:lnTo>
                    <a:pt x="1977458" y="110848"/>
                  </a:lnTo>
                  <a:lnTo>
                    <a:pt x="1985243" y="110995"/>
                  </a:lnTo>
                  <a:lnTo>
                    <a:pt x="1993029" y="111142"/>
                  </a:lnTo>
                  <a:lnTo>
                    <a:pt x="2000814" y="111289"/>
                  </a:lnTo>
                  <a:lnTo>
                    <a:pt x="2008599" y="111436"/>
                  </a:lnTo>
                  <a:lnTo>
                    <a:pt x="2016385" y="111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7" name="pl216"/>
            <p:cNvSpPr/>
            <p:nvPr/>
          </p:nvSpPr>
          <p:spPr>
            <a:xfrm>
              <a:off x="6049435" y="2652545"/>
              <a:ext cx="2016385" cy="327368"/>
            </a:xfrm>
            <a:custGeom>
              <a:avLst/>
              <a:pathLst>
                <a:path w="2016385" h="327368">
                  <a:moveTo>
                    <a:pt x="2016385" y="327368"/>
                  </a:moveTo>
                  <a:lnTo>
                    <a:pt x="2008599" y="326180"/>
                  </a:lnTo>
                  <a:lnTo>
                    <a:pt x="2000814" y="324825"/>
                  </a:lnTo>
                  <a:lnTo>
                    <a:pt x="1993029" y="323374"/>
                  </a:lnTo>
                  <a:lnTo>
                    <a:pt x="1985243" y="321910"/>
                  </a:lnTo>
                  <a:lnTo>
                    <a:pt x="1977458" y="320431"/>
                  </a:lnTo>
                  <a:lnTo>
                    <a:pt x="1969673" y="318937"/>
                  </a:lnTo>
                  <a:lnTo>
                    <a:pt x="1961888" y="317525"/>
                  </a:lnTo>
                  <a:lnTo>
                    <a:pt x="1954102" y="316338"/>
                  </a:lnTo>
                  <a:lnTo>
                    <a:pt x="1946317" y="315143"/>
                  </a:lnTo>
                  <a:lnTo>
                    <a:pt x="1938532" y="313941"/>
                  </a:lnTo>
                  <a:lnTo>
                    <a:pt x="1930747" y="312509"/>
                  </a:lnTo>
                  <a:lnTo>
                    <a:pt x="1922961" y="311020"/>
                  </a:lnTo>
                  <a:lnTo>
                    <a:pt x="1915176" y="309519"/>
                  </a:lnTo>
                  <a:lnTo>
                    <a:pt x="1907391" y="308007"/>
                  </a:lnTo>
                  <a:lnTo>
                    <a:pt x="1899605" y="306483"/>
                  </a:lnTo>
                  <a:lnTo>
                    <a:pt x="1891820" y="304948"/>
                  </a:lnTo>
                  <a:lnTo>
                    <a:pt x="1884035" y="303401"/>
                  </a:lnTo>
                  <a:lnTo>
                    <a:pt x="1876250" y="301896"/>
                  </a:lnTo>
                  <a:lnTo>
                    <a:pt x="1868464" y="300674"/>
                  </a:lnTo>
                  <a:lnTo>
                    <a:pt x="1860679" y="299477"/>
                  </a:lnTo>
                  <a:lnTo>
                    <a:pt x="1852894" y="298274"/>
                  </a:lnTo>
                  <a:lnTo>
                    <a:pt x="1845109" y="297064"/>
                  </a:lnTo>
                  <a:lnTo>
                    <a:pt x="1837323" y="295847"/>
                  </a:lnTo>
                  <a:lnTo>
                    <a:pt x="1829538" y="294624"/>
                  </a:lnTo>
                  <a:lnTo>
                    <a:pt x="1821753" y="293394"/>
                  </a:lnTo>
                  <a:lnTo>
                    <a:pt x="1813967" y="292155"/>
                  </a:lnTo>
                  <a:lnTo>
                    <a:pt x="1806182" y="290987"/>
                  </a:lnTo>
                  <a:lnTo>
                    <a:pt x="1798397" y="289813"/>
                  </a:lnTo>
                  <a:lnTo>
                    <a:pt x="1790612" y="288382"/>
                  </a:lnTo>
                  <a:lnTo>
                    <a:pt x="1782826" y="287143"/>
                  </a:lnTo>
                  <a:lnTo>
                    <a:pt x="1775041" y="286014"/>
                  </a:lnTo>
                  <a:lnTo>
                    <a:pt x="1767256" y="284586"/>
                  </a:lnTo>
                  <a:lnTo>
                    <a:pt x="1759471" y="283309"/>
                  </a:lnTo>
                  <a:lnTo>
                    <a:pt x="1751685" y="282018"/>
                  </a:lnTo>
                  <a:lnTo>
                    <a:pt x="1743900" y="280721"/>
                  </a:lnTo>
                  <a:lnTo>
                    <a:pt x="1736115" y="279417"/>
                  </a:lnTo>
                  <a:lnTo>
                    <a:pt x="1728330" y="277940"/>
                  </a:lnTo>
                  <a:lnTo>
                    <a:pt x="1720544" y="276205"/>
                  </a:lnTo>
                  <a:lnTo>
                    <a:pt x="1712759" y="274701"/>
                  </a:lnTo>
                  <a:lnTo>
                    <a:pt x="1704974" y="273423"/>
                  </a:lnTo>
                  <a:lnTo>
                    <a:pt x="1697188" y="271906"/>
                  </a:lnTo>
                  <a:lnTo>
                    <a:pt x="1689403" y="270374"/>
                  </a:lnTo>
                  <a:lnTo>
                    <a:pt x="1681618" y="268822"/>
                  </a:lnTo>
                  <a:lnTo>
                    <a:pt x="1673833" y="267194"/>
                  </a:lnTo>
                  <a:lnTo>
                    <a:pt x="1666047" y="265644"/>
                  </a:lnTo>
                  <a:lnTo>
                    <a:pt x="1658262" y="264205"/>
                  </a:lnTo>
                  <a:lnTo>
                    <a:pt x="1650477" y="262766"/>
                  </a:lnTo>
                  <a:lnTo>
                    <a:pt x="1642692" y="261274"/>
                  </a:lnTo>
                  <a:lnTo>
                    <a:pt x="1634906" y="259713"/>
                  </a:lnTo>
                  <a:lnTo>
                    <a:pt x="1627121" y="257882"/>
                  </a:lnTo>
                  <a:lnTo>
                    <a:pt x="1619336" y="256272"/>
                  </a:lnTo>
                  <a:lnTo>
                    <a:pt x="1611550" y="254818"/>
                  </a:lnTo>
                  <a:lnTo>
                    <a:pt x="1603765" y="253356"/>
                  </a:lnTo>
                  <a:lnTo>
                    <a:pt x="1595980" y="251886"/>
                  </a:lnTo>
                  <a:lnTo>
                    <a:pt x="1588195" y="250410"/>
                  </a:lnTo>
                  <a:lnTo>
                    <a:pt x="1580409" y="248928"/>
                  </a:lnTo>
                  <a:lnTo>
                    <a:pt x="1572624" y="247379"/>
                  </a:lnTo>
                  <a:lnTo>
                    <a:pt x="1564839" y="245733"/>
                  </a:lnTo>
                  <a:lnTo>
                    <a:pt x="1557054" y="244080"/>
                  </a:lnTo>
                  <a:lnTo>
                    <a:pt x="1549268" y="242615"/>
                  </a:lnTo>
                  <a:lnTo>
                    <a:pt x="1541483" y="241333"/>
                  </a:lnTo>
                  <a:lnTo>
                    <a:pt x="1533698" y="239932"/>
                  </a:lnTo>
                  <a:lnTo>
                    <a:pt x="1525912" y="238411"/>
                  </a:lnTo>
                  <a:lnTo>
                    <a:pt x="1518127" y="236711"/>
                  </a:lnTo>
                  <a:lnTo>
                    <a:pt x="1510342" y="234915"/>
                  </a:lnTo>
                  <a:lnTo>
                    <a:pt x="1502557" y="233182"/>
                  </a:lnTo>
                  <a:lnTo>
                    <a:pt x="1494771" y="231907"/>
                  </a:lnTo>
                  <a:lnTo>
                    <a:pt x="1486986" y="229933"/>
                  </a:lnTo>
                  <a:lnTo>
                    <a:pt x="1479201" y="228098"/>
                  </a:lnTo>
                  <a:lnTo>
                    <a:pt x="1471416" y="226184"/>
                  </a:lnTo>
                  <a:lnTo>
                    <a:pt x="1463630" y="224945"/>
                  </a:lnTo>
                  <a:lnTo>
                    <a:pt x="1455845" y="223808"/>
                  </a:lnTo>
                  <a:lnTo>
                    <a:pt x="1448060" y="222561"/>
                  </a:lnTo>
                  <a:lnTo>
                    <a:pt x="1440275" y="220700"/>
                  </a:lnTo>
                  <a:lnTo>
                    <a:pt x="1432489" y="218840"/>
                  </a:lnTo>
                  <a:lnTo>
                    <a:pt x="1424704" y="217073"/>
                  </a:lnTo>
                  <a:lnTo>
                    <a:pt x="1416919" y="215300"/>
                  </a:lnTo>
                  <a:lnTo>
                    <a:pt x="1409133" y="213511"/>
                  </a:lnTo>
                  <a:lnTo>
                    <a:pt x="1401348" y="211715"/>
                  </a:lnTo>
                  <a:lnTo>
                    <a:pt x="1393563" y="210111"/>
                  </a:lnTo>
                  <a:lnTo>
                    <a:pt x="1385778" y="208325"/>
                  </a:lnTo>
                  <a:lnTo>
                    <a:pt x="1377992" y="206727"/>
                  </a:lnTo>
                  <a:lnTo>
                    <a:pt x="1370207" y="205124"/>
                  </a:lnTo>
                  <a:lnTo>
                    <a:pt x="1362422" y="203511"/>
                  </a:lnTo>
                  <a:lnTo>
                    <a:pt x="1354637" y="201889"/>
                  </a:lnTo>
                  <a:lnTo>
                    <a:pt x="1346851" y="200262"/>
                  </a:lnTo>
                  <a:lnTo>
                    <a:pt x="1339066" y="198631"/>
                  </a:lnTo>
                  <a:lnTo>
                    <a:pt x="1331281" y="196996"/>
                  </a:lnTo>
                  <a:lnTo>
                    <a:pt x="1323495" y="195357"/>
                  </a:lnTo>
                  <a:lnTo>
                    <a:pt x="1315710" y="193740"/>
                  </a:lnTo>
                  <a:lnTo>
                    <a:pt x="1307925" y="192281"/>
                  </a:lnTo>
                  <a:lnTo>
                    <a:pt x="1300140" y="190819"/>
                  </a:lnTo>
                  <a:lnTo>
                    <a:pt x="1292354" y="189354"/>
                  </a:lnTo>
                  <a:lnTo>
                    <a:pt x="1284569" y="187885"/>
                  </a:lnTo>
                  <a:lnTo>
                    <a:pt x="1276784" y="185985"/>
                  </a:lnTo>
                  <a:lnTo>
                    <a:pt x="1268999" y="183951"/>
                  </a:lnTo>
                  <a:lnTo>
                    <a:pt x="1261213" y="182101"/>
                  </a:lnTo>
                  <a:lnTo>
                    <a:pt x="1253428" y="180512"/>
                  </a:lnTo>
                  <a:lnTo>
                    <a:pt x="1245643" y="179194"/>
                  </a:lnTo>
                  <a:lnTo>
                    <a:pt x="1237857" y="177724"/>
                  </a:lnTo>
                  <a:lnTo>
                    <a:pt x="1230072" y="176013"/>
                  </a:lnTo>
                  <a:lnTo>
                    <a:pt x="1222287" y="174693"/>
                  </a:lnTo>
                  <a:lnTo>
                    <a:pt x="1214502" y="173345"/>
                  </a:lnTo>
                  <a:lnTo>
                    <a:pt x="1206716" y="171520"/>
                  </a:lnTo>
                  <a:lnTo>
                    <a:pt x="1198931" y="169687"/>
                  </a:lnTo>
                  <a:lnTo>
                    <a:pt x="1191146" y="167598"/>
                  </a:lnTo>
                  <a:lnTo>
                    <a:pt x="1183361" y="165796"/>
                  </a:lnTo>
                  <a:lnTo>
                    <a:pt x="1175575" y="164180"/>
                  </a:lnTo>
                  <a:lnTo>
                    <a:pt x="1167790" y="163162"/>
                  </a:lnTo>
                  <a:lnTo>
                    <a:pt x="1160005" y="161447"/>
                  </a:lnTo>
                  <a:lnTo>
                    <a:pt x="1152220" y="159712"/>
                  </a:lnTo>
                  <a:lnTo>
                    <a:pt x="1144434" y="157983"/>
                  </a:lnTo>
                  <a:lnTo>
                    <a:pt x="1136649" y="156257"/>
                  </a:lnTo>
                  <a:lnTo>
                    <a:pt x="1128864" y="154529"/>
                  </a:lnTo>
                  <a:lnTo>
                    <a:pt x="1121078" y="152799"/>
                  </a:lnTo>
                  <a:lnTo>
                    <a:pt x="1113293" y="151066"/>
                  </a:lnTo>
                  <a:lnTo>
                    <a:pt x="1105508" y="149332"/>
                  </a:lnTo>
                  <a:lnTo>
                    <a:pt x="1097723" y="147596"/>
                  </a:lnTo>
                  <a:lnTo>
                    <a:pt x="1089937" y="145855"/>
                  </a:lnTo>
                  <a:lnTo>
                    <a:pt x="1082152" y="144104"/>
                  </a:lnTo>
                  <a:lnTo>
                    <a:pt x="1074367" y="142351"/>
                  </a:lnTo>
                  <a:lnTo>
                    <a:pt x="1066582" y="140597"/>
                  </a:lnTo>
                  <a:lnTo>
                    <a:pt x="1058796" y="138840"/>
                  </a:lnTo>
                  <a:lnTo>
                    <a:pt x="1051011" y="137135"/>
                  </a:lnTo>
                  <a:lnTo>
                    <a:pt x="1043226" y="135559"/>
                  </a:lnTo>
                  <a:lnTo>
                    <a:pt x="1035440" y="134040"/>
                  </a:lnTo>
                  <a:lnTo>
                    <a:pt x="1027655" y="132404"/>
                  </a:lnTo>
                  <a:lnTo>
                    <a:pt x="1019870" y="131011"/>
                  </a:lnTo>
                  <a:lnTo>
                    <a:pt x="1012085" y="129342"/>
                  </a:lnTo>
                  <a:lnTo>
                    <a:pt x="1004299" y="127162"/>
                  </a:lnTo>
                  <a:lnTo>
                    <a:pt x="996514" y="124925"/>
                  </a:lnTo>
                  <a:lnTo>
                    <a:pt x="988729" y="123043"/>
                  </a:lnTo>
                  <a:lnTo>
                    <a:pt x="980944" y="121263"/>
                  </a:lnTo>
                  <a:lnTo>
                    <a:pt x="973158" y="119501"/>
                  </a:lnTo>
                  <a:lnTo>
                    <a:pt x="965373" y="117767"/>
                  </a:lnTo>
                  <a:lnTo>
                    <a:pt x="957588" y="116182"/>
                  </a:lnTo>
                  <a:lnTo>
                    <a:pt x="949802" y="114390"/>
                  </a:lnTo>
                  <a:lnTo>
                    <a:pt x="942017" y="113039"/>
                  </a:lnTo>
                  <a:lnTo>
                    <a:pt x="934232" y="111482"/>
                  </a:lnTo>
                  <a:lnTo>
                    <a:pt x="926447" y="109904"/>
                  </a:lnTo>
                  <a:lnTo>
                    <a:pt x="918661" y="108628"/>
                  </a:lnTo>
                  <a:lnTo>
                    <a:pt x="910876" y="107049"/>
                  </a:lnTo>
                  <a:lnTo>
                    <a:pt x="903091" y="106228"/>
                  </a:lnTo>
                  <a:lnTo>
                    <a:pt x="895306" y="105373"/>
                  </a:lnTo>
                  <a:lnTo>
                    <a:pt x="887520" y="103527"/>
                  </a:lnTo>
                  <a:lnTo>
                    <a:pt x="879735" y="102715"/>
                  </a:lnTo>
                  <a:lnTo>
                    <a:pt x="871950" y="101727"/>
                  </a:lnTo>
                  <a:lnTo>
                    <a:pt x="864165" y="99884"/>
                  </a:lnTo>
                  <a:lnTo>
                    <a:pt x="856379" y="98028"/>
                  </a:lnTo>
                  <a:lnTo>
                    <a:pt x="848594" y="96650"/>
                  </a:lnTo>
                  <a:lnTo>
                    <a:pt x="840809" y="95654"/>
                  </a:lnTo>
                  <a:lnTo>
                    <a:pt x="833023" y="94612"/>
                  </a:lnTo>
                  <a:lnTo>
                    <a:pt x="825238" y="93113"/>
                  </a:lnTo>
                  <a:lnTo>
                    <a:pt x="817453" y="91615"/>
                  </a:lnTo>
                  <a:lnTo>
                    <a:pt x="809668" y="90105"/>
                  </a:lnTo>
                  <a:lnTo>
                    <a:pt x="801882" y="88993"/>
                  </a:lnTo>
                  <a:lnTo>
                    <a:pt x="794097" y="87732"/>
                  </a:lnTo>
                  <a:lnTo>
                    <a:pt x="786312" y="86586"/>
                  </a:lnTo>
                  <a:lnTo>
                    <a:pt x="778527" y="85838"/>
                  </a:lnTo>
                  <a:lnTo>
                    <a:pt x="770741" y="84238"/>
                  </a:lnTo>
                  <a:lnTo>
                    <a:pt x="762956" y="83462"/>
                  </a:lnTo>
                  <a:lnTo>
                    <a:pt x="755171" y="82093"/>
                  </a:lnTo>
                  <a:lnTo>
                    <a:pt x="747385" y="81231"/>
                  </a:lnTo>
                  <a:lnTo>
                    <a:pt x="739600" y="79727"/>
                  </a:lnTo>
                  <a:lnTo>
                    <a:pt x="731815" y="78290"/>
                  </a:lnTo>
                  <a:lnTo>
                    <a:pt x="724030" y="77332"/>
                  </a:lnTo>
                  <a:lnTo>
                    <a:pt x="716244" y="75722"/>
                  </a:lnTo>
                  <a:lnTo>
                    <a:pt x="708459" y="74339"/>
                  </a:lnTo>
                  <a:lnTo>
                    <a:pt x="700674" y="73370"/>
                  </a:lnTo>
                  <a:lnTo>
                    <a:pt x="692889" y="72401"/>
                  </a:lnTo>
                  <a:lnTo>
                    <a:pt x="685103" y="71445"/>
                  </a:lnTo>
                  <a:lnTo>
                    <a:pt x="677318" y="70250"/>
                  </a:lnTo>
                  <a:lnTo>
                    <a:pt x="669533" y="69141"/>
                  </a:lnTo>
                  <a:lnTo>
                    <a:pt x="661747" y="68290"/>
                  </a:lnTo>
                  <a:lnTo>
                    <a:pt x="653962" y="66668"/>
                  </a:lnTo>
                  <a:lnTo>
                    <a:pt x="646177" y="65103"/>
                  </a:lnTo>
                  <a:lnTo>
                    <a:pt x="638392" y="64662"/>
                  </a:lnTo>
                  <a:lnTo>
                    <a:pt x="630606" y="64168"/>
                  </a:lnTo>
                  <a:lnTo>
                    <a:pt x="622821" y="62409"/>
                  </a:lnTo>
                  <a:lnTo>
                    <a:pt x="615036" y="61647"/>
                  </a:lnTo>
                  <a:lnTo>
                    <a:pt x="607251" y="60871"/>
                  </a:lnTo>
                  <a:lnTo>
                    <a:pt x="599465" y="59563"/>
                  </a:lnTo>
                  <a:lnTo>
                    <a:pt x="591680" y="58865"/>
                  </a:lnTo>
                  <a:lnTo>
                    <a:pt x="583895" y="58167"/>
                  </a:lnTo>
                  <a:lnTo>
                    <a:pt x="576110" y="57152"/>
                  </a:lnTo>
                  <a:lnTo>
                    <a:pt x="568324" y="56000"/>
                  </a:lnTo>
                  <a:lnTo>
                    <a:pt x="560539" y="55569"/>
                  </a:lnTo>
                  <a:lnTo>
                    <a:pt x="552754" y="54788"/>
                  </a:lnTo>
                  <a:lnTo>
                    <a:pt x="544968" y="53647"/>
                  </a:lnTo>
                  <a:lnTo>
                    <a:pt x="537183" y="52930"/>
                  </a:lnTo>
                  <a:lnTo>
                    <a:pt x="529398" y="51269"/>
                  </a:lnTo>
                  <a:lnTo>
                    <a:pt x="521613" y="50362"/>
                  </a:lnTo>
                  <a:lnTo>
                    <a:pt x="513827" y="49818"/>
                  </a:lnTo>
                  <a:lnTo>
                    <a:pt x="506042" y="48461"/>
                  </a:lnTo>
                  <a:lnTo>
                    <a:pt x="498257" y="46913"/>
                  </a:lnTo>
                  <a:lnTo>
                    <a:pt x="490472" y="46929"/>
                  </a:lnTo>
                  <a:lnTo>
                    <a:pt x="482686" y="46195"/>
                  </a:lnTo>
                  <a:lnTo>
                    <a:pt x="474901" y="44359"/>
                  </a:lnTo>
                  <a:lnTo>
                    <a:pt x="467116" y="43468"/>
                  </a:lnTo>
                  <a:lnTo>
                    <a:pt x="459330" y="42675"/>
                  </a:lnTo>
                  <a:lnTo>
                    <a:pt x="451545" y="41598"/>
                  </a:lnTo>
                  <a:lnTo>
                    <a:pt x="443760" y="40904"/>
                  </a:lnTo>
                  <a:lnTo>
                    <a:pt x="435975" y="39621"/>
                  </a:lnTo>
                  <a:lnTo>
                    <a:pt x="428189" y="39002"/>
                  </a:lnTo>
                  <a:lnTo>
                    <a:pt x="420404" y="38085"/>
                  </a:lnTo>
                  <a:lnTo>
                    <a:pt x="412619" y="36846"/>
                  </a:lnTo>
                  <a:lnTo>
                    <a:pt x="404834" y="35648"/>
                  </a:lnTo>
                  <a:lnTo>
                    <a:pt x="397048" y="34331"/>
                  </a:lnTo>
                  <a:lnTo>
                    <a:pt x="389263" y="32958"/>
                  </a:lnTo>
                  <a:lnTo>
                    <a:pt x="381478" y="31840"/>
                  </a:lnTo>
                  <a:lnTo>
                    <a:pt x="373692" y="30858"/>
                  </a:lnTo>
                  <a:lnTo>
                    <a:pt x="365907" y="29368"/>
                  </a:lnTo>
                  <a:lnTo>
                    <a:pt x="358122" y="28630"/>
                  </a:lnTo>
                  <a:lnTo>
                    <a:pt x="350337" y="27582"/>
                  </a:lnTo>
                  <a:lnTo>
                    <a:pt x="342551" y="26345"/>
                  </a:lnTo>
                  <a:lnTo>
                    <a:pt x="334766" y="25110"/>
                  </a:lnTo>
                  <a:lnTo>
                    <a:pt x="326981" y="24396"/>
                  </a:lnTo>
                  <a:lnTo>
                    <a:pt x="319196" y="24178"/>
                  </a:lnTo>
                  <a:lnTo>
                    <a:pt x="311410" y="23960"/>
                  </a:lnTo>
                  <a:lnTo>
                    <a:pt x="303625" y="23975"/>
                  </a:lnTo>
                  <a:lnTo>
                    <a:pt x="295840" y="23551"/>
                  </a:lnTo>
                  <a:lnTo>
                    <a:pt x="288055" y="23342"/>
                  </a:lnTo>
                  <a:lnTo>
                    <a:pt x="280269" y="22999"/>
                  </a:lnTo>
                  <a:lnTo>
                    <a:pt x="272484" y="21867"/>
                  </a:lnTo>
                  <a:lnTo>
                    <a:pt x="264699" y="21218"/>
                  </a:lnTo>
                  <a:lnTo>
                    <a:pt x="256913" y="20219"/>
                  </a:lnTo>
                  <a:lnTo>
                    <a:pt x="249128" y="18992"/>
                  </a:lnTo>
                  <a:lnTo>
                    <a:pt x="241343" y="18329"/>
                  </a:lnTo>
                  <a:lnTo>
                    <a:pt x="233558" y="17935"/>
                  </a:lnTo>
                  <a:lnTo>
                    <a:pt x="225772" y="17438"/>
                  </a:lnTo>
                  <a:lnTo>
                    <a:pt x="217987" y="17003"/>
                  </a:lnTo>
                  <a:lnTo>
                    <a:pt x="210202" y="16692"/>
                  </a:lnTo>
                  <a:lnTo>
                    <a:pt x="202417" y="16382"/>
                  </a:lnTo>
                  <a:lnTo>
                    <a:pt x="194631" y="15893"/>
                  </a:lnTo>
                  <a:lnTo>
                    <a:pt x="186846" y="15494"/>
                  </a:lnTo>
                  <a:lnTo>
                    <a:pt x="179061" y="14890"/>
                  </a:lnTo>
                  <a:lnTo>
                    <a:pt x="171275" y="14112"/>
                  </a:lnTo>
                  <a:lnTo>
                    <a:pt x="163490" y="13316"/>
                  </a:lnTo>
                  <a:lnTo>
                    <a:pt x="155705" y="12628"/>
                  </a:lnTo>
                  <a:lnTo>
                    <a:pt x="147920" y="11880"/>
                  </a:lnTo>
                  <a:lnTo>
                    <a:pt x="140134" y="11133"/>
                  </a:lnTo>
                  <a:lnTo>
                    <a:pt x="132349" y="10378"/>
                  </a:lnTo>
                  <a:lnTo>
                    <a:pt x="124564" y="9511"/>
                  </a:lnTo>
                  <a:lnTo>
                    <a:pt x="116779" y="8893"/>
                  </a:lnTo>
                  <a:lnTo>
                    <a:pt x="108993" y="8284"/>
                  </a:lnTo>
                  <a:lnTo>
                    <a:pt x="101208" y="8201"/>
                  </a:lnTo>
                  <a:lnTo>
                    <a:pt x="93423" y="7580"/>
                  </a:lnTo>
                  <a:lnTo>
                    <a:pt x="85637" y="6945"/>
                  </a:lnTo>
                  <a:lnTo>
                    <a:pt x="77852" y="6307"/>
                  </a:lnTo>
                  <a:lnTo>
                    <a:pt x="70067" y="5983"/>
                  </a:lnTo>
                  <a:lnTo>
                    <a:pt x="62282" y="5177"/>
                  </a:lnTo>
                  <a:lnTo>
                    <a:pt x="54496" y="4367"/>
                  </a:lnTo>
                  <a:lnTo>
                    <a:pt x="46711" y="3240"/>
                  </a:lnTo>
                  <a:lnTo>
                    <a:pt x="38926" y="2686"/>
                  </a:lnTo>
                  <a:lnTo>
                    <a:pt x="31141" y="1913"/>
                  </a:lnTo>
                  <a:lnTo>
                    <a:pt x="23355" y="1184"/>
                  </a:lnTo>
                  <a:lnTo>
                    <a:pt x="15570" y="1050"/>
                  </a:lnTo>
                  <a:lnTo>
                    <a:pt x="7785" y="2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6049435" y="2516029"/>
              <a:ext cx="2016385" cy="443336"/>
            </a:xfrm>
            <a:custGeom>
              <a:avLst/>
              <a:pathLst>
                <a:path w="2016385" h="443336">
                  <a:moveTo>
                    <a:pt x="0" y="0"/>
                  </a:moveTo>
                  <a:lnTo>
                    <a:pt x="7785" y="724"/>
                  </a:lnTo>
                  <a:lnTo>
                    <a:pt x="15570" y="1459"/>
                  </a:lnTo>
                  <a:lnTo>
                    <a:pt x="23355" y="2398"/>
                  </a:lnTo>
                  <a:lnTo>
                    <a:pt x="31141" y="3394"/>
                  </a:lnTo>
                  <a:lnTo>
                    <a:pt x="38926" y="4398"/>
                  </a:lnTo>
                  <a:lnTo>
                    <a:pt x="46711" y="4776"/>
                  </a:lnTo>
                  <a:lnTo>
                    <a:pt x="54496" y="5260"/>
                  </a:lnTo>
                  <a:lnTo>
                    <a:pt x="62282" y="5955"/>
                  </a:lnTo>
                  <a:lnTo>
                    <a:pt x="70067" y="6563"/>
                  </a:lnTo>
                  <a:lnTo>
                    <a:pt x="77852" y="7345"/>
                  </a:lnTo>
                  <a:lnTo>
                    <a:pt x="85637" y="8079"/>
                  </a:lnTo>
                  <a:lnTo>
                    <a:pt x="93423" y="8527"/>
                  </a:lnTo>
                  <a:lnTo>
                    <a:pt x="101208" y="8979"/>
                  </a:lnTo>
                  <a:lnTo>
                    <a:pt x="108993" y="9437"/>
                  </a:lnTo>
                  <a:lnTo>
                    <a:pt x="116779" y="9972"/>
                  </a:lnTo>
                  <a:lnTo>
                    <a:pt x="124564" y="10342"/>
                  </a:lnTo>
                  <a:lnTo>
                    <a:pt x="132349" y="10907"/>
                  </a:lnTo>
                  <a:lnTo>
                    <a:pt x="140134" y="11662"/>
                  </a:lnTo>
                  <a:lnTo>
                    <a:pt x="147920" y="12308"/>
                  </a:lnTo>
                  <a:lnTo>
                    <a:pt x="155705" y="13018"/>
                  </a:lnTo>
                  <a:lnTo>
                    <a:pt x="163490" y="13458"/>
                  </a:lnTo>
                  <a:lnTo>
                    <a:pt x="171275" y="14136"/>
                  </a:lnTo>
                  <a:lnTo>
                    <a:pt x="179061" y="14758"/>
                  </a:lnTo>
                  <a:lnTo>
                    <a:pt x="186846" y="15377"/>
                  </a:lnTo>
                  <a:lnTo>
                    <a:pt x="194631" y="16062"/>
                  </a:lnTo>
                  <a:lnTo>
                    <a:pt x="202417" y="16751"/>
                  </a:lnTo>
                  <a:lnTo>
                    <a:pt x="210202" y="17441"/>
                  </a:lnTo>
                  <a:lnTo>
                    <a:pt x="217987" y="17663"/>
                  </a:lnTo>
                  <a:lnTo>
                    <a:pt x="225772" y="18104"/>
                  </a:lnTo>
                  <a:lnTo>
                    <a:pt x="233558" y="18685"/>
                  </a:lnTo>
                  <a:lnTo>
                    <a:pt x="241343" y="19580"/>
                  </a:lnTo>
                  <a:lnTo>
                    <a:pt x="249128" y="20134"/>
                  </a:lnTo>
                  <a:lnTo>
                    <a:pt x="256913" y="20886"/>
                  </a:lnTo>
                  <a:lnTo>
                    <a:pt x="264699" y="21797"/>
                  </a:lnTo>
                  <a:lnTo>
                    <a:pt x="272484" y="22524"/>
                  </a:lnTo>
                  <a:lnTo>
                    <a:pt x="280269" y="22954"/>
                  </a:lnTo>
                  <a:lnTo>
                    <a:pt x="288055" y="23557"/>
                  </a:lnTo>
                  <a:lnTo>
                    <a:pt x="295840" y="24260"/>
                  </a:lnTo>
                  <a:lnTo>
                    <a:pt x="303625" y="24697"/>
                  </a:lnTo>
                  <a:lnTo>
                    <a:pt x="311410" y="25161"/>
                  </a:lnTo>
                  <a:lnTo>
                    <a:pt x="319196" y="26246"/>
                  </a:lnTo>
                  <a:lnTo>
                    <a:pt x="326981" y="27271"/>
                  </a:lnTo>
                  <a:lnTo>
                    <a:pt x="334766" y="27400"/>
                  </a:lnTo>
                  <a:lnTo>
                    <a:pt x="342551" y="28291"/>
                  </a:lnTo>
                  <a:lnTo>
                    <a:pt x="350337" y="29244"/>
                  </a:lnTo>
                  <a:lnTo>
                    <a:pt x="358122" y="30202"/>
                  </a:lnTo>
                  <a:lnTo>
                    <a:pt x="365907" y="30931"/>
                  </a:lnTo>
                  <a:lnTo>
                    <a:pt x="373692" y="31704"/>
                  </a:lnTo>
                  <a:lnTo>
                    <a:pt x="381478" y="32586"/>
                  </a:lnTo>
                  <a:lnTo>
                    <a:pt x="389263" y="32839"/>
                  </a:lnTo>
                  <a:lnTo>
                    <a:pt x="397048" y="33238"/>
                  </a:lnTo>
                  <a:lnTo>
                    <a:pt x="404834" y="34107"/>
                  </a:lnTo>
                  <a:lnTo>
                    <a:pt x="412619" y="34699"/>
                  </a:lnTo>
                  <a:lnTo>
                    <a:pt x="420404" y="35309"/>
                  </a:lnTo>
                  <a:lnTo>
                    <a:pt x="428189" y="36212"/>
                  </a:lnTo>
                  <a:lnTo>
                    <a:pt x="435975" y="37556"/>
                  </a:lnTo>
                  <a:lnTo>
                    <a:pt x="443760" y="38360"/>
                  </a:lnTo>
                  <a:lnTo>
                    <a:pt x="451545" y="39068"/>
                  </a:lnTo>
                  <a:lnTo>
                    <a:pt x="459330" y="39758"/>
                  </a:lnTo>
                  <a:lnTo>
                    <a:pt x="467116" y="40452"/>
                  </a:lnTo>
                  <a:lnTo>
                    <a:pt x="474901" y="41234"/>
                  </a:lnTo>
                  <a:lnTo>
                    <a:pt x="482686" y="41878"/>
                  </a:lnTo>
                  <a:lnTo>
                    <a:pt x="490472" y="42491"/>
                  </a:lnTo>
                  <a:lnTo>
                    <a:pt x="498257" y="42969"/>
                  </a:lnTo>
                  <a:lnTo>
                    <a:pt x="506042" y="43457"/>
                  </a:lnTo>
                  <a:lnTo>
                    <a:pt x="513827" y="44049"/>
                  </a:lnTo>
                  <a:lnTo>
                    <a:pt x="521613" y="44452"/>
                  </a:lnTo>
                  <a:lnTo>
                    <a:pt x="529398" y="45232"/>
                  </a:lnTo>
                  <a:lnTo>
                    <a:pt x="537183" y="45369"/>
                  </a:lnTo>
                  <a:lnTo>
                    <a:pt x="544968" y="45292"/>
                  </a:lnTo>
                  <a:lnTo>
                    <a:pt x="552754" y="45230"/>
                  </a:lnTo>
                  <a:lnTo>
                    <a:pt x="560539" y="45829"/>
                  </a:lnTo>
                  <a:lnTo>
                    <a:pt x="568324" y="46055"/>
                  </a:lnTo>
                  <a:lnTo>
                    <a:pt x="576110" y="46969"/>
                  </a:lnTo>
                  <a:lnTo>
                    <a:pt x="583895" y="48099"/>
                  </a:lnTo>
                  <a:lnTo>
                    <a:pt x="591680" y="48448"/>
                  </a:lnTo>
                  <a:lnTo>
                    <a:pt x="599465" y="49133"/>
                  </a:lnTo>
                  <a:lnTo>
                    <a:pt x="607251" y="49460"/>
                  </a:lnTo>
                  <a:lnTo>
                    <a:pt x="615036" y="49833"/>
                  </a:lnTo>
                  <a:lnTo>
                    <a:pt x="622821" y="50519"/>
                  </a:lnTo>
                  <a:lnTo>
                    <a:pt x="630606" y="50947"/>
                  </a:lnTo>
                  <a:lnTo>
                    <a:pt x="638392" y="51379"/>
                  </a:lnTo>
                  <a:lnTo>
                    <a:pt x="646177" y="51826"/>
                  </a:lnTo>
                  <a:lnTo>
                    <a:pt x="653962" y="52666"/>
                  </a:lnTo>
                  <a:lnTo>
                    <a:pt x="661747" y="53175"/>
                  </a:lnTo>
                  <a:lnTo>
                    <a:pt x="669533" y="53607"/>
                  </a:lnTo>
                  <a:lnTo>
                    <a:pt x="677318" y="53942"/>
                  </a:lnTo>
                  <a:lnTo>
                    <a:pt x="685103" y="54297"/>
                  </a:lnTo>
                  <a:lnTo>
                    <a:pt x="692889" y="54672"/>
                  </a:lnTo>
                  <a:lnTo>
                    <a:pt x="700674" y="55051"/>
                  </a:lnTo>
                  <a:lnTo>
                    <a:pt x="708459" y="55357"/>
                  </a:lnTo>
                  <a:lnTo>
                    <a:pt x="716244" y="55797"/>
                  </a:lnTo>
                  <a:lnTo>
                    <a:pt x="724030" y="56123"/>
                  </a:lnTo>
                  <a:lnTo>
                    <a:pt x="731815" y="56695"/>
                  </a:lnTo>
                  <a:lnTo>
                    <a:pt x="739600" y="57187"/>
                  </a:lnTo>
                  <a:lnTo>
                    <a:pt x="747385" y="57587"/>
                  </a:lnTo>
                  <a:lnTo>
                    <a:pt x="755171" y="58036"/>
                  </a:lnTo>
                  <a:lnTo>
                    <a:pt x="762956" y="58485"/>
                  </a:lnTo>
                  <a:lnTo>
                    <a:pt x="770741" y="58939"/>
                  </a:lnTo>
                  <a:lnTo>
                    <a:pt x="778527" y="59319"/>
                  </a:lnTo>
                  <a:lnTo>
                    <a:pt x="786312" y="59907"/>
                  </a:lnTo>
                  <a:lnTo>
                    <a:pt x="794097" y="60487"/>
                  </a:lnTo>
                  <a:lnTo>
                    <a:pt x="801882" y="60909"/>
                  </a:lnTo>
                  <a:lnTo>
                    <a:pt x="809668" y="61613"/>
                  </a:lnTo>
                  <a:lnTo>
                    <a:pt x="817453" y="62160"/>
                  </a:lnTo>
                  <a:lnTo>
                    <a:pt x="825238" y="62182"/>
                  </a:lnTo>
                  <a:lnTo>
                    <a:pt x="833023" y="62606"/>
                  </a:lnTo>
                  <a:lnTo>
                    <a:pt x="840809" y="63058"/>
                  </a:lnTo>
                  <a:lnTo>
                    <a:pt x="848594" y="63670"/>
                  </a:lnTo>
                  <a:lnTo>
                    <a:pt x="856379" y="64343"/>
                  </a:lnTo>
                  <a:lnTo>
                    <a:pt x="864165" y="65017"/>
                  </a:lnTo>
                  <a:lnTo>
                    <a:pt x="871950" y="65506"/>
                  </a:lnTo>
                  <a:lnTo>
                    <a:pt x="879735" y="65424"/>
                  </a:lnTo>
                  <a:lnTo>
                    <a:pt x="887520" y="65841"/>
                  </a:lnTo>
                  <a:lnTo>
                    <a:pt x="895306" y="66305"/>
                  </a:lnTo>
                  <a:lnTo>
                    <a:pt x="903091" y="66655"/>
                  </a:lnTo>
                  <a:lnTo>
                    <a:pt x="910876" y="66738"/>
                  </a:lnTo>
                  <a:lnTo>
                    <a:pt x="918661" y="67218"/>
                  </a:lnTo>
                  <a:lnTo>
                    <a:pt x="926447" y="67767"/>
                  </a:lnTo>
                  <a:lnTo>
                    <a:pt x="934232" y="68194"/>
                  </a:lnTo>
                  <a:lnTo>
                    <a:pt x="942017" y="68370"/>
                  </a:lnTo>
                  <a:lnTo>
                    <a:pt x="949802" y="68490"/>
                  </a:lnTo>
                  <a:lnTo>
                    <a:pt x="957588" y="68994"/>
                  </a:lnTo>
                  <a:lnTo>
                    <a:pt x="965373" y="69633"/>
                  </a:lnTo>
                  <a:lnTo>
                    <a:pt x="973158" y="69991"/>
                  </a:lnTo>
                  <a:lnTo>
                    <a:pt x="980944" y="70250"/>
                  </a:lnTo>
                  <a:lnTo>
                    <a:pt x="988729" y="70511"/>
                  </a:lnTo>
                  <a:lnTo>
                    <a:pt x="996514" y="70379"/>
                  </a:lnTo>
                  <a:lnTo>
                    <a:pt x="1004299" y="70672"/>
                  </a:lnTo>
                  <a:lnTo>
                    <a:pt x="1012085" y="71378"/>
                  </a:lnTo>
                  <a:lnTo>
                    <a:pt x="1019870" y="71668"/>
                  </a:lnTo>
                  <a:lnTo>
                    <a:pt x="1027655" y="71908"/>
                  </a:lnTo>
                  <a:lnTo>
                    <a:pt x="1035440" y="71930"/>
                  </a:lnTo>
                  <a:lnTo>
                    <a:pt x="1043226" y="72342"/>
                  </a:lnTo>
                  <a:lnTo>
                    <a:pt x="1051011" y="72801"/>
                  </a:lnTo>
                  <a:lnTo>
                    <a:pt x="1058796" y="73094"/>
                  </a:lnTo>
                  <a:lnTo>
                    <a:pt x="1066582" y="73500"/>
                  </a:lnTo>
                  <a:lnTo>
                    <a:pt x="1074367" y="73831"/>
                  </a:lnTo>
                  <a:lnTo>
                    <a:pt x="1082152" y="74371"/>
                  </a:lnTo>
                  <a:lnTo>
                    <a:pt x="1089937" y="74241"/>
                  </a:lnTo>
                  <a:lnTo>
                    <a:pt x="1097723" y="74911"/>
                  </a:lnTo>
                  <a:lnTo>
                    <a:pt x="1105508" y="74818"/>
                  </a:lnTo>
                  <a:lnTo>
                    <a:pt x="1113293" y="74942"/>
                  </a:lnTo>
                  <a:lnTo>
                    <a:pt x="1121078" y="75290"/>
                  </a:lnTo>
                  <a:lnTo>
                    <a:pt x="1128864" y="75557"/>
                  </a:lnTo>
                  <a:lnTo>
                    <a:pt x="1136649" y="75553"/>
                  </a:lnTo>
                  <a:lnTo>
                    <a:pt x="1144434" y="75549"/>
                  </a:lnTo>
                  <a:lnTo>
                    <a:pt x="1152220" y="75552"/>
                  </a:lnTo>
                  <a:lnTo>
                    <a:pt x="1160005" y="75726"/>
                  </a:lnTo>
                  <a:lnTo>
                    <a:pt x="1167790" y="76240"/>
                  </a:lnTo>
                  <a:lnTo>
                    <a:pt x="1175575" y="76256"/>
                  </a:lnTo>
                  <a:lnTo>
                    <a:pt x="1183361" y="76095"/>
                  </a:lnTo>
                  <a:lnTo>
                    <a:pt x="1191146" y="76058"/>
                  </a:lnTo>
                  <a:lnTo>
                    <a:pt x="1198931" y="75952"/>
                  </a:lnTo>
                  <a:lnTo>
                    <a:pt x="1206716" y="76366"/>
                  </a:lnTo>
                  <a:lnTo>
                    <a:pt x="1214502" y="76272"/>
                  </a:lnTo>
                  <a:lnTo>
                    <a:pt x="1222287" y="76164"/>
                  </a:lnTo>
                  <a:lnTo>
                    <a:pt x="1230072" y="76503"/>
                  </a:lnTo>
                  <a:lnTo>
                    <a:pt x="1237857" y="76850"/>
                  </a:lnTo>
                  <a:lnTo>
                    <a:pt x="1245643" y="77203"/>
                  </a:lnTo>
                  <a:lnTo>
                    <a:pt x="1253428" y="77564"/>
                  </a:lnTo>
                  <a:lnTo>
                    <a:pt x="1261213" y="77925"/>
                  </a:lnTo>
                  <a:lnTo>
                    <a:pt x="1268999" y="78287"/>
                  </a:lnTo>
                  <a:lnTo>
                    <a:pt x="1276784" y="78541"/>
                  </a:lnTo>
                  <a:lnTo>
                    <a:pt x="1284569" y="78468"/>
                  </a:lnTo>
                  <a:lnTo>
                    <a:pt x="1292354" y="78673"/>
                  </a:lnTo>
                  <a:lnTo>
                    <a:pt x="1300140" y="79060"/>
                  </a:lnTo>
                  <a:lnTo>
                    <a:pt x="1307925" y="79029"/>
                  </a:lnTo>
                  <a:lnTo>
                    <a:pt x="1315710" y="79399"/>
                  </a:lnTo>
                  <a:lnTo>
                    <a:pt x="1323495" y="79768"/>
                  </a:lnTo>
                  <a:lnTo>
                    <a:pt x="1331281" y="79589"/>
                  </a:lnTo>
                  <a:lnTo>
                    <a:pt x="1339066" y="79329"/>
                  </a:lnTo>
                  <a:lnTo>
                    <a:pt x="1346851" y="79079"/>
                  </a:lnTo>
                  <a:lnTo>
                    <a:pt x="1354637" y="78828"/>
                  </a:lnTo>
                  <a:lnTo>
                    <a:pt x="1362422" y="78968"/>
                  </a:lnTo>
                  <a:lnTo>
                    <a:pt x="1370207" y="78574"/>
                  </a:lnTo>
                  <a:lnTo>
                    <a:pt x="1377992" y="78090"/>
                  </a:lnTo>
                  <a:lnTo>
                    <a:pt x="1385778" y="77961"/>
                  </a:lnTo>
                  <a:lnTo>
                    <a:pt x="1393563" y="78061"/>
                  </a:lnTo>
                  <a:lnTo>
                    <a:pt x="1401348" y="78162"/>
                  </a:lnTo>
                  <a:lnTo>
                    <a:pt x="1409133" y="78266"/>
                  </a:lnTo>
                  <a:lnTo>
                    <a:pt x="1416919" y="78371"/>
                  </a:lnTo>
                  <a:lnTo>
                    <a:pt x="1424704" y="78277"/>
                  </a:lnTo>
                  <a:lnTo>
                    <a:pt x="1432489" y="78117"/>
                  </a:lnTo>
                  <a:lnTo>
                    <a:pt x="1440275" y="77966"/>
                  </a:lnTo>
                  <a:lnTo>
                    <a:pt x="1448060" y="77818"/>
                  </a:lnTo>
                  <a:lnTo>
                    <a:pt x="1455845" y="77875"/>
                  </a:lnTo>
                  <a:lnTo>
                    <a:pt x="1463630" y="77824"/>
                  </a:lnTo>
                  <a:lnTo>
                    <a:pt x="1471416" y="77487"/>
                  </a:lnTo>
                  <a:lnTo>
                    <a:pt x="1479201" y="77178"/>
                  </a:lnTo>
                  <a:lnTo>
                    <a:pt x="1486986" y="77013"/>
                  </a:lnTo>
                  <a:lnTo>
                    <a:pt x="1494771" y="76849"/>
                  </a:lnTo>
                  <a:lnTo>
                    <a:pt x="1502557" y="76695"/>
                  </a:lnTo>
                  <a:lnTo>
                    <a:pt x="1510342" y="76779"/>
                  </a:lnTo>
                  <a:lnTo>
                    <a:pt x="1518127" y="76889"/>
                  </a:lnTo>
                  <a:lnTo>
                    <a:pt x="1525912" y="76999"/>
                  </a:lnTo>
                  <a:lnTo>
                    <a:pt x="1533698" y="77110"/>
                  </a:lnTo>
                  <a:lnTo>
                    <a:pt x="1541483" y="77224"/>
                  </a:lnTo>
                  <a:lnTo>
                    <a:pt x="1549268" y="77340"/>
                  </a:lnTo>
                  <a:lnTo>
                    <a:pt x="1557054" y="77456"/>
                  </a:lnTo>
                  <a:lnTo>
                    <a:pt x="1564839" y="77573"/>
                  </a:lnTo>
                  <a:lnTo>
                    <a:pt x="1572624" y="77689"/>
                  </a:lnTo>
                  <a:lnTo>
                    <a:pt x="1580409" y="77805"/>
                  </a:lnTo>
                  <a:lnTo>
                    <a:pt x="1588195" y="77927"/>
                  </a:lnTo>
                  <a:lnTo>
                    <a:pt x="1595980" y="78053"/>
                  </a:lnTo>
                  <a:lnTo>
                    <a:pt x="1603765" y="78178"/>
                  </a:lnTo>
                  <a:lnTo>
                    <a:pt x="1611550" y="78166"/>
                  </a:lnTo>
                  <a:lnTo>
                    <a:pt x="1619336" y="78359"/>
                  </a:lnTo>
                  <a:lnTo>
                    <a:pt x="1627121" y="78534"/>
                  </a:lnTo>
                  <a:lnTo>
                    <a:pt x="1634906" y="78649"/>
                  </a:lnTo>
                  <a:lnTo>
                    <a:pt x="1642692" y="78773"/>
                  </a:lnTo>
                  <a:lnTo>
                    <a:pt x="1650477" y="78774"/>
                  </a:lnTo>
                  <a:lnTo>
                    <a:pt x="1658262" y="78990"/>
                  </a:lnTo>
                  <a:lnTo>
                    <a:pt x="1666047" y="78749"/>
                  </a:lnTo>
                  <a:lnTo>
                    <a:pt x="1673833" y="78622"/>
                  </a:lnTo>
                  <a:lnTo>
                    <a:pt x="1681618" y="78570"/>
                  </a:lnTo>
                  <a:lnTo>
                    <a:pt x="1689403" y="78521"/>
                  </a:lnTo>
                  <a:lnTo>
                    <a:pt x="1697188" y="78462"/>
                  </a:lnTo>
                  <a:lnTo>
                    <a:pt x="1704974" y="78420"/>
                  </a:lnTo>
                  <a:lnTo>
                    <a:pt x="1712759" y="78544"/>
                  </a:lnTo>
                  <a:lnTo>
                    <a:pt x="1720544" y="78835"/>
                  </a:lnTo>
                  <a:lnTo>
                    <a:pt x="1728330" y="78909"/>
                  </a:lnTo>
                  <a:lnTo>
                    <a:pt x="1736115" y="79042"/>
                  </a:lnTo>
                  <a:lnTo>
                    <a:pt x="1743900" y="79534"/>
                  </a:lnTo>
                  <a:lnTo>
                    <a:pt x="1751685" y="80019"/>
                  </a:lnTo>
                  <a:lnTo>
                    <a:pt x="1759471" y="80312"/>
                  </a:lnTo>
                  <a:lnTo>
                    <a:pt x="1767256" y="80531"/>
                  </a:lnTo>
                  <a:lnTo>
                    <a:pt x="1775041" y="80726"/>
                  </a:lnTo>
                  <a:lnTo>
                    <a:pt x="1782826" y="80448"/>
                  </a:lnTo>
                  <a:lnTo>
                    <a:pt x="1790612" y="79691"/>
                  </a:lnTo>
                  <a:lnTo>
                    <a:pt x="1798397" y="78936"/>
                  </a:lnTo>
                  <a:lnTo>
                    <a:pt x="1806182" y="78576"/>
                  </a:lnTo>
                  <a:lnTo>
                    <a:pt x="1813967" y="78545"/>
                  </a:lnTo>
                  <a:lnTo>
                    <a:pt x="1821753" y="78514"/>
                  </a:lnTo>
                  <a:lnTo>
                    <a:pt x="1829538" y="78483"/>
                  </a:lnTo>
                  <a:lnTo>
                    <a:pt x="1837323" y="78534"/>
                  </a:lnTo>
                  <a:lnTo>
                    <a:pt x="1845109" y="78598"/>
                  </a:lnTo>
                  <a:lnTo>
                    <a:pt x="1852894" y="78661"/>
                  </a:lnTo>
                  <a:lnTo>
                    <a:pt x="1860679" y="78724"/>
                  </a:lnTo>
                  <a:lnTo>
                    <a:pt x="1868464" y="78788"/>
                  </a:lnTo>
                  <a:lnTo>
                    <a:pt x="1876250" y="78851"/>
                  </a:lnTo>
                  <a:lnTo>
                    <a:pt x="1884035" y="78915"/>
                  </a:lnTo>
                  <a:lnTo>
                    <a:pt x="1891820" y="78978"/>
                  </a:lnTo>
                  <a:lnTo>
                    <a:pt x="1899605" y="79042"/>
                  </a:lnTo>
                  <a:lnTo>
                    <a:pt x="1907391" y="79105"/>
                  </a:lnTo>
                  <a:lnTo>
                    <a:pt x="1915176" y="79169"/>
                  </a:lnTo>
                  <a:lnTo>
                    <a:pt x="1922961" y="79232"/>
                  </a:lnTo>
                  <a:lnTo>
                    <a:pt x="1930747" y="79296"/>
                  </a:lnTo>
                  <a:lnTo>
                    <a:pt x="1938532" y="79359"/>
                  </a:lnTo>
                  <a:lnTo>
                    <a:pt x="1946317" y="79423"/>
                  </a:lnTo>
                  <a:lnTo>
                    <a:pt x="1954102" y="79486"/>
                  </a:lnTo>
                  <a:lnTo>
                    <a:pt x="1961888" y="79550"/>
                  </a:lnTo>
                  <a:lnTo>
                    <a:pt x="1969673" y="79614"/>
                  </a:lnTo>
                  <a:lnTo>
                    <a:pt x="1977458" y="79677"/>
                  </a:lnTo>
                  <a:lnTo>
                    <a:pt x="1985243" y="79743"/>
                  </a:lnTo>
                  <a:lnTo>
                    <a:pt x="1993029" y="79809"/>
                  </a:lnTo>
                  <a:lnTo>
                    <a:pt x="2000814" y="79876"/>
                  </a:lnTo>
                  <a:lnTo>
                    <a:pt x="2008599" y="79937"/>
                  </a:lnTo>
                  <a:lnTo>
                    <a:pt x="2016385" y="79685"/>
                  </a:lnTo>
                  <a:lnTo>
                    <a:pt x="2016385" y="443336"/>
                  </a:lnTo>
                  <a:lnTo>
                    <a:pt x="2008599" y="442112"/>
                  </a:lnTo>
                  <a:lnTo>
                    <a:pt x="2000814" y="440948"/>
                  </a:lnTo>
                  <a:lnTo>
                    <a:pt x="1993029" y="439749"/>
                  </a:lnTo>
                  <a:lnTo>
                    <a:pt x="1985243" y="438615"/>
                  </a:lnTo>
                  <a:lnTo>
                    <a:pt x="1977458" y="437443"/>
                  </a:lnTo>
                  <a:lnTo>
                    <a:pt x="1969673" y="436264"/>
                  </a:lnTo>
                  <a:lnTo>
                    <a:pt x="1961888" y="435156"/>
                  </a:lnTo>
                  <a:lnTo>
                    <a:pt x="1954102" y="434086"/>
                  </a:lnTo>
                  <a:lnTo>
                    <a:pt x="1946317" y="433009"/>
                  </a:lnTo>
                  <a:lnTo>
                    <a:pt x="1938532" y="431919"/>
                  </a:lnTo>
                  <a:lnTo>
                    <a:pt x="1930747" y="430825"/>
                  </a:lnTo>
                  <a:lnTo>
                    <a:pt x="1922961" y="429725"/>
                  </a:lnTo>
                  <a:lnTo>
                    <a:pt x="1915176" y="428399"/>
                  </a:lnTo>
                  <a:lnTo>
                    <a:pt x="1907391" y="427017"/>
                  </a:lnTo>
                  <a:lnTo>
                    <a:pt x="1899605" y="425623"/>
                  </a:lnTo>
                  <a:lnTo>
                    <a:pt x="1891820" y="424250"/>
                  </a:lnTo>
                  <a:lnTo>
                    <a:pt x="1884035" y="423111"/>
                  </a:lnTo>
                  <a:lnTo>
                    <a:pt x="1876250" y="421967"/>
                  </a:lnTo>
                  <a:lnTo>
                    <a:pt x="1868464" y="420803"/>
                  </a:lnTo>
                  <a:lnTo>
                    <a:pt x="1860679" y="419238"/>
                  </a:lnTo>
                  <a:lnTo>
                    <a:pt x="1852894" y="417733"/>
                  </a:lnTo>
                  <a:lnTo>
                    <a:pt x="1845109" y="416449"/>
                  </a:lnTo>
                  <a:lnTo>
                    <a:pt x="1837323" y="415153"/>
                  </a:lnTo>
                  <a:lnTo>
                    <a:pt x="1829538" y="413933"/>
                  </a:lnTo>
                  <a:lnTo>
                    <a:pt x="1821753" y="412836"/>
                  </a:lnTo>
                  <a:lnTo>
                    <a:pt x="1813967" y="411364"/>
                  </a:lnTo>
                  <a:lnTo>
                    <a:pt x="1806182" y="410011"/>
                  </a:lnTo>
                  <a:lnTo>
                    <a:pt x="1798397" y="409053"/>
                  </a:lnTo>
                  <a:lnTo>
                    <a:pt x="1790612" y="408091"/>
                  </a:lnTo>
                  <a:lnTo>
                    <a:pt x="1782826" y="407126"/>
                  </a:lnTo>
                  <a:lnTo>
                    <a:pt x="1775041" y="406158"/>
                  </a:lnTo>
                  <a:lnTo>
                    <a:pt x="1767256" y="404592"/>
                  </a:lnTo>
                  <a:lnTo>
                    <a:pt x="1759471" y="402958"/>
                  </a:lnTo>
                  <a:lnTo>
                    <a:pt x="1751685" y="401315"/>
                  </a:lnTo>
                  <a:lnTo>
                    <a:pt x="1743900" y="399661"/>
                  </a:lnTo>
                  <a:lnTo>
                    <a:pt x="1736115" y="397997"/>
                  </a:lnTo>
                  <a:lnTo>
                    <a:pt x="1728330" y="396441"/>
                  </a:lnTo>
                  <a:lnTo>
                    <a:pt x="1720544" y="395052"/>
                  </a:lnTo>
                  <a:lnTo>
                    <a:pt x="1712759" y="393656"/>
                  </a:lnTo>
                  <a:lnTo>
                    <a:pt x="1704974" y="392255"/>
                  </a:lnTo>
                  <a:lnTo>
                    <a:pt x="1697188" y="391091"/>
                  </a:lnTo>
                  <a:lnTo>
                    <a:pt x="1689403" y="389960"/>
                  </a:lnTo>
                  <a:lnTo>
                    <a:pt x="1681618" y="388825"/>
                  </a:lnTo>
                  <a:lnTo>
                    <a:pt x="1673833" y="387687"/>
                  </a:lnTo>
                  <a:lnTo>
                    <a:pt x="1666047" y="386243"/>
                  </a:lnTo>
                  <a:lnTo>
                    <a:pt x="1658262" y="384644"/>
                  </a:lnTo>
                  <a:lnTo>
                    <a:pt x="1650477" y="383030"/>
                  </a:lnTo>
                  <a:lnTo>
                    <a:pt x="1642692" y="381409"/>
                  </a:lnTo>
                  <a:lnTo>
                    <a:pt x="1634906" y="379851"/>
                  </a:lnTo>
                  <a:lnTo>
                    <a:pt x="1627121" y="378805"/>
                  </a:lnTo>
                  <a:lnTo>
                    <a:pt x="1619336" y="377190"/>
                  </a:lnTo>
                  <a:lnTo>
                    <a:pt x="1611550" y="375554"/>
                  </a:lnTo>
                  <a:lnTo>
                    <a:pt x="1603765" y="373912"/>
                  </a:lnTo>
                  <a:lnTo>
                    <a:pt x="1595980" y="372454"/>
                  </a:lnTo>
                  <a:lnTo>
                    <a:pt x="1588195" y="370867"/>
                  </a:lnTo>
                  <a:lnTo>
                    <a:pt x="1580409" y="369441"/>
                  </a:lnTo>
                  <a:lnTo>
                    <a:pt x="1572624" y="368010"/>
                  </a:lnTo>
                  <a:lnTo>
                    <a:pt x="1564839" y="366564"/>
                  </a:lnTo>
                  <a:lnTo>
                    <a:pt x="1557054" y="365177"/>
                  </a:lnTo>
                  <a:lnTo>
                    <a:pt x="1549268" y="364059"/>
                  </a:lnTo>
                  <a:lnTo>
                    <a:pt x="1541483" y="362482"/>
                  </a:lnTo>
                  <a:lnTo>
                    <a:pt x="1533698" y="360997"/>
                  </a:lnTo>
                  <a:lnTo>
                    <a:pt x="1525912" y="359850"/>
                  </a:lnTo>
                  <a:lnTo>
                    <a:pt x="1518127" y="358701"/>
                  </a:lnTo>
                  <a:lnTo>
                    <a:pt x="1510342" y="357548"/>
                  </a:lnTo>
                  <a:lnTo>
                    <a:pt x="1502557" y="356393"/>
                  </a:lnTo>
                  <a:lnTo>
                    <a:pt x="1494771" y="355235"/>
                  </a:lnTo>
                  <a:lnTo>
                    <a:pt x="1486986" y="354067"/>
                  </a:lnTo>
                  <a:lnTo>
                    <a:pt x="1479201" y="352889"/>
                  </a:lnTo>
                  <a:lnTo>
                    <a:pt x="1471416" y="351353"/>
                  </a:lnTo>
                  <a:lnTo>
                    <a:pt x="1463630" y="349614"/>
                  </a:lnTo>
                  <a:lnTo>
                    <a:pt x="1455845" y="347868"/>
                  </a:lnTo>
                  <a:lnTo>
                    <a:pt x="1448060" y="346232"/>
                  </a:lnTo>
                  <a:lnTo>
                    <a:pt x="1440275" y="344899"/>
                  </a:lnTo>
                  <a:lnTo>
                    <a:pt x="1432489" y="343563"/>
                  </a:lnTo>
                  <a:lnTo>
                    <a:pt x="1424704" y="341876"/>
                  </a:lnTo>
                  <a:lnTo>
                    <a:pt x="1416919" y="339993"/>
                  </a:lnTo>
                  <a:lnTo>
                    <a:pt x="1409133" y="338248"/>
                  </a:lnTo>
                  <a:lnTo>
                    <a:pt x="1401348" y="336390"/>
                  </a:lnTo>
                  <a:lnTo>
                    <a:pt x="1393563" y="334626"/>
                  </a:lnTo>
                  <a:lnTo>
                    <a:pt x="1385778" y="333164"/>
                  </a:lnTo>
                  <a:lnTo>
                    <a:pt x="1377992" y="331699"/>
                  </a:lnTo>
                  <a:lnTo>
                    <a:pt x="1370207" y="330231"/>
                  </a:lnTo>
                  <a:lnTo>
                    <a:pt x="1362422" y="328912"/>
                  </a:lnTo>
                  <a:lnTo>
                    <a:pt x="1354637" y="328082"/>
                  </a:lnTo>
                  <a:lnTo>
                    <a:pt x="1346851" y="327241"/>
                  </a:lnTo>
                  <a:lnTo>
                    <a:pt x="1339066" y="326022"/>
                  </a:lnTo>
                  <a:lnTo>
                    <a:pt x="1331281" y="323935"/>
                  </a:lnTo>
                  <a:lnTo>
                    <a:pt x="1323495" y="321814"/>
                  </a:lnTo>
                  <a:lnTo>
                    <a:pt x="1315710" y="319941"/>
                  </a:lnTo>
                  <a:lnTo>
                    <a:pt x="1307925" y="318787"/>
                  </a:lnTo>
                  <a:lnTo>
                    <a:pt x="1300140" y="316873"/>
                  </a:lnTo>
                  <a:lnTo>
                    <a:pt x="1292354" y="315311"/>
                  </a:lnTo>
                  <a:lnTo>
                    <a:pt x="1284569" y="313945"/>
                  </a:lnTo>
                  <a:lnTo>
                    <a:pt x="1276784" y="312844"/>
                  </a:lnTo>
                  <a:lnTo>
                    <a:pt x="1268999" y="311231"/>
                  </a:lnTo>
                  <a:lnTo>
                    <a:pt x="1261213" y="310179"/>
                  </a:lnTo>
                  <a:lnTo>
                    <a:pt x="1253428" y="309126"/>
                  </a:lnTo>
                  <a:lnTo>
                    <a:pt x="1245643" y="308072"/>
                  </a:lnTo>
                  <a:lnTo>
                    <a:pt x="1237857" y="307016"/>
                  </a:lnTo>
                  <a:lnTo>
                    <a:pt x="1230072" y="305957"/>
                  </a:lnTo>
                  <a:lnTo>
                    <a:pt x="1222287" y="304590"/>
                  </a:lnTo>
                  <a:lnTo>
                    <a:pt x="1214502" y="302967"/>
                  </a:lnTo>
                  <a:lnTo>
                    <a:pt x="1206716" y="301652"/>
                  </a:lnTo>
                  <a:lnTo>
                    <a:pt x="1198931" y="300502"/>
                  </a:lnTo>
                  <a:lnTo>
                    <a:pt x="1191146" y="299550"/>
                  </a:lnTo>
                  <a:lnTo>
                    <a:pt x="1183361" y="298696"/>
                  </a:lnTo>
                  <a:lnTo>
                    <a:pt x="1175575" y="297348"/>
                  </a:lnTo>
                  <a:lnTo>
                    <a:pt x="1167790" y="296252"/>
                  </a:lnTo>
                  <a:lnTo>
                    <a:pt x="1160005" y="295481"/>
                  </a:lnTo>
                  <a:lnTo>
                    <a:pt x="1152220" y="294188"/>
                  </a:lnTo>
                  <a:lnTo>
                    <a:pt x="1144434" y="292721"/>
                  </a:lnTo>
                  <a:lnTo>
                    <a:pt x="1136649" y="291024"/>
                  </a:lnTo>
                  <a:lnTo>
                    <a:pt x="1128864" y="289274"/>
                  </a:lnTo>
                  <a:lnTo>
                    <a:pt x="1121078" y="287546"/>
                  </a:lnTo>
                  <a:lnTo>
                    <a:pt x="1113293" y="285806"/>
                  </a:lnTo>
                  <a:lnTo>
                    <a:pt x="1105508" y="284539"/>
                  </a:lnTo>
                  <a:lnTo>
                    <a:pt x="1097723" y="283298"/>
                  </a:lnTo>
                  <a:lnTo>
                    <a:pt x="1089937" y="281788"/>
                  </a:lnTo>
                  <a:lnTo>
                    <a:pt x="1082152" y="280715"/>
                  </a:lnTo>
                  <a:lnTo>
                    <a:pt x="1074367" y="279564"/>
                  </a:lnTo>
                  <a:lnTo>
                    <a:pt x="1066582" y="278319"/>
                  </a:lnTo>
                  <a:lnTo>
                    <a:pt x="1058796" y="277019"/>
                  </a:lnTo>
                  <a:lnTo>
                    <a:pt x="1051011" y="275482"/>
                  </a:lnTo>
                  <a:lnTo>
                    <a:pt x="1043226" y="273659"/>
                  </a:lnTo>
                  <a:lnTo>
                    <a:pt x="1035440" y="272404"/>
                  </a:lnTo>
                  <a:lnTo>
                    <a:pt x="1027655" y="270864"/>
                  </a:lnTo>
                  <a:lnTo>
                    <a:pt x="1019870" y="269326"/>
                  </a:lnTo>
                  <a:lnTo>
                    <a:pt x="1012085" y="267821"/>
                  </a:lnTo>
                  <a:lnTo>
                    <a:pt x="1004299" y="266643"/>
                  </a:lnTo>
                  <a:lnTo>
                    <a:pt x="996514" y="265452"/>
                  </a:lnTo>
                  <a:lnTo>
                    <a:pt x="988729" y="264255"/>
                  </a:lnTo>
                  <a:lnTo>
                    <a:pt x="980944" y="262485"/>
                  </a:lnTo>
                  <a:lnTo>
                    <a:pt x="973158" y="261464"/>
                  </a:lnTo>
                  <a:lnTo>
                    <a:pt x="965373" y="260039"/>
                  </a:lnTo>
                  <a:lnTo>
                    <a:pt x="957588" y="258860"/>
                  </a:lnTo>
                  <a:lnTo>
                    <a:pt x="949802" y="257718"/>
                  </a:lnTo>
                  <a:lnTo>
                    <a:pt x="942017" y="256579"/>
                  </a:lnTo>
                  <a:lnTo>
                    <a:pt x="934232" y="255097"/>
                  </a:lnTo>
                  <a:lnTo>
                    <a:pt x="926447" y="253770"/>
                  </a:lnTo>
                  <a:lnTo>
                    <a:pt x="918661" y="252270"/>
                  </a:lnTo>
                  <a:lnTo>
                    <a:pt x="910876" y="250586"/>
                  </a:lnTo>
                  <a:lnTo>
                    <a:pt x="903091" y="249586"/>
                  </a:lnTo>
                  <a:lnTo>
                    <a:pt x="895306" y="248578"/>
                  </a:lnTo>
                  <a:lnTo>
                    <a:pt x="887520" y="247584"/>
                  </a:lnTo>
                  <a:lnTo>
                    <a:pt x="879735" y="246585"/>
                  </a:lnTo>
                  <a:lnTo>
                    <a:pt x="871950" y="245597"/>
                  </a:lnTo>
                  <a:lnTo>
                    <a:pt x="864165" y="244594"/>
                  </a:lnTo>
                  <a:lnTo>
                    <a:pt x="856379" y="243589"/>
                  </a:lnTo>
                  <a:lnTo>
                    <a:pt x="848594" y="242581"/>
                  </a:lnTo>
                  <a:lnTo>
                    <a:pt x="840809" y="240998"/>
                  </a:lnTo>
                  <a:lnTo>
                    <a:pt x="833023" y="239408"/>
                  </a:lnTo>
                  <a:lnTo>
                    <a:pt x="825238" y="237929"/>
                  </a:lnTo>
                  <a:lnTo>
                    <a:pt x="817453" y="236720"/>
                  </a:lnTo>
                  <a:lnTo>
                    <a:pt x="809668" y="234947"/>
                  </a:lnTo>
                  <a:lnTo>
                    <a:pt x="801882" y="233581"/>
                  </a:lnTo>
                  <a:lnTo>
                    <a:pt x="794097" y="232426"/>
                  </a:lnTo>
                  <a:lnTo>
                    <a:pt x="786312" y="231145"/>
                  </a:lnTo>
                  <a:lnTo>
                    <a:pt x="778527" y="230105"/>
                  </a:lnTo>
                  <a:lnTo>
                    <a:pt x="770741" y="229082"/>
                  </a:lnTo>
                  <a:lnTo>
                    <a:pt x="762956" y="227787"/>
                  </a:lnTo>
                  <a:lnTo>
                    <a:pt x="755171" y="226373"/>
                  </a:lnTo>
                  <a:lnTo>
                    <a:pt x="747385" y="225021"/>
                  </a:lnTo>
                  <a:lnTo>
                    <a:pt x="739600" y="224124"/>
                  </a:lnTo>
                  <a:lnTo>
                    <a:pt x="731815" y="223317"/>
                  </a:lnTo>
                  <a:lnTo>
                    <a:pt x="724030" y="222901"/>
                  </a:lnTo>
                  <a:lnTo>
                    <a:pt x="716244" y="221564"/>
                  </a:lnTo>
                  <a:lnTo>
                    <a:pt x="708459" y="220430"/>
                  </a:lnTo>
                  <a:lnTo>
                    <a:pt x="700674" y="219564"/>
                  </a:lnTo>
                  <a:lnTo>
                    <a:pt x="692889" y="218643"/>
                  </a:lnTo>
                  <a:lnTo>
                    <a:pt x="685103" y="217802"/>
                  </a:lnTo>
                  <a:lnTo>
                    <a:pt x="677318" y="216629"/>
                  </a:lnTo>
                  <a:lnTo>
                    <a:pt x="669533" y="215456"/>
                  </a:lnTo>
                  <a:lnTo>
                    <a:pt x="661747" y="214702"/>
                  </a:lnTo>
                  <a:lnTo>
                    <a:pt x="653962" y="213941"/>
                  </a:lnTo>
                  <a:lnTo>
                    <a:pt x="646177" y="213526"/>
                  </a:lnTo>
                  <a:lnTo>
                    <a:pt x="638392" y="212398"/>
                  </a:lnTo>
                  <a:lnTo>
                    <a:pt x="630606" y="211217"/>
                  </a:lnTo>
                  <a:lnTo>
                    <a:pt x="622821" y="209829"/>
                  </a:lnTo>
                  <a:lnTo>
                    <a:pt x="615036" y="208791"/>
                  </a:lnTo>
                  <a:lnTo>
                    <a:pt x="607251" y="207908"/>
                  </a:lnTo>
                  <a:lnTo>
                    <a:pt x="599465" y="206949"/>
                  </a:lnTo>
                  <a:lnTo>
                    <a:pt x="591680" y="206464"/>
                  </a:lnTo>
                  <a:lnTo>
                    <a:pt x="583895" y="205951"/>
                  </a:lnTo>
                  <a:lnTo>
                    <a:pt x="576110" y="205327"/>
                  </a:lnTo>
                  <a:lnTo>
                    <a:pt x="568324" y="204518"/>
                  </a:lnTo>
                  <a:lnTo>
                    <a:pt x="560539" y="203862"/>
                  </a:lnTo>
                  <a:lnTo>
                    <a:pt x="552754" y="203286"/>
                  </a:lnTo>
                  <a:lnTo>
                    <a:pt x="544968" y="202502"/>
                  </a:lnTo>
                  <a:lnTo>
                    <a:pt x="537183" y="202093"/>
                  </a:lnTo>
                  <a:lnTo>
                    <a:pt x="529398" y="201224"/>
                  </a:lnTo>
                  <a:lnTo>
                    <a:pt x="521613" y="199887"/>
                  </a:lnTo>
                  <a:lnTo>
                    <a:pt x="513827" y="199438"/>
                  </a:lnTo>
                  <a:lnTo>
                    <a:pt x="506042" y="198554"/>
                  </a:lnTo>
                  <a:lnTo>
                    <a:pt x="498257" y="197635"/>
                  </a:lnTo>
                  <a:lnTo>
                    <a:pt x="490472" y="196283"/>
                  </a:lnTo>
                  <a:lnTo>
                    <a:pt x="482686" y="194932"/>
                  </a:lnTo>
                  <a:lnTo>
                    <a:pt x="474901" y="193583"/>
                  </a:lnTo>
                  <a:lnTo>
                    <a:pt x="467116" y="193091"/>
                  </a:lnTo>
                  <a:lnTo>
                    <a:pt x="459330" y="191935"/>
                  </a:lnTo>
                  <a:lnTo>
                    <a:pt x="451545" y="191160"/>
                  </a:lnTo>
                  <a:lnTo>
                    <a:pt x="443760" y="190528"/>
                  </a:lnTo>
                  <a:lnTo>
                    <a:pt x="435975" y="189875"/>
                  </a:lnTo>
                  <a:lnTo>
                    <a:pt x="428189" y="189233"/>
                  </a:lnTo>
                  <a:lnTo>
                    <a:pt x="420404" y="188450"/>
                  </a:lnTo>
                  <a:lnTo>
                    <a:pt x="412619" y="187250"/>
                  </a:lnTo>
                  <a:lnTo>
                    <a:pt x="404834" y="186660"/>
                  </a:lnTo>
                  <a:lnTo>
                    <a:pt x="397048" y="185751"/>
                  </a:lnTo>
                  <a:lnTo>
                    <a:pt x="389263" y="184719"/>
                  </a:lnTo>
                  <a:lnTo>
                    <a:pt x="381478" y="184093"/>
                  </a:lnTo>
                  <a:lnTo>
                    <a:pt x="373692" y="183748"/>
                  </a:lnTo>
                  <a:lnTo>
                    <a:pt x="365907" y="183564"/>
                  </a:lnTo>
                  <a:lnTo>
                    <a:pt x="358122" y="182764"/>
                  </a:lnTo>
                  <a:lnTo>
                    <a:pt x="350337" y="181928"/>
                  </a:lnTo>
                  <a:lnTo>
                    <a:pt x="342551" y="181534"/>
                  </a:lnTo>
                  <a:lnTo>
                    <a:pt x="334766" y="180631"/>
                  </a:lnTo>
                  <a:lnTo>
                    <a:pt x="326981" y="179664"/>
                  </a:lnTo>
                  <a:lnTo>
                    <a:pt x="319196" y="179072"/>
                  </a:lnTo>
                  <a:lnTo>
                    <a:pt x="311410" y="178511"/>
                  </a:lnTo>
                  <a:lnTo>
                    <a:pt x="303625" y="177950"/>
                  </a:lnTo>
                  <a:lnTo>
                    <a:pt x="295840" y="177245"/>
                  </a:lnTo>
                  <a:lnTo>
                    <a:pt x="288055" y="176486"/>
                  </a:lnTo>
                  <a:lnTo>
                    <a:pt x="280269" y="175929"/>
                  </a:lnTo>
                  <a:lnTo>
                    <a:pt x="272484" y="175559"/>
                  </a:lnTo>
                  <a:lnTo>
                    <a:pt x="264699" y="175209"/>
                  </a:lnTo>
                  <a:lnTo>
                    <a:pt x="256913" y="174661"/>
                  </a:lnTo>
                  <a:lnTo>
                    <a:pt x="249128" y="173773"/>
                  </a:lnTo>
                  <a:lnTo>
                    <a:pt x="241343" y="173148"/>
                  </a:lnTo>
                  <a:lnTo>
                    <a:pt x="233558" y="172593"/>
                  </a:lnTo>
                  <a:lnTo>
                    <a:pt x="225772" y="172038"/>
                  </a:lnTo>
                  <a:lnTo>
                    <a:pt x="217987" y="171568"/>
                  </a:lnTo>
                  <a:lnTo>
                    <a:pt x="210202" y="170931"/>
                  </a:lnTo>
                  <a:lnTo>
                    <a:pt x="202417" y="170853"/>
                  </a:lnTo>
                  <a:lnTo>
                    <a:pt x="194631" y="170343"/>
                  </a:lnTo>
                  <a:lnTo>
                    <a:pt x="186846" y="169771"/>
                  </a:lnTo>
                  <a:lnTo>
                    <a:pt x="179061" y="169224"/>
                  </a:lnTo>
                  <a:lnTo>
                    <a:pt x="171275" y="168687"/>
                  </a:lnTo>
                  <a:lnTo>
                    <a:pt x="163490" y="168225"/>
                  </a:lnTo>
                  <a:lnTo>
                    <a:pt x="155705" y="167617"/>
                  </a:lnTo>
                  <a:lnTo>
                    <a:pt x="147920" y="167089"/>
                  </a:lnTo>
                  <a:lnTo>
                    <a:pt x="140134" y="166782"/>
                  </a:lnTo>
                  <a:lnTo>
                    <a:pt x="132349" y="167381"/>
                  </a:lnTo>
                  <a:lnTo>
                    <a:pt x="124564" y="167317"/>
                  </a:lnTo>
                  <a:lnTo>
                    <a:pt x="116779" y="166449"/>
                  </a:lnTo>
                  <a:lnTo>
                    <a:pt x="108993" y="165824"/>
                  </a:lnTo>
                  <a:lnTo>
                    <a:pt x="101208" y="165909"/>
                  </a:lnTo>
                  <a:lnTo>
                    <a:pt x="93423" y="165167"/>
                  </a:lnTo>
                  <a:lnTo>
                    <a:pt x="85637" y="164740"/>
                  </a:lnTo>
                  <a:lnTo>
                    <a:pt x="77852" y="164504"/>
                  </a:lnTo>
                  <a:lnTo>
                    <a:pt x="70067" y="164068"/>
                  </a:lnTo>
                  <a:lnTo>
                    <a:pt x="62282" y="164052"/>
                  </a:lnTo>
                  <a:lnTo>
                    <a:pt x="54496" y="163835"/>
                  </a:lnTo>
                  <a:lnTo>
                    <a:pt x="46711" y="163606"/>
                  </a:lnTo>
                  <a:lnTo>
                    <a:pt x="38926" y="163188"/>
                  </a:lnTo>
                  <a:lnTo>
                    <a:pt x="31141" y="162810"/>
                  </a:lnTo>
                  <a:lnTo>
                    <a:pt x="23355" y="162538"/>
                  </a:lnTo>
                  <a:lnTo>
                    <a:pt x="15570" y="162322"/>
                  </a:lnTo>
                  <a:lnTo>
                    <a:pt x="7785" y="162077"/>
                  </a:lnTo>
                  <a:lnTo>
                    <a:pt x="0" y="161939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9" name="pl218"/>
            <p:cNvSpPr/>
            <p:nvPr/>
          </p:nvSpPr>
          <p:spPr>
            <a:xfrm>
              <a:off x="6049435" y="2516029"/>
              <a:ext cx="2016385" cy="80726"/>
            </a:xfrm>
            <a:custGeom>
              <a:avLst/>
              <a:pathLst>
                <a:path w="2016385" h="80726">
                  <a:moveTo>
                    <a:pt x="0" y="0"/>
                  </a:moveTo>
                  <a:lnTo>
                    <a:pt x="7785" y="724"/>
                  </a:lnTo>
                  <a:lnTo>
                    <a:pt x="15570" y="1459"/>
                  </a:lnTo>
                  <a:lnTo>
                    <a:pt x="23355" y="2398"/>
                  </a:lnTo>
                  <a:lnTo>
                    <a:pt x="31141" y="3394"/>
                  </a:lnTo>
                  <a:lnTo>
                    <a:pt x="38926" y="4398"/>
                  </a:lnTo>
                  <a:lnTo>
                    <a:pt x="46711" y="4776"/>
                  </a:lnTo>
                  <a:lnTo>
                    <a:pt x="54496" y="5260"/>
                  </a:lnTo>
                  <a:lnTo>
                    <a:pt x="62282" y="5955"/>
                  </a:lnTo>
                  <a:lnTo>
                    <a:pt x="70067" y="6563"/>
                  </a:lnTo>
                  <a:lnTo>
                    <a:pt x="77852" y="7345"/>
                  </a:lnTo>
                  <a:lnTo>
                    <a:pt x="85637" y="8079"/>
                  </a:lnTo>
                  <a:lnTo>
                    <a:pt x="93423" y="8527"/>
                  </a:lnTo>
                  <a:lnTo>
                    <a:pt x="101208" y="8979"/>
                  </a:lnTo>
                  <a:lnTo>
                    <a:pt x="108993" y="9437"/>
                  </a:lnTo>
                  <a:lnTo>
                    <a:pt x="116779" y="9972"/>
                  </a:lnTo>
                  <a:lnTo>
                    <a:pt x="124564" y="10342"/>
                  </a:lnTo>
                  <a:lnTo>
                    <a:pt x="132349" y="10907"/>
                  </a:lnTo>
                  <a:lnTo>
                    <a:pt x="140134" y="11662"/>
                  </a:lnTo>
                  <a:lnTo>
                    <a:pt x="147920" y="12308"/>
                  </a:lnTo>
                  <a:lnTo>
                    <a:pt x="155705" y="13018"/>
                  </a:lnTo>
                  <a:lnTo>
                    <a:pt x="163490" y="13458"/>
                  </a:lnTo>
                  <a:lnTo>
                    <a:pt x="171275" y="14136"/>
                  </a:lnTo>
                  <a:lnTo>
                    <a:pt x="179061" y="14758"/>
                  </a:lnTo>
                  <a:lnTo>
                    <a:pt x="186846" y="15377"/>
                  </a:lnTo>
                  <a:lnTo>
                    <a:pt x="194631" y="16062"/>
                  </a:lnTo>
                  <a:lnTo>
                    <a:pt x="202417" y="16751"/>
                  </a:lnTo>
                  <a:lnTo>
                    <a:pt x="210202" y="17441"/>
                  </a:lnTo>
                  <a:lnTo>
                    <a:pt x="217987" y="17663"/>
                  </a:lnTo>
                  <a:lnTo>
                    <a:pt x="225772" y="18104"/>
                  </a:lnTo>
                  <a:lnTo>
                    <a:pt x="233558" y="18685"/>
                  </a:lnTo>
                  <a:lnTo>
                    <a:pt x="241343" y="19580"/>
                  </a:lnTo>
                  <a:lnTo>
                    <a:pt x="249128" y="20134"/>
                  </a:lnTo>
                  <a:lnTo>
                    <a:pt x="256913" y="20886"/>
                  </a:lnTo>
                  <a:lnTo>
                    <a:pt x="264699" y="21797"/>
                  </a:lnTo>
                  <a:lnTo>
                    <a:pt x="272484" y="22524"/>
                  </a:lnTo>
                  <a:lnTo>
                    <a:pt x="280269" y="22954"/>
                  </a:lnTo>
                  <a:lnTo>
                    <a:pt x="288055" y="23557"/>
                  </a:lnTo>
                  <a:lnTo>
                    <a:pt x="295840" y="24260"/>
                  </a:lnTo>
                  <a:lnTo>
                    <a:pt x="303625" y="24697"/>
                  </a:lnTo>
                  <a:lnTo>
                    <a:pt x="311410" y="25161"/>
                  </a:lnTo>
                  <a:lnTo>
                    <a:pt x="319196" y="26246"/>
                  </a:lnTo>
                  <a:lnTo>
                    <a:pt x="326981" y="27271"/>
                  </a:lnTo>
                  <a:lnTo>
                    <a:pt x="334766" y="27400"/>
                  </a:lnTo>
                  <a:lnTo>
                    <a:pt x="342551" y="28291"/>
                  </a:lnTo>
                  <a:lnTo>
                    <a:pt x="350337" y="29244"/>
                  </a:lnTo>
                  <a:lnTo>
                    <a:pt x="358122" y="30202"/>
                  </a:lnTo>
                  <a:lnTo>
                    <a:pt x="365907" y="30931"/>
                  </a:lnTo>
                  <a:lnTo>
                    <a:pt x="373692" y="31704"/>
                  </a:lnTo>
                  <a:lnTo>
                    <a:pt x="381478" y="32586"/>
                  </a:lnTo>
                  <a:lnTo>
                    <a:pt x="389263" y="32839"/>
                  </a:lnTo>
                  <a:lnTo>
                    <a:pt x="397048" y="33238"/>
                  </a:lnTo>
                  <a:lnTo>
                    <a:pt x="404834" y="34107"/>
                  </a:lnTo>
                  <a:lnTo>
                    <a:pt x="412619" y="34699"/>
                  </a:lnTo>
                  <a:lnTo>
                    <a:pt x="420404" y="35309"/>
                  </a:lnTo>
                  <a:lnTo>
                    <a:pt x="428189" y="36212"/>
                  </a:lnTo>
                  <a:lnTo>
                    <a:pt x="435975" y="37556"/>
                  </a:lnTo>
                  <a:lnTo>
                    <a:pt x="443760" y="38360"/>
                  </a:lnTo>
                  <a:lnTo>
                    <a:pt x="451545" y="39068"/>
                  </a:lnTo>
                  <a:lnTo>
                    <a:pt x="459330" y="39758"/>
                  </a:lnTo>
                  <a:lnTo>
                    <a:pt x="467116" y="40452"/>
                  </a:lnTo>
                  <a:lnTo>
                    <a:pt x="474901" y="41234"/>
                  </a:lnTo>
                  <a:lnTo>
                    <a:pt x="482686" y="41878"/>
                  </a:lnTo>
                  <a:lnTo>
                    <a:pt x="490472" y="42491"/>
                  </a:lnTo>
                  <a:lnTo>
                    <a:pt x="498257" y="42969"/>
                  </a:lnTo>
                  <a:lnTo>
                    <a:pt x="506042" y="43457"/>
                  </a:lnTo>
                  <a:lnTo>
                    <a:pt x="513827" y="44049"/>
                  </a:lnTo>
                  <a:lnTo>
                    <a:pt x="521613" y="44452"/>
                  </a:lnTo>
                  <a:lnTo>
                    <a:pt x="529398" y="45232"/>
                  </a:lnTo>
                  <a:lnTo>
                    <a:pt x="537183" y="45369"/>
                  </a:lnTo>
                  <a:lnTo>
                    <a:pt x="544968" y="45292"/>
                  </a:lnTo>
                  <a:lnTo>
                    <a:pt x="552754" y="45230"/>
                  </a:lnTo>
                  <a:lnTo>
                    <a:pt x="560539" y="45829"/>
                  </a:lnTo>
                  <a:lnTo>
                    <a:pt x="568324" y="46055"/>
                  </a:lnTo>
                  <a:lnTo>
                    <a:pt x="576110" y="46969"/>
                  </a:lnTo>
                  <a:lnTo>
                    <a:pt x="583895" y="48099"/>
                  </a:lnTo>
                  <a:lnTo>
                    <a:pt x="591680" y="48448"/>
                  </a:lnTo>
                  <a:lnTo>
                    <a:pt x="599465" y="49133"/>
                  </a:lnTo>
                  <a:lnTo>
                    <a:pt x="607251" y="49460"/>
                  </a:lnTo>
                  <a:lnTo>
                    <a:pt x="615036" y="49833"/>
                  </a:lnTo>
                  <a:lnTo>
                    <a:pt x="622821" y="50519"/>
                  </a:lnTo>
                  <a:lnTo>
                    <a:pt x="630606" y="50947"/>
                  </a:lnTo>
                  <a:lnTo>
                    <a:pt x="638392" y="51379"/>
                  </a:lnTo>
                  <a:lnTo>
                    <a:pt x="646177" y="51826"/>
                  </a:lnTo>
                  <a:lnTo>
                    <a:pt x="653962" y="52666"/>
                  </a:lnTo>
                  <a:lnTo>
                    <a:pt x="661747" y="53175"/>
                  </a:lnTo>
                  <a:lnTo>
                    <a:pt x="669533" y="53607"/>
                  </a:lnTo>
                  <a:lnTo>
                    <a:pt x="677318" y="53942"/>
                  </a:lnTo>
                  <a:lnTo>
                    <a:pt x="685103" y="54297"/>
                  </a:lnTo>
                  <a:lnTo>
                    <a:pt x="692889" y="54672"/>
                  </a:lnTo>
                  <a:lnTo>
                    <a:pt x="700674" y="55051"/>
                  </a:lnTo>
                  <a:lnTo>
                    <a:pt x="708459" y="55357"/>
                  </a:lnTo>
                  <a:lnTo>
                    <a:pt x="716244" y="55797"/>
                  </a:lnTo>
                  <a:lnTo>
                    <a:pt x="724030" y="56123"/>
                  </a:lnTo>
                  <a:lnTo>
                    <a:pt x="731815" y="56695"/>
                  </a:lnTo>
                  <a:lnTo>
                    <a:pt x="739600" y="57187"/>
                  </a:lnTo>
                  <a:lnTo>
                    <a:pt x="747385" y="57587"/>
                  </a:lnTo>
                  <a:lnTo>
                    <a:pt x="755171" y="58036"/>
                  </a:lnTo>
                  <a:lnTo>
                    <a:pt x="762956" y="58485"/>
                  </a:lnTo>
                  <a:lnTo>
                    <a:pt x="770741" y="58939"/>
                  </a:lnTo>
                  <a:lnTo>
                    <a:pt x="778527" y="59319"/>
                  </a:lnTo>
                  <a:lnTo>
                    <a:pt x="786312" y="59907"/>
                  </a:lnTo>
                  <a:lnTo>
                    <a:pt x="794097" y="60487"/>
                  </a:lnTo>
                  <a:lnTo>
                    <a:pt x="801882" y="60909"/>
                  </a:lnTo>
                  <a:lnTo>
                    <a:pt x="809668" y="61613"/>
                  </a:lnTo>
                  <a:lnTo>
                    <a:pt x="817453" y="62160"/>
                  </a:lnTo>
                  <a:lnTo>
                    <a:pt x="825238" y="62182"/>
                  </a:lnTo>
                  <a:lnTo>
                    <a:pt x="833023" y="62606"/>
                  </a:lnTo>
                  <a:lnTo>
                    <a:pt x="840809" y="63058"/>
                  </a:lnTo>
                  <a:lnTo>
                    <a:pt x="848594" y="63670"/>
                  </a:lnTo>
                  <a:lnTo>
                    <a:pt x="856379" y="64343"/>
                  </a:lnTo>
                  <a:lnTo>
                    <a:pt x="864165" y="65017"/>
                  </a:lnTo>
                  <a:lnTo>
                    <a:pt x="871950" y="65506"/>
                  </a:lnTo>
                  <a:lnTo>
                    <a:pt x="879735" y="65424"/>
                  </a:lnTo>
                  <a:lnTo>
                    <a:pt x="887520" y="65841"/>
                  </a:lnTo>
                  <a:lnTo>
                    <a:pt x="895306" y="66305"/>
                  </a:lnTo>
                  <a:lnTo>
                    <a:pt x="903091" y="66655"/>
                  </a:lnTo>
                  <a:lnTo>
                    <a:pt x="910876" y="66738"/>
                  </a:lnTo>
                  <a:lnTo>
                    <a:pt x="918661" y="67218"/>
                  </a:lnTo>
                  <a:lnTo>
                    <a:pt x="926447" y="67767"/>
                  </a:lnTo>
                  <a:lnTo>
                    <a:pt x="934232" y="68194"/>
                  </a:lnTo>
                  <a:lnTo>
                    <a:pt x="942017" y="68370"/>
                  </a:lnTo>
                  <a:lnTo>
                    <a:pt x="949802" y="68490"/>
                  </a:lnTo>
                  <a:lnTo>
                    <a:pt x="957588" y="68994"/>
                  </a:lnTo>
                  <a:lnTo>
                    <a:pt x="965373" y="69633"/>
                  </a:lnTo>
                  <a:lnTo>
                    <a:pt x="973158" y="69991"/>
                  </a:lnTo>
                  <a:lnTo>
                    <a:pt x="980944" y="70250"/>
                  </a:lnTo>
                  <a:lnTo>
                    <a:pt x="988729" y="70511"/>
                  </a:lnTo>
                  <a:lnTo>
                    <a:pt x="996514" y="70379"/>
                  </a:lnTo>
                  <a:lnTo>
                    <a:pt x="1004299" y="70672"/>
                  </a:lnTo>
                  <a:lnTo>
                    <a:pt x="1012085" y="71378"/>
                  </a:lnTo>
                  <a:lnTo>
                    <a:pt x="1019870" y="71668"/>
                  </a:lnTo>
                  <a:lnTo>
                    <a:pt x="1027655" y="71908"/>
                  </a:lnTo>
                  <a:lnTo>
                    <a:pt x="1035440" y="71930"/>
                  </a:lnTo>
                  <a:lnTo>
                    <a:pt x="1043226" y="72342"/>
                  </a:lnTo>
                  <a:lnTo>
                    <a:pt x="1051011" y="72801"/>
                  </a:lnTo>
                  <a:lnTo>
                    <a:pt x="1058796" y="73094"/>
                  </a:lnTo>
                  <a:lnTo>
                    <a:pt x="1066582" y="73500"/>
                  </a:lnTo>
                  <a:lnTo>
                    <a:pt x="1074367" y="73831"/>
                  </a:lnTo>
                  <a:lnTo>
                    <a:pt x="1082152" y="74371"/>
                  </a:lnTo>
                  <a:lnTo>
                    <a:pt x="1089937" y="74241"/>
                  </a:lnTo>
                  <a:lnTo>
                    <a:pt x="1097723" y="74911"/>
                  </a:lnTo>
                  <a:lnTo>
                    <a:pt x="1105508" y="74818"/>
                  </a:lnTo>
                  <a:lnTo>
                    <a:pt x="1113293" y="74942"/>
                  </a:lnTo>
                  <a:lnTo>
                    <a:pt x="1121078" y="75290"/>
                  </a:lnTo>
                  <a:lnTo>
                    <a:pt x="1128864" y="75557"/>
                  </a:lnTo>
                  <a:lnTo>
                    <a:pt x="1136649" y="75553"/>
                  </a:lnTo>
                  <a:lnTo>
                    <a:pt x="1144434" y="75549"/>
                  </a:lnTo>
                  <a:lnTo>
                    <a:pt x="1152220" y="75552"/>
                  </a:lnTo>
                  <a:lnTo>
                    <a:pt x="1160005" y="75726"/>
                  </a:lnTo>
                  <a:lnTo>
                    <a:pt x="1167790" y="76240"/>
                  </a:lnTo>
                  <a:lnTo>
                    <a:pt x="1175575" y="76256"/>
                  </a:lnTo>
                  <a:lnTo>
                    <a:pt x="1183361" y="76095"/>
                  </a:lnTo>
                  <a:lnTo>
                    <a:pt x="1191146" y="76058"/>
                  </a:lnTo>
                  <a:lnTo>
                    <a:pt x="1198931" y="75952"/>
                  </a:lnTo>
                  <a:lnTo>
                    <a:pt x="1206716" y="76366"/>
                  </a:lnTo>
                  <a:lnTo>
                    <a:pt x="1214502" y="76272"/>
                  </a:lnTo>
                  <a:lnTo>
                    <a:pt x="1222287" y="76164"/>
                  </a:lnTo>
                  <a:lnTo>
                    <a:pt x="1230072" y="76503"/>
                  </a:lnTo>
                  <a:lnTo>
                    <a:pt x="1237857" y="76850"/>
                  </a:lnTo>
                  <a:lnTo>
                    <a:pt x="1245643" y="77203"/>
                  </a:lnTo>
                  <a:lnTo>
                    <a:pt x="1253428" y="77564"/>
                  </a:lnTo>
                  <a:lnTo>
                    <a:pt x="1261213" y="77925"/>
                  </a:lnTo>
                  <a:lnTo>
                    <a:pt x="1268999" y="78287"/>
                  </a:lnTo>
                  <a:lnTo>
                    <a:pt x="1276784" y="78541"/>
                  </a:lnTo>
                  <a:lnTo>
                    <a:pt x="1284569" y="78468"/>
                  </a:lnTo>
                  <a:lnTo>
                    <a:pt x="1292354" y="78673"/>
                  </a:lnTo>
                  <a:lnTo>
                    <a:pt x="1300140" y="79060"/>
                  </a:lnTo>
                  <a:lnTo>
                    <a:pt x="1307925" y="79029"/>
                  </a:lnTo>
                  <a:lnTo>
                    <a:pt x="1315710" y="79399"/>
                  </a:lnTo>
                  <a:lnTo>
                    <a:pt x="1323495" y="79768"/>
                  </a:lnTo>
                  <a:lnTo>
                    <a:pt x="1331281" y="79589"/>
                  </a:lnTo>
                  <a:lnTo>
                    <a:pt x="1339066" y="79329"/>
                  </a:lnTo>
                  <a:lnTo>
                    <a:pt x="1346851" y="79079"/>
                  </a:lnTo>
                  <a:lnTo>
                    <a:pt x="1354637" y="78828"/>
                  </a:lnTo>
                  <a:lnTo>
                    <a:pt x="1362422" y="78968"/>
                  </a:lnTo>
                  <a:lnTo>
                    <a:pt x="1370207" y="78574"/>
                  </a:lnTo>
                  <a:lnTo>
                    <a:pt x="1377992" y="78090"/>
                  </a:lnTo>
                  <a:lnTo>
                    <a:pt x="1385778" y="77961"/>
                  </a:lnTo>
                  <a:lnTo>
                    <a:pt x="1393563" y="78061"/>
                  </a:lnTo>
                  <a:lnTo>
                    <a:pt x="1401348" y="78162"/>
                  </a:lnTo>
                  <a:lnTo>
                    <a:pt x="1409133" y="78266"/>
                  </a:lnTo>
                  <a:lnTo>
                    <a:pt x="1416919" y="78371"/>
                  </a:lnTo>
                  <a:lnTo>
                    <a:pt x="1424704" y="78277"/>
                  </a:lnTo>
                  <a:lnTo>
                    <a:pt x="1432489" y="78117"/>
                  </a:lnTo>
                  <a:lnTo>
                    <a:pt x="1440275" y="77966"/>
                  </a:lnTo>
                  <a:lnTo>
                    <a:pt x="1448060" y="77818"/>
                  </a:lnTo>
                  <a:lnTo>
                    <a:pt x="1455845" y="77875"/>
                  </a:lnTo>
                  <a:lnTo>
                    <a:pt x="1463630" y="77824"/>
                  </a:lnTo>
                  <a:lnTo>
                    <a:pt x="1471416" y="77487"/>
                  </a:lnTo>
                  <a:lnTo>
                    <a:pt x="1479201" y="77178"/>
                  </a:lnTo>
                  <a:lnTo>
                    <a:pt x="1486986" y="77013"/>
                  </a:lnTo>
                  <a:lnTo>
                    <a:pt x="1494771" y="76849"/>
                  </a:lnTo>
                  <a:lnTo>
                    <a:pt x="1502557" y="76695"/>
                  </a:lnTo>
                  <a:lnTo>
                    <a:pt x="1510342" y="76779"/>
                  </a:lnTo>
                  <a:lnTo>
                    <a:pt x="1518127" y="76889"/>
                  </a:lnTo>
                  <a:lnTo>
                    <a:pt x="1525912" y="76999"/>
                  </a:lnTo>
                  <a:lnTo>
                    <a:pt x="1533698" y="77110"/>
                  </a:lnTo>
                  <a:lnTo>
                    <a:pt x="1541483" y="77224"/>
                  </a:lnTo>
                  <a:lnTo>
                    <a:pt x="1549268" y="77340"/>
                  </a:lnTo>
                  <a:lnTo>
                    <a:pt x="1557054" y="77456"/>
                  </a:lnTo>
                  <a:lnTo>
                    <a:pt x="1564839" y="77573"/>
                  </a:lnTo>
                  <a:lnTo>
                    <a:pt x="1572624" y="77689"/>
                  </a:lnTo>
                  <a:lnTo>
                    <a:pt x="1580409" y="77805"/>
                  </a:lnTo>
                  <a:lnTo>
                    <a:pt x="1588195" y="77927"/>
                  </a:lnTo>
                  <a:lnTo>
                    <a:pt x="1595980" y="78053"/>
                  </a:lnTo>
                  <a:lnTo>
                    <a:pt x="1603765" y="78178"/>
                  </a:lnTo>
                  <a:lnTo>
                    <a:pt x="1611550" y="78166"/>
                  </a:lnTo>
                  <a:lnTo>
                    <a:pt x="1619336" y="78359"/>
                  </a:lnTo>
                  <a:lnTo>
                    <a:pt x="1627121" y="78534"/>
                  </a:lnTo>
                  <a:lnTo>
                    <a:pt x="1634906" y="78649"/>
                  </a:lnTo>
                  <a:lnTo>
                    <a:pt x="1642692" y="78773"/>
                  </a:lnTo>
                  <a:lnTo>
                    <a:pt x="1650477" y="78774"/>
                  </a:lnTo>
                  <a:lnTo>
                    <a:pt x="1658262" y="78990"/>
                  </a:lnTo>
                  <a:lnTo>
                    <a:pt x="1666047" y="78749"/>
                  </a:lnTo>
                  <a:lnTo>
                    <a:pt x="1673833" y="78622"/>
                  </a:lnTo>
                  <a:lnTo>
                    <a:pt x="1681618" y="78570"/>
                  </a:lnTo>
                  <a:lnTo>
                    <a:pt x="1689403" y="78521"/>
                  </a:lnTo>
                  <a:lnTo>
                    <a:pt x="1697188" y="78462"/>
                  </a:lnTo>
                  <a:lnTo>
                    <a:pt x="1704974" y="78420"/>
                  </a:lnTo>
                  <a:lnTo>
                    <a:pt x="1712759" y="78544"/>
                  </a:lnTo>
                  <a:lnTo>
                    <a:pt x="1720544" y="78835"/>
                  </a:lnTo>
                  <a:lnTo>
                    <a:pt x="1728330" y="78909"/>
                  </a:lnTo>
                  <a:lnTo>
                    <a:pt x="1736115" y="79042"/>
                  </a:lnTo>
                  <a:lnTo>
                    <a:pt x="1743900" y="79534"/>
                  </a:lnTo>
                  <a:lnTo>
                    <a:pt x="1751685" y="80019"/>
                  </a:lnTo>
                  <a:lnTo>
                    <a:pt x="1759471" y="80312"/>
                  </a:lnTo>
                  <a:lnTo>
                    <a:pt x="1767256" y="80531"/>
                  </a:lnTo>
                  <a:lnTo>
                    <a:pt x="1775041" y="80726"/>
                  </a:lnTo>
                  <a:lnTo>
                    <a:pt x="1782826" y="80448"/>
                  </a:lnTo>
                  <a:lnTo>
                    <a:pt x="1790612" y="79691"/>
                  </a:lnTo>
                  <a:lnTo>
                    <a:pt x="1798397" y="78936"/>
                  </a:lnTo>
                  <a:lnTo>
                    <a:pt x="1806182" y="78576"/>
                  </a:lnTo>
                  <a:lnTo>
                    <a:pt x="1813967" y="78545"/>
                  </a:lnTo>
                  <a:lnTo>
                    <a:pt x="1821753" y="78514"/>
                  </a:lnTo>
                  <a:lnTo>
                    <a:pt x="1829538" y="78483"/>
                  </a:lnTo>
                  <a:lnTo>
                    <a:pt x="1837323" y="78534"/>
                  </a:lnTo>
                  <a:lnTo>
                    <a:pt x="1845109" y="78598"/>
                  </a:lnTo>
                  <a:lnTo>
                    <a:pt x="1852894" y="78661"/>
                  </a:lnTo>
                  <a:lnTo>
                    <a:pt x="1860679" y="78724"/>
                  </a:lnTo>
                  <a:lnTo>
                    <a:pt x="1868464" y="78788"/>
                  </a:lnTo>
                  <a:lnTo>
                    <a:pt x="1876250" y="78851"/>
                  </a:lnTo>
                  <a:lnTo>
                    <a:pt x="1884035" y="78915"/>
                  </a:lnTo>
                  <a:lnTo>
                    <a:pt x="1891820" y="78978"/>
                  </a:lnTo>
                  <a:lnTo>
                    <a:pt x="1899605" y="79042"/>
                  </a:lnTo>
                  <a:lnTo>
                    <a:pt x="1907391" y="79105"/>
                  </a:lnTo>
                  <a:lnTo>
                    <a:pt x="1915176" y="79169"/>
                  </a:lnTo>
                  <a:lnTo>
                    <a:pt x="1922961" y="79232"/>
                  </a:lnTo>
                  <a:lnTo>
                    <a:pt x="1930747" y="79296"/>
                  </a:lnTo>
                  <a:lnTo>
                    <a:pt x="1938532" y="79359"/>
                  </a:lnTo>
                  <a:lnTo>
                    <a:pt x="1946317" y="79423"/>
                  </a:lnTo>
                  <a:lnTo>
                    <a:pt x="1954102" y="79486"/>
                  </a:lnTo>
                  <a:lnTo>
                    <a:pt x="1961888" y="79550"/>
                  </a:lnTo>
                  <a:lnTo>
                    <a:pt x="1969673" y="79614"/>
                  </a:lnTo>
                  <a:lnTo>
                    <a:pt x="1977458" y="79677"/>
                  </a:lnTo>
                  <a:lnTo>
                    <a:pt x="1985243" y="79743"/>
                  </a:lnTo>
                  <a:lnTo>
                    <a:pt x="1993029" y="79809"/>
                  </a:lnTo>
                  <a:lnTo>
                    <a:pt x="2000814" y="79876"/>
                  </a:lnTo>
                  <a:lnTo>
                    <a:pt x="2008599" y="79937"/>
                  </a:lnTo>
                  <a:lnTo>
                    <a:pt x="2016385" y="79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0" name="pl219"/>
            <p:cNvSpPr/>
            <p:nvPr/>
          </p:nvSpPr>
          <p:spPr>
            <a:xfrm>
              <a:off x="6049435" y="2677969"/>
              <a:ext cx="2016385" cy="281397"/>
            </a:xfrm>
            <a:custGeom>
              <a:avLst/>
              <a:pathLst>
                <a:path w="2016385" h="281397">
                  <a:moveTo>
                    <a:pt x="2016385" y="281397"/>
                  </a:moveTo>
                  <a:lnTo>
                    <a:pt x="2008599" y="280172"/>
                  </a:lnTo>
                  <a:lnTo>
                    <a:pt x="2000814" y="279009"/>
                  </a:lnTo>
                  <a:lnTo>
                    <a:pt x="1993029" y="277810"/>
                  </a:lnTo>
                  <a:lnTo>
                    <a:pt x="1985243" y="276676"/>
                  </a:lnTo>
                  <a:lnTo>
                    <a:pt x="1977458" y="275503"/>
                  </a:lnTo>
                  <a:lnTo>
                    <a:pt x="1969673" y="274325"/>
                  </a:lnTo>
                  <a:lnTo>
                    <a:pt x="1961888" y="273217"/>
                  </a:lnTo>
                  <a:lnTo>
                    <a:pt x="1954102" y="272147"/>
                  </a:lnTo>
                  <a:lnTo>
                    <a:pt x="1946317" y="271070"/>
                  </a:lnTo>
                  <a:lnTo>
                    <a:pt x="1938532" y="269980"/>
                  </a:lnTo>
                  <a:lnTo>
                    <a:pt x="1930747" y="268885"/>
                  </a:lnTo>
                  <a:lnTo>
                    <a:pt x="1922961" y="267785"/>
                  </a:lnTo>
                  <a:lnTo>
                    <a:pt x="1915176" y="266460"/>
                  </a:lnTo>
                  <a:lnTo>
                    <a:pt x="1907391" y="265078"/>
                  </a:lnTo>
                  <a:lnTo>
                    <a:pt x="1899605" y="263684"/>
                  </a:lnTo>
                  <a:lnTo>
                    <a:pt x="1891820" y="262310"/>
                  </a:lnTo>
                  <a:lnTo>
                    <a:pt x="1884035" y="261172"/>
                  </a:lnTo>
                  <a:lnTo>
                    <a:pt x="1876250" y="260028"/>
                  </a:lnTo>
                  <a:lnTo>
                    <a:pt x="1868464" y="258864"/>
                  </a:lnTo>
                  <a:lnTo>
                    <a:pt x="1860679" y="257298"/>
                  </a:lnTo>
                  <a:lnTo>
                    <a:pt x="1852894" y="255793"/>
                  </a:lnTo>
                  <a:lnTo>
                    <a:pt x="1845109" y="254509"/>
                  </a:lnTo>
                  <a:lnTo>
                    <a:pt x="1837323" y="253213"/>
                  </a:lnTo>
                  <a:lnTo>
                    <a:pt x="1829538" y="251994"/>
                  </a:lnTo>
                  <a:lnTo>
                    <a:pt x="1821753" y="250897"/>
                  </a:lnTo>
                  <a:lnTo>
                    <a:pt x="1813967" y="249424"/>
                  </a:lnTo>
                  <a:lnTo>
                    <a:pt x="1806182" y="248072"/>
                  </a:lnTo>
                  <a:lnTo>
                    <a:pt x="1798397" y="247114"/>
                  </a:lnTo>
                  <a:lnTo>
                    <a:pt x="1790612" y="246152"/>
                  </a:lnTo>
                  <a:lnTo>
                    <a:pt x="1782826" y="245187"/>
                  </a:lnTo>
                  <a:lnTo>
                    <a:pt x="1775041" y="244219"/>
                  </a:lnTo>
                  <a:lnTo>
                    <a:pt x="1767256" y="242653"/>
                  </a:lnTo>
                  <a:lnTo>
                    <a:pt x="1759471" y="241019"/>
                  </a:lnTo>
                  <a:lnTo>
                    <a:pt x="1751685" y="239376"/>
                  </a:lnTo>
                  <a:lnTo>
                    <a:pt x="1743900" y="237722"/>
                  </a:lnTo>
                  <a:lnTo>
                    <a:pt x="1736115" y="236058"/>
                  </a:lnTo>
                  <a:lnTo>
                    <a:pt x="1728330" y="234501"/>
                  </a:lnTo>
                  <a:lnTo>
                    <a:pt x="1720544" y="233112"/>
                  </a:lnTo>
                  <a:lnTo>
                    <a:pt x="1712759" y="231717"/>
                  </a:lnTo>
                  <a:lnTo>
                    <a:pt x="1704974" y="230316"/>
                  </a:lnTo>
                  <a:lnTo>
                    <a:pt x="1697188" y="229152"/>
                  </a:lnTo>
                  <a:lnTo>
                    <a:pt x="1689403" y="228021"/>
                  </a:lnTo>
                  <a:lnTo>
                    <a:pt x="1681618" y="226886"/>
                  </a:lnTo>
                  <a:lnTo>
                    <a:pt x="1673833" y="225747"/>
                  </a:lnTo>
                  <a:lnTo>
                    <a:pt x="1666047" y="224304"/>
                  </a:lnTo>
                  <a:lnTo>
                    <a:pt x="1658262" y="222704"/>
                  </a:lnTo>
                  <a:lnTo>
                    <a:pt x="1650477" y="221090"/>
                  </a:lnTo>
                  <a:lnTo>
                    <a:pt x="1642692" y="219470"/>
                  </a:lnTo>
                  <a:lnTo>
                    <a:pt x="1634906" y="217911"/>
                  </a:lnTo>
                  <a:lnTo>
                    <a:pt x="1627121" y="216866"/>
                  </a:lnTo>
                  <a:lnTo>
                    <a:pt x="1619336" y="215251"/>
                  </a:lnTo>
                  <a:lnTo>
                    <a:pt x="1611550" y="213615"/>
                  </a:lnTo>
                  <a:lnTo>
                    <a:pt x="1603765" y="211973"/>
                  </a:lnTo>
                  <a:lnTo>
                    <a:pt x="1595980" y="210514"/>
                  </a:lnTo>
                  <a:lnTo>
                    <a:pt x="1588195" y="208928"/>
                  </a:lnTo>
                  <a:lnTo>
                    <a:pt x="1580409" y="207502"/>
                  </a:lnTo>
                  <a:lnTo>
                    <a:pt x="1572624" y="206070"/>
                  </a:lnTo>
                  <a:lnTo>
                    <a:pt x="1564839" y="204624"/>
                  </a:lnTo>
                  <a:lnTo>
                    <a:pt x="1557054" y="203238"/>
                  </a:lnTo>
                  <a:lnTo>
                    <a:pt x="1549268" y="202120"/>
                  </a:lnTo>
                  <a:lnTo>
                    <a:pt x="1541483" y="200543"/>
                  </a:lnTo>
                  <a:lnTo>
                    <a:pt x="1533698" y="199058"/>
                  </a:lnTo>
                  <a:lnTo>
                    <a:pt x="1525912" y="197911"/>
                  </a:lnTo>
                  <a:lnTo>
                    <a:pt x="1518127" y="196761"/>
                  </a:lnTo>
                  <a:lnTo>
                    <a:pt x="1510342" y="195609"/>
                  </a:lnTo>
                  <a:lnTo>
                    <a:pt x="1502557" y="194454"/>
                  </a:lnTo>
                  <a:lnTo>
                    <a:pt x="1494771" y="193296"/>
                  </a:lnTo>
                  <a:lnTo>
                    <a:pt x="1486986" y="192128"/>
                  </a:lnTo>
                  <a:lnTo>
                    <a:pt x="1479201" y="190950"/>
                  </a:lnTo>
                  <a:lnTo>
                    <a:pt x="1471416" y="189414"/>
                  </a:lnTo>
                  <a:lnTo>
                    <a:pt x="1463630" y="187674"/>
                  </a:lnTo>
                  <a:lnTo>
                    <a:pt x="1455845" y="185928"/>
                  </a:lnTo>
                  <a:lnTo>
                    <a:pt x="1448060" y="184293"/>
                  </a:lnTo>
                  <a:lnTo>
                    <a:pt x="1440275" y="182960"/>
                  </a:lnTo>
                  <a:lnTo>
                    <a:pt x="1432489" y="181624"/>
                  </a:lnTo>
                  <a:lnTo>
                    <a:pt x="1424704" y="179937"/>
                  </a:lnTo>
                  <a:lnTo>
                    <a:pt x="1416919" y="178053"/>
                  </a:lnTo>
                  <a:lnTo>
                    <a:pt x="1409133" y="176309"/>
                  </a:lnTo>
                  <a:lnTo>
                    <a:pt x="1401348" y="174451"/>
                  </a:lnTo>
                  <a:lnTo>
                    <a:pt x="1393563" y="172687"/>
                  </a:lnTo>
                  <a:lnTo>
                    <a:pt x="1385778" y="171225"/>
                  </a:lnTo>
                  <a:lnTo>
                    <a:pt x="1377992" y="169760"/>
                  </a:lnTo>
                  <a:lnTo>
                    <a:pt x="1370207" y="168292"/>
                  </a:lnTo>
                  <a:lnTo>
                    <a:pt x="1362422" y="166973"/>
                  </a:lnTo>
                  <a:lnTo>
                    <a:pt x="1354637" y="166142"/>
                  </a:lnTo>
                  <a:lnTo>
                    <a:pt x="1346851" y="165302"/>
                  </a:lnTo>
                  <a:lnTo>
                    <a:pt x="1339066" y="164083"/>
                  </a:lnTo>
                  <a:lnTo>
                    <a:pt x="1331281" y="161996"/>
                  </a:lnTo>
                  <a:lnTo>
                    <a:pt x="1323495" y="159875"/>
                  </a:lnTo>
                  <a:lnTo>
                    <a:pt x="1315710" y="158001"/>
                  </a:lnTo>
                  <a:lnTo>
                    <a:pt x="1307925" y="156848"/>
                  </a:lnTo>
                  <a:lnTo>
                    <a:pt x="1300140" y="154934"/>
                  </a:lnTo>
                  <a:lnTo>
                    <a:pt x="1292354" y="153371"/>
                  </a:lnTo>
                  <a:lnTo>
                    <a:pt x="1284569" y="152006"/>
                  </a:lnTo>
                  <a:lnTo>
                    <a:pt x="1276784" y="150904"/>
                  </a:lnTo>
                  <a:lnTo>
                    <a:pt x="1268999" y="149292"/>
                  </a:lnTo>
                  <a:lnTo>
                    <a:pt x="1261213" y="148240"/>
                  </a:lnTo>
                  <a:lnTo>
                    <a:pt x="1253428" y="147187"/>
                  </a:lnTo>
                  <a:lnTo>
                    <a:pt x="1245643" y="146133"/>
                  </a:lnTo>
                  <a:lnTo>
                    <a:pt x="1237857" y="145077"/>
                  </a:lnTo>
                  <a:lnTo>
                    <a:pt x="1230072" y="144017"/>
                  </a:lnTo>
                  <a:lnTo>
                    <a:pt x="1222287" y="142650"/>
                  </a:lnTo>
                  <a:lnTo>
                    <a:pt x="1214502" y="141028"/>
                  </a:lnTo>
                  <a:lnTo>
                    <a:pt x="1206716" y="139712"/>
                  </a:lnTo>
                  <a:lnTo>
                    <a:pt x="1198931" y="138562"/>
                  </a:lnTo>
                  <a:lnTo>
                    <a:pt x="1191146" y="137611"/>
                  </a:lnTo>
                  <a:lnTo>
                    <a:pt x="1183361" y="136757"/>
                  </a:lnTo>
                  <a:lnTo>
                    <a:pt x="1175575" y="135409"/>
                  </a:lnTo>
                  <a:lnTo>
                    <a:pt x="1167790" y="134312"/>
                  </a:lnTo>
                  <a:lnTo>
                    <a:pt x="1160005" y="133541"/>
                  </a:lnTo>
                  <a:lnTo>
                    <a:pt x="1152220" y="132249"/>
                  </a:lnTo>
                  <a:lnTo>
                    <a:pt x="1144434" y="130782"/>
                  </a:lnTo>
                  <a:lnTo>
                    <a:pt x="1136649" y="129084"/>
                  </a:lnTo>
                  <a:lnTo>
                    <a:pt x="1128864" y="127335"/>
                  </a:lnTo>
                  <a:lnTo>
                    <a:pt x="1121078" y="125607"/>
                  </a:lnTo>
                  <a:lnTo>
                    <a:pt x="1113293" y="123867"/>
                  </a:lnTo>
                  <a:lnTo>
                    <a:pt x="1105508" y="122600"/>
                  </a:lnTo>
                  <a:lnTo>
                    <a:pt x="1097723" y="121358"/>
                  </a:lnTo>
                  <a:lnTo>
                    <a:pt x="1089937" y="119849"/>
                  </a:lnTo>
                  <a:lnTo>
                    <a:pt x="1082152" y="118775"/>
                  </a:lnTo>
                  <a:lnTo>
                    <a:pt x="1074367" y="117625"/>
                  </a:lnTo>
                  <a:lnTo>
                    <a:pt x="1066582" y="116379"/>
                  </a:lnTo>
                  <a:lnTo>
                    <a:pt x="1058796" y="115080"/>
                  </a:lnTo>
                  <a:lnTo>
                    <a:pt x="1051011" y="113543"/>
                  </a:lnTo>
                  <a:lnTo>
                    <a:pt x="1043226" y="111720"/>
                  </a:lnTo>
                  <a:lnTo>
                    <a:pt x="1035440" y="110465"/>
                  </a:lnTo>
                  <a:lnTo>
                    <a:pt x="1027655" y="108925"/>
                  </a:lnTo>
                  <a:lnTo>
                    <a:pt x="1019870" y="107387"/>
                  </a:lnTo>
                  <a:lnTo>
                    <a:pt x="1012085" y="105882"/>
                  </a:lnTo>
                  <a:lnTo>
                    <a:pt x="1004299" y="104703"/>
                  </a:lnTo>
                  <a:lnTo>
                    <a:pt x="996514" y="103513"/>
                  </a:lnTo>
                  <a:lnTo>
                    <a:pt x="988729" y="102315"/>
                  </a:lnTo>
                  <a:lnTo>
                    <a:pt x="980944" y="100546"/>
                  </a:lnTo>
                  <a:lnTo>
                    <a:pt x="973158" y="99524"/>
                  </a:lnTo>
                  <a:lnTo>
                    <a:pt x="965373" y="98100"/>
                  </a:lnTo>
                  <a:lnTo>
                    <a:pt x="957588" y="96921"/>
                  </a:lnTo>
                  <a:lnTo>
                    <a:pt x="949802" y="95778"/>
                  </a:lnTo>
                  <a:lnTo>
                    <a:pt x="942017" y="94640"/>
                  </a:lnTo>
                  <a:lnTo>
                    <a:pt x="934232" y="93158"/>
                  </a:lnTo>
                  <a:lnTo>
                    <a:pt x="926447" y="91831"/>
                  </a:lnTo>
                  <a:lnTo>
                    <a:pt x="918661" y="90331"/>
                  </a:lnTo>
                  <a:lnTo>
                    <a:pt x="910876" y="88647"/>
                  </a:lnTo>
                  <a:lnTo>
                    <a:pt x="903091" y="87646"/>
                  </a:lnTo>
                  <a:lnTo>
                    <a:pt x="895306" y="86638"/>
                  </a:lnTo>
                  <a:lnTo>
                    <a:pt x="887520" y="85645"/>
                  </a:lnTo>
                  <a:lnTo>
                    <a:pt x="879735" y="84645"/>
                  </a:lnTo>
                  <a:lnTo>
                    <a:pt x="871950" y="83658"/>
                  </a:lnTo>
                  <a:lnTo>
                    <a:pt x="864165" y="82655"/>
                  </a:lnTo>
                  <a:lnTo>
                    <a:pt x="856379" y="81649"/>
                  </a:lnTo>
                  <a:lnTo>
                    <a:pt x="848594" y="80641"/>
                  </a:lnTo>
                  <a:lnTo>
                    <a:pt x="840809" y="79058"/>
                  </a:lnTo>
                  <a:lnTo>
                    <a:pt x="833023" y="77469"/>
                  </a:lnTo>
                  <a:lnTo>
                    <a:pt x="825238" y="75990"/>
                  </a:lnTo>
                  <a:lnTo>
                    <a:pt x="817453" y="74780"/>
                  </a:lnTo>
                  <a:lnTo>
                    <a:pt x="809668" y="73008"/>
                  </a:lnTo>
                  <a:lnTo>
                    <a:pt x="801882" y="71642"/>
                  </a:lnTo>
                  <a:lnTo>
                    <a:pt x="794097" y="70486"/>
                  </a:lnTo>
                  <a:lnTo>
                    <a:pt x="786312" y="69205"/>
                  </a:lnTo>
                  <a:lnTo>
                    <a:pt x="778527" y="68165"/>
                  </a:lnTo>
                  <a:lnTo>
                    <a:pt x="770741" y="67143"/>
                  </a:lnTo>
                  <a:lnTo>
                    <a:pt x="762956" y="65848"/>
                  </a:lnTo>
                  <a:lnTo>
                    <a:pt x="755171" y="64434"/>
                  </a:lnTo>
                  <a:lnTo>
                    <a:pt x="747385" y="63082"/>
                  </a:lnTo>
                  <a:lnTo>
                    <a:pt x="739600" y="62185"/>
                  </a:lnTo>
                  <a:lnTo>
                    <a:pt x="731815" y="61378"/>
                  </a:lnTo>
                  <a:lnTo>
                    <a:pt x="724030" y="60962"/>
                  </a:lnTo>
                  <a:lnTo>
                    <a:pt x="716244" y="59625"/>
                  </a:lnTo>
                  <a:lnTo>
                    <a:pt x="708459" y="58491"/>
                  </a:lnTo>
                  <a:lnTo>
                    <a:pt x="700674" y="57624"/>
                  </a:lnTo>
                  <a:lnTo>
                    <a:pt x="692889" y="56704"/>
                  </a:lnTo>
                  <a:lnTo>
                    <a:pt x="685103" y="55863"/>
                  </a:lnTo>
                  <a:lnTo>
                    <a:pt x="677318" y="54690"/>
                  </a:lnTo>
                  <a:lnTo>
                    <a:pt x="669533" y="53517"/>
                  </a:lnTo>
                  <a:lnTo>
                    <a:pt x="661747" y="52763"/>
                  </a:lnTo>
                  <a:lnTo>
                    <a:pt x="653962" y="52001"/>
                  </a:lnTo>
                  <a:lnTo>
                    <a:pt x="646177" y="51587"/>
                  </a:lnTo>
                  <a:lnTo>
                    <a:pt x="638392" y="50458"/>
                  </a:lnTo>
                  <a:lnTo>
                    <a:pt x="630606" y="49278"/>
                  </a:lnTo>
                  <a:lnTo>
                    <a:pt x="622821" y="47889"/>
                  </a:lnTo>
                  <a:lnTo>
                    <a:pt x="615036" y="46851"/>
                  </a:lnTo>
                  <a:lnTo>
                    <a:pt x="607251" y="45968"/>
                  </a:lnTo>
                  <a:lnTo>
                    <a:pt x="599465" y="45009"/>
                  </a:lnTo>
                  <a:lnTo>
                    <a:pt x="591680" y="44525"/>
                  </a:lnTo>
                  <a:lnTo>
                    <a:pt x="583895" y="44011"/>
                  </a:lnTo>
                  <a:lnTo>
                    <a:pt x="576110" y="43387"/>
                  </a:lnTo>
                  <a:lnTo>
                    <a:pt x="568324" y="42579"/>
                  </a:lnTo>
                  <a:lnTo>
                    <a:pt x="560539" y="41922"/>
                  </a:lnTo>
                  <a:lnTo>
                    <a:pt x="552754" y="41347"/>
                  </a:lnTo>
                  <a:lnTo>
                    <a:pt x="544968" y="40563"/>
                  </a:lnTo>
                  <a:lnTo>
                    <a:pt x="537183" y="40154"/>
                  </a:lnTo>
                  <a:lnTo>
                    <a:pt x="529398" y="39284"/>
                  </a:lnTo>
                  <a:lnTo>
                    <a:pt x="521613" y="37948"/>
                  </a:lnTo>
                  <a:lnTo>
                    <a:pt x="513827" y="37498"/>
                  </a:lnTo>
                  <a:lnTo>
                    <a:pt x="506042" y="36615"/>
                  </a:lnTo>
                  <a:lnTo>
                    <a:pt x="498257" y="35696"/>
                  </a:lnTo>
                  <a:lnTo>
                    <a:pt x="490472" y="34344"/>
                  </a:lnTo>
                  <a:lnTo>
                    <a:pt x="482686" y="32993"/>
                  </a:lnTo>
                  <a:lnTo>
                    <a:pt x="474901" y="31643"/>
                  </a:lnTo>
                  <a:lnTo>
                    <a:pt x="467116" y="31152"/>
                  </a:lnTo>
                  <a:lnTo>
                    <a:pt x="459330" y="29996"/>
                  </a:lnTo>
                  <a:lnTo>
                    <a:pt x="451545" y="29220"/>
                  </a:lnTo>
                  <a:lnTo>
                    <a:pt x="443760" y="28589"/>
                  </a:lnTo>
                  <a:lnTo>
                    <a:pt x="435975" y="27936"/>
                  </a:lnTo>
                  <a:lnTo>
                    <a:pt x="428189" y="27293"/>
                  </a:lnTo>
                  <a:lnTo>
                    <a:pt x="420404" y="26511"/>
                  </a:lnTo>
                  <a:lnTo>
                    <a:pt x="412619" y="25310"/>
                  </a:lnTo>
                  <a:lnTo>
                    <a:pt x="404834" y="24721"/>
                  </a:lnTo>
                  <a:lnTo>
                    <a:pt x="397048" y="23811"/>
                  </a:lnTo>
                  <a:lnTo>
                    <a:pt x="389263" y="22779"/>
                  </a:lnTo>
                  <a:lnTo>
                    <a:pt x="381478" y="22154"/>
                  </a:lnTo>
                  <a:lnTo>
                    <a:pt x="373692" y="21808"/>
                  </a:lnTo>
                  <a:lnTo>
                    <a:pt x="365907" y="21625"/>
                  </a:lnTo>
                  <a:lnTo>
                    <a:pt x="358122" y="20824"/>
                  </a:lnTo>
                  <a:lnTo>
                    <a:pt x="350337" y="19989"/>
                  </a:lnTo>
                  <a:lnTo>
                    <a:pt x="342551" y="19595"/>
                  </a:lnTo>
                  <a:lnTo>
                    <a:pt x="334766" y="18692"/>
                  </a:lnTo>
                  <a:lnTo>
                    <a:pt x="326981" y="17725"/>
                  </a:lnTo>
                  <a:lnTo>
                    <a:pt x="319196" y="17133"/>
                  </a:lnTo>
                  <a:lnTo>
                    <a:pt x="311410" y="16572"/>
                  </a:lnTo>
                  <a:lnTo>
                    <a:pt x="303625" y="16011"/>
                  </a:lnTo>
                  <a:lnTo>
                    <a:pt x="295840" y="15305"/>
                  </a:lnTo>
                  <a:lnTo>
                    <a:pt x="288055" y="14547"/>
                  </a:lnTo>
                  <a:lnTo>
                    <a:pt x="280269" y="13989"/>
                  </a:lnTo>
                  <a:lnTo>
                    <a:pt x="272484" y="13619"/>
                  </a:lnTo>
                  <a:lnTo>
                    <a:pt x="264699" y="13270"/>
                  </a:lnTo>
                  <a:lnTo>
                    <a:pt x="256913" y="12722"/>
                  </a:lnTo>
                  <a:lnTo>
                    <a:pt x="249128" y="11833"/>
                  </a:lnTo>
                  <a:lnTo>
                    <a:pt x="241343" y="11209"/>
                  </a:lnTo>
                  <a:lnTo>
                    <a:pt x="233558" y="10654"/>
                  </a:lnTo>
                  <a:lnTo>
                    <a:pt x="225772" y="10098"/>
                  </a:lnTo>
                  <a:lnTo>
                    <a:pt x="217987" y="9629"/>
                  </a:lnTo>
                  <a:lnTo>
                    <a:pt x="210202" y="8992"/>
                  </a:lnTo>
                  <a:lnTo>
                    <a:pt x="202417" y="8914"/>
                  </a:lnTo>
                  <a:lnTo>
                    <a:pt x="194631" y="8403"/>
                  </a:lnTo>
                  <a:lnTo>
                    <a:pt x="186846" y="7832"/>
                  </a:lnTo>
                  <a:lnTo>
                    <a:pt x="179061" y="7285"/>
                  </a:lnTo>
                  <a:lnTo>
                    <a:pt x="171275" y="6748"/>
                  </a:lnTo>
                  <a:lnTo>
                    <a:pt x="163490" y="6286"/>
                  </a:lnTo>
                  <a:lnTo>
                    <a:pt x="155705" y="5678"/>
                  </a:lnTo>
                  <a:lnTo>
                    <a:pt x="147920" y="5150"/>
                  </a:lnTo>
                  <a:lnTo>
                    <a:pt x="140134" y="4843"/>
                  </a:lnTo>
                  <a:lnTo>
                    <a:pt x="132349" y="5442"/>
                  </a:lnTo>
                  <a:lnTo>
                    <a:pt x="124564" y="5378"/>
                  </a:lnTo>
                  <a:lnTo>
                    <a:pt x="116779" y="4509"/>
                  </a:lnTo>
                  <a:lnTo>
                    <a:pt x="108993" y="3884"/>
                  </a:lnTo>
                  <a:lnTo>
                    <a:pt x="101208" y="3970"/>
                  </a:lnTo>
                  <a:lnTo>
                    <a:pt x="93423" y="3228"/>
                  </a:lnTo>
                  <a:lnTo>
                    <a:pt x="85637" y="2800"/>
                  </a:lnTo>
                  <a:lnTo>
                    <a:pt x="77852" y="2565"/>
                  </a:lnTo>
                  <a:lnTo>
                    <a:pt x="70067" y="2128"/>
                  </a:lnTo>
                  <a:lnTo>
                    <a:pt x="62282" y="2113"/>
                  </a:lnTo>
                  <a:lnTo>
                    <a:pt x="54496" y="1895"/>
                  </a:lnTo>
                  <a:lnTo>
                    <a:pt x="46711" y="1667"/>
                  </a:lnTo>
                  <a:lnTo>
                    <a:pt x="38926" y="1248"/>
                  </a:lnTo>
                  <a:lnTo>
                    <a:pt x="31141" y="871"/>
                  </a:lnTo>
                  <a:lnTo>
                    <a:pt x="23355" y="599"/>
                  </a:lnTo>
                  <a:lnTo>
                    <a:pt x="15570" y="383"/>
                  </a:lnTo>
                  <a:lnTo>
                    <a:pt x="7785" y="1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6049435" y="2433293"/>
              <a:ext cx="2016385" cy="663112"/>
            </a:xfrm>
            <a:custGeom>
              <a:avLst/>
              <a:pathLst>
                <a:path w="2016385" h="663112">
                  <a:moveTo>
                    <a:pt x="0" y="190486"/>
                  </a:moveTo>
                  <a:lnTo>
                    <a:pt x="7785" y="190343"/>
                  </a:lnTo>
                  <a:lnTo>
                    <a:pt x="15570" y="189721"/>
                  </a:lnTo>
                  <a:lnTo>
                    <a:pt x="23355" y="190748"/>
                  </a:lnTo>
                  <a:lnTo>
                    <a:pt x="31141" y="192496"/>
                  </a:lnTo>
                  <a:lnTo>
                    <a:pt x="38926" y="194212"/>
                  </a:lnTo>
                  <a:lnTo>
                    <a:pt x="46711" y="195452"/>
                  </a:lnTo>
                  <a:lnTo>
                    <a:pt x="54496" y="195874"/>
                  </a:lnTo>
                  <a:lnTo>
                    <a:pt x="62282" y="196902"/>
                  </a:lnTo>
                  <a:lnTo>
                    <a:pt x="70067" y="197613"/>
                  </a:lnTo>
                  <a:lnTo>
                    <a:pt x="77852" y="198347"/>
                  </a:lnTo>
                  <a:lnTo>
                    <a:pt x="85637" y="199081"/>
                  </a:lnTo>
                  <a:lnTo>
                    <a:pt x="93423" y="199989"/>
                  </a:lnTo>
                  <a:lnTo>
                    <a:pt x="101208" y="200524"/>
                  </a:lnTo>
                  <a:lnTo>
                    <a:pt x="108993" y="201253"/>
                  </a:lnTo>
                  <a:lnTo>
                    <a:pt x="116779" y="201728"/>
                  </a:lnTo>
                  <a:lnTo>
                    <a:pt x="124564" y="201870"/>
                  </a:lnTo>
                  <a:lnTo>
                    <a:pt x="132349" y="201809"/>
                  </a:lnTo>
                  <a:lnTo>
                    <a:pt x="140134" y="202347"/>
                  </a:lnTo>
                  <a:lnTo>
                    <a:pt x="147920" y="202153"/>
                  </a:lnTo>
                  <a:lnTo>
                    <a:pt x="155705" y="201974"/>
                  </a:lnTo>
                  <a:lnTo>
                    <a:pt x="163490" y="202798"/>
                  </a:lnTo>
                  <a:lnTo>
                    <a:pt x="171275" y="202963"/>
                  </a:lnTo>
                  <a:lnTo>
                    <a:pt x="179061" y="203113"/>
                  </a:lnTo>
                  <a:lnTo>
                    <a:pt x="186846" y="203777"/>
                  </a:lnTo>
                  <a:lnTo>
                    <a:pt x="194631" y="203404"/>
                  </a:lnTo>
                  <a:lnTo>
                    <a:pt x="202417" y="203560"/>
                  </a:lnTo>
                  <a:lnTo>
                    <a:pt x="210202" y="203373"/>
                  </a:lnTo>
                  <a:lnTo>
                    <a:pt x="217987" y="203474"/>
                  </a:lnTo>
                  <a:lnTo>
                    <a:pt x="225772" y="203631"/>
                  </a:lnTo>
                  <a:lnTo>
                    <a:pt x="233558" y="202902"/>
                  </a:lnTo>
                  <a:lnTo>
                    <a:pt x="241343" y="201969"/>
                  </a:lnTo>
                  <a:lnTo>
                    <a:pt x="249128" y="201633"/>
                  </a:lnTo>
                  <a:lnTo>
                    <a:pt x="256913" y="201381"/>
                  </a:lnTo>
                  <a:lnTo>
                    <a:pt x="264699" y="200034"/>
                  </a:lnTo>
                  <a:lnTo>
                    <a:pt x="272484" y="199107"/>
                  </a:lnTo>
                  <a:lnTo>
                    <a:pt x="280269" y="197299"/>
                  </a:lnTo>
                  <a:lnTo>
                    <a:pt x="288055" y="196387"/>
                  </a:lnTo>
                  <a:lnTo>
                    <a:pt x="295840" y="196246"/>
                  </a:lnTo>
                  <a:lnTo>
                    <a:pt x="303625" y="194988"/>
                  </a:lnTo>
                  <a:lnTo>
                    <a:pt x="311410" y="194630"/>
                  </a:lnTo>
                  <a:lnTo>
                    <a:pt x="319196" y="192953"/>
                  </a:lnTo>
                  <a:lnTo>
                    <a:pt x="326981" y="190993"/>
                  </a:lnTo>
                  <a:lnTo>
                    <a:pt x="334766" y="189520"/>
                  </a:lnTo>
                  <a:lnTo>
                    <a:pt x="342551" y="188053"/>
                  </a:lnTo>
                  <a:lnTo>
                    <a:pt x="350337" y="185638"/>
                  </a:lnTo>
                  <a:lnTo>
                    <a:pt x="358122" y="184274"/>
                  </a:lnTo>
                  <a:lnTo>
                    <a:pt x="365907" y="181628"/>
                  </a:lnTo>
                  <a:lnTo>
                    <a:pt x="373692" y="180180"/>
                  </a:lnTo>
                  <a:lnTo>
                    <a:pt x="381478" y="178734"/>
                  </a:lnTo>
                  <a:lnTo>
                    <a:pt x="389263" y="178318"/>
                  </a:lnTo>
                  <a:lnTo>
                    <a:pt x="397048" y="177860"/>
                  </a:lnTo>
                  <a:lnTo>
                    <a:pt x="404834" y="176440"/>
                  </a:lnTo>
                  <a:lnTo>
                    <a:pt x="412619" y="175017"/>
                  </a:lnTo>
                  <a:lnTo>
                    <a:pt x="420404" y="172502"/>
                  </a:lnTo>
                  <a:lnTo>
                    <a:pt x="428189" y="169904"/>
                  </a:lnTo>
                  <a:lnTo>
                    <a:pt x="435975" y="167344"/>
                  </a:lnTo>
                  <a:lnTo>
                    <a:pt x="443760" y="165356"/>
                  </a:lnTo>
                  <a:lnTo>
                    <a:pt x="451545" y="165060"/>
                  </a:lnTo>
                  <a:lnTo>
                    <a:pt x="459330" y="163775"/>
                  </a:lnTo>
                  <a:lnTo>
                    <a:pt x="467116" y="162714"/>
                  </a:lnTo>
                  <a:lnTo>
                    <a:pt x="474901" y="159957"/>
                  </a:lnTo>
                  <a:lnTo>
                    <a:pt x="482686" y="158166"/>
                  </a:lnTo>
                  <a:lnTo>
                    <a:pt x="490472" y="157275"/>
                  </a:lnTo>
                  <a:lnTo>
                    <a:pt x="498257" y="156380"/>
                  </a:lnTo>
                  <a:lnTo>
                    <a:pt x="506042" y="155505"/>
                  </a:lnTo>
                  <a:lnTo>
                    <a:pt x="513827" y="154636"/>
                  </a:lnTo>
                  <a:lnTo>
                    <a:pt x="521613" y="153309"/>
                  </a:lnTo>
                  <a:lnTo>
                    <a:pt x="529398" y="151900"/>
                  </a:lnTo>
                  <a:lnTo>
                    <a:pt x="537183" y="150317"/>
                  </a:lnTo>
                  <a:lnTo>
                    <a:pt x="544968" y="149824"/>
                  </a:lnTo>
                  <a:lnTo>
                    <a:pt x="552754" y="149137"/>
                  </a:lnTo>
                  <a:lnTo>
                    <a:pt x="560539" y="147664"/>
                  </a:lnTo>
                  <a:lnTo>
                    <a:pt x="568324" y="145562"/>
                  </a:lnTo>
                  <a:lnTo>
                    <a:pt x="576110" y="143796"/>
                  </a:lnTo>
                  <a:lnTo>
                    <a:pt x="583895" y="142048"/>
                  </a:lnTo>
                  <a:lnTo>
                    <a:pt x="591680" y="140271"/>
                  </a:lnTo>
                  <a:lnTo>
                    <a:pt x="599465" y="138176"/>
                  </a:lnTo>
                  <a:lnTo>
                    <a:pt x="607251" y="136371"/>
                  </a:lnTo>
                  <a:lnTo>
                    <a:pt x="615036" y="134182"/>
                  </a:lnTo>
                  <a:lnTo>
                    <a:pt x="622821" y="132040"/>
                  </a:lnTo>
                  <a:lnTo>
                    <a:pt x="630606" y="130032"/>
                  </a:lnTo>
                  <a:lnTo>
                    <a:pt x="638392" y="128051"/>
                  </a:lnTo>
                  <a:lnTo>
                    <a:pt x="646177" y="126784"/>
                  </a:lnTo>
                  <a:lnTo>
                    <a:pt x="653962" y="125617"/>
                  </a:lnTo>
                  <a:lnTo>
                    <a:pt x="661747" y="124486"/>
                  </a:lnTo>
                  <a:lnTo>
                    <a:pt x="669533" y="123366"/>
                  </a:lnTo>
                  <a:lnTo>
                    <a:pt x="677318" y="122153"/>
                  </a:lnTo>
                  <a:lnTo>
                    <a:pt x="685103" y="121126"/>
                  </a:lnTo>
                  <a:lnTo>
                    <a:pt x="692889" y="120005"/>
                  </a:lnTo>
                  <a:lnTo>
                    <a:pt x="700674" y="117654"/>
                  </a:lnTo>
                  <a:lnTo>
                    <a:pt x="708459" y="115958"/>
                  </a:lnTo>
                  <a:lnTo>
                    <a:pt x="716244" y="114421"/>
                  </a:lnTo>
                  <a:lnTo>
                    <a:pt x="724030" y="112645"/>
                  </a:lnTo>
                  <a:lnTo>
                    <a:pt x="731815" y="110271"/>
                  </a:lnTo>
                  <a:lnTo>
                    <a:pt x="739600" y="107934"/>
                  </a:lnTo>
                  <a:lnTo>
                    <a:pt x="747385" y="106600"/>
                  </a:lnTo>
                  <a:lnTo>
                    <a:pt x="755171" y="105453"/>
                  </a:lnTo>
                  <a:lnTo>
                    <a:pt x="762956" y="104315"/>
                  </a:lnTo>
                  <a:lnTo>
                    <a:pt x="770741" y="103187"/>
                  </a:lnTo>
                  <a:lnTo>
                    <a:pt x="778527" y="101727"/>
                  </a:lnTo>
                  <a:lnTo>
                    <a:pt x="786312" y="100086"/>
                  </a:lnTo>
                  <a:lnTo>
                    <a:pt x="794097" y="98487"/>
                  </a:lnTo>
                  <a:lnTo>
                    <a:pt x="801882" y="96927"/>
                  </a:lnTo>
                  <a:lnTo>
                    <a:pt x="809668" y="95277"/>
                  </a:lnTo>
                  <a:lnTo>
                    <a:pt x="817453" y="93509"/>
                  </a:lnTo>
                  <a:lnTo>
                    <a:pt x="825238" y="91767"/>
                  </a:lnTo>
                  <a:lnTo>
                    <a:pt x="833023" y="90641"/>
                  </a:lnTo>
                  <a:lnTo>
                    <a:pt x="840809" y="88744"/>
                  </a:lnTo>
                  <a:lnTo>
                    <a:pt x="848594" y="86879"/>
                  </a:lnTo>
                  <a:lnTo>
                    <a:pt x="856379" y="85043"/>
                  </a:lnTo>
                  <a:lnTo>
                    <a:pt x="864165" y="83266"/>
                  </a:lnTo>
                  <a:lnTo>
                    <a:pt x="871950" y="81639"/>
                  </a:lnTo>
                  <a:lnTo>
                    <a:pt x="879735" y="80229"/>
                  </a:lnTo>
                  <a:lnTo>
                    <a:pt x="887520" y="78465"/>
                  </a:lnTo>
                  <a:lnTo>
                    <a:pt x="895306" y="76908"/>
                  </a:lnTo>
                  <a:lnTo>
                    <a:pt x="903091" y="75719"/>
                  </a:lnTo>
                  <a:lnTo>
                    <a:pt x="910876" y="74960"/>
                  </a:lnTo>
                  <a:lnTo>
                    <a:pt x="918661" y="74217"/>
                  </a:lnTo>
                  <a:lnTo>
                    <a:pt x="926447" y="73413"/>
                  </a:lnTo>
                  <a:lnTo>
                    <a:pt x="934232" y="71774"/>
                  </a:lnTo>
                  <a:lnTo>
                    <a:pt x="942017" y="70163"/>
                  </a:lnTo>
                  <a:lnTo>
                    <a:pt x="949802" y="69277"/>
                  </a:lnTo>
                  <a:lnTo>
                    <a:pt x="957588" y="68373"/>
                  </a:lnTo>
                  <a:lnTo>
                    <a:pt x="965373" y="66837"/>
                  </a:lnTo>
                  <a:lnTo>
                    <a:pt x="973158" y="65327"/>
                  </a:lnTo>
                  <a:lnTo>
                    <a:pt x="980944" y="64297"/>
                  </a:lnTo>
                  <a:lnTo>
                    <a:pt x="988729" y="63040"/>
                  </a:lnTo>
                  <a:lnTo>
                    <a:pt x="996514" y="61558"/>
                  </a:lnTo>
                  <a:lnTo>
                    <a:pt x="1004299" y="60110"/>
                  </a:lnTo>
                  <a:lnTo>
                    <a:pt x="1012085" y="58885"/>
                  </a:lnTo>
                  <a:lnTo>
                    <a:pt x="1019870" y="57456"/>
                  </a:lnTo>
                  <a:lnTo>
                    <a:pt x="1027655" y="56055"/>
                  </a:lnTo>
                  <a:lnTo>
                    <a:pt x="1035440" y="54681"/>
                  </a:lnTo>
                  <a:lnTo>
                    <a:pt x="1043226" y="53837"/>
                  </a:lnTo>
                  <a:lnTo>
                    <a:pt x="1051011" y="53091"/>
                  </a:lnTo>
                  <a:lnTo>
                    <a:pt x="1058796" y="52353"/>
                  </a:lnTo>
                  <a:lnTo>
                    <a:pt x="1066582" y="51623"/>
                  </a:lnTo>
                  <a:lnTo>
                    <a:pt x="1074367" y="50908"/>
                  </a:lnTo>
                  <a:lnTo>
                    <a:pt x="1082152" y="50029"/>
                  </a:lnTo>
                  <a:lnTo>
                    <a:pt x="1089937" y="49030"/>
                  </a:lnTo>
                  <a:lnTo>
                    <a:pt x="1097723" y="48048"/>
                  </a:lnTo>
                  <a:lnTo>
                    <a:pt x="1105508" y="47082"/>
                  </a:lnTo>
                  <a:lnTo>
                    <a:pt x="1113293" y="46131"/>
                  </a:lnTo>
                  <a:lnTo>
                    <a:pt x="1121078" y="45197"/>
                  </a:lnTo>
                  <a:lnTo>
                    <a:pt x="1128864" y="44278"/>
                  </a:lnTo>
                  <a:lnTo>
                    <a:pt x="1136649" y="43375"/>
                  </a:lnTo>
                  <a:lnTo>
                    <a:pt x="1144434" y="42485"/>
                  </a:lnTo>
                  <a:lnTo>
                    <a:pt x="1152220" y="41610"/>
                  </a:lnTo>
                  <a:lnTo>
                    <a:pt x="1160005" y="40749"/>
                  </a:lnTo>
                  <a:lnTo>
                    <a:pt x="1167790" y="40131"/>
                  </a:lnTo>
                  <a:lnTo>
                    <a:pt x="1175575" y="39548"/>
                  </a:lnTo>
                  <a:lnTo>
                    <a:pt x="1183361" y="38772"/>
                  </a:lnTo>
                  <a:lnTo>
                    <a:pt x="1191146" y="37786"/>
                  </a:lnTo>
                  <a:lnTo>
                    <a:pt x="1198931" y="36824"/>
                  </a:lnTo>
                  <a:lnTo>
                    <a:pt x="1206716" y="36134"/>
                  </a:lnTo>
                  <a:lnTo>
                    <a:pt x="1214502" y="35498"/>
                  </a:lnTo>
                  <a:lnTo>
                    <a:pt x="1222287" y="34834"/>
                  </a:lnTo>
                  <a:lnTo>
                    <a:pt x="1230072" y="34053"/>
                  </a:lnTo>
                  <a:lnTo>
                    <a:pt x="1237857" y="33246"/>
                  </a:lnTo>
                  <a:lnTo>
                    <a:pt x="1245643" y="32387"/>
                  </a:lnTo>
                  <a:lnTo>
                    <a:pt x="1253428" y="31545"/>
                  </a:lnTo>
                  <a:lnTo>
                    <a:pt x="1261213" y="30720"/>
                  </a:lnTo>
                  <a:lnTo>
                    <a:pt x="1268999" y="29978"/>
                  </a:lnTo>
                  <a:lnTo>
                    <a:pt x="1276784" y="29298"/>
                  </a:lnTo>
                  <a:lnTo>
                    <a:pt x="1284569" y="28630"/>
                  </a:lnTo>
                  <a:lnTo>
                    <a:pt x="1292354" y="27978"/>
                  </a:lnTo>
                  <a:lnTo>
                    <a:pt x="1300140" y="27337"/>
                  </a:lnTo>
                  <a:lnTo>
                    <a:pt x="1307925" y="26770"/>
                  </a:lnTo>
                  <a:lnTo>
                    <a:pt x="1315710" y="26224"/>
                  </a:lnTo>
                  <a:lnTo>
                    <a:pt x="1323495" y="25657"/>
                  </a:lnTo>
                  <a:lnTo>
                    <a:pt x="1331281" y="25033"/>
                  </a:lnTo>
                  <a:lnTo>
                    <a:pt x="1339066" y="24424"/>
                  </a:lnTo>
                  <a:lnTo>
                    <a:pt x="1346851" y="23949"/>
                  </a:lnTo>
                  <a:lnTo>
                    <a:pt x="1354637" y="23513"/>
                  </a:lnTo>
                  <a:lnTo>
                    <a:pt x="1362422" y="23083"/>
                  </a:lnTo>
                  <a:lnTo>
                    <a:pt x="1370207" y="22658"/>
                  </a:lnTo>
                  <a:lnTo>
                    <a:pt x="1377992" y="22239"/>
                  </a:lnTo>
                  <a:lnTo>
                    <a:pt x="1385778" y="21826"/>
                  </a:lnTo>
                  <a:lnTo>
                    <a:pt x="1393563" y="21394"/>
                  </a:lnTo>
                  <a:lnTo>
                    <a:pt x="1401348" y="20951"/>
                  </a:lnTo>
                  <a:lnTo>
                    <a:pt x="1409133" y="20514"/>
                  </a:lnTo>
                  <a:lnTo>
                    <a:pt x="1416919" y="20084"/>
                  </a:lnTo>
                  <a:lnTo>
                    <a:pt x="1424704" y="19660"/>
                  </a:lnTo>
                  <a:lnTo>
                    <a:pt x="1432489" y="19241"/>
                  </a:lnTo>
                  <a:lnTo>
                    <a:pt x="1440275" y="18829"/>
                  </a:lnTo>
                  <a:lnTo>
                    <a:pt x="1448060" y="18423"/>
                  </a:lnTo>
                  <a:lnTo>
                    <a:pt x="1455845" y="18023"/>
                  </a:lnTo>
                  <a:lnTo>
                    <a:pt x="1463630" y="17628"/>
                  </a:lnTo>
                  <a:lnTo>
                    <a:pt x="1471416" y="17239"/>
                  </a:lnTo>
                  <a:lnTo>
                    <a:pt x="1479201" y="16856"/>
                  </a:lnTo>
                  <a:lnTo>
                    <a:pt x="1486986" y="16479"/>
                  </a:lnTo>
                  <a:lnTo>
                    <a:pt x="1494771" y="16107"/>
                  </a:lnTo>
                  <a:lnTo>
                    <a:pt x="1502557" y="15740"/>
                  </a:lnTo>
                  <a:lnTo>
                    <a:pt x="1510342" y="15379"/>
                  </a:lnTo>
                  <a:lnTo>
                    <a:pt x="1518127" y="14956"/>
                  </a:lnTo>
                  <a:lnTo>
                    <a:pt x="1525912" y="14524"/>
                  </a:lnTo>
                  <a:lnTo>
                    <a:pt x="1533698" y="14206"/>
                  </a:lnTo>
                  <a:lnTo>
                    <a:pt x="1541483" y="13892"/>
                  </a:lnTo>
                  <a:lnTo>
                    <a:pt x="1549268" y="13585"/>
                  </a:lnTo>
                  <a:lnTo>
                    <a:pt x="1557054" y="13282"/>
                  </a:lnTo>
                  <a:lnTo>
                    <a:pt x="1564839" y="12983"/>
                  </a:lnTo>
                  <a:lnTo>
                    <a:pt x="1572624" y="12627"/>
                  </a:lnTo>
                  <a:lnTo>
                    <a:pt x="1580409" y="12274"/>
                  </a:lnTo>
                  <a:lnTo>
                    <a:pt x="1588195" y="11926"/>
                  </a:lnTo>
                  <a:lnTo>
                    <a:pt x="1595980" y="11585"/>
                  </a:lnTo>
                  <a:lnTo>
                    <a:pt x="1603765" y="11262"/>
                  </a:lnTo>
                  <a:lnTo>
                    <a:pt x="1611550" y="10983"/>
                  </a:lnTo>
                  <a:lnTo>
                    <a:pt x="1619336" y="10707"/>
                  </a:lnTo>
                  <a:lnTo>
                    <a:pt x="1627121" y="10436"/>
                  </a:lnTo>
                  <a:lnTo>
                    <a:pt x="1634906" y="10168"/>
                  </a:lnTo>
                  <a:lnTo>
                    <a:pt x="1642692" y="9904"/>
                  </a:lnTo>
                  <a:lnTo>
                    <a:pt x="1650477" y="9643"/>
                  </a:lnTo>
                  <a:lnTo>
                    <a:pt x="1658262" y="9387"/>
                  </a:lnTo>
                  <a:lnTo>
                    <a:pt x="1666047" y="9134"/>
                  </a:lnTo>
                  <a:lnTo>
                    <a:pt x="1673833" y="8884"/>
                  </a:lnTo>
                  <a:lnTo>
                    <a:pt x="1681618" y="8597"/>
                  </a:lnTo>
                  <a:lnTo>
                    <a:pt x="1689403" y="8267"/>
                  </a:lnTo>
                  <a:lnTo>
                    <a:pt x="1697188" y="7944"/>
                  </a:lnTo>
                  <a:lnTo>
                    <a:pt x="1704974" y="7627"/>
                  </a:lnTo>
                  <a:lnTo>
                    <a:pt x="1712759" y="7316"/>
                  </a:lnTo>
                  <a:lnTo>
                    <a:pt x="1720544" y="7011"/>
                  </a:lnTo>
                  <a:lnTo>
                    <a:pt x="1728330" y="6712"/>
                  </a:lnTo>
                  <a:lnTo>
                    <a:pt x="1736115" y="6419"/>
                  </a:lnTo>
                  <a:lnTo>
                    <a:pt x="1743900" y="6131"/>
                  </a:lnTo>
                  <a:lnTo>
                    <a:pt x="1751685" y="5849"/>
                  </a:lnTo>
                  <a:lnTo>
                    <a:pt x="1759471" y="5572"/>
                  </a:lnTo>
                  <a:lnTo>
                    <a:pt x="1767256" y="5328"/>
                  </a:lnTo>
                  <a:lnTo>
                    <a:pt x="1775041" y="5095"/>
                  </a:lnTo>
                  <a:lnTo>
                    <a:pt x="1782826" y="4866"/>
                  </a:lnTo>
                  <a:lnTo>
                    <a:pt x="1790612" y="4642"/>
                  </a:lnTo>
                  <a:lnTo>
                    <a:pt x="1798397" y="4443"/>
                  </a:lnTo>
                  <a:lnTo>
                    <a:pt x="1806182" y="4249"/>
                  </a:lnTo>
                  <a:lnTo>
                    <a:pt x="1813967" y="4059"/>
                  </a:lnTo>
                  <a:lnTo>
                    <a:pt x="1821753" y="3871"/>
                  </a:lnTo>
                  <a:lnTo>
                    <a:pt x="1829538" y="3686"/>
                  </a:lnTo>
                  <a:lnTo>
                    <a:pt x="1837323" y="3504"/>
                  </a:lnTo>
                  <a:lnTo>
                    <a:pt x="1845109" y="3324"/>
                  </a:lnTo>
                  <a:lnTo>
                    <a:pt x="1852894" y="3140"/>
                  </a:lnTo>
                  <a:lnTo>
                    <a:pt x="1860679" y="2965"/>
                  </a:lnTo>
                  <a:lnTo>
                    <a:pt x="1868464" y="2793"/>
                  </a:lnTo>
                  <a:lnTo>
                    <a:pt x="1876250" y="2625"/>
                  </a:lnTo>
                  <a:lnTo>
                    <a:pt x="1884035" y="2460"/>
                  </a:lnTo>
                  <a:lnTo>
                    <a:pt x="1891820" y="2297"/>
                  </a:lnTo>
                  <a:lnTo>
                    <a:pt x="1899605" y="2137"/>
                  </a:lnTo>
                  <a:lnTo>
                    <a:pt x="1907391" y="1979"/>
                  </a:lnTo>
                  <a:lnTo>
                    <a:pt x="1915176" y="1823"/>
                  </a:lnTo>
                  <a:lnTo>
                    <a:pt x="1922961" y="1670"/>
                  </a:lnTo>
                  <a:lnTo>
                    <a:pt x="1930747" y="1521"/>
                  </a:lnTo>
                  <a:lnTo>
                    <a:pt x="1938532" y="1372"/>
                  </a:lnTo>
                  <a:lnTo>
                    <a:pt x="1946317" y="1224"/>
                  </a:lnTo>
                  <a:lnTo>
                    <a:pt x="1954102" y="1080"/>
                  </a:lnTo>
                  <a:lnTo>
                    <a:pt x="1961888" y="937"/>
                  </a:lnTo>
                  <a:lnTo>
                    <a:pt x="1969673" y="797"/>
                  </a:lnTo>
                  <a:lnTo>
                    <a:pt x="1977458" y="658"/>
                  </a:lnTo>
                  <a:lnTo>
                    <a:pt x="1985243" y="523"/>
                  </a:lnTo>
                  <a:lnTo>
                    <a:pt x="1993029" y="389"/>
                  </a:lnTo>
                  <a:lnTo>
                    <a:pt x="2000814" y="257"/>
                  </a:lnTo>
                  <a:lnTo>
                    <a:pt x="2008599" y="127"/>
                  </a:lnTo>
                  <a:lnTo>
                    <a:pt x="2016385" y="0"/>
                  </a:lnTo>
                  <a:lnTo>
                    <a:pt x="2016385" y="663112"/>
                  </a:lnTo>
                  <a:lnTo>
                    <a:pt x="2008599" y="662952"/>
                  </a:lnTo>
                  <a:lnTo>
                    <a:pt x="2000814" y="662797"/>
                  </a:lnTo>
                  <a:lnTo>
                    <a:pt x="1993029" y="662640"/>
                  </a:lnTo>
                  <a:lnTo>
                    <a:pt x="1985243" y="662481"/>
                  </a:lnTo>
                  <a:lnTo>
                    <a:pt x="1977458" y="662319"/>
                  </a:lnTo>
                  <a:lnTo>
                    <a:pt x="1969673" y="662155"/>
                  </a:lnTo>
                  <a:lnTo>
                    <a:pt x="1961888" y="661988"/>
                  </a:lnTo>
                  <a:lnTo>
                    <a:pt x="1954102" y="661792"/>
                  </a:lnTo>
                  <a:lnTo>
                    <a:pt x="1946317" y="661586"/>
                  </a:lnTo>
                  <a:lnTo>
                    <a:pt x="1938532" y="661375"/>
                  </a:lnTo>
                  <a:lnTo>
                    <a:pt x="1930747" y="661161"/>
                  </a:lnTo>
                  <a:lnTo>
                    <a:pt x="1922961" y="660943"/>
                  </a:lnTo>
                  <a:lnTo>
                    <a:pt x="1915176" y="660723"/>
                  </a:lnTo>
                  <a:lnTo>
                    <a:pt x="1907391" y="660517"/>
                  </a:lnTo>
                  <a:lnTo>
                    <a:pt x="1899605" y="660309"/>
                  </a:lnTo>
                  <a:lnTo>
                    <a:pt x="1891820" y="660097"/>
                  </a:lnTo>
                  <a:lnTo>
                    <a:pt x="1884035" y="659881"/>
                  </a:lnTo>
                  <a:lnTo>
                    <a:pt x="1876250" y="659662"/>
                  </a:lnTo>
                  <a:lnTo>
                    <a:pt x="1868464" y="659439"/>
                  </a:lnTo>
                  <a:lnTo>
                    <a:pt x="1860679" y="659212"/>
                  </a:lnTo>
                  <a:lnTo>
                    <a:pt x="1852894" y="658982"/>
                  </a:lnTo>
                  <a:lnTo>
                    <a:pt x="1845109" y="658748"/>
                  </a:lnTo>
                  <a:lnTo>
                    <a:pt x="1837323" y="658510"/>
                  </a:lnTo>
                  <a:lnTo>
                    <a:pt x="1829538" y="658268"/>
                  </a:lnTo>
                  <a:lnTo>
                    <a:pt x="1821753" y="658021"/>
                  </a:lnTo>
                  <a:lnTo>
                    <a:pt x="1813967" y="657770"/>
                  </a:lnTo>
                  <a:lnTo>
                    <a:pt x="1806182" y="657515"/>
                  </a:lnTo>
                  <a:lnTo>
                    <a:pt x="1798397" y="657255"/>
                  </a:lnTo>
                  <a:lnTo>
                    <a:pt x="1790612" y="656991"/>
                  </a:lnTo>
                  <a:lnTo>
                    <a:pt x="1782826" y="656723"/>
                  </a:lnTo>
                  <a:lnTo>
                    <a:pt x="1775041" y="656450"/>
                  </a:lnTo>
                  <a:lnTo>
                    <a:pt x="1767256" y="656173"/>
                  </a:lnTo>
                  <a:lnTo>
                    <a:pt x="1759471" y="655891"/>
                  </a:lnTo>
                  <a:lnTo>
                    <a:pt x="1751685" y="655605"/>
                  </a:lnTo>
                  <a:lnTo>
                    <a:pt x="1743900" y="655314"/>
                  </a:lnTo>
                  <a:lnTo>
                    <a:pt x="1736115" y="655018"/>
                  </a:lnTo>
                  <a:lnTo>
                    <a:pt x="1728330" y="654717"/>
                  </a:lnTo>
                  <a:lnTo>
                    <a:pt x="1720544" y="654411"/>
                  </a:lnTo>
                  <a:lnTo>
                    <a:pt x="1712759" y="654100"/>
                  </a:lnTo>
                  <a:lnTo>
                    <a:pt x="1704974" y="653784"/>
                  </a:lnTo>
                  <a:lnTo>
                    <a:pt x="1697188" y="653463"/>
                  </a:lnTo>
                  <a:lnTo>
                    <a:pt x="1689403" y="653136"/>
                  </a:lnTo>
                  <a:lnTo>
                    <a:pt x="1681618" y="652804"/>
                  </a:lnTo>
                  <a:lnTo>
                    <a:pt x="1673833" y="652467"/>
                  </a:lnTo>
                  <a:lnTo>
                    <a:pt x="1666047" y="652124"/>
                  </a:lnTo>
                  <a:lnTo>
                    <a:pt x="1658262" y="651776"/>
                  </a:lnTo>
                  <a:lnTo>
                    <a:pt x="1650477" y="651469"/>
                  </a:lnTo>
                  <a:lnTo>
                    <a:pt x="1642692" y="651157"/>
                  </a:lnTo>
                  <a:lnTo>
                    <a:pt x="1634906" y="650840"/>
                  </a:lnTo>
                  <a:lnTo>
                    <a:pt x="1627121" y="650517"/>
                  </a:lnTo>
                  <a:lnTo>
                    <a:pt x="1619336" y="650081"/>
                  </a:lnTo>
                  <a:lnTo>
                    <a:pt x="1611550" y="649586"/>
                  </a:lnTo>
                  <a:lnTo>
                    <a:pt x="1603765" y="649171"/>
                  </a:lnTo>
                  <a:lnTo>
                    <a:pt x="1595980" y="648775"/>
                  </a:lnTo>
                  <a:lnTo>
                    <a:pt x="1588195" y="648373"/>
                  </a:lnTo>
                  <a:lnTo>
                    <a:pt x="1580409" y="647963"/>
                  </a:lnTo>
                  <a:lnTo>
                    <a:pt x="1572624" y="647547"/>
                  </a:lnTo>
                  <a:lnTo>
                    <a:pt x="1564839" y="647124"/>
                  </a:lnTo>
                  <a:lnTo>
                    <a:pt x="1557054" y="646695"/>
                  </a:lnTo>
                  <a:lnTo>
                    <a:pt x="1549268" y="646258"/>
                  </a:lnTo>
                  <a:lnTo>
                    <a:pt x="1541483" y="645815"/>
                  </a:lnTo>
                  <a:lnTo>
                    <a:pt x="1533698" y="645364"/>
                  </a:lnTo>
                  <a:lnTo>
                    <a:pt x="1525912" y="644906"/>
                  </a:lnTo>
                  <a:lnTo>
                    <a:pt x="1518127" y="644441"/>
                  </a:lnTo>
                  <a:lnTo>
                    <a:pt x="1510342" y="643968"/>
                  </a:lnTo>
                  <a:lnTo>
                    <a:pt x="1502557" y="643488"/>
                  </a:lnTo>
                  <a:lnTo>
                    <a:pt x="1494771" y="643000"/>
                  </a:lnTo>
                  <a:lnTo>
                    <a:pt x="1486986" y="642505"/>
                  </a:lnTo>
                  <a:lnTo>
                    <a:pt x="1479201" y="642002"/>
                  </a:lnTo>
                  <a:lnTo>
                    <a:pt x="1471416" y="641490"/>
                  </a:lnTo>
                  <a:lnTo>
                    <a:pt x="1463630" y="640971"/>
                  </a:lnTo>
                  <a:lnTo>
                    <a:pt x="1455845" y="640443"/>
                  </a:lnTo>
                  <a:lnTo>
                    <a:pt x="1448060" y="639907"/>
                  </a:lnTo>
                  <a:lnTo>
                    <a:pt x="1440275" y="639362"/>
                  </a:lnTo>
                  <a:lnTo>
                    <a:pt x="1432489" y="638809"/>
                  </a:lnTo>
                  <a:lnTo>
                    <a:pt x="1424704" y="638248"/>
                  </a:lnTo>
                  <a:lnTo>
                    <a:pt x="1416919" y="637677"/>
                  </a:lnTo>
                  <a:lnTo>
                    <a:pt x="1409133" y="637098"/>
                  </a:lnTo>
                  <a:lnTo>
                    <a:pt x="1401348" y="636510"/>
                  </a:lnTo>
                  <a:lnTo>
                    <a:pt x="1393563" y="635912"/>
                  </a:lnTo>
                  <a:lnTo>
                    <a:pt x="1385778" y="635305"/>
                  </a:lnTo>
                  <a:lnTo>
                    <a:pt x="1377992" y="634689"/>
                  </a:lnTo>
                  <a:lnTo>
                    <a:pt x="1370207" y="634063"/>
                  </a:lnTo>
                  <a:lnTo>
                    <a:pt x="1362422" y="633428"/>
                  </a:lnTo>
                  <a:lnTo>
                    <a:pt x="1354637" y="632782"/>
                  </a:lnTo>
                  <a:lnTo>
                    <a:pt x="1346851" y="632127"/>
                  </a:lnTo>
                  <a:lnTo>
                    <a:pt x="1339066" y="631462"/>
                  </a:lnTo>
                  <a:lnTo>
                    <a:pt x="1331281" y="630787"/>
                  </a:lnTo>
                  <a:lnTo>
                    <a:pt x="1323495" y="630101"/>
                  </a:lnTo>
                  <a:lnTo>
                    <a:pt x="1315710" y="629405"/>
                  </a:lnTo>
                  <a:lnTo>
                    <a:pt x="1307925" y="628698"/>
                  </a:lnTo>
                  <a:lnTo>
                    <a:pt x="1300140" y="627981"/>
                  </a:lnTo>
                  <a:lnTo>
                    <a:pt x="1292354" y="627252"/>
                  </a:lnTo>
                  <a:lnTo>
                    <a:pt x="1284569" y="626513"/>
                  </a:lnTo>
                  <a:lnTo>
                    <a:pt x="1276784" y="625878"/>
                  </a:lnTo>
                  <a:lnTo>
                    <a:pt x="1268999" y="625314"/>
                  </a:lnTo>
                  <a:lnTo>
                    <a:pt x="1261213" y="624602"/>
                  </a:lnTo>
                  <a:lnTo>
                    <a:pt x="1253428" y="623471"/>
                  </a:lnTo>
                  <a:lnTo>
                    <a:pt x="1245643" y="622647"/>
                  </a:lnTo>
                  <a:lnTo>
                    <a:pt x="1237857" y="621839"/>
                  </a:lnTo>
                  <a:lnTo>
                    <a:pt x="1230072" y="621019"/>
                  </a:lnTo>
                  <a:lnTo>
                    <a:pt x="1222287" y="620187"/>
                  </a:lnTo>
                  <a:lnTo>
                    <a:pt x="1214502" y="619342"/>
                  </a:lnTo>
                  <a:lnTo>
                    <a:pt x="1206716" y="618486"/>
                  </a:lnTo>
                  <a:lnTo>
                    <a:pt x="1198931" y="617614"/>
                  </a:lnTo>
                  <a:lnTo>
                    <a:pt x="1191146" y="616729"/>
                  </a:lnTo>
                  <a:lnTo>
                    <a:pt x="1183361" y="615831"/>
                  </a:lnTo>
                  <a:lnTo>
                    <a:pt x="1175575" y="614923"/>
                  </a:lnTo>
                  <a:lnTo>
                    <a:pt x="1167790" y="614006"/>
                  </a:lnTo>
                  <a:lnTo>
                    <a:pt x="1160005" y="613074"/>
                  </a:lnTo>
                  <a:lnTo>
                    <a:pt x="1152220" y="612184"/>
                  </a:lnTo>
                  <a:lnTo>
                    <a:pt x="1144434" y="611167"/>
                  </a:lnTo>
                  <a:lnTo>
                    <a:pt x="1136649" y="610229"/>
                  </a:lnTo>
                  <a:lnTo>
                    <a:pt x="1128864" y="609407"/>
                  </a:lnTo>
                  <a:lnTo>
                    <a:pt x="1121078" y="608576"/>
                  </a:lnTo>
                  <a:lnTo>
                    <a:pt x="1113293" y="607568"/>
                  </a:lnTo>
                  <a:lnTo>
                    <a:pt x="1105508" y="606536"/>
                  </a:lnTo>
                  <a:lnTo>
                    <a:pt x="1097723" y="605488"/>
                  </a:lnTo>
                  <a:lnTo>
                    <a:pt x="1089937" y="604426"/>
                  </a:lnTo>
                  <a:lnTo>
                    <a:pt x="1082152" y="603350"/>
                  </a:lnTo>
                  <a:lnTo>
                    <a:pt x="1074367" y="602258"/>
                  </a:lnTo>
                  <a:lnTo>
                    <a:pt x="1066582" y="601151"/>
                  </a:lnTo>
                  <a:lnTo>
                    <a:pt x="1058796" y="600028"/>
                  </a:lnTo>
                  <a:lnTo>
                    <a:pt x="1051011" y="598890"/>
                  </a:lnTo>
                  <a:lnTo>
                    <a:pt x="1043226" y="597733"/>
                  </a:lnTo>
                  <a:lnTo>
                    <a:pt x="1035440" y="596891"/>
                  </a:lnTo>
                  <a:lnTo>
                    <a:pt x="1027655" y="596142"/>
                  </a:lnTo>
                  <a:lnTo>
                    <a:pt x="1019870" y="595387"/>
                  </a:lnTo>
                  <a:lnTo>
                    <a:pt x="1012085" y="594553"/>
                  </a:lnTo>
                  <a:lnTo>
                    <a:pt x="1004299" y="593249"/>
                  </a:lnTo>
                  <a:lnTo>
                    <a:pt x="996514" y="591926"/>
                  </a:lnTo>
                  <a:lnTo>
                    <a:pt x="988729" y="590582"/>
                  </a:lnTo>
                  <a:lnTo>
                    <a:pt x="980944" y="589510"/>
                  </a:lnTo>
                  <a:lnTo>
                    <a:pt x="973158" y="588564"/>
                  </a:lnTo>
                  <a:lnTo>
                    <a:pt x="965373" y="587609"/>
                  </a:lnTo>
                  <a:lnTo>
                    <a:pt x="957588" y="586645"/>
                  </a:lnTo>
                  <a:lnTo>
                    <a:pt x="949802" y="585672"/>
                  </a:lnTo>
                  <a:lnTo>
                    <a:pt x="942017" y="584656"/>
                  </a:lnTo>
                  <a:lnTo>
                    <a:pt x="934232" y="583342"/>
                  </a:lnTo>
                  <a:lnTo>
                    <a:pt x="926447" y="582010"/>
                  </a:lnTo>
                  <a:lnTo>
                    <a:pt x="918661" y="580651"/>
                  </a:lnTo>
                  <a:lnTo>
                    <a:pt x="910876" y="579276"/>
                  </a:lnTo>
                  <a:lnTo>
                    <a:pt x="903091" y="577883"/>
                  </a:lnTo>
                  <a:lnTo>
                    <a:pt x="895306" y="576474"/>
                  </a:lnTo>
                  <a:lnTo>
                    <a:pt x="887520" y="575046"/>
                  </a:lnTo>
                  <a:lnTo>
                    <a:pt x="879735" y="573727"/>
                  </a:lnTo>
                  <a:lnTo>
                    <a:pt x="871950" y="572189"/>
                  </a:lnTo>
                  <a:lnTo>
                    <a:pt x="864165" y="570688"/>
                  </a:lnTo>
                  <a:lnTo>
                    <a:pt x="856379" y="569205"/>
                  </a:lnTo>
                  <a:lnTo>
                    <a:pt x="848594" y="567704"/>
                  </a:lnTo>
                  <a:lnTo>
                    <a:pt x="840809" y="566741"/>
                  </a:lnTo>
                  <a:lnTo>
                    <a:pt x="833023" y="566245"/>
                  </a:lnTo>
                  <a:lnTo>
                    <a:pt x="825238" y="564445"/>
                  </a:lnTo>
                  <a:lnTo>
                    <a:pt x="817453" y="562601"/>
                  </a:lnTo>
                  <a:lnTo>
                    <a:pt x="809668" y="560665"/>
                  </a:lnTo>
                  <a:lnTo>
                    <a:pt x="801882" y="558847"/>
                  </a:lnTo>
                  <a:lnTo>
                    <a:pt x="794097" y="557493"/>
                  </a:lnTo>
                  <a:lnTo>
                    <a:pt x="786312" y="556317"/>
                  </a:lnTo>
                  <a:lnTo>
                    <a:pt x="778527" y="555132"/>
                  </a:lnTo>
                  <a:lnTo>
                    <a:pt x="770741" y="553937"/>
                  </a:lnTo>
                  <a:lnTo>
                    <a:pt x="762956" y="552856"/>
                  </a:lnTo>
                  <a:lnTo>
                    <a:pt x="755171" y="551831"/>
                  </a:lnTo>
                  <a:lnTo>
                    <a:pt x="747385" y="550793"/>
                  </a:lnTo>
                  <a:lnTo>
                    <a:pt x="739600" y="549756"/>
                  </a:lnTo>
                  <a:lnTo>
                    <a:pt x="731815" y="548458"/>
                  </a:lnTo>
                  <a:lnTo>
                    <a:pt x="724030" y="546566"/>
                  </a:lnTo>
                  <a:lnTo>
                    <a:pt x="716244" y="545290"/>
                  </a:lnTo>
                  <a:lnTo>
                    <a:pt x="708459" y="544003"/>
                  </a:lnTo>
                  <a:lnTo>
                    <a:pt x="700674" y="542422"/>
                  </a:lnTo>
                  <a:lnTo>
                    <a:pt x="692889" y="540644"/>
                  </a:lnTo>
                  <a:lnTo>
                    <a:pt x="685103" y="538843"/>
                  </a:lnTo>
                  <a:lnTo>
                    <a:pt x="677318" y="537012"/>
                  </a:lnTo>
                  <a:lnTo>
                    <a:pt x="669533" y="535162"/>
                  </a:lnTo>
                  <a:lnTo>
                    <a:pt x="661747" y="533687"/>
                  </a:lnTo>
                  <a:lnTo>
                    <a:pt x="653962" y="531927"/>
                  </a:lnTo>
                  <a:lnTo>
                    <a:pt x="646177" y="529884"/>
                  </a:lnTo>
                  <a:lnTo>
                    <a:pt x="638392" y="528032"/>
                  </a:lnTo>
                  <a:lnTo>
                    <a:pt x="630606" y="526779"/>
                  </a:lnTo>
                  <a:lnTo>
                    <a:pt x="622821" y="525518"/>
                  </a:lnTo>
                  <a:lnTo>
                    <a:pt x="615036" y="524273"/>
                  </a:lnTo>
                  <a:lnTo>
                    <a:pt x="607251" y="522996"/>
                  </a:lnTo>
                  <a:lnTo>
                    <a:pt x="599465" y="521424"/>
                  </a:lnTo>
                  <a:lnTo>
                    <a:pt x="591680" y="519375"/>
                  </a:lnTo>
                  <a:lnTo>
                    <a:pt x="583895" y="516960"/>
                  </a:lnTo>
                  <a:lnTo>
                    <a:pt x="576110" y="514484"/>
                  </a:lnTo>
                  <a:lnTo>
                    <a:pt x="568324" y="513282"/>
                  </a:lnTo>
                  <a:lnTo>
                    <a:pt x="560539" y="511525"/>
                  </a:lnTo>
                  <a:lnTo>
                    <a:pt x="552754" y="509320"/>
                  </a:lnTo>
                  <a:lnTo>
                    <a:pt x="544968" y="507130"/>
                  </a:lnTo>
                  <a:lnTo>
                    <a:pt x="537183" y="505392"/>
                  </a:lnTo>
                  <a:lnTo>
                    <a:pt x="529398" y="504317"/>
                  </a:lnTo>
                  <a:lnTo>
                    <a:pt x="521613" y="503438"/>
                  </a:lnTo>
                  <a:lnTo>
                    <a:pt x="513827" y="502555"/>
                  </a:lnTo>
                  <a:lnTo>
                    <a:pt x="506042" y="501669"/>
                  </a:lnTo>
                  <a:lnTo>
                    <a:pt x="498257" y="499872"/>
                  </a:lnTo>
                  <a:lnTo>
                    <a:pt x="490472" y="498163"/>
                  </a:lnTo>
                  <a:lnTo>
                    <a:pt x="482686" y="496358"/>
                  </a:lnTo>
                  <a:lnTo>
                    <a:pt x="474901" y="494176"/>
                  </a:lnTo>
                  <a:lnTo>
                    <a:pt x="467116" y="492049"/>
                  </a:lnTo>
                  <a:lnTo>
                    <a:pt x="459330" y="489947"/>
                  </a:lnTo>
                  <a:lnTo>
                    <a:pt x="451545" y="488272"/>
                  </a:lnTo>
                  <a:lnTo>
                    <a:pt x="443760" y="487108"/>
                  </a:lnTo>
                  <a:lnTo>
                    <a:pt x="435975" y="485920"/>
                  </a:lnTo>
                  <a:lnTo>
                    <a:pt x="428189" y="484436"/>
                  </a:lnTo>
                  <a:lnTo>
                    <a:pt x="420404" y="481677"/>
                  </a:lnTo>
                  <a:lnTo>
                    <a:pt x="412619" y="480455"/>
                  </a:lnTo>
                  <a:lnTo>
                    <a:pt x="404834" y="479814"/>
                  </a:lnTo>
                  <a:lnTo>
                    <a:pt x="397048" y="479154"/>
                  </a:lnTo>
                  <a:lnTo>
                    <a:pt x="389263" y="478461"/>
                  </a:lnTo>
                  <a:lnTo>
                    <a:pt x="381478" y="476496"/>
                  </a:lnTo>
                  <a:lnTo>
                    <a:pt x="373692" y="475770"/>
                  </a:lnTo>
                  <a:lnTo>
                    <a:pt x="365907" y="474848"/>
                  </a:lnTo>
                  <a:lnTo>
                    <a:pt x="358122" y="472755"/>
                  </a:lnTo>
                  <a:lnTo>
                    <a:pt x="350337" y="471219"/>
                  </a:lnTo>
                  <a:lnTo>
                    <a:pt x="342551" y="470584"/>
                  </a:lnTo>
                  <a:lnTo>
                    <a:pt x="334766" y="469660"/>
                  </a:lnTo>
                  <a:lnTo>
                    <a:pt x="326981" y="468308"/>
                  </a:lnTo>
                  <a:lnTo>
                    <a:pt x="319196" y="467814"/>
                  </a:lnTo>
                  <a:lnTo>
                    <a:pt x="311410" y="466148"/>
                  </a:lnTo>
                  <a:lnTo>
                    <a:pt x="303625" y="463755"/>
                  </a:lnTo>
                  <a:lnTo>
                    <a:pt x="295840" y="462572"/>
                  </a:lnTo>
                  <a:lnTo>
                    <a:pt x="288055" y="460843"/>
                  </a:lnTo>
                  <a:lnTo>
                    <a:pt x="280269" y="459207"/>
                  </a:lnTo>
                  <a:lnTo>
                    <a:pt x="272484" y="458671"/>
                  </a:lnTo>
                  <a:lnTo>
                    <a:pt x="264699" y="457129"/>
                  </a:lnTo>
                  <a:lnTo>
                    <a:pt x="256913" y="456121"/>
                  </a:lnTo>
                  <a:lnTo>
                    <a:pt x="249128" y="456488"/>
                  </a:lnTo>
                  <a:lnTo>
                    <a:pt x="241343" y="455073"/>
                  </a:lnTo>
                  <a:lnTo>
                    <a:pt x="233558" y="453929"/>
                  </a:lnTo>
                  <a:lnTo>
                    <a:pt x="225772" y="453276"/>
                  </a:lnTo>
                  <a:lnTo>
                    <a:pt x="217987" y="452210"/>
                  </a:lnTo>
                  <a:lnTo>
                    <a:pt x="210202" y="451214"/>
                  </a:lnTo>
                  <a:lnTo>
                    <a:pt x="202417" y="450778"/>
                  </a:lnTo>
                  <a:lnTo>
                    <a:pt x="194631" y="450108"/>
                  </a:lnTo>
                  <a:lnTo>
                    <a:pt x="186846" y="449364"/>
                  </a:lnTo>
                  <a:lnTo>
                    <a:pt x="179061" y="448645"/>
                  </a:lnTo>
                  <a:lnTo>
                    <a:pt x="171275" y="448279"/>
                  </a:lnTo>
                  <a:lnTo>
                    <a:pt x="163490" y="447253"/>
                  </a:lnTo>
                  <a:lnTo>
                    <a:pt x="155705" y="447079"/>
                  </a:lnTo>
                  <a:lnTo>
                    <a:pt x="147920" y="447426"/>
                  </a:lnTo>
                  <a:lnTo>
                    <a:pt x="140134" y="447898"/>
                  </a:lnTo>
                  <a:lnTo>
                    <a:pt x="132349" y="447834"/>
                  </a:lnTo>
                  <a:lnTo>
                    <a:pt x="124564" y="447566"/>
                  </a:lnTo>
                  <a:lnTo>
                    <a:pt x="116779" y="447770"/>
                  </a:lnTo>
                  <a:lnTo>
                    <a:pt x="108993" y="447613"/>
                  </a:lnTo>
                  <a:lnTo>
                    <a:pt x="101208" y="447558"/>
                  </a:lnTo>
                  <a:lnTo>
                    <a:pt x="93423" y="448410"/>
                  </a:lnTo>
                  <a:lnTo>
                    <a:pt x="85637" y="448708"/>
                  </a:lnTo>
                  <a:lnTo>
                    <a:pt x="77852" y="449348"/>
                  </a:lnTo>
                  <a:lnTo>
                    <a:pt x="70067" y="450171"/>
                  </a:lnTo>
                  <a:lnTo>
                    <a:pt x="62282" y="451034"/>
                  </a:lnTo>
                  <a:lnTo>
                    <a:pt x="54496" y="451879"/>
                  </a:lnTo>
                  <a:lnTo>
                    <a:pt x="46711" y="452721"/>
                  </a:lnTo>
                  <a:lnTo>
                    <a:pt x="38926" y="455097"/>
                  </a:lnTo>
                  <a:lnTo>
                    <a:pt x="31141" y="456908"/>
                  </a:lnTo>
                  <a:lnTo>
                    <a:pt x="23355" y="458084"/>
                  </a:lnTo>
                  <a:lnTo>
                    <a:pt x="15570" y="459275"/>
                  </a:lnTo>
                  <a:lnTo>
                    <a:pt x="7785" y="460433"/>
                  </a:lnTo>
                  <a:lnTo>
                    <a:pt x="0" y="461791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22" name="pl221"/>
            <p:cNvSpPr/>
            <p:nvPr/>
          </p:nvSpPr>
          <p:spPr>
            <a:xfrm>
              <a:off x="6049435" y="2433293"/>
              <a:ext cx="2016385" cy="203777"/>
            </a:xfrm>
            <a:custGeom>
              <a:avLst/>
              <a:pathLst>
                <a:path w="2016385" h="203777">
                  <a:moveTo>
                    <a:pt x="0" y="190486"/>
                  </a:moveTo>
                  <a:lnTo>
                    <a:pt x="7785" y="190343"/>
                  </a:lnTo>
                  <a:lnTo>
                    <a:pt x="15570" y="189721"/>
                  </a:lnTo>
                  <a:lnTo>
                    <a:pt x="23355" y="190748"/>
                  </a:lnTo>
                  <a:lnTo>
                    <a:pt x="31141" y="192496"/>
                  </a:lnTo>
                  <a:lnTo>
                    <a:pt x="38926" y="194212"/>
                  </a:lnTo>
                  <a:lnTo>
                    <a:pt x="46711" y="195452"/>
                  </a:lnTo>
                  <a:lnTo>
                    <a:pt x="54496" y="195874"/>
                  </a:lnTo>
                  <a:lnTo>
                    <a:pt x="62282" y="196902"/>
                  </a:lnTo>
                  <a:lnTo>
                    <a:pt x="70067" y="197613"/>
                  </a:lnTo>
                  <a:lnTo>
                    <a:pt x="77852" y="198347"/>
                  </a:lnTo>
                  <a:lnTo>
                    <a:pt x="85637" y="199081"/>
                  </a:lnTo>
                  <a:lnTo>
                    <a:pt x="93423" y="199989"/>
                  </a:lnTo>
                  <a:lnTo>
                    <a:pt x="101208" y="200524"/>
                  </a:lnTo>
                  <a:lnTo>
                    <a:pt x="108993" y="201253"/>
                  </a:lnTo>
                  <a:lnTo>
                    <a:pt x="116779" y="201728"/>
                  </a:lnTo>
                  <a:lnTo>
                    <a:pt x="124564" y="201870"/>
                  </a:lnTo>
                  <a:lnTo>
                    <a:pt x="132349" y="201809"/>
                  </a:lnTo>
                  <a:lnTo>
                    <a:pt x="140134" y="202347"/>
                  </a:lnTo>
                  <a:lnTo>
                    <a:pt x="147920" y="202153"/>
                  </a:lnTo>
                  <a:lnTo>
                    <a:pt x="155705" y="201974"/>
                  </a:lnTo>
                  <a:lnTo>
                    <a:pt x="163490" y="202798"/>
                  </a:lnTo>
                  <a:lnTo>
                    <a:pt x="171275" y="202963"/>
                  </a:lnTo>
                  <a:lnTo>
                    <a:pt x="179061" y="203113"/>
                  </a:lnTo>
                  <a:lnTo>
                    <a:pt x="186846" y="203777"/>
                  </a:lnTo>
                  <a:lnTo>
                    <a:pt x="194631" y="203404"/>
                  </a:lnTo>
                  <a:lnTo>
                    <a:pt x="202417" y="203560"/>
                  </a:lnTo>
                  <a:lnTo>
                    <a:pt x="210202" y="203373"/>
                  </a:lnTo>
                  <a:lnTo>
                    <a:pt x="217987" y="203474"/>
                  </a:lnTo>
                  <a:lnTo>
                    <a:pt x="225772" y="203631"/>
                  </a:lnTo>
                  <a:lnTo>
                    <a:pt x="233558" y="202902"/>
                  </a:lnTo>
                  <a:lnTo>
                    <a:pt x="241343" y="201969"/>
                  </a:lnTo>
                  <a:lnTo>
                    <a:pt x="249128" y="201633"/>
                  </a:lnTo>
                  <a:lnTo>
                    <a:pt x="256913" y="201381"/>
                  </a:lnTo>
                  <a:lnTo>
                    <a:pt x="264699" y="200034"/>
                  </a:lnTo>
                  <a:lnTo>
                    <a:pt x="272484" y="199107"/>
                  </a:lnTo>
                  <a:lnTo>
                    <a:pt x="280269" y="197299"/>
                  </a:lnTo>
                  <a:lnTo>
                    <a:pt x="288055" y="196387"/>
                  </a:lnTo>
                  <a:lnTo>
                    <a:pt x="295840" y="196246"/>
                  </a:lnTo>
                  <a:lnTo>
                    <a:pt x="303625" y="194988"/>
                  </a:lnTo>
                  <a:lnTo>
                    <a:pt x="311410" y="194630"/>
                  </a:lnTo>
                  <a:lnTo>
                    <a:pt x="319196" y="192953"/>
                  </a:lnTo>
                  <a:lnTo>
                    <a:pt x="326981" y="190993"/>
                  </a:lnTo>
                  <a:lnTo>
                    <a:pt x="334766" y="189520"/>
                  </a:lnTo>
                  <a:lnTo>
                    <a:pt x="342551" y="188053"/>
                  </a:lnTo>
                  <a:lnTo>
                    <a:pt x="350337" y="185638"/>
                  </a:lnTo>
                  <a:lnTo>
                    <a:pt x="358122" y="184274"/>
                  </a:lnTo>
                  <a:lnTo>
                    <a:pt x="365907" y="181628"/>
                  </a:lnTo>
                  <a:lnTo>
                    <a:pt x="373692" y="180180"/>
                  </a:lnTo>
                  <a:lnTo>
                    <a:pt x="381478" y="178734"/>
                  </a:lnTo>
                  <a:lnTo>
                    <a:pt x="389263" y="178318"/>
                  </a:lnTo>
                  <a:lnTo>
                    <a:pt x="397048" y="177860"/>
                  </a:lnTo>
                  <a:lnTo>
                    <a:pt x="404834" y="176440"/>
                  </a:lnTo>
                  <a:lnTo>
                    <a:pt x="412619" y="175017"/>
                  </a:lnTo>
                  <a:lnTo>
                    <a:pt x="420404" y="172502"/>
                  </a:lnTo>
                  <a:lnTo>
                    <a:pt x="428189" y="169904"/>
                  </a:lnTo>
                  <a:lnTo>
                    <a:pt x="435975" y="167344"/>
                  </a:lnTo>
                  <a:lnTo>
                    <a:pt x="443760" y="165356"/>
                  </a:lnTo>
                  <a:lnTo>
                    <a:pt x="451545" y="165060"/>
                  </a:lnTo>
                  <a:lnTo>
                    <a:pt x="459330" y="163775"/>
                  </a:lnTo>
                  <a:lnTo>
                    <a:pt x="467116" y="162714"/>
                  </a:lnTo>
                  <a:lnTo>
                    <a:pt x="474901" y="159957"/>
                  </a:lnTo>
                  <a:lnTo>
                    <a:pt x="482686" y="158166"/>
                  </a:lnTo>
                  <a:lnTo>
                    <a:pt x="490472" y="157275"/>
                  </a:lnTo>
                  <a:lnTo>
                    <a:pt x="498257" y="156380"/>
                  </a:lnTo>
                  <a:lnTo>
                    <a:pt x="506042" y="155505"/>
                  </a:lnTo>
                  <a:lnTo>
                    <a:pt x="513827" y="154636"/>
                  </a:lnTo>
                  <a:lnTo>
                    <a:pt x="521613" y="153309"/>
                  </a:lnTo>
                  <a:lnTo>
                    <a:pt x="529398" y="151900"/>
                  </a:lnTo>
                  <a:lnTo>
                    <a:pt x="537183" y="150317"/>
                  </a:lnTo>
                  <a:lnTo>
                    <a:pt x="544968" y="149824"/>
                  </a:lnTo>
                  <a:lnTo>
                    <a:pt x="552754" y="149137"/>
                  </a:lnTo>
                  <a:lnTo>
                    <a:pt x="560539" y="147664"/>
                  </a:lnTo>
                  <a:lnTo>
                    <a:pt x="568324" y="145562"/>
                  </a:lnTo>
                  <a:lnTo>
                    <a:pt x="576110" y="143796"/>
                  </a:lnTo>
                  <a:lnTo>
                    <a:pt x="583895" y="142048"/>
                  </a:lnTo>
                  <a:lnTo>
                    <a:pt x="591680" y="140271"/>
                  </a:lnTo>
                  <a:lnTo>
                    <a:pt x="599465" y="138176"/>
                  </a:lnTo>
                  <a:lnTo>
                    <a:pt x="607251" y="136371"/>
                  </a:lnTo>
                  <a:lnTo>
                    <a:pt x="615036" y="134182"/>
                  </a:lnTo>
                  <a:lnTo>
                    <a:pt x="622821" y="132040"/>
                  </a:lnTo>
                  <a:lnTo>
                    <a:pt x="630606" y="130032"/>
                  </a:lnTo>
                  <a:lnTo>
                    <a:pt x="638392" y="128051"/>
                  </a:lnTo>
                  <a:lnTo>
                    <a:pt x="646177" y="126784"/>
                  </a:lnTo>
                  <a:lnTo>
                    <a:pt x="653962" y="125617"/>
                  </a:lnTo>
                  <a:lnTo>
                    <a:pt x="661747" y="124486"/>
                  </a:lnTo>
                  <a:lnTo>
                    <a:pt x="669533" y="123366"/>
                  </a:lnTo>
                  <a:lnTo>
                    <a:pt x="677318" y="122153"/>
                  </a:lnTo>
                  <a:lnTo>
                    <a:pt x="685103" y="121126"/>
                  </a:lnTo>
                  <a:lnTo>
                    <a:pt x="692889" y="120005"/>
                  </a:lnTo>
                  <a:lnTo>
                    <a:pt x="700674" y="117654"/>
                  </a:lnTo>
                  <a:lnTo>
                    <a:pt x="708459" y="115958"/>
                  </a:lnTo>
                  <a:lnTo>
                    <a:pt x="716244" y="114421"/>
                  </a:lnTo>
                  <a:lnTo>
                    <a:pt x="724030" y="112645"/>
                  </a:lnTo>
                  <a:lnTo>
                    <a:pt x="731815" y="110271"/>
                  </a:lnTo>
                  <a:lnTo>
                    <a:pt x="739600" y="107934"/>
                  </a:lnTo>
                  <a:lnTo>
                    <a:pt x="747385" y="106600"/>
                  </a:lnTo>
                  <a:lnTo>
                    <a:pt x="755171" y="105453"/>
                  </a:lnTo>
                  <a:lnTo>
                    <a:pt x="762956" y="104315"/>
                  </a:lnTo>
                  <a:lnTo>
                    <a:pt x="770741" y="103187"/>
                  </a:lnTo>
                  <a:lnTo>
                    <a:pt x="778527" y="101727"/>
                  </a:lnTo>
                  <a:lnTo>
                    <a:pt x="786312" y="100086"/>
                  </a:lnTo>
                  <a:lnTo>
                    <a:pt x="794097" y="98487"/>
                  </a:lnTo>
                  <a:lnTo>
                    <a:pt x="801882" y="96927"/>
                  </a:lnTo>
                  <a:lnTo>
                    <a:pt x="809668" y="95277"/>
                  </a:lnTo>
                  <a:lnTo>
                    <a:pt x="817453" y="93509"/>
                  </a:lnTo>
                  <a:lnTo>
                    <a:pt x="825238" y="91767"/>
                  </a:lnTo>
                  <a:lnTo>
                    <a:pt x="833023" y="90641"/>
                  </a:lnTo>
                  <a:lnTo>
                    <a:pt x="840809" y="88744"/>
                  </a:lnTo>
                  <a:lnTo>
                    <a:pt x="848594" y="86879"/>
                  </a:lnTo>
                  <a:lnTo>
                    <a:pt x="856379" y="85043"/>
                  </a:lnTo>
                  <a:lnTo>
                    <a:pt x="864165" y="83266"/>
                  </a:lnTo>
                  <a:lnTo>
                    <a:pt x="871950" y="81639"/>
                  </a:lnTo>
                  <a:lnTo>
                    <a:pt x="879735" y="80229"/>
                  </a:lnTo>
                  <a:lnTo>
                    <a:pt x="887520" y="78465"/>
                  </a:lnTo>
                  <a:lnTo>
                    <a:pt x="895306" y="76908"/>
                  </a:lnTo>
                  <a:lnTo>
                    <a:pt x="903091" y="75719"/>
                  </a:lnTo>
                  <a:lnTo>
                    <a:pt x="910876" y="74960"/>
                  </a:lnTo>
                  <a:lnTo>
                    <a:pt x="918661" y="74217"/>
                  </a:lnTo>
                  <a:lnTo>
                    <a:pt x="926447" y="73413"/>
                  </a:lnTo>
                  <a:lnTo>
                    <a:pt x="934232" y="71774"/>
                  </a:lnTo>
                  <a:lnTo>
                    <a:pt x="942017" y="70163"/>
                  </a:lnTo>
                  <a:lnTo>
                    <a:pt x="949802" y="69277"/>
                  </a:lnTo>
                  <a:lnTo>
                    <a:pt x="957588" y="68373"/>
                  </a:lnTo>
                  <a:lnTo>
                    <a:pt x="965373" y="66837"/>
                  </a:lnTo>
                  <a:lnTo>
                    <a:pt x="973158" y="65327"/>
                  </a:lnTo>
                  <a:lnTo>
                    <a:pt x="980944" y="64297"/>
                  </a:lnTo>
                  <a:lnTo>
                    <a:pt x="988729" y="63040"/>
                  </a:lnTo>
                  <a:lnTo>
                    <a:pt x="996514" y="61558"/>
                  </a:lnTo>
                  <a:lnTo>
                    <a:pt x="1004299" y="60110"/>
                  </a:lnTo>
                  <a:lnTo>
                    <a:pt x="1012085" y="58885"/>
                  </a:lnTo>
                  <a:lnTo>
                    <a:pt x="1019870" y="57456"/>
                  </a:lnTo>
                  <a:lnTo>
                    <a:pt x="1027655" y="56055"/>
                  </a:lnTo>
                  <a:lnTo>
                    <a:pt x="1035440" y="54681"/>
                  </a:lnTo>
                  <a:lnTo>
                    <a:pt x="1043226" y="53837"/>
                  </a:lnTo>
                  <a:lnTo>
                    <a:pt x="1051011" y="53091"/>
                  </a:lnTo>
                  <a:lnTo>
                    <a:pt x="1058796" y="52353"/>
                  </a:lnTo>
                  <a:lnTo>
                    <a:pt x="1066582" y="51623"/>
                  </a:lnTo>
                  <a:lnTo>
                    <a:pt x="1074367" y="50908"/>
                  </a:lnTo>
                  <a:lnTo>
                    <a:pt x="1082152" y="50029"/>
                  </a:lnTo>
                  <a:lnTo>
                    <a:pt x="1089937" y="49030"/>
                  </a:lnTo>
                  <a:lnTo>
                    <a:pt x="1097723" y="48048"/>
                  </a:lnTo>
                  <a:lnTo>
                    <a:pt x="1105508" y="47082"/>
                  </a:lnTo>
                  <a:lnTo>
                    <a:pt x="1113293" y="46131"/>
                  </a:lnTo>
                  <a:lnTo>
                    <a:pt x="1121078" y="45197"/>
                  </a:lnTo>
                  <a:lnTo>
                    <a:pt x="1128864" y="44278"/>
                  </a:lnTo>
                  <a:lnTo>
                    <a:pt x="1136649" y="43375"/>
                  </a:lnTo>
                  <a:lnTo>
                    <a:pt x="1144434" y="42485"/>
                  </a:lnTo>
                  <a:lnTo>
                    <a:pt x="1152220" y="41610"/>
                  </a:lnTo>
                  <a:lnTo>
                    <a:pt x="1160005" y="40749"/>
                  </a:lnTo>
                  <a:lnTo>
                    <a:pt x="1167790" y="40131"/>
                  </a:lnTo>
                  <a:lnTo>
                    <a:pt x="1175575" y="39548"/>
                  </a:lnTo>
                  <a:lnTo>
                    <a:pt x="1183361" y="38772"/>
                  </a:lnTo>
                  <a:lnTo>
                    <a:pt x="1191146" y="37786"/>
                  </a:lnTo>
                  <a:lnTo>
                    <a:pt x="1198931" y="36824"/>
                  </a:lnTo>
                  <a:lnTo>
                    <a:pt x="1206716" y="36134"/>
                  </a:lnTo>
                  <a:lnTo>
                    <a:pt x="1214502" y="35498"/>
                  </a:lnTo>
                  <a:lnTo>
                    <a:pt x="1222287" y="34834"/>
                  </a:lnTo>
                  <a:lnTo>
                    <a:pt x="1230072" y="34053"/>
                  </a:lnTo>
                  <a:lnTo>
                    <a:pt x="1237857" y="33246"/>
                  </a:lnTo>
                  <a:lnTo>
                    <a:pt x="1245643" y="32387"/>
                  </a:lnTo>
                  <a:lnTo>
                    <a:pt x="1253428" y="31545"/>
                  </a:lnTo>
                  <a:lnTo>
                    <a:pt x="1261213" y="30720"/>
                  </a:lnTo>
                  <a:lnTo>
                    <a:pt x="1268999" y="29978"/>
                  </a:lnTo>
                  <a:lnTo>
                    <a:pt x="1276784" y="29298"/>
                  </a:lnTo>
                  <a:lnTo>
                    <a:pt x="1284569" y="28630"/>
                  </a:lnTo>
                  <a:lnTo>
                    <a:pt x="1292354" y="27978"/>
                  </a:lnTo>
                  <a:lnTo>
                    <a:pt x="1300140" y="27337"/>
                  </a:lnTo>
                  <a:lnTo>
                    <a:pt x="1307925" y="26770"/>
                  </a:lnTo>
                  <a:lnTo>
                    <a:pt x="1315710" y="26224"/>
                  </a:lnTo>
                  <a:lnTo>
                    <a:pt x="1323495" y="25657"/>
                  </a:lnTo>
                  <a:lnTo>
                    <a:pt x="1331281" y="25033"/>
                  </a:lnTo>
                  <a:lnTo>
                    <a:pt x="1339066" y="24424"/>
                  </a:lnTo>
                  <a:lnTo>
                    <a:pt x="1346851" y="23949"/>
                  </a:lnTo>
                  <a:lnTo>
                    <a:pt x="1354637" y="23513"/>
                  </a:lnTo>
                  <a:lnTo>
                    <a:pt x="1362422" y="23083"/>
                  </a:lnTo>
                  <a:lnTo>
                    <a:pt x="1370207" y="22658"/>
                  </a:lnTo>
                  <a:lnTo>
                    <a:pt x="1377992" y="22239"/>
                  </a:lnTo>
                  <a:lnTo>
                    <a:pt x="1385778" y="21826"/>
                  </a:lnTo>
                  <a:lnTo>
                    <a:pt x="1393563" y="21394"/>
                  </a:lnTo>
                  <a:lnTo>
                    <a:pt x="1401348" y="20951"/>
                  </a:lnTo>
                  <a:lnTo>
                    <a:pt x="1409133" y="20514"/>
                  </a:lnTo>
                  <a:lnTo>
                    <a:pt x="1416919" y="20084"/>
                  </a:lnTo>
                  <a:lnTo>
                    <a:pt x="1424704" y="19660"/>
                  </a:lnTo>
                  <a:lnTo>
                    <a:pt x="1432489" y="19241"/>
                  </a:lnTo>
                  <a:lnTo>
                    <a:pt x="1440275" y="18829"/>
                  </a:lnTo>
                  <a:lnTo>
                    <a:pt x="1448060" y="18423"/>
                  </a:lnTo>
                  <a:lnTo>
                    <a:pt x="1455845" y="18023"/>
                  </a:lnTo>
                  <a:lnTo>
                    <a:pt x="1463630" y="17628"/>
                  </a:lnTo>
                  <a:lnTo>
                    <a:pt x="1471416" y="17239"/>
                  </a:lnTo>
                  <a:lnTo>
                    <a:pt x="1479201" y="16856"/>
                  </a:lnTo>
                  <a:lnTo>
                    <a:pt x="1486986" y="16479"/>
                  </a:lnTo>
                  <a:lnTo>
                    <a:pt x="1494771" y="16107"/>
                  </a:lnTo>
                  <a:lnTo>
                    <a:pt x="1502557" y="15740"/>
                  </a:lnTo>
                  <a:lnTo>
                    <a:pt x="1510342" y="15379"/>
                  </a:lnTo>
                  <a:lnTo>
                    <a:pt x="1518127" y="14956"/>
                  </a:lnTo>
                  <a:lnTo>
                    <a:pt x="1525912" y="14524"/>
                  </a:lnTo>
                  <a:lnTo>
                    <a:pt x="1533698" y="14206"/>
                  </a:lnTo>
                  <a:lnTo>
                    <a:pt x="1541483" y="13892"/>
                  </a:lnTo>
                  <a:lnTo>
                    <a:pt x="1549268" y="13585"/>
                  </a:lnTo>
                  <a:lnTo>
                    <a:pt x="1557054" y="13282"/>
                  </a:lnTo>
                  <a:lnTo>
                    <a:pt x="1564839" y="12983"/>
                  </a:lnTo>
                  <a:lnTo>
                    <a:pt x="1572624" y="12627"/>
                  </a:lnTo>
                  <a:lnTo>
                    <a:pt x="1580409" y="12274"/>
                  </a:lnTo>
                  <a:lnTo>
                    <a:pt x="1588195" y="11926"/>
                  </a:lnTo>
                  <a:lnTo>
                    <a:pt x="1595980" y="11585"/>
                  </a:lnTo>
                  <a:lnTo>
                    <a:pt x="1603765" y="11262"/>
                  </a:lnTo>
                  <a:lnTo>
                    <a:pt x="1611550" y="10983"/>
                  </a:lnTo>
                  <a:lnTo>
                    <a:pt x="1619336" y="10707"/>
                  </a:lnTo>
                  <a:lnTo>
                    <a:pt x="1627121" y="10436"/>
                  </a:lnTo>
                  <a:lnTo>
                    <a:pt x="1634906" y="10168"/>
                  </a:lnTo>
                  <a:lnTo>
                    <a:pt x="1642692" y="9904"/>
                  </a:lnTo>
                  <a:lnTo>
                    <a:pt x="1650477" y="9643"/>
                  </a:lnTo>
                  <a:lnTo>
                    <a:pt x="1658262" y="9387"/>
                  </a:lnTo>
                  <a:lnTo>
                    <a:pt x="1666047" y="9134"/>
                  </a:lnTo>
                  <a:lnTo>
                    <a:pt x="1673833" y="8884"/>
                  </a:lnTo>
                  <a:lnTo>
                    <a:pt x="1681618" y="8597"/>
                  </a:lnTo>
                  <a:lnTo>
                    <a:pt x="1689403" y="8267"/>
                  </a:lnTo>
                  <a:lnTo>
                    <a:pt x="1697188" y="7944"/>
                  </a:lnTo>
                  <a:lnTo>
                    <a:pt x="1704974" y="7627"/>
                  </a:lnTo>
                  <a:lnTo>
                    <a:pt x="1712759" y="7316"/>
                  </a:lnTo>
                  <a:lnTo>
                    <a:pt x="1720544" y="7011"/>
                  </a:lnTo>
                  <a:lnTo>
                    <a:pt x="1728330" y="6712"/>
                  </a:lnTo>
                  <a:lnTo>
                    <a:pt x="1736115" y="6419"/>
                  </a:lnTo>
                  <a:lnTo>
                    <a:pt x="1743900" y="6131"/>
                  </a:lnTo>
                  <a:lnTo>
                    <a:pt x="1751685" y="5849"/>
                  </a:lnTo>
                  <a:lnTo>
                    <a:pt x="1759471" y="5572"/>
                  </a:lnTo>
                  <a:lnTo>
                    <a:pt x="1767256" y="5328"/>
                  </a:lnTo>
                  <a:lnTo>
                    <a:pt x="1775041" y="5095"/>
                  </a:lnTo>
                  <a:lnTo>
                    <a:pt x="1782826" y="4866"/>
                  </a:lnTo>
                  <a:lnTo>
                    <a:pt x="1790612" y="4642"/>
                  </a:lnTo>
                  <a:lnTo>
                    <a:pt x="1798397" y="4443"/>
                  </a:lnTo>
                  <a:lnTo>
                    <a:pt x="1806182" y="4249"/>
                  </a:lnTo>
                  <a:lnTo>
                    <a:pt x="1813967" y="4059"/>
                  </a:lnTo>
                  <a:lnTo>
                    <a:pt x="1821753" y="3871"/>
                  </a:lnTo>
                  <a:lnTo>
                    <a:pt x="1829538" y="3686"/>
                  </a:lnTo>
                  <a:lnTo>
                    <a:pt x="1837323" y="3504"/>
                  </a:lnTo>
                  <a:lnTo>
                    <a:pt x="1845109" y="3324"/>
                  </a:lnTo>
                  <a:lnTo>
                    <a:pt x="1852894" y="3140"/>
                  </a:lnTo>
                  <a:lnTo>
                    <a:pt x="1860679" y="2965"/>
                  </a:lnTo>
                  <a:lnTo>
                    <a:pt x="1868464" y="2793"/>
                  </a:lnTo>
                  <a:lnTo>
                    <a:pt x="1876250" y="2625"/>
                  </a:lnTo>
                  <a:lnTo>
                    <a:pt x="1884035" y="2460"/>
                  </a:lnTo>
                  <a:lnTo>
                    <a:pt x="1891820" y="2297"/>
                  </a:lnTo>
                  <a:lnTo>
                    <a:pt x="1899605" y="2137"/>
                  </a:lnTo>
                  <a:lnTo>
                    <a:pt x="1907391" y="1979"/>
                  </a:lnTo>
                  <a:lnTo>
                    <a:pt x="1915176" y="1823"/>
                  </a:lnTo>
                  <a:lnTo>
                    <a:pt x="1922961" y="1670"/>
                  </a:lnTo>
                  <a:lnTo>
                    <a:pt x="1930747" y="1521"/>
                  </a:lnTo>
                  <a:lnTo>
                    <a:pt x="1938532" y="1372"/>
                  </a:lnTo>
                  <a:lnTo>
                    <a:pt x="1946317" y="1224"/>
                  </a:lnTo>
                  <a:lnTo>
                    <a:pt x="1954102" y="1080"/>
                  </a:lnTo>
                  <a:lnTo>
                    <a:pt x="1961888" y="937"/>
                  </a:lnTo>
                  <a:lnTo>
                    <a:pt x="1969673" y="797"/>
                  </a:lnTo>
                  <a:lnTo>
                    <a:pt x="1977458" y="658"/>
                  </a:lnTo>
                  <a:lnTo>
                    <a:pt x="1985243" y="523"/>
                  </a:lnTo>
                  <a:lnTo>
                    <a:pt x="1993029" y="389"/>
                  </a:lnTo>
                  <a:lnTo>
                    <a:pt x="2000814" y="257"/>
                  </a:lnTo>
                  <a:lnTo>
                    <a:pt x="2008599" y="12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3" name="pl222"/>
            <p:cNvSpPr/>
            <p:nvPr/>
          </p:nvSpPr>
          <p:spPr>
            <a:xfrm>
              <a:off x="6049435" y="2880372"/>
              <a:ext cx="2016385" cy="216033"/>
            </a:xfrm>
            <a:custGeom>
              <a:avLst/>
              <a:pathLst>
                <a:path w="2016385" h="216033">
                  <a:moveTo>
                    <a:pt x="2016385" y="216033"/>
                  </a:moveTo>
                  <a:lnTo>
                    <a:pt x="2008599" y="215872"/>
                  </a:lnTo>
                  <a:lnTo>
                    <a:pt x="2000814" y="215718"/>
                  </a:lnTo>
                  <a:lnTo>
                    <a:pt x="1993029" y="215561"/>
                  </a:lnTo>
                  <a:lnTo>
                    <a:pt x="1985243" y="215402"/>
                  </a:lnTo>
                  <a:lnTo>
                    <a:pt x="1977458" y="215240"/>
                  </a:lnTo>
                  <a:lnTo>
                    <a:pt x="1969673" y="215076"/>
                  </a:lnTo>
                  <a:lnTo>
                    <a:pt x="1961888" y="214909"/>
                  </a:lnTo>
                  <a:lnTo>
                    <a:pt x="1954102" y="214712"/>
                  </a:lnTo>
                  <a:lnTo>
                    <a:pt x="1946317" y="214506"/>
                  </a:lnTo>
                  <a:lnTo>
                    <a:pt x="1938532" y="214296"/>
                  </a:lnTo>
                  <a:lnTo>
                    <a:pt x="1930747" y="214082"/>
                  </a:lnTo>
                  <a:lnTo>
                    <a:pt x="1922961" y="213863"/>
                  </a:lnTo>
                  <a:lnTo>
                    <a:pt x="1915176" y="213643"/>
                  </a:lnTo>
                  <a:lnTo>
                    <a:pt x="1907391" y="213438"/>
                  </a:lnTo>
                  <a:lnTo>
                    <a:pt x="1899605" y="213229"/>
                  </a:lnTo>
                  <a:lnTo>
                    <a:pt x="1891820" y="213017"/>
                  </a:lnTo>
                  <a:lnTo>
                    <a:pt x="1884035" y="212802"/>
                  </a:lnTo>
                  <a:lnTo>
                    <a:pt x="1876250" y="212582"/>
                  </a:lnTo>
                  <a:lnTo>
                    <a:pt x="1868464" y="212360"/>
                  </a:lnTo>
                  <a:lnTo>
                    <a:pt x="1860679" y="212133"/>
                  </a:lnTo>
                  <a:lnTo>
                    <a:pt x="1852894" y="211903"/>
                  </a:lnTo>
                  <a:lnTo>
                    <a:pt x="1845109" y="211669"/>
                  </a:lnTo>
                  <a:lnTo>
                    <a:pt x="1837323" y="211431"/>
                  </a:lnTo>
                  <a:lnTo>
                    <a:pt x="1829538" y="211188"/>
                  </a:lnTo>
                  <a:lnTo>
                    <a:pt x="1821753" y="210941"/>
                  </a:lnTo>
                  <a:lnTo>
                    <a:pt x="1813967" y="210690"/>
                  </a:lnTo>
                  <a:lnTo>
                    <a:pt x="1806182" y="210435"/>
                  </a:lnTo>
                  <a:lnTo>
                    <a:pt x="1798397" y="210176"/>
                  </a:lnTo>
                  <a:lnTo>
                    <a:pt x="1790612" y="209912"/>
                  </a:lnTo>
                  <a:lnTo>
                    <a:pt x="1782826" y="209644"/>
                  </a:lnTo>
                  <a:lnTo>
                    <a:pt x="1775041" y="209371"/>
                  </a:lnTo>
                  <a:lnTo>
                    <a:pt x="1767256" y="209094"/>
                  </a:lnTo>
                  <a:lnTo>
                    <a:pt x="1759471" y="208812"/>
                  </a:lnTo>
                  <a:lnTo>
                    <a:pt x="1751685" y="208525"/>
                  </a:lnTo>
                  <a:lnTo>
                    <a:pt x="1743900" y="208234"/>
                  </a:lnTo>
                  <a:lnTo>
                    <a:pt x="1736115" y="207938"/>
                  </a:lnTo>
                  <a:lnTo>
                    <a:pt x="1728330" y="207637"/>
                  </a:lnTo>
                  <a:lnTo>
                    <a:pt x="1720544" y="207331"/>
                  </a:lnTo>
                  <a:lnTo>
                    <a:pt x="1712759" y="207021"/>
                  </a:lnTo>
                  <a:lnTo>
                    <a:pt x="1704974" y="206705"/>
                  </a:lnTo>
                  <a:lnTo>
                    <a:pt x="1697188" y="206383"/>
                  </a:lnTo>
                  <a:lnTo>
                    <a:pt x="1689403" y="206057"/>
                  </a:lnTo>
                  <a:lnTo>
                    <a:pt x="1681618" y="205725"/>
                  </a:lnTo>
                  <a:lnTo>
                    <a:pt x="1673833" y="205388"/>
                  </a:lnTo>
                  <a:lnTo>
                    <a:pt x="1666047" y="205045"/>
                  </a:lnTo>
                  <a:lnTo>
                    <a:pt x="1658262" y="204696"/>
                  </a:lnTo>
                  <a:lnTo>
                    <a:pt x="1650477" y="204389"/>
                  </a:lnTo>
                  <a:lnTo>
                    <a:pt x="1642692" y="204078"/>
                  </a:lnTo>
                  <a:lnTo>
                    <a:pt x="1634906" y="203761"/>
                  </a:lnTo>
                  <a:lnTo>
                    <a:pt x="1627121" y="203438"/>
                  </a:lnTo>
                  <a:lnTo>
                    <a:pt x="1619336" y="203002"/>
                  </a:lnTo>
                  <a:lnTo>
                    <a:pt x="1611550" y="202506"/>
                  </a:lnTo>
                  <a:lnTo>
                    <a:pt x="1603765" y="202091"/>
                  </a:lnTo>
                  <a:lnTo>
                    <a:pt x="1595980" y="201696"/>
                  </a:lnTo>
                  <a:lnTo>
                    <a:pt x="1588195" y="201293"/>
                  </a:lnTo>
                  <a:lnTo>
                    <a:pt x="1580409" y="200884"/>
                  </a:lnTo>
                  <a:lnTo>
                    <a:pt x="1572624" y="200468"/>
                  </a:lnTo>
                  <a:lnTo>
                    <a:pt x="1564839" y="200045"/>
                  </a:lnTo>
                  <a:lnTo>
                    <a:pt x="1557054" y="199615"/>
                  </a:lnTo>
                  <a:lnTo>
                    <a:pt x="1549268" y="199179"/>
                  </a:lnTo>
                  <a:lnTo>
                    <a:pt x="1541483" y="198735"/>
                  </a:lnTo>
                  <a:lnTo>
                    <a:pt x="1533698" y="198285"/>
                  </a:lnTo>
                  <a:lnTo>
                    <a:pt x="1525912" y="197827"/>
                  </a:lnTo>
                  <a:lnTo>
                    <a:pt x="1518127" y="197362"/>
                  </a:lnTo>
                  <a:lnTo>
                    <a:pt x="1510342" y="196889"/>
                  </a:lnTo>
                  <a:lnTo>
                    <a:pt x="1502557" y="196409"/>
                  </a:lnTo>
                  <a:lnTo>
                    <a:pt x="1494771" y="195921"/>
                  </a:lnTo>
                  <a:lnTo>
                    <a:pt x="1486986" y="195425"/>
                  </a:lnTo>
                  <a:lnTo>
                    <a:pt x="1479201" y="194922"/>
                  </a:lnTo>
                  <a:lnTo>
                    <a:pt x="1471416" y="194411"/>
                  </a:lnTo>
                  <a:lnTo>
                    <a:pt x="1463630" y="193891"/>
                  </a:lnTo>
                  <a:lnTo>
                    <a:pt x="1455845" y="193364"/>
                  </a:lnTo>
                  <a:lnTo>
                    <a:pt x="1448060" y="192827"/>
                  </a:lnTo>
                  <a:lnTo>
                    <a:pt x="1440275" y="192283"/>
                  </a:lnTo>
                  <a:lnTo>
                    <a:pt x="1432489" y="191730"/>
                  </a:lnTo>
                  <a:lnTo>
                    <a:pt x="1424704" y="191168"/>
                  </a:lnTo>
                  <a:lnTo>
                    <a:pt x="1416919" y="190598"/>
                  </a:lnTo>
                  <a:lnTo>
                    <a:pt x="1409133" y="190019"/>
                  </a:lnTo>
                  <a:lnTo>
                    <a:pt x="1401348" y="189430"/>
                  </a:lnTo>
                  <a:lnTo>
                    <a:pt x="1393563" y="188833"/>
                  </a:lnTo>
                  <a:lnTo>
                    <a:pt x="1385778" y="188226"/>
                  </a:lnTo>
                  <a:lnTo>
                    <a:pt x="1377992" y="187609"/>
                  </a:lnTo>
                  <a:lnTo>
                    <a:pt x="1370207" y="186984"/>
                  </a:lnTo>
                  <a:lnTo>
                    <a:pt x="1362422" y="186348"/>
                  </a:lnTo>
                  <a:lnTo>
                    <a:pt x="1354637" y="185703"/>
                  </a:lnTo>
                  <a:lnTo>
                    <a:pt x="1346851" y="185048"/>
                  </a:lnTo>
                  <a:lnTo>
                    <a:pt x="1339066" y="184383"/>
                  </a:lnTo>
                  <a:lnTo>
                    <a:pt x="1331281" y="183707"/>
                  </a:lnTo>
                  <a:lnTo>
                    <a:pt x="1323495" y="183022"/>
                  </a:lnTo>
                  <a:lnTo>
                    <a:pt x="1315710" y="182325"/>
                  </a:lnTo>
                  <a:lnTo>
                    <a:pt x="1307925" y="181619"/>
                  </a:lnTo>
                  <a:lnTo>
                    <a:pt x="1300140" y="180901"/>
                  </a:lnTo>
                  <a:lnTo>
                    <a:pt x="1292354" y="180173"/>
                  </a:lnTo>
                  <a:lnTo>
                    <a:pt x="1284569" y="179434"/>
                  </a:lnTo>
                  <a:lnTo>
                    <a:pt x="1276784" y="178799"/>
                  </a:lnTo>
                  <a:lnTo>
                    <a:pt x="1268999" y="178235"/>
                  </a:lnTo>
                  <a:lnTo>
                    <a:pt x="1261213" y="177522"/>
                  </a:lnTo>
                  <a:lnTo>
                    <a:pt x="1253428" y="176392"/>
                  </a:lnTo>
                  <a:lnTo>
                    <a:pt x="1245643" y="175568"/>
                  </a:lnTo>
                  <a:lnTo>
                    <a:pt x="1237857" y="174760"/>
                  </a:lnTo>
                  <a:lnTo>
                    <a:pt x="1230072" y="173940"/>
                  </a:lnTo>
                  <a:lnTo>
                    <a:pt x="1222287" y="173107"/>
                  </a:lnTo>
                  <a:lnTo>
                    <a:pt x="1214502" y="172263"/>
                  </a:lnTo>
                  <a:lnTo>
                    <a:pt x="1206716" y="171406"/>
                  </a:lnTo>
                  <a:lnTo>
                    <a:pt x="1198931" y="170534"/>
                  </a:lnTo>
                  <a:lnTo>
                    <a:pt x="1191146" y="169649"/>
                  </a:lnTo>
                  <a:lnTo>
                    <a:pt x="1183361" y="168751"/>
                  </a:lnTo>
                  <a:lnTo>
                    <a:pt x="1175575" y="167843"/>
                  </a:lnTo>
                  <a:lnTo>
                    <a:pt x="1167790" y="166927"/>
                  </a:lnTo>
                  <a:lnTo>
                    <a:pt x="1160005" y="165995"/>
                  </a:lnTo>
                  <a:lnTo>
                    <a:pt x="1152220" y="165105"/>
                  </a:lnTo>
                  <a:lnTo>
                    <a:pt x="1144434" y="164088"/>
                  </a:lnTo>
                  <a:lnTo>
                    <a:pt x="1136649" y="163149"/>
                  </a:lnTo>
                  <a:lnTo>
                    <a:pt x="1128864" y="162328"/>
                  </a:lnTo>
                  <a:lnTo>
                    <a:pt x="1121078" y="161496"/>
                  </a:lnTo>
                  <a:lnTo>
                    <a:pt x="1113293" y="160489"/>
                  </a:lnTo>
                  <a:lnTo>
                    <a:pt x="1105508" y="159456"/>
                  </a:lnTo>
                  <a:lnTo>
                    <a:pt x="1097723" y="158409"/>
                  </a:lnTo>
                  <a:lnTo>
                    <a:pt x="1089937" y="157347"/>
                  </a:lnTo>
                  <a:lnTo>
                    <a:pt x="1082152" y="156270"/>
                  </a:lnTo>
                  <a:lnTo>
                    <a:pt x="1074367" y="155178"/>
                  </a:lnTo>
                  <a:lnTo>
                    <a:pt x="1066582" y="154071"/>
                  </a:lnTo>
                  <a:lnTo>
                    <a:pt x="1058796" y="152949"/>
                  </a:lnTo>
                  <a:lnTo>
                    <a:pt x="1051011" y="151811"/>
                  </a:lnTo>
                  <a:lnTo>
                    <a:pt x="1043226" y="150654"/>
                  </a:lnTo>
                  <a:lnTo>
                    <a:pt x="1035440" y="149812"/>
                  </a:lnTo>
                  <a:lnTo>
                    <a:pt x="1027655" y="149063"/>
                  </a:lnTo>
                  <a:lnTo>
                    <a:pt x="1019870" y="148308"/>
                  </a:lnTo>
                  <a:lnTo>
                    <a:pt x="1012085" y="147473"/>
                  </a:lnTo>
                  <a:lnTo>
                    <a:pt x="1004299" y="146170"/>
                  </a:lnTo>
                  <a:lnTo>
                    <a:pt x="996514" y="144847"/>
                  </a:lnTo>
                  <a:lnTo>
                    <a:pt x="988729" y="143503"/>
                  </a:lnTo>
                  <a:lnTo>
                    <a:pt x="980944" y="142430"/>
                  </a:lnTo>
                  <a:lnTo>
                    <a:pt x="973158" y="141485"/>
                  </a:lnTo>
                  <a:lnTo>
                    <a:pt x="965373" y="140530"/>
                  </a:lnTo>
                  <a:lnTo>
                    <a:pt x="957588" y="139566"/>
                  </a:lnTo>
                  <a:lnTo>
                    <a:pt x="949802" y="138592"/>
                  </a:lnTo>
                  <a:lnTo>
                    <a:pt x="942017" y="137577"/>
                  </a:lnTo>
                  <a:lnTo>
                    <a:pt x="934232" y="136263"/>
                  </a:lnTo>
                  <a:lnTo>
                    <a:pt x="926447" y="134930"/>
                  </a:lnTo>
                  <a:lnTo>
                    <a:pt x="918661" y="133572"/>
                  </a:lnTo>
                  <a:lnTo>
                    <a:pt x="910876" y="132197"/>
                  </a:lnTo>
                  <a:lnTo>
                    <a:pt x="903091" y="130804"/>
                  </a:lnTo>
                  <a:lnTo>
                    <a:pt x="895306" y="129394"/>
                  </a:lnTo>
                  <a:lnTo>
                    <a:pt x="887520" y="127967"/>
                  </a:lnTo>
                  <a:lnTo>
                    <a:pt x="879735" y="126647"/>
                  </a:lnTo>
                  <a:lnTo>
                    <a:pt x="871950" y="125109"/>
                  </a:lnTo>
                  <a:lnTo>
                    <a:pt x="864165" y="123608"/>
                  </a:lnTo>
                  <a:lnTo>
                    <a:pt x="856379" y="122125"/>
                  </a:lnTo>
                  <a:lnTo>
                    <a:pt x="848594" y="120624"/>
                  </a:lnTo>
                  <a:lnTo>
                    <a:pt x="840809" y="119661"/>
                  </a:lnTo>
                  <a:lnTo>
                    <a:pt x="833023" y="119165"/>
                  </a:lnTo>
                  <a:lnTo>
                    <a:pt x="825238" y="117366"/>
                  </a:lnTo>
                  <a:lnTo>
                    <a:pt x="817453" y="115522"/>
                  </a:lnTo>
                  <a:lnTo>
                    <a:pt x="809668" y="113586"/>
                  </a:lnTo>
                  <a:lnTo>
                    <a:pt x="801882" y="111768"/>
                  </a:lnTo>
                  <a:lnTo>
                    <a:pt x="794097" y="110413"/>
                  </a:lnTo>
                  <a:lnTo>
                    <a:pt x="786312" y="109237"/>
                  </a:lnTo>
                  <a:lnTo>
                    <a:pt x="778527" y="108052"/>
                  </a:lnTo>
                  <a:lnTo>
                    <a:pt x="770741" y="106857"/>
                  </a:lnTo>
                  <a:lnTo>
                    <a:pt x="762956" y="105777"/>
                  </a:lnTo>
                  <a:lnTo>
                    <a:pt x="755171" y="104751"/>
                  </a:lnTo>
                  <a:lnTo>
                    <a:pt x="747385" y="103713"/>
                  </a:lnTo>
                  <a:lnTo>
                    <a:pt x="739600" y="102677"/>
                  </a:lnTo>
                  <a:lnTo>
                    <a:pt x="731815" y="101379"/>
                  </a:lnTo>
                  <a:lnTo>
                    <a:pt x="724030" y="99486"/>
                  </a:lnTo>
                  <a:lnTo>
                    <a:pt x="716244" y="98210"/>
                  </a:lnTo>
                  <a:lnTo>
                    <a:pt x="708459" y="96924"/>
                  </a:lnTo>
                  <a:lnTo>
                    <a:pt x="700674" y="95342"/>
                  </a:lnTo>
                  <a:lnTo>
                    <a:pt x="692889" y="93564"/>
                  </a:lnTo>
                  <a:lnTo>
                    <a:pt x="685103" y="91763"/>
                  </a:lnTo>
                  <a:lnTo>
                    <a:pt x="677318" y="89932"/>
                  </a:lnTo>
                  <a:lnTo>
                    <a:pt x="669533" y="88083"/>
                  </a:lnTo>
                  <a:lnTo>
                    <a:pt x="661747" y="86607"/>
                  </a:lnTo>
                  <a:lnTo>
                    <a:pt x="653962" y="84848"/>
                  </a:lnTo>
                  <a:lnTo>
                    <a:pt x="646177" y="82805"/>
                  </a:lnTo>
                  <a:lnTo>
                    <a:pt x="638392" y="80953"/>
                  </a:lnTo>
                  <a:lnTo>
                    <a:pt x="630606" y="79699"/>
                  </a:lnTo>
                  <a:lnTo>
                    <a:pt x="622821" y="78439"/>
                  </a:lnTo>
                  <a:lnTo>
                    <a:pt x="615036" y="77193"/>
                  </a:lnTo>
                  <a:lnTo>
                    <a:pt x="607251" y="75916"/>
                  </a:lnTo>
                  <a:lnTo>
                    <a:pt x="599465" y="74344"/>
                  </a:lnTo>
                  <a:lnTo>
                    <a:pt x="591680" y="72295"/>
                  </a:lnTo>
                  <a:lnTo>
                    <a:pt x="583895" y="69881"/>
                  </a:lnTo>
                  <a:lnTo>
                    <a:pt x="576110" y="67405"/>
                  </a:lnTo>
                  <a:lnTo>
                    <a:pt x="568324" y="66203"/>
                  </a:lnTo>
                  <a:lnTo>
                    <a:pt x="560539" y="64446"/>
                  </a:lnTo>
                  <a:lnTo>
                    <a:pt x="552754" y="62241"/>
                  </a:lnTo>
                  <a:lnTo>
                    <a:pt x="544968" y="60051"/>
                  </a:lnTo>
                  <a:lnTo>
                    <a:pt x="537183" y="58312"/>
                  </a:lnTo>
                  <a:lnTo>
                    <a:pt x="529398" y="57238"/>
                  </a:lnTo>
                  <a:lnTo>
                    <a:pt x="521613" y="56358"/>
                  </a:lnTo>
                  <a:lnTo>
                    <a:pt x="513827" y="55476"/>
                  </a:lnTo>
                  <a:lnTo>
                    <a:pt x="506042" y="54590"/>
                  </a:lnTo>
                  <a:lnTo>
                    <a:pt x="498257" y="52792"/>
                  </a:lnTo>
                  <a:lnTo>
                    <a:pt x="490472" y="51083"/>
                  </a:lnTo>
                  <a:lnTo>
                    <a:pt x="482686" y="49278"/>
                  </a:lnTo>
                  <a:lnTo>
                    <a:pt x="474901" y="47097"/>
                  </a:lnTo>
                  <a:lnTo>
                    <a:pt x="467116" y="44969"/>
                  </a:lnTo>
                  <a:lnTo>
                    <a:pt x="459330" y="42867"/>
                  </a:lnTo>
                  <a:lnTo>
                    <a:pt x="451545" y="41193"/>
                  </a:lnTo>
                  <a:lnTo>
                    <a:pt x="443760" y="40029"/>
                  </a:lnTo>
                  <a:lnTo>
                    <a:pt x="435975" y="38841"/>
                  </a:lnTo>
                  <a:lnTo>
                    <a:pt x="428189" y="37357"/>
                  </a:lnTo>
                  <a:lnTo>
                    <a:pt x="420404" y="34597"/>
                  </a:lnTo>
                  <a:lnTo>
                    <a:pt x="412619" y="33375"/>
                  </a:lnTo>
                  <a:lnTo>
                    <a:pt x="404834" y="32735"/>
                  </a:lnTo>
                  <a:lnTo>
                    <a:pt x="397048" y="32074"/>
                  </a:lnTo>
                  <a:lnTo>
                    <a:pt x="389263" y="31381"/>
                  </a:lnTo>
                  <a:lnTo>
                    <a:pt x="381478" y="29416"/>
                  </a:lnTo>
                  <a:lnTo>
                    <a:pt x="373692" y="28690"/>
                  </a:lnTo>
                  <a:lnTo>
                    <a:pt x="365907" y="27768"/>
                  </a:lnTo>
                  <a:lnTo>
                    <a:pt x="358122" y="25675"/>
                  </a:lnTo>
                  <a:lnTo>
                    <a:pt x="350337" y="24140"/>
                  </a:lnTo>
                  <a:lnTo>
                    <a:pt x="342551" y="23505"/>
                  </a:lnTo>
                  <a:lnTo>
                    <a:pt x="334766" y="22581"/>
                  </a:lnTo>
                  <a:lnTo>
                    <a:pt x="326981" y="21228"/>
                  </a:lnTo>
                  <a:lnTo>
                    <a:pt x="319196" y="20735"/>
                  </a:lnTo>
                  <a:lnTo>
                    <a:pt x="311410" y="19068"/>
                  </a:lnTo>
                  <a:lnTo>
                    <a:pt x="303625" y="16675"/>
                  </a:lnTo>
                  <a:lnTo>
                    <a:pt x="295840" y="15492"/>
                  </a:lnTo>
                  <a:lnTo>
                    <a:pt x="288055" y="13764"/>
                  </a:lnTo>
                  <a:lnTo>
                    <a:pt x="280269" y="12128"/>
                  </a:lnTo>
                  <a:lnTo>
                    <a:pt x="272484" y="11591"/>
                  </a:lnTo>
                  <a:lnTo>
                    <a:pt x="264699" y="10050"/>
                  </a:lnTo>
                  <a:lnTo>
                    <a:pt x="256913" y="9042"/>
                  </a:lnTo>
                  <a:lnTo>
                    <a:pt x="249128" y="9409"/>
                  </a:lnTo>
                  <a:lnTo>
                    <a:pt x="241343" y="7993"/>
                  </a:lnTo>
                  <a:lnTo>
                    <a:pt x="233558" y="6849"/>
                  </a:lnTo>
                  <a:lnTo>
                    <a:pt x="225772" y="6196"/>
                  </a:lnTo>
                  <a:lnTo>
                    <a:pt x="217987" y="5131"/>
                  </a:lnTo>
                  <a:lnTo>
                    <a:pt x="210202" y="4134"/>
                  </a:lnTo>
                  <a:lnTo>
                    <a:pt x="202417" y="3699"/>
                  </a:lnTo>
                  <a:lnTo>
                    <a:pt x="194631" y="3029"/>
                  </a:lnTo>
                  <a:lnTo>
                    <a:pt x="186846" y="2284"/>
                  </a:lnTo>
                  <a:lnTo>
                    <a:pt x="179061" y="1566"/>
                  </a:lnTo>
                  <a:lnTo>
                    <a:pt x="171275" y="1199"/>
                  </a:lnTo>
                  <a:lnTo>
                    <a:pt x="163490" y="174"/>
                  </a:lnTo>
                  <a:lnTo>
                    <a:pt x="155705" y="0"/>
                  </a:lnTo>
                  <a:lnTo>
                    <a:pt x="147920" y="346"/>
                  </a:lnTo>
                  <a:lnTo>
                    <a:pt x="140134" y="819"/>
                  </a:lnTo>
                  <a:lnTo>
                    <a:pt x="132349" y="754"/>
                  </a:lnTo>
                  <a:lnTo>
                    <a:pt x="124564" y="487"/>
                  </a:lnTo>
                  <a:lnTo>
                    <a:pt x="116779" y="690"/>
                  </a:lnTo>
                  <a:lnTo>
                    <a:pt x="108993" y="533"/>
                  </a:lnTo>
                  <a:lnTo>
                    <a:pt x="101208" y="478"/>
                  </a:lnTo>
                  <a:lnTo>
                    <a:pt x="93423" y="1330"/>
                  </a:lnTo>
                  <a:lnTo>
                    <a:pt x="85637" y="1629"/>
                  </a:lnTo>
                  <a:lnTo>
                    <a:pt x="77852" y="2268"/>
                  </a:lnTo>
                  <a:lnTo>
                    <a:pt x="70067" y="3092"/>
                  </a:lnTo>
                  <a:lnTo>
                    <a:pt x="62282" y="3955"/>
                  </a:lnTo>
                  <a:lnTo>
                    <a:pt x="54496" y="4799"/>
                  </a:lnTo>
                  <a:lnTo>
                    <a:pt x="46711" y="5642"/>
                  </a:lnTo>
                  <a:lnTo>
                    <a:pt x="38926" y="8018"/>
                  </a:lnTo>
                  <a:lnTo>
                    <a:pt x="31141" y="9829"/>
                  </a:lnTo>
                  <a:lnTo>
                    <a:pt x="23355" y="11005"/>
                  </a:lnTo>
                  <a:lnTo>
                    <a:pt x="15570" y="12195"/>
                  </a:lnTo>
                  <a:lnTo>
                    <a:pt x="7785" y="13353"/>
                  </a:lnTo>
                  <a:lnTo>
                    <a:pt x="0" y="147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4" name="pl223"/>
            <p:cNvSpPr/>
            <p:nvPr/>
          </p:nvSpPr>
          <p:spPr>
            <a:xfrm>
              <a:off x="6049435" y="2617473"/>
              <a:ext cx="2016385" cy="203247"/>
            </a:xfrm>
            <a:custGeom>
              <a:avLst/>
              <a:pathLst>
                <a:path w="2016385" h="203247">
                  <a:moveTo>
                    <a:pt x="0" y="0"/>
                  </a:moveTo>
                  <a:lnTo>
                    <a:pt x="7785" y="709"/>
                  </a:lnTo>
                  <a:lnTo>
                    <a:pt x="15570" y="1257"/>
                  </a:lnTo>
                  <a:lnTo>
                    <a:pt x="23355" y="1897"/>
                  </a:lnTo>
                  <a:lnTo>
                    <a:pt x="31141" y="2589"/>
                  </a:lnTo>
                  <a:lnTo>
                    <a:pt x="38926" y="3115"/>
                  </a:lnTo>
                  <a:lnTo>
                    <a:pt x="46711" y="3821"/>
                  </a:lnTo>
                  <a:lnTo>
                    <a:pt x="54496" y="4478"/>
                  </a:lnTo>
                  <a:lnTo>
                    <a:pt x="62282" y="5099"/>
                  </a:lnTo>
                  <a:lnTo>
                    <a:pt x="70067" y="5792"/>
                  </a:lnTo>
                  <a:lnTo>
                    <a:pt x="77852" y="6513"/>
                  </a:lnTo>
                  <a:lnTo>
                    <a:pt x="85637" y="7066"/>
                  </a:lnTo>
                  <a:lnTo>
                    <a:pt x="93423" y="7906"/>
                  </a:lnTo>
                  <a:lnTo>
                    <a:pt x="101208" y="8647"/>
                  </a:lnTo>
                  <a:lnTo>
                    <a:pt x="108993" y="9441"/>
                  </a:lnTo>
                  <a:lnTo>
                    <a:pt x="116779" y="10063"/>
                  </a:lnTo>
                  <a:lnTo>
                    <a:pt x="124564" y="10689"/>
                  </a:lnTo>
                  <a:lnTo>
                    <a:pt x="132349" y="11457"/>
                  </a:lnTo>
                  <a:lnTo>
                    <a:pt x="140134" y="12154"/>
                  </a:lnTo>
                  <a:lnTo>
                    <a:pt x="147920" y="12824"/>
                  </a:lnTo>
                  <a:lnTo>
                    <a:pt x="155705" y="13667"/>
                  </a:lnTo>
                  <a:lnTo>
                    <a:pt x="163490" y="14272"/>
                  </a:lnTo>
                  <a:lnTo>
                    <a:pt x="171275" y="15033"/>
                  </a:lnTo>
                  <a:lnTo>
                    <a:pt x="179061" y="15677"/>
                  </a:lnTo>
                  <a:lnTo>
                    <a:pt x="186846" y="16330"/>
                  </a:lnTo>
                  <a:lnTo>
                    <a:pt x="194631" y="16945"/>
                  </a:lnTo>
                  <a:lnTo>
                    <a:pt x="202417" y="17643"/>
                  </a:lnTo>
                  <a:lnTo>
                    <a:pt x="210202" y="18201"/>
                  </a:lnTo>
                  <a:lnTo>
                    <a:pt x="217987" y="19007"/>
                  </a:lnTo>
                  <a:lnTo>
                    <a:pt x="225772" y="19390"/>
                  </a:lnTo>
                  <a:lnTo>
                    <a:pt x="233558" y="20133"/>
                  </a:lnTo>
                  <a:lnTo>
                    <a:pt x="241343" y="20819"/>
                  </a:lnTo>
                  <a:lnTo>
                    <a:pt x="249128" y="21725"/>
                  </a:lnTo>
                  <a:lnTo>
                    <a:pt x="256913" y="22553"/>
                  </a:lnTo>
                  <a:lnTo>
                    <a:pt x="264699" y="23382"/>
                  </a:lnTo>
                  <a:lnTo>
                    <a:pt x="272484" y="24149"/>
                  </a:lnTo>
                  <a:lnTo>
                    <a:pt x="280269" y="24891"/>
                  </a:lnTo>
                  <a:lnTo>
                    <a:pt x="288055" y="25482"/>
                  </a:lnTo>
                  <a:lnTo>
                    <a:pt x="295840" y="26263"/>
                  </a:lnTo>
                  <a:lnTo>
                    <a:pt x="303625" y="26929"/>
                  </a:lnTo>
                  <a:lnTo>
                    <a:pt x="311410" y="27732"/>
                  </a:lnTo>
                  <a:lnTo>
                    <a:pt x="319196" y="28365"/>
                  </a:lnTo>
                  <a:lnTo>
                    <a:pt x="326981" y="29139"/>
                  </a:lnTo>
                  <a:lnTo>
                    <a:pt x="334766" y="30014"/>
                  </a:lnTo>
                  <a:lnTo>
                    <a:pt x="342551" y="30770"/>
                  </a:lnTo>
                  <a:lnTo>
                    <a:pt x="350337" y="31531"/>
                  </a:lnTo>
                  <a:lnTo>
                    <a:pt x="358122" y="32321"/>
                  </a:lnTo>
                  <a:lnTo>
                    <a:pt x="365907" y="33160"/>
                  </a:lnTo>
                  <a:lnTo>
                    <a:pt x="373692" y="33970"/>
                  </a:lnTo>
                  <a:lnTo>
                    <a:pt x="381478" y="34507"/>
                  </a:lnTo>
                  <a:lnTo>
                    <a:pt x="389263" y="35370"/>
                  </a:lnTo>
                  <a:lnTo>
                    <a:pt x="397048" y="36303"/>
                  </a:lnTo>
                  <a:lnTo>
                    <a:pt x="404834" y="37214"/>
                  </a:lnTo>
                  <a:lnTo>
                    <a:pt x="412619" y="37987"/>
                  </a:lnTo>
                  <a:lnTo>
                    <a:pt x="420404" y="38825"/>
                  </a:lnTo>
                  <a:lnTo>
                    <a:pt x="428189" y="39525"/>
                  </a:lnTo>
                  <a:lnTo>
                    <a:pt x="435975" y="40206"/>
                  </a:lnTo>
                  <a:lnTo>
                    <a:pt x="443760" y="41268"/>
                  </a:lnTo>
                  <a:lnTo>
                    <a:pt x="451545" y="42329"/>
                  </a:lnTo>
                  <a:lnTo>
                    <a:pt x="459330" y="43251"/>
                  </a:lnTo>
                  <a:lnTo>
                    <a:pt x="467116" y="43854"/>
                  </a:lnTo>
                  <a:lnTo>
                    <a:pt x="474901" y="44597"/>
                  </a:lnTo>
                  <a:lnTo>
                    <a:pt x="482686" y="45418"/>
                  </a:lnTo>
                  <a:lnTo>
                    <a:pt x="490472" y="45946"/>
                  </a:lnTo>
                  <a:lnTo>
                    <a:pt x="498257" y="46560"/>
                  </a:lnTo>
                  <a:lnTo>
                    <a:pt x="506042" y="47323"/>
                  </a:lnTo>
                  <a:lnTo>
                    <a:pt x="513827" y="47820"/>
                  </a:lnTo>
                  <a:lnTo>
                    <a:pt x="521613" y="48423"/>
                  </a:lnTo>
                  <a:lnTo>
                    <a:pt x="529398" y="49222"/>
                  </a:lnTo>
                  <a:lnTo>
                    <a:pt x="537183" y="50042"/>
                  </a:lnTo>
                  <a:lnTo>
                    <a:pt x="544968" y="50967"/>
                  </a:lnTo>
                  <a:lnTo>
                    <a:pt x="552754" y="51418"/>
                  </a:lnTo>
                  <a:lnTo>
                    <a:pt x="560539" y="52036"/>
                  </a:lnTo>
                  <a:lnTo>
                    <a:pt x="568324" y="52886"/>
                  </a:lnTo>
                  <a:lnTo>
                    <a:pt x="576110" y="53732"/>
                  </a:lnTo>
                  <a:lnTo>
                    <a:pt x="583895" y="54416"/>
                  </a:lnTo>
                  <a:lnTo>
                    <a:pt x="591680" y="55018"/>
                  </a:lnTo>
                  <a:lnTo>
                    <a:pt x="599465" y="55607"/>
                  </a:lnTo>
                  <a:lnTo>
                    <a:pt x="607251" y="56268"/>
                  </a:lnTo>
                  <a:lnTo>
                    <a:pt x="615036" y="56928"/>
                  </a:lnTo>
                  <a:lnTo>
                    <a:pt x="622821" y="57531"/>
                  </a:lnTo>
                  <a:lnTo>
                    <a:pt x="630606" y="58335"/>
                  </a:lnTo>
                  <a:lnTo>
                    <a:pt x="638392" y="59115"/>
                  </a:lnTo>
                  <a:lnTo>
                    <a:pt x="646177" y="59979"/>
                  </a:lnTo>
                  <a:lnTo>
                    <a:pt x="653962" y="60861"/>
                  </a:lnTo>
                  <a:lnTo>
                    <a:pt x="661747" y="61469"/>
                  </a:lnTo>
                  <a:lnTo>
                    <a:pt x="669533" y="62141"/>
                  </a:lnTo>
                  <a:lnTo>
                    <a:pt x="677318" y="62932"/>
                  </a:lnTo>
                  <a:lnTo>
                    <a:pt x="685103" y="63831"/>
                  </a:lnTo>
                  <a:lnTo>
                    <a:pt x="692889" y="64814"/>
                  </a:lnTo>
                  <a:lnTo>
                    <a:pt x="700674" y="65770"/>
                  </a:lnTo>
                  <a:lnTo>
                    <a:pt x="708459" y="66815"/>
                  </a:lnTo>
                  <a:lnTo>
                    <a:pt x="716244" y="67606"/>
                  </a:lnTo>
                  <a:lnTo>
                    <a:pt x="724030" y="68341"/>
                  </a:lnTo>
                  <a:lnTo>
                    <a:pt x="731815" y="69278"/>
                  </a:lnTo>
                  <a:lnTo>
                    <a:pt x="739600" y="69811"/>
                  </a:lnTo>
                  <a:lnTo>
                    <a:pt x="747385" y="70733"/>
                  </a:lnTo>
                  <a:lnTo>
                    <a:pt x="755171" y="71436"/>
                  </a:lnTo>
                  <a:lnTo>
                    <a:pt x="762956" y="72044"/>
                  </a:lnTo>
                  <a:lnTo>
                    <a:pt x="770741" y="72695"/>
                  </a:lnTo>
                  <a:lnTo>
                    <a:pt x="778527" y="73357"/>
                  </a:lnTo>
                  <a:lnTo>
                    <a:pt x="786312" y="74251"/>
                  </a:lnTo>
                  <a:lnTo>
                    <a:pt x="794097" y="75047"/>
                  </a:lnTo>
                  <a:lnTo>
                    <a:pt x="801882" y="75759"/>
                  </a:lnTo>
                  <a:lnTo>
                    <a:pt x="809668" y="76556"/>
                  </a:lnTo>
                  <a:lnTo>
                    <a:pt x="817453" y="77415"/>
                  </a:lnTo>
                  <a:lnTo>
                    <a:pt x="825238" y="78374"/>
                  </a:lnTo>
                  <a:lnTo>
                    <a:pt x="833023" y="79358"/>
                  </a:lnTo>
                  <a:lnTo>
                    <a:pt x="840809" y="79984"/>
                  </a:lnTo>
                  <a:lnTo>
                    <a:pt x="848594" y="80842"/>
                  </a:lnTo>
                  <a:lnTo>
                    <a:pt x="856379" y="81562"/>
                  </a:lnTo>
                  <a:lnTo>
                    <a:pt x="864165" y="82436"/>
                  </a:lnTo>
                  <a:lnTo>
                    <a:pt x="871950" y="83128"/>
                  </a:lnTo>
                  <a:lnTo>
                    <a:pt x="879735" y="84019"/>
                  </a:lnTo>
                  <a:lnTo>
                    <a:pt x="887520" y="84606"/>
                  </a:lnTo>
                  <a:lnTo>
                    <a:pt x="895306" y="85431"/>
                  </a:lnTo>
                  <a:lnTo>
                    <a:pt x="903091" y="86304"/>
                  </a:lnTo>
                  <a:lnTo>
                    <a:pt x="910876" y="86937"/>
                  </a:lnTo>
                  <a:lnTo>
                    <a:pt x="918661" y="87499"/>
                  </a:lnTo>
                  <a:lnTo>
                    <a:pt x="926447" y="88176"/>
                  </a:lnTo>
                  <a:lnTo>
                    <a:pt x="934232" y="89071"/>
                  </a:lnTo>
                  <a:lnTo>
                    <a:pt x="942017" y="89787"/>
                  </a:lnTo>
                  <a:lnTo>
                    <a:pt x="949802" y="90585"/>
                  </a:lnTo>
                  <a:lnTo>
                    <a:pt x="957588" y="91421"/>
                  </a:lnTo>
                  <a:lnTo>
                    <a:pt x="965373" y="92100"/>
                  </a:lnTo>
                  <a:lnTo>
                    <a:pt x="973158" y="92697"/>
                  </a:lnTo>
                  <a:lnTo>
                    <a:pt x="980944" y="93489"/>
                  </a:lnTo>
                  <a:lnTo>
                    <a:pt x="988729" y="94479"/>
                  </a:lnTo>
                  <a:lnTo>
                    <a:pt x="996514" y="95284"/>
                  </a:lnTo>
                  <a:lnTo>
                    <a:pt x="1004299" y="96308"/>
                  </a:lnTo>
                  <a:lnTo>
                    <a:pt x="1012085" y="97164"/>
                  </a:lnTo>
                  <a:lnTo>
                    <a:pt x="1019870" y="98000"/>
                  </a:lnTo>
                  <a:lnTo>
                    <a:pt x="1027655" y="98895"/>
                  </a:lnTo>
                  <a:lnTo>
                    <a:pt x="1035440" y="99641"/>
                  </a:lnTo>
                  <a:lnTo>
                    <a:pt x="1043226" y="100595"/>
                  </a:lnTo>
                  <a:lnTo>
                    <a:pt x="1051011" y="101442"/>
                  </a:lnTo>
                  <a:lnTo>
                    <a:pt x="1058796" y="102333"/>
                  </a:lnTo>
                  <a:lnTo>
                    <a:pt x="1066582" y="103007"/>
                  </a:lnTo>
                  <a:lnTo>
                    <a:pt x="1074367" y="103690"/>
                  </a:lnTo>
                  <a:lnTo>
                    <a:pt x="1082152" y="104466"/>
                  </a:lnTo>
                  <a:lnTo>
                    <a:pt x="1089937" y="105202"/>
                  </a:lnTo>
                  <a:lnTo>
                    <a:pt x="1097723" y="106292"/>
                  </a:lnTo>
                  <a:lnTo>
                    <a:pt x="1105508" y="107151"/>
                  </a:lnTo>
                  <a:lnTo>
                    <a:pt x="1113293" y="107921"/>
                  </a:lnTo>
                  <a:lnTo>
                    <a:pt x="1121078" y="108666"/>
                  </a:lnTo>
                  <a:lnTo>
                    <a:pt x="1128864" y="109519"/>
                  </a:lnTo>
                  <a:lnTo>
                    <a:pt x="1136649" y="110630"/>
                  </a:lnTo>
                  <a:lnTo>
                    <a:pt x="1144434" y="111567"/>
                  </a:lnTo>
                  <a:lnTo>
                    <a:pt x="1152220" y="112377"/>
                  </a:lnTo>
                  <a:lnTo>
                    <a:pt x="1160005" y="113320"/>
                  </a:lnTo>
                  <a:lnTo>
                    <a:pt x="1167790" y="114034"/>
                  </a:lnTo>
                  <a:lnTo>
                    <a:pt x="1175575" y="114887"/>
                  </a:lnTo>
                  <a:lnTo>
                    <a:pt x="1183361" y="115734"/>
                  </a:lnTo>
                  <a:lnTo>
                    <a:pt x="1191146" y="116388"/>
                  </a:lnTo>
                  <a:lnTo>
                    <a:pt x="1198931" y="117197"/>
                  </a:lnTo>
                  <a:lnTo>
                    <a:pt x="1206716" y="118026"/>
                  </a:lnTo>
                  <a:lnTo>
                    <a:pt x="1214502" y="118895"/>
                  </a:lnTo>
                  <a:lnTo>
                    <a:pt x="1222287" y="119647"/>
                  </a:lnTo>
                  <a:lnTo>
                    <a:pt x="1230072" y="120359"/>
                  </a:lnTo>
                  <a:lnTo>
                    <a:pt x="1237857" y="121446"/>
                  </a:lnTo>
                  <a:lnTo>
                    <a:pt x="1245643" y="122044"/>
                  </a:lnTo>
                  <a:lnTo>
                    <a:pt x="1253428" y="122771"/>
                  </a:lnTo>
                  <a:lnTo>
                    <a:pt x="1261213" y="123712"/>
                  </a:lnTo>
                  <a:lnTo>
                    <a:pt x="1268999" y="124444"/>
                  </a:lnTo>
                  <a:lnTo>
                    <a:pt x="1276784" y="124976"/>
                  </a:lnTo>
                  <a:lnTo>
                    <a:pt x="1284569" y="125480"/>
                  </a:lnTo>
                  <a:lnTo>
                    <a:pt x="1292354" y="126265"/>
                  </a:lnTo>
                  <a:lnTo>
                    <a:pt x="1300140" y="126871"/>
                  </a:lnTo>
                  <a:lnTo>
                    <a:pt x="1307925" y="127759"/>
                  </a:lnTo>
                  <a:lnTo>
                    <a:pt x="1315710" y="128545"/>
                  </a:lnTo>
                  <a:lnTo>
                    <a:pt x="1323495" y="129266"/>
                  </a:lnTo>
                  <a:lnTo>
                    <a:pt x="1331281" y="130149"/>
                  </a:lnTo>
                  <a:lnTo>
                    <a:pt x="1339066" y="130886"/>
                  </a:lnTo>
                  <a:lnTo>
                    <a:pt x="1346851" y="131628"/>
                  </a:lnTo>
                  <a:lnTo>
                    <a:pt x="1354637" y="132290"/>
                  </a:lnTo>
                  <a:lnTo>
                    <a:pt x="1362422" y="133105"/>
                  </a:lnTo>
                  <a:lnTo>
                    <a:pt x="1370207" y="133986"/>
                  </a:lnTo>
                  <a:lnTo>
                    <a:pt x="1377992" y="134728"/>
                  </a:lnTo>
                  <a:lnTo>
                    <a:pt x="1385778" y="135619"/>
                  </a:lnTo>
                  <a:lnTo>
                    <a:pt x="1393563" y="136253"/>
                  </a:lnTo>
                  <a:lnTo>
                    <a:pt x="1401348" y="137224"/>
                  </a:lnTo>
                  <a:lnTo>
                    <a:pt x="1409133" y="138239"/>
                  </a:lnTo>
                  <a:lnTo>
                    <a:pt x="1416919" y="138987"/>
                  </a:lnTo>
                  <a:lnTo>
                    <a:pt x="1424704" y="139825"/>
                  </a:lnTo>
                  <a:lnTo>
                    <a:pt x="1432489" y="140692"/>
                  </a:lnTo>
                  <a:lnTo>
                    <a:pt x="1440275" y="141603"/>
                  </a:lnTo>
                  <a:lnTo>
                    <a:pt x="1448060" y="142616"/>
                  </a:lnTo>
                  <a:lnTo>
                    <a:pt x="1455845" y="143539"/>
                  </a:lnTo>
                  <a:lnTo>
                    <a:pt x="1463630" y="144424"/>
                  </a:lnTo>
                  <a:lnTo>
                    <a:pt x="1471416" y="145322"/>
                  </a:lnTo>
                  <a:lnTo>
                    <a:pt x="1479201" y="146277"/>
                  </a:lnTo>
                  <a:lnTo>
                    <a:pt x="1486986" y="147136"/>
                  </a:lnTo>
                  <a:lnTo>
                    <a:pt x="1494771" y="148139"/>
                  </a:lnTo>
                  <a:lnTo>
                    <a:pt x="1502557" y="149000"/>
                  </a:lnTo>
                  <a:lnTo>
                    <a:pt x="1510342" y="149473"/>
                  </a:lnTo>
                  <a:lnTo>
                    <a:pt x="1518127" y="150141"/>
                  </a:lnTo>
                  <a:lnTo>
                    <a:pt x="1525912" y="150900"/>
                  </a:lnTo>
                  <a:lnTo>
                    <a:pt x="1533698" y="151644"/>
                  </a:lnTo>
                  <a:lnTo>
                    <a:pt x="1541483" y="152420"/>
                  </a:lnTo>
                  <a:lnTo>
                    <a:pt x="1549268" y="153333"/>
                  </a:lnTo>
                  <a:lnTo>
                    <a:pt x="1557054" y="154167"/>
                  </a:lnTo>
                  <a:lnTo>
                    <a:pt x="1564839" y="154936"/>
                  </a:lnTo>
                  <a:lnTo>
                    <a:pt x="1572624" y="155569"/>
                  </a:lnTo>
                  <a:lnTo>
                    <a:pt x="1580409" y="156603"/>
                  </a:lnTo>
                  <a:lnTo>
                    <a:pt x="1588195" y="157379"/>
                  </a:lnTo>
                  <a:lnTo>
                    <a:pt x="1595980" y="158173"/>
                  </a:lnTo>
                  <a:lnTo>
                    <a:pt x="1603765" y="159259"/>
                  </a:lnTo>
                  <a:lnTo>
                    <a:pt x="1611550" y="160140"/>
                  </a:lnTo>
                  <a:lnTo>
                    <a:pt x="1619336" y="161016"/>
                  </a:lnTo>
                  <a:lnTo>
                    <a:pt x="1627121" y="161879"/>
                  </a:lnTo>
                  <a:lnTo>
                    <a:pt x="1634906" y="162632"/>
                  </a:lnTo>
                  <a:lnTo>
                    <a:pt x="1642692" y="163586"/>
                  </a:lnTo>
                  <a:lnTo>
                    <a:pt x="1650477" y="164268"/>
                  </a:lnTo>
                  <a:lnTo>
                    <a:pt x="1658262" y="165102"/>
                  </a:lnTo>
                  <a:lnTo>
                    <a:pt x="1666047" y="166065"/>
                  </a:lnTo>
                  <a:lnTo>
                    <a:pt x="1673833" y="166794"/>
                  </a:lnTo>
                  <a:lnTo>
                    <a:pt x="1681618" y="167771"/>
                  </a:lnTo>
                  <a:lnTo>
                    <a:pt x="1689403" y="168623"/>
                  </a:lnTo>
                  <a:lnTo>
                    <a:pt x="1697188" y="169624"/>
                  </a:lnTo>
                  <a:lnTo>
                    <a:pt x="1704974" y="170758"/>
                  </a:lnTo>
                  <a:lnTo>
                    <a:pt x="1712759" y="171740"/>
                  </a:lnTo>
                  <a:lnTo>
                    <a:pt x="1720544" y="172517"/>
                  </a:lnTo>
                  <a:lnTo>
                    <a:pt x="1728330" y="173199"/>
                  </a:lnTo>
                  <a:lnTo>
                    <a:pt x="1736115" y="173936"/>
                  </a:lnTo>
                  <a:lnTo>
                    <a:pt x="1743900" y="174751"/>
                  </a:lnTo>
                  <a:lnTo>
                    <a:pt x="1751685" y="175624"/>
                  </a:lnTo>
                  <a:lnTo>
                    <a:pt x="1759471" y="176177"/>
                  </a:lnTo>
                  <a:lnTo>
                    <a:pt x="1767256" y="177189"/>
                  </a:lnTo>
                  <a:lnTo>
                    <a:pt x="1775041" y="178002"/>
                  </a:lnTo>
                  <a:lnTo>
                    <a:pt x="1782826" y="178726"/>
                  </a:lnTo>
                  <a:lnTo>
                    <a:pt x="1790612" y="179354"/>
                  </a:lnTo>
                  <a:lnTo>
                    <a:pt x="1798397" y="179883"/>
                  </a:lnTo>
                  <a:lnTo>
                    <a:pt x="1806182" y="180506"/>
                  </a:lnTo>
                  <a:lnTo>
                    <a:pt x="1813967" y="181444"/>
                  </a:lnTo>
                  <a:lnTo>
                    <a:pt x="1821753" y="182387"/>
                  </a:lnTo>
                  <a:lnTo>
                    <a:pt x="1829538" y="183144"/>
                  </a:lnTo>
                  <a:lnTo>
                    <a:pt x="1837323" y="183959"/>
                  </a:lnTo>
                  <a:lnTo>
                    <a:pt x="1845109" y="184750"/>
                  </a:lnTo>
                  <a:lnTo>
                    <a:pt x="1852894" y="185783"/>
                  </a:lnTo>
                  <a:lnTo>
                    <a:pt x="1860679" y="186836"/>
                  </a:lnTo>
                  <a:lnTo>
                    <a:pt x="1868464" y="187781"/>
                  </a:lnTo>
                  <a:lnTo>
                    <a:pt x="1876250" y="188660"/>
                  </a:lnTo>
                  <a:lnTo>
                    <a:pt x="1884035" y="189668"/>
                  </a:lnTo>
                  <a:lnTo>
                    <a:pt x="1891820" y="190566"/>
                  </a:lnTo>
                  <a:lnTo>
                    <a:pt x="1899605" y="191345"/>
                  </a:lnTo>
                  <a:lnTo>
                    <a:pt x="1907391" y="192052"/>
                  </a:lnTo>
                  <a:lnTo>
                    <a:pt x="1915176" y="192812"/>
                  </a:lnTo>
                  <a:lnTo>
                    <a:pt x="1922961" y="193538"/>
                  </a:lnTo>
                  <a:lnTo>
                    <a:pt x="1930747" y="194253"/>
                  </a:lnTo>
                  <a:lnTo>
                    <a:pt x="1938532" y="195083"/>
                  </a:lnTo>
                  <a:lnTo>
                    <a:pt x="1946317" y="195857"/>
                  </a:lnTo>
                  <a:lnTo>
                    <a:pt x="1954102" y="196763"/>
                  </a:lnTo>
                  <a:lnTo>
                    <a:pt x="1961888" y="197712"/>
                  </a:lnTo>
                  <a:lnTo>
                    <a:pt x="1969673" y="198620"/>
                  </a:lnTo>
                  <a:lnTo>
                    <a:pt x="1977458" y="199437"/>
                  </a:lnTo>
                  <a:lnTo>
                    <a:pt x="1985243" y="200236"/>
                  </a:lnTo>
                  <a:lnTo>
                    <a:pt x="1993029" y="200913"/>
                  </a:lnTo>
                  <a:lnTo>
                    <a:pt x="2000814" y="201632"/>
                  </a:lnTo>
                  <a:lnTo>
                    <a:pt x="2008599" y="202517"/>
                  </a:lnTo>
                  <a:lnTo>
                    <a:pt x="2016385" y="203247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4"/>
            <p:cNvSpPr/>
            <p:nvPr/>
          </p:nvSpPr>
          <p:spPr>
            <a:xfrm>
              <a:off x="6049435" y="2565251"/>
              <a:ext cx="2016385" cy="168248"/>
            </a:xfrm>
            <a:custGeom>
              <a:avLst/>
              <a:pathLst>
                <a:path w="2016385" h="168248">
                  <a:moveTo>
                    <a:pt x="0" y="0"/>
                  </a:moveTo>
                  <a:lnTo>
                    <a:pt x="7785" y="441"/>
                  </a:lnTo>
                  <a:lnTo>
                    <a:pt x="15570" y="882"/>
                  </a:lnTo>
                  <a:lnTo>
                    <a:pt x="23355" y="1325"/>
                  </a:lnTo>
                  <a:lnTo>
                    <a:pt x="31141" y="1955"/>
                  </a:lnTo>
                  <a:lnTo>
                    <a:pt x="38926" y="2401"/>
                  </a:lnTo>
                  <a:lnTo>
                    <a:pt x="46711" y="2721"/>
                  </a:lnTo>
                  <a:lnTo>
                    <a:pt x="54496" y="2935"/>
                  </a:lnTo>
                  <a:lnTo>
                    <a:pt x="62282" y="3282"/>
                  </a:lnTo>
                  <a:lnTo>
                    <a:pt x="70067" y="3664"/>
                  </a:lnTo>
                  <a:lnTo>
                    <a:pt x="77852" y="4215"/>
                  </a:lnTo>
                  <a:lnTo>
                    <a:pt x="85637" y="4834"/>
                  </a:lnTo>
                  <a:lnTo>
                    <a:pt x="93423" y="5268"/>
                  </a:lnTo>
                  <a:lnTo>
                    <a:pt x="101208" y="5742"/>
                  </a:lnTo>
                  <a:lnTo>
                    <a:pt x="108993" y="6188"/>
                  </a:lnTo>
                  <a:lnTo>
                    <a:pt x="116779" y="6849"/>
                  </a:lnTo>
                  <a:lnTo>
                    <a:pt x="124564" y="7562"/>
                  </a:lnTo>
                  <a:lnTo>
                    <a:pt x="132349" y="8040"/>
                  </a:lnTo>
                  <a:lnTo>
                    <a:pt x="140134" y="8748"/>
                  </a:lnTo>
                  <a:lnTo>
                    <a:pt x="147920" y="9367"/>
                  </a:lnTo>
                  <a:lnTo>
                    <a:pt x="155705" y="10023"/>
                  </a:lnTo>
                  <a:lnTo>
                    <a:pt x="163490" y="10542"/>
                  </a:lnTo>
                  <a:lnTo>
                    <a:pt x="171275" y="11225"/>
                  </a:lnTo>
                  <a:lnTo>
                    <a:pt x="179061" y="11550"/>
                  </a:lnTo>
                  <a:lnTo>
                    <a:pt x="186846" y="12289"/>
                  </a:lnTo>
                  <a:lnTo>
                    <a:pt x="194631" y="13071"/>
                  </a:lnTo>
                  <a:lnTo>
                    <a:pt x="202417" y="13824"/>
                  </a:lnTo>
                  <a:lnTo>
                    <a:pt x="210202" y="14463"/>
                  </a:lnTo>
                  <a:lnTo>
                    <a:pt x="217987" y="15036"/>
                  </a:lnTo>
                  <a:lnTo>
                    <a:pt x="225772" y="15622"/>
                  </a:lnTo>
                  <a:lnTo>
                    <a:pt x="233558" y="15990"/>
                  </a:lnTo>
                  <a:lnTo>
                    <a:pt x="241343" y="16722"/>
                  </a:lnTo>
                  <a:lnTo>
                    <a:pt x="249128" y="17313"/>
                  </a:lnTo>
                  <a:lnTo>
                    <a:pt x="256913" y="18072"/>
                  </a:lnTo>
                  <a:lnTo>
                    <a:pt x="264699" y="18541"/>
                  </a:lnTo>
                  <a:lnTo>
                    <a:pt x="272484" y="19020"/>
                  </a:lnTo>
                  <a:lnTo>
                    <a:pt x="280269" y="19532"/>
                  </a:lnTo>
                  <a:lnTo>
                    <a:pt x="288055" y="20128"/>
                  </a:lnTo>
                  <a:lnTo>
                    <a:pt x="295840" y="20715"/>
                  </a:lnTo>
                  <a:lnTo>
                    <a:pt x="303625" y="21117"/>
                  </a:lnTo>
                  <a:lnTo>
                    <a:pt x="311410" y="21735"/>
                  </a:lnTo>
                  <a:lnTo>
                    <a:pt x="319196" y="22163"/>
                  </a:lnTo>
                  <a:lnTo>
                    <a:pt x="326981" y="22645"/>
                  </a:lnTo>
                  <a:lnTo>
                    <a:pt x="334766" y="23191"/>
                  </a:lnTo>
                  <a:lnTo>
                    <a:pt x="342551" y="23685"/>
                  </a:lnTo>
                  <a:lnTo>
                    <a:pt x="350337" y="24330"/>
                  </a:lnTo>
                  <a:lnTo>
                    <a:pt x="358122" y="24928"/>
                  </a:lnTo>
                  <a:lnTo>
                    <a:pt x="365907" y="25455"/>
                  </a:lnTo>
                  <a:lnTo>
                    <a:pt x="373692" y="25992"/>
                  </a:lnTo>
                  <a:lnTo>
                    <a:pt x="381478" y="26476"/>
                  </a:lnTo>
                  <a:lnTo>
                    <a:pt x="389263" y="27127"/>
                  </a:lnTo>
                  <a:lnTo>
                    <a:pt x="397048" y="27775"/>
                  </a:lnTo>
                  <a:lnTo>
                    <a:pt x="404834" y="28428"/>
                  </a:lnTo>
                  <a:lnTo>
                    <a:pt x="412619" y="28978"/>
                  </a:lnTo>
                  <a:lnTo>
                    <a:pt x="420404" y="29630"/>
                  </a:lnTo>
                  <a:lnTo>
                    <a:pt x="428189" y="30268"/>
                  </a:lnTo>
                  <a:lnTo>
                    <a:pt x="435975" y="30780"/>
                  </a:lnTo>
                  <a:lnTo>
                    <a:pt x="443760" y="31402"/>
                  </a:lnTo>
                  <a:lnTo>
                    <a:pt x="451545" y="32128"/>
                  </a:lnTo>
                  <a:lnTo>
                    <a:pt x="459330" y="32768"/>
                  </a:lnTo>
                  <a:lnTo>
                    <a:pt x="467116" y="33401"/>
                  </a:lnTo>
                  <a:lnTo>
                    <a:pt x="474901" y="34035"/>
                  </a:lnTo>
                  <a:lnTo>
                    <a:pt x="482686" y="34455"/>
                  </a:lnTo>
                  <a:lnTo>
                    <a:pt x="490472" y="34933"/>
                  </a:lnTo>
                  <a:lnTo>
                    <a:pt x="498257" y="35680"/>
                  </a:lnTo>
                  <a:lnTo>
                    <a:pt x="506042" y="36325"/>
                  </a:lnTo>
                  <a:lnTo>
                    <a:pt x="513827" y="36851"/>
                  </a:lnTo>
                  <a:lnTo>
                    <a:pt x="521613" y="37463"/>
                  </a:lnTo>
                  <a:lnTo>
                    <a:pt x="529398" y="38069"/>
                  </a:lnTo>
                  <a:lnTo>
                    <a:pt x="537183" y="38798"/>
                  </a:lnTo>
                  <a:lnTo>
                    <a:pt x="544968" y="39352"/>
                  </a:lnTo>
                  <a:lnTo>
                    <a:pt x="552754" y="40085"/>
                  </a:lnTo>
                  <a:lnTo>
                    <a:pt x="560539" y="40459"/>
                  </a:lnTo>
                  <a:lnTo>
                    <a:pt x="568324" y="41376"/>
                  </a:lnTo>
                  <a:lnTo>
                    <a:pt x="576110" y="42081"/>
                  </a:lnTo>
                  <a:lnTo>
                    <a:pt x="583895" y="42831"/>
                  </a:lnTo>
                  <a:lnTo>
                    <a:pt x="591680" y="43538"/>
                  </a:lnTo>
                  <a:lnTo>
                    <a:pt x="599465" y="44149"/>
                  </a:lnTo>
                  <a:lnTo>
                    <a:pt x="607251" y="44707"/>
                  </a:lnTo>
                  <a:lnTo>
                    <a:pt x="615036" y="45105"/>
                  </a:lnTo>
                  <a:lnTo>
                    <a:pt x="622821" y="45651"/>
                  </a:lnTo>
                  <a:lnTo>
                    <a:pt x="630606" y="46001"/>
                  </a:lnTo>
                  <a:lnTo>
                    <a:pt x="638392" y="46543"/>
                  </a:lnTo>
                  <a:lnTo>
                    <a:pt x="646177" y="47125"/>
                  </a:lnTo>
                  <a:lnTo>
                    <a:pt x="653962" y="47629"/>
                  </a:lnTo>
                  <a:lnTo>
                    <a:pt x="661747" y="48259"/>
                  </a:lnTo>
                  <a:lnTo>
                    <a:pt x="669533" y="49002"/>
                  </a:lnTo>
                  <a:lnTo>
                    <a:pt x="677318" y="49638"/>
                  </a:lnTo>
                  <a:lnTo>
                    <a:pt x="685103" y="50153"/>
                  </a:lnTo>
                  <a:lnTo>
                    <a:pt x="692889" y="50840"/>
                  </a:lnTo>
                  <a:lnTo>
                    <a:pt x="700674" y="51415"/>
                  </a:lnTo>
                  <a:lnTo>
                    <a:pt x="708459" y="51938"/>
                  </a:lnTo>
                  <a:lnTo>
                    <a:pt x="716244" y="52411"/>
                  </a:lnTo>
                  <a:lnTo>
                    <a:pt x="724030" y="53291"/>
                  </a:lnTo>
                  <a:lnTo>
                    <a:pt x="731815" y="53840"/>
                  </a:lnTo>
                  <a:lnTo>
                    <a:pt x="739600" y="54160"/>
                  </a:lnTo>
                  <a:lnTo>
                    <a:pt x="747385" y="54739"/>
                  </a:lnTo>
                  <a:lnTo>
                    <a:pt x="755171" y="55206"/>
                  </a:lnTo>
                  <a:lnTo>
                    <a:pt x="762956" y="56141"/>
                  </a:lnTo>
                  <a:lnTo>
                    <a:pt x="770741" y="56739"/>
                  </a:lnTo>
                  <a:lnTo>
                    <a:pt x="778527" y="57306"/>
                  </a:lnTo>
                  <a:lnTo>
                    <a:pt x="786312" y="57663"/>
                  </a:lnTo>
                  <a:lnTo>
                    <a:pt x="794097" y="58158"/>
                  </a:lnTo>
                  <a:lnTo>
                    <a:pt x="801882" y="58994"/>
                  </a:lnTo>
                  <a:lnTo>
                    <a:pt x="809668" y="59608"/>
                  </a:lnTo>
                  <a:lnTo>
                    <a:pt x="817453" y="60279"/>
                  </a:lnTo>
                  <a:lnTo>
                    <a:pt x="825238" y="61046"/>
                  </a:lnTo>
                  <a:lnTo>
                    <a:pt x="833023" y="61693"/>
                  </a:lnTo>
                  <a:lnTo>
                    <a:pt x="840809" y="62368"/>
                  </a:lnTo>
                  <a:lnTo>
                    <a:pt x="848594" y="62964"/>
                  </a:lnTo>
                  <a:lnTo>
                    <a:pt x="856379" y="63356"/>
                  </a:lnTo>
                  <a:lnTo>
                    <a:pt x="864165" y="63831"/>
                  </a:lnTo>
                  <a:lnTo>
                    <a:pt x="871950" y="64359"/>
                  </a:lnTo>
                  <a:lnTo>
                    <a:pt x="879735" y="65093"/>
                  </a:lnTo>
                  <a:lnTo>
                    <a:pt x="887520" y="65617"/>
                  </a:lnTo>
                  <a:lnTo>
                    <a:pt x="895306" y="65995"/>
                  </a:lnTo>
                  <a:lnTo>
                    <a:pt x="903091" y="66548"/>
                  </a:lnTo>
                  <a:lnTo>
                    <a:pt x="910876" y="67242"/>
                  </a:lnTo>
                  <a:lnTo>
                    <a:pt x="918661" y="67857"/>
                  </a:lnTo>
                  <a:lnTo>
                    <a:pt x="926447" y="68504"/>
                  </a:lnTo>
                  <a:lnTo>
                    <a:pt x="934232" y="69233"/>
                  </a:lnTo>
                  <a:lnTo>
                    <a:pt x="942017" y="69900"/>
                  </a:lnTo>
                  <a:lnTo>
                    <a:pt x="949802" y="70548"/>
                  </a:lnTo>
                  <a:lnTo>
                    <a:pt x="957588" y="71101"/>
                  </a:lnTo>
                  <a:lnTo>
                    <a:pt x="965373" y="71672"/>
                  </a:lnTo>
                  <a:lnTo>
                    <a:pt x="973158" y="72415"/>
                  </a:lnTo>
                  <a:lnTo>
                    <a:pt x="980944" y="72931"/>
                  </a:lnTo>
                  <a:lnTo>
                    <a:pt x="988729" y="73842"/>
                  </a:lnTo>
                  <a:lnTo>
                    <a:pt x="996514" y="74549"/>
                  </a:lnTo>
                  <a:lnTo>
                    <a:pt x="1004299" y="74913"/>
                  </a:lnTo>
                  <a:lnTo>
                    <a:pt x="1012085" y="75552"/>
                  </a:lnTo>
                  <a:lnTo>
                    <a:pt x="1019870" y="76121"/>
                  </a:lnTo>
                  <a:lnTo>
                    <a:pt x="1027655" y="76725"/>
                  </a:lnTo>
                  <a:lnTo>
                    <a:pt x="1035440" y="77418"/>
                  </a:lnTo>
                  <a:lnTo>
                    <a:pt x="1043226" y="78040"/>
                  </a:lnTo>
                  <a:lnTo>
                    <a:pt x="1051011" y="78838"/>
                  </a:lnTo>
                  <a:lnTo>
                    <a:pt x="1058796" y="79508"/>
                  </a:lnTo>
                  <a:lnTo>
                    <a:pt x="1066582" y="80277"/>
                  </a:lnTo>
                  <a:lnTo>
                    <a:pt x="1074367" y="81110"/>
                  </a:lnTo>
                  <a:lnTo>
                    <a:pt x="1082152" y="81944"/>
                  </a:lnTo>
                  <a:lnTo>
                    <a:pt x="1089937" y="82661"/>
                  </a:lnTo>
                  <a:lnTo>
                    <a:pt x="1097723" y="83404"/>
                  </a:lnTo>
                  <a:lnTo>
                    <a:pt x="1105508" y="83917"/>
                  </a:lnTo>
                  <a:lnTo>
                    <a:pt x="1113293" y="84387"/>
                  </a:lnTo>
                  <a:lnTo>
                    <a:pt x="1121078" y="84923"/>
                  </a:lnTo>
                  <a:lnTo>
                    <a:pt x="1128864" y="85480"/>
                  </a:lnTo>
                  <a:lnTo>
                    <a:pt x="1136649" y="86235"/>
                  </a:lnTo>
                  <a:lnTo>
                    <a:pt x="1144434" y="86944"/>
                  </a:lnTo>
                  <a:lnTo>
                    <a:pt x="1152220" y="87756"/>
                  </a:lnTo>
                  <a:lnTo>
                    <a:pt x="1160005" y="88469"/>
                  </a:lnTo>
                  <a:lnTo>
                    <a:pt x="1167790" y="89092"/>
                  </a:lnTo>
                  <a:lnTo>
                    <a:pt x="1175575" y="89865"/>
                  </a:lnTo>
                  <a:lnTo>
                    <a:pt x="1183361" y="90530"/>
                  </a:lnTo>
                  <a:lnTo>
                    <a:pt x="1191146" y="91174"/>
                  </a:lnTo>
                  <a:lnTo>
                    <a:pt x="1198931" y="92188"/>
                  </a:lnTo>
                  <a:lnTo>
                    <a:pt x="1206716" y="92895"/>
                  </a:lnTo>
                  <a:lnTo>
                    <a:pt x="1214502" y="93580"/>
                  </a:lnTo>
                  <a:lnTo>
                    <a:pt x="1222287" y="94360"/>
                  </a:lnTo>
                  <a:lnTo>
                    <a:pt x="1230072" y="95036"/>
                  </a:lnTo>
                  <a:lnTo>
                    <a:pt x="1237857" y="95618"/>
                  </a:lnTo>
                  <a:lnTo>
                    <a:pt x="1245643" y="96433"/>
                  </a:lnTo>
                  <a:lnTo>
                    <a:pt x="1253428" y="97278"/>
                  </a:lnTo>
                  <a:lnTo>
                    <a:pt x="1261213" y="98042"/>
                  </a:lnTo>
                  <a:lnTo>
                    <a:pt x="1268999" y="98813"/>
                  </a:lnTo>
                  <a:lnTo>
                    <a:pt x="1276784" y="99434"/>
                  </a:lnTo>
                  <a:lnTo>
                    <a:pt x="1284569" y="99990"/>
                  </a:lnTo>
                  <a:lnTo>
                    <a:pt x="1292354" y="100793"/>
                  </a:lnTo>
                  <a:lnTo>
                    <a:pt x="1300140" y="101403"/>
                  </a:lnTo>
                  <a:lnTo>
                    <a:pt x="1307925" y="102167"/>
                  </a:lnTo>
                  <a:lnTo>
                    <a:pt x="1315710" y="102789"/>
                  </a:lnTo>
                  <a:lnTo>
                    <a:pt x="1323495" y="103412"/>
                  </a:lnTo>
                  <a:lnTo>
                    <a:pt x="1331281" y="104137"/>
                  </a:lnTo>
                  <a:lnTo>
                    <a:pt x="1339066" y="104786"/>
                  </a:lnTo>
                  <a:lnTo>
                    <a:pt x="1346851" y="105460"/>
                  </a:lnTo>
                  <a:lnTo>
                    <a:pt x="1354637" y="106267"/>
                  </a:lnTo>
                  <a:lnTo>
                    <a:pt x="1362422" y="107254"/>
                  </a:lnTo>
                  <a:lnTo>
                    <a:pt x="1370207" y="107791"/>
                  </a:lnTo>
                  <a:lnTo>
                    <a:pt x="1377992" y="108445"/>
                  </a:lnTo>
                  <a:lnTo>
                    <a:pt x="1385778" y="109293"/>
                  </a:lnTo>
                  <a:lnTo>
                    <a:pt x="1393563" y="110183"/>
                  </a:lnTo>
                  <a:lnTo>
                    <a:pt x="1401348" y="110983"/>
                  </a:lnTo>
                  <a:lnTo>
                    <a:pt x="1409133" y="111850"/>
                  </a:lnTo>
                  <a:lnTo>
                    <a:pt x="1416919" y="112697"/>
                  </a:lnTo>
                  <a:lnTo>
                    <a:pt x="1424704" y="113308"/>
                  </a:lnTo>
                  <a:lnTo>
                    <a:pt x="1432489" y="114069"/>
                  </a:lnTo>
                  <a:lnTo>
                    <a:pt x="1440275" y="114591"/>
                  </a:lnTo>
                  <a:lnTo>
                    <a:pt x="1448060" y="115339"/>
                  </a:lnTo>
                  <a:lnTo>
                    <a:pt x="1455845" y="116005"/>
                  </a:lnTo>
                  <a:lnTo>
                    <a:pt x="1463630" y="116783"/>
                  </a:lnTo>
                  <a:lnTo>
                    <a:pt x="1471416" y="117580"/>
                  </a:lnTo>
                  <a:lnTo>
                    <a:pt x="1479201" y="118450"/>
                  </a:lnTo>
                  <a:lnTo>
                    <a:pt x="1486986" y="119385"/>
                  </a:lnTo>
                  <a:lnTo>
                    <a:pt x="1494771" y="120004"/>
                  </a:lnTo>
                  <a:lnTo>
                    <a:pt x="1502557" y="120959"/>
                  </a:lnTo>
                  <a:lnTo>
                    <a:pt x="1510342" y="121473"/>
                  </a:lnTo>
                  <a:lnTo>
                    <a:pt x="1518127" y="122254"/>
                  </a:lnTo>
                  <a:lnTo>
                    <a:pt x="1525912" y="122913"/>
                  </a:lnTo>
                  <a:lnTo>
                    <a:pt x="1533698" y="123605"/>
                  </a:lnTo>
                  <a:lnTo>
                    <a:pt x="1541483" y="124236"/>
                  </a:lnTo>
                  <a:lnTo>
                    <a:pt x="1549268" y="124926"/>
                  </a:lnTo>
                  <a:lnTo>
                    <a:pt x="1557054" y="125760"/>
                  </a:lnTo>
                  <a:lnTo>
                    <a:pt x="1564839" y="126284"/>
                  </a:lnTo>
                  <a:lnTo>
                    <a:pt x="1572624" y="126878"/>
                  </a:lnTo>
                  <a:lnTo>
                    <a:pt x="1580409" y="127631"/>
                  </a:lnTo>
                  <a:lnTo>
                    <a:pt x="1588195" y="128217"/>
                  </a:lnTo>
                  <a:lnTo>
                    <a:pt x="1595980" y="128953"/>
                  </a:lnTo>
                  <a:lnTo>
                    <a:pt x="1603765" y="129488"/>
                  </a:lnTo>
                  <a:lnTo>
                    <a:pt x="1611550" y="129998"/>
                  </a:lnTo>
                  <a:lnTo>
                    <a:pt x="1619336" y="130966"/>
                  </a:lnTo>
                  <a:lnTo>
                    <a:pt x="1627121" y="131772"/>
                  </a:lnTo>
                  <a:lnTo>
                    <a:pt x="1634906" y="132617"/>
                  </a:lnTo>
                  <a:lnTo>
                    <a:pt x="1642692" y="133280"/>
                  </a:lnTo>
                  <a:lnTo>
                    <a:pt x="1650477" y="134002"/>
                  </a:lnTo>
                  <a:lnTo>
                    <a:pt x="1658262" y="134377"/>
                  </a:lnTo>
                  <a:lnTo>
                    <a:pt x="1666047" y="134959"/>
                  </a:lnTo>
                  <a:lnTo>
                    <a:pt x="1673833" y="135593"/>
                  </a:lnTo>
                  <a:lnTo>
                    <a:pt x="1681618" y="136223"/>
                  </a:lnTo>
                  <a:lnTo>
                    <a:pt x="1689403" y="136910"/>
                  </a:lnTo>
                  <a:lnTo>
                    <a:pt x="1697188" y="137735"/>
                  </a:lnTo>
                  <a:lnTo>
                    <a:pt x="1704974" y="138565"/>
                  </a:lnTo>
                  <a:lnTo>
                    <a:pt x="1712759" y="139181"/>
                  </a:lnTo>
                  <a:lnTo>
                    <a:pt x="1720544" y="140021"/>
                  </a:lnTo>
                  <a:lnTo>
                    <a:pt x="1728330" y="140908"/>
                  </a:lnTo>
                  <a:lnTo>
                    <a:pt x="1736115" y="141610"/>
                  </a:lnTo>
                  <a:lnTo>
                    <a:pt x="1743900" y="142326"/>
                  </a:lnTo>
                  <a:lnTo>
                    <a:pt x="1751685" y="143180"/>
                  </a:lnTo>
                  <a:lnTo>
                    <a:pt x="1759471" y="143985"/>
                  </a:lnTo>
                  <a:lnTo>
                    <a:pt x="1767256" y="144712"/>
                  </a:lnTo>
                  <a:lnTo>
                    <a:pt x="1775041" y="145482"/>
                  </a:lnTo>
                  <a:lnTo>
                    <a:pt x="1782826" y="146208"/>
                  </a:lnTo>
                  <a:lnTo>
                    <a:pt x="1790612" y="146877"/>
                  </a:lnTo>
                  <a:lnTo>
                    <a:pt x="1798397" y="147631"/>
                  </a:lnTo>
                  <a:lnTo>
                    <a:pt x="1806182" y="148444"/>
                  </a:lnTo>
                  <a:lnTo>
                    <a:pt x="1813967" y="149229"/>
                  </a:lnTo>
                  <a:lnTo>
                    <a:pt x="1821753" y="149884"/>
                  </a:lnTo>
                  <a:lnTo>
                    <a:pt x="1829538" y="150511"/>
                  </a:lnTo>
                  <a:lnTo>
                    <a:pt x="1837323" y="151138"/>
                  </a:lnTo>
                  <a:lnTo>
                    <a:pt x="1845109" y="151778"/>
                  </a:lnTo>
                  <a:lnTo>
                    <a:pt x="1852894" y="152600"/>
                  </a:lnTo>
                  <a:lnTo>
                    <a:pt x="1860679" y="153310"/>
                  </a:lnTo>
                  <a:lnTo>
                    <a:pt x="1868464" y="154126"/>
                  </a:lnTo>
                  <a:lnTo>
                    <a:pt x="1876250" y="155067"/>
                  </a:lnTo>
                  <a:lnTo>
                    <a:pt x="1884035" y="155940"/>
                  </a:lnTo>
                  <a:lnTo>
                    <a:pt x="1891820" y="156613"/>
                  </a:lnTo>
                  <a:lnTo>
                    <a:pt x="1899605" y="157347"/>
                  </a:lnTo>
                  <a:lnTo>
                    <a:pt x="1907391" y="158133"/>
                  </a:lnTo>
                  <a:lnTo>
                    <a:pt x="1915176" y="158714"/>
                  </a:lnTo>
                  <a:lnTo>
                    <a:pt x="1922961" y="159246"/>
                  </a:lnTo>
                  <a:lnTo>
                    <a:pt x="1930747" y="159916"/>
                  </a:lnTo>
                  <a:lnTo>
                    <a:pt x="1938532" y="160585"/>
                  </a:lnTo>
                  <a:lnTo>
                    <a:pt x="1946317" y="161311"/>
                  </a:lnTo>
                  <a:lnTo>
                    <a:pt x="1954102" y="161957"/>
                  </a:lnTo>
                  <a:lnTo>
                    <a:pt x="1961888" y="162650"/>
                  </a:lnTo>
                  <a:lnTo>
                    <a:pt x="1969673" y="163438"/>
                  </a:lnTo>
                  <a:lnTo>
                    <a:pt x="1977458" y="164309"/>
                  </a:lnTo>
                  <a:lnTo>
                    <a:pt x="1985243" y="165021"/>
                  </a:lnTo>
                  <a:lnTo>
                    <a:pt x="1993029" y="165825"/>
                  </a:lnTo>
                  <a:lnTo>
                    <a:pt x="2000814" y="166561"/>
                  </a:lnTo>
                  <a:lnTo>
                    <a:pt x="2008599" y="167398"/>
                  </a:lnTo>
                  <a:lnTo>
                    <a:pt x="2016385" y="168248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5"/>
            <p:cNvSpPr/>
            <p:nvPr/>
          </p:nvSpPr>
          <p:spPr>
            <a:xfrm>
              <a:off x="6049435" y="2564441"/>
              <a:ext cx="2016385" cy="253834"/>
            </a:xfrm>
            <a:custGeom>
              <a:avLst/>
              <a:pathLst>
                <a:path w="2016385" h="253834">
                  <a:moveTo>
                    <a:pt x="0" y="0"/>
                  </a:moveTo>
                  <a:lnTo>
                    <a:pt x="7785" y="659"/>
                  </a:lnTo>
                  <a:lnTo>
                    <a:pt x="15570" y="1402"/>
                  </a:lnTo>
                  <a:lnTo>
                    <a:pt x="23355" y="2112"/>
                  </a:lnTo>
                  <a:lnTo>
                    <a:pt x="31141" y="2677"/>
                  </a:lnTo>
                  <a:lnTo>
                    <a:pt x="38926" y="3288"/>
                  </a:lnTo>
                  <a:lnTo>
                    <a:pt x="46711" y="3902"/>
                  </a:lnTo>
                  <a:lnTo>
                    <a:pt x="54496" y="4624"/>
                  </a:lnTo>
                  <a:lnTo>
                    <a:pt x="62282" y="5466"/>
                  </a:lnTo>
                  <a:lnTo>
                    <a:pt x="70067" y="6312"/>
                  </a:lnTo>
                  <a:lnTo>
                    <a:pt x="77852" y="7113"/>
                  </a:lnTo>
                  <a:lnTo>
                    <a:pt x="85637" y="7961"/>
                  </a:lnTo>
                  <a:lnTo>
                    <a:pt x="93423" y="8718"/>
                  </a:lnTo>
                  <a:lnTo>
                    <a:pt x="101208" y="9453"/>
                  </a:lnTo>
                  <a:lnTo>
                    <a:pt x="108993" y="10041"/>
                  </a:lnTo>
                  <a:lnTo>
                    <a:pt x="116779" y="10870"/>
                  </a:lnTo>
                  <a:lnTo>
                    <a:pt x="124564" y="11640"/>
                  </a:lnTo>
                  <a:lnTo>
                    <a:pt x="132349" y="12338"/>
                  </a:lnTo>
                  <a:lnTo>
                    <a:pt x="140134" y="13089"/>
                  </a:lnTo>
                  <a:lnTo>
                    <a:pt x="147920" y="13816"/>
                  </a:lnTo>
                  <a:lnTo>
                    <a:pt x="155705" y="14741"/>
                  </a:lnTo>
                  <a:lnTo>
                    <a:pt x="163490" y="15440"/>
                  </a:lnTo>
                  <a:lnTo>
                    <a:pt x="171275" y="16161"/>
                  </a:lnTo>
                  <a:lnTo>
                    <a:pt x="179061" y="16892"/>
                  </a:lnTo>
                  <a:lnTo>
                    <a:pt x="186846" y="17770"/>
                  </a:lnTo>
                  <a:lnTo>
                    <a:pt x="194631" y="18550"/>
                  </a:lnTo>
                  <a:lnTo>
                    <a:pt x="202417" y="19264"/>
                  </a:lnTo>
                  <a:lnTo>
                    <a:pt x="210202" y="20087"/>
                  </a:lnTo>
                  <a:lnTo>
                    <a:pt x="217987" y="20771"/>
                  </a:lnTo>
                  <a:lnTo>
                    <a:pt x="225772" y="21559"/>
                  </a:lnTo>
                  <a:lnTo>
                    <a:pt x="233558" y="22328"/>
                  </a:lnTo>
                  <a:lnTo>
                    <a:pt x="241343" y="23012"/>
                  </a:lnTo>
                  <a:lnTo>
                    <a:pt x="249128" y="23621"/>
                  </a:lnTo>
                  <a:lnTo>
                    <a:pt x="256913" y="24382"/>
                  </a:lnTo>
                  <a:lnTo>
                    <a:pt x="264699" y="25218"/>
                  </a:lnTo>
                  <a:lnTo>
                    <a:pt x="272484" y="26210"/>
                  </a:lnTo>
                  <a:lnTo>
                    <a:pt x="280269" y="27115"/>
                  </a:lnTo>
                  <a:lnTo>
                    <a:pt x="288055" y="27871"/>
                  </a:lnTo>
                  <a:lnTo>
                    <a:pt x="295840" y="28736"/>
                  </a:lnTo>
                  <a:lnTo>
                    <a:pt x="303625" y="29696"/>
                  </a:lnTo>
                  <a:lnTo>
                    <a:pt x="311410" y="30474"/>
                  </a:lnTo>
                  <a:lnTo>
                    <a:pt x="319196" y="31324"/>
                  </a:lnTo>
                  <a:lnTo>
                    <a:pt x="326981" y="32160"/>
                  </a:lnTo>
                  <a:lnTo>
                    <a:pt x="334766" y="32994"/>
                  </a:lnTo>
                  <a:lnTo>
                    <a:pt x="342551" y="34087"/>
                  </a:lnTo>
                  <a:lnTo>
                    <a:pt x="350337" y="34885"/>
                  </a:lnTo>
                  <a:lnTo>
                    <a:pt x="358122" y="35659"/>
                  </a:lnTo>
                  <a:lnTo>
                    <a:pt x="365907" y="36456"/>
                  </a:lnTo>
                  <a:lnTo>
                    <a:pt x="373692" y="37246"/>
                  </a:lnTo>
                  <a:lnTo>
                    <a:pt x="381478" y="38075"/>
                  </a:lnTo>
                  <a:lnTo>
                    <a:pt x="389263" y="38935"/>
                  </a:lnTo>
                  <a:lnTo>
                    <a:pt x="397048" y="39816"/>
                  </a:lnTo>
                  <a:lnTo>
                    <a:pt x="404834" y="40555"/>
                  </a:lnTo>
                  <a:lnTo>
                    <a:pt x="412619" y="41209"/>
                  </a:lnTo>
                  <a:lnTo>
                    <a:pt x="420404" y="42025"/>
                  </a:lnTo>
                  <a:lnTo>
                    <a:pt x="428189" y="42817"/>
                  </a:lnTo>
                  <a:lnTo>
                    <a:pt x="435975" y="43869"/>
                  </a:lnTo>
                  <a:lnTo>
                    <a:pt x="443760" y="44792"/>
                  </a:lnTo>
                  <a:lnTo>
                    <a:pt x="451545" y="45673"/>
                  </a:lnTo>
                  <a:lnTo>
                    <a:pt x="459330" y="46719"/>
                  </a:lnTo>
                  <a:lnTo>
                    <a:pt x="467116" y="47569"/>
                  </a:lnTo>
                  <a:lnTo>
                    <a:pt x="474901" y="48352"/>
                  </a:lnTo>
                  <a:lnTo>
                    <a:pt x="482686" y="49246"/>
                  </a:lnTo>
                  <a:lnTo>
                    <a:pt x="490472" y="50324"/>
                  </a:lnTo>
                  <a:lnTo>
                    <a:pt x="498257" y="51378"/>
                  </a:lnTo>
                  <a:lnTo>
                    <a:pt x="506042" y="52483"/>
                  </a:lnTo>
                  <a:lnTo>
                    <a:pt x="513827" y="53243"/>
                  </a:lnTo>
                  <a:lnTo>
                    <a:pt x="521613" y="54238"/>
                  </a:lnTo>
                  <a:lnTo>
                    <a:pt x="529398" y="54951"/>
                  </a:lnTo>
                  <a:lnTo>
                    <a:pt x="537183" y="55726"/>
                  </a:lnTo>
                  <a:lnTo>
                    <a:pt x="544968" y="56524"/>
                  </a:lnTo>
                  <a:lnTo>
                    <a:pt x="552754" y="57164"/>
                  </a:lnTo>
                  <a:lnTo>
                    <a:pt x="560539" y="57985"/>
                  </a:lnTo>
                  <a:lnTo>
                    <a:pt x="568324" y="58984"/>
                  </a:lnTo>
                  <a:lnTo>
                    <a:pt x="576110" y="60058"/>
                  </a:lnTo>
                  <a:lnTo>
                    <a:pt x="583895" y="60944"/>
                  </a:lnTo>
                  <a:lnTo>
                    <a:pt x="591680" y="61782"/>
                  </a:lnTo>
                  <a:lnTo>
                    <a:pt x="599465" y="62734"/>
                  </a:lnTo>
                  <a:lnTo>
                    <a:pt x="607251" y="63603"/>
                  </a:lnTo>
                  <a:lnTo>
                    <a:pt x="615036" y="64629"/>
                  </a:lnTo>
                  <a:lnTo>
                    <a:pt x="622821" y="65651"/>
                  </a:lnTo>
                  <a:lnTo>
                    <a:pt x="630606" y="66715"/>
                  </a:lnTo>
                  <a:lnTo>
                    <a:pt x="638392" y="67560"/>
                  </a:lnTo>
                  <a:lnTo>
                    <a:pt x="646177" y="68464"/>
                  </a:lnTo>
                  <a:lnTo>
                    <a:pt x="653962" y="69366"/>
                  </a:lnTo>
                  <a:lnTo>
                    <a:pt x="661747" y="70321"/>
                  </a:lnTo>
                  <a:lnTo>
                    <a:pt x="669533" y="71264"/>
                  </a:lnTo>
                  <a:lnTo>
                    <a:pt x="677318" y="72184"/>
                  </a:lnTo>
                  <a:lnTo>
                    <a:pt x="685103" y="73004"/>
                  </a:lnTo>
                  <a:lnTo>
                    <a:pt x="692889" y="73902"/>
                  </a:lnTo>
                  <a:lnTo>
                    <a:pt x="700674" y="74975"/>
                  </a:lnTo>
                  <a:lnTo>
                    <a:pt x="708459" y="76046"/>
                  </a:lnTo>
                  <a:lnTo>
                    <a:pt x="716244" y="76994"/>
                  </a:lnTo>
                  <a:lnTo>
                    <a:pt x="724030" y="77991"/>
                  </a:lnTo>
                  <a:lnTo>
                    <a:pt x="731815" y="79028"/>
                  </a:lnTo>
                  <a:lnTo>
                    <a:pt x="739600" y="80045"/>
                  </a:lnTo>
                  <a:lnTo>
                    <a:pt x="747385" y="80808"/>
                  </a:lnTo>
                  <a:lnTo>
                    <a:pt x="755171" y="81951"/>
                  </a:lnTo>
                  <a:lnTo>
                    <a:pt x="762956" y="83084"/>
                  </a:lnTo>
                  <a:lnTo>
                    <a:pt x="770741" y="84021"/>
                  </a:lnTo>
                  <a:lnTo>
                    <a:pt x="778527" y="84817"/>
                  </a:lnTo>
                  <a:lnTo>
                    <a:pt x="786312" y="85593"/>
                  </a:lnTo>
                  <a:lnTo>
                    <a:pt x="794097" y="86709"/>
                  </a:lnTo>
                  <a:lnTo>
                    <a:pt x="801882" y="87722"/>
                  </a:lnTo>
                  <a:lnTo>
                    <a:pt x="809668" y="88621"/>
                  </a:lnTo>
                  <a:lnTo>
                    <a:pt x="817453" y="89458"/>
                  </a:lnTo>
                  <a:lnTo>
                    <a:pt x="825238" y="90463"/>
                  </a:lnTo>
                  <a:lnTo>
                    <a:pt x="833023" y="91602"/>
                  </a:lnTo>
                  <a:lnTo>
                    <a:pt x="840809" y="92404"/>
                  </a:lnTo>
                  <a:lnTo>
                    <a:pt x="848594" y="93435"/>
                  </a:lnTo>
                  <a:lnTo>
                    <a:pt x="856379" y="94449"/>
                  </a:lnTo>
                  <a:lnTo>
                    <a:pt x="864165" y="95325"/>
                  </a:lnTo>
                  <a:lnTo>
                    <a:pt x="871950" y="96290"/>
                  </a:lnTo>
                  <a:lnTo>
                    <a:pt x="879735" y="97285"/>
                  </a:lnTo>
                  <a:lnTo>
                    <a:pt x="887520" y="98168"/>
                  </a:lnTo>
                  <a:lnTo>
                    <a:pt x="895306" y="99094"/>
                  </a:lnTo>
                  <a:lnTo>
                    <a:pt x="903091" y="99965"/>
                  </a:lnTo>
                  <a:lnTo>
                    <a:pt x="910876" y="101116"/>
                  </a:lnTo>
                  <a:lnTo>
                    <a:pt x="918661" y="102115"/>
                  </a:lnTo>
                  <a:lnTo>
                    <a:pt x="926447" y="103123"/>
                  </a:lnTo>
                  <a:lnTo>
                    <a:pt x="934232" y="104103"/>
                  </a:lnTo>
                  <a:lnTo>
                    <a:pt x="942017" y="105047"/>
                  </a:lnTo>
                  <a:lnTo>
                    <a:pt x="949802" y="106060"/>
                  </a:lnTo>
                  <a:lnTo>
                    <a:pt x="957588" y="106904"/>
                  </a:lnTo>
                  <a:lnTo>
                    <a:pt x="965373" y="107800"/>
                  </a:lnTo>
                  <a:lnTo>
                    <a:pt x="973158" y="108657"/>
                  </a:lnTo>
                  <a:lnTo>
                    <a:pt x="980944" y="109482"/>
                  </a:lnTo>
                  <a:lnTo>
                    <a:pt x="988729" y="110487"/>
                  </a:lnTo>
                  <a:lnTo>
                    <a:pt x="996514" y="111623"/>
                  </a:lnTo>
                  <a:lnTo>
                    <a:pt x="1004299" y="112816"/>
                  </a:lnTo>
                  <a:lnTo>
                    <a:pt x="1012085" y="113807"/>
                  </a:lnTo>
                  <a:lnTo>
                    <a:pt x="1019870" y="114622"/>
                  </a:lnTo>
                  <a:lnTo>
                    <a:pt x="1027655" y="115756"/>
                  </a:lnTo>
                  <a:lnTo>
                    <a:pt x="1035440" y="117028"/>
                  </a:lnTo>
                  <a:lnTo>
                    <a:pt x="1043226" y="117753"/>
                  </a:lnTo>
                  <a:lnTo>
                    <a:pt x="1051011" y="118978"/>
                  </a:lnTo>
                  <a:lnTo>
                    <a:pt x="1058796" y="119795"/>
                  </a:lnTo>
                  <a:lnTo>
                    <a:pt x="1066582" y="120587"/>
                  </a:lnTo>
                  <a:lnTo>
                    <a:pt x="1074367" y="121838"/>
                  </a:lnTo>
                  <a:lnTo>
                    <a:pt x="1082152" y="122908"/>
                  </a:lnTo>
                  <a:lnTo>
                    <a:pt x="1089937" y="124193"/>
                  </a:lnTo>
                  <a:lnTo>
                    <a:pt x="1097723" y="125169"/>
                  </a:lnTo>
                  <a:lnTo>
                    <a:pt x="1105508" y="126357"/>
                  </a:lnTo>
                  <a:lnTo>
                    <a:pt x="1113293" y="127280"/>
                  </a:lnTo>
                  <a:lnTo>
                    <a:pt x="1121078" y="128283"/>
                  </a:lnTo>
                  <a:lnTo>
                    <a:pt x="1128864" y="129600"/>
                  </a:lnTo>
                  <a:lnTo>
                    <a:pt x="1136649" y="130449"/>
                  </a:lnTo>
                  <a:lnTo>
                    <a:pt x="1144434" y="131549"/>
                  </a:lnTo>
                  <a:lnTo>
                    <a:pt x="1152220" y="132475"/>
                  </a:lnTo>
                  <a:lnTo>
                    <a:pt x="1160005" y="133597"/>
                  </a:lnTo>
                  <a:lnTo>
                    <a:pt x="1167790" y="134613"/>
                  </a:lnTo>
                  <a:lnTo>
                    <a:pt x="1175575" y="135643"/>
                  </a:lnTo>
                  <a:lnTo>
                    <a:pt x="1183361" y="136834"/>
                  </a:lnTo>
                  <a:lnTo>
                    <a:pt x="1191146" y="138029"/>
                  </a:lnTo>
                  <a:lnTo>
                    <a:pt x="1198931" y="139044"/>
                  </a:lnTo>
                  <a:lnTo>
                    <a:pt x="1206716" y="140182"/>
                  </a:lnTo>
                  <a:lnTo>
                    <a:pt x="1214502" y="141195"/>
                  </a:lnTo>
                  <a:lnTo>
                    <a:pt x="1222287" y="142203"/>
                  </a:lnTo>
                  <a:lnTo>
                    <a:pt x="1230072" y="143461"/>
                  </a:lnTo>
                  <a:lnTo>
                    <a:pt x="1237857" y="144737"/>
                  </a:lnTo>
                  <a:lnTo>
                    <a:pt x="1245643" y="145840"/>
                  </a:lnTo>
                  <a:lnTo>
                    <a:pt x="1253428" y="146827"/>
                  </a:lnTo>
                  <a:lnTo>
                    <a:pt x="1261213" y="147990"/>
                  </a:lnTo>
                  <a:lnTo>
                    <a:pt x="1268999" y="149037"/>
                  </a:lnTo>
                  <a:lnTo>
                    <a:pt x="1276784" y="150035"/>
                  </a:lnTo>
                  <a:lnTo>
                    <a:pt x="1284569" y="151126"/>
                  </a:lnTo>
                  <a:lnTo>
                    <a:pt x="1292354" y="152267"/>
                  </a:lnTo>
                  <a:lnTo>
                    <a:pt x="1300140" y="153446"/>
                  </a:lnTo>
                  <a:lnTo>
                    <a:pt x="1307925" y="154642"/>
                  </a:lnTo>
                  <a:lnTo>
                    <a:pt x="1315710" y="155858"/>
                  </a:lnTo>
                  <a:lnTo>
                    <a:pt x="1323495" y="157110"/>
                  </a:lnTo>
                  <a:lnTo>
                    <a:pt x="1331281" y="158021"/>
                  </a:lnTo>
                  <a:lnTo>
                    <a:pt x="1339066" y="159009"/>
                  </a:lnTo>
                  <a:lnTo>
                    <a:pt x="1346851" y="160029"/>
                  </a:lnTo>
                  <a:lnTo>
                    <a:pt x="1354637" y="161213"/>
                  </a:lnTo>
                  <a:lnTo>
                    <a:pt x="1362422" y="162269"/>
                  </a:lnTo>
                  <a:lnTo>
                    <a:pt x="1370207" y="163337"/>
                  </a:lnTo>
                  <a:lnTo>
                    <a:pt x="1377992" y="164111"/>
                  </a:lnTo>
                  <a:lnTo>
                    <a:pt x="1385778" y="165178"/>
                  </a:lnTo>
                  <a:lnTo>
                    <a:pt x="1393563" y="166154"/>
                  </a:lnTo>
                  <a:lnTo>
                    <a:pt x="1401348" y="167213"/>
                  </a:lnTo>
                  <a:lnTo>
                    <a:pt x="1409133" y="168391"/>
                  </a:lnTo>
                  <a:lnTo>
                    <a:pt x="1416919" y="169584"/>
                  </a:lnTo>
                  <a:lnTo>
                    <a:pt x="1424704" y="170719"/>
                  </a:lnTo>
                  <a:lnTo>
                    <a:pt x="1432489" y="171747"/>
                  </a:lnTo>
                  <a:lnTo>
                    <a:pt x="1440275" y="172866"/>
                  </a:lnTo>
                  <a:lnTo>
                    <a:pt x="1448060" y="173998"/>
                  </a:lnTo>
                  <a:lnTo>
                    <a:pt x="1455845" y="175094"/>
                  </a:lnTo>
                  <a:lnTo>
                    <a:pt x="1463630" y="176223"/>
                  </a:lnTo>
                  <a:lnTo>
                    <a:pt x="1471416" y="177295"/>
                  </a:lnTo>
                  <a:lnTo>
                    <a:pt x="1479201" y="178370"/>
                  </a:lnTo>
                  <a:lnTo>
                    <a:pt x="1486986" y="179556"/>
                  </a:lnTo>
                  <a:lnTo>
                    <a:pt x="1494771" y="180714"/>
                  </a:lnTo>
                  <a:lnTo>
                    <a:pt x="1502557" y="181885"/>
                  </a:lnTo>
                  <a:lnTo>
                    <a:pt x="1510342" y="182850"/>
                  </a:lnTo>
                  <a:lnTo>
                    <a:pt x="1518127" y="183789"/>
                  </a:lnTo>
                  <a:lnTo>
                    <a:pt x="1525912" y="184706"/>
                  </a:lnTo>
                  <a:lnTo>
                    <a:pt x="1533698" y="185742"/>
                  </a:lnTo>
                  <a:lnTo>
                    <a:pt x="1541483" y="187013"/>
                  </a:lnTo>
                  <a:lnTo>
                    <a:pt x="1549268" y="188214"/>
                  </a:lnTo>
                  <a:lnTo>
                    <a:pt x="1557054" y="189365"/>
                  </a:lnTo>
                  <a:lnTo>
                    <a:pt x="1564839" y="190389"/>
                  </a:lnTo>
                  <a:lnTo>
                    <a:pt x="1572624" y="191498"/>
                  </a:lnTo>
                  <a:lnTo>
                    <a:pt x="1580409" y="192650"/>
                  </a:lnTo>
                  <a:lnTo>
                    <a:pt x="1588195" y="193875"/>
                  </a:lnTo>
                  <a:lnTo>
                    <a:pt x="1595980" y="195082"/>
                  </a:lnTo>
                  <a:lnTo>
                    <a:pt x="1603765" y="196061"/>
                  </a:lnTo>
                  <a:lnTo>
                    <a:pt x="1611550" y="197154"/>
                  </a:lnTo>
                  <a:lnTo>
                    <a:pt x="1619336" y="198082"/>
                  </a:lnTo>
                  <a:lnTo>
                    <a:pt x="1627121" y="199168"/>
                  </a:lnTo>
                  <a:lnTo>
                    <a:pt x="1634906" y="200239"/>
                  </a:lnTo>
                  <a:lnTo>
                    <a:pt x="1642692" y="201337"/>
                  </a:lnTo>
                  <a:lnTo>
                    <a:pt x="1650477" y="202495"/>
                  </a:lnTo>
                  <a:lnTo>
                    <a:pt x="1658262" y="203654"/>
                  </a:lnTo>
                  <a:lnTo>
                    <a:pt x="1666047" y="204754"/>
                  </a:lnTo>
                  <a:lnTo>
                    <a:pt x="1673833" y="205996"/>
                  </a:lnTo>
                  <a:lnTo>
                    <a:pt x="1681618" y="207080"/>
                  </a:lnTo>
                  <a:lnTo>
                    <a:pt x="1689403" y="208273"/>
                  </a:lnTo>
                  <a:lnTo>
                    <a:pt x="1697188" y="209464"/>
                  </a:lnTo>
                  <a:lnTo>
                    <a:pt x="1704974" y="210655"/>
                  </a:lnTo>
                  <a:lnTo>
                    <a:pt x="1712759" y="211684"/>
                  </a:lnTo>
                  <a:lnTo>
                    <a:pt x="1720544" y="212839"/>
                  </a:lnTo>
                  <a:lnTo>
                    <a:pt x="1728330" y="213809"/>
                  </a:lnTo>
                  <a:lnTo>
                    <a:pt x="1736115" y="214977"/>
                  </a:lnTo>
                  <a:lnTo>
                    <a:pt x="1743900" y="216034"/>
                  </a:lnTo>
                  <a:lnTo>
                    <a:pt x="1751685" y="216962"/>
                  </a:lnTo>
                  <a:lnTo>
                    <a:pt x="1759471" y="217846"/>
                  </a:lnTo>
                  <a:lnTo>
                    <a:pt x="1767256" y="218685"/>
                  </a:lnTo>
                  <a:lnTo>
                    <a:pt x="1775041" y="219625"/>
                  </a:lnTo>
                  <a:lnTo>
                    <a:pt x="1782826" y="220374"/>
                  </a:lnTo>
                  <a:lnTo>
                    <a:pt x="1790612" y="221293"/>
                  </a:lnTo>
                  <a:lnTo>
                    <a:pt x="1798397" y="222141"/>
                  </a:lnTo>
                  <a:lnTo>
                    <a:pt x="1806182" y="222900"/>
                  </a:lnTo>
                  <a:lnTo>
                    <a:pt x="1813967" y="224127"/>
                  </a:lnTo>
                  <a:lnTo>
                    <a:pt x="1821753" y="225366"/>
                  </a:lnTo>
                  <a:lnTo>
                    <a:pt x="1829538" y="226451"/>
                  </a:lnTo>
                  <a:lnTo>
                    <a:pt x="1837323" y="227325"/>
                  </a:lnTo>
                  <a:lnTo>
                    <a:pt x="1845109" y="228338"/>
                  </a:lnTo>
                  <a:lnTo>
                    <a:pt x="1852894" y="229509"/>
                  </a:lnTo>
                  <a:lnTo>
                    <a:pt x="1860679" y="230808"/>
                  </a:lnTo>
                  <a:lnTo>
                    <a:pt x="1868464" y="232003"/>
                  </a:lnTo>
                  <a:lnTo>
                    <a:pt x="1876250" y="233329"/>
                  </a:lnTo>
                  <a:lnTo>
                    <a:pt x="1884035" y="234658"/>
                  </a:lnTo>
                  <a:lnTo>
                    <a:pt x="1891820" y="235871"/>
                  </a:lnTo>
                  <a:lnTo>
                    <a:pt x="1899605" y="236849"/>
                  </a:lnTo>
                  <a:lnTo>
                    <a:pt x="1907391" y="238142"/>
                  </a:lnTo>
                  <a:lnTo>
                    <a:pt x="1915176" y="239434"/>
                  </a:lnTo>
                  <a:lnTo>
                    <a:pt x="1922961" y="240725"/>
                  </a:lnTo>
                  <a:lnTo>
                    <a:pt x="1930747" y="241988"/>
                  </a:lnTo>
                  <a:lnTo>
                    <a:pt x="1938532" y="243238"/>
                  </a:lnTo>
                  <a:lnTo>
                    <a:pt x="1946317" y="244353"/>
                  </a:lnTo>
                  <a:lnTo>
                    <a:pt x="1954102" y="245540"/>
                  </a:lnTo>
                  <a:lnTo>
                    <a:pt x="1961888" y="246643"/>
                  </a:lnTo>
                  <a:lnTo>
                    <a:pt x="1969673" y="247667"/>
                  </a:lnTo>
                  <a:lnTo>
                    <a:pt x="1977458" y="248534"/>
                  </a:lnTo>
                  <a:lnTo>
                    <a:pt x="1985243" y="249656"/>
                  </a:lnTo>
                  <a:lnTo>
                    <a:pt x="1993029" y="250803"/>
                  </a:lnTo>
                  <a:lnTo>
                    <a:pt x="2000814" y="251818"/>
                  </a:lnTo>
                  <a:lnTo>
                    <a:pt x="2008599" y="252834"/>
                  </a:lnTo>
                  <a:lnTo>
                    <a:pt x="2016385" y="253834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6"/>
            <p:cNvSpPr/>
            <p:nvPr/>
          </p:nvSpPr>
          <p:spPr>
            <a:xfrm>
              <a:off x="6049435" y="2581431"/>
              <a:ext cx="2016385" cy="208050"/>
            </a:xfrm>
            <a:custGeom>
              <a:avLst/>
              <a:pathLst>
                <a:path w="2016385" h="208050">
                  <a:moveTo>
                    <a:pt x="0" y="0"/>
                  </a:moveTo>
                  <a:lnTo>
                    <a:pt x="7785" y="436"/>
                  </a:lnTo>
                  <a:lnTo>
                    <a:pt x="15570" y="1059"/>
                  </a:lnTo>
                  <a:lnTo>
                    <a:pt x="23355" y="1830"/>
                  </a:lnTo>
                  <a:lnTo>
                    <a:pt x="31141" y="2457"/>
                  </a:lnTo>
                  <a:lnTo>
                    <a:pt x="38926" y="3067"/>
                  </a:lnTo>
                  <a:lnTo>
                    <a:pt x="46711" y="3772"/>
                  </a:lnTo>
                  <a:lnTo>
                    <a:pt x="54496" y="4311"/>
                  </a:lnTo>
                  <a:lnTo>
                    <a:pt x="62282" y="4958"/>
                  </a:lnTo>
                  <a:lnTo>
                    <a:pt x="70067" y="5422"/>
                  </a:lnTo>
                  <a:lnTo>
                    <a:pt x="77852" y="6147"/>
                  </a:lnTo>
                  <a:lnTo>
                    <a:pt x="85637" y="6879"/>
                  </a:lnTo>
                  <a:lnTo>
                    <a:pt x="93423" y="7484"/>
                  </a:lnTo>
                  <a:lnTo>
                    <a:pt x="101208" y="8169"/>
                  </a:lnTo>
                  <a:lnTo>
                    <a:pt x="108993" y="8682"/>
                  </a:lnTo>
                  <a:lnTo>
                    <a:pt x="116779" y="9123"/>
                  </a:lnTo>
                  <a:lnTo>
                    <a:pt x="124564" y="9727"/>
                  </a:lnTo>
                  <a:lnTo>
                    <a:pt x="132349" y="10408"/>
                  </a:lnTo>
                  <a:lnTo>
                    <a:pt x="140134" y="10891"/>
                  </a:lnTo>
                  <a:lnTo>
                    <a:pt x="147920" y="11437"/>
                  </a:lnTo>
                  <a:lnTo>
                    <a:pt x="155705" y="12116"/>
                  </a:lnTo>
                  <a:lnTo>
                    <a:pt x="163490" y="12674"/>
                  </a:lnTo>
                  <a:lnTo>
                    <a:pt x="171275" y="13252"/>
                  </a:lnTo>
                  <a:lnTo>
                    <a:pt x="179061" y="13904"/>
                  </a:lnTo>
                  <a:lnTo>
                    <a:pt x="186846" y="14503"/>
                  </a:lnTo>
                  <a:lnTo>
                    <a:pt x="194631" y="15159"/>
                  </a:lnTo>
                  <a:lnTo>
                    <a:pt x="202417" y="15891"/>
                  </a:lnTo>
                  <a:lnTo>
                    <a:pt x="210202" y="16543"/>
                  </a:lnTo>
                  <a:lnTo>
                    <a:pt x="217987" y="17099"/>
                  </a:lnTo>
                  <a:lnTo>
                    <a:pt x="225772" y="17715"/>
                  </a:lnTo>
                  <a:lnTo>
                    <a:pt x="233558" y="18408"/>
                  </a:lnTo>
                  <a:lnTo>
                    <a:pt x="241343" y="19110"/>
                  </a:lnTo>
                  <a:lnTo>
                    <a:pt x="249128" y="19836"/>
                  </a:lnTo>
                  <a:lnTo>
                    <a:pt x="256913" y="20574"/>
                  </a:lnTo>
                  <a:lnTo>
                    <a:pt x="264699" y="21357"/>
                  </a:lnTo>
                  <a:lnTo>
                    <a:pt x="272484" y="22073"/>
                  </a:lnTo>
                  <a:lnTo>
                    <a:pt x="280269" y="22601"/>
                  </a:lnTo>
                  <a:lnTo>
                    <a:pt x="288055" y="23394"/>
                  </a:lnTo>
                  <a:lnTo>
                    <a:pt x="295840" y="24289"/>
                  </a:lnTo>
                  <a:lnTo>
                    <a:pt x="303625" y="25086"/>
                  </a:lnTo>
                  <a:lnTo>
                    <a:pt x="311410" y="25766"/>
                  </a:lnTo>
                  <a:lnTo>
                    <a:pt x="319196" y="26339"/>
                  </a:lnTo>
                  <a:lnTo>
                    <a:pt x="326981" y="26914"/>
                  </a:lnTo>
                  <a:lnTo>
                    <a:pt x="334766" y="27496"/>
                  </a:lnTo>
                  <a:lnTo>
                    <a:pt x="342551" y="28058"/>
                  </a:lnTo>
                  <a:lnTo>
                    <a:pt x="350337" y="28951"/>
                  </a:lnTo>
                  <a:lnTo>
                    <a:pt x="358122" y="29482"/>
                  </a:lnTo>
                  <a:lnTo>
                    <a:pt x="365907" y="30159"/>
                  </a:lnTo>
                  <a:lnTo>
                    <a:pt x="373692" y="31021"/>
                  </a:lnTo>
                  <a:lnTo>
                    <a:pt x="381478" y="31629"/>
                  </a:lnTo>
                  <a:lnTo>
                    <a:pt x="389263" y="32507"/>
                  </a:lnTo>
                  <a:lnTo>
                    <a:pt x="397048" y="33274"/>
                  </a:lnTo>
                  <a:lnTo>
                    <a:pt x="404834" y="33922"/>
                  </a:lnTo>
                  <a:lnTo>
                    <a:pt x="412619" y="34593"/>
                  </a:lnTo>
                  <a:lnTo>
                    <a:pt x="420404" y="35244"/>
                  </a:lnTo>
                  <a:lnTo>
                    <a:pt x="428189" y="36142"/>
                  </a:lnTo>
                  <a:lnTo>
                    <a:pt x="435975" y="36826"/>
                  </a:lnTo>
                  <a:lnTo>
                    <a:pt x="443760" y="37372"/>
                  </a:lnTo>
                  <a:lnTo>
                    <a:pt x="451545" y="38194"/>
                  </a:lnTo>
                  <a:lnTo>
                    <a:pt x="459330" y="38902"/>
                  </a:lnTo>
                  <a:lnTo>
                    <a:pt x="467116" y="39736"/>
                  </a:lnTo>
                  <a:lnTo>
                    <a:pt x="474901" y="40559"/>
                  </a:lnTo>
                  <a:lnTo>
                    <a:pt x="482686" y="41217"/>
                  </a:lnTo>
                  <a:lnTo>
                    <a:pt x="490472" y="42066"/>
                  </a:lnTo>
                  <a:lnTo>
                    <a:pt x="498257" y="42683"/>
                  </a:lnTo>
                  <a:lnTo>
                    <a:pt x="506042" y="43547"/>
                  </a:lnTo>
                  <a:lnTo>
                    <a:pt x="513827" y="44300"/>
                  </a:lnTo>
                  <a:lnTo>
                    <a:pt x="521613" y="44995"/>
                  </a:lnTo>
                  <a:lnTo>
                    <a:pt x="529398" y="45718"/>
                  </a:lnTo>
                  <a:lnTo>
                    <a:pt x="537183" y="46430"/>
                  </a:lnTo>
                  <a:lnTo>
                    <a:pt x="544968" y="47339"/>
                  </a:lnTo>
                  <a:lnTo>
                    <a:pt x="552754" y="48106"/>
                  </a:lnTo>
                  <a:lnTo>
                    <a:pt x="560539" y="48865"/>
                  </a:lnTo>
                  <a:lnTo>
                    <a:pt x="568324" y="49650"/>
                  </a:lnTo>
                  <a:lnTo>
                    <a:pt x="576110" y="50446"/>
                  </a:lnTo>
                  <a:lnTo>
                    <a:pt x="583895" y="51175"/>
                  </a:lnTo>
                  <a:lnTo>
                    <a:pt x="591680" y="51873"/>
                  </a:lnTo>
                  <a:lnTo>
                    <a:pt x="599465" y="52927"/>
                  </a:lnTo>
                  <a:lnTo>
                    <a:pt x="607251" y="53601"/>
                  </a:lnTo>
                  <a:lnTo>
                    <a:pt x="615036" y="54473"/>
                  </a:lnTo>
                  <a:lnTo>
                    <a:pt x="622821" y="55238"/>
                  </a:lnTo>
                  <a:lnTo>
                    <a:pt x="630606" y="55721"/>
                  </a:lnTo>
                  <a:lnTo>
                    <a:pt x="638392" y="56414"/>
                  </a:lnTo>
                  <a:lnTo>
                    <a:pt x="646177" y="57122"/>
                  </a:lnTo>
                  <a:lnTo>
                    <a:pt x="653962" y="57700"/>
                  </a:lnTo>
                  <a:lnTo>
                    <a:pt x="661747" y="58567"/>
                  </a:lnTo>
                  <a:lnTo>
                    <a:pt x="669533" y="59397"/>
                  </a:lnTo>
                  <a:lnTo>
                    <a:pt x="677318" y="60081"/>
                  </a:lnTo>
                  <a:lnTo>
                    <a:pt x="685103" y="60652"/>
                  </a:lnTo>
                  <a:lnTo>
                    <a:pt x="692889" y="61397"/>
                  </a:lnTo>
                  <a:lnTo>
                    <a:pt x="700674" y="62048"/>
                  </a:lnTo>
                  <a:lnTo>
                    <a:pt x="708459" y="62868"/>
                  </a:lnTo>
                  <a:lnTo>
                    <a:pt x="716244" y="63914"/>
                  </a:lnTo>
                  <a:lnTo>
                    <a:pt x="724030" y="64906"/>
                  </a:lnTo>
                  <a:lnTo>
                    <a:pt x="731815" y="65488"/>
                  </a:lnTo>
                  <a:lnTo>
                    <a:pt x="739600" y="66248"/>
                  </a:lnTo>
                  <a:lnTo>
                    <a:pt x="747385" y="67071"/>
                  </a:lnTo>
                  <a:lnTo>
                    <a:pt x="755171" y="67772"/>
                  </a:lnTo>
                  <a:lnTo>
                    <a:pt x="762956" y="68594"/>
                  </a:lnTo>
                  <a:lnTo>
                    <a:pt x="770741" y="69582"/>
                  </a:lnTo>
                  <a:lnTo>
                    <a:pt x="778527" y="70326"/>
                  </a:lnTo>
                  <a:lnTo>
                    <a:pt x="786312" y="71097"/>
                  </a:lnTo>
                  <a:lnTo>
                    <a:pt x="794097" y="71838"/>
                  </a:lnTo>
                  <a:lnTo>
                    <a:pt x="801882" y="72611"/>
                  </a:lnTo>
                  <a:lnTo>
                    <a:pt x="809668" y="73136"/>
                  </a:lnTo>
                  <a:lnTo>
                    <a:pt x="817453" y="73828"/>
                  </a:lnTo>
                  <a:lnTo>
                    <a:pt x="825238" y="74586"/>
                  </a:lnTo>
                  <a:lnTo>
                    <a:pt x="833023" y="75393"/>
                  </a:lnTo>
                  <a:lnTo>
                    <a:pt x="840809" y="76022"/>
                  </a:lnTo>
                  <a:lnTo>
                    <a:pt x="848594" y="76890"/>
                  </a:lnTo>
                  <a:lnTo>
                    <a:pt x="856379" y="77584"/>
                  </a:lnTo>
                  <a:lnTo>
                    <a:pt x="864165" y="78234"/>
                  </a:lnTo>
                  <a:lnTo>
                    <a:pt x="871950" y="79255"/>
                  </a:lnTo>
                  <a:lnTo>
                    <a:pt x="879735" y="79961"/>
                  </a:lnTo>
                  <a:lnTo>
                    <a:pt x="887520" y="80640"/>
                  </a:lnTo>
                  <a:lnTo>
                    <a:pt x="895306" y="81475"/>
                  </a:lnTo>
                  <a:lnTo>
                    <a:pt x="903091" y="82370"/>
                  </a:lnTo>
                  <a:lnTo>
                    <a:pt x="910876" y="83141"/>
                  </a:lnTo>
                  <a:lnTo>
                    <a:pt x="918661" y="84000"/>
                  </a:lnTo>
                  <a:lnTo>
                    <a:pt x="926447" y="84590"/>
                  </a:lnTo>
                  <a:lnTo>
                    <a:pt x="934232" y="85303"/>
                  </a:lnTo>
                  <a:lnTo>
                    <a:pt x="942017" y="86053"/>
                  </a:lnTo>
                  <a:lnTo>
                    <a:pt x="949802" y="86935"/>
                  </a:lnTo>
                  <a:lnTo>
                    <a:pt x="957588" y="87988"/>
                  </a:lnTo>
                  <a:lnTo>
                    <a:pt x="965373" y="88724"/>
                  </a:lnTo>
                  <a:lnTo>
                    <a:pt x="973158" y="89518"/>
                  </a:lnTo>
                  <a:lnTo>
                    <a:pt x="980944" y="90379"/>
                  </a:lnTo>
                  <a:lnTo>
                    <a:pt x="988729" y="91377"/>
                  </a:lnTo>
                  <a:lnTo>
                    <a:pt x="996514" y="92334"/>
                  </a:lnTo>
                  <a:lnTo>
                    <a:pt x="1004299" y="93187"/>
                  </a:lnTo>
                  <a:lnTo>
                    <a:pt x="1012085" y="94086"/>
                  </a:lnTo>
                  <a:lnTo>
                    <a:pt x="1019870" y="95084"/>
                  </a:lnTo>
                  <a:lnTo>
                    <a:pt x="1027655" y="96059"/>
                  </a:lnTo>
                  <a:lnTo>
                    <a:pt x="1035440" y="96874"/>
                  </a:lnTo>
                  <a:lnTo>
                    <a:pt x="1043226" y="97680"/>
                  </a:lnTo>
                  <a:lnTo>
                    <a:pt x="1051011" y="98552"/>
                  </a:lnTo>
                  <a:lnTo>
                    <a:pt x="1058796" y="99379"/>
                  </a:lnTo>
                  <a:lnTo>
                    <a:pt x="1066582" y="100242"/>
                  </a:lnTo>
                  <a:lnTo>
                    <a:pt x="1074367" y="101089"/>
                  </a:lnTo>
                  <a:lnTo>
                    <a:pt x="1082152" y="101912"/>
                  </a:lnTo>
                  <a:lnTo>
                    <a:pt x="1089937" y="102874"/>
                  </a:lnTo>
                  <a:lnTo>
                    <a:pt x="1097723" y="103545"/>
                  </a:lnTo>
                  <a:lnTo>
                    <a:pt x="1105508" y="104322"/>
                  </a:lnTo>
                  <a:lnTo>
                    <a:pt x="1113293" y="105153"/>
                  </a:lnTo>
                  <a:lnTo>
                    <a:pt x="1121078" y="105994"/>
                  </a:lnTo>
                  <a:lnTo>
                    <a:pt x="1128864" y="106939"/>
                  </a:lnTo>
                  <a:lnTo>
                    <a:pt x="1136649" y="107879"/>
                  </a:lnTo>
                  <a:lnTo>
                    <a:pt x="1144434" y="108539"/>
                  </a:lnTo>
                  <a:lnTo>
                    <a:pt x="1152220" y="109458"/>
                  </a:lnTo>
                  <a:lnTo>
                    <a:pt x="1160005" y="110395"/>
                  </a:lnTo>
                  <a:lnTo>
                    <a:pt x="1167790" y="111326"/>
                  </a:lnTo>
                  <a:lnTo>
                    <a:pt x="1175575" y="112469"/>
                  </a:lnTo>
                  <a:lnTo>
                    <a:pt x="1183361" y="113234"/>
                  </a:lnTo>
                  <a:lnTo>
                    <a:pt x="1191146" y="114111"/>
                  </a:lnTo>
                  <a:lnTo>
                    <a:pt x="1198931" y="115137"/>
                  </a:lnTo>
                  <a:lnTo>
                    <a:pt x="1206716" y="116198"/>
                  </a:lnTo>
                  <a:lnTo>
                    <a:pt x="1214502" y="116910"/>
                  </a:lnTo>
                  <a:lnTo>
                    <a:pt x="1222287" y="117728"/>
                  </a:lnTo>
                  <a:lnTo>
                    <a:pt x="1230072" y="118723"/>
                  </a:lnTo>
                  <a:lnTo>
                    <a:pt x="1237857" y="119562"/>
                  </a:lnTo>
                  <a:lnTo>
                    <a:pt x="1245643" y="120506"/>
                  </a:lnTo>
                  <a:lnTo>
                    <a:pt x="1253428" y="121614"/>
                  </a:lnTo>
                  <a:lnTo>
                    <a:pt x="1261213" y="122632"/>
                  </a:lnTo>
                  <a:lnTo>
                    <a:pt x="1268999" y="123233"/>
                  </a:lnTo>
                  <a:lnTo>
                    <a:pt x="1276784" y="124040"/>
                  </a:lnTo>
                  <a:lnTo>
                    <a:pt x="1284569" y="125080"/>
                  </a:lnTo>
                  <a:lnTo>
                    <a:pt x="1292354" y="126118"/>
                  </a:lnTo>
                  <a:lnTo>
                    <a:pt x="1300140" y="127134"/>
                  </a:lnTo>
                  <a:lnTo>
                    <a:pt x="1307925" y="127970"/>
                  </a:lnTo>
                  <a:lnTo>
                    <a:pt x="1315710" y="128914"/>
                  </a:lnTo>
                  <a:lnTo>
                    <a:pt x="1323495" y="129797"/>
                  </a:lnTo>
                  <a:lnTo>
                    <a:pt x="1331281" y="130854"/>
                  </a:lnTo>
                  <a:lnTo>
                    <a:pt x="1339066" y="131668"/>
                  </a:lnTo>
                  <a:lnTo>
                    <a:pt x="1346851" y="132744"/>
                  </a:lnTo>
                  <a:lnTo>
                    <a:pt x="1354637" y="133757"/>
                  </a:lnTo>
                  <a:lnTo>
                    <a:pt x="1362422" y="134597"/>
                  </a:lnTo>
                  <a:lnTo>
                    <a:pt x="1370207" y="135373"/>
                  </a:lnTo>
                  <a:lnTo>
                    <a:pt x="1377992" y="136344"/>
                  </a:lnTo>
                  <a:lnTo>
                    <a:pt x="1385778" y="137252"/>
                  </a:lnTo>
                  <a:lnTo>
                    <a:pt x="1393563" y="138027"/>
                  </a:lnTo>
                  <a:lnTo>
                    <a:pt x="1401348" y="138855"/>
                  </a:lnTo>
                  <a:lnTo>
                    <a:pt x="1409133" y="139694"/>
                  </a:lnTo>
                  <a:lnTo>
                    <a:pt x="1416919" y="140520"/>
                  </a:lnTo>
                  <a:lnTo>
                    <a:pt x="1424704" y="141244"/>
                  </a:lnTo>
                  <a:lnTo>
                    <a:pt x="1432489" y="142204"/>
                  </a:lnTo>
                  <a:lnTo>
                    <a:pt x="1440275" y="142867"/>
                  </a:lnTo>
                  <a:lnTo>
                    <a:pt x="1448060" y="143533"/>
                  </a:lnTo>
                  <a:lnTo>
                    <a:pt x="1455845" y="144663"/>
                  </a:lnTo>
                  <a:lnTo>
                    <a:pt x="1463630" y="145430"/>
                  </a:lnTo>
                  <a:lnTo>
                    <a:pt x="1471416" y="146310"/>
                  </a:lnTo>
                  <a:lnTo>
                    <a:pt x="1479201" y="147435"/>
                  </a:lnTo>
                  <a:lnTo>
                    <a:pt x="1486986" y="148253"/>
                  </a:lnTo>
                  <a:lnTo>
                    <a:pt x="1494771" y="149088"/>
                  </a:lnTo>
                  <a:lnTo>
                    <a:pt x="1502557" y="149927"/>
                  </a:lnTo>
                  <a:lnTo>
                    <a:pt x="1510342" y="150866"/>
                  </a:lnTo>
                  <a:lnTo>
                    <a:pt x="1518127" y="151766"/>
                  </a:lnTo>
                  <a:lnTo>
                    <a:pt x="1525912" y="152572"/>
                  </a:lnTo>
                  <a:lnTo>
                    <a:pt x="1533698" y="153493"/>
                  </a:lnTo>
                  <a:lnTo>
                    <a:pt x="1541483" y="154309"/>
                  </a:lnTo>
                  <a:lnTo>
                    <a:pt x="1549268" y="155117"/>
                  </a:lnTo>
                  <a:lnTo>
                    <a:pt x="1557054" y="156159"/>
                  </a:lnTo>
                  <a:lnTo>
                    <a:pt x="1564839" y="157184"/>
                  </a:lnTo>
                  <a:lnTo>
                    <a:pt x="1572624" y="158227"/>
                  </a:lnTo>
                  <a:lnTo>
                    <a:pt x="1580409" y="159296"/>
                  </a:lnTo>
                  <a:lnTo>
                    <a:pt x="1588195" y="160248"/>
                  </a:lnTo>
                  <a:lnTo>
                    <a:pt x="1595980" y="161138"/>
                  </a:lnTo>
                  <a:lnTo>
                    <a:pt x="1603765" y="162141"/>
                  </a:lnTo>
                  <a:lnTo>
                    <a:pt x="1611550" y="163275"/>
                  </a:lnTo>
                  <a:lnTo>
                    <a:pt x="1619336" y="164249"/>
                  </a:lnTo>
                  <a:lnTo>
                    <a:pt x="1627121" y="164952"/>
                  </a:lnTo>
                  <a:lnTo>
                    <a:pt x="1634906" y="165568"/>
                  </a:lnTo>
                  <a:lnTo>
                    <a:pt x="1642692" y="166375"/>
                  </a:lnTo>
                  <a:lnTo>
                    <a:pt x="1650477" y="167102"/>
                  </a:lnTo>
                  <a:lnTo>
                    <a:pt x="1658262" y="168168"/>
                  </a:lnTo>
                  <a:lnTo>
                    <a:pt x="1666047" y="169187"/>
                  </a:lnTo>
                  <a:lnTo>
                    <a:pt x="1673833" y="170161"/>
                  </a:lnTo>
                  <a:lnTo>
                    <a:pt x="1681618" y="170951"/>
                  </a:lnTo>
                  <a:lnTo>
                    <a:pt x="1689403" y="171838"/>
                  </a:lnTo>
                  <a:lnTo>
                    <a:pt x="1697188" y="172781"/>
                  </a:lnTo>
                  <a:lnTo>
                    <a:pt x="1704974" y="173470"/>
                  </a:lnTo>
                  <a:lnTo>
                    <a:pt x="1712759" y="174150"/>
                  </a:lnTo>
                  <a:lnTo>
                    <a:pt x="1720544" y="174975"/>
                  </a:lnTo>
                  <a:lnTo>
                    <a:pt x="1728330" y="175873"/>
                  </a:lnTo>
                  <a:lnTo>
                    <a:pt x="1736115" y="176704"/>
                  </a:lnTo>
                  <a:lnTo>
                    <a:pt x="1743900" y="177412"/>
                  </a:lnTo>
                  <a:lnTo>
                    <a:pt x="1751685" y="178309"/>
                  </a:lnTo>
                  <a:lnTo>
                    <a:pt x="1759471" y="179063"/>
                  </a:lnTo>
                  <a:lnTo>
                    <a:pt x="1767256" y="179771"/>
                  </a:lnTo>
                  <a:lnTo>
                    <a:pt x="1775041" y="180529"/>
                  </a:lnTo>
                  <a:lnTo>
                    <a:pt x="1782826" y="181350"/>
                  </a:lnTo>
                  <a:lnTo>
                    <a:pt x="1790612" y="182280"/>
                  </a:lnTo>
                  <a:lnTo>
                    <a:pt x="1798397" y="183215"/>
                  </a:lnTo>
                  <a:lnTo>
                    <a:pt x="1806182" y="184095"/>
                  </a:lnTo>
                  <a:lnTo>
                    <a:pt x="1813967" y="185078"/>
                  </a:lnTo>
                  <a:lnTo>
                    <a:pt x="1821753" y="186159"/>
                  </a:lnTo>
                  <a:lnTo>
                    <a:pt x="1829538" y="187343"/>
                  </a:lnTo>
                  <a:lnTo>
                    <a:pt x="1837323" y="188054"/>
                  </a:lnTo>
                  <a:lnTo>
                    <a:pt x="1845109" y="188924"/>
                  </a:lnTo>
                  <a:lnTo>
                    <a:pt x="1852894" y="189797"/>
                  </a:lnTo>
                  <a:lnTo>
                    <a:pt x="1860679" y="190665"/>
                  </a:lnTo>
                  <a:lnTo>
                    <a:pt x="1868464" y="191485"/>
                  </a:lnTo>
                  <a:lnTo>
                    <a:pt x="1876250" y="192639"/>
                  </a:lnTo>
                  <a:lnTo>
                    <a:pt x="1884035" y="193413"/>
                  </a:lnTo>
                  <a:lnTo>
                    <a:pt x="1891820" y="194114"/>
                  </a:lnTo>
                  <a:lnTo>
                    <a:pt x="1899605" y="194902"/>
                  </a:lnTo>
                  <a:lnTo>
                    <a:pt x="1907391" y="195883"/>
                  </a:lnTo>
                  <a:lnTo>
                    <a:pt x="1915176" y="196713"/>
                  </a:lnTo>
                  <a:lnTo>
                    <a:pt x="1922961" y="197514"/>
                  </a:lnTo>
                  <a:lnTo>
                    <a:pt x="1930747" y="198421"/>
                  </a:lnTo>
                  <a:lnTo>
                    <a:pt x="1938532" y="199312"/>
                  </a:lnTo>
                  <a:lnTo>
                    <a:pt x="1946317" y="200001"/>
                  </a:lnTo>
                  <a:lnTo>
                    <a:pt x="1954102" y="200776"/>
                  </a:lnTo>
                  <a:lnTo>
                    <a:pt x="1961888" y="201504"/>
                  </a:lnTo>
                  <a:lnTo>
                    <a:pt x="1969673" y="202491"/>
                  </a:lnTo>
                  <a:lnTo>
                    <a:pt x="1977458" y="203529"/>
                  </a:lnTo>
                  <a:lnTo>
                    <a:pt x="1985243" y="204530"/>
                  </a:lnTo>
                  <a:lnTo>
                    <a:pt x="1993029" y="205589"/>
                  </a:lnTo>
                  <a:lnTo>
                    <a:pt x="2000814" y="206399"/>
                  </a:lnTo>
                  <a:lnTo>
                    <a:pt x="2008599" y="207164"/>
                  </a:lnTo>
                  <a:lnTo>
                    <a:pt x="2016385" y="20805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7"/>
            <p:cNvSpPr/>
            <p:nvPr/>
          </p:nvSpPr>
          <p:spPr>
            <a:xfrm>
              <a:off x="6049435" y="2745088"/>
              <a:ext cx="2016385" cy="11803"/>
            </a:xfrm>
            <a:custGeom>
              <a:avLst/>
              <a:pathLst>
                <a:path w="2016385" h="11803">
                  <a:moveTo>
                    <a:pt x="0" y="11099"/>
                  </a:moveTo>
                  <a:lnTo>
                    <a:pt x="7785" y="10785"/>
                  </a:lnTo>
                  <a:lnTo>
                    <a:pt x="15570" y="10697"/>
                  </a:lnTo>
                  <a:lnTo>
                    <a:pt x="23355" y="10360"/>
                  </a:lnTo>
                  <a:lnTo>
                    <a:pt x="31141" y="10217"/>
                  </a:lnTo>
                  <a:lnTo>
                    <a:pt x="38926" y="10555"/>
                  </a:lnTo>
                  <a:lnTo>
                    <a:pt x="46711" y="10039"/>
                  </a:lnTo>
                  <a:lnTo>
                    <a:pt x="54496" y="10694"/>
                  </a:lnTo>
                  <a:lnTo>
                    <a:pt x="62282" y="10693"/>
                  </a:lnTo>
                  <a:lnTo>
                    <a:pt x="70067" y="10678"/>
                  </a:lnTo>
                  <a:lnTo>
                    <a:pt x="77852" y="10719"/>
                  </a:lnTo>
                  <a:lnTo>
                    <a:pt x="85637" y="11058"/>
                  </a:lnTo>
                  <a:lnTo>
                    <a:pt x="93423" y="10894"/>
                  </a:lnTo>
                  <a:lnTo>
                    <a:pt x="101208" y="10793"/>
                  </a:lnTo>
                  <a:lnTo>
                    <a:pt x="108993" y="10614"/>
                  </a:lnTo>
                  <a:lnTo>
                    <a:pt x="116779" y="10049"/>
                  </a:lnTo>
                  <a:lnTo>
                    <a:pt x="124564" y="9978"/>
                  </a:lnTo>
                  <a:lnTo>
                    <a:pt x="132349" y="10017"/>
                  </a:lnTo>
                  <a:lnTo>
                    <a:pt x="140134" y="10320"/>
                  </a:lnTo>
                  <a:lnTo>
                    <a:pt x="147920" y="10622"/>
                  </a:lnTo>
                  <a:lnTo>
                    <a:pt x="155705" y="11211"/>
                  </a:lnTo>
                  <a:lnTo>
                    <a:pt x="163490" y="11475"/>
                  </a:lnTo>
                  <a:lnTo>
                    <a:pt x="171275" y="11345"/>
                  </a:lnTo>
                  <a:lnTo>
                    <a:pt x="179061" y="11108"/>
                  </a:lnTo>
                  <a:lnTo>
                    <a:pt x="186846" y="10955"/>
                  </a:lnTo>
                  <a:lnTo>
                    <a:pt x="194631" y="11019"/>
                  </a:lnTo>
                  <a:lnTo>
                    <a:pt x="202417" y="10903"/>
                  </a:lnTo>
                  <a:lnTo>
                    <a:pt x="210202" y="11018"/>
                  </a:lnTo>
                  <a:lnTo>
                    <a:pt x="217987" y="11148"/>
                  </a:lnTo>
                  <a:lnTo>
                    <a:pt x="225772" y="11361"/>
                  </a:lnTo>
                  <a:lnTo>
                    <a:pt x="233558" y="11434"/>
                  </a:lnTo>
                  <a:lnTo>
                    <a:pt x="241343" y="11644"/>
                  </a:lnTo>
                  <a:lnTo>
                    <a:pt x="249128" y="11803"/>
                  </a:lnTo>
                  <a:lnTo>
                    <a:pt x="256913" y="11284"/>
                  </a:lnTo>
                  <a:lnTo>
                    <a:pt x="264699" y="11749"/>
                  </a:lnTo>
                  <a:lnTo>
                    <a:pt x="272484" y="11782"/>
                  </a:lnTo>
                  <a:lnTo>
                    <a:pt x="280269" y="11450"/>
                  </a:lnTo>
                  <a:lnTo>
                    <a:pt x="288055" y="11296"/>
                  </a:lnTo>
                  <a:lnTo>
                    <a:pt x="295840" y="11451"/>
                  </a:lnTo>
                  <a:lnTo>
                    <a:pt x="303625" y="11314"/>
                  </a:lnTo>
                  <a:lnTo>
                    <a:pt x="311410" y="11176"/>
                  </a:lnTo>
                  <a:lnTo>
                    <a:pt x="319196" y="10680"/>
                  </a:lnTo>
                  <a:lnTo>
                    <a:pt x="326981" y="10754"/>
                  </a:lnTo>
                  <a:lnTo>
                    <a:pt x="334766" y="10092"/>
                  </a:lnTo>
                  <a:lnTo>
                    <a:pt x="342551" y="10677"/>
                  </a:lnTo>
                  <a:lnTo>
                    <a:pt x="350337" y="10384"/>
                  </a:lnTo>
                  <a:lnTo>
                    <a:pt x="358122" y="10150"/>
                  </a:lnTo>
                  <a:lnTo>
                    <a:pt x="365907" y="10267"/>
                  </a:lnTo>
                  <a:lnTo>
                    <a:pt x="373692" y="10233"/>
                  </a:lnTo>
                  <a:lnTo>
                    <a:pt x="381478" y="10103"/>
                  </a:lnTo>
                  <a:lnTo>
                    <a:pt x="389263" y="9849"/>
                  </a:lnTo>
                  <a:lnTo>
                    <a:pt x="397048" y="9774"/>
                  </a:lnTo>
                  <a:lnTo>
                    <a:pt x="404834" y="9373"/>
                  </a:lnTo>
                  <a:lnTo>
                    <a:pt x="412619" y="8671"/>
                  </a:lnTo>
                  <a:lnTo>
                    <a:pt x="420404" y="8533"/>
                  </a:lnTo>
                  <a:lnTo>
                    <a:pt x="428189" y="8683"/>
                  </a:lnTo>
                  <a:lnTo>
                    <a:pt x="435975" y="8818"/>
                  </a:lnTo>
                  <a:lnTo>
                    <a:pt x="443760" y="9021"/>
                  </a:lnTo>
                  <a:lnTo>
                    <a:pt x="451545" y="9034"/>
                  </a:lnTo>
                  <a:lnTo>
                    <a:pt x="459330" y="8813"/>
                  </a:lnTo>
                  <a:lnTo>
                    <a:pt x="467116" y="8653"/>
                  </a:lnTo>
                  <a:lnTo>
                    <a:pt x="474901" y="8675"/>
                  </a:lnTo>
                  <a:lnTo>
                    <a:pt x="482686" y="8534"/>
                  </a:lnTo>
                  <a:lnTo>
                    <a:pt x="490472" y="8826"/>
                  </a:lnTo>
                  <a:lnTo>
                    <a:pt x="498257" y="8615"/>
                  </a:lnTo>
                  <a:lnTo>
                    <a:pt x="506042" y="8230"/>
                  </a:lnTo>
                  <a:lnTo>
                    <a:pt x="513827" y="8586"/>
                  </a:lnTo>
                  <a:lnTo>
                    <a:pt x="521613" y="8355"/>
                  </a:lnTo>
                  <a:lnTo>
                    <a:pt x="529398" y="8053"/>
                  </a:lnTo>
                  <a:lnTo>
                    <a:pt x="537183" y="8171"/>
                  </a:lnTo>
                  <a:lnTo>
                    <a:pt x="544968" y="8177"/>
                  </a:lnTo>
                  <a:lnTo>
                    <a:pt x="552754" y="8141"/>
                  </a:lnTo>
                  <a:lnTo>
                    <a:pt x="560539" y="7842"/>
                  </a:lnTo>
                  <a:lnTo>
                    <a:pt x="568324" y="8100"/>
                  </a:lnTo>
                  <a:lnTo>
                    <a:pt x="576110" y="7553"/>
                  </a:lnTo>
                  <a:lnTo>
                    <a:pt x="583895" y="7396"/>
                  </a:lnTo>
                  <a:lnTo>
                    <a:pt x="591680" y="7395"/>
                  </a:lnTo>
                  <a:lnTo>
                    <a:pt x="599465" y="7608"/>
                  </a:lnTo>
                  <a:lnTo>
                    <a:pt x="607251" y="7409"/>
                  </a:lnTo>
                  <a:lnTo>
                    <a:pt x="615036" y="7620"/>
                  </a:lnTo>
                  <a:lnTo>
                    <a:pt x="622821" y="7705"/>
                  </a:lnTo>
                  <a:lnTo>
                    <a:pt x="630606" y="7005"/>
                  </a:lnTo>
                  <a:lnTo>
                    <a:pt x="638392" y="7095"/>
                  </a:lnTo>
                  <a:lnTo>
                    <a:pt x="646177" y="6475"/>
                  </a:lnTo>
                  <a:lnTo>
                    <a:pt x="653962" y="6671"/>
                  </a:lnTo>
                  <a:lnTo>
                    <a:pt x="661747" y="6745"/>
                  </a:lnTo>
                  <a:lnTo>
                    <a:pt x="669533" y="6560"/>
                  </a:lnTo>
                  <a:lnTo>
                    <a:pt x="677318" y="6552"/>
                  </a:lnTo>
                  <a:lnTo>
                    <a:pt x="685103" y="6684"/>
                  </a:lnTo>
                  <a:lnTo>
                    <a:pt x="692889" y="6565"/>
                  </a:lnTo>
                  <a:lnTo>
                    <a:pt x="700674" y="6321"/>
                  </a:lnTo>
                  <a:lnTo>
                    <a:pt x="708459" y="6078"/>
                  </a:lnTo>
                  <a:lnTo>
                    <a:pt x="716244" y="5869"/>
                  </a:lnTo>
                  <a:lnTo>
                    <a:pt x="724030" y="5720"/>
                  </a:lnTo>
                  <a:lnTo>
                    <a:pt x="731815" y="5454"/>
                  </a:lnTo>
                  <a:lnTo>
                    <a:pt x="739600" y="5378"/>
                  </a:lnTo>
                  <a:lnTo>
                    <a:pt x="747385" y="5233"/>
                  </a:lnTo>
                  <a:lnTo>
                    <a:pt x="755171" y="5560"/>
                  </a:lnTo>
                  <a:lnTo>
                    <a:pt x="762956" y="5437"/>
                  </a:lnTo>
                  <a:lnTo>
                    <a:pt x="770741" y="5392"/>
                  </a:lnTo>
                  <a:lnTo>
                    <a:pt x="778527" y="5495"/>
                  </a:lnTo>
                  <a:lnTo>
                    <a:pt x="786312" y="5811"/>
                  </a:lnTo>
                  <a:lnTo>
                    <a:pt x="794097" y="6076"/>
                  </a:lnTo>
                  <a:lnTo>
                    <a:pt x="801882" y="5723"/>
                  </a:lnTo>
                  <a:lnTo>
                    <a:pt x="809668" y="5719"/>
                  </a:lnTo>
                  <a:lnTo>
                    <a:pt x="817453" y="6109"/>
                  </a:lnTo>
                  <a:lnTo>
                    <a:pt x="825238" y="6438"/>
                  </a:lnTo>
                  <a:lnTo>
                    <a:pt x="833023" y="6622"/>
                  </a:lnTo>
                  <a:lnTo>
                    <a:pt x="840809" y="6364"/>
                  </a:lnTo>
                  <a:lnTo>
                    <a:pt x="848594" y="5939"/>
                  </a:lnTo>
                  <a:lnTo>
                    <a:pt x="856379" y="5998"/>
                  </a:lnTo>
                  <a:lnTo>
                    <a:pt x="864165" y="5981"/>
                  </a:lnTo>
                  <a:lnTo>
                    <a:pt x="871950" y="5684"/>
                  </a:lnTo>
                  <a:lnTo>
                    <a:pt x="879735" y="5423"/>
                  </a:lnTo>
                  <a:lnTo>
                    <a:pt x="887520" y="5031"/>
                  </a:lnTo>
                  <a:lnTo>
                    <a:pt x="895306" y="4663"/>
                  </a:lnTo>
                  <a:lnTo>
                    <a:pt x="903091" y="5165"/>
                  </a:lnTo>
                  <a:lnTo>
                    <a:pt x="910876" y="5484"/>
                  </a:lnTo>
                  <a:lnTo>
                    <a:pt x="918661" y="5580"/>
                  </a:lnTo>
                  <a:lnTo>
                    <a:pt x="926447" y="5409"/>
                  </a:lnTo>
                  <a:lnTo>
                    <a:pt x="934232" y="5449"/>
                  </a:lnTo>
                  <a:lnTo>
                    <a:pt x="942017" y="5761"/>
                  </a:lnTo>
                  <a:lnTo>
                    <a:pt x="949802" y="5608"/>
                  </a:lnTo>
                  <a:lnTo>
                    <a:pt x="957588" y="5628"/>
                  </a:lnTo>
                  <a:lnTo>
                    <a:pt x="965373" y="5615"/>
                  </a:lnTo>
                  <a:lnTo>
                    <a:pt x="973158" y="5335"/>
                  </a:lnTo>
                  <a:lnTo>
                    <a:pt x="980944" y="5145"/>
                  </a:lnTo>
                  <a:lnTo>
                    <a:pt x="988729" y="4991"/>
                  </a:lnTo>
                  <a:lnTo>
                    <a:pt x="996514" y="4883"/>
                  </a:lnTo>
                  <a:lnTo>
                    <a:pt x="1004299" y="4882"/>
                  </a:lnTo>
                  <a:lnTo>
                    <a:pt x="1012085" y="4873"/>
                  </a:lnTo>
                  <a:lnTo>
                    <a:pt x="1019870" y="4818"/>
                  </a:lnTo>
                  <a:lnTo>
                    <a:pt x="1027655" y="4863"/>
                  </a:lnTo>
                  <a:lnTo>
                    <a:pt x="1035440" y="4622"/>
                  </a:lnTo>
                  <a:lnTo>
                    <a:pt x="1043226" y="4311"/>
                  </a:lnTo>
                  <a:lnTo>
                    <a:pt x="1051011" y="4283"/>
                  </a:lnTo>
                  <a:lnTo>
                    <a:pt x="1058796" y="4443"/>
                  </a:lnTo>
                  <a:lnTo>
                    <a:pt x="1066582" y="4480"/>
                  </a:lnTo>
                  <a:lnTo>
                    <a:pt x="1074367" y="4362"/>
                  </a:lnTo>
                  <a:lnTo>
                    <a:pt x="1082152" y="4297"/>
                  </a:lnTo>
                  <a:lnTo>
                    <a:pt x="1089937" y="4368"/>
                  </a:lnTo>
                  <a:lnTo>
                    <a:pt x="1097723" y="4595"/>
                  </a:lnTo>
                  <a:lnTo>
                    <a:pt x="1105508" y="4779"/>
                  </a:lnTo>
                  <a:lnTo>
                    <a:pt x="1113293" y="4925"/>
                  </a:lnTo>
                  <a:lnTo>
                    <a:pt x="1121078" y="5217"/>
                  </a:lnTo>
                  <a:lnTo>
                    <a:pt x="1128864" y="4843"/>
                  </a:lnTo>
                  <a:lnTo>
                    <a:pt x="1136649" y="4609"/>
                  </a:lnTo>
                  <a:lnTo>
                    <a:pt x="1144434" y="4489"/>
                  </a:lnTo>
                  <a:lnTo>
                    <a:pt x="1152220" y="4444"/>
                  </a:lnTo>
                  <a:lnTo>
                    <a:pt x="1160005" y="4578"/>
                  </a:lnTo>
                  <a:lnTo>
                    <a:pt x="1167790" y="4294"/>
                  </a:lnTo>
                  <a:lnTo>
                    <a:pt x="1175575" y="3942"/>
                  </a:lnTo>
                  <a:lnTo>
                    <a:pt x="1183361" y="3678"/>
                  </a:lnTo>
                  <a:lnTo>
                    <a:pt x="1191146" y="3496"/>
                  </a:lnTo>
                  <a:lnTo>
                    <a:pt x="1198931" y="3674"/>
                  </a:lnTo>
                  <a:lnTo>
                    <a:pt x="1206716" y="3763"/>
                  </a:lnTo>
                  <a:lnTo>
                    <a:pt x="1214502" y="3937"/>
                  </a:lnTo>
                  <a:lnTo>
                    <a:pt x="1222287" y="3988"/>
                  </a:lnTo>
                  <a:lnTo>
                    <a:pt x="1230072" y="3753"/>
                  </a:lnTo>
                  <a:lnTo>
                    <a:pt x="1237857" y="3358"/>
                  </a:lnTo>
                  <a:lnTo>
                    <a:pt x="1245643" y="3767"/>
                  </a:lnTo>
                  <a:lnTo>
                    <a:pt x="1253428" y="4134"/>
                  </a:lnTo>
                  <a:lnTo>
                    <a:pt x="1261213" y="3891"/>
                  </a:lnTo>
                  <a:lnTo>
                    <a:pt x="1268999" y="3648"/>
                  </a:lnTo>
                  <a:lnTo>
                    <a:pt x="1276784" y="3439"/>
                  </a:lnTo>
                  <a:lnTo>
                    <a:pt x="1284569" y="3301"/>
                  </a:lnTo>
                  <a:lnTo>
                    <a:pt x="1292354" y="2934"/>
                  </a:lnTo>
                  <a:lnTo>
                    <a:pt x="1300140" y="2531"/>
                  </a:lnTo>
                  <a:lnTo>
                    <a:pt x="1307925" y="2497"/>
                  </a:lnTo>
                  <a:lnTo>
                    <a:pt x="1315710" y="2649"/>
                  </a:lnTo>
                  <a:lnTo>
                    <a:pt x="1323495" y="2939"/>
                  </a:lnTo>
                  <a:lnTo>
                    <a:pt x="1331281" y="2825"/>
                  </a:lnTo>
                  <a:lnTo>
                    <a:pt x="1339066" y="2727"/>
                  </a:lnTo>
                  <a:lnTo>
                    <a:pt x="1346851" y="2571"/>
                  </a:lnTo>
                  <a:lnTo>
                    <a:pt x="1354637" y="2384"/>
                  </a:lnTo>
                  <a:lnTo>
                    <a:pt x="1362422" y="2309"/>
                  </a:lnTo>
                  <a:lnTo>
                    <a:pt x="1370207" y="2267"/>
                  </a:lnTo>
                  <a:lnTo>
                    <a:pt x="1377992" y="2197"/>
                  </a:lnTo>
                  <a:lnTo>
                    <a:pt x="1385778" y="2306"/>
                  </a:lnTo>
                  <a:lnTo>
                    <a:pt x="1393563" y="2430"/>
                  </a:lnTo>
                  <a:lnTo>
                    <a:pt x="1401348" y="2646"/>
                  </a:lnTo>
                  <a:lnTo>
                    <a:pt x="1409133" y="2899"/>
                  </a:lnTo>
                  <a:lnTo>
                    <a:pt x="1416919" y="3089"/>
                  </a:lnTo>
                  <a:lnTo>
                    <a:pt x="1424704" y="3201"/>
                  </a:lnTo>
                  <a:lnTo>
                    <a:pt x="1432489" y="3489"/>
                  </a:lnTo>
                  <a:lnTo>
                    <a:pt x="1440275" y="3633"/>
                  </a:lnTo>
                  <a:lnTo>
                    <a:pt x="1448060" y="3833"/>
                  </a:lnTo>
                  <a:lnTo>
                    <a:pt x="1455845" y="3772"/>
                  </a:lnTo>
                  <a:lnTo>
                    <a:pt x="1463630" y="3953"/>
                  </a:lnTo>
                  <a:lnTo>
                    <a:pt x="1471416" y="3920"/>
                  </a:lnTo>
                  <a:lnTo>
                    <a:pt x="1479201" y="3680"/>
                  </a:lnTo>
                  <a:lnTo>
                    <a:pt x="1486986" y="3451"/>
                  </a:lnTo>
                  <a:lnTo>
                    <a:pt x="1494771" y="3516"/>
                  </a:lnTo>
                  <a:lnTo>
                    <a:pt x="1502557" y="3524"/>
                  </a:lnTo>
                  <a:lnTo>
                    <a:pt x="1510342" y="3732"/>
                  </a:lnTo>
                  <a:lnTo>
                    <a:pt x="1518127" y="3762"/>
                  </a:lnTo>
                  <a:lnTo>
                    <a:pt x="1525912" y="3732"/>
                  </a:lnTo>
                  <a:lnTo>
                    <a:pt x="1533698" y="3702"/>
                  </a:lnTo>
                  <a:lnTo>
                    <a:pt x="1541483" y="3589"/>
                  </a:lnTo>
                  <a:lnTo>
                    <a:pt x="1549268" y="3642"/>
                  </a:lnTo>
                  <a:lnTo>
                    <a:pt x="1557054" y="3793"/>
                  </a:lnTo>
                  <a:lnTo>
                    <a:pt x="1564839" y="3906"/>
                  </a:lnTo>
                  <a:lnTo>
                    <a:pt x="1572624" y="3634"/>
                  </a:lnTo>
                  <a:lnTo>
                    <a:pt x="1580409" y="3488"/>
                  </a:lnTo>
                  <a:lnTo>
                    <a:pt x="1588195" y="3220"/>
                  </a:lnTo>
                  <a:lnTo>
                    <a:pt x="1595980" y="2586"/>
                  </a:lnTo>
                  <a:lnTo>
                    <a:pt x="1603765" y="2180"/>
                  </a:lnTo>
                  <a:lnTo>
                    <a:pt x="1611550" y="2067"/>
                  </a:lnTo>
                  <a:lnTo>
                    <a:pt x="1619336" y="2223"/>
                  </a:lnTo>
                  <a:lnTo>
                    <a:pt x="1627121" y="2089"/>
                  </a:lnTo>
                  <a:lnTo>
                    <a:pt x="1634906" y="1606"/>
                  </a:lnTo>
                  <a:lnTo>
                    <a:pt x="1642692" y="1455"/>
                  </a:lnTo>
                  <a:lnTo>
                    <a:pt x="1650477" y="1296"/>
                  </a:lnTo>
                  <a:lnTo>
                    <a:pt x="1658262" y="1137"/>
                  </a:lnTo>
                  <a:lnTo>
                    <a:pt x="1666047" y="978"/>
                  </a:lnTo>
                  <a:lnTo>
                    <a:pt x="1673833" y="819"/>
                  </a:lnTo>
                  <a:lnTo>
                    <a:pt x="1681618" y="630"/>
                  </a:lnTo>
                  <a:lnTo>
                    <a:pt x="1689403" y="466"/>
                  </a:lnTo>
                  <a:lnTo>
                    <a:pt x="1697188" y="406"/>
                  </a:lnTo>
                  <a:lnTo>
                    <a:pt x="1704974" y="444"/>
                  </a:lnTo>
                  <a:lnTo>
                    <a:pt x="1712759" y="312"/>
                  </a:lnTo>
                  <a:lnTo>
                    <a:pt x="1720544" y="53"/>
                  </a:lnTo>
                  <a:lnTo>
                    <a:pt x="1728330" y="0"/>
                  </a:lnTo>
                  <a:lnTo>
                    <a:pt x="1736115" y="59"/>
                  </a:lnTo>
                  <a:lnTo>
                    <a:pt x="1743900" y="318"/>
                  </a:lnTo>
                  <a:lnTo>
                    <a:pt x="1751685" y="576"/>
                  </a:lnTo>
                  <a:lnTo>
                    <a:pt x="1759471" y="835"/>
                  </a:lnTo>
                  <a:lnTo>
                    <a:pt x="1767256" y="1011"/>
                  </a:lnTo>
                  <a:lnTo>
                    <a:pt x="1775041" y="1029"/>
                  </a:lnTo>
                  <a:lnTo>
                    <a:pt x="1782826" y="1048"/>
                  </a:lnTo>
                  <a:lnTo>
                    <a:pt x="1790612" y="1169"/>
                  </a:lnTo>
                  <a:lnTo>
                    <a:pt x="1798397" y="1466"/>
                  </a:lnTo>
                  <a:lnTo>
                    <a:pt x="1806182" y="1712"/>
                  </a:lnTo>
                  <a:lnTo>
                    <a:pt x="1813967" y="1833"/>
                  </a:lnTo>
                  <a:lnTo>
                    <a:pt x="1821753" y="1947"/>
                  </a:lnTo>
                  <a:lnTo>
                    <a:pt x="1829538" y="2142"/>
                  </a:lnTo>
                  <a:lnTo>
                    <a:pt x="1837323" y="2399"/>
                  </a:lnTo>
                  <a:lnTo>
                    <a:pt x="1845109" y="2655"/>
                  </a:lnTo>
                  <a:lnTo>
                    <a:pt x="1852894" y="2911"/>
                  </a:lnTo>
                  <a:lnTo>
                    <a:pt x="1860679" y="3086"/>
                  </a:lnTo>
                  <a:lnTo>
                    <a:pt x="1868464" y="3226"/>
                  </a:lnTo>
                  <a:lnTo>
                    <a:pt x="1876250" y="3336"/>
                  </a:lnTo>
                  <a:lnTo>
                    <a:pt x="1884035" y="3371"/>
                  </a:lnTo>
                  <a:lnTo>
                    <a:pt x="1891820" y="3170"/>
                  </a:lnTo>
                  <a:lnTo>
                    <a:pt x="1899605" y="3096"/>
                  </a:lnTo>
                  <a:lnTo>
                    <a:pt x="1907391" y="3260"/>
                  </a:lnTo>
                  <a:lnTo>
                    <a:pt x="1915176" y="3582"/>
                  </a:lnTo>
                  <a:lnTo>
                    <a:pt x="1922961" y="3910"/>
                  </a:lnTo>
                  <a:lnTo>
                    <a:pt x="1930747" y="4239"/>
                  </a:lnTo>
                  <a:lnTo>
                    <a:pt x="1938532" y="4242"/>
                  </a:lnTo>
                  <a:lnTo>
                    <a:pt x="1946317" y="4660"/>
                  </a:lnTo>
                  <a:lnTo>
                    <a:pt x="1954102" y="4877"/>
                  </a:lnTo>
                  <a:lnTo>
                    <a:pt x="1961888" y="5010"/>
                  </a:lnTo>
                  <a:lnTo>
                    <a:pt x="1969673" y="4994"/>
                  </a:lnTo>
                  <a:lnTo>
                    <a:pt x="1977458" y="4793"/>
                  </a:lnTo>
                  <a:lnTo>
                    <a:pt x="1985243" y="4681"/>
                  </a:lnTo>
                  <a:lnTo>
                    <a:pt x="1993029" y="4629"/>
                  </a:lnTo>
                  <a:lnTo>
                    <a:pt x="2000814" y="4325"/>
                  </a:lnTo>
                  <a:lnTo>
                    <a:pt x="2008599" y="4459"/>
                  </a:lnTo>
                  <a:lnTo>
                    <a:pt x="2016385" y="4557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rc228"/>
            <p:cNvSpPr/>
            <p:nvPr/>
          </p:nvSpPr>
          <p:spPr>
            <a:xfrm>
              <a:off x="5948615" y="2396548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rc229"/>
            <p:cNvSpPr/>
            <p:nvPr/>
          </p:nvSpPr>
          <p:spPr>
            <a:xfrm>
              <a:off x="5948615" y="3322206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l230"/>
            <p:cNvSpPr/>
            <p:nvPr/>
          </p:nvSpPr>
          <p:spPr>
            <a:xfrm>
              <a:off x="5948615" y="403169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1"/>
            <p:cNvSpPr/>
            <p:nvPr/>
          </p:nvSpPr>
          <p:spPr>
            <a:xfrm>
              <a:off x="5948615" y="386147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2"/>
            <p:cNvSpPr/>
            <p:nvPr/>
          </p:nvSpPr>
          <p:spPr>
            <a:xfrm>
              <a:off x="5948615" y="369125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3"/>
            <p:cNvSpPr/>
            <p:nvPr/>
          </p:nvSpPr>
          <p:spPr>
            <a:xfrm>
              <a:off x="5948615" y="352102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4"/>
            <p:cNvSpPr/>
            <p:nvPr/>
          </p:nvSpPr>
          <p:spPr>
            <a:xfrm>
              <a:off x="5948615" y="335080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5"/>
            <p:cNvSpPr/>
            <p:nvPr/>
          </p:nvSpPr>
          <p:spPr>
            <a:xfrm>
              <a:off x="5966776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6"/>
            <p:cNvSpPr/>
            <p:nvPr/>
          </p:nvSpPr>
          <p:spPr>
            <a:xfrm>
              <a:off x="6481809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7"/>
            <p:cNvSpPr/>
            <p:nvPr/>
          </p:nvSpPr>
          <p:spPr>
            <a:xfrm>
              <a:off x="699684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8"/>
            <p:cNvSpPr/>
            <p:nvPr/>
          </p:nvSpPr>
          <p:spPr>
            <a:xfrm>
              <a:off x="751187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39"/>
            <p:cNvSpPr/>
            <p:nvPr/>
          </p:nvSpPr>
          <p:spPr>
            <a:xfrm>
              <a:off x="802690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049435" y="3542912"/>
              <a:ext cx="2016385" cy="419287"/>
            </a:xfrm>
            <a:custGeom>
              <a:avLst/>
              <a:pathLst>
                <a:path w="2016385" h="419287">
                  <a:moveTo>
                    <a:pt x="0" y="277690"/>
                  </a:moveTo>
                  <a:lnTo>
                    <a:pt x="7785" y="276919"/>
                  </a:lnTo>
                  <a:lnTo>
                    <a:pt x="15570" y="276486"/>
                  </a:lnTo>
                  <a:lnTo>
                    <a:pt x="23355" y="276197"/>
                  </a:lnTo>
                  <a:lnTo>
                    <a:pt x="31141" y="276579"/>
                  </a:lnTo>
                  <a:lnTo>
                    <a:pt x="38926" y="276301"/>
                  </a:lnTo>
                  <a:lnTo>
                    <a:pt x="46711" y="276337"/>
                  </a:lnTo>
                  <a:lnTo>
                    <a:pt x="54496" y="276132"/>
                  </a:lnTo>
                  <a:lnTo>
                    <a:pt x="62282" y="275750"/>
                  </a:lnTo>
                  <a:lnTo>
                    <a:pt x="70067" y="275365"/>
                  </a:lnTo>
                  <a:lnTo>
                    <a:pt x="77852" y="274786"/>
                  </a:lnTo>
                  <a:lnTo>
                    <a:pt x="85637" y="274329"/>
                  </a:lnTo>
                  <a:lnTo>
                    <a:pt x="93423" y="273696"/>
                  </a:lnTo>
                  <a:lnTo>
                    <a:pt x="101208" y="273351"/>
                  </a:lnTo>
                  <a:lnTo>
                    <a:pt x="108993" y="272958"/>
                  </a:lnTo>
                  <a:lnTo>
                    <a:pt x="116779" y="272507"/>
                  </a:lnTo>
                  <a:lnTo>
                    <a:pt x="124564" y="272169"/>
                  </a:lnTo>
                  <a:lnTo>
                    <a:pt x="132349" y="271909"/>
                  </a:lnTo>
                  <a:lnTo>
                    <a:pt x="140134" y="271648"/>
                  </a:lnTo>
                  <a:lnTo>
                    <a:pt x="147920" y="271113"/>
                  </a:lnTo>
                  <a:lnTo>
                    <a:pt x="155705" y="270320"/>
                  </a:lnTo>
                  <a:lnTo>
                    <a:pt x="163490" y="270003"/>
                  </a:lnTo>
                  <a:lnTo>
                    <a:pt x="171275" y="269720"/>
                  </a:lnTo>
                  <a:lnTo>
                    <a:pt x="179061" y="269607"/>
                  </a:lnTo>
                  <a:lnTo>
                    <a:pt x="186846" y="269494"/>
                  </a:lnTo>
                  <a:lnTo>
                    <a:pt x="194631" y="268740"/>
                  </a:lnTo>
                  <a:lnTo>
                    <a:pt x="202417" y="268352"/>
                  </a:lnTo>
                  <a:lnTo>
                    <a:pt x="210202" y="268106"/>
                  </a:lnTo>
                  <a:lnTo>
                    <a:pt x="217987" y="267671"/>
                  </a:lnTo>
                  <a:lnTo>
                    <a:pt x="225772" y="267433"/>
                  </a:lnTo>
                  <a:lnTo>
                    <a:pt x="233558" y="267138"/>
                  </a:lnTo>
                  <a:lnTo>
                    <a:pt x="241343" y="266754"/>
                  </a:lnTo>
                  <a:lnTo>
                    <a:pt x="249128" y="266154"/>
                  </a:lnTo>
                  <a:lnTo>
                    <a:pt x="256913" y="265591"/>
                  </a:lnTo>
                  <a:lnTo>
                    <a:pt x="264699" y="264777"/>
                  </a:lnTo>
                  <a:lnTo>
                    <a:pt x="272484" y="264079"/>
                  </a:lnTo>
                  <a:lnTo>
                    <a:pt x="280269" y="263393"/>
                  </a:lnTo>
                  <a:lnTo>
                    <a:pt x="288055" y="263077"/>
                  </a:lnTo>
                  <a:lnTo>
                    <a:pt x="295840" y="262686"/>
                  </a:lnTo>
                  <a:lnTo>
                    <a:pt x="303625" y="262097"/>
                  </a:lnTo>
                  <a:lnTo>
                    <a:pt x="311410" y="261747"/>
                  </a:lnTo>
                  <a:lnTo>
                    <a:pt x="319196" y="261674"/>
                  </a:lnTo>
                  <a:lnTo>
                    <a:pt x="326981" y="261571"/>
                  </a:lnTo>
                  <a:lnTo>
                    <a:pt x="334766" y="261093"/>
                  </a:lnTo>
                  <a:lnTo>
                    <a:pt x="342551" y="260251"/>
                  </a:lnTo>
                  <a:lnTo>
                    <a:pt x="350337" y="259608"/>
                  </a:lnTo>
                  <a:lnTo>
                    <a:pt x="358122" y="258798"/>
                  </a:lnTo>
                  <a:lnTo>
                    <a:pt x="365907" y="258390"/>
                  </a:lnTo>
                  <a:lnTo>
                    <a:pt x="373692" y="257968"/>
                  </a:lnTo>
                  <a:lnTo>
                    <a:pt x="381478" y="257428"/>
                  </a:lnTo>
                  <a:lnTo>
                    <a:pt x="389263" y="256884"/>
                  </a:lnTo>
                  <a:lnTo>
                    <a:pt x="397048" y="255897"/>
                  </a:lnTo>
                  <a:lnTo>
                    <a:pt x="404834" y="255235"/>
                  </a:lnTo>
                  <a:lnTo>
                    <a:pt x="412619" y="254483"/>
                  </a:lnTo>
                  <a:lnTo>
                    <a:pt x="420404" y="254122"/>
                  </a:lnTo>
                  <a:lnTo>
                    <a:pt x="428189" y="252939"/>
                  </a:lnTo>
                  <a:lnTo>
                    <a:pt x="435975" y="252475"/>
                  </a:lnTo>
                  <a:lnTo>
                    <a:pt x="443760" y="252010"/>
                  </a:lnTo>
                  <a:lnTo>
                    <a:pt x="451545" y="251713"/>
                  </a:lnTo>
                  <a:lnTo>
                    <a:pt x="459330" y="251546"/>
                  </a:lnTo>
                  <a:lnTo>
                    <a:pt x="467116" y="250640"/>
                  </a:lnTo>
                  <a:lnTo>
                    <a:pt x="474901" y="249690"/>
                  </a:lnTo>
                  <a:lnTo>
                    <a:pt x="482686" y="248752"/>
                  </a:lnTo>
                  <a:lnTo>
                    <a:pt x="490472" y="247819"/>
                  </a:lnTo>
                  <a:lnTo>
                    <a:pt x="498257" y="246876"/>
                  </a:lnTo>
                  <a:lnTo>
                    <a:pt x="506042" y="245930"/>
                  </a:lnTo>
                  <a:lnTo>
                    <a:pt x="513827" y="244764"/>
                  </a:lnTo>
                  <a:lnTo>
                    <a:pt x="521613" y="243940"/>
                  </a:lnTo>
                  <a:lnTo>
                    <a:pt x="529398" y="243129"/>
                  </a:lnTo>
                  <a:lnTo>
                    <a:pt x="537183" y="242484"/>
                  </a:lnTo>
                  <a:lnTo>
                    <a:pt x="544968" y="241213"/>
                  </a:lnTo>
                  <a:lnTo>
                    <a:pt x="552754" y="240267"/>
                  </a:lnTo>
                  <a:lnTo>
                    <a:pt x="560539" y="239772"/>
                  </a:lnTo>
                  <a:lnTo>
                    <a:pt x="568324" y="238997"/>
                  </a:lnTo>
                  <a:lnTo>
                    <a:pt x="576110" y="238193"/>
                  </a:lnTo>
                  <a:lnTo>
                    <a:pt x="583895" y="237472"/>
                  </a:lnTo>
                  <a:lnTo>
                    <a:pt x="591680" y="236484"/>
                  </a:lnTo>
                  <a:lnTo>
                    <a:pt x="599465" y="236056"/>
                  </a:lnTo>
                  <a:lnTo>
                    <a:pt x="607251" y="235328"/>
                  </a:lnTo>
                  <a:lnTo>
                    <a:pt x="615036" y="233830"/>
                  </a:lnTo>
                  <a:lnTo>
                    <a:pt x="622821" y="232832"/>
                  </a:lnTo>
                  <a:lnTo>
                    <a:pt x="630606" y="232550"/>
                  </a:lnTo>
                  <a:lnTo>
                    <a:pt x="638392" y="232200"/>
                  </a:lnTo>
                  <a:lnTo>
                    <a:pt x="646177" y="231229"/>
                  </a:lnTo>
                  <a:lnTo>
                    <a:pt x="653962" y="230256"/>
                  </a:lnTo>
                  <a:lnTo>
                    <a:pt x="661747" y="229281"/>
                  </a:lnTo>
                  <a:lnTo>
                    <a:pt x="669533" y="228305"/>
                  </a:lnTo>
                  <a:lnTo>
                    <a:pt x="677318" y="227332"/>
                  </a:lnTo>
                  <a:lnTo>
                    <a:pt x="685103" y="226359"/>
                  </a:lnTo>
                  <a:lnTo>
                    <a:pt x="692889" y="225384"/>
                  </a:lnTo>
                  <a:lnTo>
                    <a:pt x="700674" y="224519"/>
                  </a:lnTo>
                  <a:lnTo>
                    <a:pt x="708459" y="223776"/>
                  </a:lnTo>
                  <a:lnTo>
                    <a:pt x="716244" y="223028"/>
                  </a:lnTo>
                  <a:lnTo>
                    <a:pt x="724030" y="222271"/>
                  </a:lnTo>
                  <a:lnTo>
                    <a:pt x="731815" y="221399"/>
                  </a:lnTo>
                  <a:lnTo>
                    <a:pt x="739600" y="220324"/>
                  </a:lnTo>
                  <a:lnTo>
                    <a:pt x="747385" y="219821"/>
                  </a:lnTo>
                  <a:lnTo>
                    <a:pt x="755171" y="219242"/>
                  </a:lnTo>
                  <a:lnTo>
                    <a:pt x="762956" y="218293"/>
                  </a:lnTo>
                  <a:lnTo>
                    <a:pt x="770741" y="217446"/>
                  </a:lnTo>
                  <a:lnTo>
                    <a:pt x="778527" y="216355"/>
                  </a:lnTo>
                  <a:lnTo>
                    <a:pt x="786312" y="215150"/>
                  </a:lnTo>
                  <a:lnTo>
                    <a:pt x="794097" y="214253"/>
                  </a:lnTo>
                  <a:lnTo>
                    <a:pt x="801882" y="212828"/>
                  </a:lnTo>
                  <a:lnTo>
                    <a:pt x="809668" y="211355"/>
                  </a:lnTo>
                  <a:lnTo>
                    <a:pt x="817453" y="209591"/>
                  </a:lnTo>
                  <a:lnTo>
                    <a:pt x="825238" y="208246"/>
                  </a:lnTo>
                  <a:lnTo>
                    <a:pt x="833023" y="207238"/>
                  </a:lnTo>
                  <a:lnTo>
                    <a:pt x="840809" y="206273"/>
                  </a:lnTo>
                  <a:lnTo>
                    <a:pt x="848594" y="205296"/>
                  </a:lnTo>
                  <a:lnTo>
                    <a:pt x="856379" y="204316"/>
                  </a:lnTo>
                  <a:lnTo>
                    <a:pt x="864165" y="203345"/>
                  </a:lnTo>
                  <a:lnTo>
                    <a:pt x="871950" y="202373"/>
                  </a:lnTo>
                  <a:lnTo>
                    <a:pt x="879735" y="201482"/>
                  </a:lnTo>
                  <a:lnTo>
                    <a:pt x="887520" y="200473"/>
                  </a:lnTo>
                  <a:lnTo>
                    <a:pt x="895306" y="199463"/>
                  </a:lnTo>
                  <a:lnTo>
                    <a:pt x="903091" y="198453"/>
                  </a:lnTo>
                  <a:lnTo>
                    <a:pt x="910876" y="197455"/>
                  </a:lnTo>
                  <a:lnTo>
                    <a:pt x="918661" y="196468"/>
                  </a:lnTo>
                  <a:lnTo>
                    <a:pt x="926447" y="195499"/>
                  </a:lnTo>
                  <a:lnTo>
                    <a:pt x="934232" y="194635"/>
                  </a:lnTo>
                  <a:lnTo>
                    <a:pt x="942017" y="193502"/>
                  </a:lnTo>
                  <a:lnTo>
                    <a:pt x="949802" y="192366"/>
                  </a:lnTo>
                  <a:lnTo>
                    <a:pt x="957588" y="191071"/>
                  </a:lnTo>
                  <a:lnTo>
                    <a:pt x="965373" y="190313"/>
                  </a:lnTo>
                  <a:lnTo>
                    <a:pt x="973158" y="188844"/>
                  </a:lnTo>
                  <a:lnTo>
                    <a:pt x="980944" y="187225"/>
                  </a:lnTo>
                  <a:lnTo>
                    <a:pt x="988729" y="185604"/>
                  </a:lnTo>
                  <a:lnTo>
                    <a:pt x="996514" y="184037"/>
                  </a:lnTo>
                  <a:lnTo>
                    <a:pt x="1004299" y="182812"/>
                  </a:lnTo>
                  <a:lnTo>
                    <a:pt x="1012085" y="181441"/>
                  </a:lnTo>
                  <a:lnTo>
                    <a:pt x="1019870" y="180068"/>
                  </a:lnTo>
                  <a:lnTo>
                    <a:pt x="1027655" y="178711"/>
                  </a:lnTo>
                  <a:lnTo>
                    <a:pt x="1035440" y="177356"/>
                  </a:lnTo>
                  <a:lnTo>
                    <a:pt x="1043226" y="175981"/>
                  </a:lnTo>
                  <a:lnTo>
                    <a:pt x="1051011" y="174594"/>
                  </a:lnTo>
                  <a:lnTo>
                    <a:pt x="1058796" y="173230"/>
                  </a:lnTo>
                  <a:lnTo>
                    <a:pt x="1066582" y="171828"/>
                  </a:lnTo>
                  <a:lnTo>
                    <a:pt x="1074367" y="170499"/>
                  </a:lnTo>
                  <a:lnTo>
                    <a:pt x="1082152" y="169122"/>
                  </a:lnTo>
                  <a:lnTo>
                    <a:pt x="1089937" y="167752"/>
                  </a:lnTo>
                  <a:lnTo>
                    <a:pt x="1097723" y="166733"/>
                  </a:lnTo>
                  <a:lnTo>
                    <a:pt x="1105508" y="165303"/>
                  </a:lnTo>
                  <a:lnTo>
                    <a:pt x="1113293" y="163622"/>
                  </a:lnTo>
                  <a:lnTo>
                    <a:pt x="1121078" y="162231"/>
                  </a:lnTo>
                  <a:lnTo>
                    <a:pt x="1128864" y="160634"/>
                  </a:lnTo>
                  <a:lnTo>
                    <a:pt x="1136649" y="159481"/>
                  </a:lnTo>
                  <a:lnTo>
                    <a:pt x="1144434" y="158078"/>
                  </a:lnTo>
                  <a:lnTo>
                    <a:pt x="1152220" y="156361"/>
                  </a:lnTo>
                  <a:lnTo>
                    <a:pt x="1160005" y="154839"/>
                  </a:lnTo>
                  <a:lnTo>
                    <a:pt x="1167790" y="153779"/>
                  </a:lnTo>
                  <a:lnTo>
                    <a:pt x="1175575" y="152605"/>
                  </a:lnTo>
                  <a:lnTo>
                    <a:pt x="1183361" y="151331"/>
                  </a:lnTo>
                  <a:lnTo>
                    <a:pt x="1191146" y="149776"/>
                  </a:lnTo>
                  <a:lnTo>
                    <a:pt x="1198931" y="148274"/>
                  </a:lnTo>
                  <a:lnTo>
                    <a:pt x="1206716" y="147083"/>
                  </a:lnTo>
                  <a:lnTo>
                    <a:pt x="1214502" y="145699"/>
                  </a:lnTo>
                  <a:lnTo>
                    <a:pt x="1222287" y="144316"/>
                  </a:lnTo>
                  <a:lnTo>
                    <a:pt x="1230072" y="142932"/>
                  </a:lnTo>
                  <a:lnTo>
                    <a:pt x="1237857" y="141549"/>
                  </a:lnTo>
                  <a:lnTo>
                    <a:pt x="1245643" y="139660"/>
                  </a:lnTo>
                  <a:lnTo>
                    <a:pt x="1253428" y="138158"/>
                  </a:lnTo>
                  <a:lnTo>
                    <a:pt x="1261213" y="137100"/>
                  </a:lnTo>
                  <a:lnTo>
                    <a:pt x="1268999" y="135901"/>
                  </a:lnTo>
                  <a:lnTo>
                    <a:pt x="1276784" y="133775"/>
                  </a:lnTo>
                  <a:lnTo>
                    <a:pt x="1284569" y="131651"/>
                  </a:lnTo>
                  <a:lnTo>
                    <a:pt x="1292354" y="130672"/>
                  </a:lnTo>
                  <a:lnTo>
                    <a:pt x="1300140" y="129490"/>
                  </a:lnTo>
                  <a:lnTo>
                    <a:pt x="1307925" y="127950"/>
                  </a:lnTo>
                  <a:lnTo>
                    <a:pt x="1315710" y="126748"/>
                  </a:lnTo>
                  <a:lnTo>
                    <a:pt x="1323495" y="125049"/>
                  </a:lnTo>
                  <a:lnTo>
                    <a:pt x="1331281" y="124140"/>
                  </a:lnTo>
                  <a:lnTo>
                    <a:pt x="1339066" y="122578"/>
                  </a:lnTo>
                  <a:lnTo>
                    <a:pt x="1346851" y="121248"/>
                  </a:lnTo>
                  <a:lnTo>
                    <a:pt x="1354637" y="119972"/>
                  </a:lnTo>
                  <a:lnTo>
                    <a:pt x="1362422" y="118705"/>
                  </a:lnTo>
                  <a:lnTo>
                    <a:pt x="1370207" y="117454"/>
                  </a:lnTo>
                  <a:lnTo>
                    <a:pt x="1377992" y="116203"/>
                  </a:lnTo>
                  <a:lnTo>
                    <a:pt x="1385778" y="114953"/>
                  </a:lnTo>
                  <a:lnTo>
                    <a:pt x="1393563" y="113691"/>
                  </a:lnTo>
                  <a:lnTo>
                    <a:pt x="1401348" y="112430"/>
                  </a:lnTo>
                  <a:lnTo>
                    <a:pt x="1409133" y="111008"/>
                  </a:lnTo>
                  <a:lnTo>
                    <a:pt x="1416919" y="109371"/>
                  </a:lnTo>
                  <a:lnTo>
                    <a:pt x="1424704" y="107742"/>
                  </a:lnTo>
                  <a:lnTo>
                    <a:pt x="1432489" y="106331"/>
                  </a:lnTo>
                  <a:lnTo>
                    <a:pt x="1440275" y="105078"/>
                  </a:lnTo>
                  <a:lnTo>
                    <a:pt x="1448060" y="103214"/>
                  </a:lnTo>
                  <a:lnTo>
                    <a:pt x="1455845" y="101825"/>
                  </a:lnTo>
                  <a:lnTo>
                    <a:pt x="1463630" y="100950"/>
                  </a:lnTo>
                  <a:lnTo>
                    <a:pt x="1471416" y="99314"/>
                  </a:lnTo>
                  <a:lnTo>
                    <a:pt x="1479201" y="97808"/>
                  </a:lnTo>
                  <a:lnTo>
                    <a:pt x="1486986" y="96051"/>
                  </a:lnTo>
                  <a:lnTo>
                    <a:pt x="1494771" y="94316"/>
                  </a:lnTo>
                  <a:lnTo>
                    <a:pt x="1502557" y="92932"/>
                  </a:lnTo>
                  <a:lnTo>
                    <a:pt x="1510342" y="91788"/>
                  </a:lnTo>
                  <a:lnTo>
                    <a:pt x="1518127" y="90646"/>
                  </a:lnTo>
                  <a:lnTo>
                    <a:pt x="1525912" y="89505"/>
                  </a:lnTo>
                  <a:lnTo>
                    <a:pt x="1533698" y="87942"/>
                  </a:lnTo>
                  <a:lnTo>
                    <a:pt x="1541483" y="86077"/>
                  </a:lnTo>
                  <a:lnTo>
                    <a:pt x="1549268" y="84217"/>
                  </a:lnTo>
                  <a:lnTo>
                    <a:pt x="1557054" y="82718"/>
                  </a:lnTo>
                  <a:lnTo>
                    <a:pt x="1564839" y="81056"/>
                  </a:lnTo>
                  <a:lnTo>
                    <a:pt x="1572624" y="79219"/>
                  </a:lnTo>
                  <a:lnTo>
                    <a:pt x="1580409" y="77495"/>
                  </a:lnTo>
                  <a:lnTo>
                    <a:pt x="1588195" y="75541"/>
                  </a:lnTo>
                  <a:lnTo>
                    <a:pt x="1595980" y="73708"/>
                  </a:lnTo>
                  <a:lnTo>
                    <a:pt x="1603765" y="72667"/>
                  </a:lnTo>
                  <a:lnTo>
                    <a:pt x="1611550" y="71498"/>
                  </a:lnTo>
                  <a:lnTo>
                    <a:pt x="1619336" y="69883"/>
                  </a:lnTo>
                  <a:lnTo>
                    <a:pt x="1627121" y="68653"/>
                  </a:lnTo>
                  <a:lnTo>
                    <a:pt x="1634906" y="67425"/>
                  </a:lnTo>
                  <a:lnTo>
                    <a:pt x="1642692" y="66199"/>
                  </a:lnTo>
                  <a:lnTo>
                    <a:pt x="1650477" y="64976"/>
                  </a:lnTo>
                  <a:lnTo>
                    <a:pt x="1658262" y="63755"/>
                  </a:lnTo>
                  <a:lnTo>
                    <a:pt x="1666047" y="62537"/>
                  </a:lnTo>
                  <a:lnTo>
                    <a:pt x="1673833" y="61192"/>
                  </a:lnTo>
                  <a:lnTo>
                    <a:pt x="1681618" y="59366"/>
                  </a:lnTo>
                  <a:lnTo>
                    <a:pt x="1689403" y="57566"/>
                  </a:lnTo>
                  <a:lnTo>
                    <a:pt x="1697188" y="55771"/>
                  </a:lnTo>
                  <a:lnTo>
                    <a:pt x="1704974" y="53982"/>
                  </a:lnTo>
                  <a:lnTo>
                    <a:pt x="1712759" y="52752"/>
                  </a:lnTo>
                  <a:lnTo>
                    <a:pt x="1720544" y="51874"/>
                  </a:lnTo>
                  <a:lnTo>
                    <a:pt x="1728330" y="50998"/>
                  </a:lnTo>
                  <a:lnTo>
                    <a:pt x="1736115" y="50123"/>
                  </a:lnTo>
                  <a:lnTo>
                    <a:pt x="1743900" y="48977"/>
                  </a:lnTo>
                  <a:lnTo>
                    <a:pt x="1751685" y="47401"/>
                  </a:lnTo>
                  <a:lnTo>
                    <a:pt x="1759471" y="45831"/>
                  </a:lnTo>
                  <a:lnTo>
                    <a:pt x="1767256" y="44265"/>
                  </a:lnTo>
                  <a:lnTo>
                    <a:pt x="1775041" y="42704"/>
                  </a:lnTo>
                  <a:lnTo>
                    <a:pt x="1782826" y="41148"/>
                  </a:lnTo>
                  <a:lnTo>
                    <a:pt x="1790612" y="39597"/>
                  </a:lnTo>
                  <a:lnTo>
                    <a:pt x="1798397" y="38051"/>
                  </a:lnTo>
                  <a:lnTo>
                    <a:pt x="1806182" y="36510"/>
                  </a:lnTo>
                  <a:lnTo>
                    <a:pt x="1813967" y="34974"/>
                  </a:lnTo>
                  <a:lnTo>
                    <a:pt x="1821753" y="33444"/>
                  </a:lnTo>
                  <a:lnTo>
                    <a:pt x="1829538" y="32188"/>
                  </a:lnTo>
                  <a:lnTo>
                    <a:pt x="1837323" y="31031"/>
                  </a:lnTo>
                  <a:lnTo>
                    <a:pt x="1845109" y="29878"/>
                  </a:lnTo>
                  <a:lnTo>
                    <a:pt x="1852894" y="28728"/>
                  </a:lnTo>
                  <a:lnTo>
                    <a:pt x="1860679" y="27580"/>
                  </a:lnTo>
                  <a:lnTo>
                    <a:pt x="1868464" y="26436"/>
                  </a:lnTo>
                  <a:lnTo>
                    <a:pt x="1876250" y="25296"/>
                  </a:lnTo>
                  <a:lnTo>
                    <a:pt x="1884035" y="23585"/>
                  </a:lnTo>
                  <a:lnTo>
                    <a:pt x="1891820" y="21641"/>
                  </a:lnTo>
                  <a:lnTo>
                    <a:pt x="1899605" y="19707"/>
                  </a:lnTo>
                  <a:lnTo>
                    <a:pt x="1907391" y="17799"/>
                  </a:lnTo>
                  <a:lnTo>
                    <a:pt x="1915176" y="16737"/>
                  </a:lnTo>
                  <a:lnTo>
                    <a:pt x="1922961" y="15941"/>
                  </a:lnTo>
                  <a:lnTo>
                    <a:pt x="1930747" y="14719"/>
                  </a:lnTo>
                  <a:lnTo>
                    <a:pt x="1938532" y="13038"/>
                  </a:lnTo>
                  <a:lnTo>
                    <a:pt x="1946317" y="11365"/>
                  </a:lnTo>
                  <a:lnTo>
                    <a:pt x="1954102" y="9700"/>
                  </a:lnTo>
                  <a:lnTo>
                    <a:pt x="1961888" y="8044"/>
                  </a:lnTo>
                  <a:lnTo>
                    <a:pt x="1969673" y="6638"/>
                  </a:lnTo>
                  <a:lnTo>
                    <a:pt x="1977458" y="5522"/>
                  </a:lnTo>
                  <a:lnTo>
                    <a:pt x="1985243" y="4410"/>
                  </a:lnTo>
                  <a:lnTo>
                    <a:pt x="1993029" y="3302"/>
                  </a:lnTo>
                  <a:lnTo>
                    <a:pt x="2000814" y="2197"/>
                  </a:lnTo>
                  <a:lnTo>
                    <a:pt x="2008599" y="1096"/>
                  </a:lnTo>
                  <a:lnTo>
                    <a:pt x="2016385" y="0"/>
                  </a:lnTo>
                  <a:lnTo>
                    <a:pt x="2016385" y="366376"/>
                  </a:lnTo>
                  <a:lnTo>
                    <a:pt x="2008599" y="366380"/>
                  </a:lnTo>
                  <a:lnTo>
                    <a:pt x="2000814" y="366383"/>
                  </a:lnTo>
                  <a:lnTo>
                    <a:pt x="1993029" y="366411"/>
                  </a:lnTo>
                  <a:lnTo>
                    <a:pt x="1985243" y="366446"/>
                  </a:lnTo>
                  <a:lnTo>
                    <a:pt x="1977458" y="366399"/>
                  </a:lnTo>
                  <a:lnTo>
                    <a:pt x="1969673" y="366408"/>
                  </a:lnTo>
                  <a:lnTo>
                    <a:pt x="1961888" y="366416"/>
                  </a:lnTo>
                  <a:lnTo>
                    <a:pt x="1954102" y="366421"/>
                  </a:lnTo>
                  <a:lnTo>
                    <a:pt x="1946317" y="366101"/>
                  </a:lnTo>
                  <a:lnTo>
                    <a:pt x="1938532" y="365759"/>
                  </a:lnTo>
                  <a:lnTo>
                    <a:pt x="1930747" y="365417"/>
                  </a:lnTo>
                  <a:lnTo>
                    <a:pt x="1922961" y="365183"/>
                  </a:lnTo>
                  <a:lnTo>
                    <a:pt x="1915176" y="365023"/>
                  </a:lnTo>
                  <a:lnTo>
                    <a:pt x="1907391" y="364864"/>
                  </a:lnTo>
                  <a:lnTo>
                    <a:pt x="1899605" y="364704"/>
                  </a:lnTo>
                  <a:lnTo>
                    <a:pt x="1891820" y="364665"/>
                  </a:lnTo>
                  <a:lnTo>
                    <a:pt x="1884035" y="364848"/>
                  </a:lnTo>
                  <a:lnTo>
                    <a:pt x="1876250" y="365030"/>
                  </a:lnTo>
                  <a:lnTo>
                    <a:pt x="1868464" y="365213"/>
                  </a:lnTo>
                  <a:lnTo>
                    <a:pt x="1860679" y="365395"/>
                  </a:lnTo>
                  <a:lnTo>
                    <a:pt x="1852894" y="365576"/>
                  </a:lnTo>
                  <a:lnTo>
                    <a:pt x="1845109" y="365758"/>
                  </a:lnTo>
                  <a:lnTo>
                    <a:pt x="1837323" y="365939"/>
                  </a:lnTo>
                  <a:lnTo>
                    <a:pt x="1829538" y="366121"/>
                  </a:lnTo>
                  <a:lnTo>
                    <a:pt x="1821753" y="366302"/>
                  </a:lnTo>
                  <a:lnTo>
                    <a:pt x="1813967" y="366482"/>
                  </a:lnTo>
                  <a:lnTo>
                    <a:pt x="1806182" y="366571"/>
                  </a:lnTo>
                  <a:lnTo>
                    <a:pt x="1798397" y="366577"/>
                  </a:lnTo>
                  <a:lnTo>
                    <a:pt x="1790612" y="366542"/>
                  </a:lnTo>
                  <a:lnTo>
                    <a:pt x="1782826" y="366478"/>
                  </a:lnTo>
                  <a:lnTo>
                    <a:pt x="1775041" y="366415"/>
                  </a:lnTo>
                  <a:lnTo>
                    <a:pt x="1767256" y="366347"/>
                  </a:lnTo>
                  <a:lnTo>
                    <a:pt x="1759471" y="366276"/>
                  </a:lnTo>
                  <a:lnTo>
                    <a:pt x="1751685" y="366118"/>
                  </a:lnTo>
                  <a:lnTo>
                    <a:pt x="1743900" y="365960"/>
                  </a:lnTo>
                  <a:lnTo>
                    <a:pt x="1736115" y="365802"/>
                  </a:lnTo>
                  <a:lnTo>
                    <a:pt x="1728330" y="365643"/>
                  </a:lnTo>
                  <a:lnTo>
                    <a:pt x="1720544" y="365485"/>
                  </a:lnTo>
                  <a:lnTo>
                    <a:pt x="1712759" y="365609"/>
                  </a:lnTo>
                  <a:lnTo>
                    <a:pt x="1704974" y="365746"/>
                  </a:lnTo>
                  <a:lnTo>
                    <a:pt x="1697188" y="365758"/>
                  </a:lnTo>
                  <a:lnTo>
                    <a:pt x="1689403" y="365698"/>
                  </a:lnTo>
                  <a:lnTo>
                    <a:pt x="1681618" y="365637"/>
                  </a:lnTo>
                  <a:lnTo>
                    <a:pt x="1673833" y="365577"/>
                  </a:lnTo>
                  <a:lnTo>
                    <a:pt x="1666047" y="365594"/>
                  </a:lnTo>
                  <a:lnTo>
                    <a:pt x="1658262" y="365640"/>
                  </a:lnTo>
                  <a:lnTo>
                    <a:pt x="1650477" y="365692"/>
                  </a:lnTo>
                  <a:lnTo>
                    <a:pt x="1642692" y="365749"/>
                  </a:lnTo>
                  <a:lnTo>
                    <a:pt x="1634906" y="365801"/>
                  </a:lnTo>
                  <a:lnTo>
                    <a:pt x="1627121" y="365592"/>
                  </a:lnTo>
                  <a:lnTo>
                    <a:pt x="1619336" y="365437"/>
                  </a:lnTo>
                  <a:lnTo>
                    <a:pt x="1611550" y="365772"/>
                  </a:lnTo>
                  <a:lnTo>
                    <a:pt x="1603765" y="365787"/>
                  </a:lnTo>
                  <a:lnTo>
                    <a:pt x="1595980" y="365708"/>
                  </a:lnTo>
                  <a:lnTo>
                    <a:pt x="1588195" y="365626"/>
                  </a:lnTo>
                  <a:lnTo>
                    <a:pt x="1580409" y="365545"/>
                  </a:lnTo>
                  <a:lnTo>
                    <a:pt x="1572624" y="365519"/>
                  </a:lnTo>
                  <a:lnTo>
                    <a:pt x="1564839" y="365389"/>
                  </a:lnTo>
                  <a:lnTo>
                    <a:pt x="1557054" y="365307"/>
                  </a:lnTo>
                  <a:lnTo>
                    <a:pt x="1549268" y="365223"/>
                  </a:lnTo>
                  <a:lnTo>
                    <a:pt x="1541483" y="365144"/>
                  </a:lnTo>
                  <a:lnTo>
                    <a:pt x="1533698" y="365018"/>
                  </a:lnTo>
                  <a:lnTo>
                    <a:pt x="1525912" y="364827"/>
                  </a:lnTo>
                  <a:lnTo>
                    <a:pt x="1518127" y="364727"/>
                  </a:lnTo>
                  <a:lnTo>
                    <a:pt x="1510342" y="364823"/>
                  </a:lnTo>
                  <a:lnTo>
                    <a:pt x="1502557" y="364735"/>
                  </a:lnTo>
                  <a:lnTo>
                    <a:pt x="1494771" y="364620"/>
                  </a:lnTo>
                  <a:lnTo>
                    <a:pt x="1486986" y="364505"/>
                  </a:lnTo>
                  <a:lnTo>
                    <a:pt x="1479201" y="364502"/>
                  </a:lnTo>
                  <a:lnTo>
                    <a:pt x="1471416" y="364427"/>
                  </a:lnTo>
                  <a:lnTo>
                    <a:pt x="1463630" y="364532"/>
                  </a:lnTo>
                  <a:lnTo>
                    <a:pt x="1455845" y="364547"/>
                  </a:lnTo>
                  <a:lnTo>
                    <a:pt x="1448060" y="364523"/>
                  </a:lnTo>
                  <a:lnTo>
                    <a:pt x="1440275" y="364442"/>
                  </a:lnTo>
                  <a:lnTo>
                    <a:pt x="1432489" y="364349"/>
                  </a:lnTo>
                  <a:lnTo>
                    <a:pt x="1424704" y="364566"/>
                  </a:lnTo>
                  <a:lnTo>
                    <a:pt x="1416919" y="364845"/>
                  </a:lnTo>
                  <a:lnTo>
                    <a:pt x="1409133" y="365124"/>
                  </a:lnTo>
                  <a:lnTo>
                    <a:pt x="1401348" y="365397"/>
                  </a:lnTo>
                  <a:lnTo>
                    <a:pt x="1393563" y="365666"/>
                  </a:lnTo>
                  <a:lnTo>
                    <a:pt x="1385778" y="365935"/>
                  </a:lnTo>
                  <a:lnTo>
                    <a:pt x="1377992" y="365893"/>
                  </a:lnTo>
                  <a:lnTo>
                    <a:pt x="1370207" y="365594"/>
                  </a:lnTo>
                  <a:lnTo>
                    <a:pt x="1362422" y="365743"/>
                  </a:lnTo>
                  <a:lnTo>
                    <a:pt x="1354637" y="365825"/>
                  </a:lnTo>
                  <a:lnTo>
                    <a:pt x="1346851" y="365867"/>
                  </a:lnTo>
                  <a:lnTo>
                    <a:pt x="1339066" y="366274"/>
                  </a:lnTo>
                  <a:lnTo>
                    <a:pt x="1331281" y="366237"/>
                  </a:lnTo>
                  <a:lnTo>
                    <a:pt x="1323495" y="366152"/>
                  </a:lnTo>
                  <a:lnTo>
                    <a:pt x="1315710" y="366228"/>
                  </a:lnTo>
                  <a:lnTo>
                    <a:pt x="1307925" y="366372"/>
                  </a:lnTo>
                  <a:lnTo>
                    <a:pt x="1300140" y="366537"/>
                  </a:lnTo>
                  <a:lnTo>
                    <a:pt x="1292354" y="366920"/>
                  </a:lnTo>
                  <a:lnTo>
                    <a:pt x="1284569" y="367098"/>
                  </a:lnTo>
                  <a:lnTo>
                    <a:pt x="1276784" y="367110"/>
                  </a:lnTo>
                  <a:lnTo>
                    <a:pt x="1268999" y="367112"/>
                  </a:lnTo>
                  <a:lnTo>
                    <a:pt x="1261213" y="367118"/>
                  </a:lnTo>
                  <a:lnTo>
                    <a:pt x="1253428" y="367186"/>
                  </a:lnTo>
                  <a:lnTo>
                    <a:pt x="1245643" y="367342"/>
                  </a:lnTo>
                  <a:lnTo>
                    <a:pt x="1237857" y="367498"/>
                  </a:lnTo>
                  <a:lnTo>
                    <a:pt x="1230072" y="367726"/>
                  </a:lnTo>
                  <a:lnTo>
                    <a:pt x="1222287" y="367888"/>
                  </a:lnTo>
                  <a:lnTo>
                    <a:pt x="1214502" y="367965"/>
                  </a:lnTo>
                  <a:lnTo>
                    <a:pt x="1206716" y="368165"/>
                  </a:lnTo>
                  <a:lnTo>
                    <a:pt x="1198931" y="368362"/>
                  </a:lnTo>
                  <a:lnTo>
                    <a:pt x="1191146" y="368504"/>
                  </a:lnTo>
                  <a:lnTo>
                    <a:pt x="1183361" y="368650"/>
                  </a:lnTo>
                  <a:lnTo>
                    <a:pt x="1175575" y="368740"/>
                  </a:lnTo>
                  <a:lnTo>
                    <a:pt x="1167790" y="368894"/>
                  </a:lnTo>
                  <a:lnTo>
                    <a:pt x="1160005" y="369028"/>
                  </a:lnTo>
                  <a:lnTo>
                    <a:pt x="1152220" y="369178"/>
                  </a:lnTo>
                  <a:lnTo>
                    <a:pt x="1144434" y="369234"/>
                  </a:lnTo>
                  <a:lnTo>
                    <a:pt x="1136649" y="369290"/>
                  </a:lnTo>
                  <a:lnTo>
                    <a:pt x="1128864" y="369346"/>
                  </a:lnTo>
                  <a:lnTo>
                    <a:pt x="1121078" y="369402"/>
                  </a:lnTo>
                  <a:lnTo>
                    <a:pt x="1113293" y="369458"/>
                  </a:lnTo>
                  <a:lnTo>
                    <a:pt x="1105508" y="369509"/>
                  </a:lnTo>
                  <a:lnTo>
                    <a:pt x="1097723" y="369586"/>
                  </a:lnTo>
                  <a:lnTo>
                    <a:pt x="1089937" y="369836"/>
                  </a:lnTo>
                  <a:lnTo>
                    <a:pt x="1082152" y="370076"/>
                  </a:lnTo>
                  <a:lnTo>
                    <a:pt x="1074367" y="370286"/>
                  </a:lnTo>
                  <a:lnTo>
                    <a:pt x="1066582" y="370418"/>
                  </a:lnTo>
                  <a:lnTo>
                    <a:pt x="1058796" y="370608"/>
                  </a:lnTo>
                  <a:lnTo>
                    <a:pt x="1051011" y="370797"/>
                  </a:lnTo>
                  <a:lnTo>
                    <a:pt x="1043226" y="370928"/>
                  </a:lnTo>
                  <a:lnTo>
                    <a:pt x="1035440" y="371235"/>
                  </a:lnTo>
                  <a:lnTo>
                    <a:pt x="1027655" y="371365"/>
                  </a:lnTo>
                  <a:lnTo>
                    <a:pt x="1019870" y="371554"/>
                  </a:lnTo>
                  <a:lnTo>
                    <a:pt x="1012085" y="371579"/>
                  </a:lnTo>
                  <a:lnTo>
                    <a:pt x="1004299" y="371675"/>
                  </a:lnTo>
                  <a:lnTo>
                    <a:pt x="996514" y="371932"/>
                  </a:lnTo>
                  <a:lnTo>
                    <a:pt x="988729" y="372148"/>
                  </a:lnTo>
                  <a:lnTo>
                    <a:pt x="980944" y="372254"/>
                  </a:lnTo>
                  <a:lnTo>
                    <a:pt x="973158" y="372284"/>
                  </a:lnTo>
                  <a:lnTo>
                    <a:pt x="965373" y="372532"/>
                  </a:lnTo>
                  <a:lnTo>
                    <a:pt x="957588" y="372679"/>
                  </a:lnTo>
                  <a:lnTo>
                    <a:pt x="949802" y="372840"/>
                  </a:lnTo>
                  <a:lnTo>
                    <a:pt x="942017" y="372916"/>
                  </a:lnTo>
                  <a:lnTo>
                    <a:pt x="934232" y="373034"/>
                  </a:lnTo>
                  <a:lnTo>
                    <a:pt x="926447" y="373153"/>
                  </a:lnTo>
                  <a:lnTo>
                    <a:pt x="918661" y="373327"/>
                  </a:lnTo>
                  <a:lnTo>
                    <a:pt x="910876" y="373531"/>
                  </a:lnTo>
                  <a:lnTo>
                    <a:pt x="903091" y="373671"/>
                  </a:lnTo>
                  <a:lnTo>
                    <a:pt x="895306" y="373927"/>
                  </a:lnTo>
                  <a:lnTo>
                    <a:pt x="887520" y="374131"/>
                  </a:lnTo>
                  <a:lnTo>
                    <a:pt x="879735" y="374444"/>
                  </a:lnTo>
                  <a:lnTo>
                    <a:pt x="871950" y="374664"/>
                  </a:lnTo>
                  <a:lnTo>
                    <a:pt x="864165" y="374815"/>
                  </a:lnTo>
                  <a:lnTo>
                    <a:pt x="856379" y="375177"/>
                  </a:lnTo>
                  <a:lnTo>
                    <a:pt x="848594" y="375470"/>
                  </a:lnTo>
                  <a:lnTo>
                    <a:pt x="840809" y="375787"/>
                  </a:lnTo>
                  <a:lnTo>
                    <a:pt x="833023" y="376045"/>
                  </a:lnTo>
                  <a:lnTo>
                    <a:pt x="825238" y="376240"/>
                  </a:lnTo>
                  <a:lnTo>
                    <a:pt x="817453" y="376411"/>
                  </a:lnTo>
                  <a:lnTo>
                    <a:pt x="809668" y="376811"/>
                  </a:lnTo>
                  <a:lnTo>
                    <a:pt x="801882" y="377220"/>
                  </a:lnTo>
                  <a:lnTo>
                    <a:pt x="794097" y="377698"/>
                  </a:lnTo>
                  <a:lnTo>
                    <a:pt x="786312" y="378024"/>
                  </a:lnTo>
                  <a:lnTo>
                    <a:pt x="778527" y="378259"/>
                  </a:lnTo>
                  <a:lnTo>
                    <a:pt x="770741" y="378444"/>
                  </a:lnTo>
                  <a:lnTo>
                    <a:pt x="762956" y="378625"/>
                  </a:lnTo>
                  <a:lnTo>
                    <a:pt x="755171" y="378922"/>
                  </a:lnTo>
                  <a:lnTo>
                    <a:pt x="747385" y="379257"/>
                  </a:lnTo>
                  <a:lnTo>
                    <a:pt x="739600" y="379593"/>
                  </a:lnTo>
                  <a:lnTo>
                    <a:pt x="731815" y="379917"/>
                  </a:lnTo>
                  <a:lnTo>
                    <a:pt x="724030" y="380325"/>
                  </a:lnTo>
                  <a:lnTo>
                    <a:pt x="716244" y="380704"/>
                  </a:lnTo>
                  <a:lnTo>
                    <a:pt x="708459" y="381308"/>
                  </a:lnTo>
                  <a:lnTo>
                    <a:pt x="700674" y="381706"/>
                  </a:lnTo>
                  <a:lnTo>
                    <a:pt x="692889" y="381832"/>
                  </a:lnTo>
                  <a:lnTo>
                    <a:pt x="685103" y="381974"/>
                  </a:lnTo>
                  <a:lnTo>
                    <a:pt x="677318" y="382335"/>
                  </a:lnTo>
                  <a:lnTo>
                    <a:pt x="669533" y="382491"/>
                  </a:lnTo>
                  <a:lnTo>
                    <a:pt x="661747" y="382953"/>
                  </a:lnTo>
                  <a:lnTo>
                    <a:pt x="653962" y="383207"/>
                  </a:lnTo>
                  <a:lnTo>
                    <a:pt x="646177" y="383450"/>
                  </a:lnTo>
                  <a:lnTo>
                    <a:pt x="638392" y="383759"/>
                  </a:lnTo>
                  <a:lnTo>
                    <a:pt x="630606" y="384075"/>
                  </a:lnTo>
                  <a:lnTo>
                    <a:pt x="622821" y="384360"/>
                  </a:lnTo>
                  <a:lnTo>
                    <a:pt x="615036" y="384594"/>
                  </a:lnTo>
                  <a:lnTo>
                    <a:pt x="607251" y="384791"/>
                  </a:lnTo>
                  <a:lnTo>
                    <a:pt x="599465" y="385334"/>
                  </a:lnTo>
                  <a:lnTo>
                    <a:pt x="591680" y="385462"/>
                  </a:lnTo>
                  <a:lnTo>
                    <a:pt x="583895" y="385522"/>
                  </a:lnTo>
                  <a:lnTo>
                    <a:pt x="576110" y="385776"/>
                  </a:lnTo>
                  <a:lnTo>
                    <a:pt x="568324" y="386326"/>
                  </a:lnTo>
                  <a:lnTo>
                    <a:pt x="560539" y="386668"/>
                  </a:lnTo>
                  <a:lnTo>
                    <a:pt x="552754" y="387149"/>
                  </a:lnTo>
                  <a:lnTo>
                    <a:pt x="544968" y="387639"/>
                  </a:lnTo>
                  <a:lnTo>
                    <a:pt x="537183" y="388306"/>
                  </a:lnTo>
                  <a:lnTo>
                    <a:pt x="529398" y="388968"/>
                  </a:lnTo>
                  <a:lnTo>
                    <a:pt x="521613" y="389619"/>
                  </a:lnTo>
                  <a:lnTo>
                    <a:pt x="513827" y="390287"/>
                  </a:lnTo>
                  <a:lnTo>
                    <a:pt x="506042" y="390699"/>
                  </a:lnTo>
                  <a:lnTo>
                    <a:pt x="498257" y="391240"/>
                  </a:lnTo>
                  <a:lnTo>
                    <a:pt x="490472" y="391772"/>
                  </a:lnTo>
                  <a:lnTo>
                    <a:pt x="482686" y="392301"/>
                  </a:lnTo>
                  <a:lnTo>
                    <a:pt x="474901" y="392828"/>
                  </a:lnTo>
                  <a:lnTo>
                    <a:pt x="467116" y="393294"/>
                  </a:lnTo>
                  <a:lnTo>
                    <a:pt x="459330" y="393735"/>
                  </a:lnTo>
                  <a:lnTo>
                    <a:pt x="451545" y="394175"/>
                  </a:lnTo>
                  <a:lnTo>
                    <a:pt x="443760" y="394610"/>
                  </a:lnTo>
                  <a:lnTo>
                    <a:pt x="435975" y="394979"/>
                  </a:lnTo>
                  <a:lnTo>
                    <a:pt x="428189" y="395332"/>
                  </a:lnTo>
                  <a:lnTo>
                    <a:pt x="420404" y="395745"/>
                  </a:lnTo>
                  <a:lnTo>
                    <a:pt x="412619" y="396244"/>
                  </a:lnTo>
                  <a:lnTo>
                    <a:pt x="404834" y="396495"/>
                  </a:lnTo>
                  <a:lnTo>
                    <a:pt x="397048" y="396751"/>
                  </a:lnTo>
                  <a:lnTo>
                    <a:pt x="389263" y="397072"/>
                  </a:lnTo>
                  <a:lnTo>
                    <a:pt x="381478" y="397579"/>
                  </a:lnTo>
                  <a:lnTo>
                    <a:pt x="373692" y="398084"/>
                  </a:lnTo>
                  <a:lnTo>
                    <a:pt x="365907" y="398457"/>
                  </a:lnTo>
                  <a:lnTo>
                    <a:pt x="358122" y="398981"/>
                  </a:lnTo>
                  <a:lnTo>
                    <a:pt x="350337" y="399458"/>
                  </a:lnTo>
                  <a:lnTo>
                    <a:pt x="342551" y="400052"/>
                  </a:lnTo>
                  <a:lnTo>
                    <a:pt x="334766" y="400574"/>
                  </a:lnTo>
                  <a:lnTo>
                    <a:pt x="326981" y="400969"/>
                  </a:lnTo>
                  <a:lnTo>
                    <a:pt x="319196" y="401364"/>
                  </a:lnTo>
                  <a:lnTo>
                    <a:pt x="311410" y="401786"/>
                  </a:lnTo>
                  <a:lnTo>
                    <a:pt x="303625" y="402322"/>
                  </a:lnTo>
                  <a:lnTo>
                    <a:pt x="295840" y="402796"/>
                  </a:lnTo>
                  <a:lnTo>
                    <a:pt x="288055" y="403261"/>
                  </a:lnTo>
                  <a:lnTo>
                    <a:pt x="280269" y="403479"/>
                  </a:lnTo>
                  <a:lnTo>
                    <a:pt x="272484" y="403639"/>
                  </a:lnTo>
                  <a:lnTo>
                    <a:pt x="264699" y="404002"/>
                  </a:lnTo>
                  <a:lnTo>
                    <a:pt x="256913" y="404480"/>
                  </a:lnTo>
                  <a:lnTo>
                    <a:pt x="249128" y="404957"/>
                  </a:lnTo>
                  <a:lnTo>
                    <a:pt x="241343" y="405392"/>
                  </a:lnTo>
                  <a:lnTo>
                    <a:pt x="233558" y="405787"/>
                  </a:lnTo>
                  <a:lnTo>
                    <a:pt x="225772" y="406212"/>
                  </a:lnTo>
                  <a:lnTo>
                    <a:pt x="217987" y="406652"/>
                  </a:lnTo>
                  <a:lnTo>
                    <a:pt x="210202" y="407091"/>
                  </a:lnTo>
                  <a:lnTo>
                    <a:pt x="202417" y="407604"/>
                  </a:lnTo>
                  <a:lnTo>
                    <a:pt x="194631" y="407999"/>
                  </a:lnTo>
                  <a:lnTo>
                    <a:pt x="186846" y="408581"/>
                  </a:lnTo>
                  <a:lnTo>
                    <a:pt x="179061" y="409091"/>
                  </a:lnTo>
                  <a:lnTo>
                    <a:pt x="171275" y="409475"/>
                  </a:lnTo>
                  <a:lnTo>
                    <a:pt x="163490" y="409857"/>
                  </a:lnTo>
                  <a:lnTo>
                    <a:pt x="155705" y="410238"/>
                  </a:lnTo>
                  <a:lnTo>
                    <a:pt x="147920" y="410611"/>
                  </a:lnTo>
                  <a:lnTo>
                    <a:pt x="140134" y="410937"/>
                  </a:lnTo>
                  <a:lnTo>
                    <a:pt x="132349" y="411354"/>
                  </a:lnTo>
                  <a:lnTo>
                    <a:pt x="124564" y="411731"/>
                  </a:lnTo>
                  <a:lnTo>
                    <a:pt x="116779" y="412185"/>
                  </a:lnTo>
                  <a:lnTo>
                    <a:pt x="108993" y="412565"/>
                  </a:lnTo>
                  <a:lnTo>
                    <a:pt x="101208" y="412893"/>
                  </a:lnTo>
                  <a:lnTo>
                    <a:pt x="93423" y="413407"/>
                  </a:lnTo>
                  <a:lnTo>
                    <a:pt x="85637" y="413829"/>
                  </a:lnTo>
                  <a:lnTo>
                    <a:pt x="77852" y="414241"/>
                  </a:lnTo>
                  <a:lnTo>
                    <a:pt x="70067" y="414768"/>
                  </a:lnTo>
                  <a:lnTo>
                    <a:pt x="62282" y="415386"/>
                  </a:lnTo>
                  <a:lnTo>
                    <a:pt x="54496" y="416005"/>
                  </a:lnTo>
                  <a:lnTo>
                    <a:pt x="46711" y="416402"/>
                  </a:lnTo>
                  <a:lnTo>
                    <a:pt x="38926" y="416941"/>
                  </a:lnTo>
                  <a:lnTo>
                    <a:pt x="31141" y="417427"/>
                  </a:lnTo>
                  <a:lnTo>
                    <a:pt x="23355" y="417988"/>
                  </a:lnTo>
                  <a:lnTo>
                    <a:pt x="15570" y="418480"/>
                  </a:lnTo>
                  <a:lnTo>
                    <a:pt x="7785" y="419039"/>
                  </a:lnTo>
                  <a:lnTo>
                    <a:pt x="0" y="419287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2" name="pl241"/>
            <p:cNvSpPr/>
            <p:nvPr/>
          </p:nvSpPr>
          <p:spPr>
            <a:xfrm>
              <a:off x="6049435" y="3542912"/>
              <a:ext cx="2016385" cy="277690"/>
            </a:xfrm>
            <a:custGeom>
              <a:avLst/>
              <a:pathLst>
                <a:path w="2016385" h="277690">
                  <a:moveTo>
                    <a:pt x="0" y="277690"/>
                  </a:moveTo>
                  <a:lnTo>
                    <a:pt x="7785" y="276919"/>
                  </a:lnTo>
                  <a:lnTo>
                    <a:pt x="15570" y="276486"/>
                  </a:lnTo>
                  <a:lnTo>
                    <a:pt x="23355" y="276197"/>
                  </a:lnTo>
                  <a:lnTo>
                    <a:pt x="31141" y="276579"/>
                  </a:lnTo>
                  <a:lnTo>
                    <a:pt x="38926" y="276301"/>
                  </a:lnTo>
                  <a:lnTo>
                    <a:pt x="46711" y="276337"/>
                  </a:lnTo>
                  <a:lnTo>
                    <a:pt x="54496" y="276132"/>
                  </a:lnTo>
                  <a:lnTo>
                    <a:pt x="62282" y="275750"/>
                  </a:lnTo>
                  <a:lnTo>
                    <a:pt x="70067" y="275365"/>
                  </a:lnTo>
                  <a:lnTo>
                    <a:pt x="77852" y="274786"/>
                  </a:lnTo>
                  <a:lnTo>
                    <a:pt x="85637" y="274329"/>
                  </a:lnTo>
                  <a:lnTo>
                    <a:pt x="93423" y="273696"/>
                  </a:lnTo>
                  <a:lnTo>
                    <a:pt x="101208" y="273351"/>
                  </a:lnTo>
                  <a:lnTo>
                    <a:pt x="108993" y="272958"/>
                  </a:lnTo>
                  <a:lnTo>
                    <a:pt x="116779" y="272507"/>
                  </a:lnTo>
                  <a:lnTo>
                    <a:pt x="124564" y="272169"/>
                  </a:lnTo>
                  <a:lnTo>
                    <a:pt x="132349" y="271909"/>
                  </a:lnTo>
                  <a:lnTo>
                    <a:pt x="140134" y="271648"/>
                  </a:lnTo>
                  <a:lnTo>
                    <a:pt x="147920" y="271113"/>
                  </a:lnTo>
                  <a:lnTo>
                    <a:pt x="155705" y="270320"/>
                  </a:lnTo>
                  <a:lnTo>
                    <a:pt x="163490" y="270003"/>
                  </a:lnTo>
                  <a:lnTo>
                    <a:pt x="171275" y="269720"/>
                  </a:lnTo>
                  <a:lnTo>
                    <a:pt x="179061" y="269607"/>
                  </a:lnTo>
                  <a:lnTo>
                    <a:pt x="186846" y="269494"/>
                  </a:lnTo>
                  <a:lnTo>
                    <a:pt x="194631" y="268740"/>
                  </a:lnTo>
                  <a:lnTo>
                    <a:pt x="202417" y="268352"/>
                  </a:lnTo>
                  <a:lnTo>
                    <a:pt x="210202" y="268106"/>
                  </a:lnTo>
                  <a:lnTo>
                    <a:pt x="217987" y="267671"/>
                  </a:lnTo>
                  <a:lnTo>
                    <a:pt x="225772" y="267433"/>
                  </a:lnTo>
                  <a:lnTo>
                    <a:pt x="233558" y="267138"/>
                  </a:lnTo>
                  <a:lnTo>
                    <a:pt x="241343" y="266754"/>
                  </a:lnTo>
                  <a:lnTo>
                    <a:pt x="249128" y="266154"/>
                  </a:lnTo>
                  <a:lnTo>
                    <a:pt x="256913" y="265591"/>
                  </a:lnTo>
                  <a:lnTo>
                    <a:pt x="264699" y="264777"/>
                  </a:lnTo>
                  <a:lnTo>
                    <a:pt x="272484" y="264079"/>
                  </a:lnTo>
                  <a:lnTo>
                    <a:pt x="280269" y="263393"/>
                  </a:lnTo>
                  <a:lnTo>
                    <a:pt x="288055" y="263077"/>
                  </a:lnTo>
                  <a:lnTo>
                    <a:pt x="295840" y="262686"/>
                  </a:lnTo>
                  <a:lnTo>
                    <a:pt x="303625" y="262097"/>
                  </a:lnTo>
                  <a:lnTo>
                    <a:pt x="311410" y="261747"/>
                  </a:lnTo>
                  <a:lnTo>
                    <a:pt x="319196" y="261674"/>
                  </a:lnTo>
                  <a:lnTo>
                    <a:pt x="326981" y="261571"/>
                  </a:lnTo>
                  <a:lnTo>
                    <a:pt x="334766" y="261093"/>
                  </a:lnTo>
                  <a:lnTo>
                    <a:pt x="342551" y="260251"/>
                  </a:lnTo>
                  <a:lnTo>
                    <a:pt x="350337" y="259608"/>
                  </a:lnTo>
                  <a:lnTo>
                    <a:pt x="358122" y="258798"/>
                  </a:lnTo>
                  <a:lnTo>
                    <a:pt x="365907" y="258390"/>
                  </a:lnTo>
                  <a:lnTo>
                    <a:pt x="373692" y="257968"/>
                  </a:lnTo>
                  <a:lnTo>
                    <a:pt x="381478" y="257428"/>
                  </a:lnTo>
                  <a:lnTo>
                    <a:pt x="389263" y="256884"/>
                  </a:lnTo>
                  <a:lnTo>
                    <a:pt x="397048" y="255897"/>
                  </a:lnTo>
                  <a:lnTo>
                    <a:pt x="404834" y="255235"/>
                  </a:lnTo>
                  <a:lnTo>
                    <a:pt x="412619" y="254483"/>
                  </a:lnTo>
                  <a:lnTo>
                    <a:pt x="420404" y="254122"/>
                  </a:lnTo>
                  <a:lnTo>
                    <a:pt x="428189" y="252939"/>
                  </a:lnTo>
                  <a:lnTo>
                    <a:pt x="435975" y="252475"/>
                  </a:lnTo>
                  <a:lnTo>
                    <a:pt x="443760" y="252010"/>
                  </a:lnTo>
                  <a:lnTo>
                    <a:pt x="451545" y="251713"/>
                  </a:lnTo>
                  <a:lnTo>
                    <a:pt x="459330" y="251546"/>
                  </a:lnTo>
                  <a:lnTo>
                    <a:pt x="467116" y="250640"/>
                  </a:lnTo>
                  <a:lnTo>
                    <a:pt x="474901" y="249690"/>
                  </a:lnTo>
                  <a:lnTo>
                    <a:pt x="482686" y="248752"/>
                  </a:lnTo>
                  <a:lnTo>
                    <a:pt x="490472" y="247819"/>
                  </a:lnTo>
                  <a:lnTo>
                    <a:pt x="498257" y="246876"/>
                  </a:lnTo>
                  <a:lnTo>
                    <a:pt x="506042" y="245930"/>
                  </a:lnTo>
                  <a:lnTo>
                    <a:pt x="513827" y="244764"/>
                  </a:lnTo>
                  <a:lnTo>
                    <a:pt x="521613" y="243940"/>
                  </a:lnTo>
                  <a:lnTo>
                    <a:pt x="529398" y="243129"/>
                  </a:lnTo>
                  <a:lnTo>
                    <a:pt x="537183" y="242484"/>
                  </a:lnTo>
                  <a:lnTo>
                    <a:pt x="544968" y="241213"/>
                  </a:lnTo>
                  <a:lnTo>
                    <a:pt x="552754" y="240267"/>
                  </a:lnTo>
                  <a:lnTo>
                    <a:pt x="560539" y="239772"/>
                  </a:lnTo>
                  <a:lnTo>
                    <a:pt x="568324" y="238997"/>
                  </a:lnTo>
                  <a:lnTo>
                    <a:pt x="576110" y="238193"/>
                  </a:lnTo>
                  <a:lnTo>
                    <a:pt x="583895" y="237472"/>
                  </a:lnTo>
                  <a:lnTo>
                    <a:pt x="591680" y="236484"/>
                  </a:lnTo>
                  <a:lnTo>
                    <a:pt x="599465" y="236056"/>
                  </a:lnTo>
                  <a:lnTo>
                    <a:pt x="607251" y="235328"/>
                  </a:lnTo>
                  <a:lnTo>
                    <a:pt x="615036" y="233830"/>
                  </a:lnTo>
                  <a:lnTo>
                    <a:pt x="622821" y="232832"/>
                  </a:lnTo>
                  <a:lnTo>
                    <a:pt x="630606" y="232550"/>
                  </a:lnTo>
                  <a:lnTo>
                    <a:pt x="638392" y="232200"/>
                  </a:lnTo>
                  <a:lnTo>
                    <a:pt x="646177" y="231229"/>
                  </a:lnTo>
                  <a:lnTo>
                    <a:pt x="653962" y="230256"/>
                  </a:lnTo>
                  <a:lnTo>
                    <a:pt x="661747" y="229281"/>
                  </a:lnTo>
                  <a:lnTo>
                    <a:pt x="669533" y="228305"/>
                  </a:lnTo>
                  <a:lnTo>
                    <a:pt x="677318" y="227332"/>
                  </a:lnTo>
                  <a:lnTo>
                    <a:pt x="685103" y="226359"/>
                  </a:lnTo>
                  <a:lnTo>
                    <a:pt x="692889" y="225384"/>
                  </a:lnTo>
                  <a:lnTo>
                    <a:pt x="700674" y="224519"/>
                  </a:lnTo>
                  <a:lnTo>
                    <a:pt x="708459" y="223776"/>
                  </a:lnTo>
                  <a:lnTo>
                    <a:pt x="716244" y="223028"/>
                  </a:lnTo>
                  <a:lnTo>
                    <a:pt x="724030" y="222271"/>
                  </a:lnTo>
                  <a:lnTo>
                    <a:pt x="731815" y="221399"/>
                  </a:lnTo>
                  <a:lnTo>
                    <a:pt x="739600" y="220324"/>
                  </a:lnTo>
                  <a:lnTo>
                    <a:pt x="747385" y="219821"/>
                  </a:lnTo>
                  <a:lnTo>
                    <a:pt x="755171" y="219242"/>
                  </a:lnTo>
                  <a:lnTo>
                    <a:pt x="762956" y="218293"/>
                  </a:lnTo>
                  <a:lnTo>
                    <a:pt x="770741" y="217446"/>
                  </a:lnTo>
                  <a:lnTo>
                    <a:pt x="778527" y="216355"/>
                  </a:lnTo>
                  <a:lnTo>
                    <a:pt x="786312" y="215150"/>
                  </a:lnTo>
                  <a:lnTo>
                    <a:pt x="794097" y="214253"/>
                  </a:lnTo>
                  <a:lnTo>
                    <a:pt x="801882" y="212828"/>
                  </a:lnTo>
                  <a:lnTo>
                    <a:pt x="809668" y="211355"/>
                  </a:lnTo>
                  <a:lnTo>
                    <a:pt x="817453" y="209591"/>
                  </a:lnTo>
                  <a:lnTo>
                    <a:pt x="825238" y="208246"/>
                  </a:lnTo>
                  <a:lnTo>
                    <a:pt x="833023" y="207238"/>
                  </a:lnTo>
                  <a:lnTo>
                    <a:pt x="840809" y="206273"/>
                  </a:lnTo>
                  <a:lnTo>
                    <a:pt x="848594" y="205296"/>
                  </a:lnTo>
                  <a:lnTo>
                    <a:pt x="856379" y="204316"/>
                  </a:lnTo>
                  <a:lnTo>
                    <a:pt x="864165" y="203345"/>
                  </a:lnTo>
                  <a:lnTo>
                    <a:pt x="871950" y="202373"/>
                  </a:lnTo>
                  <a:lnTo>
                    <a:pt x="879735" y="201482"/>
                  </a:lnTo>
                  <a:lnTo>
                    <a:pt x="887520" y="200473"/>
                  </a:lnTo>
                  <a:lnTo>
                    <a:pt x="895306" y="199463"/>
                  </a:lnTo>
                  <a:lnTo>
                    <a:pt x="903091" y="198453"/>
                  </a:lnTo>
                  <a:lnTo>
                    <a:pt x="910876" y="197455"/>
                  </a:lnTo>
                  <a:lnTo>
                    <a:pt x="918661" y="196468"/>
                  </a:lnTo>
                  <a:lnTo>
                    <a:pt x="926447" y="195499"/>
                  </a:lnTo>
                  <a:lnTo>
                    <a:pt x="934232" y="194635"/>
                  </a:lnTo>
                  <a:lnTo>
                    <a:pt x="942017" y="193502"/>
                  </a:lnTo>
                  <a:lnTo>
                    <a:pt x="949802" y="192366"/>
                  </a:lnTo>
                  <a:lnTo>
                    <a:pt x="957588" y="191071"/>
                  </a:lnTo>
                  <a:lnTo>
                    <a:pt x="965373" y="190313"/>
                  </a:lnTo>
                  <a:lnTo>
                    <a:pt x="973158" y="188844"/>
                  </a:lnTo>
                  <a:lnTo>
                    <a:pt x="980944" y="187225"/>
                  </a:lnTo>
                  <a:lnTo>
                    <a:pt x="988729" y="185604"/>
                  </a:lnTo>
                  <a:lnTo>
                    <a:pt x="996514" y="184037"/>
                  </a:lnTo>
                  <a:lnTo>
                    <a:pt x="1004299" y="182812"/>
                  </a:lnTo>
                  <a:lnTo>
                    <a:pt x="1012085" y="181441"/>
                  </a:lnTo>
                  <a:lnTo>
                    <a:pt x="1019870" y="180068"/>
                  </a:lnTo>
                  <a:lnTo>
                    <a:pt x="1027655" y="178711"/>
                  </a:lnTo>
                  <a:lnTo>
                    <a:pt x="1035440" y="177356"/>
                  </a:lnTo>
                  <a:lnTo>
                    <a:pt x="1043226" y="175981"/>
                  </a:lnTo>
                  <a:lnTo>
                    <a:pt x="1051011" y="174594"/>
                  </a:lnTo>
                  <a:lnTo>
                    <a:pt x="1058796" y="173230"/>
                  </a:lnTo>
                  <a:lnTo>
                    <a:pt x="1066582" y="171828"/>
                  </a:lnTo>
                  <a:lnTo>
                    <a:pt x="1074367" y="170499"/>
                  </a:lnTo>
                  <a:lnTo>
                    <a:pt x="1082152" y="169122"/>
                  </a:lnTo>
                  <a:lnTo>
                    <a:pt x="1089937" y="167752"/>
                  </a:lnTo>
                  <a:lnTo>
                    <a:pt x="1097723" y="166733"/>
                  </a:lnTo>
                  <a:lnTo>
                    <a:pt x="1105508" y="165303"/>
                  </a:lnTo>
                  <a:lnTo>
                    <a:pt x="1113293" y="163622"/>
                  </a:lnTo>
                  <a:lnTo>
                    <a:pt x="1121078" y="162231"/>
                  </a:lnTo>
                  <a:lnTo>
                    <a:pt x="1128864" y="160634"/>
                  </a:lnTo>
                  <a:lnTo>
                    <a:pt x="1136649" y="159481"/>
                  </a:lnTo>
                  <a:lnTo>
                    <a:pt x="1144434" y="158078"/>
                  </a:lnTo>
                  <a:lnTo>
                    <a:pt x="1152220" y="156361"/>
                  </a:lnTo>
                  <a:lnTo>
                    <a:pt x="1160005" y="154839"/>
                  </a:lnTo>
                  <a:lnTo>
                    <a:pt x="1167790" y="153779"/>
                  </a:lnTo>
                  <a:lnTo>
                    <a:pt x="1175575" y="152605"/>
                  </a:lnTo>
                  <a:lnTo>
                    <a:pt x="1183361" y="151331"/>
                  </a:lnTo>
                  <a:lnTo>
                    <a:pt x="1191146" y="149776"/>
                  </a:lnTo>
                  <a:lnTo>
                    <a:pt x="1198931" y="148274"/>
                  </a:lnTo>
                  <a:lnTo>
                    <a:pt x="1206716" y="147083"/>
                  </a:lnTo>
                  <a:lnTo>
                    <a:pt x="1214502" y="145699"/>
                  </a:lnTo>
                  <a:lnTo>
                    <a:pt x="1222287" y="144316"/>
                  </a:lnTo>
                  <a:lnTo>
                    <a:pt x="1230072" y="142932"/>
                  </a:lnTo>
                  <a:lnTo>
                    <a:pt x="1237857" y="141549"/>
                  </a:lnTo>
                  <a:lnTo>
                    <a:pt x="1245643" y="139660"/>
                  </a:lnTo>
                  <a:lnTo>
                    <a:pt x="1253428" y="138158"/>
                  </a:lnTo>
                  <a:lnTo>
                    <a:pt x="1261213" y="137100"/>
                  </a:lnTo>
                  <a:lnTo>
                    <a:pt x="1268999" y="135901"/>
                  </a:lnTo>
                  <a:lnTo>
                    <a:pt x="1276784" y="133775"/>
                  </a:lnTo>
                  <a:lnTo>
                    <a:pt x="1284569" y="131651"/>
                  </a:lnTo>
                  <a:lnTo>
                    <a:pt x="1292354" y="130672"/>
                  </a:lnTo>
                  <a:lnTo>
                    <a:pt x="1300140" y="129490"/>
                  </a:lnTo>
                  <a:lnTo>
                    <a:pt x="1307925" y="127950"/>
                  </a:lnTo>
                  <a:lnTo>
                    <a:pt x="1315710" y="126748"/>
                  </a:lnTo>
                  <a:lnTo>
                    <a:pt x="1323495" y="125049"/>
                  </a:lnTo>
                  <a:lnTo>
                    <a:pt x="1331281" y="124140"/>
                  </a:lnTo>
                  <a:lnTo>
                    <a:pt x="1339066" y="122578"/>
                  </a:lnTo>
                  <a:lnTo>
                    <a:pt x="1346851" y="121248"/>
                  </a:lnTo>
                  <a:lnTo>
                    <a:pt x="1354637" y="119972"/>
                  </a:lnTo>
                  <a:lnTo>
                    <a:pt x="1362422" y="118705"/>
                  </a:lnTo>
                  <a:lnTo>
                    <a:pt x="1370207" y="117454"/>
                  </a:lnTo>
                  <a:lnTo>
                    <a:pt x="1377992" y="116203"/>
                  </a:lnTo>
                  <a:lnTo>
                    <a:pt x="1385778" y="114953"/>
                  </a:lnTo>
                  <a:lnTo>
                    <a:pt x="1393563" y="113691"/>
                  </a:lnTo>
                  <a:lnTo>
                    <a:pt x="1401348" y="112430"/>
                  </a:lnTo>
                  <a:lnTo>
                    <a:pt x="1409133" y="111008"/>
                  </a:lnTo>
                  <a:lnTo>
                    <a:pt x="1416919" y="109371"/>
                  </a:lnTo>
                  <a:lnTo>
                    <a:pt x="1424704" y="107742"/>
                  </a:lnTo>
                  <a:lnTo>
                    <a:pt x="1432489" y="106331"/>
                  </a:lnTo>
                  <a:lnTo>
                    <a:pt x="1440275" y="105078"/>
                  </a:lnTo>
                  <a:lnTo>
                    <a:pt x="1448060" y="103214"/>
                  </a:lnTo>
                  <a:lnTo>
                    <a:pt x="1455845" y="101825"/>
                  </a:lnTo>
                  <a:lnTo>
                    <a:pt x="1463630" y="100950"/>
                  </a:lnTo>
                  <a:lnTo>
                    <a:pt x="1471416" y="99314"/>
                  </a:lnTo>
                  <a:lnTo>
                    <a:pt x="1479201" y="97808"/>
                  </a:lnTo>
                  <a:lnTo>
                    <a:pt x="1486986" y="96051"/>
                  </a:lnTo>
                  <a:lnTo>
                    <a:pt x="1494771" y="94316"/>
                  </a:lnTo>
                  <a:lnTo>
                    <a:pt x="1502557" y="92932"/>
                  </a:lnTo>
                  <a:lnTo>
                    <a:pt x="1510342" y="91788"/>
                  </a:lnTo>
                  <a:lnTo>
                    <a:pt x="1518127" y="90646"/>
                  </a:lnTo>
                  <a:lnTo>
                    <a:pt x="1525912" y="89505"/>
                  </a:lnTo>
                  <a:lnTo>
                    <a:pt x="1533698" y="87942"/>
                  </a:lnTo>
                  <a:lnTo>
                    <a:pt x="1541483" y="86077"/>
                  </a:lnTo>
                  <a:lnTo>
                    <a:pt x="1549268" y="84217"/>
                  </a:lnTo>
                  <a:lnTo>
                    <a:pt x="1557054" y="82718"/>
                  </a:lnTo>
                  <a:lnTo>
                    <a:pt x="1564839" y="81056"/>
                  </a:lnTo>
                  <a:lnTo>
                    <a:pt x="1572624" y="79219"/>
                  </a:lnTo>
                  <a:lnTo>
                    <a:pt x="1580409" y="77495"/>
                  </a:lnTo>
                  <a:lnTo>
                    <a:pt x="1588195" y="75541"/>
                  </a:lnTo>
                  <a:lnTo>
                    <a:pt x="1595980" y="73708"/>
                  </a:lnTo>
                  <a:lnTo>
                    <a:pt x="1603765" y="72667"/>
                  </a:lnTo>
                  <a:lnTo>
                    <a:pt x="1611550" y="71498"/>
                  </a:lnTo>
                  <a:lnTo>
                    <a:pt x="1619336" y="69883"/>
                  </a:lnTo>
                  <a:lnTo>
                    <a:pt x="1627121" y="68653"/>
                  </a:lnTo>
                  <a:lnTo>
                    <a:pt x="1634906" y="67425"/>
                  </a:lnTo>
                  <a:lnTo>
                    <a:pt x="1642692" y="66199"/>
                  </a:lnTo>
                  <a:lnTo>
                    <a:pt x="1650477" y="64976"/>
                  </a:lnTo>
                  <a:lnTo>
                    <a:pt x="1658262" y="63755"/>
                  </a:lnTo>
                  <a:lnTo>
                    <a:pt x="1666047" y="62537"/>
                  </a:lnTo>
                  <a:lnTo>
                    <a:pt x="1673833" y="61192"/>
                  </a:lnTo>
                  <a:lnTo>
                    <a:pt x="1681618" y="59366"/>
                  </a:lnTo>
                  <a:lnTo>
                    <a:pt x="1689403" y="57566"/>
                  </a:lnTo>
                  <a:lnTo>
                    <a:pt x="1697188" y="55771"/>
                  </a:lnTo>
                  <a:lnTo>
                    <a:pt x="1704974" y="53982"/>
                  </a:lnTo>
                  <a:lnTo>
                    <a:pt x="1712759" y="52752"/>
                  </a:lnTo>
                  <a:lnTo>
                    <a:pt x="1720544" y="51874"/>
                  </a:lnTo>
                  <a:lnTo>
                    <a:pt x="1728330" y="50998"/>
                  </a:lnTo>
                  <a:lnTo>
                    <a:pt x="1736115" y="50123"/>
                  </a:lnTo>
                  <a:lnTo>
                    <a:pt x="1743900" y="48977"/>
                  </a:lnTo>
                  <a:lnTo>
                    <a:pt x="1751685" y="47401"/>
                  </a:lnTo>
                  <a:lnTo>
                    <a:pt x="1759471" y="45831"/>
                  </a:lnTo>
                  <a:lnTo>
                    <a:pt x="1767256" y="44265"/>
                  </a:lnTo>
                  <a:lnTo>
                    <a:pt x="1775041" y="42704"/>
                  </a:lnTo>
                  <a:lnTo>
                    <a:pt x="1782826" y="41148"/>
                  </a:lnTo>
                  <a:lnTo>
                    <a:pt x="1790612" y="39597"/>
                  </a:lnTo>
                  <a:lnTo>
                    <a:pt x="1798397" y="38051"/>
                  </a:lnTo>
                  <a:lnTo>
                    <a:pt x="1806182" y="36510"/>
                  </a:lnTo>
                  <a:lnTo>
                    <a:pt x="1813967" y="34974"/>
                  </a:lnTo>
                  <a:lnTo>
                    <a:pt x="1821753" y="33444"/>
                  </a:lnTo>
                  <a:lnTo>
                    <a:pt x="1829538" y="32188"/>
                  </a:lnTo>
                  <a:lnTo>
                    <a:pt x="1837323" y="31031"/>
                  </a:lnTo>
                  <a:lnTo>
                    <a:pt x="1845109" y="29878"/>
                  </a:lnTo>
                  <a:lnTo>
                    <a:pt x="1852894" y="28728"/>
                  </a:lnTo>
                  <a:lnTo>
                    <a:pt x="1860679" y="27580"/>
                  </a:lnTo>
                  <a:lnTo>
                    <a:pt x="1868464" y="26436"/>
                  </a:lnTo>
                  <a:lnTo>
                    <a:pt x="1876250" y="25296"/>
                  </a:lnTo>
                  <a:lnTo>
                    <a:pt x="1884035" y="23585"/>
                  </a:lnTo>
                  <a:lnTo>
                    <a:pt x="1891820" y="21641"/>
                  </a:lnTo>
                  <a:lnTo>
                    <a:pt x="1899605" y="19707"/>
                  </a:lnTo>
                  <a:lnTo>
                    <a:pt x="1907391" y="17799"/>
                  </a:lnTo>
                  <a:lnTo>
                    <a:pt x="1915176" y="16737"/>
                  </a:lnTo>
                  <a:lnTo>
                    <a:pt x="1922961" y="15941"/>
                  </a:lnTo>
                  <a:lnTo>
                    <a:pt x="1930747" y="14719"/>
                  </a:lnTo>
                  <a:lnTo>
                    <a:pt x="1938532" y="13038"/>
                  </a:lnTo>
                  <a:lnTo>
                    <a:pt x="1946317" y="11365"/>
                  </a:lnTo>
                  <a:lnTo>
                    <a:pt x="1954102" y="9700"/>
                  </a:lnTo>
                  <a:lnTo>
                    <a:pt x="1961888" y="8044"/>
                  </a:lnTo>
                  <a:lnTo>
                    <a:pt x="1969673" y="6638"/>
                  </a:lnTo>
                  <a:lnTo>
                    <a:pt x="1977458" y="5522"/>
                  </a:lnTo>
                  <a:lnTo>
                    <a:pt x="1985243" y="4410"/>
                  </a:lnTo>
                  <a:lnTo>
                    <a:pt x="1993029" y="3302"/>
                  </a:lnTo>
                  <a:lnTo>
                    <a:pt x="2000814" y="2197"/>
                  </a:lnTo>
                  <a:lnTo>
                    <a:pt x="2008599" y="1096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3" name="pl242"/>
            <p:cNvSpPr/>
            <p:nvPr/>
          </p:nvSpPr>
          <p:spPr>
            <a:xfrm>
              <a:off x="6049435" y="3907261"/>
              <a:ext cx="2016385" cy="54938"/>
            </a:xfrm>
            <a:custGeom>
              <a:avLst/>
              <a:pathLst>
                <a:path w="2016385" h="54938">
                  <a:moveTo>
                    <a:pt x="2016385" y="2027"/>
                  </a:moveTo>
                  <a:lnTo>
                    <a:pt x="2008599" y="2030"/>
                  </a:lnTo>
                  <a:lnTo>
                    <a:pt x="2000814" y="2034"/>
                  </a:lnTo>
                  <a:lnTo>
                    <a:pt x="1993029" y="2061"/>
                  </a:lnTo>
                  <a:lnTo>
                    <a:pt x="1985243" y="2096"/>
                  </a:lnTo>
                  <a:lnTo>
                    <a:pt x="1977458" y="2050"/>
                  </a:lnTo>
                  <a:lnTo>
                    <a:pt x="1969673" y="2058"/>
                  </a:lnTo>
                  <a:lnTo>
                    <a:pt x="1961888" y="2067"/>
                  </a:lnTo>
                  <a:lnTo>
                    <a:pt x="1954102" y="2071"/>
                  </a:lnTo>
                  <a:lnTo>
                    <a:pt x="1946317" y="1751"/>
                  </a:lnTo>
                  <a:lnTo>
                    <a:pt x="1938532" y="1410"/>
                  </a:lnTo>
                  <a:lnTo>
                    <a:pt x="1930747" y="1068"/>
                  </a:lnTo>
                  <a:lnTo>
                    <a:pt x="1922961" y="834"/>
                  </a:lnTo>
                  <a:lnTo>
                    <a:pt x="1915176" y="674"/>
                  </a:lnTo>
                  <a:lnTo>
                    <a:pt x="1907391" y="514"/>
                  </a:lnTo>
                  <a:lnTo>
                    <a:pt x="1899605" y="355"/>
                  </a:lnTo>
                  <a:lnTo>
                    <a:pt x="1891820" y="316"/>
                  </a:lnTo>
                  <a:lnTo>
                    <a:pt x="1884035" y="499"/>
                  </a:lnTo>
                  <a:lnTo>
                    <a:pt x="1876250" y="681"/>
                  </a:lnTo>
                  <a:lnTo>
                    <a:pt x="1868464" y="863"/>
                  </a:lnTo>
                  <a:lnTo>
                    <a:pt x="1860679" y="1045"/>
                  </a:lnTo>
                  <a:lnTo>
                    <a:pt x="1852894" y="1227"/>
                  </a:lnTo>
                  <a:lnTo>
                    <a:pt x="1845109" y="1409"/>
                  </a:lnTo>
                  <a:lnTo>
                    <a:pt x="1837323" y="1590"/>
                  </a:lnTo>
                  <a:lnTo>
                    <a:pt x="1829538" y="1771"/>
                  </a:lnTo>
                  <a:lnTo>
                    <a:pt x="1821753" y="1952"/>
                  </a:lnTo>
                  <a:lnTo>
                    <a:pt x="1813967" y="2133"/>
                  </a:lnTo>
                  <a:lnTo>
                    <a:pt x="1806182" y="2222"/>
                  </a:lnTo>
                  <a:lnTo>
                    <a:pt x="1798397" y="2228"/>
                  </a:lnTo>
                  <a:lnTo>
                    <a:pt x="1790612" y="2192"/>
                  </a:lnTo>
                  <a:lnTo>
                    <a:pt x="1782826" y="2129"/>
                  </a:lnTo>
                  <a:lnTo>
                    <a:pt x="1775041" y="2065"/>
                  </a:lnTo>
                  <a:lnTo>
                    <a:pt x="1767256" y="1998"/>
                  </a:lnTo>
                  <a:lnTo>
                    <a:pt x="1759471" y="1927"/>
                  </a:lnTo>
                  <a:lnTo>
                    <a:pt x="1751685" y="1769"/>
                  </a:lnTo>
                  <a:lnTo>
                    <a:pt x="1743900" y="1611"/>
                  </a:lnTo>
                  <a:lnTo>
                    <a:pt x="1736115" y="1453"/>
                  </a:lnTo>
                  <a:lnTo>
                    <a:pt x="1728330" y="1294"/>
                  </a:lnTo>
                  <a:lnTo>
                    <a:pt x="1720544" y="1136"/>
                  </a:lnTo>
                  <a:lnTo>
                    <a:pt x="1712759" y="1259"/>
                  </a:lnTo>
                  <a:lnTo>
                    <a:pt x="1704974" y="1397"/>
                  </a:lnTo>
                  <a:lnTo>
                    <a:pt x="1697188" y="1409"/>
                  </a:lnTo>
                  <a:lnTo>
                    <a:pt x="1689403" y="1348"/>
                  </a:lnTo>
                  <a:lnTo>
                    <a:pt x="1681618" y="1288"/>
                  </a:lnTo>
                  <a:lnTo>
                    <a:pt x="1673833" y="1227"/>
                  </a:lnTo>
                  <a:lnTo>
                    <a:pt x="1666047" y="1244"/>
                  </a:lnTo>
                  <a:lnTo>
                    <a:pt x="1658262" y="1290"/>
                  </a:lnTo>
                  <a:lnTo>
                    <a:pt x="1650477" y="1343"/>
                  </a:lnTo>
                  <a:lnTo>
                    <a:pt x="1642692" y="1400"/>
                  </a:lnTo>
                  <a:lnTo>
                    <a:pt x="1634906" y="1451"/>
                  </a:lnTo>
                  <a:lnTo>
                    <a:pt x="1627121" y="1243"/>
                  </a:lnTo>
                  <a:lnTo>
                    <a:pt x="1619336" y="1088"/>
                  </a:lnTo>
                  <a:lnTo>
                    <a:pt x="1611550" y="1422"/>
                  </a:lnTo>
                  <a:lnTo>
                    <a:pt x="1603765" y="1437"/>
                  </a:lnTo>
                  <a:lnTo>
                    <a:pt x="1595980" y="1358"/>
                  </a:lnTo>
                  <a:lnTo>
                    <a:pt x="1588195" y="1277"/>
                  </a:lnTo>
                  <a:lnTo>
                    <a:pt x="1580409" y="1195"/>
                  </a:lnTo>
                  <a:lnTo>
                    <a:pt x="1572624" y="1170"/>
                  </a:lnTo>
                  <a:lnTo>
                    <a:pt x="1564839" y="1039"/>
                  </a:lnTo>
                  <a:lnTo>
                    <a:pt x="1557054" y="958"/>
                  </a:lnTo>
                  <a:lnTo>
                    <a:pt x="1549268" y="874"/>
                  </a:lnTo>
                  <a:lnTo>
                    <a:pt x="1541483" y="795"/>
                  </a:lnTo>
                  <a:lnTo>
                    <a:pt x="1533698" y="669"/>
                  </a:lnTo>
                  <a:lnTo>
                    <a:pt x="1525912" y="478"/>
                  </a:lnTo>
                  <a:lnTo>
                    <a:pt x="1518127" y="377"/>
                  </a:lnTo>
                  <a:lnTo>
                    <a:pt x="1510342" y="474"/>
                  </a:lnTo>
                  <a:lnTo>
                    <a:pt x="1502557" y="385"/>
                  </a:lnTo>
                  <a:lnTo>
                    <a:pt x="1494771" y="271"/>
                  </a:lnTo>
                  <a:lnTo>
                    <a:pt x="1486986" y="156"/>
                  </a:lnTo>
                  <a:lnTo>
                    <a:pt x="1479201" y="153"/>
                  </a:lnTo>
                  <a:lnTo>
                    <a:pt x="1471416" y="78"/>
                  </a:lnTo>
                  <a:lnTo>
                    <a:pt x="1463630" y="182"/>
                  </a:lnTo>
                  <a:lnTo>
                    <a:pt x="1455845" y="198"/>
                  </a:lnTo>
                  <a:lnTo>
                    <a:pt x="1448060" y="173"/>
                  </a:lnTo>
                  <a:lnTo>
                    <a:pt x="1440275" y="93"/>
                  </a:lnTo>
                  <a:lnTo>
                    <a:pt x="1432489" y="0"/>
                  </a:lnTo>
                  <a:lnTo>
                    <a:pt x="1424704" y="217"/>
                  </a:lnTo>
                  <a:lnTo>
                    <a:pt x="1416919" y="496"/>
                  </a:lnTo>
                  <a:lnTo>
                    <a:pt x="1409133" y="774"/>
                  </a:lnTo>
                  <a:lnTo>
                    <a:pt x="1401348" y="1048"/>
                  </a:lnTo>
                  <a:lnTo>
                    <a:pt x="1393563" y="1317"/>
                  </a:lnTo>
                  <a:lnTo>
                    <a:pt x="1385778" y="1586"/>
                  </a:lnTo>
                  <a:lnTo>
                    <a:pt x="1377992" y="1544"/>
                  </a:lnTo>
                  <a:lnTo>
                    <a:pt x="1370207" y="1245"/>
                  </a:lnTo>
                  <a:lnTo>
                    <a:pt x="1362422" y="1393"/>
                  </a:lnTo>
                  <a:lnTo>
                    <a:pt x="1354637" y="1476"/>
                  </a:lnTo>
                  <a:lnTo>
                    <a:pt x="1346851" y="1517"/>
                  </a:lnTo>
                  <a:lnTo>
                    <a:pt x="1339066" y="1925"/>
                  </a:lnTo>
                  <a:lnTo>
                    <a:pt x="1331281" y="1887"/>
                  </a:lnTo>
                  <a:lnTo>
                    <a:pt x="1323495" y="1803"/>
                  </a:lnTo>
                  <a:lnTo>
                    <a:pt x="1315710" y="1878"/>
                  </a:lnTo>
                  <a:lnTo>
                    <a:pt x="1307925" y="2023"/>
                  </a:lnTo>
                  <a:lnTo>
                    <a:pt x="1300140" y="2188"/>
                  </a:lnTo>
                  <a:lnTo>
                    <a:pt x="1292354" y="2571"/>
                  </a:lnTo>
                  <a:lnTo>
                    <a:pt x="1284569" y="2748"/>
                  </a:lnTo>
                  <a:lnTo>
                    <a:pt x="1276784" y="2761"/>
                  </a:lnTo>
                  <a:lnTo>
                    <a:pt x="1268999" y="2763"/>
                  </a:lnTo>
                  <a:lnTo>
                    <a:pt x="1261213" y="2769"/>
                  </a:lnTo>
                  <a:lnTo>
                    <a:pt x="1253428" y="2837"/>
                  </a:lnTo>
                  <a:lnTo>
                    <a:pt x="1245643" y="2993"/>
                  </a:lnTo>
                  <a:lnTo>
                    <a:pt x="1237857" y="3149"/>
                  </a:lnTo>
                  <a:lnTo>
                    <a:pt x="1230072" y="3377"/>
                  </a:lnTo>
                  <a:lnTo>
                    <a:pt x="1222287" y="3539"/>
                  </a:lnTo>
                  <a:lnTo>
                    <a:pt x="1214502" y="3616"/>
                  </a:lnTo>
                  <a:lnTo>
                    <a:pt x="1206716" y="3816"/>
                  </a:lnTo>
                  <a:lnTo>
                    <a:pt x="1198931" y="4012"/>
                  </a:lnTo>
                  <a:lnTo>
                    <a:pt x="1191146" y="4155"/>
                  </a:lnTo>
                  <a:lnTo>
                    <a:pt x="1183361" y="4301"/>
                  </a:lnTo>
                  <a:lnTo>
                    <a:pt x="1175575" y="4391"/>
                  </a:lnTo>
                  <a:lnTo>
                    <a:pt x="1167790" y="4545"/>
                  </a:lnTo>
                  <a:lnTo>
                    <a:pt x="1160005" y="4679"/>
                  </a:lnTo>
                  <a:lnTo>
                    <a:pt x="1152220" y="4828"/>
                  </a:lnTo>
                  <a:lnTo>
                    <a:pt x="1144434" y="4884"/>
                  </a:lnTo>
                  <a:lnTo>
                    <a:pt x="1136649" y="4941"/>
                  </a:lnTo>
                  <a:lnTo>
                    <a:pt x="1128864" y="4997"/>
                  </a:lnTo>
                  <a:lnTo>
                    <a:pt x="1121078" y="5052"/>
                  </a:lnTo>
                  <a:lnTo>
                    <a:pt x="1113293" y="5108"/>
                  </a:lnTo>
                  <a:lnTo>
                    <a:pt x="1105508" y="5160"/>
                  </a:lnTo>
                  <a:lnTo>
                    <a:pt x="1097723" y="5236"/>
                  </a:lnTo>
                  <a:lnTo>
                    <a:pt x="1089937" y="5487"/>
                  </a:lnTo>
                  <a:lnTo>
                    <a:pt x="1082152" y="5727"/>
                  </a:lnTo>
                  <a:lnTo>
                    <a:pt x="1074367" y="5936"/>
                  </a:lnTo>
                  <a:lnTo>
                    <a:pt x="1066582" y="6069"/>
                  </a:lnTo>
                  <a:lnTo>
                    <a:pt x="1058796" y="6259"/>
                  </a:lnTo>
                  <a:lnTo>
                    <a:pt x="1051011" y="6447"/>
                  </a:lnTo>
                  <a:lnTo>
                    <a:pt x="1043226" y="6579"/>
                  </a:lnTo>
                  <a:lnTo>
                    <a:pt x="1035440" y="6886"/>
                  </a:lnTo>
                  <a:lnTo>
                    <a:pt x="1027655" y="7016"/>
                  </a:lnTo>
                  <a:lnTo>
                    <a:pt x="1019870" y="7205"/>
                  </a:lnTo>
                  <a:lnTo>
                    <a:pt x="1012085" y="7230"/>
                  </a:lnTo>
                  <a:lnTo>
                    <a:pt x="1004299" y="7326"/>
                  </a:lnTo>
                  <a:lnTo>
                    <a:pt x="996514" y="7582"/>
                  </a:lnTo>
                  <a:lnTo>
                    <a:pt x="988729" y="7799"/>
                  </a:lnTo>
                  <a:lnTo>
                    <a:pt x="980944" y="7905"/>
                  </a:lnTo>
                  <a:lnTo>
                    <a:pt x="973158" y="7935"/>
                  </a:lnTo>
                  <a:lnTo>
                    <a:pt x="965373" y="8182"/>
                  </a:lnTo>
                  <a:lnTo>
                    <a:pt x="957588" y="8330"/>
                  </a:lnTo>
                  <a:lnTo>
                    <a:pt x="949802" y="8490"/>
                  </a:lnTo>
                  <a:lnTo>
                    <a:pt x="942017" y="8567"/>
                  </a:lnTo>
                  <a:lnTo>
                    <a:pt x="934232" y="8685"/>
                  </a:lnTo>
                  <a:lnTo>
                    <a:pt x="926447" y="8804"/>
                  </a:lnTo>
                  <a:lnTo>
                    <a:pt x="918661" y="8978"/>
                  </a:lnTo>
                  <a:lnTo>
                    <a:pt x="910876" y="9182"/>
                  </a:lnTo>
                  <a:lnTo>
                    <a:pt x="903091" y="9322"/>
                  </a:lnTo>
                  <a:lnTo>
                    <a:pt x="895306" y="9578"/>
                  </a:lnTo>
                  <a:lnTo>
                    <a:pt x="887520" y="9781"/>
                  </a:lnTo>
                  <a:lnTo>
                    <a:pt x="879735" y="10095"/>
                  </a:lnTo>
                  <a:lnTo>
                    <a:pt x="871950" y="10314"/>
                  </a:lnTo>
                  <a:lnTo>
                    <a:pt x="864165" y="10466"/>
                  </a:lnTo>
                  <a:lnTo>
                    <a:pt x="856379" y="10828"/>
                  </a:lnTo>
                  <a:lnTo>
                    <a:pt x="848594" y="11121"/>
                  </a:lnTo>
                  <a:lnTo>
                    <a:pt x="840809" y="11438"/>
                  </a:lnTo>
                  <a:lnTo>
                    <a:pt x="833023" y="11696"/>
                  </a:lnTo>
                  <a:lnTo>
                    <a:pt x="825238" y="11891"/>
                  </a:lnTo>
                  <a:lnTo>
                    <a:pt x="817453" y="12061"/>
                  </a:lnTo>
                  <a:lnTo>
                    <a:pt x="809668" y="12462"/>
                  </a:lnTo>
                  <a:lnTo>
                    <a:pt x="801882" y="12871"/>
                  </a:lnTo>
                  <a:lnTo>
                    <a:pt x="794097" y="13349"/>
                  </a:lnTo>
                  <a:lnTo>
                    <a:pt x="786312" y="13675"/>
                  </a:lnTo>
                  <a:lnTo>
                    <a:pt x="778527" y="13910"/>
                  </a:lnTo>
                  <a:lnTo>
                    <a:pt x="770741" y="14094"/>
                  </a:lnTo>
                  <a:lnTo>
                    <a:pt x="762956" y="14276"/>
                  </a:lnTo>
                  <a:lnTo>
                    <a:pt x="755171" y="14573"/>
                  </a:lnTo>
                  <a:lnTo>
                    <a:pt x="747385" y="14908"/>
                  </a:lnTo>
                  <a:lnTo>
                    <a:pt x="739600" y="15244"/>
                  </a:lnTo>
                  <a:lnTo>
                    <a:pt x="731815" y="15568"/>
                  </a:lnTo>
                  <a:lnTo>
                    <a:pt x="724030" y="15975"/>
                  </a:lnTo>
                  <a:lnTo>
                    <a:pt x="716244" y="16355"/>
                  </a:lnTo>
                  <a:lnTo>
                    <a:pt x="708459" y="16959"/>
                  </a:lnTo>
                  <a:lnTo>
                    <a:pt x="700674" y="17357"/>
                  </a:lnTo>
                  <a:lnTo>
                    <a:pt x="692889" y="17483"/>
                  </a:lnTo>
                  <a:lnTo>
                    <a:pt x="685103" y="17624"/>
                  </a:lnTo>
                  <a:lnTo>
                    <a:pt x="677318" y="17986"/>
                  </a:lnTo>
                  <a:lnTo>
                    <a:pt x="669533" y="18142"/>
                  </a:lnTo>
                  <a:lnTo>
                    <a:pt x="661747" y="18604"/>
                  </a:lnTo>
                  <a:lnTo>
                    <a:pt x="653962" y="18858"/>
                  </a:lnTo>
                  <a:lnTo>
                    <a:pt x="646177" y="19101"/>
                  </a:lnTo>
                  <a:lnTo>
                    <a:pt x="638392" y="19410"/>
                  </a:lnTo>
                  <a:lnTo>
                    <a:pt x="630606" y="19726"/>
                  </a:lnTo>
                  <a:lnTo>
                    <a:pt x="622821" y="20010"/>
                  </a:lnTo>
                  <a:lnTo>
                    <a:pt x="615036" y="20245"/>
                  </a:lnTo>
                  <a:lnTo>
                    <a:pt x="607251" y="20441"/>
                  </a:lnTo>
                  <a:lnTo>
                    <a:pt x="599465" y="20985"/>
                  </a:lnTo>
                  <a:lnTo>
                    <a:pt x="591680" y="21113"/>
                  </a:lnTo>
                  <a:lnTo>
                    <a:pt x="583895" y="21173"/>
                  </a:lnTo>
                  <a:lnTo>
                    <a:pt x="576110" y="21427"/>
                  </a:lnTo>
                  <a:lnTo>
                    <a:pt x="568324" y="21976"/>
                  </a:lnTo>
                  <a:lnTo>
                    <a:pt x="560539" y="22318"/>
                  </a:lnTo>
                  <a:lnTo>
                    <a:pt x="552754" y="22799"/>
                  </a:lnTo>
                  <a:lnTo>
                    <a:pt x="544968" y="23290"/>
                  </a:lnTo>
                  <a:lnTo>
                    <a:pt x="537183" y="23956"/>
                  </a:lnTo>
                  <a:lnTo>
                    <a:pt x="529398" y="24619"/>
                  </a:lnTo>
                  <a:lnTo>
                    <a:pt x="521613" y="25270"/>
                  </a:lnTo>
                  <a:lnTo>
                    <a:pt x="513827" y="25938"/>
                  </a:lnTo>
                  <a:lnTo>
                    <a:pt x="506042" y="26349"/>
                  </a:lnTo>
                  <a:lnTo>
                    <a:pt x="498257" y="26891"/>
                  </a:lnTo>
                  <a:lnTo>
                    <a:pt x="490472" y="27423"/>
                  </a:lnTo>
                  <a:lnTo>
                    <a:pt x="482686" y="27952"/>
                  </a:lnTo>
                  <a:lnTo>
                    <a:pt x="474901" y="28479"/>
                  </a:lnTo>
                  <a:lnTo>
                    <a:pt x="467116" y="28945"/>
                  </a:lnTo>
                  <a:lnTo>
                    <a:pt x="459330" y="29386"/>
                  </a:lnTo>
                  <a:lnTo>
                    <a:pt x="451545" y="29825"/>
                  </a:lnTo>
                  <a:lnTo>
                    <a:pt x="443760" y="30261"/>
                  </a:lnTo>
                  <a:lnTo>
                    <a:pt x="435975" y="30630"/>
                  </a:lnTo>
                  <a:lnTo>
                    <a:pt x="428189" y="30982"/>
                  </a:lnTo>
                  <a:lnTo>
                    <a:pt x="420404" y="31396"/>
                  </a:lnTo>
                  <a:lnTo>
                    <a:pt x="412619" y="31895"/>
                  </a:lnTo>
                  <a:lnTo>
                    <a:pt x="404834" y="32146"/>
                  </a:lnTo>
                  <a:lnTo>
                    <a:pt x="397048" y="32402"/>
                  </a:lnTo>
                  <a:lnTo>
                    <a:pt x="389263" y="32723"/>
                  </a:lnTo>
                  <a:lnTo>
                    <a:pt x="381478" y="33230"/>
                  </a:lnTo>
                  <a:lnTo>
                    <a:pt x="373692" y="33735"/>
                  </a:lnTo>
                  <a:lnTo>
                    <a:pt x="365907" y="34107"/>
                  </a:lnTo>
                  <a:lnTo>
                    <a:pt x="358122" y="34632"/>
                  </a:lnTo>
                  <a:lnTo>
                    <a:pt x="350337" y="35109"/>
                  </a:lnTo>
                  <a:lnTo>
                    <a:pt x="342551" y="35703"/>
                  </a:lnTo>
                  <a:lnTo>
                    <a:pt x="334766" y="36224"/>
                  </a:lnTo>
                  <a:lnTo>
                    <a:pt x="326981" y="36620"/>
                  </a:lnTo>
                  <a:lnTo>
                    <a:pt x="319196" y="37015"/>
                  </a:lnTo>
                  <a:lnTo>
                    <a:pt x="311410" y="37437"/>
                  </a:lnTo>
                  <a:lnTo>
                    <a:pt x="303625" y="37973"/>
                  </a:lnTo>
                  <a:lnTo>
                    <a:pt x="295840" y="38446"/>
                  </a:lnTo>
                  <a:lnTo>
                    <a:pt x="288055" y="38912"/>
                  </a:lnTo>
                  <a:lnTo>
                    <a:pt x="280269" y="39130"/>
                  </a:lnTo>
                  <a:lnTo>
                    <a:pt x="272484" y="39289"/>
                  </a:lnTo>
                  <a:lnTo>
                    <a:pt x="264699" y="39653"/>
                  </a:lnTo>
                  <a:lnTo>
                    <a:pt x="256913" y="40131"/>
                  </a:lnTo>
                  <a:lnTo>
                    <a:pt x="249128" y="40607"/>
                  </a:lnTo>
                  <a:lnTo>
                    <a:pt x="241343" y="41043"/>
                  </a:lnTo>
                  <a:lnTo>
                    <a:pt x="233558" y="41438"/>
                  </a:lnTo>
                  <a:lnTo>
                    <a:pt x="225772" y="41862"/>
                  </a:lnTo>
                  <a:lnTo>
                    <a:pt x="217987" y="42303"/>
                  </a:lnTo>
                  <a:lnTo>
                    <a:pt x="210202" y="42741"/>
                  </a:lnTo>
                  <a:lnTo>
                    <a:pt x="202417" y="43255"/>
                  </a:lnTo>
                  <a:lnTo>
                    <a:pt x="194631" y="43650"/>
                  </a:lnTo>
                  <a:lnTo>
                    <a:pt x="186846" y="44232"/>
                  </a:lnTo>
                  <a:lnTo>
                    <a:pt x="179061" y="44742"/>
                  </a:lnTo>
                  <a:lnTo>
                    <a:pt x="171275" y="45126"/>
                  </a:lnTo>
                  <a:lnTo>
                    <a:pt x="163490" y="45508"/>
                  </a:lnTo>
                  <a:lnTo>
                    <a:pt x="155705" y="45889"/>
                  </a:lnTo>
                  <a:lnTo>
                    <a:pt x="147920" y="46261"/>
                  </a:lnTo>
                  <a:lnTo>
                    <a:pt x="140134" y="46588"/>
                  </a:lnTo>
                  <a:lnTo>
                    <a:pt x="132349" y="47004"/>
                  </a:lnTo>
                  <a:lnTo>
                    <a:pt x="124564" y="47382"/>
                  </a:lnTo>
                  <a:lnTo>
                    <a:pt x="116779" y="47836"/>
                  </a:lnTo>
                  <a:lnTo>
                    <a:pt x="108993" y="48216"/>
                  </a:lnTo>
                  <a:lnTo>
                    <a:pt x="101208" y="48544"/>
                  </a:lnTo>
                  <a:lnTo>
                    <a:pt x="93423" y="49057"/>
                  </a:lnTo>
                  <a:lnTo>
                    <a:pt x="85637" y="49480"/>
                  </a:lnTo>
                  <a:lnTo>
                    <a:pt x="77852" y="49892"/>
                  </a:lnTo>
                  <a:lnTo>
                    <a:pt x="70067" y="50419"/>
                  </a:lnTo>
                  <a:lnTo>
                    <a:pt x="62282" y="51036"/>
                  </a:lnTo>
                  <a:lnTo>
                    <a:pt x="54496" y="51656"/>
                  </a:lnTo>
                  <a:lnTo>
                    <a:pt x="46711" y="52053"/>
                  </a:lnTo>
                  <a:lnTo>
                    <a:pt x="38926" y="52592"/>
                  </a:lnTo>
                  <a:lnTo>
                    <a:pt x="31141" y="53077"/>
                  </a:lnTo>
                  <a:lnTo>
                    <a:pt x="23355" y="53639"/>
                  </a:lnTo>
                  <a:lnTo>
                    <a:pt x="15570" y="54131"/>
                  </a:lnTo>
                  <a:lnTo>
                    <a:pt x="7785" y="54690"/>
                  </a:lnTo>
                  <a:lnTo>
                    <a:pt x="0" y="5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6049435" y="3422914"/>
              <a:ext cx="2016385" cy="539919"/>
            </a:xfrm>
            <a:custGeom>
              <a:avLst/>
              <a:pathLst>
                <a:path w="2016385" h="539919">
                  <a:moveTo>
                    <a:pt x="0" y="389981"/>
                  </a:moveTo>
                  <a:lnTo>
                    <a:pt x="7785" y="389343"/>
                  </a:lnTo>
                  <a:lnTo>
                    <a:pt x="15570" y="388917"/>
                  </a:lnTo>
                  <a:lnTo>
                    <a:pt x="23355" y="388491"/>
                  </a:lnTo>
                  <a:lnTo>
                    <a:pt x="31141" y="388064"/>
                  </a:lnTo>
                  <a:lnTo>
                    <a:pt x="38926" y="387646"/>
                  </a:lnTo>
                  <a:lnTo>
                    <a:pt x="46711" y="386866"/>
                  </a:lnTo>
                  <a:lnTo>
                    <a:pt x="54496" y="386477"/>
                  </a:lnTo>
                  <a:lnTo>
                    <a:pt x="62282" y="386044"/>
                  </a:lnTo>
                  <a:lnTo>
                    <a:pt x="70067" y="385458"/>
                  </a:lnTo>
                  <a:lnTo>
                    <a:pt x="77852" y="384809"/>
                  </a:lnTo>
                  <a:lnTo>
                    <a:pt x="85637" y="383902"/>
                  </a:lnTo>
                  <a:lnTo>
                    <a:pt x="93423" y="383321"/>
                  </a:lnTo>
                  <a:lnTo>
                    <a:pt x="101208" y="382850"/>
                  </a:lnTo>
                  <a:lnTo>
                    <a:pt x="108993" y="382025"/>
                  </a:lnTo>
                  <a:lnTo>
                    <a:pt x="116779" y="381214"/>
                  </a:lnTo>
                  <a:lnTo>
                    <a:pt x="124564" y="380172"/>
                  </a:lnTo>
                  <a:lnTo>
                    <a:pt x="132349" y="379163"/>
                  </a:lnTo>
                  <a:lnTo>
                    <a:pt x="140134" y="378165"/>
                  </a:lnTo>
                  <a:lnTo>
                    <a:pt x="147920" y="377290"/>
                  </a:lnTo>
                  <a:lnTo>
                    <a:pt x="155705" y="377070"/>
                  </a:lnTo>
                  <a:lnTo>
                    <a:pt x="163490" y="376358"/>
                  </a:lnTo>
                  <a:lnTo>
                    <a:pt x="171275" y="375551"/>
                  </a:lnTo>
                  <a:lnTo>
                    <a:pt x="179061" y="374978"/>
                  </a:lnTo>
                  <a:lnTo>
                    <a:pt x="186846" y="373918"/>
                  </a:lnTo>
                  <a:lnTo>
                    <a:pt x="194631" y="373168"/>
                  </a:lnTo>
                  <a:lnTo>
                    <a:pt x="202417" y="372614"/>
                  </a:lnTo>
                  <a:lnTo>
                    <a:pt x="210202" y="372334"/>
                  </a:lnTo>
                  <a:lnTo>
                    <a:pt x="217987" y="371578"/>
                  </a:lnTo>
                  <a:lnTo>
                    <a:pt x="225772" y="369971"/>
                  </a:lnTo>
                  <a:lnTo>
                    <a:pt x="233558" y="369230"/>
                  </a:lnTo>
                  <a:lnTo>
                    <a:pt x="241343" y="368511"/>
                  </a:lnTo>
                  <a:lnTo>
                    <a:pt x="249128" y="367445"/>
                  </a:lnTo>
                  <a:lnTo>
                    <a:pt x="256913" y="366464"/>
                  </a:lnTo>
                  <a:lnTo>
                    <a:pt x="264699" y="365667"/>
                  </a:lnTo>
                  <a:lnTo>
                    <a:pt x="272484" y="364830"/>
                  </a:lnTo>
                  <a:lnTo>
                    <a:pt x="280269" y="363573"/>
                  </a:lnTo>
                  <a:lnTo>
                    <a:pt x="288055" y="362473"/>
                  </a:lnTo>
                  <a:lnTo>
                    <a:pt x="295840" y="361679"/>
                  </a:lnTo>
                  <a:lnTo>
                    <a:pt x="303625" y="360915"/>
                  </a:lnTo>
                  <a:lnTo>
                    <a:pt x="311410" y="360302"/>
                  </a:lnTo>
                  <a:lnTo>
                    <a:pt x="319196" y="359820"/>
                  </a:lnTo>
                  <a:lnTo>
                    <a:pt x="326981" y="358981"/>
                  </a:lnTo>
                  <a:lnTo>
                    <a:pt x="334766" y="358119"/>
                  </a:lnTo>
                  <a:lnTo>
                    <a:pt x="342551" y="357051"/>
                  </a:lnTo>
                  <a:lnTo>
                    <a:pt x="350337" y="356273"/>
                  </a:lnTo>
                  <a:lnTo>
                    <a:pt x="358122" y="355118"/>
                  </a:lnTo>
                  <a:lnTo>
                    <a:pt x="365907" y="354393"/>
                  </a:lnTo>
                  <a:lnTo>
                    <a:pt x="373692" y="353152"/>
                  </a:lnTo>
                  <a:lnTo>
                    <a:pt x="381478" y="351595"/>
                  </a:lnTo>
                  <a:lnTo>
                    <a:pt x="389263" y="349679"/>
                  </a:lnTo>
                  <a:lnTo>
                    <a:pt x="397048" y="347648"/>
                  </a:lnTo>
                  <a:lnTo>
                    <a:pt x="404834" y="346351"/>
                  </a:lnTo>
                  <a:lnTo>
                    <a:pt x="412619" y="345136"/>
                  </a:lnTo>
                  <a:lnTo>
                    <a:pt x="420404" y="343525"/>
                  </a:lnTo>
                  <a:lnTo>
                    <a:pt x="428189" y="342404"/>
                  </a:lnTo>
                  <a:lnTo>
                    <a:pt x="435975" y="341297"/>
                  </a:lnTo>
                  <a:lnTo>
                    <a:pt x="443760" y="340239"/>
                  </a:lnTo>
                  <a:lnTo>
                    <a:pt x="451545" y="339245"/>
                  </a:lnTo>
                  <a:lnTo>
                    <a:pt x="459330" y="338191"/>
                  </a:lnTo>
                  <a:lnTo>
                    <a:pt x="467116" y="336840"/>
                  </a:lnTo>
                  <a:lnTo>
                    <a:pt x="474901" y="336245"/>
                  </a:lnTo>
                  <a:lnTo>
                    <a:pt x="482686" y="334999"/>
                  </a:lnTo>
                  <a:lnTo>
                    <a:pt x="490472" y="333723"/>
                  </a:lnTo>
                  <a:lnTo>
                    <a:pt x="498257" y="332351"/>
                  </a:lnTo>
                  <a:lnTo>
                    <a:pt x="506042" y="330776"/>
                  </a:lnTo>
                  <a:lnTo>
                    <a:pt x="513827" y="328795"/>
                  </a:lnTo>
                  <a:lnTo>
                    <a:pt x="521613" y="327890"/>
                  </a:lnTo>
                  <a:lnTo>
                    <a:pt x="529398" y="326903"/>
                  </a:lnTo>
                  <a:lnTo>
                    <a:pt x="537183" y="324327"/>
                  </a:lnTo>
                  <a:lnTo>
                    <a:pt x="544968" y="322942"/>
                  </a:lnTo>
                  <a:lnTo>
                    <a:pt x="552754" y="321545"/>
                  </a:lnTo>
                  <a:lnTo>
                    <a:pt x="560539" y="319987"/>
                  </a:lnTo>
                  <a:lnTo>
                    <a:pt x="568324" y="318239"/>
                  </a:lnTo>
                  <a:lnTo>
                    <a:pt x="576110" y="316482"/>
                  </a:lnTo>
                  <a:lnTo>
                    <a:pt x="583895" y="315524"/>
                  </a:lnTo>
                  <a:lnTo>
                    <a:pt x="591680" y="314508"/>
                  </a:lnTo>
                  <a:lnTo>
                    <a:pt x="599465" y="312657"/>
                  </a:lnTo>
                  <a:lnTo>
                    <a:pt x="607251" y="311376"/>
                  </a:lnTo>
                  <a:lnTo>
                    <a:pt x="615036" y="309647"/>
                  </a:lnTo>
                  <a:lnTo>
                    <a:pt x="622821" y="307878"/>
                  </a:lnTo>
                  <a:lnTo>
                    <a:pt x="630606" y="306662"/>
                  </a:lnTo>
                  <a:lnTo>
                    <a:pt x="638392" y="305184"/>
                  </a:lnTo>
                  <a:lnTo>
                    <a:pt x="646177" y="304601"/>
                  </a:lnTo>
                  <a:lnTo>
                    <a:pt x="653962" y="303042"/>
                  </a:lnTo>
                  <a:lnTo>
                    <a:pt x="661747" y="301306"/>
                  </a:lnTo>
                  <a:lnTo>
                    <a:pt x="669533" y="300202"/>
                  </a:lnTo>
                  <a:lnTo>
                    <a:pt x="677318" y="298322"/>
                  </a:lnTo>
                  <a:lnTo>
                    <a:pt x="685103" y="296206"/>
                  </a:lnTo>
                  <a:lnTo>
                    <a:pt x="692889" y="294526"/>
                  </a:lnTo>
                  <a:lnTo>
                    <a:pt x="700674" y="291612"/>
                  </a:lnTo>
                  <a:lnTo>
                    <a:pt x="708459" y="290726"/>
                  </a:lnTo>
                  <a:lnTo>
                    <a:pt x="716244" y="288985"/>
                  </a:lnTo>
                  <a:lnTo>
                    <a:pt x="724030" y="287713"/>
                  </a:lnTo>
                  <a:lnTo>
                    <a:pt x="731815" y="286441"/>
                  </a:lnTo>
                  <a:lnTo>
                    <a:pt x="739600" y="285168"/>
                  </a:lnTo>
                  <a:lnTo>
                    <a:pt x="747385" y="282491"/>
                  </a:lnTo>
                  <a:lnTo>
                    <a:pt x="755171" y="279616"/>
                  </a:lnTo>
                  <a:lnTo>
                    <a:pt x="762956" y="277459"/>
                  </a:lnTo>
                  <a:lnTo>
                    <a:pt x="770741" y="275458"/>
                  </a:lnTo>
                  <a:lnTo>
                    <a:pt x="778527" y="273828"/>
                  </a:lnTo>
                  <a:lnTo>
                    <a:pt x="786312" y="271739"/>
                  </a:lnTo>
                  <a:lnTo>
                    <a:pt x="794097" y="270278"/>
                  </a:lnTo>
                  <a:lnTo>
                    <a:pt x="801882" y="268812"/>
                  </a:lnTo>
                  <a:lnTo>
                    <a:pt x="809668" y="266222"/>
                  </a:lnTo>
                  <a:lnTo>
                    <a:pt x="817453" y="264809"/>
                  </a:lnTo>
                  <a:lnTo>
                    <a:pt x="825238" y="263440"/>
                  </a:lnTo>
                  <a:lnTo>
                    <a:pt x="833023" y="260991"/>
                  </a:lnTo>
                  <a:lnTo>
                    <a:pt x="840809" y="258329"/>
                  </a:lnTo>
                  <a:lnTo>
                    <a:pt x="848594" y="256508"/>
                  </a:lnTo>
                  <a:lnTo>
                    <a:pt x="856379" y="254715"/>
                  </a:lnTo>
                  <a:lnTo>
                    <a:pt x="864165" y="252573"/>
                  </a:lnTo>
                  <a:lnTo>
                    <a:pt x="871950" y="250390"/>
                  </a:lnTo>
                  <a:lnTo>
                    <a:pt x="879735" y="248213"/>
                  </a:lnTo>
                  <a:lnTo>
                    <a:pt x="887520" y="246685"/>
                  </a:lnTo>
                  <a:lnTo>
                    <a:pt x="895306" y="244180"/>
                  </a:lnTo>
                  <a:lnTo>
                    <a:pt x="903091" y="242134"/>
                  </a:lnTo>
                  <a:lnTo>
                    <a:pt x="910876" y="239394"/>
                  </a:lnTo>
                  <a:lnTo>
                    <a:pt x="918661" y="237352"/>
                  </a:lnTo>
                  <a:lnTo>
                    <a:pt x="926447" y="235187"/>
                  </a:lnTo>
                  <a:lnTo>
                    <a:pt x="934232" y="233042"/>
                  </a:lnTo>
                  <a:lnTo>
                    <a:pt x="942017" y="230892"/>
                  </a:lnTo>
                  <a:lnTo>
                    <a:pt x="949802" y="228738"/>
                  </a:lnTo>
                  <a:lnTo>
                    <a:pt x="957588" y="227038"/>
                  </a:lnTo>
                  <a:lnTo>
                    <a:pt x="965373" y="225363"/>
                  </a:lnTo>
                  <a:lnTo>
                    <a:pt x="973158" y="224049"/>
                  </a:lnTo>
                  <a:lnTo>
                    <a:pt x="980944" y="222059"/>
                  </a:lnTo>
                  <a:lnTo>
                    <a:pt x="988729" y="220327"/>
                  </a:lnTo>
                  <a:lnTo>
                    <a:pt x="996514" y="218844"/>
                  </a:lnTo>
                  <a:lnTo>
                    <a:pt x="1004299" y="216976"/>
                  </a:lnTo>
                  <a:lnTo>
                    <a:pt x="1012085" y="215044"/>
                  </a:lnTo>
                  <a:lnTo>
                    <a:pt x="1019870" y="212739"/>
                  </a:lnTo>
                  <a:lnTo>
                    <a:pt x="1027655" y="210326"/>
                  </a:lnTo>
                  <a:lnTo>
                    <a:pt x="1035440" y="207910"/>
                  </a:lnTo>
                  <a:lnTo>
                    <a:pt x="1043226" y="205514"/>
                  </a:lnTo>
                  <a:lnTo>
                    <a:pt x="1051011" y="203117"/>
                  </a:lnTo>
                  <a:lnTo>
                    <a:pt x="1058796" y="200319"/>
                  </a:lnTo>
                  <a:lnTo>
                    <a:pt x="1066582" y="198328"/>
                  </a:lnTo>
                  <a:lnTo>
                    <a:pt x="1074367" y="195947"/>
                  </a:lnTo>
                  <a:lnTo>
                    <a:pt x="1082152" y="193580"/>
                  </a:lnTo>
                  <a:lnTo>
                    <a:pt x="1089937" y="191225"/>
                  </a:lnTo>
                  <a:lnTo>
                    <a:pt x="1097723" y="188878"/>
                  </a:lnTo>
                  <a:lnTo>
                    <a:pt x="1105508" y="186542"/>
                  </a:lnTo>
                  <a:lnTo>
                    <a:pt x="1113293" y="184948"/>
                  </a:lnTo>
                  <a:lnTo>
                    <a:pt x="1121078" y="183396"/>
                  </a:lnTo>
                  <a:lnTo>
                    <a:pt x="1128864" y="180698"/>
                  </a:lnTo>
                  <a:lnTo>
                    <a:pt x="1136649" y="178359"/>
                  </a:lnTo>
                  <a:lnTo>
                    <a:pt x="1144434" y="176340"/>
                  </a:lnTo>
                  <a:lnTo>
                    <a:pt x="1152220" y="174782"/>
                  </a:lnTo>
                  <a:lnTo>
                    <a:pt x="1160005" y="173311"/>
                  </a:lnTo>
                  <a:lnTo>
                    <a:pt x="1167790" y="170684"/>
                  </a:lnTo>
                  <a:lnTo>
                    <a:pt x="1175575" y="169137"/>
                  </a:lnTo>
                  <a:lnTo>
                    <a:pt x="1183361" y="167329"/>
                  </a:lnTo>
                  <a:lnTo>
                    <a:pt x="1191146" y="165212"/>
                  </a:lnTo>
                  <a:lnTo>
                    <a:pt x="1198931" y="163408"/>
                  </a:lnTo>
                  <a:lnTo>
                    <a:pt x="1206716" y="161633"/>
                  </a:lnTo>
                  <a:lnTo>
                    <a:pt x="1214502" y="159875"/>
                  </a:lnTo>
                  <a:lnTo>
                    <a:pt x="1222287" y="158101"/>
                  </a:lnTo>
                  <a:lnTo>
                    <a:pt x="1230072" y="156334"/>
                  </a:lnTo>
                  <a:lnTo>
                    <a:pt x="1237857" y="154585"/>
                  </a:lnTo>
                  <a:lnTo>
                    <a:pt x="1245643" y="152851"/>
                  </a:lnTo>
                  <a:lnTo>
                    <a:pt x="1253428" y="151123"/>
                  </a:lnTo>
                  <a:lnTo>
                    <a:pt x="1261213" y="149402"/>
                  </a:lnTo>
                  <a:lnTo>
                    <a:pt x="1268999" y="147689"/>
                  </a:lnTo>
                  <a:lnTo>
                    <a:pt x="1276784" y="145982"/>
                  </a:lnTo>
                  <a:lnTo>
                    <a:pt x="1284569" y="144169"/>
                  </a:lnTo>
                  <a:lnTo>
                    <a:pt x="1292354" y="142252"/>
                  </a:lnTo>
                  <a:lnTo>
                    <a:pt x="1300140" y="140142"/>
                  </a:lnTo>
                  <a:lnTo>
                    <a:pt x="1307925" y="138044"/>
                  </a:lnTo>
                  <a:lnTo>
                    <a:pt x="1315710" y="135957"/>
                  </a:lnTo>
                  <a:lnTo>
                    <a:pt x="1323495" y="133882"/>
                  </a:lnTo>
                  <a:lnTo>
                    <a:pt x="1331281" y="131818"/>
                  </a:lnTo>
                  <a:lnTo>
                    <a:pt x="1339066" y="129767"/>
                  </a:lnTo>
                  <a:lnTo>
                    <a:pt x="1346851" y="127732"/>
                  </a:lnTo>
                  <a:lnTo>
                    <a:pt x="1354637" y="125715"/>
                  </a:lnTo>
                  <a:lnTo>
                    <a:pt x="1362422" y="123888"/>
                  </a:lnTo>
                  <a:lnTo>
                    <a:pt x="1370207" y="122211"/>
                  </a:lnTo>
                  <a:lnTo>
                    <a:pt x="1377992" y="120502"/>
                  </a:lnTo>
                  <a:lnTo>
                    <a:pt x="1385778" y="118356"/>
                  </a:lnTo>
                  <a:lnTo>
                    <a:pt x="1393563" y="116226"/>
                  </a:lnTo>
                  <a:lnTo>
                    <a:pt x="1401348" y="114115"/>
                  </a:lnTo>
                  <a:lnTo>
                    <a:pt x="1409133" y="112332"/>
                  </a:lnTo>
                  <a:lnTo>
                    <a:pt x="1416919" y="110605"/>
                  </a:lnTo>
                  <a:lnTo>
                    <a:pt x="1424704" y="108891"/>
                  </a:lnTo>
                  <a:lnTo>
                    <a:pt x="1432489" y="107033"/>
                  </a:lnTo>
                  <a:lnTo>
                    <a:pt x="1440275" y="104790"/>
                  </a:lnTo>
                  <a:lnTo>
                    <a:pt x="1448060" y="102781"/>
                  </a:lnTo>
                  <a:lnTo>
                    <a:pt x="1455845" y="101251"/>
                  </a:lnTo>
                  <a:lnTo>
                    <a:pt x="1463630" y="99730"/>
                  </a:lnTo>
                  <a:lnTo>
                    <a:pt x="1471416" y="97807"/>
                  </a:lnTo>
                  <a:lnTo>
                    <a:pt x="1479201" y="95815"/>
                  </a:lnTo>
                  <a:lnTo>
                    <a:pt x="1486986" y="94129"/>
                  </a:lnTo>
                  <a:lnTo>
                    <a:pt x="1494771" y="92454"/>
                  </a:lnTo>
                  <a:lnTo>
                    <a:pt x="1502557" y="90796"/>
                  </a:lnTo>
                  <a:lnTo>
                    <a:pt x="1510342" y="89151"/>
                  </a:lnTo>
                  <a:lnTo>
                    <a:pt x="1518127" y="87518"/>
                  </a:lnTo>
                  <a:lnTo>
                    <a:pt x="1525912" y="85897"/>
                  </a:lnTo>
                  <a:lnTo>
                    <a:pt x="1533698" y="84292"/>
                  </a:lnTo>
                  <a:lnTo>
                    <a:pt x="1541483" y="82700"/>
                  </a:lnTo>
                  <a:lnTo>
                    <a:pt x="1549268" y="81120"/>
                  </a:lnTo>
                  <a:lnTo>
                    <a:pt x="1557054" y="79552"/>
                  </a:lnTo>
                  <a:lnTo>
                    <a:pt x="1564839" y="77994"/>
                  </a:lnTo>
                  <a:lnTo>
                    <a:pt x="1572624" y="76373"/>
                  </a:lnTo>
                  <a:lnTo>
                    <a:pt x="1580409" y="74762"/>
                  </a:lnTo>
                  <a:lnTo>
                    <a:pt x="1588195" y="73163"/>
                  </a:lnTo>
                  <a:lnTo>
                    <a:pt x="1595980" y="71582"/>
                  </a:lnTo>
                  <a:lnTo>
                    <a:pt x="1603765" y="70213"/>
                  </a:lnTo>
                  <a:lnTo>
                    <a:pt x="1611550" y="68854"/>
                  </a:lnTo>
                  <a:lnTo>
                    <a:pt x="1619336" y="67395"/>
                  </a:lnTo>
                  <a:lnTo>
                    <a:pt x="1627121" y="65683"/>
                  </a:lnTo>
                  <a:lnTo>
                    <a:pt x="1634906" y="63988"/>
                  </a:lnTo>
                  <a:lnTo>
                    <a:pt x="1642692" y="62308"/>
                  </a:lnTo>
                  <a:lnTo>
                    <a:pt x="1650477" y="60794"/>
                  </a:lnTo>
                  <a:lnTo>
                    <a:pt x="1658262" y="59301"/>
                  </a:lnTo>
                  <a:lnTo>
                    <a:pt x="1666047" y="57744"/>
                  </a:lnTo>
                  <a:lnTo>
                    <a:pt x="1673833" y="56144"/>
                  </a:lnTo>
                  <a:lnTo>
                    <a:pt x="1681618" y="54542"/>
                  </a:lnTo>
                  <a:lnTo>
                    <a:pt x="1689403" y="52927"/>
                  </a:lnTo>
                  <a:lnTo>
                    <a:pt x="1697188" y="51328"/>
                  </a:lnTo>
                  <a:lnTo>
                    <a:pt x="1704974" y="49745"/>
                  </a:lnTo>
                  <a:lnTo>
                    <a:pt x="1712759" y="48178"/>
                  </a:lnTo>
                  <a:lnTo>
                    <a:pt x="1720544" y="46627"/>
                  </a:lnTo>
                  <a:lnTo>
                    <a:pt x="1728330" y="45096"/>
                  </a:lnTo>
                  <a:lnTo>
                    <a:pt x="1736115" y="43698"/>
                  </a:lnTo>
                  <a:lnTo>
                    <a:pt x="1743900" y="42413"/>
                  </a:lnTo>
                  <a:lnTo>
                    <a:pt x="1751685" y="40987"/>
                  </a:lnTo>
                  <a:lnTo>
                    <a:pt x="1759471" y="39557"/>
                  </a:lnTo>
                  <a:lnTo>
                    <a:pt x="1767256" y="38296"/>
                  </a:lnTo>
                  <a:lnTo>
                    <a:pt x="1775041" y="37062"/>
                  </a:lnTo>
                  <a:lnTo>
                    <a:pt x="1782826" y="35839"/>
                  </a:lnTo>
                  <a:lnTo>
                    <a:pt x="1790612" y="34628"/>
                  </a:lnTo>
                  <a:lnTo>
                    <a:pt x="1798397" y="33428"/>
                  </a:lnTo>
                  <a:lnTo>
                    <a:pt x="1806182" y="32106"/>
                  </a:lnTo>
                  <a:lnTo>
                    <a:pt x="1813967" y="30653"/>
                  </a:lnTo>
                  <a:lnTo>
                    <a:pt x="1821753" y="29217"/>
                  </a:lnTo>
                  <a:lnTo>
                    <a:pt x="1829538" y="27797"/>
                  </a:lnTo>
                  <a:lnTo>
                    <a:pt x="1837323" y="26394"/>
                  </a:lnTo>
                  <a:lnTo>
                    <a:pt x="1845109" y="25010"/>
                  </a:lnTo>
                  <a:lnTo>
                    <a:pt x="1852894" y="23871"/>
                  </a:lnTo>
                  <a:lnTo>
                    <a:pt x="1860679" y="22876"/>
                  </a:lnTo>
                  <a:lnTo>
                    <a:pt x="1868464" y="21599"/>
                  </a:lnTo>
                  <a:lnTo>
                    <a:pt x="1876250" y="20341"/>
                  </a:lnTo>
                  <a:lnTo>
                    <a:pt x="1884035" y="19096"/>
                  </a:lnTo>
                  <a:lnTo>
                    <a:pt x="1891820" y="17866"/>
                  </a:lnTo>
                  <a:lnTo>
                    <a:pt x="1899605" y="16650"/>
                  </a:lnTo>
                  <a:lnTo>
                    <a:pt x="1907391" y="15448"/>
                  </a:lnTo>
                  <a:lnTo>
                    <a:pt x="1915176" y="14270"/>
                  </a:lnTo>
                  <a:lnTo>
                    <a:pt x="1922961" y="13082"/>
                  </a:lnTo>
                  <a:lnTo>
                    <a:pt x="1930747" y="11914"/>
                  </a:lnTo>
                  <a:lnTo>
                    <a:pt x="1938532" y="10763"/>
                  </a:lnTo>
                  <a:lnTo>
                    <a:pt x="1946317" y="9625"/>
                  </a:lnTo>
                  <a:lnTo>
                    <a:pt x="1954102" y="8451"/>
                  </a:lnTo>
                  <a:lnTo>
                    <a:pt x="1961888" y="7291"/>
                  </a:lnTo>
                  <a:lnTo>
                    <a:pt x="1969673" y="6146"/>
                  </a:lnTo>
                  <a:lnTo>
                    <a:pt x="1977458" y="5079"/>
                  </a:lnTo>
                  <a:lnTo>
                    <a:pt x="1985243" y="4037"/>
                  </a:lnTo>
                  <a:lnTo>
                    <a:pt x="1993029" y="3008"/>
                  </a:lnTo>
                  <a:lnTo>
                    <a:pt x="2000814" y="1990"/>
                  </a:lnTo>
                  <a:lnTo>
                    <a:pt x="2008599" y="987"/>
                  </a:lnTo>
                  <a:lnTo>
                    <a:pt x="2016385" y="0"/>
                  </a:lnTo>
                  <a:lnTo>
                    <a:pt x="2016385" y="440130"/>
                  </a:lnTo>
                  <a:lnTo>
                    <a:pt x="2008599" y="440410"/>
                  </a:lnTo>
                  <a:lnTo>
                    <a:pt x="2000814" y="440664"/>
                  </a:lnTo>
                  <a:lnTo>
                    <a:pt x="1993029" y="440745"/>
                  </a:lnTo>
                  <a:lnTo>
                    <a:pt x="1985243" y="440824"/>
                  </a:lnTo>
                  <a:lnTo>
                    <a:pt x="1977458" y="440904"/>
                  </a:lnTo>
                  <a:lnTo>
                    <a:pt x="1969673" y="440983"/>
                  </a:lnTo>
                  <a:lnTo>
                    <a:pt x="1961888" y="441054"/>
                  </a:lnTo>
                  <a:lnTo>
                    <a:pt x="1954102" y="441124"/>
                  </a:lnTo>
                  <a:lnTo>
                    <a:pt x="1946317" y="441158"/>
                  </a:lnTo>
                  <a:lnTo>
                    <a:pt x="1938532" y="441008"/>
                  </a:lnTo>
                  <a:lnTo>
                    <a:pt x="1930747" y="441348"/>
                  </a:lnTo>
                  <a:lnTo>
                    <a:pt x="1922961" y="441433"/>
                  </a:lnTo>
                  <a:lnTo>
                    <a:pt x="1915176" y="441518"/>
                  </a:lnTo>
                  <a:lnTo>
                    <a:pt x="1907391" y="441603"/>
                  </a:lnTo>
                  <a:lnTo>
                    <a:pt x="1899605" y="441688"/>
                  </a:lnTo>
                  <a:lnTo>
                    <a:pt x="1891820" y="441772"/>
                  </a:lnTo>
                  <a:lnTo>
                    <a:pt x="1884035" y="441855"/>
                  </a:lnTo>
                  <a:lnTo>
                    <a:pt x="1876250" y="441934"/>
                  </a:lnTo>
                  <a:lnTo>
                    <a:pt x="1868464" y="442013"/>
                  </a:lnTo>
                  <a:lnTo>
                    <a:pt x="1860679" y="442092"/>
                  </a:lnTo>
                  <a:lnTo>
                    <a:pt x="1852894" y="442166"/>
                  </a:lnTo>
                  <a:lnTo>
                    <a:pt x="1845109" y="442239"/>
                  </a:lnTo>
                  <a:lnTo>
                    <a:pt x="1837323" y="442312"/>
                  </a:lnTo>
                  <a:lnTo>
                    <a:pt x="1829538" y="442385"/>
                  </a:lnTo>
                  <a:lnTo>
                    <a:pt x="1821753" y="442458"/>
                  </a:lnTo>
                  <a:lnTo>
                    <a:pt x="1813967" y="442689"/>
                  </a:lnTo>
                  <a:lnTo>
                    <a:pt x="1806182" y="443025"/>
                  </a:lnTo>
                  <a:lnTo>
                    <a:pt x="1798397" y="443360"/>
                  </a:lnTo>
                  <a:lnTo>
                    <a:pt x="1790612" y="443695"/>
                  </a:lnTo>
                  <a:lnTo>
                    <a:pt x="1782826" y="444030"/>
                  </a:lnTo>
                  <a:lnTo>
                    <a:pt x="1775041" y="444345"/>
                  </a:lnTo>
                  <a:lnTo>
                    <a:pt x="1767256" y="444327"/>
                  </a:lnTo>
                  <a:lnTo>
                    <a:pt x="1759471" y="444309"/>
                  </a:lnTo>
                  <a:lnTo>
                    <a:pt x="1751685" y="444283"/>
                  </a:lnTo>
                  <a:lnTo>
                    <a:pt x="1743900" y="444251"/>
                  </a:lnTo>
                  <a:lnTo>
                    <a:pt x="1736115" y="444237"/>
                  </a:lnTo>
                  <a:lnTo>
                    <a:pt x="1728330" y="444485"/>
                  </a:lnTo>
                  <a:lnTo>
                    <a:pt x="1720544" y="444774"/>
                  </a:lnTo>
                  <a:lnTo>
                    <a:pt x="1712759" y="445062"/>
                  </a:lnTo>
                  <a:lnTo>
                    <a:pt x="1704974" y="445352"/>
                  </a:lnTo>
                  <a:lnTo>
                    <a:pt x="1697188" y="445644"/>
                  </a:lnTo>
                  <a:lnTo>
                    <a:pt x="1689403" y="445935"/>
                  </a:lnTo>
                  <a:lnTo>
                    <a:pt x="1681618" y="446216"/>
                  </a:lnTo>
                  <a:lnTo>
                    <a:pt x="1673833" y="446477"/>
                  </a:lnTo>
                  <a:lnTo>
                    <a:pt x="1666047" y="446760"/>
                  </a:lnTo>
                  <a:lnTo>
                    <a:pt x="1658262" y="447044"/>
                  </a:lnTo>
                  <a:lnTo>
                    <a:pt x="1650477" y="447326"/>
                  </a:lnTo>
                  <a:lnTo>
                    <a:pt x="1642692" y="447371"/>
                  </a:lnTo>
                  <a:lnTo>
                    <a:pt x="1634906" y="447408"/>
                  </a:lnTo>
                  <a:lnTo>
                    <a:pt x="1627121" y="447445"/>
                  </a:lnTo>
                  <a:lnTo>
                    <a:pt x="1619336" y="447482"/>
                  </a:lnTo>
                  <a:lnTo>
                    <a:pt x="1611550" y="447519"/>
                  </a:lnTo>
                  <a:lnTo>
                    <a:pt x="1603765" y="447608"/>
                  </a:lnTo>
                  <a:lnTo>
                    <a:pt x="1595980" y="447854"/>
                  </a:lnTo>
                  <a:lnTo>
                    <a:pt x="1588195" y="448092"/>
                  </a:lnTo>
                  <a:lnTo>
                    <a:pt x="1580409" y="448329"/>
                  </a:lnTo>
                  <a:lnTo>
                    <a:pt x="1572624" y="448566"/>
                  </a:lnTo>
                  <a:lnTo>
                    <a:pt x="1564839" y="448803"/>
                  </a:lnTo>
                  <a:lnTo>
                    <a:pt x="1557054" y="449038"/>
                  </a:lnTo>
                  <a:lnTo>
                    <a:pt x="1549268" y="448987"/>
                  </a:lnTo>
                  <a:lnTo>
                    <a:pt x="1541483" y="449056"/>
                  </a:lnTo>
                  <a:lnTo>
                    <a:pt x="1533698" y="448964"/>
                  </a:lnTo>
                  <a:lnTo>
                    <a:pt x="1525912" y="448818"/>
                  </a:lnTo>
                  <a:lnTo>
                    <a:pt x="1518127" y="448757"/>
                  </a:lnTo>
                  <a:lnTo>
                    <a:pt x="1510342" y="448696"/>
                  </a:lnTo>
                  <a:lnTo>
                    <a:pt x="1502557" y="448635"/>
                  </a:lnTo>
                  <a:lnTo>
                    <a:pt x="1494771" y="448574"/>
                  </a:lnTo>
                  <a:lnTo>
                    <a:pt x="1486986" y="448515"/>
                  </a:lnTo>
                  <a:lnTo>
                    <a:pt x="1479201" y="448468"/>
                  </a:lnTo>
                  <a:lnTo>
                    <a:pt x="1471416" y="448420"/>
                  </a:lnTo>
                  <a:lnTo>
                    <a:pt x="1463630" y="448372"/>
                  </a:lnTo>
                  <a:lnTo>
                    <a:pt x="1455845" y="448320"/>
                  </a:lnTo>
                  <a:lnTo>
                    <a:pt x="1448060" y="448263"/>
                  </a:lnTo>
                  <a:lnTo>
                    <a:pt x="1440275" y="448205"/>
                  </a:lnTo>
                  <a:lnTo>
                    <a:pt x="1432489" y="448234"/>
                  </a:lnTo>
                  <a:lnTo>
                    <a:pt x="1424704" y="448263"/>
                  </a:lnTo>
                  <a:lnTo>
                    <a:pt x="1416919" y="448468"/>
                  </a:lnTo>
                  <a:lnTo>
                    <a:pt x="1409133" y="448822"/>
                  </a:lnTo>
                  <a:lnTo>
                    <a:pt x="1401348" y="449297"/>
                  </a:lnTo>
                  <a:lnTo>
                    <a:pt x="1393563" y="449518"/>
                  </a:lnTo>
                  <a:lnTo>
                    <a:pt x="1385778" y="449488"/>
                  </a:lnTo>
                  <a:lnTo>
                    <a:pt x="1377992" y="449459"/>
                  </a:lnTo>
                  <a:lnTo>
                    <a:pt x="1370207" y="449429"/>
                  </a:lnTo>
                  <a:lnTo>
                    <a:pt x="1362422" y="449890"/>
                  </a:lnTo>
                  <a:lnTo>
                    <a:pt x="1354637" y="450592"/>
                  </a:lnTo>
                  <a:lnTo>
                    <a:pt x="1346851" y="451293"/>
                  </a:lnTo>
                  <a:lnTo>
                    <a:pt x="1339066" y="451991"/>
                  </a:lnTo>
                  <a:lnTo>
                    <a:pt x="1331281" y="452436"/>
                  </a:lnTo>
                  <a:lnTo>
                    <a:pt x="1323495" y="452350"/>
                  </a:lnTo>
                  <a:lnTo>
                    <a:pt x="1315710" y="452255"/>
                  </a:lnTo>
                  <a:lnTo>
                    <a:pt x="1307925" y="452658"/>
                  </a:lnTo>
                  <a:lnTo>
                    <a:pt x="1300140" y="452628"/>
                  </a:lnTo>
                  <a:lnTo>
                    <a:pt x="1292354" y="452443"/>
                  </a:lnTo>
                  <a:lnTo>
                    <a:pt x="1284569" y="452405"/>
                  </a:lnTo>
                  <a:lnTo>
                    <a:pt x="1276784" y="452777"/>
                  </a:lnTo>
                  <a:lnTo>
                    <a:pt x="1268999" y="453147"/>
                  </a:lnTo>
                  <a:lnTo>
                    <a:pt x="1261213" y="453517"/>
                  </a:lnTo>
                  <a:lnTo>
                    <a:pt x="1253428" y="453886"/>
                  </a:lnTo>
                  <a:lnTo>
                    <a:pt x="1245643" y="454247"/>
                  </a:lnTo>
                  <a:lnTo>
                    <a:pt x="1237857" y="454606"/>
                  </a:lnTo>
                  <a:lnTo>
                    <a:pt x="1230072" y="454964"/>
                  </a:lnTo>
                  <a:lnTo>
                    <a:pt x="1222287" y="455321"/>
                  </a:lnTo>
                  <a:lnTo>
                    <a:pt x="1214502" y="455555"/>
                  </a:lnTo>
                  <a:lnTo>
                    <a:pt x="1206716" y="455380"/>
                  </a:lnTo>
                  <a:lnTo>
                    <a:pt x="1198931" y="455207"/>
                  </a:lnTo>
                  <a:lnTo>
                    <a:pt x="1191146" y="455513"/>
                  </a:lnTo>
                  <a:lnTo>
                    <a:pt x="1183361" y="455818"/>
                  </a:lnTo>
                  <a:lnTo>
                    <a:pt x="1175575" y="456053"/>
                  </a:lnTo>
                  <a:lnTo>
                    <a:pt x="1167790" y="456103"/>
                  </a:lnTo>
                  <a:lnTo>
                    <a:pt x="1160005" y="456180"/>
                  </a:lnTo>
                  <a:lnTo>
                    <a:pt x="1152220" y="456207"/>
                  </a:lnTo>
                  <a:lnTo>
                    <a:pt x="1144434" y="456267"/>
                  </a:lnTo>
                  <a:lnTo>
                    <a:pt x="1136649" y="456923"/>
                  </a:lnTo>
                  <a:lnTo>
                    <a:pt x="1128864" y="457973"/>
                  </a:lnTo>
                  <a:lnTo>
                    <a:pt x="1121078" y="458301"/>
                  </a:lnTo>
                  <a:lnTo>
                    <a:pt x="1113293" y="458515"/>
                  </a:lnTo>
                  <a:lnTo>
                    <a:pt x="1105508" y="458392"/>
                  </a:lnTo>
                  <a:lnTo>
                    <a:pt x="1097723" y="458269"/>
                  </a:lnTo>
                  <a:lnTo>
                    <a:pt x="1089937" y="458657"/>
                  </a:lnTo>
                  <a:lnTo>
                    <a:pt x="1082152" y="459201"/>
                  </a:lnTo>
                  <a:lnTo>
                    <a:pt x="1074367" y="459739"/>
                  </a:lnTo>
                  <a:lnTo>
                    <a:pt x="1066582" y="459949"/>
                  </a:lnTo>
                  <a:lnTo>
                    <a:pt x="1058796" y="459928"/>
                  </a:lnTo>
                  <a:lnTo>
                    <a:pt x="1051011" y="459905"/>
                  </a:lnTo>
                  <a:lnTo>
                    <a:pt x="1043226" y="460518"/>
                  </a:lnTo>
                  <a:lnTo>
                    <a:pt x="1035440" y="460602"/>
                  </a:lnTo>
                  <a:lnTo>
                    <a:pt x="1027655" y="460874"/>
                  </a:lnTo>
                  <a:lnTo>
                    <a:pt x="1019870" y="461420"/>
                  </a:lnTo>
                  <a:lnTo>
                    <a:pt x="1012085" y="461541"/>
                  </a:lnTo>
                  <a:lnTo>
                    <a:pt x="1004299" y="462296"/>
                  </a:lnTo>
                  <a:lnTo>
                    <a:pt x="996514" y="462975"/>
                  </a:lnTo>
                  <a:lnTo>
                    <a:pt x="988729" y="463468"/>
                  </a:lnTo>
                  <a:lnTo>
                    <a:pt x="980944" y="464296"/>
                  </a:lnTo>
                  <a:lnTo>
                    <a:pt x="973158" y="464446"/>
                  </a:lnTo>
                  <a:lnTo>
                    <a:pt x="965373" y="465160"/>
                  </a:lnTo>
                  <a:lnTo>
                    <a:pt x="957588" y="465705"/>
                  </a:lnTo>
                  <a:lnTo>
                    <a:pt x="949802" y="465914"/>
                  </a:lnTo>
                  <a:lnTo>
                    <a:pt x="942017" y="466116"/>
                  </a:lnTo>
                  <a:lnTo>
                    <a:pt x="934232" y="466780"/>
                  </a:lnTo>
                  <a:lnTo>
                    <a:pt x="926447" y="467482"/>
                  </a:lnTo>
                  <a:lnTo>
                    <a:pt x="918661" y="468135"/>
                  </a:lnTo>
                  <a:lnTo>
                    <a:pt x="910876" y="468392"/>
                  </a:lnTo>
                  <a:lnTo>
                    <a:pt x="903091" y="468615"/>
                  </a:lnTo>
                  <a:lnTo>
                    <a:pt x="895306" y="468848"/>
                  </a:lnTo>
                  <a:lnTo>
                    <a:pt x="887520" y="469070"/>
                  </a:lnTo>
                  <a:lnTo>
                    <a:pt x="879735" y="469290"/>
                  </a:lnTo>
                  <a:lnTo>
                    <a:pt x="871950" y="469510"/>
                  </a:lnTo>
                  <a:lnTo>
                    <a:pt x="864165" y="469731"/>
                  </a:lnTo>
                  <a:lnTo>
                    <a:pt x="856379" y="469950"/>
                  </a:lnTo>
                  <a:lnTo>
                    <a:pt x="848594" y="470348"/>
                  </a:lnTo>
                  <a:lnTo>
                    <a:pt x="840809" y="470924"/>
                  </a:lnTo>
                  <a:lnTo>
                    <a:pt x="833023" y="471576"/>
                  </a:lnTo>
                  <a:lnTo>
                    <a:pt x="825238" y="472198"/>
                  </a:lnTo>
                  <a:lnTo>
                    <a:pt x="817453" y="472790"/>
                  </a:lnTo>
                  <a:lnTo>
                    <a:pt x="809668" y="473389"/>
                  </a:lnTo>
                  <a:lnTo>
                    <a:pt x="801882" y="473995"/>
                  </a:lnTo>
                  <a:lnTo>
                    <a:pt x="794097" y="474594"/>
                  </a:lnTo>
                  <a:lnTo>
                    <a:pt x="786312" y="475194"/>
                  </a:lnTo>
                  <a:lnTo>
                    <a:pt x="778527" y="475793"/>
                  </a:lnTo>
                  <a:lnTo>
                    <a:pt x="770741" y="476385"/>
                  </a:lnTo>
                  <a:lnTo>
                    <a:pt x="762956" y="476981"/>
                  </a:lnTo>
                  <a:lnTo>
                    <a:pt x="755171" y="477142"/>
                  </a:lnTo>
                  <a:lnTo>
                    <a:pt x="747385" y="477455"/>
                  </a:lnTo>
                  <a:lnTo>
                    <a:pt x="739600" y="477828"/>
                  </a:lnTo>
                  <a:lnTo>
                    <a:pt x="731815" y="478421"/>
                  </a:lnTo>
                  <a:lnTo>
                    <a:pt x="724030" y="478957"/>
                  </a:lnTo>
                  <a:lnTo>
                    <a:pt x="716244" y="479436"/>
                  </a:lnTo>
                  <a:lnTo>
                    <a:pt x="708459" y="480036"/>
                  </a:lnTo>
                  <a:lnTo>
                    <a:pt x="700674" y="481183"/>
                  </a:lnTo>
                  <a:lnTo>
                    <a:pt x="692889" y="482229"/>
                  </a:lnTo>
                  <a:lnTo>
                    <a:pt x="685103" y="482640"/>
                  </a:lnTo>
                  <a:lnTo>
                    <a:pt x="677318" y="483312"/>
                  </a:lnTo>
                  <a:lnTo>
                    <a:pt x="669533" y="483942"/>
                  </a:lnTo>
                  <a:lnTo>
                    <a:pt x="661747" y="483895"/>
                  </a:lnTo>
                  <a:lnTo>
                    <a:pt x="653962" y="484375"/>
                  </a:lnTo>
                  <a:lnTo>
                    <a:pt x="646177" y="484493"/>
                  </a:lnTo>
                  <a:lnTo>
                    <a:pt x="638392" y="484777"/>
                  </a:lnTo>
                  <a:lnTo>
                    <a:pt x="630606" y="485206"/>
                  </a:lnTo>
                  <a:lnTo>
                    <a:pt x="622821" y="485883"/>
                  </a:lnTo>
                  <a:lnTo>
                    <a:pt x="615036" y="486496"/>
                  </a:lnTo>
                  <a:lnTo>
                    <a:pt x="607251" y="487040"/>
                  </a:lnTo>
                  <a:lnTo>
                    <a:pt x="599465" y="487414"/>
                  </a:lnTo>
                  <a:lnTo>
                    <a:pt x="591680" y="488199"/>
                  </a:lnTo>
                  <a:lnTo>
                    <a:pt x="583895" y="488774"/>
                  </a:lnTo>
                  <a:lnTo>
                    <a:pt x="576110" y="489340"/>
                  </a:lnTo>
                  <a:lnTo>
                    <a:pt x="568324" y="489902"/>
                  </a:lnTo>
                  <a:lnTo>
                    <a:pt x="560539" y="490581"/>
                  </a:lnTo>
                  <a:lnTo>
                    <a:pt x="552754" y="491570"/>
                  </a:lnTo>
                  <a:lnTo>
                    <a:pt x="544968" y="491642"/>
                  </a:lnTo>
                  <a:lnTo>
                    <a:pt x="537183" y="491987"/>
                  </a:lnTo>
                  <a:lnTo>
                    <a:pt x="529398" y="492655"/>
                  </a:lnTo>
                  <a:lnTo>
                    <a:pt x="521613" y="493181"/>
                  </a:lnTo>
                  <a:lnTo>
                    <a:pt x="513827" y="493682"/>
                  </a:lnTo>
                  <a:lnTo>
                    <a:pt x="506042" y="494267"/>
                  </a:lnTo>
                  <a:lnTo>
                    <a:pt x="498257" y="494811"/>
                  </a:lnTo>
                  <a:lnTo>
                    <a:pt x="490472" y="495661"/>
                  </a:lnTo>
                  <a:lnTo>
                    <a:pt x="482686" y="496807"/>
                  </a:lnTo>
                  <a:lnTo>
                    <a:pt x="474901" y="497526"/>
                  </a:lnTo>
                  <a:lnTo>
                    <a:pt x="467116" y="498194"/>
                  </a:lnTo>
                  <a:lnTo>
                    <a:pt x="459330" y="498902"/>
                  </a:lnTo>
                  <a:lnTo>
                    <a:pt x="451545" y="499121"/>
                  </a:lnTo>
                  <a:lnTo>
                    <a:pt x="443760" y="499885"/>
                  </a:lnTo>
                  <a:lnTo>
                    <a:pt x="435975" y="500421"/>
                  </a:lnTo>
                  <a:lnTo>
                    <a:pt x="428189" y="501623"/>
                  </a:lnTo>
                  <a:lnTo>
                    <a:pt x="420404" y="501995"/>
                  </a:lnTo>
                  <a:lnTo>
                    <a:pt x="412619" y="502696"/>
                  </a:lnTo>
                  <a:lnTo>
                    <a:pt x="404834" y="503547"/>
                  </a:lnTo>
                  <a:lnTo>
                    <a:pt x="397048" y="504373"/>
                  </a:lnTo>
                  <a:lnTo>
                    <a:pt x="389263" y="505096"/>
                  </a:lnTo>
                  <a:lnTo>
                    <a:pt x="381478" y="505985"/>
                  </a:lnTo>
                  <a:lnTo>
                    <a:pt x="373692" y="506456"/>
                  </a:lnTo>
                  <a:lnTo>
                    <a:pt x="365907" y="507142"/>
                  </a:lnTo>
                  <a:lnTo>
                    <a:pt x="358122" y="507903"/>
                  </a:lnTo>
                  <a:lnTo>
                    <a:pt x="350337" y="509036"/>
                  </a:lnTo>
                  <a:lnTo>
                    <a:pt x="342551" y="509513"/>
                  </a:lnTo>
                  <a:lnTo>
                    <a:pt x="334766" y="509473"/>
                  </a:lnTo>
                  <a:lnTo>
                    <a:pt x="326981" y="510456"/>
                  </a:lnTo>
                  <a:lnTo>
                    <a:pt x="319196" y="510947"/>
                  </a:lnTo>
                  <a:lnTo>
                    <a:pt x="311410" y="511436"/>
                  </a:lnTo>
                  <a:lnTo>
                    <a:pt x="303625" y="512451"/>
                  </a:lnTo>
                  <a:lnTo>
                    <a:pt x="295840" y="512995"/>
                  </a:lnTo>
                  <a:lnTo>
                    <a:pt x="288055" y="513454"/>
                  </a:lnTo>
                  <a:lnTo>
                    <a:pt x="280269" y="513999"/>
                  </a:lnTo>
                  <a:lnTo>
                    <a:pt x="272484" y="514837"/>
                  </a:lnTo>
                  <a:lnTo>
                    <a:pt x="264699" y="515733"/>
                  </a:lnTo>
                  <a:lnTo>
                    <a:pt x="256913" y="516434"/>
                  </a:lnTo>
                  <a:lnTo>
                    <a:pt x="249128" y="517005"/>
                  </a:lnTo>
                  <a:lnTo>
                    <a:pt x="241343" y="517539"/>
                  </a:lnTo>
                  <a:lnTo>
                    <a:pt x="233558" y="518428"/>
                  </a:lnTo>
                  <a:lnTo>
                    <a:pt x="225772" y="519066"/>
                  </a:lnTo>
                  <a:lnTo>
                    <a:pt x="217987" y="519390"/>
                  </a:lnTo>
                  <a:lnTo>
                    <a:pt x="210202" y="520206"/>
                  </a:lnTo>
                  <a:lnTo>
                    <a:pt x="202417" y="521134"/>
                  </a:lnTo>
                  <a:lnTo>
                    <a:pt x="194631" y="522130"/>
                  </a:lnTo>
                  <a:lnTo>
                    <a:pt x="186846" y="522841"/>
                  </a:lnTo>
                  <a:lnTo>
                    <a:pt x="179061" y="523526"/>
                  </a:lnTo>
                  <a:lnTo>
                    <a:pt x="171275" y="524376"/>
                  </a:lnTo>
                  <a:lnTo>
                    <a:pt x="163490" y="525081"/>
                  </a:lnTo>
                  <a:lnTo>
                    <a:pt x="155705" y="525987"/>
                  </a:lnTo>
                  <a:lnTo>
                    <a:pt x="147920" y="526809"/>
                  </a:lnTo>
                  <a:lnTo>
                    <a:pt x="140134" y="527705"/>
                  </a:lnTo>
                  <a:lnTo>
                    <a:pt x="132349" y="528518"/>
                  </a:lnTo>
                  <a:lnTo>
                    <a:pt x="124564" y="529276"/>
                  </a:lnTo>
                  <a:lnTo>
                    <a:pt x="116779" y="529981"/>
                  </a:lnTo>
                  <a:lnTo>
                    <a:pt x="108993" y="530593"/>
                  </a:lnTo>
                  <a:lnTo>
                    <a:pt x="101208" y="531132"/>
                  </a:lnTo>
                  <a:lnTo>
                    <a:pt x="93423" y="531717"/>
                  </a:lnTo>
                  <a:lnTo>
                    <a:pt x="85637" y="532303"/>
                  </a:lnTo>
                  <a:lnTo>
                    <a:pt x="77852" y="532885"/>
                  </a:lnTo>
                  <a:lnTo>
                    <a:pt x="70067" y="533461"/>
                  </a:lnTo>
                  <a:lnTo>
                    <a:pt x="62282" y="534032"/>
                  </a:lnTo>
                  <a:lnTo>
                    <a:pt x="54496" y="534600"/>
                  </a:lnTo>
                  <a:lnTo>
                    <a:pt x="46711" y="535480"/>
                  </a:lnTo>
                  <a:lnTo>
                    <a:pt x="38926" y="536396"/>
                  </a:lnTo>
                  <a:lnTo>
                    <a:pt x="31141" y="537302"/>
                  </a:lnTo>
                  <a:lnTo>
                    <a:pt x="23355" y="538028"/>
                  </a:lnTo>
                  <a:lnTo>
                    <a:pt x="15570" y="538671"/>
                  </a:lnTo>
                  <a:lnTo>
                    <a:pt x="7785" y="539297"/>
                  </a:lnTo>
                  <a:lnTo>
                    <a:pt x="0" y="539919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5" name="pl244"/>
            <p:cNvSpPr/>
            <p:nvPr/>
          </p:nvSpPr>
          <p:spPr>
            <a:xfrm>
              <a:off x="6049435" y="3422914"/>
              <a:ext cx="2016385" cy="389981"/>
            </a:xfrm>
            <a:custGeom>
              <a:avLst/>
              <a:pathLst>
                <a:path w="2016385" h="389981">
                  <a:moveTo>
                    <a:pt x="0" y="389981"/>
                  </a:moveTo>
                  <a:lnTo>
                    <a:pt x="7785" y="389343"/>
                  </a:lnTo>
                  <a:lnTo>
                    <a:pt x="15570" y="388917"/>
                  </a:lnTo>
                  <a:lnTo>
                    <a:pt x="23355" y="388491"/>
                  </a:lnTo>
                  <a:lnTo>
                    <a:pt x="31141" y="388064"/>
                  </a:lnTo>
                  <a:lnTo>
                    <a:pt x="38926" y="387646"/>
                  </a:lnTo>
                  <a:lnTo>
                    <a:pt x="46711" y="386866"/>
                  </a:lnTo>
                  <a:lnTo>
                    <a:pt x="54496" y="386477"/>
                  </a:lnTo>
                  <a:lnTo>
                    <a:pt x="62282" y="386044"/>
                  </a:lnTo>
                  <a:lnTo>
                    <a:pt x="70067" y="385458"/>
                  </a:lnTo>
                  <a:lnTo>
                    <a:pt x="77852" y="384809"/>
                  </a:lnTo>
                  <a:lnTo>
                    <a:pt x="85637" y="383902"/>
                  </a:lnTo>
                  <a:lnTo>
                    <a:pt x="93423" y="383321"/>
                  </a:lnTo>
                  <a:lnTo>
                    <a:pt x="101208" y="382850"/>
                  </a:lnTo>
                  <a:lnTo>
                    <a:pt x="108993" y="382025"/>
                  </a:lnTo>
                  <a:lnTo>
                    <a:pt x="116779" y="381214"/>
                  </a:lnTo>
                  <a:lnTo>
                    <a:pt x="124564" y="380172"/>
                  </a:lnTo>
                  <a:lnTo>
                    <a:pt x="132349" y="379163"/>
                  </a:lnTo>
                  <a:lnTo>
                    <a:pt x="140134" y="378165"/>
                  </a:lnTo>
                  <a:lnTo>
                    <a:pt x="147920" y="377290"/>
                  </a:lnTo>
                  <a:lnTo>
                    <a:pt x="155705" y="377070"/>
                  </a:lnTo>
                  <a:lnTo>
                    <a:pt x="163490" y="376358"/>
                  </a:lnTo>
                  <a:lnTo>
                    <a:pt x="171275" y="375551"/>
                  </a:lnTo>
                  <a:lnTo>
                    <a:pt x="179061" y="374978"/>
                  </a:lnTo>
                  <a:lnTo>
                    <a:pt x="186846" y="373918"/>
                  </a:lnTo>
                  <a:lnTo>
                    <a:pt x="194631" y="373168"/>
                  </a:lnTo>
                  <a:lnTo>
                    <a:pt x="202417" y="372614"/>
                  </a:lnTo>
                  <a:lnTo>
                    <a:pt x="210202" y="372334"/>
                  </a:lnTo>
                  <a:lnTo>
                    <a:pt x="217987" y="371578"/>
                  </a:lnTo>
                  <a:lnTo>
                    <a:pt x="225772" y="369971"/>
                  </a:lnTo>
                  <a:lnTo>
                    <a:pt x="233558" y="369230"/>
                  </a:lnTo>
                  <a:lnTo>
                    <a:pt x="241343" y="368511"/>
                  </a:lnTo>
                  <a:lnTo>
                    <a:pt x="249128" y="367445"/>
                  </a:lnTo>
                  <a:lnTo>
                    <a:pt x="256913" y="366464"/>
                  </a:lnTo>
                  <a:lnTo>
                    <a:pt x="264699" y="365667"/>
                  </a:lnTo>
                  <a:lnTo>
                    <a:pt x="272484" y="364830"/>
                  </a:lnTo>
                  <a:lnTo>
                    <a:pt x="280269" y="363573"/>
                  </a:lnTo>
                  <a:lnTo>
                    <a:pt x="288055" y="362473"/>
                  </a:lnTo>
                  <a:lnTo>
                    <a:pt x="295840" y="361679"/>
                  </a:lnTo>
                  <a:lnTo>
                    <a:pt x="303625" y="360915"/>
                  </a:lnTo>
                  <a:lnTo>
                    <a:pt x="311410" y="360302"/>
                  </a:lnTo>
                  <a:lnTo>
                    <a:pt x="319196" y="359820"/>
                  </a:lnTo>
                  <a:lnTo>
                    <a:pt x="326981" y="358981"/>
                  </a:lnTo>
                  <a:lnTo>
                    <a:pt x="334766" y="358119"/>
                  </a:lnTo>
                  <a:lnTo>
                    <a:pt x="342551" y="357051"/>
                  </a:lnTo>
                  <a:lnTo>
                    <a:pt x="350337" y="356273"/>
                  </a:lnTo>
                  <a:lnTo>
                    <a:pt x="358122" y="355118"/>
                  </a:lnTo>
                  <a:lnTo>
                    <a:pt x="365907" y="354393"/>
                  </a:lnTo>
                  <a:lnTo>
                    <a:pt x="373692" y="353152"/>
                  </a:lnTo>
                  <a:lnTo>
                    <a:pt x="381478" y="351595"/>
                  </a:lnTo>
                  <a:lnTo>
                    <a:pt x="389263" y="349679"/>
                  </a:lnTo>
                  <a:lnTo>
                    <a:pt x="397048" y="347648"/>
                  </a:lnTo>
                  <a:lnTo>
                    <a:pt x="404834" y="346351"/>
                  </a:lnTo>
                  <a:lnTo>
                    <a:pt x="412619" y="345136"/>
                  </a:lnTo>
                  <a:lnTo>
                    <a:pt x="420404" y="343525"/>
                  </a:lnTo>
                  <a:lnTo>
                    <a:pt x="428189" y="342404"/>
                  </a:lnTo>
                  <a:lnTo>
                    <a:pt x="435975" y="341297"/>
                  </a:lnTo>
                  <a:lnTo>
                    <a:pt x="443760" y="340239"/>
                  </a:lnTo>
                  <a:lnTo>
                    <a:pt x="451545" y="339245"/>
                  </a:lnTo>
                  <a:lnTo>
                    <a:pt x="459330" y="338191"/>
                  </a:lnTo>
                  <a:lnTo>
                    <a:pt x="467116" y="336840"/>
                  </a:lnTo>
                  <a:lnTo>
                    <a:pt x="474901" y="336245"/>
                  </a:lnTo>
                  <a:lnTo>
                    <a:pt x="482686" y="334999"/>
                  </a:lnTo>
                  <a:lnTo>
                    <a:pt x="490472" y="333723"/>
                  </a:lnTo>
                  <a:lnTo>
                    <a:pt x="498257" y="332351"/>
                  </a:lnTo>
                  <a:lnTo>
                    <a:pt x="506042" y="330776"/>
                  </a:lnTo>
                  <a:lnTo>
                    <a:pt x="513827" y="328795"/>
                  </a:lnTo>
                  <a:lnTo>
                    <a:pt x="521613" y="327890"/>
                  </a:lnTo>
                  <a:lnTo>
                    <a:pt x="529398" y="326903"/>
                  </a:lnTo>
                  <a:lnTo>
                    <a:pt x="537183" y="324327"/>
                  </a:lnTo>
                  <a:lnTo>
                    <a:pt x="544968" y="322942"/>
                  </a:lnTo>
                  <a:lnTo>
                    <a:pt x="552754" y="321545"/>
                  </a:lnTo>
                  <a:lnTo>
                    <a:pt x="560539" y="319987"/>
                  </a:lnTo>
                  <a:lnTo>
                    <a:pt x="568324" y="318239"/>
                  </a:lnTo>
                  <a:lnTo>
                    <a:pt x="576110" y="316482"/>
                  </a:lnTo>
                  <a:lnTo>
                    <a:pt x="583895" y="315524"/>
                  </a:lnTo>
                  <a:lnTo>
                    <a:pt x="591680" y="314508"/>
                  </a:lnTo>
                  <a:lnTo>
                    <a:pt x="599465" y="312657"/>
                  </a:lnTo>
                  <a:lnTo>
                    <a:pt x="607251" y="311376"/>
                  </a:lnTo>
                  <a:lnTo>
                    <a:pt x="615036" y="309647"/>
                  </a:lnTo>
                  <a:lnTo>
                    <a:pt x="622821" y="307878"/>
                  </a:lnTo>
                  <a:lnTo>
                    <a:pt x="630606" y="306662"/>
                  </a:lnTo>
                  <a:lnTo>
                    <a:pt x="638392" y="305184"/>
                  </a:lnTo>
                  <a:lnTo>
                    <a:pt x="646177" y="304601"/>
                  </a:lnTo>
                  <a:lnTo>
                    <a:pt x="653962" y="303042"/>
                  </a:lnTo>
                  <a:lnTo>
                    <a:pt x="661747" y="301306"/>
                  </a:lnTo>
                  <a:lnTo>
                    <a:pt x="669533" y="300202"/>
                  </a:lnTo>
                  <a:lnTo>
                    <a:pt x="677318" y="298322"/>
                  </a:lnTo>
                  <a:lnTo>
                    <a:pt x="685103" y="296206"/>
                  </a:lnTo>
                  <a:lnTo>
                    <a:pt x="692889" y="294526"/>
                  </a:lnTo>
                  <a:lnTo>
                    <a:pt x="700674" y="291612"/>
                  </a:lnTo>
                  <a:lnTo>
                    <a:pt x="708459" y="290726"/>
                  </a:lnTo>
                  <a:lnTo>
                    <a:pt x="716244" y="288985"/>
                  </a:lnTo>
                  <a:lnTo>
                    <a:pt x="724030" y="287713"/>
                  </a:lnTo>
                  <a:lnTo>
                    <a:pt x="731815" y="286441"/>
                  </a:lnTo>
                  <a:lnTo>
                    <a:pt x="739600" y="285168"/>
                  </a:lnTo>
                  <a:lnTo>
                    <a:pt x="747385" y="282491"/>
                  </a:lnTo>
                  <a:lnTo>
                    <a:pt x="755171" y="279616"/>
                  </a:lnTo>
                  <a:lnTo>
                    <a:pt x="762956" y="277459"/>
                  </a:lnTo>
                  <a:lnTo>
                    <a:pt x="770741" y="275458"/>
                  </a:lnTo>
                  <a:lnTo>
                    <a:pt x="778527" y="273828"/>
                  </a:lnTo>
                  <a:lnTo>
                    <a:pt x="786312" y="271739"/>
                  </a:lnTo>
                  <a:lnTo>
                    <a:pt x="794097" y="270278"/>
                  </a:lnTo>
                  <a:lnTo>
                    <a:pt x="801882" y="268812"/>
                  </a:lnTo>
                  <a:lnTo>
                    <a:pt x="809668" y="266222"/>
                  </a:lnTo>
                  <a:lnTo>
                    <a:pt x="817453" y="264809"/>
                  </a:lnTo>
                  <a:lnTo>
                    <a:pt x="825238" y="263440"/>
                  </a:lnTo>
                  <a:lnTo>
                    <a:pt x="833023" y="260991"/>
                  </a:lnTo>
                  <a:lnTo>
                    <a:pt x="840809" y="258329"/>
                  </a:lnTo>
                  <a:lnTo>
                    <a:pt x="848594" y="256508"/>
                  </a:lnTo>
                  <a:lnTo>
                    <a:pt x="856379" y="254715"/>
                  </a:lnTo>
                  <a:lnTo>
                    <a:pt x="864165" y="252573"/>
                  </a:lnTo>
                  <a:lnTo>
                    <a:pt x="871950" y="250390"/>
                  </a:lnTo>
                  <a:lnTo>
                    <a:pt x="879735" y="248213"/>
                  </a:lnTo>
                  <a:lnTo>
                    <a:pt x="887520" y="246685"/>
                  </a:lnTo>
                  <a:lnTo>
                    <a:pt x="895306" y="244180"/>
                  </a:lnTo>
                  <a:lnTo>
                    <a:pt x="903091" y="242134"/>
                  </a:lnTo>
                  <a:lnTo>
                    <a:pt x="910876" y="239394"/>
                  </a:lnTo>
                  <a:lnTo>
                    <a:pt x="918661" y="237352"/>
                  </a:lnTo>
                  <a:lnTo>
                    <a:pt x="926447" y="235187"/>
                  </a:lnTo>
                  <a:lnTo>
                    <a:pt x="934232" y="233042"/>
                  </a:lnTo>
                  <a:lnTo>
                    <a:pt x="942017" y="230892"/>
                  </a:lnTo>
                  <a:lnTo>
                    <a:pt x="949802" y="228738"/>
                  </a:lnTo>
                  <a:lnTo>
                    <a:pt x="957588" y="227038"/>
                  </a:lnTo>
                  <a:lnTo>
                    <a:pt x="965373" y="225363"/>
                  </a:lnTo>
                  <a:lnTo>
                    <a:pt x="973158" y="224049"/>
                  </a:lnTo>
                  <a:lnTo>
                    <a:pt x="980944" y="222059"/>
                  </a:lnTo>
                  <a:lnTo>
                    <a:pt x="988729" y="220327"/>
                  </a:lnTo>
                  <a:lnTo>
                    <a:pt x="996514" y="218844"/>
                  </a:lnTo>
                  <a:lnTo>
                    <a:pt x="1004299" y="216976"/>
                  </a:lnTo>
                  <a:lnTo>
                    <a:pt x="1012085" y="215044"/>
                  </a:lnTo>
                  <a:lnTo>
                    <a:pt x="1019870" y="212739"/>
                  </a:lnTo>
                  <a:lnTo>
                    <a:pt x="1027655" y="210326"/>
                  </a:lnTo>
                  <a:lnTo>
                    <a:pt x="1035440" y="207910"/>
                  </a:lnTo>
                  <a:lnTo>
                    <a:pt x="1043226" y="205514"/>
                  </a:lnTo>
                  <a:lnTo>
                    <a:pt x="1051011" y="203117"/>
                  </a:lnTo>
                  <a:lnTo>
                    <a:pt x="1058796" y="200319"/>
                  </a:lnTo>
                  <a:lnTo>
                    <a:pt x="1066582" y="198328"/>
                  </a:lnTo>
                  <a:lnTo>
                    <a:pt x="1074367" y="195947"/>
                  </a:lnTo>
                  <a:lnTo>
                    <a:pt x="1082152" y="193580"/>
                  </a:lnTo>
                  <a:lnTo>
                    <a:pt x="1089937" y="191225"/>
                  </a:lnTo>
                  <a:lnTo>
                    <a:pt x="1097723" y="188878"/>
                  </a:lnTo>
                  <a:lnTo>
                    <a:pt x="1105508" y="186542"/>
                  </a:lnTo>
                  <a:lnTo>
                    <a:pt x="1113293" y="184948"/>
                  </a:lnTo>
                  <a:lnTo>
                    <a:pt x="1121078" y="183396"/>
                  </a:lnTo>
                  <a:lnTo>
                    <a:pt x="1128864" y="180698"/>
                  </a:lnTo>
                  <a:lnTo>
                    <a:pt x="1136649" y="178359"/>
                  </a:lnTo>
                  <a:lnTo>
                    <a:pt x="1144434" y="176340"/>
                  </a:lnTo>
                  <a:lnTo>
                    <a:pt x="1152220" y="174782"/>
                  </a:lnTo>
                  <a:lnTo>
                    <a:pt x="1160005" y="173311"/>
                  </a:lnTo>
                  <a:lnTo>
                    <a:pt x="1167790" y="170684"/>
                  </a:lnTo>
                  <a:lnTo>
                    <a:pt x="1175575" y="169137"/>
                  </a:lnTo>
                  <a:lnTo>
                    <a:pt x="1183361" y="167329"/>
                  </a:lnTo>
                  <a:lnTo>
                    <a:pt x="1191146" y="165212"/>
                  </a:lnTo>
                  <a:lnTo>
                    <a:pt x="1198931" y="163408"/>
                  </a:lnTo>
                  <a:lnTo>
                    <a:pt x="1206716" y="161633"/>
                  </a:lnTo>
                  <a:lnTo>
                    <a:pt x="1214502" y="159875"/>
                  </a:lnTo>
                  <a:lnTo>
                    <a:pt x="1222287" y="158101"/>
                  </a:lnTo>
                  <a:lnTo>
                    <a:pt x="1230072" y="156334"/>
                  </a:lnTo>
                  <a:lnTo>
                    <a:pt x="1237857" y="154585"/>
                  </a:lnTo>
                  <a:lnTo>
                    <a:pt x="1245643" y="152851"/>
                  </a:lnTo>
                  <a:lnTo>
                    <a:pt x="1253428" y="151123"/>
                  </a:lnTo>
                  <a:lnTo>
                    <a:pt x="1261213" y="149402"/>
                  </a:lnTo>
                  <a:lnTo>
                    <a:pt x="1268999" y="147689"/>
                  </a:lnTo>
                  <a:lnTo>
                    <a:pt x="1276784" y="145982"/>
                  </a:lnTo>
                  <a:lnTo>
                    <a:pt x="1284569" y="144169"/>
                  </a:lnTo>
                  <a:lnTo>
                    <a:pt x="1292354" y="142252"/>
                  </a:lnTo>
                  <a:lnTo>
                    <a:pt x="1300140" y="140142"/>
                  </a:lnTo>
                  <a:lnTo>
                    <a:pt x="1307925" y="138044"/>
                  </a:lnTo>
                  <a:lnTo>
                    <a:pt x="1315710" y="135957"/>
                  </a:lnTo>
                  <a:lnTo>
                    <a:pt x="1323495" y="133882"/>
                  </a:lnTo>
                  <a:lnTo>
                    <a:pt x="1331281" y="131818"/>
                  </a:lnTo>
                  <a:lnTo>
                    <a:pt x="1339066" y="129767"/>
                  </a:lnTo>
                  <a:lnTo>
                    <a:pt x="1346851" y="127732"/>
                  </a:lnTo>
                  <a:lnTo>
                    <a:pt x="1354637" y="125715"/>
                  </a:lnTo>
                  <a:lnTo>
                    <a:pt x="1362422" y="123888"/>
                  </a:lnTo>
                  <a:lnTo>
                    <a:pt x="1370207" y="122211"/>
                  </a:lnTo>
                  <a:lnTo>
                    <a:pt x="1377992" y="120502"/>
                  </a:lnTo>
                  <a:lnTo>
                    <a:pt x="1385778" y="118356"/>
                  </a:lnTo>
                  <a:lnTo>
                    <a:pt x="1393563" y="116226"/>
                  </a:lnTo>
                  <a:lnTo>
                    <a:pt x="1401348" y="114115"/>
                  </a:lnTo>
                  <a:lnTo>
                    <a:pt x="1409133" y="112332"/>
                  </a:lnTo>
                  <a:lnTo>
                    <a:pt x="1416919" y="110605"/>
                  </a:lnTo>
                  <a:lnTo>
                    <a:pt x="1424704" y="108891"/>
                  </a:lnTo>
                  <a:lnTo>
                    <a:pt x="1432489" y="107033"/>
                  </a:lnTo>
                  <a:lnTo>
                    <a:pt x="1440275" y="104790"/>
                  </a:lnTo>
                  <a:lnTo>
                    <a:pt x="1448060" y="102781"/>
                  </a:lnTo>
                  <a:lnTo>
                    <a:pt x="1455845" y="101251"/>
                  </a:lnTo>
                  <a:lnTo>
                    <a:pt x="1463630" y="99730"/>
                  </a:lnTo>
                  <a:lnTo>
                    <a:pt x="1471416" y="97807"/>
                  </a:lnTo>
                  <a:lnTo>
                    <a:pt x="1479201" y="95815"/>
                  </a:lnTo>
                  <a:lnTo>
                    <a:pt x="1486986" y="94129"/>
                  </a:lnTo>
                  <a:lnTo>
                    <a:pt x="1494771" y="92454"/>
                  </a:lnTo>
                  <a:lnTo>
                    <a:pt x="1502557" y="90796"/>
                  </a:lnTo>
                  <a:lnTo>
                    <a:pt x="1510342" y="89151"/>
                  </a:lnTo>
                  <a:lnTo>
                    <a:pt x="1518127" y="87518"/>
                  </a:lnTo>
                  <a:lnTo>
                    <a:pt x="1525912" y="85897"/>
                  </a:lnTo>
                  <a:lnTo>
                    <a:pt x="1533698" y="84292"/>
                  </a:lnTo>
                  <a:lnTo>
                    <a:pt x="1541483" y="82700"/>
                  </a:lnTo>
                  <a:lnTo>
                    <a:pt x="1549268" y="81120"/>
                  </a:lnTo>
                  <a:lnTo>
                    <a:pt x="1557054" y="79552"/>
                  </a:lnTo>
                  <a:lnTo>
                    <a:pt x="1564839" y="77994"/>
                  </a:lnTo>
                  <a:lnTo>
                    <a:pt x="1572624" y="76373"/>
                  </a:lnTo>
                  <a:lnTo>
                    <a:pt x="1580409" y="74762"/>
                  </a:lnTo>
                  <a:lnTo>
                    <a:pt x="1588195" y="73163"/>
                  </a:lnTo>
                  <a:lnTo>
                    <a:pt x="1595980" y="71582"/>
                  </a:lnTo>
                  <a:lnTo>
                    <a:pt x="1603765" y="70213"/>
                  </a:lnTo>
                  <a:lnTo>
                    <a:pt x="1611550" y="68854"/>
                  </a:lnTo>
                  <a:lnTo>
                    <a:pt x="1619336" y="67395"/>
                  </a:lnTo>
                  <a:lnTo>
                    <a:pt x="1627121" y="65683"/>
                  </a:lnTo>
                  <a:lnTo>
                    <a:pt x="1634906" y="63988"/>
                  </a:lnTo>
                  <a:lnTo>
                    <a:pt x="1642692" y="62308"/>
                  </a:lnTo>
                  <a:lnTo>
                    <a:pt x="1650477" y="60794"/>
                  </a:lnTo>
                  <a:lnTo>
                    <a:pt x="1658262" y="59301"/>
                  </a:lnTo>
                  <a:lnTo>
                    <a:pt x="1666047" y="57744"/>
                  </a:lnTo>
                  <a:lnTo>
                    <a:pt x="1673833" y="56144"/>
                  </a:lnTo>
                  <a:lnTo>
                    <a:pt x="1681618" y="54542"/>
                  </a:lnTo>
                  <a:lnTo>
                    <a:pt x="1689403" y="52927"/>
                  </a:lnTo>
                  <a:lnTo>
                    <a:pt x="1697188" y="51328"/>
                  </a:lnTo>
                  <a:lnTo>
                    <a:pt x="1704974" y="49745"/>
                  </a:lnTo>
                  <a:lnTo>
                    <a:pt x="1712759" y="48178"/>
                  </a:lnTo>
                  <a:lnTo>
                    <a:pt x="1720544" y="46627"/>
                  </a:lnTo>
                  <a:lnTo>
                    <a:pt x="1728330" y="45096"/>
                  </a:lnTo>
                  <a:lnTo>
                    <a:pt x="1736115" y="43698"/>
                  </a:lnTo>
                  <a:lnTo>
                    <a:pt x="1743900" y="42413"/>
                  </a:lnTo>
                  <a:lnTo>
                    <a:pt x="1751685" y="40987"/>
                  </a:lnTo>
                  <a:lnTo>
                    <a:pt x="1759471" y="39557"/>
                  </a:lnTo>
                  <a:lnTo>
                    <a:pt x="1767256" y="38296"/>
                  </a:lnTo>
                  <a:lnTo>
                    <a:pt x="1775041" y="37062"/>
                  </a:lnTo>
                  <a:lnTo>
                    <a:pt x="1782826" y="35839"/>
                  </a:lnTo>
                  <a:lnTo>
                    <a:pt x="1790612" y="34628"/>
                  </a:lnTo>
                  <a:lnTo>
                    <a:pt x="1798397" y="33428"/>
                  </a:lnTo>
                  <a:lnTo>
                    <a:pt x="1806182" y="32106"/>
                  </a:lnTo>
                  <a:lnTo>
                    <a:pt x="1813967" y="30653"/>
                  </a:lnTo>
                  <a:lnTo>
                    <a:pt x="1821753" y="29217"/>
                  </a:lnTo>
                  <a:lnTo>
                    <a:pt x="1829538" y="27797"/>
                  </a:lnTo>
                  <a:lnTo>
                    <a:pt x="1837323" y="26394"/>
                  </a:lnTo>
                  <a:lnTo>
                    <a:pt x="1845109" y="25010"/>
                  </a:lnTo>
                  <a:lnTo>
                    <a:pt x="1852894" y="23871"/>
                  </a:lnTo>
                  <a:lnTo>
                    <a:pt x="1860679" y="22876"/>
                  </a:lnTo>
                  <a:lnTo>
                    <a:pt x="1868464" y="21599"/>
                  </a:lnTo>
                  <a:lnTo>
                    <a:pt x="1876250" y="20341"/>
                  </a:lnTo>
                  <a:lnTo>
                    <a:pt x="1884035" y="19096"/>
                  </a:lnTo>
                  <a:lnTo>
                    <a:pt x="1891820" y="17866"/>
                  </a:lnTo>
                  <a:lnTo>
                    <a:pt x="1899605" y="16650"/>
                  </a:lnTo>
                  <a:lnTo>
                    <a:pt x="1907391" y="15448"/>
                  </a:lnTo>
                  <a:lnTo>
                    <a:pt x="1915176" y="14270"/>
                  </a:lnTo>
                  <a:lnTo>
                    <a:pt x="1922961" y="13082"/>
                  </a:lnTo>
                  <a:lnTo>
                    <a:pt x="1930747" y="11914"/>
                  </a:lnTo>
                  <a:lnTo>
                    <a:pt x="1938532" y="10763"/>
                  </a:lnTo>
                  <a:lnTo>
                    <a:pt x="1946317" y="9625"/>
                  </a:lnTo>
                  <a:lnTo>
                    <a:pt x="1954102" y="8451"/>
                  </a:lnTo>
                  <a:lnTo>
                    <a:pt x="1961888" y="7291"/>
                  </a:lnTo>
                  <a:lnTo>
                    <a:pt x="1969673" y="6146"/>
                  </a:lnTo>
                  <a:lnTo>
                    <a:pt x="1977458" y="5079"/>
                  </a:lnTo>
                  <a:lnTo>
                    <a:pt x="1985243" y="4037"/>
                  </a:lnTo>
                  <a:lnTo>
                    <a:pt x="1993029" y="3008"/>
                  </a:lnTo>
                  <a:lnTo>
                    <a:pt x="2000814" y="1990"/>
                  </a:lnTo>
                  <a:lnTo>
                    <a:pt x="2008599" y="98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6" name="pl245"/>
            <p:cNvSpPr/>
            <p:nvPr/>
          </p:nvSpPr>
          <p:spPr>
            <a:xfrm>
              <a:off x="6049435" y="3863045"/>
              <a:ext cx="2016385" cy="99788"/>
            </a:xfrm>
            <a:custGeom>
              <a:avLst/>
              <a:pathLst>
                <a:path w="2016385" h="99788">
                  <a:moveTo>
                    <a:pt x="2016385" y="0"/>
                  </a:moveTo>
                  <a:lnTo>
                    <a:pt x="2008599" y="279"/>
                  </a:lnTo>
                  <a:lnTo>
                    <a:pt x="2000814" y="534"/>
                  </a:lnTo>
                  <a:lnTo>
                    <a:pt x="1993029" y="614"/>
                  </a:lnTo>
                  <a:lnTo>
                    <a:pt x="1985243" y="694"/>
                  </a:lnTo>
                  <a:lnTo>
                    <a:pt x="1977458" y="773"/>
                  </a:lnTo>
                  <a:lnTo>
                    <a:pt x="1969673" y="853"/>
                  </a:lnTo>
                  <a:lnTo>
                    <a:pt x="1961888" y="923"/>
                  </a:lnTo>
                  <a:lnTo>
                    <a:pt x="1954102" y="993"/>
                  </a:lnTo>
                  <a:lnTo>
                    <a:pt x="1946317" y="1027"/>
                  </a:lnTo>
                  <a:lnTo>
                    <a:pt x="1938532" y="877"/>
                  </a:lnTo>
                  <a:lnTo>
                    <a:pt x="1930747" y="1218"/>
                  </a:lnTo>
                  <a:lnTo>
                    <a:pt x="1922961" y="1302"/>
                  </a:lnTo>
                  <a:lnTo>
                    <a:pt x="1915176" y="1387"/>
                  </a:lnTo>
                  <a:lnTo>
                    <a:pt x="1907391" y="1472"/>
                  </a:lnTo>
                  <a:lnTo>
                    <a:pt x="1899605" y="1557"/>
                  </a:lnTo>
                  <a:lnTo>
                    <a:pt x="1891820" y="1642"/>
                  </a:lnTo>
                  <a:lnTo>
                    <a:pt x="1884035" y="1724"/>
                  </a:lnTo>
                  <a:lnTo>
                    <a:pt x="1876250" y="1804"/>
                  </a:lnTo>
                  <a:lnTo>
                    <a:pt x="1868464" y="1883"/>
                  </a:lnTo>
                  <a:lnTo>
                    <a:pt x="1860679" y="1962"/>
                  </a:lnTo>
                  <a:lnTo>
                    <a:pt x="1852894" y="2036"/>
                  </a:lnTo>
                  <a:lnTo>
                    <a:pt x="1845109" y="2109"/>
                  </a:lnTo>
                  <a:lnTo>
                    <a:pt x="1837323" y="2182"/>
                  </a:lnTo>
                  <a:lnTo>
                    <a:pt x="1829538" y="2255"/>
                  </a:lnTo>
                  <a:lnTo>
                    <a:pt x="1821753" y="2328"/>
                  </a:lnTo>
                  <a:lnTo>
                    <a:pt x="1813967" y="2558"/>
                  </a:lnTo>
                  <a:lnTo>
                    <a:pt x="1806182" y="2894"/>
                  </a:lnTo>
                  <a:lnTo>
                    <a:pt x="1798397" y="3230"/>
                  </a:lnTo>
                  <a:lnTo>
                    <a:pt x="1790612" y="3565"/>
                  </a:lnTo>
                  <a:lnTo>
                    <a:pt x="1782826" y="3899"/>
                  </a:lnTo>
                  <a:lnTo>
                    <a:pt x="1775041" y="4214"/>
                  </a:lnTo>
                  <a:lnTo>
                    <a:pt x="1767256" y="4197"/>
                  </a:lnTo>
                  <a:lnTo>
                    <a:pt x="1759471" y="4179"/>
                  </a:lnTo>
                  <a:lnTo>
                    <a:pt x="1751685" y="4152"/>
                  </a:lnTo>
                  <a:lnTo>
                    <a:pt x="1743900" y="4120"/>
                  </a:lnTo>
                  <a:lnTo>
                    <a:pt x="1736115" y="4106"/>
                  </a:lnTo>
                  <a:lnTo>
                    <a:pt x="1728330" y="4355"/>
                  </a:lnTo>
                  <a:lnTo>
                    <a:pt x="1720544" y="4643"/>
                  </a:lnTo>
                  <a:lnTo>
                    <a:pt x="1712759" y="4932"/>
                  </a:lnTo>
                  <a:lnTo>
                    <a:pt x="1704974" y="5222"/>
                  </a:lnTo>
                  <a:lnTo>
                    <a:pt x="1697188" y="5513"/>
                  </a:lnTo>
                  <a:lnTo>
                    <a:pt x="1689403" y="5804"/>
                  </a:lnTo>
                  <a:lnTo>
                    <a:pt x="1681618" y="6085"/>
                  </a:lnTo>
                  <a:lnTo>
                    <a:pt x="1673833" y="6346"/>
                  </a:lnTo>
                  <a:lnTo>
                    <a:pt x="1666047" y="6630"/>
                  </a:lnTo>
                  <a:lnTo>
                    <a:pt x="1658262" y="6913"/>
                  </a:lnTo>
                  <a:lnTo>
                    <a:pt x="1650477" y="7196"/>
                  </a:lnTo>
                  <a:lnTo>
                    <a:pt x="1642692" y="7240"/>
                  </a:lnTo>
                  <a:lnTo>
                    <a:pt x="1634906" y="7277"/>
                  </a:lnTo>
                  <a:lnTo>
                    <a:pt x="1627121" y="7314"/>
                  </a:lnTo>
                  <a:lnTo>
                    <a:pt x="1619336" y="7351"/>
                  </a:lnTo>
                  <a:lnTo>
                    <a:pt x="1611550" y="7389"/>
                  </a:lnTo>
                  <a:lnTo>
                    <a:pt x="1603765" y="7477"/>
                  </a:lnTo>
                  <a:lnTo>
                    <a:pt x="1595980" y="7723"/>
                  </a:lnTo>
                  <a:lnTo>
                    <a:pt x="1588195" y="7961"/>
                  </a:lnTo>
                  <a:lnTo>
                    <a:pt x="1580409" y="8199"/>
                  </a:lnTo>
                  <a:lnTo>
                    <a:pt x="1572624" y="8435"/>
                  </a:lnTo>
                  <a:lnTo>
                    <a:pt x="1564839" y="8672"/>
                  </a:lnTo>
                  <a:lnTo>
                    <a:pt x="1557054" y="8907"/>
                  </a:lnTo>
                  <a:lnTo>
                    <a:pt x="1549268" y="8857"/>
                  </a:lnTo>
                  <a:lnTo>
                    <a:pt x="1541483" y="8926"/>
                  </a:lnTo>
                  <a:lnTo>
                    <a:pt x="1533698" y="8833"/>
                  </a:lnTo>
                  <a:lnTo>
                    <a:pt x="1525912" y="8687"/>
                  </a:lnTo>
                  <a:lnTo>
                    <a:pt x="1518127" y="8626"/>
                  </a:lnTo>
                  <a:lnTo>
                    <a:pt x="1510342" y="8565"/>
                  </a:lnTo>
                  <a:lnTo>
                    <a:pt x="1502557" y="8504"/>
                  </a:lnTo>
                  <a:lnTo>
                    <a:pt x="1494771" y="8443"/>
                  </a:lnTo>
                  <a:lnTo>
                    <a:pt x="1486986" y="8385"/>
                  </a:lnTo>
                  <a:lnTo>
                    <a:pt x="1479201" y="8337"/>
                  </a:lnTo>
                  <a:lnTo>
                    <a:pt x="1471416" y="8289"/>
                  </a:lnTo>
                  <a:lnTo>
                    <a:pt x="1463630" y="8241"/>
                  </a:lnTo>
                  <a:lnTo>
                    <a:pt x="1455845" y="8190"/>
                  </a:lnTo>
                  <a:lnTo>
                    <a:pt x="1448060" y="8132"/>
                  </a:lnTo>
                  <a:lnTo>
                    <a:pt x="1440275" y="8074"/>
                  </a:lnTo>
                  <a:lnTo>
                    <a:pt x="1432489" y="8103"/>
                  </a:lnTo>
                  <a:lnTo>
                    <a:pt x="1424704" y="8132"/>
                  </a:lnTo>
                  <a:lnTo>
                    <a:pt x="1416919" y="8337"/>
                  </a:lnTo>
                  <a:lnTo>
                    <a:pt x="1409133" y="8691"/>
                  </a:lnTo>
                  <a:lnTo>
                    <a:pt x="1401348" y="9166"/>
                  </a:lnTo>
                  <a:lnTo>
                    <a:pt x="1393563" y="9387"/>
                  </a:lnTo>
                  <a:lnTo>
                    <a:pt x="1385778" y="9358"/>
                  </a:lnTo>
                  <a:lnTo>
                    <a:pt x="1377992" y="9328"/>
                  </a:lnTo>
                  <a:lnTo>
                    <a:pt x="1370207" y="9298"/>
                  </a:lnTo>
                  <a:lnTo>
                    <a:pt x="1362422" y="9759"/>
                  </a:lnTo>
                  <a:lnTo>
                    <a:pt x="1354637" y="10462"/>
                  </a:lnTo>
                  <a:lnTo>
                    <a:pt x="1346851" y="11162"/>
                  </a:lnTo>
                  <a:lnTo>
                    <a:pt x="1339066" y="11860"/>
                  </a:lnTo>
                  <a:lnTo>
                    <a:pt x="1331281" y="12306"/>
                  </a:lnTo>
                  <a:lnTo>
                    <a:pt x="1323495" y="12219"/>
                  </a:lnTo>
                  <a:lnTo>
                    <a:pt x="1315710" y="12125"/>
                  </a:lnTo>
                  <a:lnTo>
                    <a:pt x="1307925" y="12527"/>
                  </a:lnTo>
                  <a:lnTo>
                    <a:pt x="1300140" y="12497"/>
                  </a:lnTo>
                  <a:lnTo>
                    <a:pt x="1292354" y="12312"/>
                  </a:lnTo>
                  <a:lnTo>
                    <a:pt x="1284569" y="12275"/>
                  </a:lnTo>
                  <a:lnTo>
                    <a:pt x="1276784" y="12646"/>
                  </a:lnTo>
                  <a:lnTo>
                    <a:pt x="1268999" y="13017"/>
                  </a:lnTo>
                  <a:lnTo>
                    <a:pt x="1261213" y="13386"/>
                  </a:lnTo>
                  <a:lnTo>
                    <a:pt x="1253428" y="13756"/>
                  </a:lnTo>
                  <a:lnTo>
                    <a:pt x="1245643" y="14116"/>
                  </a:lnTo>
                  <a:lnTo>
                    <a:pt x="1237857" y="14475"/>
                  </a:lnTo>
                  <a:lnTo>
                    <a:pt x="1230072" y="14833"/>
                  </a:lnTo>
                  <a:lnTo>
                    <a:pt x="1222287" y="15190"/>
                  </a:lnTo>
                  <a:lnTo>
                    <a:pt x="1214502" y="15424"/>
                  </a:lnTo>
                  <a:lnTo>
                    <a:pt x="1206716" y="15249"/>
                  </a:lnTo>
                  <a:lnTo>
                    <a:pt x="1198931" y="15076"/>
                  </a:lnTo>
                  <a:lnTo>
                    <a:pt x="1191146" y="15382"/>
                  </a:lnTo>
                  <a:lnTo>
                    <a:pt x="1183361" y="15687"/>
                  </a:lnTo>
                  <a:lnTo>
                    <a:pt x="1175575" y="15922"/>
                  </a:lnTo>
                  <a:lnTo>
                    <a:pt x="1167790" y="15972"/>
                  </a:lnTo>
                  <a:lnTo>
                    <a:pt x="1160005" y="16049"/>
                  </a:lnTo>
                  <a:lnTo>
                    <a:pt x="1152220" y="16077"/>
                  </a:lnTo>
                  <a:lnTo>
                    <a:pt x="1144434" y="16136"/>
                  </a:lnTo>
                  <a:lnTo>
                    <a:pt x="1136649" y="16792"/>
                  </a:lnTo>
                  <a:lnTo>
                    <a:pt x="1128864" y="17843"/>
                  </a:lnTo>
                  <a:lnTo>
                    <a:pt x="1121078" y="18170"/>
                  </a:lnTo>
                  <a:lnTo>
                    <a:pt x="1113293" y="18384"/>
                  </a:lnTo>
                  <a:lnTo>
                    <a:pt x="1105508" y="18261"/>
                  </a:lnTo>
                  <a:lnTo>
                    <a:pt x="1097723" y="18138"/>
                  </a:lnTo>
                  <a:lnTo>
                    <a:pt x="1089937" y="18526"/>
                  </a:lnTo>
                  <a:lnTo>
                    <a:pt x="1082152" y="19070"/>
                  </a:lnTo>
                  <a:lnTo>
                    <a:pt x="1074367" y="19609"/>
                  </a:lnTo>
                  <a:lnTo>
                    <a:pt x="1066582" y="19818"/>
                  </a:lnTo>
                  <a:lnTo>
                    <a:pt x="1058796" y="19797"/>
                  </a:lnTo>
                  <a:lnTo>
                    <a:pt x="1051011" y="19774"/>
                  </a:lnTo>
                  <a:lnTo>
                    <a:pt x="1043226" y="20388"/>
                  </a:lnTo>
                  <a:lnTo>
                    <a:pt x="1035440" y="20472"/>
                  </a:lnTo>
                  <a:lnTo>
                    <a:pt x="1027655" y="20743"/>
                  </a:lnTo>
                  <a:lnTo>
                    <a:pt x="1019870" y="21289"/>
                  </a:lnTo>
                  <a:lnTo>
                    <a:pt x="1012085" y="21410"/>
                  </a:lnTo>
                  <a:lnTo>
                    <a:pt x="1004299" y="22166"/>
                  </a:lnTo>
                  <a:lnTo>
                    <a:pt x="996514" y="22844"/>
                  </a:lnTo>
                  <a:lnTo>
                    <a:pt x="988729" y="23338"/>
                  </a:lnTo>
                  <a:lnTo>
                    <a:pt x="980944" y="24166"/>
                  </a:lnTo>
                  <a:lnTo>
                    <a:pt x="973158" y="24315"/>
                  </a:lnTo>
                  <a:lnTo>
                    <a:pt x="965373" y="25030"/>
                  </a:lnTo>
                  <a:lnTo>
                    <a:pt x="957588" y="25575"/>
                  </a:lnTo>
                  <a:lnTo>
                    <a:pt x="949802" y="25783"/>
                  </a:lnTo>
                  <a:lnTo>
                    <a:pt x="942017" y="25985"/>
                  </a:lnTo>
                  <a:lnTo>
                    <a:pt x="934232" y="26649"/>
                  </a:lnTo>
                  <a:lnTo>
                    <a:pt x="926447" y="27351"/>
                  </a:lnTo>
                  <a:lnTo>
                    <a:pt x="918661" y="28004"/>
                  </a:lnTo>
                  <a:lnTo>
                    <a:pt x="910876" y="28261"/>
                  </a:lnTo>
                  <a:lnTo>
                    <a:pt x="903091" y="28484"/>
                  </a:lnTo>
                  <a:lnTo>
                    <a:pt x="895306" y="28717"/>
                  </a:lnTo>
                  <a:lnTo>
                    <a:pt x="887520" y="28939"/>
                  </a:lnTo>
                  <a:lnTo>
                    <a:pt x="879735" y="29159"/>
                  </a:lnTo>
                  <a:lnTo>
                    <a:pt x="871950" y="29380"/>
                  </a:lnTo>
                  <a:lnTo>
                    <a:pt x="864165" y="29600"/>
                  </a:lnTo>
                  <a:lnTo>
                    <a:pt x="856379" y="29820"/>
                  </a:lnTo>
                  <a:lnTo>
                    <a:pt x="848594" y="30218"/>
                  </a:lnTo>
                  <a:lnTo>
                    <a:pt x="840809" y="30793"/>
                  </a:lnTo>
                  <a:lnTo>
                    <a:pt x="833023" y="31446"/>
                  </a:lnTo>
                  <a:lnTo>
                    <a:pt x="825238" y="32067"/>
                  </a:lnTo>
                  <a:lnTo>
                    <a:pt x="817453" y="32659"/>
                  </a:lnTo>
                  <a:lnTo>
                    <a:pt x="809668" y="33258"/>
                  </a:lnTo>
                  <a:lnTo>
                    <a:pt x="801882" y="33864"/>
                  </a:lnTo>
                  <a:lnTo>
                    <a:pt x="794097" y="34463"/>
                  </a:lnTo>
                  <a:lnTo>
                    <a:pt x="786312" y="35064"/>
                  </a:lnTo>
                  <a:lnTo>
                    <a:pt x="778527" y="35662"/>
                  </a:lnTo>
                  <a:lnTo>
                    <a:pt x="770741" y="36254"/>
                  </a:lnTo>
                  <a:lnTo>
                    <a:pt x="762956" y="36850"/>
                  </a:lnTo>
                  <a:lnTo>
                    <a:pt x="755171" y="37011"/>
                  </a:lnTo>
                  <a:lnTo>
                    <a:pt x="747385" y="37325"/>
                  </a:lnTo>
                  <a:lnTo>
                    <a:pt x="739600" y="37697"/>
                  </a:lnTo>
                  <a:lnTo>
                    <a:pt x="731815" y="38291"/>
                  </a:lnTo>
                  <a:lnTo>
                    <a:pt x="724030" y="38826"/>
                  </a:lnTo>
                  <a:lnTo>
                    <a:pt x="716244" y="39305"/>
                  </a:lnTo>
                  <a:lnTo>
                    <a:pt x="708459" y="39905"/>
                  </a:lnTo>
                  <a:lnTo>
                    <a:pt x="700674" y="41053"/>
                  </a:lnTo>
                  <a:lnTo>
                    <a:pt x="692889" y="42098"/>
                  </a:lnTo>
                  <a:lnTo>
                    <a:pt x="685103" y="42509"/>
                  </a:lnTo>
                  <a:lnTo>
                    <a:pt x="677318" y="43182"/>
                  </a:lnTo>
                  <a:lnTo>
                    <a:pt x="669533" y="43811"/>
                  </a:lnTo>
                  <a:lnTo>
                    <a:pt x="661747" y="43765"/>
                  </a:lnTo>
                  <a:lnTo>
                    <a:pt x="653962" y="44244"/>
                  </a:lnTo>
                  <a:lnTo>
                    <a:pt x="646177" y="44363"/>
                  </a:lnTo>
                  <a:lnTo>
                    <a:pt x="638392" y="44646"/>
                  </a:lnTo>
                  <a:lnTo>
                    <a:pt x="630606" y="45075"/>
                  </a:lnTo>
                  <a:lnTo>
                    <a:pt x="622821" y="45752"/>
                  </a:lnTo>
                  <a:lnTo>
                    <a:pt x="615036" y="46366"/>
                  </a:lnTo>
                  <a:lnTo>
                    <a:pt x="607251" y="46910"/>
                  </a:lnTo>
                  <a:lnTo>
                    <a:pt x="599465" y="47284"/>
                  </a:lnTo>
                  <a:lnTo>
                    <a:pt x="591680" y="48068"/>
                  </a:lnTo>
                  <a:lnTo>
                    <a:pt x="583895" y="48643"/>
                  </a:lnTo>
                  <a:lnTo>
                    <a:pt x="576110" y="49209"/>
                  </a:lnTo>
                  <a:lnTo>
                    <a:pt x="568324" y="49771"/>
                  </a:lnTo>
                  <a:lnTo>
                    <a:pt x="560539" y="50450"/>
                  </a:lnTo>
                  <a:lnTo>
                    <a:pt x="552754" y="51439"/>
                  </a:lnTo>
                  <a:lnTo>
                    <a:pt x="544968" y="51512"/>
                  </a:lnTo>
                  <a:lnTo>
                    <a:pt x="537183" y="51856"/>
                  </a:lnTo>
                  <a:lnTo>
                    <a:pt x="529398" y="52525"/>
                  </a:lnTo>
                  <a:lnTo>
                    <a:pt x="521613" y="53051"/>
                  </a:lnTo>
                  <a:lnTo>
                    <a:pt x="513827" y="53551"/>
                  </a:lnTo>
                  <a:lnTo>
                    <a:pt x="506042" y="54137"/>
                  </a:lnTo>
                  <a:lnTo>
                    <a:pt x="498257" y="54680"/>
                  </a:lnTo>
                  <a:lnTo>
                    <a:pt x="490472" y="55530"/>
                  </a:lnTo>
                  <a:lnTo>
                    <a:pt x="482686" y="56677"/>
                  </a:lnTo>
                  <a:lnTo>
                    <a:pt x="474901" y="57395"/>
                  </a:lnTo>
                  <a:lnTo>
                    <a:pt x="467116" y="58064"/>
                  </a:lnTo>
                  <a:lnTo>
                    <a:pt x="459330" y="58771"/>
                  </a:lnTo>
                  <a:lnTo>
                    <a:pt x="451545" y="58990"/>
                  </a:lnTo>
                  <a:lnTo>
                    <a:pt x="443760" y="59754"/>
                  </a:lnTo>
                  <a:lnTo>
                    <a:pt x="435975" y="60291"/>
                  </a:lnTo>
                  <a:lnTo>
                    <a:pt x="428189" y="61492"/>
                  </a:lnTo>
                  <a:lnTo>
                    <a:pt x="420404" y="61865"/>
                  </a:lnTo>
                  <a:lnTo>
                    <a:pt x="412619" y="62565"/>
                  </a:lnTo>
                  <a:lnTo>
                    <a:pt x="404834" y="63416"/>
                  </a:lnTo>
                  <a:lnTo>
                    <a:pt x="397048" y="64242"/>
                  </a:lnTo>
                  <a:lnTo>
                    <a:pt x="389263" y="64965"/>
                  </a:lnTo>
                  <a:lnTo>
                    <a:pt x="381478" y="65854"/>
                  </a:lnTo>
                  <a:lnTo>
                    <a:pt x="373692" y="66325"/>
                  </a:lnTo>
                  <a:lnTo>
                    <a:pt x="365907" y="67012"/>
                  </a:lnTo>
                  <a:lnTo>
                    <a:pt x="358122" y="67772"/>
                  </a:lnTo>
                  <a:lnTo>
                    <a:pt x="350337" y="68906"/>
                  </a:lnTo>
                  <a:lnTo>
                    <a:pt x="342551" y="69382"/>
                  </a:lnTo>
                  <a:lnTo>
                    <a:pt x="334766" y="69342"/>
                  </a:lnTo>
                  <a:lnTo>
                    <a:pt x="326981" y="70325"/>
                  </a:lnTo>
                  <a:lnTo>
                    <a:pt x="319196" y="70816"/>
                  </a:lnTo>
                  <a:lnTo>
                    <a:pt x="311410" y="71305"/>
                  </a:lnTo>
                  <a:lnTo>
                    <a:pt x="303625" y="72321"/>
                  </a:lnTo>
                  <a:lnTo>
                    <a:pt x="295840" y="72864"/>
                  </a:lnTo>
                  <a:lnTo>
                    <a:pt x="288055" y="73323"/>
                  </a:lnTo>
                  <a:lnTo>
                    <a:pt x="280269" y="73868"/>
                  </a:lnTo>
                  <a:lnTo>
                    <a:pt x="272484" y="74707"/>
                  </a:lnTo>
                  <a:lnTo>
                    <a:pt x="264699" y="75602"/>
                  </a:lnTo>
                  <a:lnTo>
                    <a:pt x="256913" y="76303"/>
                  </a:lnTo>
                  <a:lnTo>
                    <a:pt x="249128" y="76874"/>
                  </a:lnTo>
                  <a:lnTo>
                    <a:pt x="241343" y="77408"/>
                  </a:lnTo>
                  <a:lnTo>
                    <a:pt x="233558" y="78297"/>
                  </a:lnTo>
                  <a:lnTo>
                    <a:pt x="225772" y="78935"/>
                  </a:lnTo>
                  <a:lnTo>
                    <a:pt x="217987" y="79259"/>
                  </a:lnTo>
                  <a:lnTo>
                    <a:pt x="210202" y="80075"/>
                  </a:lnTo>
                  <a:lnTo>
                    <a:pt x="202417" y="81003"/>
                  </a:lnTo>
                  <a:lnTo>
                    <a:pt x="194631" y="81999"/>
                  </a:lnTo>
                  <a:lnTo>
                    <a:pt x="186846" y="82710"/>
                  </a:lnTo>
                  <a:lnTo>
                    <a:pt x="179061" y="83395"/>
                  </a:lnTo>
                  <a:lnTo>
                    <a:pt x="171275" y="84245"/>
                  </a:lnTo>
                  <a:lnTo>
                    <a:pt x="163490" y="84950"/>
                  </a:lnTo>
                  <a:lnTo>
                    <a:pt x="155705" y="85856"/>
                  </a:lnTo>
                  <a:lnTo>
                    <a:pt x="147920" y="86679"/>
                  </a:lnTo>
                  <a:lnTo>
                    <a:pt x="140134" y="87575"/>
                  </a:lnTo>
                  <a:lnTo>
                    <a:pt x="132349" y="88387"/>
                  </a:lnTo>
                  <a:lnTo>
                    <a:pt x="124564" y="89146"/>
                  </a:lnTo>
                  <a:lnTo>
                    <a:pt x="116779" y="89850"/>
                  </a:lnTo>
                  <a:lnTo>
                    <a:pt x="108993" y="90462"/>
                  </a:lnTo>
                  <a:lnTo>
                    <a:pt x="101208" y="91002"/>
                  </a:lnTo>
                  <a:lnTo>
                    <a:pt x="93423" y="91587"/>
                  </a:lnTo>
                  <a:lnTo>
                    <a:pt x="85637" y="92173"/>
                  </a:lnTo>
                  <a:lnTo>
                    <a:pt x="77852" y="92755"/>
                  </a:lnTo>
                  <a:lnTo>
                    <a:pt x="70067" y="93330"/>
                  </a:lnTo>
                  <a:lnTo>
                    <a:pt x="62282" y="93902"/>
                  </a:lnTo>
                  <a:lnTo>
                    <a:pt x="54496" y="94469"/>
                  </a:lnTo>
                  <a:lnTo>
                    <a:pt x="46711" y="95349"/>
                  </a:lnTo>
                  <a:lnTo>
                    <a:pt x="38926" y="96265"/>
                  </a:lnTo>
                  <a:lnTo>
                    <a:pt x="31141" y="97171"/>
                  </a:lnTo>
                  <a:lnTo>
                    <a:pt x="23355" y="97897"/>
                  </a:lnTo>
                  <a:lnTo>
                    <a:pt x="15570" y="98540"/>
                  </a:lnTo>
                  <a:lnTo>
                    <a:pt x="7785" y="99167"/>
                  </a:lnTo>
                  <a:lnTo>
                    <a:pt x="0" y="997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6049435" y="3516667"/>
              <a:ext cx="2016385" cy="443466"/>
            </a:xfrm>
            <a:custGeom>
              <a:avLst/>
              <a:pathLst>
                <a:path w="2016385" h="443466">
                  <a:moveTo>
                    <a:pt x="0" y="288996"/>
                  </a:moveTo>
                  <a:lnTo>
                    <a:pt x="7785" y="289074"/>
                  </a:lnTo>
                  <a:lnTo>
                    <a:pt x="15570" y="289153"/>
                  </a:lnTo>
                  <a:lnTo>
                    <a:pt x="23355" y="289195"/>
                  </a:lnTo>
                  <a:lnTo>
                    <a:pt x="31141" y="289165"/>
                  </a:lnTo>
                  <a:lnTo>
                    <a:pt x="38926" y="289330"/>
                  </a:lnTo>
                  <a:lnTo>
                    <a:pt x="46711" y="289223"/>
                  </a:lnTo>
                  <a:lnTo>
                    <a:pt x="54496" y="289115"/>
                  </a:lnTo>
                  <a:lnTo>
                    <a:pt x="62282" y="289029"/>
                  </a:lnTo>
                  <a:lnTo>
                    <a:pt x="70067" y="288947"/>
                  </a:lnTo>
                  <a:lnTo>
                    <a:pt x="77852" y="288790"/>
                  </a:lnTo>
                  <a:lnTo>
                    <a:pt x="85637" y="288626"/>
                  </a:lnTo>
                  <a:lnTo>
                    <a:pt x="93423" y="288384"/>
                  </a:lnTo>
                  <a:lnTo>
                    <a:pt x="101208" y="288182"/>
                  </a:lnTo>
                  <a:lnTo>
                    <a:pt x="108993" y="287973"/>
                  </a:lnTo>
                  <a:lnTo>
                    <a:pt x="116779" y="287764"/>
                  </a:lnTo>
                  <a:lnTo>
                    <a:pt x="124564" y="287403"/>
                  </a:lnTo>
                  <a:lnTo>
                    <a:pt x="132349" y="286929"/>
                  </a:lnTo>
                  <a:lnTo>
                    <a:pt x="140134" y="286458"/>
                  </a:lnTo>
                  <a:lnTo>
                    <a:pt x="147920" y="286215"/>
                  </a:lnTo>
                  <a:lnTo>
                    <a:pt x="155705" y="285800"/>
                  </a:lnTo>
                  <a:lnTo>
                    <a:pt x="163490" y="285273"/>
                  </a:lnTo>
                  <a:lnTo>
                    <a:pt x="171275" y="284745"/>
                  </a:lnTo>
                  <a:lnTo>
                    <a:pt x="179061" y="284097"/>
                  </a:lnTo>
                  <a:lnTo>
                    <a:pt x="186846" y="283425"/>
                  </a:lnTo>
                  <a:lnTo>
                    <a:pt x="194631" y="282714"/>
                  </a:lnTo>
                  <a:lnTo>
                    <a:pt x="202417" y="282267"/>
                  </a:lnTo>
                  <a:lnTo>
                    <a:pt x="210202" y="282089"/>
                  </a:lnTo>
                  <a:lnTo>
                    <a:pt x="217987" y="281371"/>
                  </a:lnTo>
                  <a:lnTo>
                    <a:pt x="225772" y="280755"/>
                  </a:lnTo>
                  <a:lnTo>
                    <a:pt x="233558" y="280302"/>
                  </a:lnTo>
                  <a:lnTo>
                    <a:pt x="241343" y="279874"/>
                  </a:lnTo>
                  <a:lnTo>
                    <a:pt x="249128" y="279143"/>
                  </a:lnTo>
                  <a:lnTo>
                    <a:pt x="256913" y="278381"/>
                  </a:lnTo>
                  <a:lnTo>
                    <a:pt x="264699" y="277618"/>
                  </a:lnTo>
                  <a:lnTo>
                    <a:pt x="272484" y="276870"/>
                  </a:lnTo>
                  <a:lnTo>
                    <a:pt x="280269" y="276270"/>
                  </a:lnTo>
                  <a:lnTo>
                    <a:pt x="288055" y="275979"/>
                  </a:lnTo>
                  <a:lnTo>
                    <a:pt x="295840" y="275793"/>
                  </a:lnTo>
                  <a:lnTo>
                    <a:pt x="303625" y="275615"/>
                  </a:lnTo>
                  <a:lnTo>
                    <a:pt x="311410" y="275098"/>
                  </a:lnTo>
                  <a:lnTo>
                    <a:pt x="319196" y="274509"/>
                  </a:lnTo>
                  <a:lnTo>
                    <a:pt x="326981" y="274038"/>
                  </a:lnTo>
                  <a:lnTo>
                    <a:pt x="334766" y="273498"/>
                  </a:lnTo>
                  <a:lnTo>
                    <a:pt x="342551" y="272956"/>
                  </a:lnTo>
                  <a:lnTo>
                    <a:pt x="350337" y="272241"/>
                  </a:lnTo>
                  <a:lnTo>
                    <a:pt x="358122" y="271696"/>
                  </a:lnTo>
                  <a:lnTo>
                    <a:pt x="365907" y="271325"/>
                  </a:lnTo>
                  <a:lnTo>
                    <a:pt x="373692" y="270787"/>
                  </a:lnTo>
                  <a:lnTo>
                    <a:pt x="381478" y="270237"/>
                  </a:lnTo>
                  <a:lnTo>
                    <a:pt x="389263" y="269228"/>
                  </a:lnTo>
                  <a:lnTo>
                    <a:pt x="397048" y="268222"/>
                  </a:lnTo>
                  <a:lnTo>
                    <a:pt x="404834" y="267424"/>
                  </a:lnTo>
                  <a:lnTo>
                    <a:pt x="412619" y="267146"/>
                  </a:lnTo>
                  <a:lnTo>
                    <a:pt x="420404" y="266003"/>
                  </a:lnTo>
                  <a:lnTo>
                    <a:pt x="428189" y="265087"/>
                  </a:lnTo>
                  <a:lnTo>
                    <a:pt x="435975" y="264318"/>
                  </a:lnTo>
                  <a:lnTo>
                    <a:pt x="443760" y="263489"/>
                  </a:lnTo>
                  <a:lnTo>
                    <a:pt x="451545" y="262883"/>
                  </a:lnTo>
                  <a:lnTo>
                    <a:pt x="459330" y="261800"/>
                  </a:lnTo>
                  <a:lnTo>
                    <a:pt x="467116" y="260989"/>
                  </a:lnTo>
                  <a:lnTo>
                    <a:pt x="474901" y="260187"/>
                  </a:lnTo>
                  <a:lnTo>
                    <a:pt x="482686" y="259787"/>
                  </a:lnTo>
                  <a:lnTo>
                    <a:pt x="490472" y="259142"/>
                  </a:lnTo>
                  <a:lnTo>
                    <a:pt x="498257" y="258563"/>
                  </a:lnTo>
                  <a:lnTo>
                    <a:pt x="506042" y="257841"/>
                  </a:lnTo>
                  <a:lnTo>
                    <a:pt x="513827" y="257176"/>
                  </a:lnTo>
                  <a:lnTo>
                    <a:pt x="521613" y="256669"/>
                  </a:lnTo>
                  <a:lnTo>
                    <a:pt x="529398" y="256298"/>
                  </a:lnTo>
                  <a:lnTo>
                    <a:pt x="537183" y="256012"/>
                  </a:lnTo>
                  <a:lnTo>
                    <a:pt x="544968" y="255180"/>
                  </a:lnTo>
                  <a:lnTo>
                    <a:pt x="552754" y="254814"/>
                  </a:lnTo>
                  <a:lnTo>
                    <a:pt x="560539" y="253317"/>
                  </a:lnTo>
                  <a:lnTo>
                    <a:pt x="568324" y="252567"/>
                  </a:lnTo>
                  <a:lnTo>
                    <a:pt x="576110" y="251654"/>
                  </a:lnTo>
                  <a:lnTo>
                    <a:pt x="583895" y="251201"/>
                  </a:lnTo>
                  <a:lnTo>
                    <a:pt x="591680" y="250305"/>
                  </a:lnTo>
                  <a:lnTo>
                    <a:pt x="599465" y="249741"/>
                  </a:lnTo>
                  <a:lnTo>
                    <a:pt x="607251" y="248679"/>
                  </a:lnTo>
                  <a:lnTo>
                    <a:pt x="615036" y="247938"/>
                  </a:lnTo>
                  <a:lnTo>
                    <a:pt x="622821" y="246823"/>
                  </a:lnTo>
                  <a:lnTo>
                    <a:pt x="630606" y="246074"/>
                  </a:lnTo>
                  <a:lnTo>
                    <a:pt x="638392" y="245327"/>
                  </a:lnTo>
                  <a:lnTo>
                    <a:pt x="646177" y="244580"/>
                  </a:lnTo>
                  <a:lnTo>
                    <a:pt x="653962" y="243795"/>
                  </a:lnTo>
                  <a:lnTo>
                    <a:pt x="661747" y="242161"/>
                  </a:lnTo>
                  <a:lnTo>
                    <a:pt x="669533" y="240887"/>
                  </a:lnTo>
                  <a:lnTo>
                    <a:pt x="677318" y="239445"/>
                  </a:lnTo>
                  <a:lnTo>
                    <a:pt x="685103" y="237980"/>
                  </a:lnTo>
                  <a:lnTo>
                    <a:pt x="692889" y="236648"/>
                  </a:lnTo>
                  <a:lnTo>
                    <a:pt x="700674" y="235305"/>
                  </a:lnTo>
                  <a:lnTo>
                    <a:pt x="708459" y="234315"/>
                  </a:lnTo>
                  <a:lnTo>
                    <a:pt x="716244" y="233291"/>
                  </a:lnTo>
                  <a:lnTo>
                    <a:pt x="724030" y="232284"/>
                  </a:lnTo>
                  <a:lnTo>
                    <a:pt x="731815" y="231277"/>
                  </a:lnTo>
                  <a:lnTo>
                    <a:pt x="739600" y="230295"/>
                  </a:lnTo>
                  <a:lnTo>
                    <a:pt x="747385" y="229349"/>
                  </a:lnTo>
                  <a:lnTo>
                    <a:pt x="755171" y="228242"/>
                  </a:lnTo>
                  <a:lnTo>
                    <a:pt x="762956" y="227457"/>
                  </a:lnTo>
                  <a:lnTo>
                    <a:pt x="770741" y="226516"/>
                  </a:lnTo>
                  <a:lnTo>
                    <a:pt x="778527" y="225701"/>
                  </a:lnTo>
                  <a:lnTo>
                    <a:pt x="786312" y="224884"/>
                  </a:lnTo>
                  <a:lnTo>
                    <a:pt x="794097" y="224033"/>
                  </a:lnTo>
                  <a:lnTo>
                    <a:pt x="801882" y="222713"/>
                  </a:lnTo>
                  <a:lnTo>
                    <a:pt x="809668" y="221876"/>
                  </a:lnTo>
                  <a:lnTo>
                    <a:pt x="817453" y="220976"/>
                  </a:lnTo>
                  <a:lnTo>
                    <a:pt x="825238" y="219861"/>
                  </a:lnTo>
                  <a:lnTo>
                    <a:pt x="833023" y="218911"/>
                  </a:lnTo>
                  <a:lnTo>
                    <a:pt x="840809" y="217996"/>
                  </a:lnTo>
                  <a:lnTo>
                    <a:pt x="848594" y="216975"/>
                  </a:lnTo>
                  <a:lnTo>
                    <a:pt x="856379" y="214995"/>
                  </a:lnTo>
                  <a:lnTo>
                    <a:pt x="864165" y="213965"/>
                  </a:lnTo>
                  <a:lnTo>
                    <a:pt x="871950" y="212835"/>
                  </a:lnTo>
                  <a:lnTo>
                    <a:pt x="879735" y="211419"/>
                  </a:lnTo>
                  <a:lnTo>
                    <a:pt x="887520" y="209528"/>
                  </a:lnTo>
                  <a:lnTo>
                    <a:pt x="895306" y="208181"/>
                  </a:lnTo>
                  <a:lnTo>
                    <a:pt x="903091" y="206549"/>
                  </a:lnTo>
                  <a:lnTo>
                    <a:pt x="910876" y="204920"/>
                  </a:lnTo>
                  <a:lnTo>
                    <a:pt x="918661" y="203939"/>
                  </a:lnTo>
                  <a:lnTo>
                    <a:pt x="926447" y="203065"/>
                  </a:lnTo>
                  <a:lnTo>
                    <a:pt x="934232" y="202236"/>
                  </a:lnTo>
                  <a:lnTo>
                    <a:pt x="942017" y="201602"/>
                  </a:lnTo>
                  <a:lnTo>
                    <a:pt x="949802" y="200416"/>
                  </a:lnTo>
                  <a:lnTo>
                    <a:pt x="957588" y="199509"/>
                  </a:lnTo>
                  <a:lnTo>
                    <a:pt x="965373" y="198634"/>
                  </a:lnTo>
                  <a:lnTo>
                    <a:pt x="973158" y="197180"/>
                  </a:lnTo>
                  <a:lnTo>
                    <a:pt x="980944" y="196289"/>
                  </a:lnTo>
                  <a:lnTo>
                    <a:pt x="988729" y="195592"/>
                  </a:lnTo>
                  <a:lnTo>
                    <a:pt x="996514" y="193601"/>
                  </a:lnTo>
                  <a:lnTo>
                    <a:pt x="1004299" y="191609"/>
                  </a:lnTo>
                  <a:lnTo>
                    <a:pt x="1012085" y="189731"/>
                  </a:lnTo>
                  <a:lnTo>
                    <a:pt x="1019870" y="188226"/>
                  </a:lnTo>
                  <a:lnTo>
                    <a:pt x="1027655" y="186740"/>
                  </a:lnTo>
                  <a:lnTo>
                    <a:pt x="1035440" y="185239"/>
                  </a:lnTo>
                  <a:lnTo>
                    <a:pt x="1043226" y="183736"/>
                  </a:lnTo>
                  <a:lnTo>
                    <a:pt x="1051011" y="182253"/>
                  </a:lnTo>
                  <a:lnTo>
                    <a:pt x="1058796" y="180770"/>
                  </a:lnTo>
                  <a:lnTo>
                    <a:pt x="1066582" y="179660"/>
                  </a:lnTo>
                  <a:lnTo>
                    <a:pt x="1074367" y="178615"/>
                  </a:lnTo>
                  <a:lnTo>
                    <a:pt x="1082152" y="177588"/>
                  </a:lnTo>
                  <a:lnTo>
                    <a:pt x="1089937" y="176560"/>
                  </a:lnTo>
                  <a:lnTo>
                    <a:pt x="1097723" y="175326"/>
                  </a:lnTo>
                  <a:lnTo>
                    <a:pt x="1105508" y="174277"/>
                  </a:lnTo>
                  <a:lnTo>
                    <a:pt x="1113293" y="172900"/>
                  </a:lnTo>
                  <a:lnTo>
                    <a:pt x="1121078" y="171446"/>
                  </a:lnTo>
                  <a:lnTo>
                    <a:pt x="1128864" y="169795"/>
                  </a:lnTo>
                  <a:lnTo>
                    <a:pt x="1136649" y="167897"/>
                  </a:lnTo>
                  <a:lnTo>
                    <a:pt x="1144434" y="166129"/>
                  </a:lnTo>
                  <a:lnTo>
                    <a:pt x="1152220" y="165290"/>
                  </a:lnTo>
                  <a:lnTo>
                    <a:pt x="1160005" y="163647"/>
                  </a:lnTo>
                  <a:lnTo>
                    <a:pt x="1167790" y="162172"/>
                  </a:lnTo>
                  <a:lnTo>
                    <a:pt x="1175575" y="160975"/>
                  </a:lnTo>
                  <a:lnTo>
                    <a:pt x="1183361" y="159774"/>
                  </a:lnTo>
                  <a:lnTo>
                    <a:pt x="1191146" y="158445"/>
                  </a:lnTo>
                  <a:lnTo>
                    <a:pt x="1198931" y="157000"/>
                  </a:lnTo>
                  <a:lnTo>
                    <a:pt x="1206716" y="155556"/>
                  </a:lnTo>
                  <a:lnTo>
                    <a:pt x="1214502" y="154078"/>
                  </a:lnTo>
                  <a:lnTo>
                    <a:pt x="1222287" y="151948"/>
                  </a:lnTo>
                  <a:lnTo>
                    <a:pt x="1230072" y="150020"/>
                  </a:lnTo>
                  <a:lnTo>
                    <a:pt x="1237857" y="148469"/>
                  </a:lnTo>
                  <a:lnTo>
                    <a:pt x="1245643" y="146942"/>
                  </a:lnTo>
                  <a:lnTo>
                    <a:pt x="1253428" y="145601"/>
                  </a:lnTo>
                  <a:lnTo>
                    <a:pt x="1261213" y="143887"/>
                  </a:lnTo>
                  <a:lnTo>
                    <a:pt x="1268999" y="142728"/>
                  </a:lnTo>
                  <a:lnTo>
                    <a:pt x="1276784" y="141646"/>
                  </a:lnTo>
                  <a:lnTo>
                    <a:pt x="1284569" y="140565"/>
                  </a:lnTo>
                  <a:lnTo>
                    <a:pt x="1292354" y="139060"/>
                  </a:lnTo>
                  <a:lnTo>
                    <a:pt x="1300140" y="137484"/>
                  </a:lnTo>
                  <a:lnTo>
                    <a:pt x="1307925" y="135909"/>
                  </a:lnTo>
                  <a:lnTo>
                    <a:pt x="1315710" y="134479"/>
                  </a:lnTo>
                  <a:lnTo>
                    <a:pt x="1323495" y="133147"/>
                  </a:lnTo>
                  <a:lnTo>
                    <a:pt x="1331281" y="131467"/>
                  </a:lnTo>
                  <a:lnTo>
                    <a:pt x="1339066" y="129904"/>
                  </a:lnTo>
                  <a:lnTo>
                    <a:pt x="1346851" y="128578"/>
                  </a:lnTo>
                  <a:lnTo>
                    <a:pt x="1354637" y="126711"/>
                  </a:lnTo>
                  <a:lnTo>
                    <a:pt x="1362422" y="124874"/>
                  </a:lnTo>
                  <a:lnTo>
                    <a:pt x="1370207" y="123506"/>
                  </a:lnTo>
                  <a:lnTo>
                    <a:pt x="1377992" y="122229"/>
                  </a:lnTo>
                  <a:lnTo>
                    <a:pt x="1385778" y="120579"/>
                  </a:lnTo>
                  <a:lnTo>
                    <a:pt x="1393563" y="118917"/>
                  </a:lnTo>
                  <a:lnTo>
                    <a:pt x="1401348" y="117554"/>
                  </a:lnTo>
                  <a:lnTo>
                    <a:pt x="1409133" y="115874"/>
                  </a:lnTo>
                  <a:lnTo>
                    <a:pt x="1416919" y="114197"/>
                  </a:lnTo>
                  <a:lnTo>
                    <a:pt x="1424704" y="112525"/>
                  </a:lnTo>
                  <a:lnTo>
                    <a:pt x="1432489" y="110838"/>
                  </a:lnTo>
                  <a:lnTo>
                    <a:pt x="1440275" y="109187"/>
                  </a:lnTo>
                  <a:lnTo>
                    <a:pt x="1448060" y="107620"/>
                  </a:lnTo>
                  <a:lnTo>
                    <a:pt x="1455845" y="106205"/>
                  </a:lnTo>
                  <a:lnTo>
                    <a:pt x="1463630" y="104668"/>
                  </a:lnTo>
                  <a:lnTo>
                    <a:pt x="1471416" y="103128"/>
                  </a:lnTo>
                  <a:lnTo>
                    <a:pt x="1479201" y="101591"/>
                  </a:lnTo>
                  <a:lnTo>
                    <a:pt x="1486986" y="100064"/>
                  </a:lnTo>
                  <a:lnTo>
                    <a:pt x="1494771" y="98541"/>
                  </a:lnTo>
                  <a:lnTo>
                    <a:pt x="1502557" y="97020"/>
                  </a:lnTo>
                  <a:lnTo>
                    <a:pt x="1510342" y="95511"/>
                  </a:lnTo>
                  <a:lnTo>
                    <a:pt x="1518127" y="94095"/>
                  </a:lnTo>
                  <a:lnTo>
                    <a:pt x="1525912" y="92682"/>
                  </a:lnTo>
                  <a:lnTo>
                    <a:pt x="1533698" y="91272"/>
                  </a:lnTo>
                  <a:lnTo>
                    <a:pt x="1541483" y="89865"/>
                  </a:lnTo>
                  <a:lnTo>
                    <a:pt x="1549268" y="88080"/>
                  </a:lnTo>
                  <a:lnTo>
                    <a:pt x="1557054" y="86455"/>
                  </a:lnTo>
                  <a:lnTo>
                    <a:pt x="1564839" y="84962"/>
                  </a:lnTo>
                  <a:lnTo>
                    <a:pt x="1572624" y="83479"/>
                  </a:lnTo>
                  <a:lnTo>
                    <a:pt x="1580409" y="82050"/>
                  </a:lnTo>
                  <a:lnTo>
                    <a:pt x="1588195" y="80625"/>
                  </a:lnTo>
                  <a:lnTo>
                    <a:pt x="1595980" y="79203"/>
                  </a:lnTo>
                  <a:lnTo>
                    <a:pt x="1603765" y="77790"/>
                  </a:lnTo>
                  <a:lnTo>
                    <a:pt x="1611550" y="76373"/>
                  </a:lnTo>
                  <a:lnTo>
                    <a:pt x="1619336" y="74603"/>
                  </a:lnTo>
                  <a:lnTo>
                    <a:pt x="1627121" y="73212"/>
                  </a:lnTo>
                  <a:lnTo>
                    <a:pt x="1634906" y="72111"/>
                  </a:lnTo>
                  <a:lnTo>
                    <a:pt x="1642692" y="70365"/>
                  </a:lnTo>
                  <a:lnTo>
                    <a:pt x="1650477" y="68756"/>
                  </a:lnTo>
                  <a:lnTo>
                    <a:pt x="1658262" y="67315"/>
                  </a:lnTo>
                  <a:lnTo>
                    <a:pt x="1666047" y="65801"/>
                  </a:lnTo>
                  <a:lnTo>
                    <a:pt x="1673833" y="64221"/>
                  </a:lnTo>
                  <a:lnTo>
                    <a:pt x="1681618" y="62606"/>
                  </a:lnTo>
                  <a:lnTo>
                    <a:pt x="1689403" y="61003"/>
                  </a:lnTo>
                  <a:lnTo>
                    <a:pt x="1697188" y="59406"/>
                  </a:lnTo>
                  <a:lnTo>
                    <a:pt x="1704974" y="57815"/>
                  </a:lnTo>
                  <a:lnTo>
                    <a:pt x="1712759" y="56229"/>
                  </a:lnTo>
                  <a:lnTo>
                    <a:pt x="1720544" y="54649"/>
                  </a:lnTo>
                  <a:lnTo>
                    <a:pt x="1728330" y="53075"/>
                  </a:lnTo>
                  <a:lnTo>
                    <a:pt x="1736115" y="51507"/>
                  </a:lnTo>
                  <a:lnTo>
                    <a:pt x="1743900" y="49945"/>
                  </a:lnTo>
                  <a:lnTo>
                    <a:pt x="1751685" y="48388"/>
                  </a:lnTo>
                  <a:lnTo>
                    <a:pt x="1759471" y="46838"/>
                  </a:lnTo>
                  <a:lnTo>
                    <a:pt x="1767256" y="45295"/>
                  </a:lnTo>
                  <a:lnTo>
                    <a:pt x="1775041" y="43757"/>
                  </a:lnTo>
                  <a:lnTo>
                    <a:pt x="1782826" y="42225"/>
                  </a:lnTo>
                  <a:lnTo>
                    <a:pt x="1790612" y="40700"/>
                  </a:lnTo>
                  <a:lnTo>
                    <a:pt x="1798397" y="39181"/>
                  </a:lnTo>
                  <a:lnTo>
                    <a:pt x="1806182" y="37669"/>
                  </a:lnTo>
                  <a:lnTo>
                    <a:pt x="1813967" y="36163"/>
                  </a:lnTo>
                  <a:lnTo>
                    <a:pt x="1821753" y="34664"/>
                  </a:lnTo>
                  <a:lnTo>
                    <a:pt x="1829538" y="33177"/>
                  </a:lnTo>
                  <a:lnTo>
                    <a:pt x="1837323" y="31692"/>
                  </a:lnTo>
                  <a:lnTo>
                    <a:pt x="1845109" y="30206"/>
                  </a:lnTo>
                  <a:lnTo>
                    <a:pt x="1852894" y="28730"/>
                  </a:lnTo>
                  <a:lnTo>
                    <a:pt x="1860679" y="27117"/>
                  </a:lnTo>
                  <a:lnTo>
                    <a:pt x="1868464" y="25368"/>
                  </a:lnTo>
                  <a:lnTo>
                    <a:pt x="1876250" y="24059"/>
                  </a:lnTo>
                  <a:lnTo>
                    <a:pt x="1884035" y="22904"/>
                  </a:lnTo>
                  <a:lnTo>
                    <a:pt x="1891820" y="21472"/>
                  </a:lnTo>
                  <a:lnTo>
                    <a:pt x="1899605" y="20305"/>
                  </a:lnTo>
                  <a:lnTo>
                    <a:pt x="1907391" y="19209"/>
                  </a:lnTo>
                  <a:lnTo>
                    <a:pt x="1915176" y="18128"/>
                  </a:lnTo>
                  <a:lnTo>
                    <a:pt x="1922961" y="16854"/>
                  </a:lnTo>
                  <a:lnTo>
                    <a:pt x="1930747" y="15960"/>
                  </a:lnTo>
                  <a:lnTo>
                    <a:pt x="1938532" y="14374"/>
                  </a:lnTo>
                  <a:lnTo>
                    <a:pt x="1946317" y="12789"/>
                  </a:lnTo>
                  <a:lnTo>
                    <a:pt x="1954102" y="11212"/>
                  </a:lnTo>
                  <a:lnTo>
                    <a:pt x="1961888" y="9650"/>
                  </a:lnTo>
                  <a:lnTo>
                    <a:pt x="1969673" y="8098"/>
                  </a:lnTo>
                  <a:lnTo>
                    <a:pt x="1977458" y="6555"/>
                  </a:lnTo>
                  <a:lnTo>
                    <a:pt x="1985243" y="5092"/>
                  </a:lnTo>
                  <a:lnTo>
                    <a:pt x="1993029" y="3804"/>
                  </a:lnTo>
                  <a:lnTo>
                    <a:pt x="2000814" y="2529"/>
                  </a:lnTo>
                  <a:lnTo>
                    <a:pt x="2008599" y="1261"/>
                  </a:lnTo>
                  <a:lnTo>
                    <a:pt x="2016385" y="0"/>
                  </a:lnTo>
                  <a:lnTo>
                    <a:pt x="2016385" y="373697"/>
                  </a:lnTo>
                  <a:lnTo>
                    <a:pt x="2008599" y="373624"/>
                  </a:lnTo>
                  <a:lnTo>
                    <a:pt x="2000814" y="373552"/>
                  </a:lnTo>
                  <a:lnTo>
                    <a:pt x="1993029" y="373480"/>
                  </a:lnTo>
                  <a:lnTo>
                    <a:pt x="1985243" y="373408"/>
                  </a:lnTo>
                  <a:lnTo>
                    <a:pt x="1977458" y="373336"/>
                  </a:lnTo>
                  <a:lnTo>
                    <a:pt x="1969673" y="373264"/>
                  </a:lnTo>
                  <a:lnTo>
                    <a:pt x="1961888" y="373457"/>
                  </a:lnTo>
                  <a:lnTo>
                    <a:pt x="1954102" y="373704"/>
                  </a:lnTo>
                  <a:lnTo>
                    <a:pt x="1946317" y="373952"/>
                  </a:lnTo>
                  <a:lnTo>
                    <a:pt x="1938532" y="374199"/>
                  </a:lnTo>
                  <a:lnTo>
                    <a:pt x="1930747" y="374456"/>
                  </a:lnTo>
                  <a:lnTo>
                    <a:pt x="1922961" y="374712"/>
                  </a:lnTo>
                  <a:lnTo>
                    <a:pt x="1915176" y="374967"/>
                  </a:lnTo>
                  <a:lnTo>
                    <a:pt x="1907391" y="375222"/>
                  </a:lnTo>
                  <a:lnTo>
                    <a:pt x="1899605" y="375477"/>
                  </a:lnTo>
                  <a:lnTo>
                    <a:pt x="1891820" y="375732"/>
                  </a:lnTo>
                  <a:lnTo>
                    <a:pt x="1884035" y="375986"/>
                  </a:lnTo>
                  <a:lnTo>
                    <a:pt x="1876250" y="376236"/>
                  </a:lnTo>
                  <a:lnTo>
                    <a:pt x="1868464" y="376460"/>
                  </a:lnTo>
                  <a:lnTo>
                    <a:pt x="1860679" y="376462"/>
                  </a:lnTo>
                  <a:lnTo>
                    <a:pt x="1852894" y="376463"/>
                  </a:lnTo>
                  <a:lnTo>
                    <a:pt x="1845109" y="376460"/>
                  </a:lnTo>
                  <a:lnTo>
                    <a:pt x="1837323" y="376454"/>
                  </a:lnTo>
                  <a:lnTo>
                    <a:pt x="1829538" y="376446"/>
                  </a:lnTo>
                  <a:lnTo>
                    <a:pt x="1821753" y="376435"/>
                  </a:lnTo>
                  <a:lnTo>
                    <a:pt x="1813967" y="376424"/>
                  </a:lnTo>
                  <a:lnTo>
                    <a:pt x="1806182" y="376212"/>
                  </a:lnTo>
                  <a:lnTo>
                    <a:pt x="1798397" y="375982"/>
                  </a:lnTo>
                  <a:lnTo>
                    <a:pt x="1790612" y="375752"/>
                  </a:lnTo>
                  <a:lnTo>
                    <a:pt x="1782826" y="375522"/>
                  </a:lnTo>
                  <a:lnTo>
                    <a:pt x="1775041" y="375494"/>
                  </a:lnTo>
                  <a:lnTo>
                    <a:pt x="1767256" y="375742"/>
                  </a:lnTo>
                  <a:lnTo>
                    <a:pt x="1759471" y="375989"/>
                  </a:lnTo>
                  <a:lnTo>
                    <a:pt x="1751685" y="376236"/>
                  </a:lnTo>
                  <a:lnTo>
                    <a:pt x="1743900" y="376381"/>
                  </a:lnTo>
                  <a:lnTo>
                    <a:pt x="1736115" y="376382"/>
                  </a:lnTo>
                  <a:lnTo>
                    <a:pt x="1728330" y="376492"/>
                  </a:lnTo>
                  <a:lnTo>
                    <a:pt x="1720544" y="376695"/>
                  </a:lnTo>
                  <a:lnTo>
                    <a:pt x="1712759" y="376897"/>
                  </a:lnTo>
                  <a:lnTo>
                    <a:pt x="1704974" y="377022"/>
                  </a:lnTo>
                  <a:lnTo>
                    <a:pt x="1697188" y="377223"/>
                  </a:lnTo>
                  <a:lnTo>
                    <a:pt x="1689403" y="377514"/>
                  </a:lnTo>
                  <a:lnTo>
                    <a:pt x="1681618" y="377478"/>
                  </a:lnTo>
                  <a:lnTo>
                    <a:pt x="1673833" y="377089"/>
                  </a:lnTo>
                  <a:lnTo>
                    <a:pt x="1666047" y="377030"/>
                  </a:lnTo>
                  <a:lnTo>
                    <a:pt x="1658262" y="377026"/>
                  </a:lnTo>
                  <a:lnTo>
                    <a:pt x="1650477" y="377023"/>
                  </a:lnTo>
                  <a:lnTo>
                    <a:pt x="1642692" y="377183"/>
                  </a:lnTo>
                  <a:lnTo>
                    <a:pt x="1634906" y="377411"/>
                  </a:lnTo>
                  <a:lnTo>
                    <a:pt x="1627121" y="377351"/>
                  </a:lnTo>
                  <a:lnTo>
                    <a:pt x="1619336" y="377247"/>
                  </a:lnTo>
                  <a:lnTo>
                    <a:pt x="1611550" y="377210"/>
                  </a:lnTo>
                  <a:lnTo>
                    <a:pt x="1603765" y="377142"/>
                  </a:lnTo>
                  <a:lnTo>
                    <a:pt x="1595980" y="377075"/>
                  </a:lnTo>
                  <a:lnTo>
                    <a:pt x="1588195" y="377356"/>
                  </a:lnTo>
                  <a:lnTo>
                    <a:pt x="1580409" y="377717"/>
                  </a:lnTo>
                  <a:lnTo>
                    <a:pt x="1572624" y="377962"/>
                  </a:lnTo>
                  <a:lnTo>
                    <a:pt x="1564839" y="378078"/>
                  </a:lnTo>
                  <a:lnTo>
                    <a:pt x="1557054" y="378084"/>
                  </a:lnTo>
                  <a:lnTo>
                    <a:pt x="1549268" y="378055"/>
                  </a:lnTo>
                  <a:lnTo>
                    <a:pt x="1541483" y="378027"/>
                  </a:lnTo>
                  <a:lnTo>
                    <a:pt x="1533698" y="377998"/>
                  </a:lnTo>
                  <a:lnTo>
                    <a:pt x="1525912" y="377970"/>
                  </a:lnTo>
                  <a:lnTo>
                    <a:pt x="1518127" y="377942"/>
                  </a:lnTo>
                  <a:lnTo>
                    <a:pt x="1510342" y="377911"/>
                  </a:lnTo>
                  <a:lnTo>
                    <a:pt x="1502557" y="378191"/>
                  </a:lnTo>
                  <a:lnTo>
                    <a:pt x="1494771" y="378553"/>
                  </a:lnTo>
                  <a:lnTo>
                    <a:pt x="1486986" y="378710"/>
                  </a:lnTo>
                  <a:lnTo>
                    <a:pt x="1479201" y="378928"/>
                  </a:lnTo>
                  <a:lnTo>
                    <a:pt x="1471416" y="378986"/>
                  </a:lnTo>
                  <a:lnTo>
                    <a:pt x="1463630" y="378863"/>
                  </a:lnTo>
                  <a:lnTo>
                    <a:pt x="1455845" y="378997"/>
                  </a:lnTo>
                  <a:lnTo>
                    <a:pt x="1448060" y="379272"/>
                  </a:lnTo>
                  <a:lnTo>
                    <a:pt x="1440275" y="379254"/>
                  </a:lnTo>
                  <a:lnTo>
                    <a:pt x="1432489" y="379438"/>
                  </a:lnTo>
                  <a:lnTo>
                    <a:pt x="1424704" y="379439"/>
                  </a:lnTo>
                  <a:lnTo>
                    <a:pt x="1416919" y="379856"/>
                  </a:lnTo>
                  <a:lnTo>
                    <a:pt x="1409133" y="379781"/>
                  </a:lnTo>
                  <a:lnTo>
                    <a:pt x="1401348" y="379738"/>
                  </a:lnTo>
                  <a:lnTo>
                    <a:pt x="1393563" y="380159"/>
                  </a:lnTo>
                  <a:lnTo>
                    <a:pt x="1385778" y="380301"/>
                  </a:lnTo>
                  <a:lnTo>
                    <a:pt x="1377992" y="380804"/>
                  </a:lnTo>
                  <a:lnTo>
                    <a:pt x="1370207" y="381015"/>
                  </a:lnTo>
                  <a:lnTo>
                    <a:pt x="1362422" y="381134"/>
                  </a:lnTo>
                  <a:lnTo>
                    <a:pt x="1354637" y="381247"/>
                  </a:lnTo>
                  <a:lnTo>
                    <a:pt x="1346851" y="380968"/>
                  </a:lnTo>
                  <a:lnTo>
                    <a:pt x="1339066" y="380890"/>
                  </a:lnTo>
                  <a:lnTo>
                    <a:pt x="1331281" y="381032"/>
                  </a:lnTo>
                  <a:lnTo>
                    <a:pt x="1323495" y="381134"/>
                  </a:lnTo>
                  <a:lnTo>
                    <a:pt x="1315710" y="381175"/>
                  </a:lnTo>
                  <a:lnTo>
                    <a:pt x="1307925" y="381470"/>
                  </a:lnTo>
                  <a:lnTo>
                    <a:pt x="1300140" y="381622"/>
                  </a:lnTo>
                  <a:lnTo>
                    <a:pt x="1292354" y="381767"/>
                  </a:lnTo>
                  <a:lnTo>
                    <a:pt x="1284569" y="381911"/>
                  </a:lnTo>
                  <a:lnTo>
                    <a:pt x="1276784" y="382056"/>
                  </a:lnTo>
                  <a:lnTo>
                    <a:pt x="1268999" y="382320"/>
                  </a:lnTo>
                  <a:lnTo>
                    <a:pt x="1261213" y="382642"/>
                  </a:lnTo>
                  <a:lnTo>
                    <a:pt x="1253428" y="382765"/>
                  </a:lnTo>
                  <a:lnTo>
                    <a:pt x="1245643" y="382877"/>
                  </a:lnTo>
                  <a:lnTo>
                    <a:pt x="1237857" y="382989"/>
                  </a:lnTo>
                  <a:lnTo>
                    <a:pt x="1230072" y="383221"/>
                  </a:lnTo>
                  <a:lnTo>
                    <a:pt x="1222287" y="383403"/>
                  </a:lnTo>
                  <a:lnTo>
                    <a:pt x="1214502" y="383510"/>
                  </a:lnTo>
                  <a:lnTo>
                    <a:pt x="1206716" y="383461"/>
                  </a:lnTo>
                  <a:lnTo>
                    <a:pt x="1198931" y="383582"/>
                  </a:lnTo>
                  <a:lnTo>
                    <a:pt x="1191146" y="383703"/>
                  </a:lnTo>
                  <a:lnTo>
                    <a:pt x="1183361" y="383824"/>
                  </a:lnTo>
                  <a:lnTo>
                    <a:pt x="1175575" y="383964"/>
                  </a:lnTo>
                  <a:lnTo>
                    <a:pt x="1167790" y="384113"/>
                  </a:lnTo>
                  <a:lnTo>
                    <a:pt x="1160005" y="384259"/>
                  </a:lnTo>
                  <a:lnTo>
                    <a:pt x="1152220" y="384401"/>
                  </a:lnTo>
                  <a:lnTo>
                    <a:pt x="1144434" y="384542"/>
                  </a:lnTo>
                  <a:lnTo>
                    <a:pt x="1136649" y="384738"/>
                  </a:lnTo>
                  <a:lnTo>
                    <a:pt x="1128864" y="385130"/>
                  </a:lnTo>
                  <a:lnTo>
                    <a:pt x="1121078" y="385520"/>
                  </a:lnTo>
                  <a:lnTo>
                    <a:pt x="1113293" y="385910"/>
                  </a:lnTo>
                  <a:lnTo>
                    <a:pt x="1105508" y="386299"/>
                  </a:lnTo>
                  <a:lnTo>
                    <a:pt x="1097723" y="386687"/>
                  </a:lnTo>
                  <a:lnTo>
                    <a:pt x="1089937" y="386891"/>
                  </a:lnTo>
                  <a:lnTo>
                    <a:pt x="1082152" y="386899"/>
                  </a:lnTo>
                  <a:lnTo>
                    <a:pt x="1074367" y="386901"/>
                  </a:lnTo>
                  <a:lnTo>
                    <a:pt x="1066582" y="387125"/>
                  </a:lnTo>
                  <a:lnTo>
                    <a:pt x="1058796" y="387210"/>
                  </a:lnTo>
                  <a:lnTo>
                    <a:pt x="1051011" y="387578"/>
                  </a:lnTo>
                  <a:lnTo>
                    <a:pt x="1043226" y="387942"/>
                  </a:lnTo>
                  <a:lnTo>
                    <a:pt x="1035440" y="387889"/>
                  </a:lnTo>
                  <a:lnTo>
                    <a:pt x="1027655" y="388214"/>
                  </a:lnTo>
                  <a:lnTo>
                    <a:pt x="1019870" y="388439"/>
                  </a:lnTo>
                  <a:lnTo>
                    <a:pt x="1012085" y="388328"/>
                  </a:lnTo>
                  <a:lnTo>
                    <a:pt x="1004299" y="387944"/>
                  </a:lnTo>
                  <a:lnTo>
                    <a:pt x="996514" y="387823"/>
                  </a:lnTo>
                  <a:lnTo>
                    <a:pt x="988729" y="387965"/>
                  </a:lnTo>
                  <a:lnTo>
                    <a:pt x="980944" y="388487"/>
                  </a:lnTo>
                  <a:lnTo>
                    <a:pt x="973158" y="388895"/>
                  </a:lnTo>
                  <a:lnTo>
                    <a:pt x="965373" y="389464"/>
                  </a:lnTo>
                  <a:lnTo>
                    <a:pt x="957588" y="389955"/>
                  </a:lnTo>
                  <a:lnTo>
                    <a:pt x="949802" y="390445"/>
                  </a:lnTo>
                  <a:lnTo>
                    <a:pt x="942017" y="390599"/>
                  </a:lnTo>
                  <a:lnTo>
                    <a:pt x="934232" y="390402"/>
                  </a:lnTo>
                  <a:lnTo>
                    <a:pt x="926447" y="390047"/>
                  </a:lnTo>
                  <a:lnTo>
                    <a:pt x="918661" y="389694"/>
                  </a:lnTo>
                  <a:lnTo>
                    <a:pt x="910876" y="390118"/>
                  </a:lnTo>
                  <a:lnTo>
                    <a:pt x="903091" y="390541"/>
                  </a:lnTo>
                  <a:lnTo>
                    <a:pt x="895306" y="390951"/>
                  </a:lnTo>
                  <a:lnTo>
                    <a:pt x="887520" y="391356"/>
                  </a:lnTo>
                  <a:lnTo>
                    <a:pt x="879735" y="391760"/>
                  </a:lnTo>
                  <a:lnTo>
                    <a:pt x="871950" y="391880"/>
                  </a:lnTo>
                  <a:lnTo>
                    <a:pt x="864165" y="392407"/>
                  </a:lnTo>
                  <a:lnTo>
                    <a:pt x="856379" y="392933"/>
                  </a:lnTo>
                  <a:lnTo>
                    <a:pt x="848594" y="392819"/>
                  </a:lnTo>
                  <a:lnTo>
                    <a:pt x="840809" y="392639"/>
                  </a:lnTo>
                  <a:lnTo>
                    <a:pt x="833023" y="392928"/>
                  </a:lnTo>
                  <a:lnTo>
                    <a:pt x="825238" y="393423"/>
                  </a:lnTo>
                  <a:lnTo>
                    <a:pt x="817453" y="393766"/>
                  </a:lnTo>
                  <a:lnTo>
                    <a:pt x="809668" y="393577"/>
                  </a:lnTo>
                  <a:lnTo>
                    <a:pt x="801882" y="393832"/>
                  </a:lnTo>
                  <a:lnTo>
                    <a:pt x="794097" y="394647"/>
                  </a:lnTo>
                  <a:lnTo>
                    <a:pt x="786312" y="395279"/>
                  </a:lnTo>
                  <a:lnTo>
                    <a:pt x="778527" y="395663"/>
                  </a:lnTo>
                  <a:lnTo>
                    <a:pt x="770741" y="395847"/>
                  </a:lnTo>
                  <a:lnTo>
                    <a:pt x="762956" y="396136"/>
                  </a:lnTo>
                  <a:lnTo>
                    <a:pt x="755171" y="396490"/>
                  </a:lnTo>
                  <a:lnTo>
                    <a:pt x="747385" y="396882"/>
                  </a:lnTo>
                  <a:lnTo>
                    <a:pt x="739600" y="397094"/>
                  </a:lnTo>
                  <a:lnTo>
                    <a:pt x="731815" y="397703"/>
                  </a:lnTo>
                  <a:lnTo>
                    <a:pt x="724030" y="397932"/>
                  </a:lnTo>
                  <a:lnTo>
                    <a:pt x="716244" y="398068"/>
                  </a:lnTo>
                  <a:lnTo>
                    <a:pt x="708459" y="398803"/>
                  </a:lnTo>
                  <a:lnTo>
                    <a:pt x="700674" y="399261"/>
                  </a:lnTo>
                  <a:lnTo>
                    <a:pt x="692889" y="399906"/>
                  </a:lnTo>
                  <a:lnTo>
                    <a:pt x="685103" y="400545"/>
                  </a:lnTo>
                  <a:lnTo>
                    <a:pt x="677318" y="401177"/>
                  </a:lnTo>
                  <a:lnTo>
                    <a:pt x="669533" y="401626"/>
                  </a:lnTo>
                  <a:lnTo>
                    <a:pt x="661747" y="401510"/>
                  </a:lnTo>
                  <a:lnTo>
                    <a:pt x="653962" y="401944"/>
                  </a:lnTo>
                  <a:lnTo>
                    <a:pt x="646177" y="402264"/>
                  </a:lnTo>
                  <a:lnTo>
                    <a:pt x="638392" y="402963"/>
                  </a:lnTo>
                  <a:lnTo>
                    <a:pt x="630606" y="403447"/>
                  </a:lnTo>
                  <a:lnTo>
                    <a:pt x="622821" y="404107"/>
                  </a:lnTo>
                  <a:lnTo>
                    <a:pt x="615036" y="404940"/>
                  </a:lnTo>
                  <a:lnTo>
                    <a:pt x="607251" y="405616"/>
                  </a:lnTo>
                  <a:lnTo>
                    <a:pt x="599465" y="406070"/>
                  </a:lnTo>
                  <a:lnTo>
                    <a:pt x="591680" y="406484"/>
                  </a:lnTo>
                  <a:lnTo>
                    <a:pt x="583895" y="406877"/>
                  </a:lnTo>
                  <a:lnTo>
                    <a:pt x="576110" y="407256"/>
                  </a:lnTo>
                  <a:lnTo>
                    <a:pt x="568324" y="407633"/>
                  </a:lnTo>
                  <a:lnTo>
                    <a:pt x="560539" y="408213"/>
                  </a:lnTo>
                  <a:lnTo>
                    <a:pt x="552754" y="408780"/>
                  </a:lnTo>
                  <a:lnTo>
                    <a:pt x="544968" y="409116"/>
                  </a:lnTo>
                  <a:lnTo>
                    <a:pt x="537183" y="409206"/>
                  </a:lnTo>
                  <a:lnTo>
                    <a:pt x="529398" y="409490"/>
                  </a:lnTo>
                  <a:lnTo>
                    <a:pt x="521613" y="409759"/>
                  </a:lnTo>
                  <a:lnTo>
                    <a:pt x="513827" y="410228"/>
                  </a:lnTo>
                  <a:lnTo>
                    <a:pt x="506042" y="410602"/>
                  </a:lnTo>
                  <a:lnTo>
                    <a:pt x="498257" y="410893"/>
                  </a:lnTo>
                  <a:lnTo>
                    <a:pt x="490472" y="411322"/>
                  </a:lnTo>
                  <a:lnTo>
                    <a:pt x="482686" y="411833"/>
                  </a:lnTo>
                  <a:lnTo>
                    <a:pt x="474901" y="412318"/>
                  </a:lnTo>
                  <a:lnTo>
                    <a:pt x="467116" y="412751"/>
                  </a:lnTo>
                  <a:lnTo>
                    <a:pt x="459330" y="413331"/>
                  </a:lnTo>
                  <a:lnTo>
                    <a:pt x="451545" y="413831"/>
                  </a:lnTo>
                  <a:lnTo>
                    <a:pt x="443760" y="414334"/>
                  </a:lnTo>
                  <a:lnTo>
                    <a:pt x="435975" y="414833"/>
                  </a:lnTo>
                  <a:lnTo>
                    <a:pt x="428189" y="415358"/>
                  </a:lnTo>
                  <a:lnTo>
                    <a:pt x="420404" y="415925"/>
                  </a:lnTo>
                  <a:lnTo>
                    <a:pt x="412619" y="416504"/>
                  </a:lnTo>
                  <a:lnTo>
                    <a:pt x="404834" y="416998"/>
                  </a:lnTo>
                  <a:lnTo>
                    <a:pt x="397048" y="417419"/>
                  </a:lnTo>
                  <a:lnTo>
                    <a:pt x="389263" y="417883"/>
                  </a:lnTo>
                  <a:lnTo>
                    <a:pt x="381478" y="418402"/>
                  </a:lnTo>
                  <a:lnTo>
                    <a:pt x="373692" y="418785"/>
                  </a:lnTo>
                  <a:lnTo>
                    <a:pt x="365907" y="419439"/>
                  </a:lnTo>
                  <a:lnTo>
                    <a:pt x="358122" y="420086"/>
                  </a:lnTo>
                  <a:lnTo>
                    <a:pt x="350337" y="420476"/>
                  </a:lnTo>
                  <a:lnTo>
                    <a:pt x="342551" y="420989"/>
                  </a:lnTo>
                  <a:lnTo>
                    <a:pt x="334766" y="421494"/>
                  </a:lnTo>
                  <a:lnTo>
                    <a:pt x="326981" y="421999"/>
                  </a:lnTo>
                  <a:lnTo>
                    <a:pt x="319196" y="422514"/>
                  </a:lnTo>
                  <a:lnTo>
                    <a:pt x="311410" y="423020"/>
                  </a:lnTo>
                  <a:lnTo>
                    <a:pt x="303625" y="423513"/>
                  </a:lnTo>
                  <a:lnTo>
                    <a:pt x="295840" y="423998"/>
                  </a:lnTo>
                  <a:lnTo>
                    <a:pt x="288055" y="424223"/>
                  </a:lnTo>
                  <a:lnTo>
                    <a:pt x="280269" y="424673"/>
                  </a:lnTo>
                  <a:lnTo>
                    <a:pt x="272484" y="425291"/>
                  </a:lnTo>
                  <a:lnTo>
                    <a:pt x="264699" y="425709"/>
                  </a:lnTo>
                  <a:lnTo>
                    <a:pt x="256913" y="426399"/>
                  </a:lnTo>
                  <a:lnTo>
                    <a:pt x="249128" y="426821"/>
                  </a:lnTo>
                  <a:lnTo>
                    <a:pt x="241343" y="427320"/>
                  </a:lnTo>
                  <a:lnTo>
                    <a:pt x="233558" y="427908"/>
                  </a:lnTo>
                  <a:lnTo>
                    <a:pt x="225772" y="428320"/>
                  </a:lnTo>
                  <a:lnTo>
                    <a:pt x="217987" y="428864"/>
                  </a:lnTo>
                  <a:lnTo>
                    <a:pt x="210202" y="429342"/>
                  </a:lnTo>
                  <a:lnTo>
                    <a:pt x="202417" y="429820"/>
                  </a:lnTo>
                  <a:lnTo>
                    <a:pt x="194631" y="430360"/>
                  </a:lnTo>
                  <a:lnTo>
                    <a:pt x="186846" y="430788"/>
                  </a:lnTo>
                  <a:lnTo>
                    <a:pt x="179061" y="431418"/>
                  </a:lnTo>
                  <a:lnTo>
                    <a:pt x="171275" y="431929"/>
                  </a:lnTo>
                  <a:lnTo>
                    <a:pt x="163490" y="432521"/>
                  </a:lnTo>
                  <a:lnTo>
                    <a:pt x="155705" y="433080"/>
                  </a:lnTo>
                  <a:lnTo>
                    <a:pt x="147920" y="433670"/>
                  </a:lnTo>
                  <a:lnTo>
                    <a:pt x="140134" y="434242"/>
                  </a:lnTo>
                  <a:lnTo>
                    <a:pt x="132349" y="434851"/>
                  </a:lnTo>
                  <a:lnTo>
                    <a:pt x="124564" y="435390"/>
                  </a:lnTo>
                  <a:lnTo>
                    <a:pt x="116779" y="435690"/>
                  </a:lnTo>
                  <a:lnTo>
                    <a:pt x="108993" y="436085"/>
                  </a:lnTo>
                  <a:lnTo>
                    <a:pt x="101208" y="436710"/>
                  </a:lnTo>
                  <a:lnTo>
                    <a:pt x="93423" y="437332"/>
                  </a:lnTo>
                  <a:lnTo>
                    <a:pt x="85637" y="437949"/>
                  </a:lnTo>
                  <a:lnTo>
                    <a:pt x="77852" y="438561"/>
                  </a:lnTo>
                  <a:lnTo>
                    <a:pt x="70067" y="439045"/>
                  </a:lnTo>
                  <a:lnTo>
                    <a:pt x="62282" y="439522"/>
                  </a:lnTo>
                  <a:lnTo>
                    <a:pt x="54496" y="440052"/>
                  </a:lnTo>
                  <a:lnTo>
                    <a:pt x="46711" y="440505"/>
                  </a:lnTo>
                  <a:lnTo>
                    <a:pt x="38926" y="441108"/>
                  </a:lnTo>
                  <a:lnTo>
                    <a:pt x="31141" y="441408"/>
                  </a:lnTo>
                  <a:lnTo>
                    <a:pt x="23355" y="441858"/>
                  </a:lnTo>
                  <a:lnTo>
                    <a:pt x="15570" y="442302"/>
                  </a:lnTo>
                  <a:lnTo>
                    <a:pt x="7785" y="442876"/>
                  </a:lnTo>
                  <a:lnTo>
                    <a:pt x="0" y="443466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6049435" y="3516667"/>
              <a:ext cx="2016385" cy="289330"/>
            </a:xfrm>
            <a:custGeom>
              <a:avLst/>
              <a:pathLst>
                <a:path w="2016385" h="289330">
                  <a:moveTo>
                    <a:pt x="0" y="288996"/>
                  </a:moveTo>
                  <a:lnTo>
                    <a:pt x="7785" y="289074"/>
                  </a:lnTo>
                  <a:lnTo>
                    <a:pt x="15570" y="289153"/>
                  </a:lnTo>
                  <a:lnTo>
                    <a:pt x="23355" y="289195"/>
                  </a:lnTo>
                  <a:lnTo>
                    <a:pt x="31141" y="289165"/>
                  </a:lnTo>
                  <a:lnTo>
                    <a:pt x="38926" y="289330"/>
                  </a:lnTo>
                  <a:lnTo>
                    <a:pt x="46711" y="289223"/>
                  </a:lnTo>
                  <a:lnTo>
                    <a:pt x="54496" y="289115"/>
                  </a:lnTo>
                  <a:lnTo>
                    <a:pt x="62282" y="289029"/>
                  </a:lnTo>
                  <a:lnTo>
                    <a:pt x="70067" y="288947"/>
                  </a:lnTo>
                  <a:lnTo>
                    <a:pt x="77852" y="288790"/>
                  </a:lnTo>
                  <a:lnTo>
                    <a:pt x="85637" y="288626"/>
                  </a:lnTo>
                  <a:lnTo>
                    <a:pt x="93423" y="288384"/>
                  </a:lnTo>
                  <a:lnTo>
                    <a:pt x="101208" y="288182"/>
                  </a:lnTo>
                  <a:lnTo>
                    <a:pt x="108993" y="287973"/>
                  </a:lnTo>
                  <a:lnTo>
                    <a:pt x="116779" y="287764"/>
                  </a:lnTo>
                  <a:lnTo>
                    <a:pt x="124564" y="287403"/>
                  </a:lnTo>
                  <a:lnTo>
                    <a:pt x="132349" y="286929"/>
                  </a:lnTo>
                  <a:lnTo>
                    <a:pt x="140134" y="286458"/>
                  </a:lnTo>
                  <a:lnTo>
                    <a:pt x="147920" y="286215"/>
                  </a:lnTo>
                  <a:lnTo>
                    <a:pt x="155705" y="285800"/>
                  </a:lnTo>
                  <a:lnTo>
                    <a:pt x="163490" y="285273"/>
                  </a:lnTo>
                  <a:lnTo>
                    <a:pt x="171275" y="284745"/>
                  </a:lnTo>
                  <a:lnTo>
                    <a:pt x="179061" y="284097"/>
                  </a:lnTo>
                  <a:lnTo>
                    <a:pt x="186846" y="283425"/>
                  </a:lnTo>
                  <a:lnTo>
                    <a:pt x="194631" y="282714"/>
                  </a:lnTo>
                  <a:lnTo>
                    <a:pt x="202417" y="282267"/>
                  </a:lnTo>
                  <a:lnTo>
                    <a:pt x="210202" y="282089"/>
                  </a:lnTo>
                  <a:lnTo>
                    <a:pt x="217987" y="281371"/>
                  </a:lnTo>
                  <a:lnTo>
                    <a:pt x="225772" y="280755"/>
                  </a:lnTo>
                  <a:lnTo>
                    <a:pt x="233558" y="280302"/>
                  </a:lnTo>
                  <a:lnTo>
                    <a:pt x="241343" y="279874"/>
                  </a:lnTo>
                  <a:lnTo>
                    <a:pt x="249128" y="279143"/>
                  </a:lnTo>
                  <a:lnTo>
                    <a:pt x="256913" y="278381"/>
                  </a:lnTo>
                  <a:lnTo>
                    <a:pt x="264699" y="277618"/>
                  </a:lnTo>
                  <a:lnTo>
                    <a:pt x="272484" y="276870"/>
                  </a:lnTo>
                  <a:lnTo>
                    <a:pt x="280269" y="276270"/>
                  </a:lnTo>
                  <a:lnTo>
                    <a:pt x="288055" y="275979"/>
                  </a:lnTo>
                  <a:lnTo>
                    <a:pt x="295840" y="275793"/>
                  </a:lnTo>
                  <a:lnTo>
                    <a:pt x="303625" y="275615"/>
                  </a:lnTo>
                  <a:lnTo>
                    <a:pt x="311410" y="275098"/>
                  </a:lnTo>
                  <a:lnTo>
                    <a:pt x="319196" y="274509"/>
                  </a:lnTo>
                  <a:lnTo>
                    <a:pt x="326981" y="274038"/>
                  </a:lnTo>
                  <a:lnTo>
                    <a:pt x="334766" y="273498"/>
                  </a:lnTo>
                  <a:lnTo>
                    <a:pt x="342551" y="272956"/>
                  </a:lnTo>
                  <a:lnTo>
                    <a:pt x="350337" y="272241"/>
                  </a:lnTo>
                  <a:lnTo>
                    <a:pt x="358122" y="271696"/>
                  </a:lnTo>
                  <a:lnTo>
                    <a:pt x="365907" y="271325"/>
                  </a:lnTo>
                  <a:lnTo>
                    <a:pt x="373692" y="270787"/>
                  </a:lnTo>
                  <a:lnTo>
                    <a:pt x="381478" y="270237"/>
                  </a:lnTo>
                  <a:lnTo>
                    <a:pt x="389263" y="269228"/>
                  </a:lnTo>
                  <a:lnTo>
                    <a:pt x="397048" y="268222"/>
                  </a:lnTo>
                  <a:lnTo>
                    <a:pt x="404834" y="267424"/>
                  </a:lnTo>
                  <a:lnTo>
                    <a:pt x="412619" y="267146"/>
                  </a:lnTo>
                  <a:lnTo>
                    <a:pt x="420404" y="266003"/>
                  </a:lnTo>
                  <a:lnTo>
                    <a:pt x="428189" y="265087"/>
                  </a:lnTo>
                  <a:lnTo>
                    <a:pt x="435975" y="264318"/>
                  </a:lnTo>
                  <a:lnTo>
                    <a:pt x="443760" y="263489"/>
                  </a:lnTo>
                  <a:lnTo>
                    <a:pt x="451545" y="262883"/>
                  </a:lnTo>
                  <a:lnTo>
                    <a:pt x="459330" y="261800"/>
                  </a:lnTo>
                  <a:lnTo>
                    <a:pt x="467116" y="260989"/>
                  </a:lnTo>
                  <a:lnTo>
                    <a:pt x="474901" y="260187"/>
                  </a:lnTo>
                  <a:lnTo>
                    <a:pt x="482686" y="259787"/>
                  </a:lnTo>
                  <a:lnTo>
                    <a:pt x="490472" y="259142"/>
                  </a:lnTo>
                  <a:lnTo>
                    <a:pt x="498257" y="258563"/>
                  </a:lnTo>
                  <a:lnTo>
                    <a:pt x="506042" y="257841"/>
                  </a:lnTo>
                  <a:lnTo>
                    <a:pt x="513827" y="257176"/>
                  </a:lnTo>
                  <a:lnTo>
                    <a:pt x="521613" y="256669"/>
                  </a:lnTo>
                  <a:lnTo>
                    <a:pt x="529398" y="256298"/>
                  </a:lnTo>
                  <a:lnTo>
                    <a:pt x="537183" y="256012"/>
                  </a:lnTo>
                  <a:lnTo>
                    <a:pt x="544968" y="255180"/>
                  </a:lnTo>
                  <a:lnTo>
                    <a:pt x="552754" y="254814"/>
                  </a:lnTo>
                  <a:lnTo>
                    <a:pt x="560539" y="253317"/>
                  </a:lnTo>
                  <a:lnTo>
                    <a:pt x="568324" y="252567"/>
                  </a:lnTo>
                  <a:lnTo>
                    <a:pt x="576110" y="251654"/>
                  </a:lnTo>
                  <a:lnTo>
                    <a:pt x="583895" y="251201"/>
                  </a:lnTo>
                  <a:lnTo>
                    <a:pt x="591680" y="250305"/>
                  </a:lnTo>
                  <a:lnTo>
                    <a:pt x="599465" y="249741"/>
                  </a:lnTo>
                  <a:lnTo>
                    <a:pt x="607251" y="248679"/>
                  </a:lnTo>
                  <a:lnTo>
                    <a:pt x="615036" y="247938"/>
                  </a:lnTo>
                  <a:lnTo>
                    <a:pt x="622821" y="246823"/>
                  </a:lnTo>
                  <a:lnTo>
                    <a:pt x="630606" y="246074"/>
                  </a:lnTo>
                  <a:lnTo>
                    <a:pt x="638392" y="245327"/>
                  </a:lnTo>
                  <a:lnTo>
                    <a:pt x="646177" y="244580"/>
                  </a:lnTo>
                  <a:lnTo>
                    <a:pt x="653962" y="243795"/>
                  </a:lnTo>
                  <a:lnTo>
                    <a:pt x="661747" y="242161"/>
                  </a:lnTo>
                  <a:lnTo>
                    <a:pt x="669533" y="240887"/>
                  </a:lnTo>
                  <a:lnTo>
                    <a:pt x="677318" y="239445"/>
                  </a:lnTo>
                  <a:lnTo>
                    <a:pt x="685103" y="237980"/>
                  </a:lnTo>
                  <a:lnTo>
                    <a:pt x="692889" y="236648"/>
                  </a:lnTo>
                  <a:lnTo>
                    <a:pt x="700674" y="235305"/>
                  </a:lnTo>
                  <a:lnTo>
                    <a:pt x="708459" y="234315"/>
                  </a:lnTo>
                  <a:lnTo>
                    <a:pt x="716244" y="233291"/>
                  </a:lnTo>
                  <a:lnTo>
                    <a:pt x="724030" y="232284"/>
                  </a:lnTo>
                  <a:lnTo>
                    <a:pt x="731815" y="231277"/>
                  </a:lnTo>
                  <a:lnTo>
                    <a:pt x="739600" y="230295"/>
                  </a:lnTo>
                  <a:lnTo>
                    <a:pt x="747385" y="229349"/>
                  </a:lnTo>
                  <a:lnTo>
                    <a:pt x="755171" y="228242"/>
                  </a:lnTo>
                  <a:lnTo>
                    <a:pt x="762956" y="227457"/>
                  </a:lnTo>
                  <a:lnTo>
                    <a:pt x="770741" y="226516"/>
                  </a:lnTo>
                  <a:lnTo>
                    <a:pt x="778527" y="225701"/>
                  </a:lnTo>
                  <a:lnTo>
                    <a:pt x="786312" y="224884"/>
                  </a:lnTo>
                  <a:lnTo>
                    <a:pt x="794097" y="224033"/>
                  </a:lnTo>
                  <a:lnTo>
                    <a:pt x="801882" y="222713"/>
                  </a:lnTo>
                  <a:lnTo>
                    <a:pt x="809668" y="221876"/>
                  </a:lnTo>
                  <a:lnTo>
                    <a:pt x="817453" y="220976"/>
                  </a:lnTo>
                  <a:lnTo>
                    <a:pt x="825238" y="219861"/>
                  </a:lnTo>
                  <a:lnTo>
                    <a:pt x="833023" y="218911"/>
                  </a:lnTo>
                  <a:lnTo>
                    <a:pt x="840809" y="217996"/>
                  </a:lnTo>
                  <a:lnTo>
                    <a:pt x="848594" y="216975"/>
                  </a:lnTo>
                  <a:lnTo>
                    <a:pt x="856379" y="214995"/>
                  </a:lnTo>
                  <a:lnTo>
                    <a:pt x="864165" y="213965"/>
                  </a:lnTo>
                  <a:lnTo>
                    <a:pt x="871950" y="212835"/>
                  </a:lnTo>
                  <a:lnTo>
                    <a:pt x="879735" y="211419"/>
                  </a:lnTo>
                  <a:lnTo>
                    <a:pt x="887520" y="209528"/>
                  </a:lnTo>
                  <a:lnTo>
                    <a:pt x="895306" y="208181"/>
                  </a:lnTo>
                  <a:lnTo>
                    <a:pt x="903091" y="206549"/>
                  </a:lnTo>
                  <a:lnTo>
                    <a:pt x="910876" y="204920"/>
                  </a:lnTo>
                  <a:lnTo>
                    <a:pt x="918661" y="203939"/>
                  </a:lnTo>
                  <a:lnTo>
                    <a:pt x="926447" y="203065"/>
                  </a:lnTo>
                  <a:lnTo>
                    <a:pt x="934232" y="202236"/>
                  </a:lnTo>
                  <a:lnTo>
                    <a:pt x="942017" y="201602"/>
                  </a:lnTo>
                  <a:lnTo>
                    <a:pt x="949802" y="200416"/>
                  </a:lnTo>
                  <a:lnTo>
                    <a:pt x="957588" y="199509"/>
                  </a:lnTo>
                  <a:lnTo>
                    <a:pt x="965373" y="198634"/>
                  </a:lnTo>
                  <a:lnTo>
                    <a:pt x="973158" y="197180"/>
                  </a:lnTo>
                  <a:lnTo>
                    <a:pt x="980944" y="196289"/>
                  </a:lnTo>
                  <a:lnTo>
                    <a:pt x="988729" y="195592"/>
                  </a:lnTo>
                  <a:lnTo>
                    <a:pt x="996514" y="193601"/>
                  </a:lnTo>
                  <a:lnTo>
                    <a:pt x="1004299" y="191609"/>
                  </a:lnTo>
                  <a:lnTo>
                    <a:pt x="1012085" y="189731"/>
                  </a:lnTo>
                  <a:lnTo>
                    <a:pt x="1019870" y="188226"/>
                  </a:lnTo>
                  <a:lnTo>
                    <a:pt x="1027655" y="186740"/>
                  </a:lnTo>
                  <a:lnTo>
                    <a:pt x="1035440" y="185239"/>
                  </a:lnTo>
                  <a:lnTo>
                    <a:pt x="1043226" y="183736"/>
                  </a:lnTo>
                  <a:lnTo>
                    <a:pt x="1051011" y="182253"/>
                  </a:lnTo>
                  <a:lnTo>
                    <a:pt x="1058796" y="180770"/>
                  </a:lnTo>
                  <a:lnTo>
                    <a:pt x="1066582" y="179660"/>
                  </a:lnTo>
                  <a:lnTo>
                    <a:pt x="1074367" y="178615"/>
                  </a:lnTo>
                  <a:lnTo>
                    <a:pt x="1082152" y="177588"/>
                  </a:lnTo>
                  <a:lnTo>
                    <a:pt x="1089937" y="176560"/>
                  </a:lnTo>
                  <a:lnTo>
                    <a:pt x="1097723" y="175326"/>
                  </a:lnTo>
                  <a:lnTo>
                    <a:pt x="1105508" y="174277"/>
                  </a:lnTo>
                  <a:lnTo>
                    <a:pt x="1113293" y="172900"/>
                  </a:lnTo>
                  <a:lnTo>
                    <a:pt x="1121078" y="171446"/>
                  </a:lnTo>
                  <a:lnTo>
                    <a:pt x="1128864" y="169795"/>
                  </a:lnTo>
                  <a:lnTo>
                    <a:pt x="1136649" y="167897"/>
                  </a:lnTo>
                  <a:lnTo>
                    <a:pt x="1144434" y="166129"/>
                  </a:lnTo>
                  <a:lnTo>
                    <a:pt x="1152220" y="165290"/>
                  </a:lnTo>
                  <a:lnTo>
                    <a:pt x="1160005" y="163647"/>
                  </a:lnTo>
                  <a:lnTo>
                    <a:pt x="1167790" y="162172"/>
                  </a:lnTo>
                  <a:lnTo>
                    <a:pt x="1175575" y="160975"/>
                  </a:lnTo>
                  <a:lnTo>
                    <a:pt x="1183361" y="159774"/>
                  </a:lnTo>
                  <a:lnTo>
                    <a:pt x="1191146" y="158445"/>
                  </a:lnTo>
                  <a:lnTo>
                    <a:pt x="1198931" y="157000"/>
                  </a:lnTo>
                  <a:lnTo>
                    <a:pt x="1206716" y="155556"/>
                  </a:lnTo>
                  <a:lnTo>
                    <a:pt x="1214502" y="154078"/>
                  </a:lnTo>
                  <a:lnTo>
                    <a:pt x="1222287" y="151948"/>
                  </a:lnTo>
                  <a:lnTo>
                    <a:pt x="1230072" y="150020"/>
                  </a:lnTo>
                  <a:lnTo>
                    <a:pt x="1237857" y="148469"/>
                  </a:lnTo>
                  <a:lnTo>
                    <a:pt x="1245643" y="146942"/>
                  </a:lnTo>
                  <a:lnTo>
                    <a:pt x="1253428" y="145601"/>
                  </a:lnTo>
                  <a:lnTo>
                    <a:pt x="1261213" y="143887"/>
                  </a:lnTo>
                  <a:lnTo>
                    <a:pt x="1268999" y="142728"/>
                  </a:lnTo>
                  <a:lnTo>
                    <a:pt x="1276784" y="141646"/>
                  </a:lnTo>
                  <a:lnTo>
                    <a:pt x="1284569" y="140565"/>
                  </a:lnTo>
                  <a:lnTo>
                    <a:pt x="1292354" y="139060"/>
                  </a:lnTo>
                  <a:lnTo>
                    <a:pt x="1300140" y="137484"/>
                  </a:lnTo>
                  <a:lnTo>
                    <a:pt x="1307925" y="135909"/>
                  </a:lnTo>
                  <a:lnTo>
                    <a:pt x="1315710" y="134479"/>
                  </a:lnTo>
                  <a:lnTo>
                    <a:pt x="1323495" y="133147"/>
                  </a:lnTo>
                  <a:lnTo>
                    <a:pt x="1331281" y="131467"/>
                  </a:lnTo>
                  <a:lnTo>
                    <a:pt x="1339066" y="129904"/>
                  </a:lnTo>
                  <a:lnTo>
                    <a:pt x="1346851" y="128578"/>
                  </a:lnTo>
                  <a:lnTo>
                    <a:pt x="1354637" y="126711"/>
                  </a:lnTo>
                  <a:lnTo>
                    <a:pt x="1362422" y="124874"/>
                  </a:lnTo>
                  <a:lnTo>
                    <a:pt x="1370207" y="123506"/>
                  </a:lnTo>
                  <a:lnTo>
                    <a:pt x="1377992" y="122229"/>
                  </a:lnTo>
                  <a:lnTo>
                    <a:pt x="1385778" y="120579"/>
                  </a:lnTo>
                  <a:lnTo>
                    <a:pt x="1393563" y="118917"/>
                  </a:lnTo>
                  <a:lnTo>
                    <a:pt x="1401348" y="117554"/>
                  </a:lnTo>
                  <a:lnTo>
                    <a:pt x="1409133" y="115874"/>
                  </a:lnTo>
                  <a:lnTo>
                    <a:pt x="1416919" y="114197"/>
                  </a:lnTo>
                  <a:lnTo>
                    <a:pt x="1424704" y="112525"/>
                  </a:lnTo>
                  <a:lnTo>
                    <a:pt x="1432489" y="110838"/>
                  </a:lnTo>
                  <a:lnTo>
                    <a:pt x="1440275" y="109187"/>
                  </a:lnTo>
                  <a:lnTo>
                    <a:pt x="1448060" y="107620"/>
                  </a:lnTo>
                  <a:lnTo>
                    <a:pt x="1455845" y="106205"/>
                  </a:lnTo>
                  <a:lnTo>
                    <a:pt x="1463630" y="104668"/>
                  </a:lnTo>
                  <a:lnTo>
                    <a:pt x="1471416" y="103128"/>
                  </a:lnTo>
                  <a:lnTo>
                    <a:pt x="1479201" y="101591"/>
                  </a:lnTo>
                  <a:lnTo>
                    <a:pt x="1486986" y="100064"/>
                  </a:lnTo>
                  <a:lnTo>
                    <a:pt x="1494771" y="98541"/>
                  </a:lnTo>
                  <a:lnTo>
                    <a:pt x="1502557" y="97020"/>
                  </a:lnTo>
                  <a:lnTo>
                    <a:pt x="1510342" y="95511"/>
                  </a:lnTo>
                  <a:lnTo>
                    <a:pt x="1518127" y="94095"/>
                  </a:lnTo>
                  <a:lnTo>
                    <a:pt x="1525912" y="92682"/>
                  </a:lnTo>
                  <a:lnTo>
                    <a:pt x="1533698" y="91272"/>
                  </a:lnTo>
                  <a:lnTo>
                    <a:pt x="1541483" y="89865"/>
                  </a:lnTo>
                  <a:lnTo>
                    <a:pt x="1549268" y="88080"/>
                  </a:lnTo>
                  <a:lnTo>
                    <a:pt x="1557054" y="86455"/>
                  </a:lnTo>
                  <a:lnTo>
                    <a:pt x="1564839" y="84962"/>
                  </a:lnTo>
                  <a:lnTo>
                    <a:pt x="1572624" y="83479"/>
                  </a:lnTo>
                  <a:lnTo>
                    <a:pt x="1580409" y="82050"/>
                  </a:lnTo>
                  <a:lnTo>
                    <a:pt x="1588195" y="80625"/>
                  </a:lnTo>
                  <a:lnTo>
                    <a:pt x="1595980" y="79203"/>
                  </a:lnTo>
                  <a:lnTo>
                    <a:pt x="1603765" y="77790"/>
                  </a:lnTo>
                  <a:lnTo>
                    <a:pt x="1611550" y="76373"/>
                  </a:lnTo>
                  <a:lnTo>
                    <a:pt x="1619336" y="74603"/>
                  </a:lnTo>
                  <a:lnTo>
                    <a:pt x="1627121" y="73212"/>
                  </a:lnTo>
                  <a:lnTo>
                    <a:pt x="1634906" y="72111"/>
                  </a:lnTo>
                  <a:lnTo>
                    <a:pt x="1642692" y="70365"/>
                  </a:lnTo>
                  <a:lnTo>
                    <a:pt x="1650477" y="68756"/>
                  </a:lnTo>
                  <a:lnTo>
                    <a:pt x="1658262" y="67315"/>
                  </a:lnTo>
                  <a:lnTo>
                    <a:pt x="1666047" y="65801"/>
                  </a:lnTo>
                  <a:lnTo>
                    <a:pt x="1673833" y="64221"/>
                  </a:lnTo>
                  <a:lnTo>
                    <a:pt x="1681618" y="62606"/>
                  </a:lnTo>
                  <a:lnTo>
                    <a:pt x="1689403" y="61003"/>
                  </a:lnTo>
                  <a:lnTo>
                    <a:pt x="1697188" y="59406"/>
                  </a:lnTo>
                  <a:lnTo>
                    <a:pt x="1704974" y="57815"/>
                  </a:lnTo>
                  <a:lnTo>
                    <a:pt x="1712759" y="56229"/>
                  </a:lnTo>
                  <a:lnTo>
                    <a:pt x="1720544" y="54649"/>
                  </a:lnTo>
                  <a:lnTo>
                    <a:pt x="1728330" y="53075"/>
                  </a:lnTo>
                  <a:lnTo>
                    <a:pt x="1736115" y="51507"/>
                  </a:lnTo>
                  <a:lnTo>
                    <a:pt x="1743900" y="49945"/>
                  </a:lnTo>
                  <a:lnTo>
                    <a:pt x="1751685" y="48388"/>
                  </a:lnTo>
                  <a:lnTo>
                    <a:pt x="1759471" y="46838"/>
                  </a:lnTo>
                  <a:lnTo>
                    <a:pt x="1767256" y="45295"/>
                  </a:lnTo>
                  <a:lnTo>
                    <a:pt x="1775041" y="43757"/>
                  </a:lnTo>
                  <a:lnTo>
                    <a:pt x="1782826" y="42225"/>
                  </a:lnTo>
                  <a:lnTo>
                    <a:pt x="1790612" y="40700"/>
                  </a:lnTo>
                  <a:lnTo>
                    <a:pt x="1798397" y="39181"/>
                  </a:lnTo>
                  <a:lnTo>
                    <a:pt x="1806182" y="37669"/>
                  </a:lnTo>
                  <a:lnTo>
                    <a:pt x="1813967" y="36163"/>
                  </a:lnTo>
                  <a:lnTo>
                    <a:pt x="1821753" y="34664"/>
                  </a:lnTo>
                  <a:lnTo>
                    <a:pt x="1829538" y="33177"/>
                  </a:lnTo>
                  <a:lnTo>
                    <a:pt x="1837323" y="31692"/>
                  </a:lnTo>
                  <a:lnTo>
                    <a:pt x="1845109" y="30206"/>
                  </a:lnTo>
                  <a:lnTo>
                    <a:pt x="1852894" y="28730"/>
                  </a:lnTo>
                  <a:lnTo>
                    <a:pt x="1860679" y="27117"/>
                  </a:lnTo>
                  <a:lnTo>
                    <a:pt x="1868464" y="25368"/>
                  </a:lnTo>
                  <a:lnTo>
                    <a:pt x="1876250" y="24059"/>
                  </a:lnTo>
                  <a:lnTo>
                    <a:pt x="1884035" y="22904"/>
                  </a:lnTo>
                  <a:lnTo>
                    <a:pt x="1891820" y="21472"/>
                  </a:lnTo>
                  <a:lnTo>
                    <a:pt x="1899605" y="20305"/>
                  </a:lnTo>
                  <a:lnTo>
                    <a:pt x="1907391" y="19209"/>
                  </a:lnTo>
                  <a:lnTo>
                    <a:pt x="1915176" y="18128"/>
                  </a:lnTo>
                  <a:lnTo>
                    <a:pt x="1922961" y="16854"/>
                  </a:lnTo>
                  <a:lnTo>
                    <a:pt x="1930747" y="15960"/>
                  </a:lnTo>
                  <a:lnTo>
                    <a:pt x="1938532" y="14374"/>
                  </a:lnTo>
                  <a:lnTo>
                    <a:pt x="1946317" y="12789"/>
                  </a:lnTo>
                  <a:lnTo>
                    <a:pt x="1954102" y="11212"/>
                  </a:lnTo>
                  <a:lnTo>
                    <a:pt x="1961888" y="9650"/>
                  </a:lnTo>
                  <a:lnTo>
                    <a:pt x="1969673" y="8098"/>
                  </a:lnTo>
                  <a:lnTo>
                    <a:pt x="1977458" y="6555"/>
                  </a:lnTo>
                  <a:lnTo>
                    <a:pt x="1985243" y="5092"/>
                  </a:lnTo>
                  <a:lnTo>
                    <a:pt x="1993029" y="3804"/>
                  </a:lnTo>
                  <a:lnTo>
                    <a:pt x="2000814" y="2529"/>
                  </a:lnTo>
                  <a:lnTo>
                    <a:pt x="2008599" y="1261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6049435" y="3889932"/>
              <a:ext cx="2016385" cy="70202"/>
            </a:xfrm>
            <a:custGeom>
              <a:avLst/>
              <a:pathLst>
                <a:path w="2016385" h="70202">
                  <a:moveTo>
                    <a:pt x="2016385" y="432"/>
                  </a:moveTo>
                  <a:lnTo>
                    <a:pt x="2008599" y="360"/>
                  </a:lnTo>
                  <a:lnTo>
                    <a:pt x="2000814" y="288"/>
                  </a:lnTo>
                  <a:lnTo>
                    <a:pt x="1993029" y="216"/>
                  </a:lnTo>
                  <a:lnTo>
                    <a:pt x="1985243" y="144"/>
                  </a:lnTo>
                  <a:lnTo>
                    <a:pt x="1977458" y="72"/>
                  </a:lnTo>
                  <a:lnTo>
                    <a:pt x="1969673" y="0"/>
                  </a:lnTo>
                  <a:lnTo>
                    <a:pt x="1961888" y="192"/>
                  </a:lnTo>
                  <a:lnTo>
                    <a:pt x="1954102" y="440"/>
                  </a:lnTo>
                  <a:lnTo>
                    <a:pt x="1946317" y="688"/>
                  </a:lnTo>
                  <a:lnTo>
                    <a:pt x="1938532" y="935"/>
                  </a:lnTo>
                  <a:lnTo>
                    <a:pt x="1930747" y="1191"/>
                  </a:lnTo>
                  <a:lnTo>
                    <a:pt x="1922961" y="1447"/>
                  </a:lnTo>
                  <a:lnTo>
                    <a:pt x="1915176" y="1703"/>
                  </a:lnTo>
                  <a:lnTo>
                    <a:pt x="1907391" y="1958"/>
                  </a:lnTo>
                  <a:lnTo>
                    <a:pt x="1899605" y="2213"/>
                  </a:lnTo>
                  <a:lnTo>
                    <a:pt x="1891820" y="2468"/>
                  </a:lnTo>
                  <a:lnTo>
                    <a:pt x="1884035" y="2722"/>
                  </a:lnTo>
                  <a:lnTo>
                    <a:pt x="1876250" y="2972"/>
                  </a:lnTo>
                  <a:lnTo>
                    <a:pt x="1868464" y="3196"/>
                  </a:lnTo>
                  <a:lnTo>
                    <a:pt x="1860679" y="3197"/>
                  </a:lnTo>
                  <a:lnTo>
                    <a:pt x="1852894" y="3199"/>
                  </a:lnTo>
                  <a:lnTo>
                    <a:pt x="1845109" y="3195"/>
                  </a:lnTo>
                  <a:lnTo>
                    <a:pt x="1837323" y="3190"/>
                  </a:lnTo>
                  <a:lnTo>
                    <a:pt x="1829538" y="3182"/>
                  </a:lnTo>
                  <a:lnTo>
                    <a:pt x="1821753" y="3171"/>
                  </a:lnTo>
                  <a:lnTo>
                    <a:pt x="1813967" y="3160"/>
                  </a:lnTo>
                  <a:lnTo>
                    <a:pt x="1806182" y="2947"/>
                  </a:lnTo>
                  <a:lnTo>
                    <a:pt x="1798397" y="2718"/>
                  </a:lnTo>
                  <a:lnTo>
                    <a:pt x="1790612" y="2488"/>
                  </a:lnTo>
                  <a:lnTo>
                    <a:pt x="1782826" y="2258"/>
                  </a:lnTo>
                  <a:lnTo>
                    <a:pt x="1775041" y="2230"/>
                  </a:lnTo>
                  <a:lnTo>
                    <a:pt x="1767256" y="2478"/>
                  </a:lnTo>
                  <a:lnTo>
                    <a:pt x="1759471" y="2725"/>
                  </a:lnTo>
                  <a:lnTo>
                    <a:pt x="1751685" y="2972"/>
                  </a:lnTo>
                  <a:lnTo>
                    <a:pt x="1743900" y="3117"/>
                  </a:lnTo>
                  <a:lnTo>
                    <a:pt x="1736115" y="3118"/>
                  </a:lnTo>
                  <a:lnTo>
                    <a:pt x="1728330" y="3228"/>
                  </a:lnTo>
                  <a:lnTo>
                    <a:pt x="1720544" y="3431"/>
                  </a:lnTo>
                  <a:lnTo>
                    <a:pt x="1712759" y="3633"/>
                  </a:lnTo>
                  <a:lnTo>
                    <a:pt x="1704974" y="3758"/>
                  </a:lnTo>
                  <a:lnTo>
                    <a:pt x="1697188" y="3959"/>
                  </a:lnTo>
                  <a:lnTo>
                    <a:pt x="1689403" y="4249"/>
                  </a:lnTo>
                  <a:lnTo>
                    <a:pt x="1681618" y="4214"/>
                  </a:lnTo>
                  <a:lnTo>
                    <a:pt x="1673833" y="3824"/>
                  </a:lnTo>
                  <a:lnTo>
                    <a:pt x="1666047" y="3765"/>
                  </a:lnTo>
                  <a:lnTo>
                    <a:pt x="1658262" y="3762"/>
                  </a:lnTo>
                  <a:lnTo>
                    <a:pt x="1650477" y="3759"/>
                  </a:lnTo>
                  <a:lnTo>
                    <a:pt x="1642692" y="3919"/>
                  </a:lnTo>
                  <a:lnTo>
                    <a:pt x="1634906" y="4147"/>
                  </a:lnTo>
                  <a:lnTo>
                    <a:pt x="1627121" y="4087"/>
                  </a:lnTo>
                  <a:lnTo>
                    <a:pt x="1619336" y="3983"/>
                  </a:lnTo>
                  <a:lnTo>
                    <a:pt x="1611550" y="3945"/>
                  </a:lnTo>
                  <a:lnTo>
                    <a:pt x="1603765" y="3878"/>
                  </a:lnTo>
                  <a:lnTo>
                    <a:pt x="1595980" y="3811"/>
                  </a:lnTo>
                  <a:lnTo>
                    <a:pt x="1588195" y="4092"/>
                  </a:lnTo>
                  <a:lnTo>
                    <a:pt x="1580409" y="4452"/>
                  </a:lnTo>
                  <a:lnTo>
                    <a:pt x="1572624" y="4697"/>
                  </a:lnTo>
                  <a:lnTo>
                    <a:pt x="1564839" y="4814"/>
                  </a:lnTo>
                  <a:lnTo>
                    <a:pt x="1557054" y="4820"/>
                  </a:lnTo>
                  <a:lnTo>
                    <a:pt x="1549268" y="4791"/>
                  </a:lnTo>
                  <a:lnTo>
                    <a:pt x="1541483" y="4763"/>
                  </a:lnTo>
                  <a:lnTo>
                    <a:pt x="1533698" y="4734"/>
                  </a:lnTo>
                  <a:lnTo>
                    <a:pt x="1525912" y="4706"/>
                  </a:lnTo>
                  <a:lnTo>
                    <a:pt x="1518127" y="4677"/>
                  </a:lnTo>
                  <a:lnTo>
                    <a:pt x="1510342" y="4647"/>
                  </a:lnTo>
                  <a:lnTo>
                    <a:pt x="1502557" y="4927"/>
                  </a:lnTo>
                  <a:lnTo>
                    <a:pt x="1494771" y="5288"/>
                  </a:lnTo>
                  <a:lnTo>
                    <a:pt x="1486986" y="5445"/>
                  </a:lnTo>
                  <a:lnTo>
                    <a:pt x="1479201" y="5664"/>
                  </a:lnTo>
                  <a:lnTo>
                    <a:pt x="1471416" y="5722"/>
                  </a:lnTo>
                  <a:lnTo>
                    <a:pt x="1463630" y="5598"/>
                  </a:lnTo>
                  <a:lnTo>
                    <a:pt x="1455845" y="5733"/>
                  </a:lnTo>
                  <a:lnTo>
                    <a:pt x="1448060" y="6007"/>
                  </a:lnTo>
                  <a:lnTo>
                    <a:pt x="1440275" y="5990"/>
                  </a:lnTo>
                  <a:lnTo>
                    <a:pt x="1432489" y="6174"/>
                  </a:lnTo>
                  <a:lnTo>
                    <a:pt x="1424704" y="6175"/>
                  </a:lnTo>
                  <a:lnTo>
                    <a:pt x="1416919" y="6592"/>
                  </a:lnTo>
                  <a:lnTo>
                    <a:pt x="1409133" y="6517"/>
                  </a:lnTo>
                  <a:lnTo>
                    <a:pt x="1401348" y="6474"/>
                  </a:lnTo>
                  <a:lnTo>
                    <a:pt x="1393563" y="6895"/>
                  </a:lnTo>
                  <a:lnTo>
                    <a:pt x="1385778" y="7037"/>
                  </a:lnTo>
                  <a:lnTo>
                    <a:pt x="1377992" y="7539"/>
                  </a:lnTo>
                  <a:lnTo>
                    <a:pt x="1370207" y="7751"/>
                  </a:lnTo>
                  <a:lnTo>
                    <a:pt x="1362422" y="7869"/>
                  </a:lnTo>
                  <a:lnTo>
                    <a:pt x="1354637" y="7983"/>
                  </a:lnTo>
                  <a:lnTo>
                    <a:pt x="1346851" y="7703"/>
                  </a:lnTo>
                  <a:lnTo>
                    <a:pt x="1339066" y="7626"/>
                  </a:lnTo>
                  <a:lnTo>
                    <a:pt x="1331281" y="7768"/>
                  </a:lnTo>
                  <a:lnTo>
                    <a:pt x="1323495" y="7870"/>
                  </a:lnTo>
                  <a:lnTo>
                    <a:pt x="1315710" y="7911"/>
                  </a:lnTo>
                  <a:lnTo>
                    <a:pt x="1307925" y="8206"/>
                  </a:lnTo>
                  <a:lnTo>
                    <a:pt x="1300140" y="8358"/>
                  </a:lnTo>
                  <a:lnTo>
                    <a:pt x="1292354" y="8503"/>
                  </a:lnTo>
                  <a:lnTo>
                    <a:pt x="1284569" y="8647"/>
                  </a:lnTo>
                  <a:lnTo>
                    <a:pt x="1276784" y="8792"/>
                  </a:lnTo>
                  <a:lnTo>
                    <a:pt x="1268999" y="9056"/>
                  </a:lnTo>
                  <a:lnTo>
                    <a:pt x="1261213" y="9378"/>
                  </a:lnTo>
                  <a:lnTo>
                    <a:pt x="1253428" y="9500"/>
                  </a:lnTo>
                  <a:lnTo>
                    <a:pt x="1245643" y="9613"/>
                  </a:lnTo>
                  <a:lnTo>
                    <a:pt x="1237857" y="9725"/>
                  </a:lnTo>
                  <a:lnTo>
                    <a:pt x="1230072" y="9957"/>
                  </a:lnTo>
                  <a:lnTo>
                    <a:pt x="1222287" y="10139"/>
                  </a:lnTo>
                  <a:lnTo>
                    <a:pt x="1214502" y="10246"/>
                  </a:lnTo>
                  <a:lnTo>
                    <a:pt x="1206716" y="10196"/>
                  </a:lnTo>
                  <a:lnTo>
                    <a:pt x="1198931" y="10317"/>
                  </a:lnTo>
                  <a:lnTo>
                    <a:pt x="1191146" y="10439"/>
                  </a:lnTo>
                  <a:lnTo>
                    <a:pt x="1183361" y="10559"/>
                  </a:lnTo>
                  <a:lnTo>
                    <a:pt x="1175575" y="10700"/>
                  </a:lnTo>
                  <a:lnTo>
                    <a:pt x="1167790" y="10849"/>
                  </a:lnTo>
                  <a:lnTo>
                    <a:pt x="1160005" y="10995"/>
                  </a:lnTo>
                  <a:lnTo>
                    <a:pt x="1152220" y="11136"/>
                  </a:lnTo>
                  <a:lnTo>
                    <a:pt x="1144434" y="11278"/>
                  </a:lnTo>
                  <a:lnTo>
                    <a:pt x="1136649" y="11474"/>
                  </a:lnTo>
                  <a:lnTo>
                    <a:pt x="1128864" y="11865"/>
                  </a:lnTo>
                  <a:lnTo>
                    <a:pt x="1121078" y="12256"/>
                  </a:lnTo>
                  <a:lnTo>
                    <a:pt x="1113293" y="12646"/>
                  </a:lnTo>
                  <a:lnTo>
                    <a:pt x="1105508" y="13035"/>
                  </a:lnTo>
                  <a:lnTo>
                    <a:pt x="1097723" y="13423"/>
                  </a:lnTo>
                  <a:lnTo>
                    <a:pt x="1089937" y="13627"/>
                  </a:lnTo>
                  <a:lnTo>
                    <a:pt x="1082152" y="13635"/>
                  </a:lnTo>
                  <a:lnTo>
                    <a:pt x="1074367" y="13637"/>
                  </a:lnTo>
                  <a:lnTo>
                    <a:pt x="1066582" y="13861"/>
                  </a:lnTo>
                  <a:lnTo>
                    <a:pt x="1058796" y="13946"/>
                  </a:lnTo>
                  <a:lnTo>
                    <a:pt x="1051011" y="14314"/>
                  </a:lnTo>
                  <a:lnTo>
                    <a:pt x="1043226" y="14677"/>
                  </a:lnTo>
                  <a:lnTo>
                    <a:pt x="1035440" y="14624"/>
                  </a:lnTo>
                  <a:lnTo>
                    <a:pt x="1027655" y="14950"/>
                  </a:lnTo>
                  <a:lnTo>
                    <a:pt x="1019870" y="15174"/>
                  </a:lnTo>
                  <a:lnTo>
                    <a:pt x="1012085" y="15064"/>
                  </a:lnTo>
                  <a:lnTo>
                    <a:pt x="1004299" y="14680"/>
                  </a:lnTo>
                  <a:lnTo>
                    <a:pt x="996514" y="14559"/>
                  </a:lnTo>
                  <a:lnTo>
                    <a:pt x="988729" y="14701"/>
                  </a:lnTo>
                  <a:lnTo>
                    <a:pt x="980944" y="15222"/>
                  </a:lnTo>
                  <a:lnTo>
                    <a:pt x="973158" y="15631"/>
                  </a:lnTo>
                  <a:lnTo>
                    <a:pt x="965373" y="16199"/>
                  </a:lnTo>
                  <a:lnTo>
                    <a:pt x="957588" y="16691"/>
                  </a:lnTo>
                  <a:lnTo>
                    <a:pt x="949802" y="17181"/>
                  </a:lnTo>
                  <a:lnTo>
                    <a:pt x="942017" y="17335"/>
                  </a:lnTo>
                  <a:lnTo>
                    <a:pt x="934232" y="17138"/>
                  </a:lnTo>
                  <a:lnTo>
                    <a:pt x="926447" y="16783"/>
                  </a:lnTo>
                  <a:lnTo>
                    <a:pt x="918661" y="16430"/>
                  </a:lnTo>
                  <a:lnTo>
                    <a:pt x="910876" y="16854"/>
                  </a:lnTo>
                  <a:lnTo>
                    <a:pt x="903091" y="17277"/>
                  </a:lnTo>
                  <a:lnTo>
                    <a:pt x="895306" y="17687"/>
                  </a:lnTo>
                  <a:lnTo>
                    <a:pt x="887520" y="18092"/>
                  </a:lnTo>
                  <a:lnTo>
                    <a:pt x="879735" y="18495"/>
                  </a:lnTo>
                  <a:lnTo>
                    <a:pt x="871950" y="18616"/>
                  </a:lnTo>
                  <a:lnTo>
                    <a:pt x="864165" y="19143"/>
                  </a:lnTo>
                  <a:lnTo>
                    <a:pt x="856379" y="19668"/>
                  </a:lnTo>
                  <a:lnTo>
                    <a:pt x="848594" y="19555"/>
                  </a:lnTo>
                  <a:lnTo>
                    <a:pt x="840809" y="19374"/>
                  </a:lnTo>
                  <a:lnTo>
                    <a:pt x="833023" y="19664"/>
                  </a:lnTo>
                  <a:lnTo>
                    <a:pt x="825238" y="20159"/>
                  </a:lnTo>
                  <a:lnTo>
                    <a:pt x="817453" y="20502"/>
                  </a:lnTo>
                  <a:lnTo>
                    <a:pt x="809668" y="20313"/>
                  </a:lnTo>
                  <a:lnTo>
                    <a:pt x="801882" y="20568"/>
                  </a:lnTo>
                  <a:lnTo>
                    <a:pt x="794097" y="21382"/>
                  </a:lnTo>
                  <a:lnTo>
                    <a:pt x="786312" y="22015"/>
                  </a:lnTo>
                  <a:lnTo>
                    <a:pt x="778527" y="22399"/>
                  </a:lnTo>
                  <a:lnTo>
                    <a:pt x="770741" y="22583"/>
                  </a:lnTo>
                  <a:lnTo>
                    <a:pt x="762956" y="22871"/>
                  </a:lnTo>
                  <a:lnTo>
                    <a:pt x="755171" y="23225"/>
                  </a:lnTo>
                  <a:lnTo>
                    <a:pt x="747385" y="23618"/>
                  </a:lnTo>
                  <a:lnTo>
                    <a:pt x="739600" y="23830"/>
                  </a:lnTo>
                  <a:lnTo>
                    <a:pt x="731815" y="24439"/>
                  </a:lnTo>
                  <a:lnTo>
                    <a:pt x="724030" y="24668"/>
                  </a:lnTo>
                  <a:lnTo>
                    <a:pt x="716244" y="24803"/>
                  </a:lnTo>
                  <a:lnTo>
                    <a:pt x="708459" y="25539"/>
                  </a:lnTo>
                  <a:lnTo>
                    <a:pt x="700674" y="25997"/>
                  </a:lnTo>
                  <a:lnTo>
                    <a:pt x="692889" y="26641"/>
                  </a:lnTo>
                  <a:lnTo>
                    <a:pt x="685103" y="27281"/>
                  </a:lnTo>
                  <a:lnTo>
                    <a:pt x="677318" y="27913"/>
                  </a:lnTo>
                  <a:lnTo>
                    <a:pt x="669533" y="28361"/>
                  </a:lnTo>
                  <a:lnTo>
                    <a:pt x="661747" y="28246"/>
                  </a:lnTo>
                  <a:lnTo>
                    <a:pt x="653962" y="28680"/>
                  </a:lnTo>
                  <a:lnTo>
                    <a:pt x="646177" y="29000"/>
                  </a:lnTo>
                  <a:lnTo>
                    <a:pt x="638392" y="29699"/>
                  </a:lnTo>
                  <a:lnTo>
                    <a:pt x="630606" y="30183"/>
                  </a:lnTo>
                  <a:lnTo>
                    <a:pt x="622821" y="30842"/>
                  </a:lnTo>
                  <a:lnTo>
                    <a:pt x="615036" y="31675"/>
                  </a:lnTo>
                  <a:lnTo>
                    <a:pt x="607251" y="32351"/>
                  </a:lnTo>
                  <a:lnTo>
                    <a:pt x="599465" y="32806"/>
                  </a:lnTo>
                  <a:lnTo>
                    <a:pt x="591680" y="33220"/>
                  </a:lnTo>
                  <a:lnTo>
                    <a:pt x="583895" y="33613"/>
                  </a:lnTo>
                  <a:lnTo>
                    <a:pt x="576110" y="33991"/>
                  </a:lnTo>
                  <a:lnTo>
                    <a:pt x="568324" y="34369"/>
                  </a:lnTo>
                  <a:lnTo>
                    <a:pt x="560539" y="34949"/>
                  </a:lnTo>
                  <a:lnTo>
                    <a:pt x="552754" y="35516"/>
                  </a:lnTo>
                  <a:lnTo>
                    <a:pt x="544968" y="35852"/>
                  </a:lnTo>
                  <a:lnTo>
                    <a:pt x="537183" y="35941"/>
                  </a:lnTo>
                  <a:lnTo>
                    <a:pt x="529398" y="36226"/>
                  </a:lnTo>
                  <a:lnTo>
                    <a:pt x="521613" y="36495"/>
                  </a:lnTo>
                  <a:lnTo>
                    <a:pt x="513827" y="36963"/>
                  </a:lnTo>
                  <a:lnTo>
                    <a:pt x="506042" y="37338"/>
                  </a:lnTo>
                  <a:lnTo>
                    <a:pt x="498257" y="37628"/>
                  </a:lnTo>
                  <a:lnTo>
                    <a:pt x="490472" y="38058"/>
                  </a:lnTo>
                  <a:lnTo>
                    <a:pt x="482686" y="38568"/>
                  </a:lnTo>
                  <a:lnTo>
                    <a:pt x="474901" y="39053"/>
                  </a:lnTo>
                  <a:lnTo>
                    <a:pt x="467116" y="39487"/>
                  </a:lnTo>
                  <a:lnTo>
                    <a:pt x="459330" y="40067"/>
                  </a:lnTo>
                  <a:lnTo>
                    <a:pt x="451545" y="40567"/>
                  </a:lnTo>
                  <a:lnTo>
                    <a:pt x="443760" y="41070"/>
                  </a:lnTo>
                  <a:lnTo>
                    <a:pt x="435975" y="41569"/>
                  </a:lnTo>
                  <a:lnTo>
                    <a:pt x="428189" y="42094"/>
                  </a:lnTo>
                  <a:lnTo>
                    <a:pt x="420404" y="42660"/>
                  </a:lnTo>
                  <a:lnTo>
                    <a:pt x="412619" y="43240"/>
                  </a:lnTo>
                  <a:lnTo>
                    <a:pt x="404834" y="43733"/>
                  </a:lnTo>
                  <a:lnTo>
                    <a:pt x="397048" y="44155"/>
                  </a:lnTo>
                  <a:lnTo>
                    <a:pt x="389263" y="44619"/>
                  </a:lnTo>
                  <a:lnTo>
                    <a:pt x="381478" y="45137"/>
                  </a:lnTo>
                  <a:lnTo>
                    <a:pt x="373692" y="45521"/>
                  </a:lnTo>
                  <a:lnTo>
                    <a:pt x="365907" y="46174"/>
                  </a:lnTo>
                  <a:lnTo>
                    <a:pt x="358122" y="46822"/>
                  </a:lnTo>
                  <a:lnTo>
                    <a:pt x="350337" y="47212"/>
                  </a:lnTo>
                  <a:lnTo>
                    <a:pt x="342551" y="47724"/>
                  </a:lnTo>
                  <a:lnTo>
                    <a:pt x="334766" y="48230"/>
                  </a:lnTo>
                  <a:lnTo>
                    <a:pt x="326981" y="48735"/>
                  </a:lnTo>
                  <a:lnTo>
                    <a:pt x="319196" y="49249"/>
                  </a:lnTo>
                  <a:lnTo>
                    <a:pt x="311410" y="49756"/>
                  </a:lnTo>
                  <a:lnTo>
                    <a:pt x="303625" y="50249"/>
                  </a:lnTo>
                  <a:lnTo>
                    <a:pt x="295840" y="50734"/>
                  </a:lnTo>
                  <a:lnTo>
                    <a:pt x="288055" y="50959"/>
                  </a:lnTo>
                  <a:lnTo>
                    <a:pt x="280269" y="51408"/>
                  </a:lnTo>
                  <a:lnTo>
                    <a:pt x="272484" y="52027"/>
                  </a:lnTo>
                  <a:lnTo>
                    <a:pt x="264699" y="52444"/>
                  </a:lnTo>
                  <a:lnTo>
                    <a:pt x="256913" y="53135"/>
                  </a:lnTo>
                  <a:lnTo>
                    <a:pt x="249128" y="53557"/>
                  </a:lnTo>
                  <a:lnTo>
                    <a:pt x="241343" y="54056"/>
                  </a:lnTo>
                  <a:lnTo>
                    <a:pt x="233558" y="54644"/>
                  </a:lnTo>
                  <a:lnTo>
                    <a:pt x="225772" y="55056"/>
                  </a:lnTo>
                  <a:lnTo>
                    <a:pt x="217987" y="55599"/>
                  </a:lnTo>
                  <a:lnTo>
                    <a:pt x="210202" y="56077"/>
                  </a:lnTo>
                  <a:lnTo>
                    <a:pt x="202417" y="56555"/>
                  </a:lnTo>
                  <a:lnTo>
                    <a:pt x="194631" y="57096"/>
                  </a:lnTo>
                  <a:lnTo>
                    <a:pt x="186846" y="57523"/>
                  </a:lnTo>
                  <a:lnTo>
                    <a:pt x="179061" y="58153"/>
                  </a:lnTo>
                  <a:lnTo>
                    <a:pt x="171275" y="58664"/>
                  </a:lnTo>
                  <a:lnTo>
                    <a:pt x="163490" y="59257"/>
                  </a:lnTo>
                  <a:lnTo>
                    <a:pt x="155705" y="59816"/>
                  </a:lnTo>
                  <a:lnTo>
                    <a:pt x="147920" y="60406"/>
                  </a:lnTo>
                  <a:lnTo>
                    <a:pt x="140134" y="60978"/>
                  </a:lnTo>
                  <a:lnTo>
                    <a:pt x="132349" y="61587"/>
                  </a:lnTo>
                  <a:lnTo>
                    <a:pt x="124564" y="62126"/>
                  </a:lnTo>
                  <a:lnTo>
                    <a:pt x="116779" y="62426"/>
                  </a:lnTo>
                  <a:lnTo>
                    <a:pt x="108993" y="62821"/>
                  </a:lnTo>
                  <a:lnTo>
                    <a:pt x="101208" y="63446"/>
                  </a:lnTo>
                  <a:lnTo>
                    <a:pt x="93423" y="64067"/>
                  </a:lnTo>
                  <a:lnTo>
                    <a:pt x="85637" y="64684"/>
                  </a:lnTo>
                  <a:lnTo>
                    <a:pt x="77852" y="65296"/>
                  </a:lnTo>
                  <a:lnTo>
                    <a:pt x="70067" y="65781"/>
                  </a:lnTo>
                  <a:lnTo>
                    <a:pt x="62282" y="66258"/>
                  </a:lnTo>
                  <a:lnTo>
                    <a:pt x="54496" y="66788"/>
                  </a:lnTo>
                  <a:lnTo>
                    <a:pt x="46711" y="67240"/>
                  </a:lnTo>
                  <a:lnTo>
                    <a:pt x="38926" y="67844"/>
                  </a:lnTo>
                  <a:lnTo>
                    <a:pt x="31141" y="68144"/>
                  </a:lnTo>
                  <a:lnTo>
                    <a:pt x="23355" y="68593"/>
                  </a:lnTo>
                  <a:lnTo>
                    <a:pt x="15570" y="69038"/>
                  </a:lnTo>
                  <a:lnTo>
                    <a:pt x="7785" y="69612"/>
                  </a:lnTo>
                  <a:lnTo>
                    <a:pt x="0" y="70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6049435" y="3541679"/>
              <a:ext cx="2016385" cy="393938"/>
            </a:xfrm>
            <a:custGeom>
              <a:avLst/>
              <a:pathLst>
                <a:path w="2016385" h="393938">
                  <a:moveTo>
                    <a:pt x="0" y="208575"/>
                  </a:moveTo>
                  <a:lnTo>
                    <a:pt x="7785" y="208553"/>
                  </a:lnTo>
                  <a:lnTo>
                    <a:pt x="15570" y="207733"/>
                  </a:lnTo>
                  <a:lnTo>
                    <a:pt x="23355" y="207659"/>
                  </a:lnTo>
                  <a:lnTo>
                    <a:pt x="31141" y="207063"/>
                  </a:lnTo>
                  <a:lnTo>
                    <a:pt x="38926" y="206712"/>
                  </a:lnTo>
                  <a:lnTo>
                    <a:pt x="46711" y="206295"/>
                  </a:lnTo>
                  <a:lnTo>
                    <a:pt x="54496" y="206126"/>
                  </a:lnTo>
                  <a:lnTo>
                    <a:pt x="62282" y="206074"/>
                  </a:lnTo>
                  <a:lnTo>
                    <a:pt x="70067" y="206043"/>
                  </a:lnTo>
                  <a:lnTo>
                    <a:pt x="77852" y="206217"/>
                  </a:lnTo>
                  <a:lnTo>
                    <a:pt x="85637" y="206595"/>
                  </a:lnTo>
                  <a:lnTo>
                    <a:pt x="93423" y="206908"/>
                  </a:lnTo>
                  <a:lnTo>
                    <a:pt x="101208" y="206816"/>
                  </a:lnTo>
                  <a:lnTo>
                    <a:pt x="108993" y="207370"/>
                  </a:lnTo>
                  <a:lnTo>
                    <a:pt x="116779" y="206915"/>
                  </a:lnTo>
                  <a:lnTo>
                    <a:pt x="124564" y="206436"/>
                  </a:lnTo>
                  <a:lnTo>
                    <a:pt x="132349" y="205972"/>
                  </a:lnTo>
                  <a:lnTo>
                    <a:pt x="140134" y="205756"/>
                  </a:lnTo>
                  <a:lnTo>
                    <a:pt x="147920" y="205715"/>
                  </a:lnTo>
                  <a:lnTo>
                    <a:pt x="155705" y="205361"/>
                  </a:lnTo>
                  <a:lnTo>
                    <a:pt x="163490" y="204992"/>
                  </a:lnTo>
                  <a:lnTo>
                    <a:pt x="171275" y="204723"/>
                  </a:lnTo>
                  <a:lnTo>
                    <a:pt x="179061" y="204879"/>
                  </a:lnTo>
                  <a:lnTo>
                    <a:pt x="186846" y="204592"/>
                  </a:lnTo>
                  <a:lnTo>
                    <a:pt x="194631" y="204548"/>
                  </a:lnTo>
                  <a:lnTo>
                    <a:pt x="202417" y="204163"/>
                  </a:lnTo>
                  <a:lnTo>
                    <a:pt x="210202" y="203498"/>
                  </a:lnTo>
                  <a:lnTo>
                    <a:pt x="217987" y="203351"/>
                  </a:lnTo>
                  <a:lnTo>
                    <a:pt x="225772" y="203210"/>
                  </a:lnTo>
                  <a:lnTo>
                    <a:pt x="233558" y="203030"/>
                  </a:lnTo>
                  <a:lnTo>
                    <a:pt x="241343" y="202677"/>
                  </a:lnTo>
                  <a:lnTo>
                    <a:pt x="249128" y="202437"/>
                  </a:lnTo>
                  <a:lnTo>
                    <a:pt x="256913" y="202124"/>
                  </a:lnTo>
                  <a:lnTo>
                    <a:pt x="264699" y="201835"/>
                  </a:lnTo>
                  <a:lnTo>
                    <a:pt x="272484" y="201947"/>
                  </a:lnTo>
                  <a:lnTo>
                    <a:pt x="280269" y="201358"/>
                  </a:lnTo>
                  <a:lnTo>
                    <a:pt x="288055" y="200924"/>
                  </a:lnTo>
                  <a:lnTo>
                    <a:pt x="295840" y="200725"/>
                  </a:lnTo>
                  <a:lnTo>
                    <a:pt x="303625" y="201243"/>
                  </a:lnTo>
                  <a:lnTo>
                    <a:pt x="311410" y="201738"/>
                  </a:lnTo>
                  <a:lnTo>
                    <a:pt x="319196" y="201175"/>
                  </a:lnTo>
                  <a:lnTo>
                    <a:pt x="326981" y="201243"/>
                  </a:lnTo>
                  <a:lnTo>
                    <a:pt x="334766" y="200989"/>
                  </a:lnTo>
                  <a:lnTo>
                    <a:pt x="342551" y="200725"/>
                  </a:lnTo>
                  <a:lnTo>
                    <a:pt x="350337" y="200425"/>
                  </a:lnTo>
                  <a:lnTo>
                    <a:pt x="358122" y="200040"/>
                  </a:lnTo>
                  <a:lnTo>
                    <a:pt x="365907" y="199655"/>
                  </a:lnTo>
                  <a:lnTo>
                    <a:pt x="373692" y="199085"/>
                  </a:lnTo>
                  <a:lnTo>
                    <a:pt x="381478" y="198293"/>
                  </a:lnTo>
                  <a:lnTo>
                    <a:pt x="389263" y="197512"/>
                  </a:lnTo>
                  <a:lnTo>
                    <a:pt x="397048" y="197754"/>
                  </a:lnTo>
                  <a:lnTo>
                    <a:pt x="404834" y="197068"/>
                  </a:lnTo>
                  <a:lnTo>
                    <a:pt x="412619" y="196947"/>
                  </a:lnTo>
                  <a:lnTo>
                    <a:pt x="420404" y="196488"/>
                  </a:lnTo>
                  <a:lnTo>
                    <a:pt x="428189" y="196593"/>
                  </a:lnTo>
                  <a:lnTo>
                    <a:pt x="435975" y="196306"/>
                  </a:lnTo>
                  <a:lnTo>
                    <a:pt x="443760" y="195942"/>
                  </a:lnTo>
                  <a:lnTo>
                    <a:pt x="451545" y="195961"/>
                  </a:lnTo>
                  <a:lnTo>
                    <a:pt x="459330" y="196056"/>
                  </a:lnTo>
                  <a:lnTo>
                    <a:pt x="467116" y="195574"/>
                  </a:lnTo>
                  <a:lnTo>
                    <a:pt x="474901" y="194829"/>
                  </a:lnTo>
                  <a:lnTo>
                    <a:pt x="482686" y="194084"/>
                  </a:lnTo>
                  <a:lnTo>
                    <a:pt x="490472" y="193680"/>
                  </a:lnTo>
                  <a:lnTo>
                    <a:pt x="498257" y="193211"/>
                  </a:lnTo>
                  <a:lnTo>
                    <a:pt x="506042" y="192744"/>
                  </a:lnTo>
                  <a:lnTo>
                    <a:pt x="513827" y="192241"/>
                  </a:lnTo>
                  <a:lnTo>
                    <a:pt x="521613" y="191659"/>
                  </a:lnTo>
                  <a:lnTo>
                    <a:pt x="529398" y="190839"/>
                  </a:lnTo>
                  <a:lnTo>
                    <a:pt x="537183" y="190014"/>
                  </a:lnTo>
                  <a:lnTo>
                    <a:pt x="544968" y="189241"/>
                  </a:lnTo>
                  <a:lnTo>
                    <a:pt x="552754" y="188644"/>
                  </a:lnTo>
                  <a:lnTo>
                    <a:pt x="560539" y="187987"/>
                  </a:lnTo>
                  <a:lnTo>
                    <a:pt x="568324" y="187294"/>
                  </a:lnTo>
                  <a:lnTo>
                    <a:pt x="576110" y="186618"/>
                  </a:lnTo>
                  <a:lnTo>
                    <a:pt x="583895" y="185722"/>
                  </a:lnTo>
                  <a:lnTo>
                    <a:pt x="591680" y="185020"/>
                  </a:lnTo>
                  <a:lnTo>
                    <a:pt x="599465" y="184356"/>
                  </a:lnTo>
                  <a:lnTo>
                    <a:pt x="607251" y="183667"/>
                  </a:lnTo>
                  <a:lnTo>
                    <a:pt x="615036" y="182899"/>
                  </a:lnTo>
                  <a:lnTo>
                    <a:pt x="622821" y="182603"/>
                  </a:lnTo>
                  <a:lnTo>
                    <a:pt x="630606" y="182665"/>
                  </a:lnTo>
                  <a:lnTo>
                    <a:pt x="638392" y="182257"/>
                  </a:lnTo>
                  <a:lnTo>
                    <a:pt x="646177" y="181685"/>
                  </a:lnTo>
                  <a:lnTo>
                    <a:pt x="653962" y="180804"/>
                  </a:lnTo>
                  <a:lnTo>
                    <a:pt x="661747" y="180159"/>
                  </a:lnTo>
                  <a:lnTo>
                    <a:pt x="669533" y="179535"/>
                  </a:lnTo>
                  <a:lnTo>
                    <a:pt x="677318" y="178699"/>
                  </a:lnTo>
                  <a:lnTo>
                    <a:pt x="685103" y="178301"/>
                  </a:lnTo>
                  <a:lnTo>
                    <a:pt x="692889" y="177232"/>
                  </a:lnTo>
                  <a:lnTo>
                    <a:pt x="700674" y="176605"/>
                  </a:lnTo>
                  <a:lnTo>
                    <a:pt x="708459" y="176423"/>
                  </a:lnTo>
                  <a:lnTo>
                    <a:pt x="716244" y="175821"/>
                  </a:lnTo>
                  <a:lnTo>
                    <a:pt x="724030" y="175209"/>
                  </a:lnTo>
                  <a:lnTo>
                    <a:pt x="731815" y="174581"/>
                  </a:lnTo>
                  <a:lnTo>
                    <a:pt x="739600" y="174269"/>
                  </a:lnTo>
                  <a:lnTo>
                    <a:pt x="747385" y="173519"/>
                  </a:lnTo>
                  <a:lnTo>
                    <a:pt x="755171" y="172705"/>
                  </a:lnTo>
                  <a:lnTo>
                    <a:pt x="762956" y="172068"/>
                  </a:lnTo>
                  <a:lnTo>
                    <a:pt x="770741" y="170996"/>
                  </a:lnTo>
                  <a:lnTo>
                    <a:pt x="778527" y="169573"/>
                  </a:lnTo>
                  <a:lnTo>
                    <a:pt x="786312" y="168787"/>
                  </a:lnTo>
                  <a:lnTo>
                    <a:pt x="794097" y="169355"/>
                  </a:lnTo>
                  <a:lnTo>
                    <a:pt x="801882" y="168624"/>
                  </a:lnTo>
                  <a:lnTo>
                    <a:pt x="809668" y="167461"/>
                  </a:lnTo>
                  <a:lnTo>
                    <a:pt x="817453" y="167130"/>
                  </a:lnTo>
                  <a:lnTo>
                    <a:pt x="825238" y="166373"/>
                  </a:lnTo>
                  <a:lnTo>
                    <a:pt x="833023" y="165503"/>
                  </a:lnTo>
                  <a:lnTo>
                    <a:pt x="840809" y="164392"/>
                  </a:lnTo>
                  <a:lnTo>
                    <a:pt x="848594" y="162883"/>
                  </a:lnTo>
                  <a:lnTo>
                    <a:pt x="856379" y="161631"/>
                  </a:lnTo>
                  <a:lnTo>
                    <a:pt x="864165" y="160843"/>
                  </a:lnTo>
                  <a:lnTo>
                    <a:pt x="871950" y="160047"/>
                  </a:lnTo>
                  <a:lnTo>
                    <a:pt x="879735" y="159246"/>
                  </a:lnTo>
                  <a:lnTo>
                    <a:pt x="887520" y="158966"/>
                  </a:lnTo>
                  <a:lnTo>
                    <a:pt x="895306" y="158149"/>
                  </a:lnTo>
                  <a:lnTo>
                    <a:pt x="903091" y="156967"/>
                  </a:lnTo>
                  <a:lnTo>
                    <a:pt x="910876" y="156070"/>
                  </a:lnTo>
                  <a:lnTo>
                    <a:pt x="918661" y="155275"/>
                  </a:lnTo>
                  <a:lnTo>
                    <a:pt x="926447" y="154478"/>
                  </a:lnTo>
                  <a:lnTo>
                    <a:pt x="934232" y="153780"/>
                  </a:lnTo>
                  <a:lnTo>
                    <a:pt x="942017" y="153144"/>
                  </a:lnTo>
                  <a:lnTo>
                    <a:pt x="949802" y="152430"/>
                  </a:lnTo>
                  <a:lnTo>
                    <a:pt x="957588" y="151698"/>
                  </a:lnTo>
                  <a:lnTo>
                    <a:pt x="965373" y="150500"/>
                  </a:lnTo>
                  <a:lnTo>
                    <a:pt x="973158" y="149639"/>
                  </a:lnTo>
                  <a:lnTo>
                    <a:pt x="980944" y="148963"/>
                  </a:lnTo>
                  <a:lnTo>
                    <a:pt x="988729" y="147832"/>
                  </a:lnTo>
                  <a:lnTo>
                    <a:pt x="996514" y="146231"/>
                  </a:lnTo>
                  <a:lnTo>
                    <a:pt x="1004299" y="145608"/>
                  </a:lnTo>
                  <a:lnTo>
                    <a:pt x="1012085" y="145302"/>
                  </a:lnTo>
                  <a:lnTo>
                    <a:pt x="1019870" y="144906"/>
                  </a:lnTo>
                  <a:lnTo>
                    <a:pt x="1027655" y="144099"/>
                  </a:lnTo>
                  <a:lnTo>
                    <a:pt x="1035440" y="143151"/>
                  </a:lnTo>
                  <a:lnTo>
                    <a:pt x="1043226" y="141934"/>
                  </a:lnTo>
                  <a:lnTo>
                    <a:pt x="1051011" y="140752"/>
                  </a:lnTo>
                  <a:lnTo>
                    <a:pt x="1058796" y="139590"/>
                  </a:lnTo>
                  <a:lnTo>
                    <a:pt x="1066582" y="138248"/>
                  </a:lnTo>
                  <a:lnTo>
                    <a:pt x="1074367" y="136827"/>
                  </a:lnTo>
                  <a:lnTo>
                    <a:pt x="1082152" y="135409"/>
                  </a:lnTo>
                  <a:lnTo>
                    <a:pt x="1089937" y="134407"/>
                  </a:lnTo>
                  <a:lnTo>
                    <a:pt x="1097723" y="133314"/>
                  </a:lnTo>
                  <a:lnTo>
                    <a:pt x="1105508" y="132586"/>
                  </a:lnTo>
                  <a:lnTo>
                    <a:pt x="1113293" y="131391"/>
                  </a:lnTo>
                  <a:lnTo>
                    <a:pt x="1121078" y="130620"/>
                  </a:lnTo>
                  <a:lnTo>
                    <a:pt x="1128864" y="129608"/>
                  </a:lnTo>
                  <a:lnTo>
                    <a:pt x="1136649" y="127907"/>
                  </a:lnTo>
                  <a:lnTo>
                    <a:pt x="1144434" y="126572"/>
                  </a:lnTo>
                  <a:lnTo>
                    <a:pt x="1152220" y="125991"/>
                  </a:lnTo>
                  <a:lnTo>
                    <a:pt x="1160005" y="125409"/>
                  </a:lnTo>
                  <a:lnTo>
                    <a:pt x="1167790" y="124827"/>
                  </a:lnTo>
                  <a:lnTo>
                    <a:pt x="1175575" y="123909"/>
                  </a:lnTo>
                  <a:lnTo>
                    <a:pt x="1183361" y="122751"/>
                  </a:lnTo>
                  <a:lnTo>
                    <a:pt x="1191146" y="121597"/>
                  </a:lnTo>
                  <a:lnTo>
                    <a:pt x="1198931" y="120444"/>
                  </a:lnTo>
                  <a:lnTo>
                    <a:pt x="1206716" y="119218"/>
                  </a:lnTo>
                  <a:lnTo>
                    <a:pt x="1214502" y="117896"/>
                  </a:lnTo>
                  <a:lnTo>
                    <a:pt x="1222287" y="116603"/>
                  </a:lnTo>
                  <a:lnTo>
                    <a:pt x="1230072" y="115840"/>
                  </a:lnTo>
                  <a:lnTo>
                    <a:pt x="1237857" y="114938"/>
                  </a:lnTo>
                  <a:lnTo>
                    <a:pt x="1245643" y="114109"/>
                  </a:lnTo>
                  <a:lnTo>
                    <a:pt x="1253428" y="113284"/>
                  </a:lnTo>
                  <a:lnTo>
                    <a:pt x="1261213" y="112460"/>
                  </a:lnTo>
                  <a:lnTo>
                    <a:pt x="1268999" y="111768"/>
                  </a:lnTo>
                  <a:lnTo>
                    <a:pt x="1276784" y="110885"/>
                  </a:lnTo>
                  <a:lnTo>
                    <a:pt x="1284569" y="109621"/>
                  </a:lnTo>
                  <a:lnTo>
                    <a:pt x="1292354" y="108356"/>
                  </a:lnTo>
                  <a:lnTo>
                    <a:pt x="1300140" y="107412"/>
                  </a:lnTo>
                  <a:lnTo>
                    <a:pt x="1307925" y="106686"/>
                  </a:lnTo>
                  <a:lnTo>
                    <a:pt x="1315710" y="105228"/>
                  </a:lnTo>
                  <a:lnTo>
                    <a:pt x="1323495" y="104300"/>
                  </a:lnTo>
                  <a:lnTo>
                    <a:pt x="1331281" y="103231"/>
                  </a:lnTo>
                  <a:lnTo>
                    <a:pt x="1339066" y="101621"/>
                  </a:lnTo>
                  <a:lnTo>
                    <a:pt x="1346851" y="100379"/>
                  </a:lnTo>
                  <a:lnTo>
                    <a:pt x="1354637" y="99111"/>
                  </a:lnTo>
                  <a:lnTo>
                    <a:pt x="1362422" y="98332"/>
                  </a:lnTo>
                  <a:lnTo>
                    <a:pt x="1370207" y="97632"/>
                  </a:lnTo>
                  <a:lnTo>
                    <a:pt x="1377992" y="96890"/>
                  </a:lnTo>
                  <a:lnTo>
                    <a:pt x="1385778" y="96148"/>
                  </a:lnTo>
                  <a:lnTo>
                    <a:pt x="1393563" y="95421"/>
                  </a:lnTo>
                  <a:lnTo>
                    <a:pt x="1401348" y="94473"/>
                  </a:lnTo>
                  <a:lnTo>
                    <a:pt x="1409133" y="93235"/>
                  </a:lnTo>
                  <a:lnTo>
                    <a:pt x="1416919" y="92239"/>
                  </a:lnTo>
                  <a:lnTo>
                    <a:pt x="1424704" y="91367"/>
                  </a:lnTo>
                  <a:lnTo>
                    <a:pt x="1432489" y="89689"/>
                  </a:lnTo>
                  <a:lnTo>
                    <a:pt x="1440275" y="88228"/>
                  </a:lnTo>
                  <a:lnTo>
                    <a:pt x="1448060" y="86980"/>
                  </a:lnTo>
                  <a:lnTo>
                    <a:pt x="1455845" y="85958"/>
                  </a:lnTo>
                  <a:lnTo>
                    <a:pt x="1463630" y="84571"/>
                  </a:lnTo>
                  <a:lnTo>
                    <a:pt x="1471416" y="83243"/>
                  </a:lnTo>
                  <a:lnTo>
                    <a:pt x="1479201" y="81997"/>
                  </a:lnTo>
                  <a:lnTo>
                    <a:pt x="1486986" y="80908"/>
                  </a:lnTo>
                  <a:lnTo>
                    <a:pt x="1494771" y="80107"/>
                  </a:lnTo>
                  <a:lnTo>
                    <a:pt x="1502557" y="79294"/>
                  </a:lnTo>
                  <a:lnTo>
                    <a:pt x="1510342" y="78087"/>
                  </a:lnTo>
                  <a:lnTo>
                    <a:pt x="1518127" y="76882"/>
                  </a:lnTo>
                  <a:lnTo>
                    <a:pt x="1525912" y="75679"/>
                  </a:lnTo>
                  <a:lnTo>
                    <a:pt x="1533698" y="74478"/>
                  </a:lnTo>
                  <a:lnTo>
                    <a:pt x="1541483" y="73279"/>
                  </a:lnTo>
                  <a:lnTo>
                    <a:pt x="1549268" y="71818"/>
                  </a:lnTo>
                  <a:lnTo>
                    <a:pt x="1557054" y="70223"/>
                  </a:lnTo>
                  <a:lnTo>
                    <a:pt x="1564839" y="68631"/>
                  </a:lnTo>
                  <a:lnTo>
                    <a:pt x="1572624" y="67240"/>
                  </a:lnTo>
                  <a:lnTo>
                    <a:pt x="1580409" y="66014"/>
                  </a:lnTo>
                  <a:lnTo>
                    <a:pt x="1588195" y="64800"/>
                  </a:lnTo>
                  <a:lnTo>
                    <a:pt x="1595980" y="63574"/>
                  </a:lnTo>
                  <a:lnTo>
                    <a:pt x="1603765" y="62389"/>
                  </a:lnTo>
                  <a:lnTo>
                    <a:pt x="1611550" y="61177"/>
                  </a:lnTo>
                  <a:lnTo>
                    <a:pt x="1619336" y="59971"/>
                  </a:lnTo>
                  <a:lnTo>
                    <a:pt x="1627121" y="58772"/>
                  </a:lnTo>
                  <a:lnTo>
                    <a:pt x="1634906" y="57396"/>
                  </a:lnTo>
                  <a:lnTo>
                    <a:pt x="1642692" y="56199"/>
                  </a:lnTo>
                  <a:lnTo>
                    <a:pt x="1650477" y="55107"/>
                  </a:lnTo>
                  <a:lnTo>
                    <a:pt x="1658262" y="53961"/>
                  </a:lnTo>
                  <a:lnTo>
                    <a:pt x="1666047" y="52589"/>
                  </a:lnTo>
                  <a:lnTo>
                    <a:pt x="1673833" y="51220"/>
                  </a:lnTo>
                  <a:lnTo>
                    <a:pt x="1681618" y="49855"/>
                  </a:lnTo>
                  <a:lnTo>
                    <a:pt x="1689403" y="48494"/>
                  </a:lnTo>
                  <a:lnTo>
                    <a:pt x="1697188" y="47139"/>
                  </a:lnTo>
                  <a:lnTo>
                    <a:pt x="1704974" y="45792"/>
                  </a:lnTo>
                  <a:lnTo>
                    <a:pt x="1712759" y="44449"/>
                  </a:lnTo>
                  <a:lnTo>
                    <a:pt x="1720544" y="43110"/>
                  </a:lnTo>
                  <a:lnTo>
                    <a:pt x="1728330" y="41785"/>
                  </a:lnTo>
                  <a:lnTo>
                    <a:pt x="1736115" y="40612"/>
                  </a:lnTo>
                  <a:lnTo>
                    <a:pt x="1743900" y="39270"/>
                  </a:lnTo>
                  <a:lnTo>
                    <a:pt x="1751685" y="37793"/>
                  </a:lnTo>
                  <a:lnTo>
                    <a:pt x="1759471" y="36539"/>
                  </a:lnTo>
                  <a:lnTo>
                    <a:pt x="1767256" y="35535"/>
                  </a:lnTo>
                  <a:lnTo>
                    <a:pt x="1775041" y="34535"/>
                  </a:lnTo>
                  <a:lnTo>
                    <a:pt x="1782826" y="33360"/>
                  </a:lnTo>
                  <a:lnTo>
                    <a:pt x="1790612" y="32017"/>
                  </a:lnTo>
                  <a:lnTo>
                    <a:pt x="1798397" y="30958"/>
                  </a:lnTo>
                  <a:lnTo>
                    <a:pt x="1806182" y="29627"/>
                  </a:lnTo>
                  <a:lnTo>
                    <a:pt x="1813967" y="28300"/>
                  </a:lnTo>
                  <a:lnTo>
                    <a:pt x="1821753" y="27141"/>
                  </a:lnTo>
                  <a:lnTo>
                    <a:pt x="1829538" y="26020"/>
                  </a:lnTo>
                  <a:lnTo>
                    <a:pt x="1837323" y="24902"/>
                  </a:lnTo>
                  <a:lnTo>
                    <a:pt x="1845109" y="23825"/>
                  </a:lnTo>
                  <a:lnTo>
                    <a:pt x="1852894" y="22779"/>
                  </a:lnTo>
                  <a:lnTo>
                    <a:pt x="1860679" y="21736"/>
                  </a:lnTo>
                  <a:lnTo>
                    <a:pt x="1868464" y="20688"/>
                  </a:lnTo>
                  <a:lnTo>
                    <a:pt x="1876250" y="19496"/>
                  </a:lnTo>
                  <a:lnTo>
                    <a:pt x="1884035" y="18307"/>
                  </a:lnTo>
                  <a:lnTo>
                    <a:pt x="1891820" y="17154"/>
                  </a:lnTo>
                  <a:lnTo>
                    <a:pt x="1899605" y="16058"/>
                  </a:lnTo>
                  <a:lnTo>
                    <a:pt x="1907391" y="14881"/>
                  </a:lnTo>
                  <a:lnTo>
                    <a:pt x="1915176" y="13801"/>
                  </a:lnTo>
                  <a:lnTo>
                    <a:pt x="1922961" y="12720"/>
                  </a:lnTo>
                  <a:lnTo>
                    <a:pt x="1930747" y="11403"/>
                  </a:lnTo>
                  <a:lnTo>
                    <a:pt x="1938532" y="10090"/>
                  </a:lnTo>
                  <a:lnTo>
                    <a:pt x="1946317" y="8917"/>
                  </a:lnTo>
                  <a:lnTo>
                    <a:pt x="1954102" y="7757"/>
                  </a:lnTo>
                  <a:lnTo>
                    <a:pt x="1961888" y="6601"/>
                  </a:lnTo>
                  <a:lnTo>
                    <a:pt x="1969673" y="5450"/>
                  </a:lnTo>
                  <a:lnTo>
                    <a:pt x="1977458" y="4307"/>
                  </a:lnTo>
                  <a:lnTo>
                    <a:pt x="1985243" y="3171"/>
                  </a:lnTo>
                  <a:lnTo>
                    <a:pt x="1993029" y="2093"/>
                  </a:lnTo>
                  <a:lnTo>
                    <a:pt x="2000814" y="1391"/>
                  </a:lnTo>
                  <a:lnTo>
                    <a:pt x="2008599" y="694"/>
                  </a:lnTo>
                  <a:lnTo>
                    <a:pt x="2016385" y="0"/>
                  </a:lnTo>
                  <a:lnTo>
                    <a:pt x="2016385" y="366216"/>
                  </a:lnTo>
                  <a:lnTo>
                    <a:pt x="2008599" y="366072"/>
                  </a:lnTo>
                  <a:lnTo>
                    <a:pt x="2000814" y="365704"/>
                  </a:lnTo>
                  <a:lnTo>
                    <a:pt x="1993029" y="365426"/>
                  </a:lnTo>
                  <a:lnTo>
                    <a:pt x="1985243" y="365434"/>
                  </a:lnTo>
                  <a:lnTo>
                    <a:pt x="1977458" y="365441"/>
                  </a:lnTo>
                  <a:lnTo>
                    <a:pt x="1969673" y="365449"/>
                  </a:lnTo>
                  <a:lnTo>
                    <a:pt x="1961888" y="365456"/>
                  </a:lnTo>
                  <a:lnTo>
                    <a:pt x="1954102" y="365464"/>
                  </a:lnTo>
                  <a:lnTo>
                    <a:pt x="1946317" y="365472"/>
                  </a:lnTo>
                  <a:lnTo>
                    <a:pt x="1938532" y="365478"/>
                  </a:lnTo>
                  <a:lnTo>
                    <a:pt x="1930747" y="365410"/>
                  </a:lnTo>
                  <a:lnTo>
                    <a:pt x="1922961" y="364952"/>
                  </a:lnTo>
                  <a:lnTo>
                    <a:pt x="1915176" y="364490"/>
                  </a:lnTo>
                  <a:lnTo>
                    <a:pt x="1907391" y="364027"/>
                  </a:lnTo>
                  <a:lnTo>
                    <a:pt x="1899605" y="363801"/>
                  </a:lnTo>
                  <a:lnTo>
                    <a:pt x="1891820" y="363857"/>
                  </a:lnTo>
                  <a:lnTo>
                    <a:pt x="1884035" y="363571"/>
                  </a:lnTo>
                  <a:lnTo>
                    <a:pt x="1876250" y="363234"/>
                  </a:lnTo>
                  <a:lnTo>
                    <a:pt x="1868464" y="362890"/>
                  </a:lnTo>
                  <a:lnTo>
                    <a:pt x="1860679" y="362546"/>
                  </a:lnTo>
                  <a:lnTo>
                    <a:pt x="1852894" y="362431"/>
                  </a:lnTo>
                  <a:lnTo>
                    <a:pt x="1845109" y="362007"/>
                  </a:lnTo>
                  <a:lnTo>
                    <a:pt x="1837323" y="361581"/>
                  </a:lnTo>
                  <a:lnTo>
                    <a:pt x="1829538" y="361166"/>
                  </a:lnTo>
                  <a:lnTo>
                    <a:pt x="1821753" y="360837"/>
                  </a:lnTo>
                  <a:lnTo>
                    <a:pt x="1813967" y="360494"/>
                  </a:lnTo>
                  <a:lnTo>
                    <a:pt x="1806182" y="360713"/>
                  </a:lnTo>
                  <a:lnTo>
                    <a:pt x="1798397" y="361071"/>
                  </a:lnTo>
                  <a:lnTo>
                    <a:pt x="1790612" y="361429"/>
                  </a:lnTo>
                  <a:lnTo>
                    <a:pt x="1782826" y="361744"/>
                  </a:lnTo>
                  <a:lnTo>
                    <a:pt x="1775041" y="361841"/>
                  </a:lnTo>
                  <a:lnTo>
                    <a:pt x="1767256" y="361471"/>
                  </a:lnTo>
                  <a:lnTo>
                    <a:pt x="1759471" y="360932"/>
                  </a:lnTo>
                  <a:lnTo>
                    <a:pt x="1751685" y="360392"/>
                  </a:lnTo>
                  <a:lnTo>
                    <a:pt x="1743900" y="360115"/>
                  </a:lnTo>
                  <a:lnTo>
                    <a:pt x="1736115" y="360195"/>
                  </a:lnTo>
                  <a:lnTo>
                    <a:pt x="1728330" y="360276"/>
                  </a:lnTo>
                  <a:lnTo>
                    <a:pt x="1720544" y="360094"/>
                  </a:lnTo>
                  <a:lnTo>
                    <a:pt x="1712759" y="359845"/>
                  </a:lnTo>
                  <a:lnTo>
                    <a:pt x="1704974" y="359584"/>
                  </a:lnTo>
                  <a:lnTo>
                    <a:pt x="1697188" y="359323"/>
                  </a:lnTo>
                  <a:lnTo>
                    <a:pt x="1689403" y="359246"/>
                  </a:lnTo>
                  <a:lnTo>
                    <a:pt x="1681618" y="359055"/>
                  </a:lnTo>
                  <a:lnTo>
                    <a:pt x="1673833" y="358714"/>
                  </a:lnTo>
                  <a:lnTo>
                    <a:pt x="1666047" y="358370"/>
                  </a:lnTo>
                  <a:lnTo>
                    <a:pt x="1658262" y="358027"/>
                  </a:lnTo>
                  <a:lnTo>
                    <a:pt x="1650477" y="357762"/>
                  </a:lnTo>
                  <a:lnTo>
                    <a:pt x="1642692" y="357496"/>
                  </a:lnTo>
                  <a:lnTo>
                    <a:pt x="1634906" y="357306"/>
                  </a:lnTo>
                  <a:lnTo>
                    <a:pt x="1627121" y="356973"/>
                  </a:lnTo>
                  <a:lnTo>
                    <a:pt x="1619336" y="356718"/>
                  </a:lnTo>
                  <a:lnTo>
                    <a:pt x="1611550" y="356462"/>
                  </a:lnTo>
                  <a:lnTo>
                    <a:pt x="1603765" y="356487"/>
                  </a:lnTo>
                  <a:lnTo>
                    <a:pt x="1595980" y="356503"/>
                  </a:lnTo>
                  <a:lnTo>
                    <a:pt x="1588195" y="356500"/>
                  </a:lnTo>
                  <a:lnTo>
                    <a:pt x="1580409" y="356341"/>
                  </a:lnTo>
                  <a:lnTo>
                    <a:pt x="1572624" y="356359"/>
                  </a:lnTo>
                  <a:lnTo>
                    <a:pt x="1564839" y="356377"/>
                  </a:lnTo>
                  <a:lnTo>
                    <a:pt x="1557054" y="356394"/>
                  </a:lnTo>
                  <a:lnTo>
                    <a:pt x="1549268" y="356412"/>
                  </a:lnTo>
                  <a:lnTo>
                    <a:pt x="1541483" y="356425"/>
                  </a:lnTo>
                  <a:lnTo>
                    <a:pt x="1533698" y="356162"/>
                  </a:lnTo>
                  <a:lnTo>
                    <a:pt x="1525912" y="355828"/>
                  </a:lnTo>
                  <a:lnTo>
                    <a:pt x="1518127" y="355493"/>
                  </a:lnTo>
                  <a:lnTo>
                    <a:pt x="1510342" y="355158"/>
                  </a:lnTo>
                  <a:lnTo>
                    <a:pt x="1502557" y="354822"/>
                  </a:lnTo>
                  <a:lnTo>
                    <a:pt x="1494771" y="354558"/>
                  </a:lnTo>
                  <a:lnTo>
                    <a:pt x="1486986" y="354264"/>
                  </a:lnTo>
                  <a:lnTo>
                    <a:pt x="1479201" y="353943"/>
                  </a:lnTo>
                  <a:lnTo>
                    <a:pt x="1471416" y="353622"/>
                  </a:lnTo>
                  <a:lnTo>
                    <a:pt x="1463630" y="353300"/>
                  </a:lnTo>
                  <a:lnTo>
                    <a:pt x="1455845" y="352973"/>
                  </a:lnTo>
                  <a:lnTo>
                    <a:pt x="1448060" y="352887"/>
                  </a:lnTo>
                  <a:lnTo>
                    <a:pt x="1440275" y="352873"/>
                  </a:lnTo>
                  <a:lnTo>
                    <a:pt x="1432489" y="352860"/>
                  </a:lnTo>
                  <a:lnTo>
                    <a:pt x="1424704" y="352847"/>
                  </a:lnTo>
                  <a:lnTo>
                    <a:pt x="1416919" y="352749"/>
                  </a:lnTo>
                  <a:lnTo>
                    <a:pt x="1409133" y="352230"/>
                  </a:lnTo>
                  <a:lnTo>
                    <a:pt x="1401348" y="351761"/>
                  </a:lnTo>
                  <a:lnTo>
                    <a:pt x="1393563" y="351593"/>
                  </a:lnTo>
                  <a:lnTo>
                    <a:pt x="1385778" y="351435"/>
                  </a:lnTo>
                  <a:lnTo>
                    <a:pt x="1377992" y="351371"/>
                  </a:lnTo>
                  <a:lnTo>
                    <a:pt x="1370207" y="351431"/>
                  </a:lnTo>
                  <a:lnTo>
                    <a:pt x="1362422" y="351490"/>
                  </a:lnTo>
                  <a:lnTo>
                    <a:pt x="1354637" y="351550"/>
                  </a:lnTo>
                  <a:lnTo>
                    <a:pt x="1346851" y="351602"/>
                  </a:lnTo>
                  <a:lnTo>
                    <a:pt x="1339066" y="351653"/>
                  </a:lnTo>
                  <a:lnTo>
                    <a:pt x="1331281" y="351712"/>
                  </a:lnTo>
                  <a:lnTo>
                    <a:pt x="1323495" y="351779"/>
                  </a:lnTo>
                  <a:lnTo>
                    <a:pt x="1315710" y="351926"/>
                  </a:lnTo>
                  <a:lnTo>
                    <a:pt x="1307925" y="352268"/>
                  </a:lnTo>
                  <a:lnTo>
                    <a:pt x="1300140" y="351956"/>
                  </a:lnTo>
                  <a:lnTo>
                    <a:pt x="1292354" y="351932"/>
                  </a:lnTo>
                  <a:lnTo>
                    <a:pt x="1284569" y="351531"/>
                  </a:lnTo>
                  <a:lnTo>
                    <a:pt x="1276784" y="351283"/>
                  </a:lnTo>
                  <a:lnTo>
                    <a:pt x="1268999" y="350883"/>
                  </a:lnTo>
                  <a:lnTo>
                    <a:pt x="1261213" y="350549"/>
                  </a:lnTo>
                  <a:lnTo>
                    <a:pt x="1253428" y="350653"/>
                  </a:lnTo>
                  <a:lnTo>
                    <a:pt x="1245643" y="350845"/>
                  </a:lnTo>
                  <a:lnTo>
                    <a:pt x="1237857" y="351057"/>
                  </a:lnTo>
                  <a:lnTo>
                    <a:pt x="1230072" y="350967"/>
                  </a:lnTo>
                  <a:lnTo>
                    <a:pt x="1222287" y="351079"/>
                  </a:lnTo>
                  <a:lnTo>
                    <a:pt x="1214502" y="351191"/>
                  </a:lnTo>
                  <a:lnTo>
                    <a:pt x="1206716" y="351303"/>
                  </a:lnTo>
                  <a:lnTo>
                    <a:pt x="1198931" y="351410"/>
                  </a:lnTo>
                  <a:lnTo>
                    <a:pt x="1191146" y="351517"/>
                  </a:lnTo>
                  <a:lnTo>
                    <a:pt x="1183361" y="351624"/>
                  </a:lnTo>
                  <a:lnTo>
                    <a:pt x="1175575" y="351731"/>
                  </a:lnTo>
                  <a:lnTo>
                    <a:pt x="1167790" y="351839"/>
                  </a:lnTo>
                  <a:lnTo>
                    <a:pt x="1160005" y="351946"/>
                  </a:lnTo>
                  <a:lnTo>
                    <a:pt x="1152220" y="352053"/>
                  </a:lnTo>
                  <a:lnTo>
                    <a:pt x="1144434" y="352159"/>
                  </a:lnTo>
                  <a:lnTo>
                    <a:pt x="1136649" y="352266"/>
                  </a:lnTo>
                  <a:lnTo>
                    <a:pt x="1128864" y="352375"/>
                  </a:lnTo>
                  <a:lnTo>
                    <a:pt x="1121078" y="352494"/>
                  </a:lnTo>
                  <a:lnTo>
                    <a:pt x="1113293" y="352791"/>
                  </a:lnTo>
                  <a:lnTo>
                    <a:pt x="1105508" y="352830"/>
                  </a:lnTo>
                  <a:lnTo>
                    <a:pt x="1097723" y="352907"/>
                  </a:lnTo>
                  <a:lnTo>
                    <a:pt x="1089937" y="352825"/>
                  </a:lnTo>
                  <a:lnTo>
                    <a:pt x="1082152" y="352568"/>
                  </a:lnTo>
                  <a:lnTo>
                    <a:pt x="1074367" y="352606"/>
                  </a:lnTo>
                  <a:lnTo>
                    <a:pt x="1066582" y="352645"/>
                  </a:lnTo>
                  <a:lnTo>
                    <a:pt x="1058796" y="352684"/>
                  </a:lnTo>
                  <a:lnTo>
                    <a:pt x="1051011" y="352721"/>
                  </a:lnTo>
                  <a:lnTo>
                    <a:pt x="1043226" y="352761"/>
                  </a:lnTo>
                  <a:lnTo>
                    <a:pt x="1035440" y="352800"/>
                  </a:lnTo>
                  <a:lnTo>
                    <a:pt x="1027655" y="352844"/>
                  </a:lnTo>
                  <a:lnTo>
                    <a:pt x="1019870" y="352890"/>
                  </a:lnTo>
                  <a:lnTo>
                    <a:pt x="1012085" y="352936"/>
                  </a:lnTo>
                  <a:lnTo>
                    <a:pt x="1004299" y="352983"/>
                  </a:lnTo>
                  <a:lnTo>
                    <a:pt x="996514" y="353005"/>
                  </a:lnTo>
                  <a:lnTo>
                    <a:pt x="988729" y="353041"/>
                  </a:lnTo>
                  <a:lnTo>
                    <a:pt x="980944" y="353219"/>
                  </a:lnTo>
                  <a:lnTo>
                    <a:pt x="973158" y="353122"/>
                  </a:lnTo>
                  <a:lnTo>
                    <a:pt x="965373" y="353157"/>
                  </a:lnTo>
                  <a:lnTo>
                    <a:pt x="957588" y="353198"/>
                  </a:lnTo>
                  <a:lnTo>
                    <a:pt x="949802" y="353043"/>
                  </a:lnTo>
                  <a:lnTo>
                    <a:pt x="942017" y="352829"/>
                  </a:lnTo>
                  <a:lnTo>
                    <a:pt x="934232" y="352830"/>
                  </a:lnTo>
                  <a:lnTo>
                    <a:pt x="926447" y="352830"/>
                  </a:lnTo>
                  <a:lnTo>
                    <a:pt x="918661" y="353393"/>
                  </a:lnTo>
                  <a:lnTo>
                    <a:pt x="910876" y="353443"/>
                  </a:lnTo>
                  <a:lnTo>
                    <a:pt x="903091" y="353367"/>
                  </a:lnTo>
                  <a:lnTo>
                    <a:pt x="895306" y="353511"/>
                  </a:lnTo>
                  <a:lnTo>
                    <a:pt x="887520" y="353619"/>
                  </a:lnTo>
                  <a:lnTo>
                    <a:pt x="879735" y="353827"/>
                  </a:lnTo>
                  <a:lnTo>
                    <a:pt x="871950" y="354306"/>
                  </a:lnTo>
                  <a:lnTo>
                    <a:pt x="864165" y="354231"/>
                  </a:lnTo>
                  <a:lnTo>
                    <a:pt x="856379" y="354432"/>
                  </a:lnTo>
                  <a:lnTo>
                    <a:pt x="848594" y="354490"/>
                  </a:lnTo>
                  <a:lnTo>
                    <a:pt x="840809" y="354258"/>
                  </a:lnTo>
                  <a:lnTo>
                    <a:pt x="833023" y="353994"/>
                  </a:lnTo>
                  <a:lnTo>
                    <a:pt x="825238" y="354391"/>
                  </a:lnTo>
                  <a:lnTo>
                    <a:pt x="817453" y="354568"/>
                  </a:lnTo>
                  <a:lnTo>
                    <a:pt x="809668" y="354881"/>
                  </a:lnTo>
                  <a:lnTo>
                    <a:pt x="801882" y="354883"/>
                  </a:lnTo>
                  <a:lnTo>
                    <a:pt x="794097" y="354966"/>
                  </a:lnTo>
                  <a:lnTo>
                    <a:pt x="786312" y="354884"/>
                  </a:lnTo>
                  <a:lnTo>
                    <a:pt x="778527" y="355518"/>
                  </a:lnTo>
                  <a:lnTo>
                    <a:pt x="770741" y="355906"/>
                  </a:lnTo>
                  <a:lnTo>
                    <a:pt x="762956" y="356105"/>
                  </a:lnTo>
                  <a:lnTo>
                    <a:pt x="755171" y="356359"/>
                  </a:lnTo>
                  <a:lnTo>
                    <a:pt x="747385" y="356602"/>
                  </a:lnTo>
                  <a:lnTo>
                    <a:pt x="739600" y="356840"/>
                  </a:lnTo>
                  <a:lnTo>
                    <a:pt x="731815" y="357157"/>
                  </a:lnTo>
                  <a:lnTo>
                    <a:pt x="724030" y="357623"/>
                  </a:lnTo>
                  <a:lnTo>
                    <a:pt x="716244" y="358034"/>
                  </a:lnTo>
                  <a:lnTo>
                    <a:pt x="708459" y="358141"/>
                  </a:lnTo>
                  <a:lnTo>
                    <a:pt x="700674" y="358245"/>
                  </a:lnTo>
                  <a:lnTo>
                    <a:pt x="692889" y="358323"/>
                  </a:lnTo>
                  <a:lnTo>
                    <a:pt x="685103" y="358455"/>
                  </a:lnTo>
                  <a:lnTo>
                    <a:pt x="677318" y="358563"/>
                  </a:lnTo>
                  <a:lnTo>
                    <a:pt x="669533" y="358925"/>
                  </a:lnTo>
                  <a:lnTo>
                    <a:pt x="661747" y="359245"/>
                  </a:lnTo>
                  <a:lnTo>
                    <a:pt x="653962" y="359486"/>
                  </a:lnTo>
                  <a:lnTo>
                    <a:pt x="646177" y="359724"/>
                  </a:lnTo>
                  <a:lnTo>
                    <a:pt x="638392" y="359886"/>
                  </a:lnTo>
                  <a:lnTo>
                    <a:pt x="630606" y="360198"/>
                  </a:lnTo>
                  <a:lnTo>
                    <a:pt x="622821" y="360628"/>
                  </a:lnTo>
                  <a:lnTo>
                    <a:pt x="615036" y="360882"/>
                  </a:lnTo>
                  <a:lnTo>
                    <a:pt x="607251" y="360910"/>
                  </a:lnTo>
                  <a:lnTo>
                    <a:pt x="599465" y="361029"/>
                  </a:lnTo>
                  <a:lnTo>
                    <a:pt x="591680" y="361226"/>
                  </a:lnTo>
                  <a:lnTo>
                    <a:pt x="583895" y="361239"/>
                  </a:lnTo>
                  <a:lnTo>
                    <a:pt x="576110" y="360787"/>
                  </a:lnTo>
                  <a:lnTo>
                    <a:pt x="568324" y="360640"/>
                  </a:lnTo>
                  <a:lnTo>
                    <a:pt x="560539" y="360687"/>
                  </a:lnTo>
                  <a:lnTo>
                    <a:pt x="552754" y="361231"/>
                  </a:lnTo>
                  <a:lnTo>
                    <a:pt x="544968" y="361767"/>
                  </a:lnTo>
                  <a:lnTo>
                    <a:pt x="537183" y="362091"/>
                  </a:lnTo>
                  <a:lnTo>
                    <a:pt x="529398" y="362043"/>
                  </a:lnTo>
                  <a:lnTo>
                    <a:pt x="521613" y="362588"/>
                  </a:lnTo>
                  <a:lnTo>
                    <a:pt x="513827" y="362762"/>
                  </a:lnTo>
                  <a:lnTo>
                    <a:pt x="506042" y="363128"/>
                  </a:lnTo>
                  <a:lnTo>
                    <a:pt x="498257" y="363565"/>
                  </a:lnTo>
                  <a:lnTo>
                    <a:pt x="490472" y="363804"/>
                  </a:lnTo>
                  <a:lnTo>
                    <a:pt x="482686" y="364616"/>
                  </a:lnTo>
                  <a:lnTo>
                    <a:pt x="474901" y="364904"/>
                  </a:lnTo>
                  <a:lnTo>
                    <a:pt x="467116" y="365423"/>
                  </a:lnTo>
                  <a:lnTo>
                    <a:pt x="459330" y="365372"/>
                  </a:lnTo>
                  <a:lnTo>
                    <a:pt x="451545" y="365601"/>
                  </a:lnTo>
                  <a:lnTo>
                    <a:pt x="443760" y="365982"/>
                  </a:lnTo>
                  <a:lnTo>
                    <a:pt x="435975" y="366569"/>
                  </a:lnTo>
                  <a:lnTo>
                    <a:pt x="428189" y="367122"/>
                  </a:lnTo>
                  <a:lnTo>
                    <a:pt x="420404" y="367367"/>
                  </a:lnTo>
                  <a:lnTo>
                    <a:pt x="412619" y="367850"/>
                  </a:lnTo>
                  <a:lnTo>
                    <a:pt x="404834" y="368332"/>
                  </a:lnTo>
                  <a:lnTo>
                    <a:pt x="397048" y="368812"/>
                  </a:lnTo>
                  <a:lnTo>
                    <a:pt x="389263" y="369291"/>
                  </a:lnTo>
                  <a:lnTo>
                    <a:pt x="381478" y="369757"/>
                  </a:lnTo>
                  <a:lnTo>
                    <a:pt x="373692" y="370227"/>
                  </a:lnTo>
                  <a:lnTo>
                    <a:pt x="365907" y="370712"/>
                  </a:lnTo>
                  <a:lnTo>
                    <a:pt x="358122" y="371177"/>
                  </a:lnTo>
                  <a:lnTo>
                    <a:pt x="350337" y="371641"/>
                  </a:lnTo>
                  <a:lnTo>
                    <a:pt x="342551" y="372394"/>
                  </a:lnTo>
                  <a:lnTo>
                    <a:pt x="334766" y="372676"/>
                  </a:lnTo>
                  <a:lnTo>
                    <a:pt x="326981" y="373034"/>
                  </a:lnTo>
                  <a:lnTo>
                    <a:pt x="319196" y="373634"/>
                  </a:lnTo>
                  <a:lnTo>
                    <a:pt x="311410" y="374270"/>
                  </a:lnTo>
                  <a:lnTo>
                    <a:pt x="303625" y="374904"/>
                  </a:lnTo>
                  <a:lnTo>
                    <a:pt x="295840" y="375535"/>
                  </a:lnTo>
                  <a:lnTo>
                    <a:pt x="288055" y="375995"/>
                  </a:lnTo>
                  <a:lnTo>
                    <a:pt x="280269" y="376467"/>
                  </a:lnTo>
                  <a:lnTo>
                    <a:pt x="272484" y="376660"/>
                  </a:lnTo>
                  <a:lnTo>
                    <a:pt x="264699" y="377025"/>
                  </a:lnTo>
                  <a:lnTo>
                    <a:pt x="256913" y="377536"/>
                  </a:lnTo>
                  <a:lnTo>
                    <a:pt x="249128" y="378101"/>
                  </a:lnTo>
                  <a:lnTo>
                    <a:pt x="241343" y="378788"/>
                  </a:lnTo>
                  <a:lnTo>
                    <a:pt x="233558" y="379471"/>
                  </a:lnTo>
                  <a:lnTo>
                    <a:pt x="225772" y="380033"/>
                  </a:lnTo>
                  <a:lnTo>
                    <a:pt x="217987" y="380130"/>
                  </a:lnTo>
                  <a:lnTo>
                    <a:pt x="210202" y="380221"/>
                  </a:lnTo>
                  <a:lnTo>
                    <a:pt x="202417" y="380312"/>
                  </a:lnTo>
                  <a:lnTo>
                    <a:pt x="194631" y="381252"/>
                  </a:lnTo>
                  <a:lnTo>
                    <a:pt x="186846" y="382101"/>
                  </a:lnTo>
                  <a:lnTo>
                    <a:pt x="179061" y="382571"/>
                  </a:lnTo>
                  <a:lnTo>
                    <a:pt x="171275" y="382814"/>
                  </a:lnTo>
                  <a:lnTo>
                    <a:pt x="163490" y="382908"/>
                  </a:lnTo>
                  <a:lnTo>
                    <a:pt x="155705" y="383002"/>
                  </a:lnTo>
                  <a:lnTo>
                    <a:pt x="147920" y="383687"/>
                  </a:lnTo>
                  <a:lnTo>
                    <a:pt x="140134" y="384397"/>
                  </a:lnTo>
                  <a:lnTo>
                    <a:pt x="132349" y="385131"/>
                  </a:lnTo>
                  <a:lnTo>
                    <a:pt x="124564" y="385692"/>
                  </a:lnTo>
                  <a:lnTo>
                    <a:pt x="116779" y="385947"/>
                  </a:lnTo>
                  <a:lnTo>
                    <a:pt x="108993" y="386202"/>
                  </a:lnTo>
                  <a:lnTo>
                    <a:pt x="101208" y="386596"/>
                  </a:lnTo>
                  <a:lnTo>
                    <a:pt x="93423" y="387129"/>
                  </a:lnTo>
                  <a:lnTo>
                    <a:pt x="85637" y="387662"/>
                  </a:lnTo>
                  <a:lnTo>
                    <a:pt x="77852" y="388193"/>
                  </a:lnTo>
                  <a:lnTo>
                    <a:pt x="70067" y="388657"/>
                  </a:lnTo>
                  <a:lnTo>
                    <a:pt x="62282" y="389099"/>
                  </a:lnTo>
                  <a:lnTo>
                    <a:pt x="54496" y="389712"/>
                  </a:lnTo>
                  <a:lnTo>
                    <a:pt x="46711" y="390323"/>
                  </a:lnTo>
                  <a:lnTo>
                    <a:pt x="38926" y="390857"/>
                  </a:lnTo>
                  <a:lnTo>
                    <a:pt x="31141" y="391380"/>
                  </a:lnTo>
                  <a:lnTo>
                    <a:pt x="23355" y="391896"/>
                  </a:lnTo>
                  <a:lnTo>
                    <a:pt x="15570" y="392461"/>
                  </a:lnTo>
                  <a:lnTo>
                    <a:pt x="7785" y="393240"/>
                  </a:lnTo>
                  <a:lnTo>
                    <a:pt x="0" y="393938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6049435" y="3541679"/>
              <a:ext cx="2016385" cy="208575"/>
            </a:xfrm>
            <a:custGeom>
              <a:avLst/>
              <a:pathLst>
                <a:path w="2016385" h="208575">
                  <a:moveTo>
                    <a:pt x="0" y="208575"/>
                  </a:moveTo>
                  <a:lnTo>
                    <a:pt x="7785" y="208553"/>
                  </a:lnTo>
                  <a:lnTo>
                    <a:pt x="15570" y="207733"/>
                  </a:lnTo>
                  <a:lnTo>
                    <a:pt x="23355" y="207659"/>
                  </a:lnTo>
                  <a:lnTo>
                    <a:pt x="31141" y="207063"/>
                  </a:lnTo>
                  <a:lnTo>
                    <a:pt x="38926" y="206712"/>
                  </a:lnTo>
                  <a:lnTo>
                    <a:pt x="46711" y="206295"/>
                  </a:lnTo>
                  <a:lnTo>
                    <a:pt x="54496" y="206126"/>
                  </a:lnTo>
                  <a:lnTo>
                    <a:pt x="62282" y="206074"/>
                  </a:lnTo>
                  <a:lnTo>
                    <a:pt x="70067" y="206043"/>
                  </a:lnTo>
                  <a:lnTo>
                    <a:pt x="77852" y="206217"/>
                  </a:lnTo>
                  <a:lnTo>
                    <a:pt x="85637" y="206595"/>
                  </a:lnTo>
                  <a:lnTo>
                    <a:pt x="93423" y="206908"/>
                  </a:lnTo>
                  <a:lnTo>
                    <a:pt x="101208" y="206816"/>
                  </a:lnTo>
                  <a:lnTo>
                    <a:pt x="108993" y="207370"/>
                  </a:lnTo>
                  <a:lnTo>
                    <a:pt x="116779" y="206915"/>
                  </a:lnTo>
                  <a:lnTo>
                    <a:pt x="124564" y="206436"/>
                  </a:lnTo>
                  <a:lnTo>
                    <a:pt x="132349" y="205972"/>
                  </a:lnTo>
                  <a:lnTo>
                    <a:pt x="140134" y="205756"/>
                  </a:lnTo>
                  <a:lnTo>
                    <a:pt x="147920" y="205715"/>
                  </a:lnTo>
                  <a:lnTo>
                    <a:pt x="155705" y="205361"/>
                  </a:lnTo>
                  <a:lnTo>
                    <a:pt x="163490" y="204992"/>
                  </a:lnTo>
                  <a:lnTo>
                    <a:pt x="171275" y="204723"/>
                  </a:lnTo>
                  <a:lnTo>
                    <a:pt x="179061" y="204879"/>
                  </a:lnTo>
                  <a:lnTo>
                    <a:pt x="186846" y="204592"/>
                  </a:lnTo>
                  <a:lnTo>
                    <a:pt x="194631" y="204548"/>
                  </a:lnTo>
                  <a:lnTo>
                    <a:pt x="202417" y="204163"/>
                  </a:lnTo>
                  <a:lnTo>
                    <a:pt x="210202" y="203498"/>
                  </a:lnTo>
                  <a:lnTo>
                    <a:pt x="217987" y="203351"/>
                  </a:lnTo>
                  <a:lnTo>
                    <a:pt x="225772" y="203210"/>
                  </a:lnTo>
                  <a:lnTo>
                    <a:pt x="233558" y="203030"/>
                  </a:lnTo>
                  <a:lnTo>
                    <a:pt x="241343" y="202677"/>
                  </a:lnTo>
                  <a:lnTo>
                    <a:pt x="249128" y="202437"/>
                  </a:lnTo>
                  <a:lnTo>
                    <a:pt x="256913" y="202124"/>
                  </a:lnTo>
                  <a:lnTo>
                    <a:pt x="264699" y="201835"/>
                  </a:lnTo>
                  <a:lnTo>
                    <a:pt x="272484" y="201947"/>
                  </a:lnTo>
                  <a:lnTo>
                    <a:pt x="280269" y="201358"/>
                  </a:lnTo>
                  <a:lnTo>
                    <a:pt x="288055" y="200924"/>
                  </a:lnTo>
                  <a:lnTo>
                    <a:pt x="295840" y="200725"/>
                  </a:lnTo>
                  <a:lnTo>
                    <a:pt x="303625" y="201243"/>
                  </a:lnTo>
                  <a:lnTo>
                    <a:pt x="311410" y="201738"/>
                  </a:lnTo>
                  <a:lnTo>
                    <a:pt x="319196" y="201175"/>
                  </a:lnTo>
                  <a:lnTo>
                    <a:pt x="326981" y="201243"/>
                  </a:lnTo>
                  <a:lnTo>
                    <a:pt x="334766" y="200989"/>
                  </a:lnTo>
                  <a:lnTo>
                    <a:pt x="342551" y="200725"/>
                  </a:lnTo>
                  <a:lnTo>
                    <a:pt x="350337" y="200425"/>
                  </a:lnTo>
                  <a:lnTo>
                    <a:pt x="358122" y="200040"/>
                  </a:lnTo>
                  <a:lnTo>
                    <a:pt x="365907" y="199655"/>
                  </a:lnTo>
                  <a:lnTo>
                    <a:pt x="373692" y="199085"/>
                  </a:lnTo>
                  <a:lnTo>
                    <a:pt x="381478" y="198293"/>
                  </a:lnTo>
                  <a:lnTo>
                    <a:pt x="389263" y="197512"/>
                  </a:lnTo>
                  <a:lnTo>
                    <a:pt x="397048" y="197754"/>
                  </a:lnTo>
                  <a:lnTo>
                    <a:pt x="404834" y="197068"/>
                  </a:lnTo>
                  <a:lnTo>
                    <a:pt x="412619" y="196947"/>
                  </a:lnTo>
                  <a:lnTo>
                    <a:pt x="420404" y="196488"/>
                  </a:lnTo>
                  <a:lnTo>
                    <a:pt x="428189" y="196593"/>
                  </a:lnTo>
                  <a:lnTo>
                    <a:pt x="435975" y="196306"/>
                  </a:lnTo>
                  <a:lnTo>
                    <a:pt x="443760" y="195942"/>
                  </a:lnTo>
                  <a:lnTo>
                    <a:pt x="451545" y="195961"/>
                  </a:lnTo>
                  <a:lnTo>
                    <a:pt x="459330" y="196056"/>
                  </a:lnTo>
                  <a:lnTo>
                    <a:pt x="467116" y="195574"/>
                  </a:lnTo>
                  <a:lnTo>
                    <a:pt x="474901" y="194829"/>
                  </a:lnTo>
                  <a:lnTo>
                    <a:pt x="482686" y="194084"/>
                  </a:lnTo>
                  <a:lnTo>
                    <a:pt x="490472" y="193680"/>
                  </a:lnTo>
                  <a:lnTo>
                    <a:pt x="498257" y="193211"/>
                  </a:lnTo>
                  <a:lnTo>
                    <a:pt x="506042" y="192744"/>
                  </a:lnTo>
                  <a:lnTo>
                    <a:pt x="513827" y="192241"/>
                  </a:lnTo>
                  <a:lnTo>
                    <a:pt x="521613" y="191659"/>
                  </a:lnTo>
                  <a:lnTo>
                    <a:pt x="529398" y="190839"/>
                  </a:lnTo>
                  <a:lnTo>
                    <a:pt x="537183" y="190014"/>
                  </a:lnTo>
                  <a:lnTo>
                    <a:pt x="544968" y="189241"/>
                  </a:lnTo>
                  <a:lnTo>
                    <a:pt x="552754" y="188644"/>
                  </a:lnTo>
                  <a:lnTo>
                    <a:pt x="560539" y="187987"/>
                  </a:lnTo>
                  <a:lnTo>
                    <a:pt x="568324" y="187294"/>
                  </a:lnTo>
                  <a:lnTo>
                    <a:pt x="576110" y="186618"/>
                  </a:lnTo>
                  <a:lnTo>
                    <a:pt x="583895" y="185722"/>
                  </a:lnTo>
                  <a:lnTo>
                    <a:pt x="591680" y="185020"/>
                  </a:lnTo>
                  <a:lnTo>
                    <a:pt x="599465" y="184356"/>
                  </a:lnTo>
                  <a:lnTo>
                    <a:pt x="607251" y="183667"/>
                  </a:lnTo>
                  <a:lnTo>
                    <a:pt x="615036" y="182899"/>
                  </a:lnTo>
                  <a:lnTo>
                    <a:pt x="622821" y="182603"/>
                  </a:lnTo>
                  <a:lnTo>
                    <a:pt x="630606" y="182665"/>
                  </a:lnTo>
                  <a:lnTo>
                    <a:pt x="638392" y="182257"/>
                  </a:lnTo>
                  <a:lnTo>
                    <a:pt x="646177" y="181685"/>
                  </a:lnTo>
                  <a:lnTo>
                    <a:pt x="653962" y="180804"/>
                  </a:lnTo>
                  <a:lnTo>
                    <a:pt x="661747" y="180159"/>
                  </a:lnTo>
                  <a:lnTo>
                    <a:pt x="669533" y="179535"/>
                  </a:lnTo>
                  <a:lnTo>
                    <a:pt x="677318" y="178699"/>
                  </a:lnTo>
                  <a:lnTo>
                    <a:pt x="685103" y="178301"/>
                  </a:lnTo>
                  <a:lnTo>
                    <a:pt x="692889" y="177232"/>
                  </a:lnTo>
                  <a:lnTo>
                    <a:pt x="700674" y="176605"/>
                  </a:lnTo>
                  <a:lnTo>
                    <a:pt x="708459" y="176423"/>
                  </a:lnTo>
                  <a:lnTo>
                    <a:pt x="716244" y="175821"/>
                  </a:lnTo>
                  <a:lnTo>
                    <a:pt x="724030" y="175209"/>
                  </a:lnTo>
                  <a:lnTo>
                    <a:pt x="731815" y="174581"/>
                  </a:lnTo>
                  <a:lnTo>
                    <a:pt x="739600" y="174269"/>
                  </a:lnTo>
                  <a:lnTo>
                    <a:pt x="747385" y="173519"/>
                  </a:lnTo>
                  <a:lnTo>
                    <a:pt x="755171" y="172705"/>
                  </a:lnTo>
                  <a:lnTo>
                    <a:pt x="762956" y="172068"/>
                  </a:lnTo>
                  <a:lnTo>
                    <a:pt x="770741" y="170996"/>
                  </a:lnTo>
                  <a:lnTo>
                    <a:pt x="778527" y="169573"/>
                  </a:lnTo>
                  <a:lnTo>
                    <a:pt x="786312" y="168787"/>
                  </a:lnTo>
                  <a:lnTo>
                    <a:pt x="794097" y="169355"/>
                  </a:lnTo>
                  <a:lnTo>
                    <a:pt x="801882" y="168624"/>
                  </a:lnTo>
                  <a:lnTo>
                    <a:pt x="809668" y="167461"/>
                  </a:lnTo>
                  <a:lnTo>
                    <a:pt x="817453" y="167130"/>
                  </a:lnTo>
                  <a:lnTo>
                    <a:pt x="825238" y="166373"/>
                  </a:lnTo>
                  <a:lnTo>
                    <a:pt x="833023" y="165503"/>
                  </a:lnTo>
                  <a:lnTo>
                    <a:pt x="840809" y="164392"/>
                  </a:lnTo>
                  <a:lnTo>
                    <a:pt x="848594" y="162883"/>
                  </a:lnTo>
                  <a:lnTo>
                    <a:pt x="856379" y="161631"/>
                  </a:lnTo>
                  <a:lnTo>
                    <a:pt x="864165" y="160843"/>
                  </a:lnTo>
                  <a:lnTo>
                    <a:pt x="871950" y="160047"/>
                  </a:lnTo>
                  <a:lnTo>
                    <a:pt x="879735" y="159246"/>
                  </a:lnTo>
                  <a:lnTo>
                    <a:pt x="887520" y="158966"/>
                  </a:lnTo>
                  <a:lnTo>
                    <a:pt x="895306" y="158149"/>
                  </a:lnTo>
                  <a:lnTo>
                    <a:pt x="903091" y="156967"/>
                  </a:lnTo>
                  <a:lnTo>
                    <a:pt x="910876" y="156070"/>
                  </a:lnTo>
                  <a:lnTo>
                    <a:pt x="918661" y="155275"/>
                  </a:lnTo>
                  <a:lnTo>
                    <a:pt x="926447" y="154478"/>
                  </a:lnTo>
                  <a:lnTo>
                    <a:pt x="934232" y="153780"/>
                  </a:lnTo>
                  <a:lnTo>
                    <a:pt x="942017" y="153144"/>
                  </a:lnTo>
                  <a:lnTo>
                    <a:pt x="949802" y="152430"/>
                  </a:lnTo>
                  <a:lnTo>
                    <a:pt x="957588" y="151698"/>
                  </a:lnTo>
                  <a:lnTo>
                    <a:pt x="965373" y="150500"/>
                  </a:lnTo>
                  <a:lnTo>
                    <a:pt x="973158" y="149639"/>
                  </a:lnTo>
                  <a:lnTo>
                    <a:pt x="980944" y="148963"/>
                  </a:lnTo>
                  <a:lnTo>
                    <a:pt x="988729" y="147832"/>
                  </a:lnTo>
                  <a:lnTo>
                    <a:pt x="996514" y="146231"/>
                  </a:lnTo>
                  <a:lnTo>
                    <a:pt x="1004299" y="145608"/>
                  </a:lnTo>
                  <a:lnTo>
                    <a:pt x="1012085" y="145302"/>
                  </a:lnTo>
                  <a:lnTo>
                    <a:pt x="1019870" y="144906"/>
                  </a:lnTo>
                  <a:lnTo>
                    <a:pt x="1027655" y="144099"/>
                  </a:lnTo>
                  <a:lnTo>
                    <a:pt x="1035440" y="143151"/>
                  </a:lnTo>
                  <a:lnTo>
                    <a:pt x="1043226" y="141934"/>
                  </a:lnTo>
                  <a:lnTo>
                    <a:pt x="1051011" y="140752"/>
                  </a:lnTo>
                  <a:lnTo>
                    <a:pt x="1058796" y="139590"/>
                  </a:lnTo>
                  <a:lnTo>
                    <a:pt x="1066582" y="138248"/>
                  </a:lnTo>
                  <a:lnTo>
                    <a:pt x="1074367" y="136827"/>
                  </a:lnTo>
                  <a:lnTo>
                    <a:pt x="1082152" y="135409"/>
                  </a:lnTo>
                  <a:lnTo>
                    <a:pt x="1089937" y="134407"/>
                  </a:lnTo>
                  <a:lnTo>
                    <a:pt x="1097723" y="133314"/>
                  </a:lnTo>
                  <a:lnTo>
                    <a:pt x="1105508" y="132586"/>
                  </a:lnTo>
                  <a:lnTo>
                    <a:pt x="1113293" y="131391"/>
                  </a:lnTo>
                  <a:lnTo>
                    <a:pt x="1121078" y="130620"/>
                  </a:lnTo>
                  <a:lnTo>
                    <a:pt x="1128864" y="129608"/>
                  </a:lnTo>
                  <a:lnTo>
                    <a:pt x="1136649" y="127907"/>
                  </a:lnTo>
                  <a:lnTo>
                    <a:pt x="1144434" y="126572"/>
                  </a:lnTo>
                  <a:lnTo>
                    <a:pt x="1152220" y="125991"/>
                  </a:lnTo>
                  <a:lnTo>
                    <a:pt x="1160005" y="125409"/>
                  </a:lnTo>
                  <a:lnTo>
                    <a:pt x="1167790" y="124827"/>
                  </a:lnTo>
                  <a:lnTo>
                    <a:pt x="1175575" y="123909"/>
                  </a:lnTo>
                  <a:lnTo>
                    <a:pt x="1183361" y="122751"/>
                  </a:lnTo>
                  <a:lnTo>
                    <a:pt x="1191146" y="121597"/>
                  </a:lnTo>
                  <a:lnTo>
                    <a:pt x="1198931" y="120444"/>
                  </a:lnTo>
                  <a:lnTo>
                    <a:pt x="1206716" y="119218"/>
                  </a:lnTo>
                  <a:lnTo>
                    <a:pt x="1214502" y="117896"/>
                  </a:lnTo>
                  <a:lnTo>
                    <a:pt x="1222287" y="116603"/>
                  </a:lnTo>
                  <a:lnTo>
                    <a:pt x="1230072" y="115840"/>
                  </a:lnTo>
                  <a:lnTo>
                    <a:pt x="1237857" y="114938"/>
                  </a:lnTo>
                  <a:lnTo>
                    <a:pt x="1245643" y="114109"/>
                  </a:lnTo>
                  <a:lnTo>
                    <a:pt x="1253428" y="113284"/>
                  </a:lnTo>
                  <a:lnTo>
                    <a:pt x="1261213" y="112460"/>
                  </a:lnTo>
                  <a:lnTo>
                    <a:pt x="1268999" y="111768"/>
                  </a:lnTo>
                  <a:lnTo>
                    <a:pt x="1276784" y="110885"/>
                  </a:lnTo>
                  <a:lnTo>
                    <a:pt x="1284569" y="109621"/>
                  </a:lnTo>
                  <a:lnTo>
                    <a:pt x="1292354" y="108356"/>
                  </a:lnTo>
                  <a:lnTo>
                    <a:pt x="1300140" y="107412"/>
                  </a:lnTo>
                  <a:lnTo>
                    <a:pt x="1307925" y="106686"/>
                  </a:lnTo>
                  <a:lnTo>
                    <a:pt x="1315710" y="105228"/>
                  </a:lnTo>
                  <a:lnTo>
                    <a:pt x="1323495" y="104300"/>
                  </a:lnTo>
                  <a:lnTo>
                    <a:pt x="1331281" y="103231"/>
                  </a:lnTo>
                  <a:lnTo>
                    <a:pt x="1339066" y="101621"/>
                  </a:lnTo>
                  <a:lnTo>
                    <a:pt x="1346851" y="100379"/>
                  </a:lnTo>
                  <a:lnTo>
                    <a:pt x="1354637" y="99111"/>
                  </a:lnTo>
                  <a:lnTo>
                    <a:pt x="1362422" y="98332"/>
                  </a:lnTo>
                  <a:lnTo>
                    <a:pt x="1370207" y="97632"/>
                  </a:lnTo>
                  <a:lnTo>
                    <a:pt x="1377992" y="96890"/>
                  </a:lnTo>
                  <a:lnTo>
                    <a:pt x="1385778" y="96148"/>
                  </a:lnTo>
                  <a:lnTo>
                    <a:pt x="1393563" y="95421"/>
                  </a:lnTo>
                  <a:lnTo>
                    <a:pt x="1401348" y="94473"/>
                  </a:lnTo>
                  <a:lnTo>
                    <a:pt x="1409133" y="93235"/>
                  </a:lnTo>
                  <a:lnTo>
                    <a:pt x="1416919" y="92239"/>
                  </a:lnTo>
                  <a:lnTo>
                    <a:pt x="1424704" y="91367"/>
                  </a:lnTo>
                  <a:lnTo>
                    <a:pt x="1432489" y="89689"/>
                  </a:lnTo>
                  <a:lnTo>
                    <a:pt x="1440275" y="88228"/>
                  </a:lnTo>
                  <a:lnTo>
                    <a:pt x="1448060" y="86980"/>
                  </a:lnTo>
                  <a:lnTo>
                    <a:pt x="1455845" y="85958"/>
                  </a:lnTo>
                  <a:lnTo>
                    <a:pt x="1463630" y="84571"/>
                  </a:lnTo>
                  <a:lnTo>
                    <a:pt x="1471416" y="83243"/>
                  </a:lnTo>
                  <a:lnTo>
                    <a:pt x="1479201" y="81997"/>
                  </a:lnTo>
                  <a:lnTo>
                    <a:pt x="1486986" y="80908"/>
                  </a:lnTo>
                  <a:lnTo>
                    <a:pt x="1494771" y="80107"/>
                  </a:lnTo>
                  <a:lnTo>
                    <a:pt x="1502557" y="79294"/>
                  </a:lnTo>
                  <a:lnTo>
                    <a:pt x="1510342" y="78087"/>
                  </a:lnTo>
                  <a:lnTo>
                    <a:pt x="1518127" y="76882"/>
                  </a:lnTo>
                  <a:lnTo>
                    <a:pt x="1525912" y="75679"/>
                  </a:lnTo>
                  <a:lnTo>
                    <a:pt x="1533698" y="74478"/>
                  </a:lnTo>
                  <a:lnTo>
                    <a:pt x="1541483" y="73279"/>
                  </a:lnTo>
                  <a:lnTo>
                    <a:pt x="1549268" y="71818"/>
                  </a:lnTo>
                  <a:lnTo>
                    <a:pt x="1557054" y="70223"/>
                  </a:lnTo>
                  <a:lnTo>
                    <a:pt x="1564839" y="68631"/>
                  </a:lnTo>
                  <a:lnTo>
                    <a:pt x="1572624" y="67240"/>
                  </a:lnTo>
                  <a:lnTo>
                    <a:pt x="1580409" y="66014"/>
                  </a:lnTo>
                  <a:lnTo>
                    <a:pt x="1588195" y="64800"/>
                  </a:lnTo>
                  <a:lnTo>
                    <a:pt x="1595980" y="63574"/>
                  </a:lnTo>
                  <a:lnTo>
                    <a:pt x="1603765" y="62389"/>
                  </a:lnTo>
                  <a:lnTo>
                    <a:pt x="1611550" y="61177"/>
                  </a:lnTo>
                  <a:lnTo>
                    <a:pt x="1619336" y="59971"/>
                  </a:lnTo>
                  <a:lnTo>
                    <a:pt x="1627121" y="58772"/>
                  </a:lnTo>
                  <a:lnTo>
                    <a:pt x="1634906" y="57396"/>
                  </a:lnTo>
                  <a:lnTo>
                    <a:pt x="1642692" y="56199"/>
                  </a:lnTo>
                  <a:lnTo>
                    <a:pt x="1650477" y="55107"/>
                  </a:lnTo>
                  <a:lnTo>
                    <a:pt x="1658262" y="53961"/>
                  </a:lnTo>
                  <a:lnTo>
                    <a:pt x="1666047" y="52589"/>
                  </a:lnTo>
                  <a:lnTo>
                    <a:pt x="1673833" y="51220"/>
                  </a:lnTo>
                  <a:lnTo>
                    <a:pt x="1681618" y="49855"/>
                  </a:lnTo>
                  <a:lnTo>
                    <a:pt x="1689403" y="48494"/>
                  </a:lnTo>
                  <a:lnTo>
                    <a:pt x="1697188" y="47139"/>
                  </a:lnTo>
                  <a:lnTo>
                    <a:pt x="1704974" y="45792"/>
                  </a:lnTo>
                  <a:lnTo>
                    <a:pt x="1712759" y="44449"/>
                  </a:lnTo>
                  <a:lnTo>
                    <a:pt x="1720544" y="43110"/>
                  </a:lnTo>
                  <a:lnTo>
                    <a:pt x="1728330" y="41785"/>
                  </a:lnTo>
                  <a:lnTo>
                    <a:pt x="1736115" y="40612"/>
                  </a:lnTo>
                  <a:lnTo>
                    <a:pt x="1743900" y="39270"/>
                  </a:lnTo>
                  <a:lnTo>
                    <a:pt x="1751685" y="37793"/>
                  </a:lnTo>
                  <a:lnTo>
                    <a:pt x="1759471" y="36539"/>
                  </a:lnTo>
                  <a:lnTo>
                    <a:pt x="1767256" y="35535"/>
                  </a:lnTo>
                  <a:lnTo>
                    <a:pt x="1775041" y="34535"/>
                  </a:lnTo>
                  <a:lnTo>
                    <a:pt x="1782826" y="33360"/>
                  </a:lnTo>
                  <a:lnTo>
                    <a:pt x="1790612" y="32017"/>
                  </a:lnTo>
                  <a:lnTo>
                    <a:pt x="1798397" y="30958"/>
                  </a:lnTo>
                  <a:lnTo>
                    <a:pt x="1806182" y="29627"/>
                  </a:lnTo>
                  <a:lnTo>
                    <a:pt x="1813967" y="28300"/>
                  </a:lnTo>
                  <a:lnTo>
                    <a:pt x="1821753" y="27141"/>
                  </a:lnTo>
                  <a:lnTo>
                    <a:pt x="1829538" y="26020"/>
                  </a:lnTo>
                  <a:lnTo>
                    <a:pt x="1837323" y="24902"/>
                  </a:lnTo>
                  <a:lnTo>
                    <a:pt x="1845109" y="23825"/>
                  </a:lnTo>
                  <a:lnTo>
                    <a:pt x="1852894" y="22779"/>
                  </a:lnTo>
                  <a:lnTo>
                    <a:pt x="1860679" y="21736"/>
                  </a:lnTo>
                  <a:lnTo>
                    <a:pt x="1868464" y="20688"/>
                  </a:lnTo>
                  <a:lnTo>
                    <a:pt x="1876250" y="19496"/>
                  </a:lnTo>
                  <a:lnTo>
                    <a:pt x="1884035" y="18307"/>
                  </a:lnTo>
                  <a:lnTo>
                    <a:pt x="1891820" y="17154"/>
                  </a:lnTo>
                  <a:lnTo>
                    <a:pt x="1899605" y="16058"/>
                  </a:lnTo>
                  <a:lnTo>
                    <a:pt x="1907391" y="14881"/>
                  </a:lnTo>
                  <a:lnTo>
                    <a:pt x="1915176" y="13801"/>
                  </a:lnTo>
                  <a:lnTo>
                    <a:pt x="1922961" y="12720"/>
                  </a:lnTo>
                  <a:lnTo>
                    <a:pt x="1930747" y="11403"/>
                  </a:lnTo>
                  <a:lnTo>
                    <a:pt x="1938532" y="10090"/>
                  </a:lnTo>
                  <a:lnTo>
                    <a:pt x="1946317" y="8917"/>
                  </a:lnTo>
                  <a:lnTo>
                    <a:pt x="1954102" y="7757"/>
                  </a:lnTo>
                  <a:lnTo>
                    <a:pt x="1961888" y="6601"/>
                  </a:lnTo>
                  <a:lnTo>
                    <a:pt x="1969673" y="5450"/>
                  </a:lnTo>
                  <a:lnTo>
                    <a:pt x="1977458" y="4307"/>
                  </a:lnTo>
                  <a:lnTo>
                    <a:pt x="1985243" y="3171"/>
                  </a:lnTo>
                  <a:lnTo>
                    <a:pt x="1993029" y="2093"/>
                  </a:lnTo>
                  <a:lnTo>
                    <a:pt x="2000814" y="1391"/>
                  </a:lnTo>
                  <a:lnTo>
                    <a:pt x="2008599" y="694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6049435" y="3892229"/>
              <a:ext cx="2016385" cy="43388"/>
            </a:xfrm>
            <a:custGeom>
              <a:avLst/>
              <a:pathLst>
                <a:path w="2016385" h="43388">
                  <a:moveTo>
                    <a:pt x="2016385" y="15666"/>
                  </a:moveTo>
                  <a:lnTo>
                    <a:pt x="2008599" y="15522"/>
                  </a:lnTo>
                  <a:lnTo>
                    <a:pt x="2000814" y="15154"/>
                  </a:lnTo>
                  <a:lnTo>
                    <a:pt x="1993029" y="14876"/>
                  </a:lnTo>
                  <a:lnTo>
                    <a:pt x="1985243" y="14884"/>
                  </a:lnTo>
                  <a:lnTo>
                    <a:pt x="1977458" y="14891"/>
                  </a:lnTo>
                  <a:lnTo>
                    <a:pt x="1969673" y="14899"/>
                  </a:lnTo>
                  <a:lnTo>
                    <a:pt x="1961888" y="14906"/>
                  </a:lnTo>
                  <a:lnTo>
                    <a:pt x="1954102" y="14914"/>
                  </a:lnTo>
                  <a:lnTo>
                    <a:pt x="1946317" y="14922"/>
                  </a:lnTo>
                  <a:lnTo>
                    <a:pt x="1938532" y="14928"/>
                  </a:lnTo>
                  <a:lnTo>
                    <a:pt x="1930747" y="14860"/>
                  </a:lnTo>
                  <a:lnTo>
                    <a:pt x="1922961" y="14402"/>
                  </a:lnTo>
                  <a:lnTo>
                    <a:pt x="1915176" y="13940"/>
                  </a:lnTo>
                  <a:lnTo>
                    <a:pt x="1907391" y="13477"/>
                  </a:lnTo>
                  <a:lnTo>
                    <a:pt x="1899605" y="13252"/>
                  </a:lnTo>
                  <a:lnTo>
                    <a:pt x="1891820" y="13307"/>
                  </a:lnTo>
                  <a:lnTo>
                    <a:pt x="1884035" y="13022"/>
                  </a:lnTo>
                  <a:lnTo>
                    <a:pt x="1876250" y="12684"/>
                  </a:lnTo>
                  <a:lnTo>
                    <a:pt x="1868464" y="12341"/>
                  </a:lnTo>
                  <a:lnTo>
                    <a:pt x="1860679" y="11997"/>
                  </a:lnTo>
                  <a:lnTo>
                    <a:pt x="1852894" y="11881"/>
                  </a:lnTo>
                  <a:lnTo>
                    <a:pt x="1845109" y="11457"/>
                  </a:lnTo>
                  <a:lnTo>
                    <a:pt x="1837323" y="11032"/>
                  </a:lnTo>
                  <a:lnTo>
                    <a:pt x="1829538" y="10616"/>
                  </a:lnTo>
                  <a:lnTo>
                    <a:pt x="1821753" y="10288"/>
                  </a:lnTo>
                  <a:lnTo>
                    <a:pt x="1813967" y="9944"/>
                  </a:lnTo>
                  <a:lnTo>
                    <a:pt x="1806182" y="10163"/>
                  </a:lnTo>
                  <a:lnTo>
                    <a:pt x="1798397" y="10521"/>
                  </a:lnTo>
                  <a:lnTo>
                    <a:pt x="1790612" y="10879"/>
                  </a:lnTo>
                  <a:lnTo>
                    <a:pt x="1782826" y="11194"/>
                  </a:lnTo>
                  <a:lnTo>
                    <a:pt x="1775041" y="11291"/>
                  </a:lnTo>
                  <a:lnTo>
                    <a:pt x="1767256" y="10921"/>
                  </a:lnTo>
                  <a:lnTo>
                    <a:pt x="1759471" y="10382"/>
                  </a:lnTo>
                  <a:lnTo>
                    <a:pt x="1751685" y="9842"/>
                  </a:lnTo>
                  <a:lnTo>
                    <a:pt x="1743900" y="9565"/>
                  </a:lnTo>
                  <a:lnTo>
                    <a:pt x="1736115" y="9645"/>
                  </a:lnTo>
                  <a:lnTo>
                    <a:pt x="1728330" y="9726"/>
                  </a:lnTo>
                  <a:lnTo>
                    <a:pt x="1720544" y="9545"/>
                  </a:lnTo>
                  <a:lnTo>
                    <a:pt x="1712759" y="9295"/>
                  </a:lnTo>
                  <a:lnTo>
                    <a:pt x="1704974" y="9034"/>
                  </a:lnTo>
                  <a:lnTo>
                    <a:pt x="1697188" y="8773"/>
                  </a:lnTo>
                  <a:lnTo>
                    <a:pt x="1689403" y="8696"/>
                  </a:lnTo>
                  <a:lnTo>
                    <a:pt x="1681618" y="8505"/>
                  </a:lnTo>
                  <a:lnTo>
                    <a:pt x="1673833" y="8164"/>
                  </a:lnTo>
                  <a:lnTo>
                    <a:pt x="1666047" y="7820"/>
                  </a:lnTo>
                  <a:lnTo>
                    <a:pt x="1658262" y="7477"/>
                  </a:lnTo>
                  <a:lnTo>
                    <a:pt x="1650477" y="7212"/>
                  </a:lnTo>
                  <a:lnTo>
                    <a:pt x="1642692" y="6946"/>
                  </a:lnTo>
                  <a:lnTo>
                    <a:pt x="1634906" y="6756"/>
                  </a:lnTo>
                  <a:lnTo>
                    <a:pt x="1627121" y="6424"/>
                  </a:lnTo>
                  <a:lnTo>
                    <a:pt x="1619336" y="6168"/>
                  </a:lnTo>
                  <a:lnTo>
                    <a:pt x="1611550" y="5913"/>
                  </a:lnTo>
                  <a:lnTo>
                    <a:pt x="1603765" y="5937"/>
                  </a:lnTo>
                  <a:lnTo>
                    <a:pt x="1595980" y="5953"/>
                  </a:lnTo>
                  <a:lnTo>
                    <a:pt x="1588195" y="5950"/>
                  </a:lnTo>
                  <a:lnTo>
                    <a:pt x="1580409" y="5791"/>
                  </a:lnTo>
                  <a:lnTo>
                    <a:pt x="1572624" y="5809"/>
                  </a:lnTo>
                  <a:lnTo>
                    <a:pt x="1564839" y="5827"/>
                  </a:lnTo>
                  <a:lnTo>
                    <a:pt x="1557054" y="5845"/>
                  </a:lnTo>
                  <a:lnTo>
                    <a:pt x="1549268" y="5862"/>
                  </a:lnTo>
                  <a:lnTo>
                    <a:pt x="1541483" y="5875"/>
                  </a:lnTo>
                  <a:lnTo>
                    <a:pt x="1533698" y="5612"/>
                  </a:lnTo>
                  <a:lnTo>
                    <a:pt x="1525912" y="5278"/>
                  </a:lnTo>
                  <a:lnTo>
                    <a:pt x="1518127" y="4944"/>
                  </a:lnTo>
                  <a:lnTo>
                    <a:pt x="1510342" y="4608"/>
                  </a:lnTo>
                  <a:lnTo>
                    <a:pt x="1502557" y="4272"/>
                  </a:lnTo>
                  <a:lnTo>
                    <a:pt x="1494771" y="4008"/>
                  </a:lnTo>
                  <a:lnTo>
                    <a:pt x="1486986" y="3714"/>
                  </a:lnTo>
                  <a:lnTo>
                    <a:pt x="1479201" y="3393"/>
                  </a:lnTo>
                  <a:lnTo>
                    <a:pt x="1471416" y="3072"/>
                  </a:lnTo>
                  <a:lnTo>
                    <a:pt x="1463630" y="2750"/>
                  </a:lnTo>
                  <a:lnTo>
                    <a:pt x="1455845" y="2423"/>
                  </a:lnTo>
                  <a:lnTo>
                    <a:pt x="1448060" y="2337"/>
                  </a:lnTo>
                  <a:lnTo>
                    <a:pt x="1440275" y="2323"/>
                  </a:lnTo>
                  <a:lnTo>
                    <a:pt x="1432489" y="2310"/>
                  </a:lnTo>
                  <a:lnTo>
                    <a:pt x="1424704" y="2297"/>
                  </a:lnTo>
                  <a:lnTo>
                    <a:pt x="1416919" y="2199"/>
                  </a:lnTo>
                  <a:lnTo>
                    <a:pt x="1409133" y="1680"/>
                  </a:lnTo>
                  <a:lnTo>
                    <a:pt x="1401348" y="1211"/>
                  </a:lnTo>
                  <a:lnTo>
                    <a:pt x="1393563" y="1043"/>
                  </a:lnTo>
                  <a:lnTo>
                    <a:pt x="1385778" y="885"/>
                  </a:lnTo>
                  <a:lnTo>
                    <a:pt x="1377992" y="821"/>
                  </a:lnTo>
                  <a:lnTo>
                    <a:pt x="1370207" y="881"/>
                  </a:lnTo>
                  <a:lnTo>
                    <a:pt x="1362422" y="941"/>
                  </a:lnTo>
                  <a:lnTo>
                    <a:pt x="1354637" y="1000"/>
                  </a:lnTo>
                  <a:lnTo>
                    <a:pt x="1346851" y="1052"/>
                  </a:lnTo>
                  <a:lnTo>
                    <a:pt x="1339066" y="1104"/>
                  </a:lnTo>
                  <a:lnTo>
                    <a:pt x="1331281" y="1162"/>
                  </a:lnTo>
                  <a:lnTo>
                    <a:pt x="1323495" y="1229"/>
                  </a:lnTo>
                  <a:lnTo>
                    <a:pt x="1315710" y="1376"/>
                  </a:lnTo>
                  <a:lnTo>
                    <a:pt x="1307925" y="1718"/>
                  </a:lnTo>
                  <a:lnTo>
                    <a:pt x="1300140" y="1406"/>
                  </a:lnTo>
                  <a:lnTo>
                    <a:pt x="1292354" y="1382"/>
                  </a:lnTo>
                  <a:lnTo>
                    <a:pt x="1284569" y="981"/>
                  </a:lnTo>
                  <a:lnTo>
                    <a:pt x="1276784" y="733"/>
                  </a:lnTo>
                  <a:lnTo>
                    <a:pt x="1268999" y="333"/>
                  </a:lnTo>
                  <a:lnTo>
                    <a:pt x="1261213" y="0"/>
                  </a:lnTo>
                  <a:lnTo>
                    <a:pt x="1253428" y="104"/>
                  </a:lnTo>
                  <a:lnTo>
                    <a:pt x="1245643" y="295"/>
                  </a:lnTo>
                  <a:lnTo>
                    <a:pt x="1237857" y="507"/>
                  </a:lnTo>
                  <a:lnTo>
                    <a:pt x="1230072" y="417"/>
                  </a:lnTo>
                  <a:lnTo>
                    <a:pt x="1222287" y="529"/>
                  </a:lnTo>
                  <a:lnTo>
                    <a:pt x="1214502" y="641"/>
                  </a:lnTo>
                  <a:lnTo>
                    <a:pt x="1206716" y="753"/>
                  </a:lnTo>
                  <a:lnTo>
                    <a:pt x="1198931" y="860"/>
                  </a:lnTo>
                  <a:lnTo>
                    <a:pt x="1191146" y="967"/>
                  </a:lnTo>
                  <a:lnTo>
                    <a:pt x="1183361" y="1074"/>
                  </a:lnTo>
                  <a:lnTo>
                    <a:pt x="1175575" y="1182"/>
                  </a:lnTo>
                  <a:lnTo>
                    <a:pt x="1167790" y="1289"/>
                  </a:lnTo>
                  <a:lnTo>
                    <a:pt x="1160005" y="1396"/>
                  </a:lnTo>
                  <a:lnTo>
                    <a:pt x="1152220" y="1503"/>
                  </a:lnTo>
                  <a:lnTo>
                    <a:pt x="1144434" y="1610"/>
                  </a:lnTo>
                  <a:lnTo>
                    <a:pt x="1136649" y="1716"/>
                  </a:lnTo>
                  <a:lnTo>
                    <a:pt x="1128864" y="1825"/>
                  </a:lnTo>
                  <a:lnTo>
                    <a:pt x="1121078" y="1944"/>
                  </a:lnTo>
                  <a:lnTo>
                    <a:pt x="1113293" y="2241"/>
                  </a:lnTo>
                  <a:lnTo>
                    <a:pt x="1105508" y="2280"/>
                  </a:lnTo>
                  <a:lnTo>
                    <a:pt x="1097723" y="2357"/>
                  </a:lnTo>
                  <a:lnTo>
                    <a:pt x="1089937" y="2276"/>
                  </a:lnTo>
                  <a:lnTo>
                    <a:pt x="1082152" y="2018"/>
                  </a:lnTo>
                  <a:lnTo>
                    <a:pt x="1074367" y="2057"/>
                  </a:lnTo>
                  <a:lnTo>
                    <a:pt x="1066582" y="2095"/>
                  </a:lnTo>
                  <a:lnTo>
                    <a:pt x="1058796" y="2134"/>
                  </a:lnTo>
                  <a:lnTo>
                    <a:pt x="1051011" y="2171"/>
                  </a:lnTo>
                  <a:lnTo>
                    <a:pt x="1043226" y="2211"/>
                  </a:lnTo>
                  <a:lnTo>
                    <a:pt x="1035440" y="2250"/>
                  </a:lnTo>
                  <a:lnTo>
                    <a:pt x="1027655" y="2294"/>
                  </a:lnTo>
                  <a:lnTo>
                    <a:pt x="1019870" y="2340"/>
                  </a:lnTo>
                  <a:lnTo>
                    <a:pt x="1012085" y="2387"/>
                  </a:lnTo>
                  <a:lnTo>
                    <a:pt x="1004299" y="2433"/>
                  </a:lnTo>
                  <a:lnTo>
                    <a:pt x="996514" y="2455"/>
                  </a:lnTo>
                  <a:lnTo>
                    <a:pt x="988729" y="2491"/>
                  </a:lnTo>
                  <a:lnTo>
                    <a:pt x="980944" y="2669"/>
                  </a:lnTo>
                  <a:lnTo>
                    <a:pt x="973158" y="2572"/>
                  </a:lnTo>
                  <a:lnTo>
                    <a:pt x="965373" y="2607"/>
                  </a:lnTo>
                  <a:lnTo>
                    <a:pt x="957588" y="2648"/>
                  </a:lnTo>
                  <a:lnTo>
                    <a:pt x="949802" y="2493"/>
                  </a:lnTo>
                  <a:lnTo>
                    <a:pt x="942017" y="2279"/>
                  </a:lnTo>
                  <a:lnTo>
                    <a:pt x="934232" y="2280"/>
                  </a:lnTo>
                  <a:lnTo>
                    <a:pt x="926447" y="2281"/>
                  </a:lnTo>
                  <a:lnTo>
                    <a:pt x="918661" y="2843"/>
                  </a:lnTo>
                  <a:lnTo>
                    <a:pt x="910876" y="2893"/>
                  </a:lnTo>
                  <a:lnTo>
                    <a:pt x="903091" y="2817"/>
                  </a:lnTo>
                  <a:lnTo>
                    <a:pt x="895306" y="2961"/>
                  </a:lnTo>
                  <a:lnTo>
                    <a:pt x="887520" y="3069"/>
                  </a:lnTo>
                  <a:lnTo>
                    <a:pt x="879735" y="3277"/>
                  </a:lnTo>
                  <a:lnTo>
                    <a:pt x="871950" y="3756"/>
                  </a:lnTo>
                  <a:lnTo>
                    <a:pt x="864165" y="3682"/>
                  </a:lnTo>
                  <a:lnTo>
                    <a:pt x="856379" y="3883"/>
                  </a:lnTo>
                  <a:lnTo>
                    <a:pt x="848594" y="3940"/>
                  </a:lnTo>
                  <a:lnTo>
                    <a:pt x="840809" y="3708"/>
                  </a:lnTo>
                  <a:lnTo>
                    <a:pt x="833023" y="3444"/>
                  </a:lnTo>
                  <a:lnTo>
                    <a:pt x="825238" y="3841"/>
                  </a:lnTo>
                  <a:lnTo>
                    <a:pt x="817453" y="4018"/>
                  </a:lnTo>
                  <a:lnTo>
                    <a:pt x="809668" y="4331"/>
                  </a:lnTo>
                  <a:lnTo>
                    <a:pt x="801882" y="4333"/>
                  </a:lnTo>
                  <a:lnTo>
                    <a:pt x="794097" y="4416"/>
                  </a:lnTo>
                  <a:lnTo>
                    <a:pt x="786312" y="4334"/>
                  </a:lnTo>
                  <a:lnTo>
                    <a:pt x="778527" y="4968"/>
                  </a:lnTo>
                  <a:lnTo>
                    <a:pt x="770741" y="5356"/>
                  </a:lnTo>
                  <a:lnTo>
                    <a:pt x="762956" y="5556"/>
                  </a:lnTo>
                  <a:lnTo>
                    <a:pt x="755171" y="5809"/>
                  </a:lnTo>
                  <a:lnTo>
                    <a:pt x="747385" y="6052"/>
                  </a:lnTo>
                  <a:lnTo>
                    <a:pt x="739600" y="6290"/>
                  </a:lnTo>
                  <a:lnTo>
                    <a:pt x="731815" y="6607"/>
                  </a:lnTo>
                  <a:lnTo>
                    <a:pt x="724030" y="7073"/>
                  </a:lnTo>
                  <a:lnTo>
                    <a:pt x="716244" y="7484"/>
                  </a:lnTo>
                  <a:lnTo>
                    <a:pt x="708459" y="7591"/>
                  </a:lnTo>
                  <a:lnTo>
                    <a:pt x="700674" y="7695"/>
                  </a:lnTo>
                  <a:lnTo>
                    <a:pt x="692889" y="7774"/>
                  </a:lnTo>
                  <a:lnTo>
                    <a:pt x="685103" y="7905"/>
                  </a:lnTo>
                  <a:lnTo>
                    <a:pt x="677318" y="8013"/>
                  </a:lnTo>
                  <a:lnTo>
                    <a:pt x="669533" y="8375"/>
                  </a:lnTo>
                  <a:lnTo>
                    <a:pt x="661747" y="8695"/>
                  </a:lnTo>
                  <a:lnTo>
                    <a:pt x="653962" y="8936"/>
                  </a:lnTo>
                  <a:lnTo>
                    <a:pt x="646177" y="9174"/>
                  </a:lnTo>
                  <a:lnTo>
                    <a:pt x="638392" y="9336"/>
                  </a:lnTo>
                  <a:lnTo>
                    <a:pt x="630606" y="9648"/>
                  </a:lnTo>
                  <a:lnTo>
                    <a:pt x="622821" y="10078"/>
                  </a:lnTo>
                  <a:lnTo>
                    <a:pt x="615036" y="10332"/>
                  </a:lnTo>
                  <a:lnTo>
                    <a:pt x="607251" y="10361"/>
                  </a:lnTo>
                  <a:lnTo>
                    <a:pt x="599465" y="10479"/>
                  </a:lnTo>
                  <a:lnTo>
                    <a:pt x="591680" y="10676"/>
                  </a:lnTo>
                  <a:lnTo>
                    <a:pt x="583895" y="10689"/>
                  </a:lnTo>
                  <a:lnTo>
                    <a:pt x="576110" y="10237"/>
                  </a:lnTo>
                  <a:lnTo>
                    <a:pt x="568324" y="10090"/>
                  </a:lnTo>
                  <a:lnTo>
                    <a:pt x="560539" y="10137"/>
                  </a:lnTo>
                  <a:lnTo>
                    <a:pt x="552754" y="10681"/>
                  </a:lnTo>
                  <a:lnTo>
                    <a:pt x="544968" y="11217"/>
                  </a:lnTo>
                  <a:lnTo>
                    <a:pt x="537183" y="11541"/>
                  </a:lnTo>
                  <a:lnTo>
                    <a:pt x="529398" y="11493"/>
                  </a:lnTo>
                  <a:lnTo>
                    <a:pt x="521613" y="12038"/>
                  </a:lnTo>
                  <a:lnTo>
                    <a:pt x="513827" y="12213"/>
                  </a:lnTo>
                  <a:lnTo>
                    <a:pt x="506042" y="12578"/>
                  </a:lnTo>
                  <a:lnTo>
                    <a:pt x="498257" y="13015"/>
                  </a:lnTo>
                  <a:lnTo>
                    <a:pt x="490472" y="13254"/>
                  </a:lnTo>
                  <a:lnTo>
                    <a:pt x="482686" y="14066"/>
                  </a:lnTo>
                  <a:lnTo>
                    <a:pt x="474901" y="14354"/>
                  </a:lnTo>
                  <a:lnTo>
                    <a:pt x="467116" y="14874"/>
                  </a:lnTo>
                  <a:lnTo>
                    <a:pt x="459330" y="14822"/>
                  </a:lnTo>
                  <a:lnTo>
                    <a:pt x="451545" y="15051"/>
                  </a:lnTo>
                  <a:lnTo>
                    <a:pt x="443760" y="15432"/>
                  </a:lnTo>
                  <a:lnTo>
                    <a:pt x="435975" y="16019"/>
                  </a:lnTo>
                  <a:lnTo>
                    <a:pt x="428189" y="16572"/>
                  </a:lnTo>
                  <a:lnTo>
                    <a:pt x="420404" y="16817"/>
                  </a:lnTo>
                  <a:lnTo>
                    <a:pt x="412619" y="17300"/>
                  </a:lnTo>
                  <a:lnTo>
                    <a:pt x="404834" y="17782"/>
                  </a:lnTo>
                  <a:lnTo>
                    <a:pt x="397048" y="18262"/>
                  </a:lnTo>
                  <a:lnTo>
                    <a:pt x="389263" y="18741"/>
                  </a:lnTo>
                  <a:lnTo>
                    <a:pt x="381478" y="19207"/>
                  </a:lnTo>
                  <a:lnTo>
                    <a:pt x="373692" y="19678"/>
                  </a:lnTo>
                  <a:lnTo>
                    <a:pt x="365907" y="20162"/>
                  </a:lnTo>
                  <a:lnTo>
                    <a:pt x="358122" y="20627"/>
                  </a:lnTo>
                  <a:lnTo>
                    <a:pt x="350337" y="21092"/>
                  </a:lnTo>
                  <a:lnTo>
                    <a:pt x="342551" y="21844"/>
                  </a:lnTo>
                  <a:lnTo>
                    <a:pt x="334766" y="22127"/>
                  </a:lnTo>
                  <a:lnTo>
                    <a:pt x="326981" y="22484"/>
                  </a:lnTo>
                  <a:lnTo>
                    <a:pt x="319196" y="23084"/>
                  </a:lnTo>
                  <a:lnTo>
                    <a:pt x="311410" y="23720"/>
                  </a:lnTo>
                  <a:lnTo>
                    <a:pt x="303625" y="24354"/>
                  </a:lnTo>
                  <a:lnTo>
                    <a:pt x="295840" y="24986"/>
                  </a:lnTo>
                  <a:lnTo>
                    <a:pt x="288055" y="25445"/>
                  </a:lnTo>
                  <a:lnTo>
                    <a:pt x="280269" y="25917"/>
                  </a:lnTo>
                  <a:lnTo>
                    <a:pt x="272484" y="26110"/>
                  </a:lnTo>
                  <a:lnTo>
                    <a:pt x="264699" y="26475"/>
                  </a:lnTo>
                  <a:lnTo>
                    <a:pt x="256913" y="26986"/>
                  </a:lnTo>
                  <a:lnTo>
                    <a:pt x="249128" y="27551"/>
                  </a:lnTo>
                  <a:lnTo>
                    <a:pt x="241343" y="28238"/>
                  </a:lnTo>
                  <a:lnTo>
                    <a:pt x="233558" y="28922"/>
                  </a:lnTo>
                  <a:lnTo>
                    <a:pt x="225772" y="29483"/>
                  </a:lnTo>
                  <a:lnTo>
                    <a:pt x="217987" y="29580"/>
                  </a:lnTo>
                  <a:lnTo>
                    <a:pt x="210202" y="29671"/>
                  </a:lnTo>
                  <a:lnTo>
                    <a:pt x="202417" y="29762"/>
                  </a:lnTo>
                  <a:lnTo>
                    <a:pt x="194631" y="30702"/>
                  </a:lnTo>
                  <a:lnTo>
                    <a:pt x="186846" y="31551"/>
                  </a:lnTo>
                  <a:lnTo>
                    <a:pt x="179061" y="32021"/>
                  </a:lnTo>
                  <a:lnTo>
                    <a:pt x="171275" y="32264"/>
                  </a:lnTo>
                  <a:lnTo>
                    <a:pt x="163490" y="32358"/>
                  </a:lnTo>
                  <a:lnTo>
                    <a:pt x="155705" y="32452"/>
                  </a:lnTo>
                  <a:lnTo>
                    <a:pt x="147920" y="33137"/>
                  </a:lnTo>
                  <a:lnTo>
                    <a:pt x="140134" y="33848"/>
                  </a:lnTo>
                  <a:lnTo>
                    <a:pt x="132349" y="34581"/>
                  </a:lnTo>
                  <a:lnTo>
                    <a:pt x="124564" y="35142"/>
                  </a:lnTo>
                  <a:lnTo>
                    <a:pt x="116779" y="35397"/>
                  </a:lnTo>
                  <a:lnTo>
                    <a:pt x="108993" y="35653"/>
                  </a:lnTo>
                  <a:lnTo>
                    <a:pt x="101208" y="36046"/>
                  </a:lnTo>
                  <a:lnTo>
                    <a:pt x="93423" y="36579"/>
                  </a:lnTo>
                  <a:lnTo>
                    <a:pt x="85637" y="37113"/>
                  </a:lnTo>
                  <a:lnTo>
                    <a:pt x="77852" y="37643"/>
                  </a:lnTo>
                  <a:lnTo>
                    <a:pt x="70067" y="38107"/>
                  </a:lnTo>
                  <a:lnTo>
                    <a:pt x="62282" y="38550"/>
                  </a:lnTo>
                  <a:lnTo>
                    <a:pt x="54496" y="39162"/>
                  </a:lnTo>
                  <a:lnTo>
                    <a:pt x="46711" y="39773"/>
                  </a:lnTo>
                  <a:lnTo>
                    <a:pt x="38926" y="40308"/>
                  </a:lnTo>
                  <a:lnTo>
                    <a:pt x="31141" y="40830"/>
                  </a:lnTo>
                  <a:lnTo>
                    <a:pt x="23355" y="41346"/>
                  </a:lnTo>
                  <a:lnTo>
                    <a:pt x="15570" y="41911"/>
                  </a:lnTo>
                  <a:lnTo>
                    <a:pt x="7785" y="42690"/>
                  </a:lnTo>
                  <a:lnTo>
                    <a:pt x="0" y="43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6049435" y="3487171"/>
              <a:ext cx="2016385" cy="543636"/>
            </a:xfrm>
            <a:custGeom>
              <a:avLst/>
              <a:pathLst>
                <a:path w="2016385" h="543636">
                  <a:moveTo>
                    <a:pt x="0" y="421522"/>
                  </a:moveTo>
                  <a:lnTo>
                    <a:pt x="7785" y="422198"/>
                  </a:lnTo>
                  <a:lnTo>
                    <a:pt x="15570" y="423175"/>
                  </a:lnTo>
                  <a:lnTo>
                    <a:pt x="23355" y="424534"/>
                  </a:lnTo>
                  <a:lnTo>
                    <a:pt x="31141" y="425253"/>
                  </a:lnTo>
                  <a:lnTo>
                    <a:pt x="38926" y="425659"/>
                  </a:lnTo>
                  <a:lnTo>
                    <a:pt x="46711" y="426283"/>
                  </a:lnTo>
                  <a:lnTo>
                    <a:pt x="54496" y="426648"/>
                  </a:lnTo>
                  <a:lnTo>
                    <a:pt x="62282" y="427317"/>
                  </a:lnTo>
                  <a:lnTo>
                    <a:pt x="70067" y="427407"/>
                  </a:lnTo>
                  <a:lnTo>
                    <a:pt x="77852" y="427444"/>
                  </a:lnTo>
                  <a:lnTo>
                    <a:pt x="85637" y="428328"/>
                  </a:lnTo>
                  <a:lnTo>
                    <a:pt x="93423" y="428507"/>
                  </a:lnTo>
                  <a:lnTo>
                    <a:pt x="101208" y="428859"/>
                  </a:lnTo>
                  <a:lnTo>
                    <a:pt x="108993" y="428812"/>
                  </a:lnTo>
                  <a:lnTo>
                    <a:pt x="116779" y="429474"/>
                  </a:lnTo>
                  <a:lnTo>
                    <a:pt x="124564" y="429766"/>
                  </a:lnTo>
                  <a:lnTo>
                    <a:pt x="132349" y="429727"/>
                  </a:lnTo>
                  <a:lnTo>
                    <a:pt x="140134" y="429259"/>
                  </a:lnTo>
                  <a:lnTo>
                    <a:pt x="147920" y="429580"/>
                  </a:lnTo>
                  <a:lnTo>
                    <a:pt x="155705" y="428822"/>
                  </a:lnTo>
                  <a:lnTo>
                    <a:pt x="163490" y="428598"/>
                  </a:lnTo>
                  <a:lnTo>
                    <a:pt x="171275" y="428394"/>
                  </a:lnTo>
                  <a:lnTo>
                    <a:pt x="179061" y="428513"/>
                  </a:lnTo>
                  <a:lnTo>
                    <a:pt x="186846" y="428381"/>
                  </a:lnTo>
                  <a:lnTo>
                    <a:pt x="194631" y="428402"/>
                  </a:lnTo>
                  <a:lnTo>
                    <a:pt x="202417" y="428076"/>
                  </a:lnTo>
                  <a:lnTo>
                    <a:pt x="210202" y="427338"/>
                  </a:lnTo>
                  <a:lnTo>
                    <a:pt x="217987" y="426933"/>
                  </a:lnTo>
                  <a:lnTo>
                    <a:pt x="225772" y="427161"/>
                  </a:lnTo>
                  <a:lnTo>
                    <a:pt x="233558" y="427098"/>
                  </a:lnTo>
                  <a:lnTo>
                    <a:pt x="241343" y="426486"/>
                  </a:lnTo>
                  <a:lnTo>
                    <a:pt x="249128" y="426195"/>
                  </a:lnTo>
                  <a:lnTo>
                    <a:pt x="256913" y="426142"/>
                  </a:lnTo>
                  <a:lnTo>
                    <a:pt x="264699" y="425936"/>
                  </a:lnTo>
                  <a:lnTo>
                    <a:pt x="272484" y="425690"/>
                  </a:lnTo>
                  <a:lnTo>
                    <a:pt x="280269" y="425443"/>
                  </a:lnTo>
                  <a:lnTo>
                    <a:pt x="288055" y="425098"/>
                  </a:lnTo>
                  <a:lnTo>
                    <a:pt x="295840" y="424949"/>
                  </a:lnTo>
                  <a:lnTo>
                    <a:pt x="303625" y="424701"/>
                  </a:lnTo>
                  <a:lnTo>
                    <a:pt x="311410" y="424296"/>
                  </a:lnTo>
                  <a:lnTo>
                    <a:pt x="319196" y="423713"/>
                  </a:lnTo>
                  <a:lnTo>
                    <a:pt x="326981" y="423290"/>
                  </a:lnTo>
                  <a:lnTo>
                    <a:pt x="334766" y="422576"/>
                  </a:lnTo>
                  <a:lnTo>
                    <a:pt x="342551" y="421693"/>
                  </a:lnTo>
                  <a:lnTo>
                    <a:pt x="350337" y="420873"/>
                  </a:lnTo>
                  <a:lnTo>
                    <a:pt x="358122" y="420053"/>
                  </a:lnTo>
                  <a:lnTo>
                    <a:pt x="365907" y="419259"/>
                  </a:lnTo>
                  <a:lnTo>
                    <a:pt x="373692" y="418831"/>
                  </a:lnTo>
                  <a:lnTo>
                    <a:pt x="381478" y="418453"/>
                  </a:lnTo>
                  <a:lnTo>
                    <a:pt x="389263" y="417425"/>
                  </a:lnTo>
                  <a:lnTo>
                    <a:pt x="397048" y="416322"/>
                  </a:lnTo>
                  <a:lnTo>
                    <a:pt x="404834" y="415363"/>
                  </a:lnTo>
                  <a:lnTo>
                    <a:pt x="412619" y="414828"/>
                  </a:lnTo>
                  <a:lnTo>
                    <a:pt x="420404" y="414070"/>
                  </a:lnTo>
                  <a:lnTo>
                    <a:pt x="428189" y="413313"/>
                  </a:lnTo>
                  <a:lnTo>
                    <a:pt x="435975" y="412101"/>
                  </a:lnTo>
                  <a:lnTo>
                    <a:pt x="443760" y="410865"/>
                  </a:lnTo>
                  <a:lnTo>
                    <a:pt x="451545" y="409851"/>
                  </a:lnTo>
                  <a:lnTo>
                    <a:pt x="459330" y="408971"/>
                  </a:lnTo>
                  <a:lnTo>
                    <a:pt x="467116" y="407098"/>
                  </a:lnTo>
                  <a:lnTo>
                    <a:pt x="474901" y="405795"/>
                  </a:lnTo>
                  <a:lnTo>
                    <a:pt x="482686" y="405242"/>
                  </a:lnTo>
                  <a:lnTo>
                    <a:pt x="490472" y="405007"/>
                  </a:lnTo>
                  <a:lnTo>
                    <a:pt x="498257" y="404525"/>
                  </a:lnTo>
                  <a:lnTo>
                    <a:pt x="506042" y="403609"/>
                  </a:lnTo>
                  <a:lnTo>
                    <a:pt x="513827" y="402703"/>
                  </a:lnTo>
                  <a:lnTo>
                    <a:pt x="521613" y="401774"/>
                  </a:lnTo>
                  <a:lnTo>
                    <a:pt x="529398" y="400796"/>
                  </a:lnTo>
                  <a:lnTo>
                    <a:pt x="537183" y="399763"/>
                  </a:lnTo>
                  <a:lnTo>
                    <a:pt x="544968" y="398543"/>
                  </a:lnTo>
                  <a:lnTo>
                    <a:pt x="552754" y="397141"/>
                  </a:lnTo>
                  <a:lnTo>
                    <a:pt x="560539" y="396304"/>
                  </a:lnTo>
                  <a:lnTo>
                    <a:pt x="568324" y="395051"/>
                  </a:lnTo>
                  <a:lnTo>
                    <a:pt x="576110" y="394221"/>
                  </a:lnTo>
                  <a:lnTo>
                    <a:pt x="583895" y="393387"/>
                  </a:lnTo>
                  <a:lnTo>
                    <a:pt x="591680" y="391689"/>
                  </a:lnTo>
                  <a:lnTo>
                    <a:pt x="599465" y="389438"/>
                  </a:lnTo>
                  <a:lnTo>
                    <a:pt x="607251" y="388838"/>
                  </a:lnTo>
                  <a:lnTo>
                    <a:pt x="615036" y="387826"/>
                  </a:lnTo>
                  <a:lnTo>
                    <a:pt x="622821" y="385612"/>
                  </a:lnTo>
                  <a:lnTo>
                    <a:pt x="630606" y="384403"/>
                  </a:lnTo>
                  <a:lnTo>
                    <a:pt x="638392" y="382331"/>
                  </a:lnTo>
                  <a:lnTo>
                    <a:pt x="646177" y="380129"/>
                  </a:lnTo>
                  <a:lnTo>
                    <a:pt x="653962" y="378793"/>
                  </a:lnTo>
                  <a:lnTo>
                    <a:pt x="661747" y="377758"/>
                  </a:lnTo>
                  <a:lnTo>
                    <a:pt x="669533" y="376784"/>
                  </a:lnTo>
                  <a:lnTo>
                    <a:pt x="677318" y="375805"/>
                  </a:lnTo>
                  <a:lnTo>
                    <a:pt x="685103" y="374823"/>
                  </a:lnTo>
                  <a:lnTo>
                    <a:pt x="692889" y="373839"/>
                  </a:lnTo>
                  <a:lnTo>
                    <a:pt x="700674" y="372851"/>
                  </a:lnTo>
                  <a:lnTo>
                    <a:pt x="708459" y="371737"/>
                  </a:lnTo>
                  <a:lnTo>
                    <a:pt x="716244" y="369846"/>
                  </a:lnTo>
                  <a:lnTo>
                    <a:pt x="724030" y="367941"/>
                  </a:lnTo>
                  <a:lnTo>
                    <a:pt x="731815" y="366022"/>
                  </a:lnTo>
                  <a:lnTo>
                    <a:pt x="739600" y="364694"/>
                  </a:lnTo>
                  <a:lnTo>
                    <a:pt x="747385" y="363254"/>
                  </a:lnTo>
                  <a:lnTo>
                    <a:pt x="755171" y="360585"/>
                  </a:lnTo>
                  <a:lnTo>
                    <a:pt x="762956" y="359121"/>
                  </a:lnTo>
                  <a:lnTo>
                    <a:pt x="770741" y="356302"/>
                  </a:lnTo>
                  <a:lnTo>
                    <a:pt x="778527" y="354088"/>
                  </a:lnTo>
                  <a:lnTo>
                    <a:pt x="786312" y="352036"/>
                  </a:lnTo>
                  <a:lnTo>
                    <a:pt x="794097" y="349989"/>
                  </a:lnTo>
                  <a:lnTo>
                    <a:pt x="801882" y="347941"/>
                  </a:lnTo>
                  <a:lnTo>
                    <a:pt x="809668" y="345880"/>
                  </a:lnTo>
                  <a:lnTo>
                    <a:pt x="817453" y="343411"/>
                  </a:lnTo>
                  <a:lnTo>
                    <a:pt x="825238" y="341657"/>
                  </a:lnTo>
                  <a:lnTo>
                    <a:pt x="833023" y="339685"/>
                  </a:lnTo>
                  <a:lnTo>
                    <a:pt x="840809" y="337909"/>
                  </a:lnTo>
                  <a:lnTo>
                    <a:pt x="848594" y="336125"/>
                  </a:lnTo>
                  <a:lnTo>
                    <a:pt x="856379" y="334332"/>
                  </a:lnTo>
                  <a:lnTo>
                    <a:pt x="864165" y="332530"/>
                  </a:lnTo>
                  <a:lnTo>
                    <a:pt x="871950" y="330721"/>
                  </a:lnTo>
                  <a:lnTo>
                    <a:pt x="879735" y="328914"/>
                  </a:lnTo>
                  <a:lnTo>
                    <a:pt x="887520" y="327099"/>
                  </a:lnTo>
                  <a:lnTo>
                    <a:pt x="895306" y="325058"/>
                  </a:lnTo>
                  <a:lnTo>
                    <a:pt x="903091" y="322792"/>
                  </a:lnTo>
                  <a:lnTo>
                    <a:pt x="910876" y="320514"/>
                  </a:lnTo>
                  <a:lnTo>
                    <a:pt x="918661" y="318534"/>
                  </a:lnTo>
                  <a:lnTo>
                    <a:pt x="926447" y="316760"/>
                  </a:lnTo>
                  <a:lnTo>
                    <a:pt x="934232" y="314978"/>
                  </a:lnTo>
                  <a:lnTo>
                    <a:pt x="942017" y="313190"/>
                  </a:lnTo>
                  <a:lnTo>
                    <a:pt x="949802" y="311395"/>
                  </a:lnTo>
                  <a:lnTo>
                    <a:pt x="957588" y="309593"/>
                  </a:lnTo>
                  <a:lnTo>
                    <a:pt x="965373" y="307809"/>
                  </a:lnTo>
                  <a:lnTo>
                    <a:pt x="973158" y="306019"/>
                  </a:lnTo>
                  <a:lnTo>
                    <a:pt x="980944" y="304223"/>
                  </a:lnTo>
                  <a:lnTo>
                    <a:pt x="988729" y="302420"/>
                  </a:lnTo>
                  <a:lnTo>
                    <a:pt x="996514" y="300611"/>
                  </a:lnTo>
                  <a:lnTo>
                    <a:pt x="1004299" y="298797"/>
                  </a:lnTo>
                  <a:lnTo>
                    <a:pt x="1012085" y="296787"/>
                  </a:lnTo>
                  <a:lnTo>
                    <a:pt x="1019870" y="294109"/>
                  </a:lnTo>
                  <a:lnTo>
                    <a:pt x="1027655" y="291454"/>
                  </a:lnTo>
                  <a:lnTo>
                    <a:pt x="1035440" y="290482"/>
                  </a:lnTo>
                  <a:lnTo>
                    <a:pt x="1043226" y="289143"/>
                  </a:lnTo>
                  <a:lnTo>
                    <a:pt x="1051011" y="287038"/>
                  </a:lnTo>
                  <a:lnTo>
                    <a:pt x="1058796" y="284653"/>
                  </a:lnTo>
                  <a:lnTo>
                    <a:pt x="1066582" y="282494"/>
                  </a:lnTo>
                  <a:lnTo>
                    <a:pt x="1074367" y="281145"/>
                  </a:lnTo>
                  <a:lnTo>
                    <a:pt x="1082152" y="279269"/>
                  </a:lnTo>
                  <a:lnTo>
                    <a:pt x="1089937" y="276945"/>
                  </a:lnTo>
                  <a:lnTo>
                    <a:pt x="1097723" y="273478"/>
                  </a:lnTo>
                  <a:lnTo>
                    <a:pt x="1105508" y="270026"/>
                  </a:lnTo>
                  <a:lnTo>
                    <a:pt x="1113293" y="267557"/>
                  </a:lnTo>
                  <a:lnTo>
                    <a:pt x="1121078" y="265709"/>
                  </a:lnTo>
                  <a:lnTo>
                    <a:pt x="1128864" y="263921"/>
                  </a:lnTo>
                  <a:lnTo>
                    <a:pt x="1136649" y="261914"/>
                  </a:lnTo>
                  <a:lnTo>
                    <a:pt x="1144434" y="259117"/>
                  </a:lnTo>
                  <a:lnTo>
                    <a:pt x="1152220" y="256658"/>
                  </a:lnTo>
                  <a:lnTo>
                    <a:pt x="1160005" y="254542"/>
                  </a:lnTo>
                  <a:lnTo>
                    <a:pt x="1167790" y="252099"/>
                  </a:lnTo>
                  <a:lnTo>
                    <a:pt x="1175575" y="249552"/>
                  </a:lnTo>
                  <a:lnTo>
                    <a:pt x="1183361" y="247354"/>
                  </a:lnTo>
                  <a:lnTo>
                    <a:pt x="1191146" y="245257"/>
                  </a:lnTo>
                  <a:lnTo>
                    <a:pt x="1198931" y="243171"/>
                  </a:lnTo>
                  <a:lnTo>
                    <a:pt x="1206716" y="241012"/>
                  </a:lnTo>
                  <a:lnTo>
                    <a:pt x="1214502" y="238478"/>
                  </a:lnTo>
                  <a:lnTo>
                    <a:pt x="1222287" y="236487"/>
                  </a:lnTo>
                  <a:lnTo>
                    <a:pt x="1230072" y="234494"/>
                  </a:lnTo>
                  <a:lnTo>
                    <a:pt x="1237857" y="232499"/>
                  </a:lnTo>
                  <a:lnTo>
                    <a:pt x="1245643" y="230508"/>
                  </a:lnTo>
                  <a:lnTo>
                    <a:pt x="1253428" y="228437"/>
                  </a:lnTo>
                  <a:lnTo>
                    <a:pt x="1261213" y="226327"/>
                  </a:lnTo>
                  <a:lnTo>
                    <a:pt x="1268999" y="224216"/>
                  </a:lnTo>
                  <a:lnTo>
                    <a:pt x="1276784" y="222103"/>
                  </a:lnTo>
                  <a:lnTo>
                    <a:pt x="1284569" y="219989"/>
                  </a:lnTo>
                  <a:lnTo>
                    <a:pt x="1292354" y="217874"/>
                  </a:lnTo>
                  <a:lnTo>
                    <a:pt x="1300140" y="215642"/>
                  </a:lnTo>
                  <a:lnTo>
                    <a:pt x="1307925" y="212947"/>
                  </a:lnTo>
                  <a:lnTo>
                    <a:pt x="1315710" y="210251"/>
                  </a:lnTo>
                  <a:lnTo>
                    <a:pt x="1323495" y="207555"/>
                  </a:lnTo>
                  <a:lnTo>
                    <a:pt x="1331281" y="204858"/>
                  </a:lnTo>
                  <a:lnTo>
                    <a:pt x="1339066" y="202210"/>
                  </a:lnTo>
                  <a:lnTo>
                    <a:pt x="1346851" y="200021"/>
                  </a:lnTo>
                  <a:lnTo>
                    <a:pt x="1354637" y="197119"/>
                  </a:lnTo>
                  <a:lnTo>
                    <a:pt x="1362422" y="194029"/>
                  </a:lnTo>
                  <a:lnTo>
                    <a:pt x="1370207" y="191309"/>
                  </a:lnTo>
                  <a:lnTo>
                    <a:pt x="1377992" y="188591"/>
                  </a:lnTo>
                  <a:lnTo>
                    <a:pt x="1385778" y="185901"/>
                  </a:lnTo>
                  <a:lnTo>
                    <a:pt x="1393563" y="183838"/>
                  </a:lnTo>
                  <a:lnTo>
                    <a:pt x="1401348" y="181070"/>
                  </a:lnTo>
                  <a:lnTo>
                    <a:pt x="1409133" y="177910"/>
                  </a:lnTo>
                  <a:lnTo>
                    <a:pt x="1416919" y="175116"/>
                  </a:lnTo>
                  <a:lnTo>
                    <a:pt x="1424704" y="172415"/>
                  </a:lnTo>
                  <a:lnTo>
                    <a:pt x="1432489" y="169718"/>
                  </a:lnTo>
                  <a:lnTo>
                    <a:pt x="1440275" y="167026"/>
                  </a:lnTo>
                  <a:lnTo>
                    <a:pt x="1448060" y="164338"/>
                  </a:lnTo>
                  <a:lnTo>
                    <a:pt x="1455845" y="161655"/>
                  </a:lnTo>
                  <a:lnTo>
                    <a:pt x="1463630" y="158978"/>
                  </a:lnTo>
                  <a:lnTo>
                    <a:pt x="1471416" y="156306"/>
                  </a:lnTo>
                  <a:lnTo>
                    <a:pt x="1479201" y="153596"/>
                  </a:lnTo>
                  <a:lnTo>
                    <a:pt x="1486986" y="150859"/>
                  </a:lnTo>
                  <a:lnTo>
                    <a:pt x="1494771" y="148128"/>
                  </a:lnTo>
                  <a:lnTo>
                    <a:pt x="1502557" y="145405"/>
                  </a:lnTo>
                  <a:lnTo>
                    <a:pt x="1510342" y="142700"/>
                  </a:lnTo>
                  <a:lnTo>
                    <a:pt x="1518127" y="140567"/>
                  </a:lnTo>
                  <a:lnTo>
                    <a:pt x="1525912" y="137945"/>
                  </a:lnTo>
                  <a:lnTo>
                    <a:pt x="1533698" y="135335"/>
                  </a:lnTo>
                  <a:lnTo>
                    <a:pt x="1541483" y="132258"/>
                  </a:lnTo>
                  <a:lnTo>
                    <a:pt x="1549268" y="129152"/>
                  </a:lnTo>
                  <a:lnTo>
                    <a:pt x="1557054" y="126452"/>
                  </a:lnTo>
                  <a:lnTo>
                    <a:pt x="1564839" y="123771"/>
                  </a:lnTo>
                  <a:lnTo>
                    <a:pt x="1572624" y="121118"/>
                  </a:lnTo>
                  <a:lnTo>
                    <a:pt x="1580409" y="118628"/>
                  </a:lnTo>
                  <a:lnTo>
                    <a:pt x="1588195" y="116624"/>
                  </a:lnTo>
                  <a:lnTo>
                    <a:pt x="1595980" y="114644"/>
                  </a:lnTo>
                  <a:lnTo>
                    <a:pt x="1603765" y="112319"/>
                  </a:lnTo>
                  <a:lnTo>
                    <a:pt x="1611550" y="109799"/>
                  </a:lnTo>
                  <a:lnTo>
                    <a:pt x="1619336" y="107289"/>
                  </a:lnTo>
                  <a:lnTo>
                    <a:pt x="1627121" y="104531"/>
                  </a:lnTo>
                  <a:lnTo>
                    <a:pt x="1634906" y="101781"/>
                  </a:lnTo>
                  <a:lnTo>
                    <a:pt x="1642692" y="99055"/>
                  </a:lnTo>
                  <a:lnTo>
                    <a:pt x="1650477" y="96343"/>
                  </a:lnTo>
                  <a:lnTo>
                    <a:pt x="1658262" y="93647"/>
                  </a:lnTo>
                  <a:lnTo>
                    <a:pt x="1666047" y="90988"/>
                  </a:lnTo>
                  <a:lnTo>
                    <a:pt x="1673833" y="88713"/>
                  </a:lnTo>
                  <a:lnTo>
                    <a:pt x="1681618" y="86451"/>
                  </a:lnTo>
                  <a:lnTo>
                    <a:pt x="1689403" y="84201"/>
                  </a:lnTo>
                  <a:lnTo>
                    <a:pt x="1697188" y="81962"/>
                  </a:lnTo>
                  <a:lnTo>
                    <a:pt x="1704974" y="79736"/>
                  </a:lnTo>
                  <a:lnTo>
                    <a:pt x="1712759" y="77522"/>
                  </a:lnTo>
                  <a:lnTo>
                    <a:pt x="1720544" y="75321"/>
                  </a:lnTo>
                  <a:lnTo>
                    <a:pt x="1728330" y="73131"/>
                  </a:lnTo>
                  <a:lnTo>
                    <a:pt x="1736115" y="70955"/>
                  </a:lnTo>
                  <a:lnTo>
                    <a:pt x="1743900" y="68791"/>
                  </a:lnTo>
                  <a:lnTo>
                    <a:pt x="1751685" y="66640"/>
                  </a:lnTo>
                  <a:lnTo>
                    <a:pt x="1759471" y="64493"/>
                  </a:lnTo>
                  <a:lnTo>
                    <a:pt x="1767256" y="62248"/>
                  </a:lnTo>
                  <a:lnTo>
                    <a:pt x="1775041" y="60017"/>
                  </a:lnTo>
                  <a:lnTo>
                    <a:pt x="1782826" y="57801"/>
                  </a:lnTo>
                  <a:lnTo>
                    <a:pt x="1790612" y="55600"/>
                  </a:lnTo>
                  <a:lnTo>
                    <a:pt x="1798397" y="53415"/>
                  </a:lnTo>
                  <a:lnTo>
                    <a:pt x="1806182" y="51245"/>
                  </a:lnTo>
                  <a:lnTo>
                    <a:pt x="1813967" y="49090"/>
                  </a:lnTo>
                  <a:lnTo>
                    <a:pt x="1821753" y="46951"/>
                  </a:lnTo>
                  <a:lnTo>
                    <a:pt x="1829538" y="44827"/>
                  </a:lnTo>
                  <a:lnTo>
                    <a:pt x="1837323" y="42744"/>
                  </a:lnTo>
                  <a:lnTo>
                    <a:pt x="1845109" y="40716"/>
                  </a:lnTo>
                  <a:lnTo>
                    <a:pt x="1852894" y="38703"/>
                  </a:lnTo>
                  <a:lnTo>
                    <a:pt x="1860679" y="36705"/>
                  </a:lnTo>
                  <a:lnTo>
                    <a:pt x="1868464" y="34722"/>
                  </a:lnTo>
                  <a:lnTo>
                    <a:pt x="1876250" y="32754"/>
                  </a:lnTo>
                  <a:lnTo>
                    <a:pt x="1884035" y="30804"/>
                  </a:lnTo>
                  <a:lnTo>
                    <a:pt x="1891820" y="28868"/>
                  </a:lnTo>
                  <a:lnTo>
                    <a:pt x="1899605" y="26948"/>
                  </a:lnTo>
                  <a:lnTo>
                    <a:pt x="1907391" y="25043"/>
                  </a:lnTo>
                  <a:lnTo>
                    <a:pt x="1915176" y="23154"/>
                  </a:lnTo>
                  <a:lnTo>
                    <a:pt x="1922961" y="21279"/>
                  </a:lnTo>
                  <a:lnTo>
                    <a:pt x="1930747" y="19421"/>
                  </a:lnTo>
                  <a:lnTo>
                    <a:pt x="1938532" y="17578"/>
                  </a:lnTo>
                  <a:lnTo>
                    <a:pt x="1946317" y="15750"/>
                  </a:lnTo>
                  <a:lnTo>
                    <a:pt x="1954102" y="13938"/>
                  </a:lnTo>
                  <a:lnTo>
                    <a:pt x="1961888" y="12141"/>
                  </a:lnTo>
                  <a:lnTo>
                    <a:pt x="1969673" y="10360"/>
                  </a:lnTo>
                  <a:lnTo>
                    <a:pt x="1977458" y="8594"/>
                  </a:lnTo>
                  <a:lnTo>
                    <a:pt x="1985243" y="6844"/>
                  </a:lnTo>
                  <a:lnTo>
                    <a:pt x="1993029" y="5110"/>
                  </a:lnTo>
                  <a:lnTo>
                    <a:pt x="2000814" y="3391"/>
                  </a:lnTo>
                  <a:lnTo>
                    <a:pt x="2008599" y="1687"/>
                  </a:lnTo>
                  <a:lnTo>
                    <a:pt x="2016385" y="0"/>
                  </a:lnTo>
                  <a:lnTo>
                    <a:pt x="2016385" y="543636"/>
                  </a:lnTo>
                  <a:lnTo>
                    <a:pt x="2008599" y="543622"/>
                  </a:lnTo>
                  <a:lnTo>
                    <a:pt x="2000814" y="543608"/>
                  </a:lnTo>
                  <a:lnTo>
                    <a:pt x="1993029" y="543594"/>
                  </a:lnTo>
                  <a:lnTo>
                    <a:pt x="1985243" y="543580"/>
                  </a:lnTo>
                  <a:lnTo>
                    <a:pt x="1977458" y="543564"/>
                  </a:lnTo>
                  <a:lnTo>
                    <a:pt x="1969673" y="543549"/>
                  </a:lnTo>
                  <a:lnTo>
                    <a:pt x="1961888" y="543533"/>
                  </a:lnTo>
                  <a:lnTo>
                    <a:pt x="1954102" y="543516"/>
                  </a:lnTo>
                  <a:lnTo>
                    <a:pt x="1946317" y="543500"/>
                  </a:lnTo>
                  <a:lnTo>
                    <a:pt x="1938532" y="543480"/>
                  </a:lnTo>
                  <a:lnTo>
                    <a:pt x="1930747" y="543460"/>
                  </a:lnTo>
                  <a:lnTo>
                    <a:pt x="1922961" y="543439"/>
                  </a:lnTo>
                  <a:lnTo>
                    <a:pt x="1915176" y="543418"/>
                  </a:lnTo>
                  <a:lnTo>
                    <a:pt x="1907391" y="543396"/>
                  </a:lnTo>
                  <a:lnTo>
                    <a:pt x="1899605" y="543374"/>
                  </a:lnTo>
                  <a:lnTo>
                    <a:pt x="1891820" y="543356"/>
                  </a:lnTo>
                  <a:lnTo>
                    <a:pt x="1884035" y="543337"/>
                  </a:lnTo>
                  <a:lnTo>
                    <a:pt x="1876250" y="543319"/>
                  </a:lnTo>
                  <a:lnTo>
                    <a:pt x="1868464" y="543299"/>
                  </a:lnTo>
                  <a:lnTo>
                    <a:pt x="1860679" y="543280"/>
                  </a:lnTo>
                  <a:lnTo>
                    <a:pt x="1852894" y="543260"/>
                  </a:lnTo>
                  <a:lnTo>
                    <a:pt x="1845109" y="543240"/>
                  </a:lnTo>
                  <a:lnTo>
                    <a:pt x="1837323" y="543220"/>
                  </a:lnTo>
                  <a:lnTo>
                    <a:pt x="1829538" y="543199"/>
                  </a:lnTo>
                  <a:lnTo>
                    <a:pt x="1821753" y="543178"/>
                  </a:lnTo>
                  <a:lnTo>
                    <a:pt x="1813967" y="543156"/>
                  </a:lnTo>
                  <a:lnTo>
                    <a:pt x="1806182" y="543132"/>
                  </a:lnTo>
                  <a:lnTo>
                    <a:pt x="1798397" y="543106"/>
                  </a:lnTo>
                  <a:lnTo>
                    <a:pt x="1790612" y="543078"/>
                  </a:lnTo>
                  <a:lnTo>
                    <a:pt x="1782826" y="543051"/>
                  </a:lnTo>
                  <a:lnTo>
                    <a:pt x="1775041" y="543027"/>
                  </a:lnTo>
                  <a:lnTo>
                    <a:pt x="1767256" y="543004"/>
                  </a:lnTo>
                  <a:lnTo>
                    <a:pt x="1759471" y="542980"/>
                  </a:lnTo>
                  <a:lnTo>
                    <a:pt x="1751685" y="542956"/>
                  </a:lnTo>
                  <a:lnTo>
                    <a:pt x="1743900" y="542932"/>
                  </a:lnTo>
                  <a:lnTo>
                    <a:pt x="1736115" y="542907"/>
                  </a:lnTo>
                  <a:lnTo>
                    <a:pt x="1728330" y="542880"/>
                  </a:lnTo>
                  <a:lnTo>
                    <a:pt x="1720544" y="542848"/>
                  </a:lnTo>
                  <a:lnTo>
                    <a:pt x="1712759" y="542815"/>
                  </a:lnTo>
                  <a:lnTo>
                    <a:pt x="1704974" y="542782"/>
                  </a:lnTo>
                  <a:lnTo>
                    <a:pt x="1697188" y="542748"/>
                  </a:lnTo>
                  <a:lnTo>
                    <a:pt x="1689403" y="542714"/>
                  </a:lnTo>
                  <a:lnTo>
                    <a:pt x="1681618" y="542678"/>
                  </a:lnTo>
                  <a:lnTo>
                    <a:pt x="1673833" y="542646"/>
                  </a:lnTo>
                  <a:lnTo>
                    <a:pt x="1666047" y="542614"/>
                  </a:lnTo>
                  <a:lnTo>
                    <a:pt x="1658262" y="542581"/>
                  </a:lnTo>
                  <a:lnTo>
                    <a:pt x="1650477" y="542548"/>
                  </a:lnTo>
                  <a:lnTo>
                    <a:pt x="1642692" y="542514"/>
                  </a:lnTo>
                  <a:lnTo>
                    <a:pt x="1634906" y="542479"/>
                  </a:lnTo>
                  <a:lnTo>
                    <a:pt x="1627121" y="542444"/>
                  </a:lnTo>
                  <a:lnTo>
                    <a:pt x="1619336" y="542409"/>
                  </a:lnTo>
                  <a:lnTo>
                    <a:pt x="1611550" y="542373"/>
                  </a:lnTo>
                  <a:lnTo>
                    <a:pt x="1603765" y="542336"/>
                  </a:lnTo>
                  <a:lnTo>
                    <a:pt x="1595980" y="542299"/>
                  </a:lnTo>
                  <a:lnTo>
                    <a:pt x="1588195" y="542261"/>
                  </a:lnTo>
                  <a:lnTo>
                    <a:pt x="1580409" y="542223"/>
                  </a:lnTo>
                  <a:lnTo>
                    <a:pt x="1572624" y="542184"/>
                  </a:lnTo>
                  <a:lnTo>
                    <a:pt x="1564839" y="542144"/>
                  </a:lnTo>
                  <a:lnTo>
                    <a:pt x="1557054" y="542104"/>
                  </a:lnTo>
                  <a:lnTo>
                    <a:pt x="1549268" y="542062"/>
                  </a:lnTo>
                  <a:lnTo>
                    <a:pt x="1541483" y="542020"/>
                  </a:lnTo>
                  <a:lnTo>
                    <a:pt x="1533698" y="541978"/>
                  </a:lnTo>
                  <a:lnTo>
                    <a:pt x="1525912" y="541928"/>
                  </a:lnTo>
                  <a:lnTo>
                    <a:pt x="1518127" y="541877"/>
                  </a:lnTo>
                  <a:lnTo>
                    <a:pt x="1510342" y="541833"/>
                  </a:lnTo>
                  <a:lnTo>
                    <a:pt x="1502557" y="541800"/>
                  </a:lnTo>
                  <a:lnTo>
                    <a:pt x="1494771" y="541754"/>
                  </a:lnTo>
                  <a:lnTo>
                    <a:pt x="1486986" y="541707"/>
                  </a:lnTo>
                  <a:lnTo>
                    <a:pt x="1479201" y="541660"/>
                  </a:lnTo>
                  <a:lnTo>
                    <a:pt x="1471416" y="541611"/>
                  </a:lnTo>
                  <a:lnTo>
                    <a:pt x="1463630" y="541562"/>
                  </a:lnTo>
                  <a:lnTo>
                    <a:pt x="1455845" y="541512"/>
                  </a:lnTo>
                  <a:lnTo>
                    <a:pt x="1448060" y="541461"/>
                  </a:lnTo>
                  <a:lnTo>
                    <a:pt x="1440275" y="541409"/>
                  </a:lnTo>
                  <a:lnTo>
                    <a:pt x="1432489" y="541356"/>
                  </a:lnTo>
                  <a:lnTo>
                    <a:pt x="1424704" y="541302"/>
                  </a:lnTo>
                  <a:lnTo>
                    <a:pt x="1416919" y="541247"/>
                  </a:lnTo>
                  <a:lnTo>
                    <a:pt x="1409133" y="541192"/>
                  </a:lnTo>
                  <a:lnTo>
                    <a:pt x="1401348" y="541135"/>
                  </a:lnTo>
                  <a:lnTo>
                    <a:pt x="1393563" y="541078"/>
                  </a:lnTo>
                  <a:lnTo>
                    <a:pt x="1385778" y="541019"/>
                  </a:lnTo>
                  <a:lnTo>
                    <a:pt x="1377992" y="540959"/>
                  </a:lnTo>
                  <a:lnTo>
                    <a:pt x="1370207" y="540899"/>
                  </a:lnTo>
                  <a:lnTo>
                    <a:pt x="1362422" y="540837"/>
                  </a:lnTo>
                  <a:lnTo>
                    <a:pt x="1354637" y="540774"/>
                  </a:lnTo>
                  <a:lnTo>
                    <a:pt x="1346851" y="540711"/>
                  </a:lnTo>
                  <a:lnTo>
                    <a:pt x="1339066" y="540646"/>
                  </a:lnTo>
                  <a:lnTo>
                    <a:pt x="1331281" y="540580"/>
                  </a:lnTo>
                  <a:lnTo>
                    <a:pt x="1323495" y="540513"/>
                  </a:lnTo>
                  <a:lnTo>
                    <a:pt x="1315710" y="540445"/>
                  </a:lnTo>
                  <a:lnTo>
                    <a:pt x="1307925" y="540375"/>
                  </a:lnTo>
                  <a:lnTo>
                    <a:pt x="1300140" y="540305"/>
                  </a:lnTo>
                  <a:lnTo>
                    <a:pt x="1292354" y="540256"/>
                  </a:lnTo>
                  <a:lnTo>
                    <a:pt x="1284569" y="540206"/>
                  </a:lnTo>
                  <a:lnTo>
                    <a:pt x="1276784" y="540154"/>
                  </a:lnTo>
                  <a:lnTo>
                    <a:pt x="1268999" y="540075"/>
                  </a:lnTo>
                  <a:lnTo>
                    <a:pt x="1261213" y="539994"/>
                  </a:lnTo>
                  <a:lnTo>
                    <a:pt x="1253428" y="539913"/>
                  </a:lnTo>
                  <a:lnTo>
                    <a:pt x="1245643" y="539829"/>
                  </a:lnTo>
                  <a:lnTo>
                    <a:pt x="1237857" y="539744"/>
                  </a:lnTo>
                  <a:lnTo>
                    <a:pt x="1230072" y="539657"/>
                  </a:lnTo>
                  <a:lnTo>
                    <a:pt x="1222287" y="539569"/>
                  </a:lnTo>
                  <a:lnTo>
                    <a:pt x="1214502" y="539479"/>
                  </a:lnTo>
                  <a:lnTo>
                    <a:pt x="1206716" y="539387"/>
                  </a:lnTo>
                  <a:lnTo>
                    <a:pt x="1198931" y="539293"/>
                  </a:lnTo>
                  <a:lnTo>
                    <a:pt x="1191146" y="539202"/>
                  </a:lnTo>
                  <a:lnTo>
                    <a:pt x="1183361" y="539128"/>
                  </a:lnTo>
                  <a:lnTo>
                    <a:pt x="1175575" y="539054"/>
                  </a:lnTo>
                  <a:lnTo>
                    <a:pt x="1167790" y="538978"/>
                  </a:lnTo>
                  <a:lnTo>
                    <a:pt x="1160005" y="538902"/>
                  </a:lnTo>
                  <a:lnTo>
                    <a:pt x="1152220" y="538839"/>
                  </a:lnTo>
                  <a:lnTo>
                    <a:pt x="1144434" y="538759"/>
                  </a:lnTo>
                  <a:lnTo>
                    <a:pt x="1136649" y="538666"/>
                  </a:lnTo>
                  <a:lnTo>
                    <a:pt x="1128864" y="538585"/>
                  </a:lnTo>
                  <a:lnTo>
                    <a:pt x="1121078" y="538504"/>
                  </a:lnTo>
                  <a:lnTo>
                    <a:pt x="1113293" y="538422"/>
                  </a:lnTo>
                  <a:lnTo>
                    <a:pt x="1105508" y="538347"/>
                  </a:lnTo>
                  <a:lnTo>
                    <a:pt x="1097723" y="538276"/>
                  </a:lnTo>
                  <a:lnTo>
                    <a:pt x="1089937" y="538203"/>
                  </a:lnTo>
                  <a:lnTo>
                    <a:pt x="1082152" y="538079"/>
                  </a:lnTo>
                  <a:lnTo>
                    <a:pt x="1074367" y="537990"/>
                  </a:lnTo>
                  <a:lnTo>
                    <a:pt x="1066582" y="537900"/>
                  </a:lnTo>
                  <a:lnTo>
                    <a:pt x="1058796" y="537790"/>
                  </a:lnTo>
                  <a:lnTo>
                    <a:pt x="1051011" y="537660"/>
                  </a:lnTo>
                  <a:lnTo>
                    <a:pt x="1043226" y="537527"/>
                  </a:lnTo>
                  <a:lnTo>
                    <a:pt x="1035440" y="537392"/>
                  </a:lnTo>
                  <a:lnTo>
                    <a:pt x="1027655" y="537290"/>
                  </a:lnTo>
                  <a:lnTo>
                    <a:pt x="1019870" y="537170"/>
                  </a:lnTo>
                  <a:lnTo>
                    <a:pt x="1012085" y="537069"/>
                  </a:lnTo>
                  <a:lnTo>
                    <a:pt x="1004299" y="536971"/>
                  </a:lnTo>
                  <a:lnTo>
                    <a:pt x="996514" y="536842"/>
                  </a:lnTo>
                  <a:lnTo>
                    <a:pt x="988729" y="536736"/>
                  </a:lnTo>
                  <a:lnTo>
                    <a:pt x="980944" y="536632"/>
                  </a:lnTo>
                  <a:lnTo>
                    <a:pt x="973158" y="536526"/>
                  </a:lnTo>
                  <a:lnTo>
                    <a:pt x="965373" y="536419"/>
                  </a:lnTo>
                  <a:lnTo>
                    <a:pt x="957588" y="536310"/>
                  </a:lnTo>
                  <a:lnTo>
                    <a:pt x="949802" y="536196"/>
                  </a:lnTo>
                  <a:lnTo>
                    <a:pt x="942017" y="536078"/>
                  </a:lnTo>
                  <a:lnTo>
                    <a:pt x="934232" y="535931"/>
                  </a:lnTo>
                  <a:lnTo>
                    <a:pt x="926447" y="535774"/>
                  </a:lnTo>
                  <a:lnTo>
                    <a:pt x="918661" y="535614"/>
                  </a:lnTo>
                  <a:lnTo>
                    <a:pt x="910876" y="535451"/>
                  </a:lnTo>
                  <a:lnTo>
                    <a:pt x="903091" y="535285"/>
                  </a:lnTo>
                  <a:lnTo>
                    <a:pt x="895306" y="535114"/>
                  </a:lnTo>
                  <a:lnTo>
                    <a:pt x="887520" y="534939"/>
                  </a:lnTo>
                  <a:lnTo>
                    <a:pt x="879735" y="534764"/>
                  </a:lnTo>
                  <a:lnTo>
                    <a:pt x="871950" y="534586"/>
                  </a:lnTo>
                  <a:lnTo>
                    <a:pt x="864165" y="534405"/>
                  </a:lnTo>
                  <a:lnTo>
                    <a:pt x="856379" y="534249"/>
                  </a:lnTo>
                  <a:lnTo>
                    <a:pt x="848594" y="534126"/>
                  </a:lnTo>
                  <a:lnTo>
                    <a:pt x="840809" y="534026"/>
                  </a:lnTo>
                  <a:lnTo>
                    <a:pt x="833023" y="533925"/>
                  </a:lnTo>
                  <a:lnTo>
                    <a:pt x="825238" y="533762"/>
                  </a:lnTo>
                  <a:lnTo>
                    <a:pt x="817453" y="533550"/>
                  </a:lnTo>
                  <a:lnTo>
                    <a:pt x="809668" y="533369"/>
                  </a:lnTo>
                  <a:lnTo>
                    <a:pt x="801882" y="533213"/>
                  </a:lnTo>
                  <a:lnTo>
                    <a:pt x="794097" y="533080"/>
                  </a:lnTo>
                  <a:lnTo>
                    <a:pt x="786312" y="532933"/>
                  </a:lnTo>
                  <a:lnTo>
                    <a:pt x="778527" y="532785"/>
                  </a:lnTo>
                  <a:lnTo>
                    <a:pt x="770741" y="532623"/>
                  </a:lnTo>
                  <a:lnTo>
                    <a:pt x="762956" y="532432"/>
                  </a:lnTo>
                  <a:lnTo>
                    <a:pt x="755171" y="532247"/>
                  </a:lnTo>
                  <a:lnTo>
                    <a:pt x="747385" y="532079"/>
                  </a:lnTo>
                  <a:lnTo>
                    <a:pt x="739600" y="531908"/>
                  </a:lnTo>
                  <a:lnTo>
                    <a:pt x="731815" y="531735"/>
                  </a:lnTo>
                  <a:lnTo>
                    <a:pt x="724030" y="531637"/>
                  </a:lnTo>
                  <a:lnTo>
                    <a:pt x="716244" y="531458"/>
                  </a:lnTo>
                  <a:lnTo>
                    <a:pt x="708459" y="531198"/>
                  </a:lnTo>
                  <a:lnTo>
                    <a:pt x="700674" y="530998"/>
                  </a:lnTo>
                  <a:lnTo>
                    <a:pt x="692889" y="530830"/>
                  </a:lnTo>
                  <a:lnTo>
                    <a:pt x="685103" y="530635"/>
                  </a:lnTo>
                  <a:lnTo>
                    <a:pt x="677318" y="530413"/>
                  </a:lnTo>
                  <a:lnTo>
                    <a:pt x="669533" y="530187"/>
                  </a:lnTo>
                  <a:lnTo>
                    <a:pt x="661747" y="529957"/>
                  </a:lnTo>
                  <a:lnTo>
                    <a:pt x="653962" y="529732"/>
                  </a:lnTo>
                  <a:lnTo>
                    <a:pt x="646177" y="529484"/>
                  </a:lnTo>
                  <a:lnTo>
                    <a:pt x="638392" y="529242"/>
                  </a:lnTo>
                  <a:lnTo>
                    <a:pt x="630606" y="528996"/>
                  </a:lnTo>
                  <a:lnTo>
                    <a:pt x="622821" y="528731"/>
                  </a:lnTo>
                  <a:lnTo>
                    <a:pt x="615036" y="528455"/>
                  </a:lnTo>
                  <a:lnTo>
                    <a:pt x="607251" y="528263"/>
                  </a:lnTo>
                  <a:lnTo>
                    <a:pt x="599465" y="528060"/>
                  </a:lnTo>
                  <a:lnTo>
                    <a:pt x="591680" y="527796"/>
                  </a:lnTo>
                  <a:lnTo>
                    <a:pt x="583895" y="527496"/>
                  </a:lnTo>
                  <a:lnTo>
                    <a:pt x="576110" y="527451"/>
                  </a:lnTo>
                  <a:lnTo>
                    <a:pt x="568324" y="527218"/>
                  </a:lnTo>
                  <a:lnTo>
                    <a:pt x="560539" y="527037"/>
                  </a:lnTo>
                  <a:lnTo>
                    <a:pt x="552754" y="526785"/>
                  </a:lnTo>
                  <a:lnTo>
                    <a:pt x="544968" y="526629"/>
                  </a:lnTo>
                  <a:lnTo>
                    <a:pt x="537183" y="526315"/>
                  </a:lnTo>
                  <a:lnTo>
                    <a:pt x="529398" y="525938"/>
                  </a:lnTo>
                  <a:lnTo>
                    <a:pt x="521613" y="525698"/>
                  </a:lnTo>
                  <a:lnTo>
                    <a:pt x="513827" y="525348"/>
                  </a:lnTo>
                  <a:lnTo>
                    <a:pt x="506042" y="525064"/>
                  </a:lnTo>
                  <a:lnTo>
                    <a:pt x="498257" y="524768"/>
                  </a:lnTo>
                  <a:lnTo>
                    <a:pt x="490472" y="524466"/>
                  </a:lnTo>
                  <a:lnTo>
                    <a:pt x="482686" y="524160"/>
                  </a:lnTo>
                  <a:lnTo>
                    <a:pt x="474901" y="524078"/>
                  </a:lnTo>
                  <a:lnTo>
                    <a:pt x="467116" y="524014"/>
                  </a:lnTo>
                  <a:lnTo>
                    <a:pt x="459330" y="523760"/>
                  </a:lnTo>
                  <a:lnTo>
                    <a:pt x="451545" y="523639"/>
                  </a:lnTo>
                  <a:lnTo>
                    <a:pt x="443760" y="523318"/>
                  </a:lnTo>
                  <a:lnTo>
                    <a:pt x="435975" y="522991"/>
                  </a:lnTo>
                  <a:lnTo>
                    <a:pt x="428189" y="522790"/>
                  </a:lnTo>
                  <a:lnTo>
                    <a:pt x="420404" y="522523"/>
                  </a:lnTo>
                  <a:lnTo>
                    <a:pt x="412619" y="522238"/>
                  </a:lnTo>
                  <a:lnTo>
                    <a:pt x="404834" y="522076"/>
                  </a:lnTo>
                  <a:lnTo>
                    <a:pt x="397048" y="521912"/>
                  </a:lnTo>
                  <a:lnTo>
                    <a:pt x="389263" y="521724"/>
                  </a:lnTo>
                  <a:lnTo>
                    <a:pt x="381478" y="521407"/>
                  </a:lnTo>
                  <a:lnTo>
                    <a:pt x="373692" y="521133"/>
                  </a:lnTo>
                  <a:lnTo>
                    <a:pt x="365907" y="520793"/>
                  </a:lnTo>
                  <a:lnTo>
                    <a:pt x="358122" y="520473"/>
                  </a:lnTo>
                  <a:lnTo>
                    <a:pt x="350337" y="520186"/>
                  </a:lnTo>
                  <a:lnTo>
                    <a:pt x="342551" y="519823"/>
                  </a:lnTo>
                  <a:lnTo>
                    <a:pt x="334766" y="519510"/>
                  </a:lnTo>
                  <a:lnTo>
                    <a:pt x="326981" y="519285"/>
                  </a:lnTo>
                  <a:lnTo>
                    <a:pt x="319196" y="519106"/>
                  </a:lnTo>
                  <a:lnTo>
                    <a:pt x="311410" y="519001"/>
                  </a:lnTo>
                  <a:lnTo>
                    <a:pt x="303625" y="518700"/>
                  </a:lnTo>
                  <a:lnTo>
                    <a:pt x="295840" y="518567"/>
                  </a:lnTo>
                  <a:lnTo>
                    <a:pt x="288055" y="518447"/>
                  </a:lnTo>
                  <a:lnTo>
                    <a:pt x="280269" y="518220"/>
                  </a:lnTo>
                  <a:lnTo>
                    <a:pt x="272484" y="518343"/>
                  </a:lnTo>
                  <a:lnTo>
                    <a:pt x="264699" y="517995"/>
                  </a:lnTo>
                  <a:lnTo>
                    <a:pt x="256913" y="517732"/>
                  </a:lnTo>
                  <a:lnTo>
                    <a:pt x="249128" y="517422"/>
                  </a:lnTo>
                  <a:lnTo>
                    <a:pt x="241343" y="517313"/>
                  </a:lnTo>
                  <a:lnTo>
                    <a:pt x="233558" y="517145"/>
                  </a:lnTo>
                  <a:lnTo>
                    <a:pt x="225772" y="516972"/>
                  </a:lnTo>
                  <a:lnTo>
                    <a:pt x="217987" y="516801"/>
                  </a:lnTo>
                  <a:lnTo>
                    <a:pt x="210202" y="516518"/>
                  </a:lnTo>
                  <a:lnTo>
                    <a:pt x="202417" y="516451"/>
                  </a:lnTo>
                  <a:lnTo>
                    <a:pt x="194631" y="516276"/>
                  </a:lnTo>
                  <a:lnTo>
                    <a:pt x="186846" y="516113"/>
                  </a:lnTo>
                  <a:lnTo>
                    <a:pt x="179061" y="516143"/>
                  </a:lnTo>
                  <a:lnTo>
                    <a:pt x="171275" y="515967"/>
                  </a:lnTo>
                  <a:lnTo>
                    <a:pt x="163490" y="516124"/>
                  </a:lnTo>
                  <a:lnTo>
                    <a:pt x="155705" y="516060"/>
                  </a:lnTo>
                  <a:lnTo>
                    <a:pt x="147920" y="515943"/>
                  </a:lnTo>
                  <a:lnTo>
                    <a:pt x="140134" y="515826"/>
                  </a:lnTo>
                  <a:lnTo>
                    <a:pt x="132349" y="515710"/>
                  </a:lnTo>
                  <a:lnTo>
                    <a:pt x="124564" y="515829"/>
                  </a:lnTo>
                  <a:lnTo>
                    <a:pt x="116779" y="515972"/>
                  </a:lnTo>
                  <a:lnTo>
                    <a:pt x="108993" y="516103"/>
                  </a:lnTo>
                  <a:lnTo>
                    <a:pt x="101208" y="516197"/>
                  </a:lnTo>
                  <a:lnTo>
                    <a:pt x="93423" y="516262"/>
                  </a:lnTo>
                  <a:lnTo>
                    <a:pt x="85637" y="516493"/>
                  </a:lnTo>
                  <a:lnTo>
                    <a:pt x="77852" y="516446"/>
                  </a:lnTo>
                  <a:lnTo>
                    <a:pt x="70067" y="516576"/>
                  </a:lnTo>
                  <a:lnTo>
                    <a:pt x="62282" y="516741"/>
                  </a:lnTo>
                  <a:lnTo>
                    <a:pt x="54496" y="516832"/>
                  </a:lnTo>
                  <a:lnTo>
                    <a:pt x="46711" y="516951"/>
                  </a:lnTo>
                  <a:lnTo>
                    <a:pt x="38926" y="517089"/>
                  </a:lnTo>
                  <a:lnTo>
                    <a:pt x="31141" y="517108"/>
                  </a:lnTo>
                  <a:lnTo>
                    <a:pt x="23355" y="517322"/>
                  </a:lnTo>
                  <a:lnTo>
                    <a:pt x="15570" y="517470"/>
                  </a:lnTo>
                  <a:lnTo>
                    <a:pt x="7785" y="517555"/>
                  </a:lnTo>
                  <a:lnTo>
                    <a:pt x="0" y="517654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54" name="pl253"/>
            <p:cNvSpPr/>
            <p:nvPr/>
          </p:nvSpPr>
          <p:spPr>
            <a:xfrm>
              <a:off x="6049435" y="3487171"/>
              <a:ext cx="2016385" cy="429766"/>
            </a:xfrm>
            <a:custGeom>
              <a:avLst/>
              <a:pathLst>
                <a:path w="2016385" h="429766">
                  <a:moveTo>
                    <a:pt x="0" y="421522"/>
                  </a:moveTo>
                  <a:lnTo>
                    <a:pt x="7785" y="422198"/>
                  </a:lnTo>
                  <a:lnTo>
                    <a:pt x="15570" y="423175"/>
                  </a:lnTo>
                  <a:lnTo>
                    <a:pt x="23355" y="424534"/>
                  </a:lnTo>
                  <a:lnTo>
                    <a:pt x="31141" y="425253"/>
                  </a:lnTo>
                  <a:lnTo>
                    <a:pt x="38926" y="425659"/>
                  </a:lnTo>
                  <a:lnTo>
                    <a:pt x="46711" y="426283"/>
                  </a:lnTo>
                  <a:lnTo>
                    <a:pt x="54496" y="426648"/>
                  </a:lnTo>
                  <a:lnTo>
                    <a:pt x="62282" y="427317"/>
                  </a:lnTo>
                  <a:lnTo>
                    <a:pt x="70067" y="427407"/>
                  </a:lnTo>
                  <a:lnTo>
                    <a:pt x="77852" y="427444"/>
                  </a:lnTo>
                  <a:lnTo>
                    <a:pt x="85637" y="428328"/>
                  </a:lnTo>
                  <a:lnTo>
                    <a:pt x="93423" y="428507"/>
                  </a:lnTo>
                  <a:lnTo>
                    <a:pt x="101208" y="428859"/>
                  </a:lnTo>
                  <a:lnTo>
                    <a:pt x="108993" y="428812"/>
                  </a:lnTo>
                  <a:lnTo>
                    <a:pt x="116779" y="429474"/>
                  </a:lnTo>
                  <a:lnTo>
                    <a:pt x="124564" y="429766"/>
                  </a:lnTo>
                  <a:lnTo>
                    <a:pt x="132349" y="429727"/>
                  </a:lnTo>
                  <a:lnTo>
                    <a:pt x="140134" y="429259"/>
                  </a:lnTo>
                  <a:lnTo>
                    <a:pt x="147920" y="429580"/>
                  </a:lnTo>
                  <a:lnTo>
                    <a:pt x="155705" y="428822"/>
                  </a:lnTo>
                  <a:lnTo>
                    <a:pt x="163490" y="428598"/>
                  </a:lnTo>
                  <a:lnTo>
                    <a:pt x="171275" y="428394"/>
                  </a:lnTo>
                  <a:lnTo>
                    <a:pt x="179061" y="428513"/>
                  </a:lnTo>
                  <a:lnTo>
                    <a:pt x="186846" y="428381"/>
                  </a:lnTo>
                  <a:lnTo>
                    <a:pt x="194631" y="428402"/>
                  </a:lnTo>
                  <a:lnTo>
                    <a:pt x="202417" y="428076"/>
                  </a:lnTo>
                  <a:lnTo>
                    <a:pt x="210202" y="427338"/>
                  </a:lnTo>
                  <a:lnTo>
                    <a:pt x="217987" y="426933"/>
                  </a:lnTo>
                  <a:lnTo>
                    <a:pt x="225772" y="427161"/>
                  </a:lnTo>
                  <a:lnTo>
                    <a:pt x="233558" y="427098"/>
                  </a:lnTo>
                  <a:lnTo>
                    <a:pt x="241343" y="426486"/>
                  </a:lnTo>
                  <a:lnTo>
                    <a:pt x="249128" y="426195"/>
                  </a:lnTo>
                  <a:lnTo>
                    <a:pt x="256913" y="426142"/>
                  </a:lnTo>
                  <a:lnTo>
                    <a:pt x="264699" y="425936"/>
                  </a:lnTo>
                  <a:lnTo>
                    <a:pt x="272484" y="425690"/>
                  </a:lnTo>
                  <a:lnTo>
                    <a:pt x="280269" y="425443"/>
                  </a:lnTo>
                  <a:lnTo>
                    <a:pt x="288055" y="425098"/>
                  </a:lnTo>
                  <a:lnTo>
                    <a:pt x="295840" y="424949"/>
                  </a:lnTo>
                  <a:lnTo>
                    <a:pt x="303625" y="424701"/>
                  </a:lnTo>
                  <a:lnTo>
                    <a:pt x="311410" y="424296"/>
                  </a:lnTo>
                  <a:lnTo>
                    <a:pt x="319196" y="423713"/>
                  </a:lnTo>
                  <a:lnTo>
                    <a:pt x="326981" y="423290"/>
                  </a:lnTo>
                  <a:lnTo>
                    <a:pt x="334766" y="422576"/>
                  </a:lnTo>
                  <a:lnTo>
                    <a:pt x="342551" y="421693"/>
                  </a:lnTo>
                  <a:lnTo>
                    <a:pt x="350337" y="420873"/>
                  </a:lnTo>
                  <a:lnTo>
                    <a:pt x="358122" y="420053"/>
                  </a:lnTo>
                  <a:lnTo>
                    <a:pt x="365907" y="419259"/>
                  </a:lnTo>
                  <a:lnTo>
                    <a:pt x="373692" y="418831"/>
                  </a:lnTo>
                  <a:lnTo>
                    <a:pt x="381478" y="418453"/>
                  </a:lnTo>
                  <a:lnTo>
                    <a:pt x="389263" y="417425"/>
                  </a:lnTo>
                  <a:lnTo>
                    <a:pt x="397048" y="416322"/>
                  </a:lnTo>
                  <a:lnTo>
                    <a:pt x="404834" y="415363"/>
                  </a:lnTo>
                  <a:lnTo>
                    <a:pt x="412619" y="414828"/>
                  </a:lnTo>
                  <a:lnTo>
                    <a:pt x="420404" y="414070"/>
                  </a:lnTo>
                  <a:lnTo>
                    <a:pt x="428189" y="413313"/>
                  </a:lnTo>
                  <a:lnTo>
                    <a:pt x="435975" y="412101"/>
                  </a:lnTo>
                  <a:lnTo>
                    <a:pt x="443760" y="410865"/>
                  </a:lnTo>
                  <a:lnTo>
                    <a:pt x="451545" y="409851"/>
                  </a:lnTo>
                  <a:lnTo>
                    <a:pt x="459330" y="408971"/>
                  </a:lnTo>
                  <a:lnTo>
                    <a:pt x="467116" y="407098"/>
                  </a:lnTo>
                  <a:lnTo>
                    <a:pt x="474901" y="405795"/>
                  </a:lnTo>
                  <a:lnTo>
                    <a:pt x="482686" y="405242"/>
                  </a:lnTo>
                  <a:lnTo>
                    <a:pt x="490472" y="405007"/>
                  </a:lnTo>
                  <a:lnTo>
                    <a:pt x="498257" y="404525"/>
                  </a:lnTo>
                  <a:lnTo>
                    <a:pt x="506042" y="403609"/>
                  </a:lnTo>
                  <a:lnTo>
                    <a:pt x="513827" y="402703"/>
                  </a:lnTo>
                  <a:lnTo>
                    <a:pt x="521613" y="401774"/>
                  </a:lnTo>
                  <a:lnTo>
                    <a:pt x="529398" y="400796"/>
                  </a:lnTo>
                  <a:lnTo>
                    <a:pt x="537183" y="399763"/>
                  </a:lnTo>
                  <a:lnTo>
                    <a:pt x="544968" y="398543"/>
                  </a:lnTo>
                  <a:lnTo>
                    <a:pt x="552754" y="397141"/>
                  </a:lnTo>
                  <a:lnTo>
                    <a:pt x="560539" y="396304"/>
                  </a:lnTo>
                  <a:lnTo>
                    <a:pt x="568324" y="395051"/>
                  </a:lnTo>
                  <a:lnTo>
                    <a:pt x="576110" y="394221"/>
                  </a:lnTo>
                  <a:lnTo>
                    <a:pt x="583895" y="393387"/>
                  </a:lnTo>
                  <a:lnTo>
                    <a:pt x="591680" y="391689"/>
                  </a:lnTo>
                  <a:lnTo>
                    <a:pt x="599465" y="389438"/>
                  </a:lnTo>
                  <a:lnTo>
                    <a:pt x="607251" y="388838"/>
                  </a:lnTo>
                  <a:lnTo>
                    <a:pt x="615036" y="387826"/>
                  </a:lnTo>
                  <a:lnTo>
                    <a:pt x="622821" y="385612"/>
                  </a:lnTo>
                  <a:lnTo>
                    <a:pt x="630606" y="384403"/>
                  </a:lnTo>
                  <a:lnTo>
                    <a:pt x="638392" y="382331"/>
                  </a:lnTo>
                  <a:lnTo>
                    <a:pt x="646177" y="380129"/>
                  </a:lnTo>
                  <a:lnTo>
                    <a:pt x="653962" y="378793"/>
                  </a:lnTo>
                  <a:lnTo>
                    <a:pt x="661747" y="377758"/>
                  </a:lnTo>
                  <a:lnTo>
                    <a:pt x="669533" y="376784"/>
                  </a:lnTo>
                  <a:lnTo>
                    <a:pt x="677318" y="375805"/>
                  </a:lnTo>
                  <a:lnTo>
                    <a:pt x="685103" y="374823"/>
                  </a:lnTo>
                  <a:lnTo>
                    <a:pt x="692889" y="373839"/>
                  </a:lnTo>
                  <a:lnTo>
                    <a:pt x="700674" y="372851"/>
                  </a:lnTo>
                  <a:lnTo>
                    <a:pt x="708459" y="371737"/>
                  </a:lnTo>
                  <a:lnTo>
                    <a:pt x="716244" y="369846"/>
                  </a:lnTo>
                  <a:lnTo>
                    <a:pt x="724030" y="367941"/>
                  </a:lnTo>
                  <a:lnTo>
                    <a:pt x="731815" y="366022"/>
                  </a:lnTo>
                  <a:lnTo>
                    <a:pt x="739600" y="364694"/>
                  </a:lnTo>
                  <a:lnTo>
                    <a:pt x="747385" y="363254"/>
                  </a:lnTo>
                  <a:lnTo>
                    <a:pt x="755171" y="360585"/>
                  </a:lnTo>
                  <a:lnTo>
                    <a:pt x="762956" y="359121"/>
                  </a:lnTo>
                  <a:lnTo>
                    <a:pt x="770741" y="356302"/>
                  </a:lnTo>
                  <a:lnTo>
                    <a:pt x="778527" y="354088"/>
                  </a:lnTo>
                  <a:lnTo>
                    <a:pt x="786312" y="352036"/>
                  </a:lnTo>
                  <a:lnTo>
                    <a:pt x="794097" y="349989"/>
                  </a:lnTo>
                  <a:lnTo>
                    <a:pt x="801882" y="347941"/>
                  </a:lnTo>
                  <a:lnTo>
                    <a:pt x="809668" y="345880"/>
                  </a:lnTo>
                  <a:lnTo>
                    <a:pt x="817453" y="343411"/>
                  </a:lnTo>
                  <a:lnTo>
                    <a:pt x="825238" y="341657"/>
                  </a:lnTo>
                  <a:lnTo>
                    <a:pt x="833023" y="339685"/>
                  </a:lnTo>
                  <a:lnTo>
                    <a:pt x="840809" y="337909"/>
                  </a:lnTo>
                  <a:lnTo>
                    <a:pt x="848594" y="336125"/>
                  </a:lnTo>
                  <a:lnTo>
                    <a:pt x="856379" y="334332"/>
                  </a:lnTo>
                  <a:lnTo>
                    <a:pt x="864165" y="332530"/>
                  </a:lnTo>
                  <a:lnTo>
                    <a:pt x="871950" y="330721"/>
                  </a:lnTo>
                  <a:lnTo>
                    <a:pt x="879735" y="328914"/>
                  </a:lnTo>
                  <a:lnTo>
                    <a:pt x="887520" y="327099"/>
                  </a:lnTo>
                  <a:lnTo>
                    <a:pt x="895306" y="325058"/>
                  </a:lnTo>
                  <a:lnTo>
                    <a:pt x="903091" y="322792"/>
                  </a:lnTo>
                  <a:lnTo>
                    <a:pt x="910876" y="320514"/>
                  </a:lnTo>
                  <a:lnTo>
                    <a:pt x="918661" y="318534"/>
                  </a:lnTo>
                  <a:lnTo>
                    <a:pt x="926447" y="316760"/>
                  </a:lnTo>
                  <a:lnTo>
                    <a:pt x="934232" y="314978"/>
                  </a:lnTo>
                  <a:lnTo>
                    <a:pt x="942017" y="313190"/>
                  </a:lnTo>
                  <a:lnTo>
                    <a:pt x="949802" y="311395"/>
                  </a:lnTo>
                  <a:lnTo>
                    <a:pt x="957588" y="309593"/>
                  </a:lnTo>
                  <a:lnTo>
                    <a:pt x="965373" y="307809"/>
                  </a:lnTo>
                  <a:lnTo>
                    <a:pt x="973158" y="306019"/>
                  </a:lnTo>
                  <a:lnTo>
                    <a:pt x="980944" y="304223"/>
                  </a:lnTo>
                  <a:lnTo>
                    <a:pt x="988729" y="302420"/>
                  </a:lnTo>
                  <a:lnTo>
                    <a:pt x="996514" y="300611"/>
                  </a:lnTo>
                  <a:lnTo>
                    <a:pt x="1004299" y="298797"/>
                  </a:lnTo>
                  <a:lnTo>
                    <a:pt x="1012085" y="296787"/>
                  </a:lnTo>
                  <a:lnTo>
                    <a:pt x="1019870" y="294109"/>
                  </a:lnTo>
                  <a:lnTo>
                    <a:pt x="1027655" y="291454"/>
                  </a:lnTo>
                  <a:lnTo>
                    <a:pt x="1035440" y="290482"/>
                  </a:lnTo>
                  <a:lnTo>
                    <a:pt x="1043226" y="289143"/>
                  </a:lnTo>
                  <a:lnTo>
                    <a:pt x="1051011" y="287038"/>
                  </a:lnTo>
                  <a:lnTo>
                    <a:pt x="1058796" y="284653"/>
                  </a:lnTo>
                  <a:lnTo>
                    <a:pt x="1066582" y="282494"/>
                  </a:lnTo>
                  <a:lnTo>
                    <a:pt x="1074367" y="281145"/>
                  </a:lnTo>
                  <a:lnTo>
                    <a:pt x="1082152" y="279269"/>
                  </a:lnTo>
                  <a:lnTo>
                    <a:pt x="1089937" y="276945"/>
                  </a:lnTo>
                  <a:lnTo>
                    <a:pt x="1097723" y="273478"/>
                  </a:lnTo>
                  <a:lnTo>
                    <a:pt x="1105508" y="270026"/>
                  </a:lnTo>
                  <a:lnTo>
                    <a:pt x="1113293" y="267557"/>
                  </a:lnTo>
                  <a:lnTo>
                    <a:pt x="1121078" y="265709"/>
                  </a:lnTo>
                  <a:lnTo>
                    <a:pt x="1128864" y="263921"/>
                  </a:lnTo>
                  <a:lnTo>
                    <a:pt x="1136649" y="261914"/>
                  </a:lnTo>
                  <a:lnTo>
                    <a:pt x="1144434" y="259117"/>
                  </a:lnTo>
                  <a:lnTo>
                    <a:pt x="1152220" y="256658"/>
                  </a:lnTo>
                  <a:lnTo>
                    <a:pt x="1160005" y="254542"/>
                  </a:lnTo>
                  <a:lnTo>
                    <a:pt x="1167790" y="252099"/>
                  </a:lnTo>
                  <a:lnTo>
                    <a:pt x="1175575" y="249552"/>
                  </a:lnTo>
                  <a:lnTo>
                    <a:pt x="1183361" y="247354"/>
                  </a:lnTo>
                  <a:lnTo>
                    <a:pt x="1191146" y="245257"/>
                  </a:lnTo>
                  <a:lnTo>
                    <a:pt x="1198931" y="243171"/>
                  </a:lnTo>
                  <a:lnTo>
                    <a:pt x="1206716" y="241012"/>
                  </a:lnTo>
                  <a:lnTo>
                    <a:pt x="1214502" y="238478"/>
                  </a:lnTo>
                  <a:lnTo>
                    <a:pt x="1222287" y="236487"/>
                  </a:lnTo>
                  <a:lnTo>
                    <a:pt x="1230072" y="234494"/>
                  </a:lnTo>
                  <a:lnTo>
                    <a:pt x="1237857" y="232499"/>
                  </a:lnTo>
                  <a:lnTo>
                    <a:pt x="1245643" y="230508"/>
                  </a:lnTo>
                  <a:lnTo>
                    <a:pt x="1253428" y="228437"/>
                  </a:lnTo>
                  <a:lnTo>
                    <a:pt x="1261213" y="226327"/>
                  </a:lnTo>
                  <a:lnTo>
                    <a:pt x="1268999" y="224216"/>
                  </a:lnTo>
                  <a:lnTo>
                    <a:pt x="1276784" y="222103"/>
                  </a:lnTo>
                  <a:lnTo>
                    <a:pt x="1284569" y="219989"/>
                  </a:lnTo>
                  <a:lnTo>
                    <a:pt x="1292354" y="217874"/>
                  </a:lnTo>
                  <a:lnTo>
                    <a:pt x="1300140" y="215642"/>
                  </a:lnTo>
                  <a:lnTo>
                    <a:pt x="1307925" y="212947"/>
                  </a:lnTo>
                  <a:lnTo>
                    <a:pt x="1315710" y="210251"/>
                  </a:lnTo>
                  <a:lnTo>
                    <a:pt x="1323495" y="207555"/>
                  </a:lnTo>
                  <a:lnTo>
                    <a:pt x="1331281" y="204858"/>
                  </a:lnTo>
                  <a:lnTo>
                    <a:pt x="1339066" y="202210"/>
                  </a:lnTo>
                  <a:lnTo>
                    <a:pt x="1346851" y="200021"/>
                  </a:lnTo>
                  <a:lnTo>
                    <a:pt x="1354637" y="197119"/>
                  </a:lnTo>
                  <a:lnTo>
                    <a:pt x="1362422" y="194029"/>
                  </a:lnTo>
                  <a:lnTo>
                    <a:pt x="1370207" y="191309"/>
                  </a:lnTo>
                  <a:lnTo>
                    <a:pt x="1377992" y="188591"/>
                  </a:lnTo>
                  <a:lnTo>
                    <a:pt x="1385778" y="185901"/>
                  </a:lnTo>
                  <a:lnTo>
                    <a:pt x="1393563" y="183838"/>
                  </a:lnTo>
                  <a:lnTo>
                    <a:pt x="1401348" y="181070"/>
                  </a:lnTo>
                  <a:lnTo>
                    <a:pt x="1409133" y="177910"/>
                  </a:lnTo>
                  <a:lnTo>
                    <a:pt x="1416919" y="175116"/>
                  </a:lnTo>
                  <a:lnTo>
                    <a:pt x="1424704" y="172415"/>
                  </a:lnTo>
                  <a:lnTo>
                    <a:pt x="1432489" y="169718"/>
                  </a:lnTo>
                  <a:lnTo>
                    <a:pt x="1440275" y="167026"/>
                  </a:lnTo>
                  <a:lnTo>
                    <a:pt x="1448060" y="164338"/>
                  </a:lnTo>
                  <a:lnTo>
                    <a:pt x="1455845" y="161655"/>
                  </a:lnTo>
                  <a:lnTo>
                    <a:pt x="1463630" y="158978"/>
                  </a:lnTo>
                  <a:lnTo>
                    <a:pt x="1471416" y="156306"/>
                  </a:lnTo>
                  <a:lnTo>
                    <a:pt x="1479201" y="153596"/>
                  </a:lnTo>
                  <a:lnTo>
                    <a:pt x="1486986" y="150859"/>
                  </a:lnTo>
                  <a:lnTo>
                    <a:pt x="1494771" y="148128"/>
                  </a:lnTo>
                  <a:lnTo>
                    <a:pt x="1502557" y="145405"/>
                  </a:lnTo>
                  <a:lnTo>
                    <a:pt x="1510342" y="142700"/>
                  </a:lnTo>
                  <a:lnTo>
                    <a:pt x="1518127" y="140567"/>
                  </a:lnTo>
                  <a:lnTo>
                    <a:pt x="1525912" y="137945"/>
                  </a:lnTo>
                  <a:lnTo>
                    <a:pt x="1533698" y="135335"/>
                  </a:lnTo>
                  <a:lnTo>
                    <a:pt x="1541483" y="132258"/>
                  </a:lnTo>
                  <a:lnTo>
                    <a:pt x="1549268" y="129152"/>
                  </a:lnTo>
                  <a:lnTo>
                    <a:pt x="1557054" y="126452"/>
                  </a:lnTo>
                  <a:lnTo>
                    <a:pt x="1564839" y="123771"/>
                  </a:lnTo>
                  <a:lnTo>
                    <a:pt x="1572624" y="121118"/>
                  </a:lnTo>
                  <a:lnTo>
                    <a:pt x="1580409" y="118628"/>
                  </a:lnTo>
                  <a:lnTo>
                    <a:pt x="1588195" y="116624"/>
                  </a:lnTo>
                  <a:lnTo>
                    <a:pt x="1595980" y="114644"/>
                  </a:lnTo>
                  <a:lnTo>
                    <a:pt x="1603765" y="112319"/>
                  </a:lnTo>
                  <a:lnTo>
                    <a:pt x="1611550" y="109799"/>
                  </a:lnTo>
                  <a:lnTo>
                    <a:pt x="1619336" y="107289"/>
                  </a:lnTo>
                  <a:lnTo>
                    <a:pt x="1627121" y="104531"/>
                  </a:lnTo>
                  <a:lnTo>
                    <a:pt x="1634906" y="101781"/>
                  </a:lnTo>
                  <a:lnTo>
                    <a:pt x="1642692" y="99055"/>
                  </a:lnTo>
                  <a:lnTo>
                    <a:pt x="1650477" y="96343"/>
                  </a:lnTo>
                  <a:lnTo>
                    <a:pt x="1658262" y="93647"/>
                  </a:lnTo>
                  <a:lnTo>
                    <a:pt x="1666047" y="90988"/>
                  </a:lnTo>
                  <a:lnTo>
                    <a:pt x="1673833" y="88713"/>
                  </a:lnTo>
                  <a:lnTo>
                    <a:pt x="1681618" y="86451"/>
                  </a:lnTo>
                  <a:lnTo>
                    <a:pt x="1689403" y="84201"/>
                  </a:lnTo>
                  <a:lnTo>
                    <a:pt x="1697188" y="81962"/>
                  </a:lnTo>
                  <a:lnTo>
                    <a:pt x="1704974" y="79736"/>
                  </a:lnTo>
                  <a:lnTo>
                    <a:pt x="1712759" y="77522"/>
                  </a:lnTo>
                  <a:lnTo>
                    <a:pt x="1720544" y="75321"/>
                  </a:lnTo>
                  <a:lnTo>
                    <a:pt x="1728330" y="73131"/>
                  </a:lnTo>
                  <a:lnTo>
                    <a:pt x="1736115" y="70955"/>
                  </a:lnTo>
                  <a:lnTo>
                    <a:pt x="1743900" y="68791"/>
                  </a:lnTo>
                  <a:lnTo>
                    <a:pt x="1751685" y="66640"/>
                  </a:lnTo>
                  <a:lnTo>
                    <a:pt x="1759471" y="64493"/>
                  </a:lnTo>
                  <a:lnTo>
                    <a:pt x="1767256" y="62248"/>
                  </a:lnTo>
                  <a:lnTo>
                    <a:pt x="1775041" y="60017"/>
                  </a:lnTo>
                  <a:lnTo>
                    <a:pt x="1782826" y="57801"/>
                  </a:lnTo>
                  <a:lnTo>
                    <a:pt x="1790612" y="55600"/>
                  </a:lnTo>
                  <a:lnTo>
                    <a:pt x="1798397" y="53415"/>
                  </a:lnTo>
                  <a:lnTo>
                    <a:pt x="1806182" y="51245"/>
                  </a:lnTo>
                  <a:lnTo>
                    <a:pt x="1813967" y="49090"/>
                  </a:lnTo>
                  <a:lnTo>
                    <a:pt x="1821753" y="46951"/>
                  </a:lnTo>
                  <a:lnTo>
                    <a:pt x="1829538" y="44827"/>
                  </a:lnTo>
                  <a:lnTo>
                    <a:pt x="1837323" y="42744"/>
                  </a:lnTo>
                  <a:lnTo>
                    <a:pt x="1845109" y="40716"/>
                  </a:lnTo>
                  <a:lnTo>
                    <a:pt x="1852894" y="38703"/>
                  </a:lnTo>
                  <a:lnTo>
                    <a:pt x="1860679" y="36705"/>
                  </a:lnTo>
                  <a:lnTo>
                    <a:pt x="1868464" y="34722"/>
                  </a:lnTo>
                  <a:lnTo>
                    <a:pt x="1876250" y="32754"/>
                  </a:lnTo>
                  <a:lnTo>
                    <a:pt x="1884035" y="30804"/>
                  </a:lnTo>
                  <a:lnTo>
                    <a:pt x="1891820" y="28868"/>
                  </a:lnTo>
                  <a:lnTo>
                    <a:pt x="1899605" y="26948"/>
                  </a:lnTo>
                  <a:lnTo>
                    <a:pt x="1907391" y="25043"/>
                  </a:lnTo>
                  <a:lnTo>
                    <a:pt x="1915176" y="23154"/>
                  </a:lnTo>
                  <a:lnTo>
                    <a:pt x="1922961" y="21279"/>
                  </a:lnTo>
                  <a:lnTo>
                    <a:pt x="1930747" y="19421"/>
                  </a:lnTo>
                  <a:lnTo>
                    <a:pt x="1938532" y="17578"/>
                  </a:lnTo>
                  <a:lnTo>
                    <a:pt x="1946317" y="15750"/>
                  </a:lnTo>
                  <a:lnTo>
                    <a:pt x="1954102" y="13938"/>
                  </a:lnTo>
                  <a:lnTo>
                    <a:pt x="1961888" y="12141"/>
                  </a:lnTo>
                  <a:lnTo>
                    <a:pt x="1969673" y="10360"/>
                  </a:lnTo>
                  <a:lnTo>
                    <a:pt x="1977458" y="8594"/>
                  </a:lnTo>
                  <a:lnTo>
                    <a:pt x="1985243" y="6844"/>
                  </a:lnTo>
                  <a:lnTo>
                    <a:pt x="1993029" y="5110"/>
                  </a:lnTo>
                  <a:lnTo>
                    <a:pt x="2000814" y="3391"/>
                  </a:lnTo>
                  <a:lnTo>
                    <a:pt x="2008599" y="168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5" name="pl254"/>
            <p:cNvSpPr/>
            <p:nvPr/>
          </p:nvSpPr>
          <p:spPr>
            <a:xfrm>
              <a:off x="6049435" y="4002881"/>
              <a:ext cx="2016385" cy="27925"/>
            </a:xfrm>
            <a:custGeom>
              <a:avLst/>
              <a:pathLst>
                <a:path w="2016385" h="27925">
                  <a:moveTo>
                    <a:pt x="2016385" y="27925"/>
                  </a:moveTo>
                  <a:lnTo>
                    <a:pt x="2008599" y="27912"/>
                  </a:lnTo>
                  <a:lnTo>
                    <a:pt x="2000814" y="27898"/>
                  </a:lnTo>
                  <a:lnTo>
                    <a:pt x="1993029" y="27884"/>
                  </a:lnTo>
                  <a:lnTo>
                    <a:pt x="1985243" y="27870"/>
                  </a:lnTo>
                  <a:lnTo>
                    <a:pt x="1977458" y="27854"/>
                  </a:lnTo>
                  <a:lnTo>
                    <a:pt x="1969673" y="27838"/>
                  </a:lnTo>
                  <a:lnTo>
                    <a:pt x="1961888" y="27822"/>
                  </a:lnTo>
                  <a:lnTo>
                    <a:pt x="1954102" y="27806"/>
                  </a:lnTo>
                  <a:lnTo>
                    <a:pt x="1946317" y="27789"/>
                  </a:lnTo>
                  <a:lnTo>
                    <a:pt x="1938532" y="27770"/>
                  </a:lnTo>
                  <a:lnTo>
                    <a:pt x="1930747" y="27749"/>
                  </a:lnTo>
                  <a:lnTo>
                    <a:pt x="1922961" y="27729"/>
                  </a:lnTo>
                  <a:lnTo>
                    <a:pt x="1915176" y="27707"/>
                  </a:lnTo>
                  <a:lnTo>
                    <a:pt x="1907391" y="27686"/>
                  </a:lnTo>
                  <a:lnTo>
                    <a:pt x="1899605" y="27664"/>
                  </a:lnTo>
                  <a:lnTo>
                    <a:pt x="1891820" y="27646"/>
                  </a:lnTo>
                  <a:lnTo>
                    <a:pt x="1884035" y="27627"/>
                  </a:lnTo>
                  <a:lnTo>
                    <a:pt x="1876250" y="27608"/>
                  </a:lnTo>
                  <a:lnTo>
                    <a:pt x="1868464" y="27589"/>
                  </a:lnTo>
                  <a:lnTo>
                    <a:pt x="1860679" y="27570"/>
                  </a:lnTo>
                  <a:lnTo>
                    <a:pt x="1852894" y="27550"/>
                  </a:lnTo>
                  <a:lnTo>
                    <a:pt x="1845109" y="27530"/>
                  </a:lnTo>
                  <a:lnTo>
                    <a:pt x="1837323" y="27509"/>
                  </a:lnTo>
                  <a:lnTo>
                    <a:pt x="1829538" y="27489"/>
                  </a:lnTo>
                  <a:lnTo>
                    <a:pt x="1821753" y="27468"/>
                  </a:lnTo>
                  <a:lnTo>
                    <a:pt x="1813967" y="27446"/>
                  </a:lnTo>
                  <a:lnTo>
                    <a:pt x="1806182" y="27422"/>
                  </a:lnTo>
                  <a:lnTo>
                    <a:pt x="1798397" y="27395"/>
                  </a:lnTo>
                  <a:lnTo>
                    <a:pt x="1790612" y="27368"/>
                  </a:lnTo>
                  <a:lnTo>
                    <a:pt x="1782826" y="27340"/>
                  </a:lnTo>
                  <a:lnTo>
                    <a:pt x="1775041" y="27317"/>
                  </a:lnTo>
                  <a:lnTo>
                    <a:pt x="1767256" y="27294"/>
                  </a:lnTo>
                  <a:lnTo>
                    <a:pt x="1759471" y="27270"/>
                  </a:lnTo>
                  <a:lnTo>
                    <a:pt x="1751685" y="27246"/>
                  </a:lnTo>
                  <a:lnTo>
                    <a:pt x="1743900" y="27222"/>
                  </a:lnTo>
                  <a:lnTo>
                    <a:pt x="1736115" y="27197"/>
                  </a:lnTo>
                  <a:lnTo>
                    <a:pt x="1728330" y="27169"/>
                  </a:lnTo>
                  <a:lnTo>
                    <a:pt x="1720544" y="27138"/>
                  </a:lnTo>
                  <a:lnTo>
                    <a:pt x="1712759" y="27105"/>
                  </a:lnTo>
                  <a:lnTo>
                    <a:pt x="1704974" y="27072"/>
                  </a:lnTo>
                  <a:lnTo>
                    <a:pt x="1697188" y="27038"/>
                  </a:lnTo>
                  <a:lnTo>
                    <a:pt x="1689403" y="27003"/>
                  </a:lnTo>
                  <a:lnTo>
                    <a:pt x="1681618" y="26968"/>
                  </a:lnTo>
                  <a:lnTo>
                    <a:pt x="1673833" y="26935"/>
                  </a:lnTo>
                  <a:lnTo>
                    <a:pt x="1666047" y="26903"/>
                  </a:lnTo>
                  <a:lnTo>
                    <a:pt x="1658262" y="26871"/>
                  </a:lnTo>
                  <a:lnTo>
                    <a:pt x="1650477" y="26837"/>
                  </a:lnTo>
                  <a:lnTo>
                    <a:pt x="1642692" y="26804"/>
                  </a:lnTo>
                  <a:lnTo>
                    <a:pt x="1634906" y="26769"/>
                  </a:lnTo>
                  <a:lnTo>
                    <a:pt x="1627121" y="26734"/>
                  </a:lnTo>
                  <a:lnTo>
                    <a:pt x="1619336" y="26699"/>
                  </a:lnTo>
                  <a:lnTo>
                    <a:pt x="1611550" y="26663"/>
                  </a:lnTo>
                  <a:lnTo>
                    <a:pt x="1603765" y="26626"/>
                  </a:lnTo>
                  <a:lnTo>
                    <a:pt x="1595980" y="26589"/>
                  </a:lnTo>
                  <a:lnTo>
                    <a:pt x="1588195" y="26551"/>
                  </a:lnTo>
                  <a:lnTo>
                    <a:pt x="1580409" y="26513"/>
                  </a:lnTo>
                  <a:lnTo>
                    <a:pt x="1572624" y="26474"/>
                  </a:lnTo>
                  <a:lnTo>
                    <a:pt x="1564839" y="26434"/>
                  </a:lnTo>
                  <a:lnTo>
                    <a:pt x="1557054" y="26393"/>
                  </a:lnTo>
                  <a:lnTo>
                    <a:pt x="1549268" y="26352"/>
                  </a:lnTo>
                  <a:lnTo>
                    <a:pt x="1541483" y="26310"/>
                  </a:lnTo>
                  <a:lnTo>
                    <a:pt x="1533698" y="26267"/>
                  </a:lnTo>
                  <a:lnTo>
                    <a:pt x="1525912" y="26218"/>
                  </a:lnTo>
                  <a:lnTo>
                    <a:pt x="1518127" y="26167"/>
                  </a:lnTo>
                  <a:lnTo>
                    <a:pt x="1510342" y="26123"/>
                  </a:lnTo>
                  <a:lnTo>
                    <a:pt x="1502557" y="26090"/>
                  </a:lnTo>
                  <a:lnTo>
                    <a:pt x="1494771" y="26044"/>
                  </a:lnTo>
                  <a:lnTo>
                    <a:pt x="1486986" y="25997"/>
                  </a:lnTo>
                  <a:lnTo>
                    <a:pt x="1479201" y="25949"/>
                  </a:lnTo>
                  <a:lnTo>
                    <a:pt x="1471416" y="25901"/>
                  </a:lnTo>
                  <a:lnTo>
                    <a:pt x="1463630" y="25852"/>
                  </a:lnTo>
                  <a:lnTo>
                    <a:pt x="1455845" y="25801"/>
                  </a:lnTo>
                  <a:lnTo>
                    <a:pt x="1448060" y="25750"/>
                  </a:lnTo>
                  <a:lnTo>
                    <a:pt x="1440275" y="25698"/>
                  </a:lnTo>
                  <a:lnTo>
                    <a:pt x="1432489" y="25646"/>
                  </a:lnTo>
                  <a:lnTo>
                    <a:pt x="1424704" y="25592"/>
                  </a:lnTo>
                  <a:lnTo>
                    <a:pt x="1416919" y="25537"/>
                  </a:lnTo>
                  <a:lnTo>
                    <a:pt x="1409133" y="25482"/>
                  </a:lnTo>
                  <a:lnTo>
                    <a:pt x="1401348" y="25425"/>
                  </a:lnTo>
                  <a:lnTo>
                    <a:pt x="1393563" y="25368"/>
                  </a:lnTo>
                  <a:lnTo>
                    <a:pt x="1385778" y="25309"/>
                  </a:lnTo>
                  <a:lnTo>
                    <a:pt x="1377992" y="25249"/>
                  </a:lnTo>
                  <a:lnTo>
                    <a:pt x="1370207" y="25189"/>
                  </a:lnTo>
                  <a:lnTo>
                    <a:pt x="1362422" y="25127"/>
                  </a:lnTo>
                  <a:lnTo>
                    <a:pt x="1354637" y="25064"/>
                  </a:lnTo>
                  <a:lnTo>
                    <a:pt x="1346851" y="25000"/>
                  </a:lnTo>
                  <a:lnTo>
                    <a:pt x="1339066" y="24936"/>
                  </a:lnTo>
                  <a:lnTo>
                    <a:pt x="1331281" y="24870"/>
                  </a:lnTo>
                  <a:lnTo>
                    <a:pt x="1323495" y="24803"/>
                  </a:lnTo>
                  <a:lnTo>
                    <a:pt x="1315710" y="24734"/>
                  </a:lnTo>
                  <a:lnTo>
                    <a:pt x="1307925" y="24665"/>
                  </a:lnTo>
                  <a:lnTo>
                    <a:pt x="1300140" y="24595"/>
                  </a:lnTo>
                  <a:lnTo>
                    <a:pt x="1292354" y="24546"/>
                  </a:lnTo>
                  <a:lnTo>
                    <a:pt x="1284569" y="24496"/>
                  </a:lnTo>
                  <a:lnTo>
                    <a:pt x="1276784" y="24443"/>
                  </a:lnTo>
                  <a:lnTo>
                    <a:pt x="1268999" y="24364"/>
                  </a:lnTo>
                  <a:lnTo>
                    <a:pt x="1261213" y="24284"/>
                  </a:lnTo>
                  <a:lnTo>
                    <a:pt x="1253428" y="24202"/>
                  </a:lnTo>
                  <a:lnTo>
                    <a:pt x="1245643" y="24119"/>
                  </a:lnTo>
                  <a:lnTo>
                    <a:pt x="1237857" y="24034"/>
                  </a:lnTo>
                  <a:lnTo>
                    <a:pt x="1230072" y="23947"/>
                  </a:lnTo>
                  <a:lnTo>
                    <a:pt x="1222287" y="23859"/>
                  </a:lnTo>
                  <a:lnTo>
                    <a:pt x="1214502" y="23768"/>
                  </a:lnTo>
                  <a:lnTo>
                    <a:pt x="1206716" y="23677"/>
                  </a:lnTo>
                  <a:lnTo>
                    <a:pt x="1198931" y="23583"/>
                  </a:lnTo>
                  <a:lnTo>
                    <a:pt x="1191146" y="23492"/>
                  </a:lnTo>
                  <a:lnTo>
                    <a:pt x="1183361" y="23418"/>
                  </a:lnTo>
                  <a:lnTo>
                    <a:pt x="1175575" y="23343"/>
                  </a:lnTo>
                  <a:lnTo>
                    <a:pt x="1167790" y="23268"/>
                  </a:lnTo>
                  <a:lnTo>
                    <a:pt x="1160005" y="23192"/>
                  </a:lnTo>
                  <a:lnTo>
                    <a:pt x="1152220" y="23129"/>
                  </a:lnTo>
                  <a:lnTo>
                    <a:pt x="1144434" y="23049"/>
                  </a:lnTo>
                  <a:lnTo>
                    <a:pt x="1136649" y="22955"/>
                  </a:lnTo>
                  <a:lnTo>
                    <a:pt x="1128864" y="22875"/>
                  </a:lnTo>
                  <a:lnTo>
                    <a:pt x="1121078" y="22794"/>
                  </a:lnTo>
                  <a:lnTo>
                    <a:pt x="1113293" y="22712"/>
                  </a:lnTo>
                  <a:lnTo>
                    <a:pt x="1105508" y="22636"/>
                  </a:lnTo>
                  <a:lnTo>
                    <a:pt x="1097723" y="22565"/>
                  </a:lnTo>
                  <a:lnTo>
                    <a:pt x="1089937" y="22492"/>
                  </a:lnTo>
                  <a:lnTo>
                    <a:pt x="1082152" y="22368"/>
                  </a:lnTo>
                  <a:lnTo>
                    <a:pt x="1074367" y="22280"/>
                  </a:lnTo>
                  <a:lnTo>
                    <a:pt x="1066582" y="22189"/>
                  </a:lnTo>
                  <a:lnTo>
                    <a:pt x="1058796" y="22080"/>
                  </a:lnTo>
                  <a:lnTo>
                    <a:pt x="1051011" y="21950"/>
                  </a:lnTo>
                  <a:lnTo>
                    <a:pt x="1043226" y="21817"/>
                  </a:lnTo>
                  <a:lnTo>
                    <a:pt x="1035440" y="21682"/>
                  </a:lnTo>
                  <a:lnTo>
                    <a:pt x="1027655" y="21580"/>
                  </a:lnTo>
                  <a:lnTo>
                    <a:pt x="1019870" y="21460"/>
                  </a:lnTo>
                  <a:lnTo>
                    <a:pt x="1012085" y="21359"/>
                  </a:lnTo>
                  <a:lnTo>
                    <a:pt x="1004299" y="21261"/>
                  </a:lnTo>
                  <a:lnTo>
                    <a:pt x="996514" y="21132"/>
                  </a:lnTo>
                  <a:lnTo>
                    <a:pt x="988729" y="21026"/>
                  </a:lnTo>
                  <a:lnTo>
                    <a:pt x="980944" y="20922"/>
                  </a:lnTo>
                  <a:lnTo>
                    <a:pt x="973158" y="20816"/>
                  </a:lnTo>
                  <a:lnTo>
                    <a:pt x="965373" y="20709"/>
                  </a:lnTo>
                  <a:lnTo>
                    <a:pt x="957588" y="20600"/>
                  </a:lnTo>
                  <a:lnTo>
                    <a:pt x="949802" y="20485"/>
                  </a:lnTo>
                  <a:lnTo>
                    <a:pt x="942017" y="20367"/>
                  </a:lnTo>
                  <a:lnTo>
                    <a:pt x="934232" y="20221"/>
                  </a:lnTo>
                  <a:lnTo>
                    <a:pt x="926447" y="20064"/>
                  </a:lnTo>
                  <a:lnTo>
                    <a:pt x="918661" y="19904"/>
                  </a:lnTo>
                  <a:lnTo>
                    <a:pt x="910876" y="19741"/>
                  </a:lnTo>
                  <a:lnTo>
                    <a:pt x="903091" y="19575"/>
                  </a:lnTo>
                  <a:lnTo>
                    <a:pt x="895306" y="19403"/>
                  </a:lnTo>
                  <a:lnTo>
                    <a:pt x="887520" y="19229"/>
                  </a:lnTo>
                  <a:lnTo>
                    <a:pt x="879735" y="19054"/>
                  </a:lnTo>
                  <a:lnTo>
                    <a:pt x="871950" y="18876"/>
                  </a:lnTo>
                  <a:lnTo>
                    <a:pt x="864165" y="18695"/>
                  </a:lnTo>
                  <a:lnTo>
                    <a:pt x="856379" y="18539"/>
                  </a:lnTo>
                  <a:lnTo>
                    <a:pt x="848594" y="18416"/>
                  </a:lnTo>
                  <a:lnTo>
                    <a:pt x="840809" y="18316"/>
                  </a:lnTo>
                  <a:lnTo>
                    <a:pt x="833023" y="18215"/>
                  </a:lnTo>
                  <a:lnTo>
                    <a:pt x="825238" y="18052"/>
                  </a:lnTo>
                  <a:lnTo>
                    <a:pt x="817453" y="17840"/>
                  </a:lnTo>
                  <a:lnTo>
                    <a:pt x="809668" y="17659"/>
                  </a:lnTo>
                  <a:lnTo>
                    <a:pt x="801882" y="17503"/>
                  </a:lnTo>
                  <a:lnTo>
                    <a:pt x="794097" y="17370"/>
                  </a:lnTo>
                  <a:lnTo>
                    <a:pt x="786312" y="17223"/>
                  </a:lnTo>
                  <a:lnTo>
                    <a:pt x="778527" y="17074"/>
                  </a:lnTo>
                  <a:lnTo>
                    <a:pt x="770741" y="16913"/>
                  </a:lnTo>
                  <a:lnTo>
                    <a:pt x="762956" y="16722"/>
                  </a:lnTo>
                  <a:lnTo>
                    <a:pt x="755171" y="16537"/>
                  </a:lnTo>
                  <a:lnTo>
                    <a:pt x="747385" y="16369"/>
                  </a:lnTo>
                  <a:lnTo>
                    <a:pt x="739600" y="16198"/>
                  </a:lnTo>
                  <a:lnTo>
                    <a:pt x="731815" y="16025"/>
                  </a:lnTo>
                  <a:lnTo>
                    <a:pt x="724030" y="15927"/>
                  </a:lnTo>
                  <a:lnTo>
                    <a:pt x="716244" y="15748"/>
                  </a:lnTo>
                  <a:lnTo>
                    <a:pt x="708459" y="15488"/>
                  </a:lnTo>
                  <a:lnTo>
                    <a:pt x="700674" y="15288"/>
                  </a:lnTo>
                  <a:lnTo>
                    <a:pt x="692889" y="15120"/>
                  </a:lnTo>
                  <a:lnTo>
                    <a:pt x="685103" y="14925"/>
                  </a:lnTo>
                  <a:lnTo>
                    <a:pt x="677318" y="14703"/>
                  </a:lnTo>
                  <a:lnTo>
                    <a:pt x="669533" y="14476"/>
                  </a:lnTo>
                  <a:lnTo>
                    <a:pt x="661747" y="14246"/>
                  </a:lnTo>
                  <a:lnTo>
                    <a:pt x="653962" y="14022"/>
                  </a:lnTo>
                  <a:lnTo>
                    <a:pt x="646177" y="13773"/>
                  </a:lnTo>
                  <a:lnTo>
                    <a:pt x="638392" y="13531"/>
                  </a:lnTo>
                  <a:lnTo>
                    <a:pt x="630606" y="13285"/>
                  </a:lnTo>
                  <a:lnTo>
                    <a:pt x="622821" y="13021"/>
                  </a:lnTo>
                  <a:lnTo>
                    <a:pt x="615036" y="12745"/>
                  </a:lnTo>
                  <a:lnTo>
                    <a:pt x="607251" y="12553"/>
                  </a:lnTo>
                  <a:lnTo>
                    <a:pt x="599465" y="12350"/>
                  </a:lnTo>
                  <a:lnTo>
                    <a:pt x="591680" y="12086"/>
                  </a:lnTo>
                  <a:lnTo>
                    <a:pt x="583895" y="11785"/>
                  </a:lnTo>
                  <a:lnTo>
                    <a:pt x="576110" y="11741"/>
                  </a:lnTo>
                  <a:lnTo>
                    <a:pt x="568324" y="11507"/>
                  </a:lnTo>
                  <a:lnTo>
                    <a:pt x="560539" y="11327"/>
                  </a:lnTo>
                  <a:lnTo>
                    <a:pt x="552754" y="11074"/>
                  </a:lnTo>
                  <a:lnTo>
                    <a:pt x="544968" y="10918"/>
                  </a:lnTo>
                  <a:lnTo>
                    <a:pt x="537183" y="10604"/>
                  </a:lnTo>
                  <a:lnTo>
                    <a:pt x="529398" y="10228"/>
                  </a:lnTo>
                  <a:lnTo>
                    <a:pt x="521613" y="9988"/>
                  </a:lnTo>
                  <a:lnTo>
                    <a:pt x="513827" y="9638"/>
                  </a:lnTo>
                  <a:lnTo>
                    <a:pt x="506042" y="9354"/>
                  </a:lnTo>
                  <a:lnTo>
                    <a:pt x="498257" y="9058"/>
                  </a:lnTo>
                  <a:lnTo>
                    <a:pt x="490472" y="8756"/>
                  </a:lnTo>
                  <a:lnTo>
                    <a:pt x="482686" y="8450"/>
                  </a:lnTo>
                  <a:lnTo>
                    <a:pt x="474901" y="8368"/>
                  </a:lnTo>
                  <a:lnTo>
                    <a:pt x="467116" y="8304"/>
                  </a:lnTo>
                  <a:lnTo>
                    <a:pt x="459330" y="8050"/>
                  </a:lnTo>
                  <a:lnTo>
                    <a:pt x="451545" y="7928"/>
                  </a:lnTo>
                  <a:lnTo>
                    <a:pt x="443760" y="7607"/>
                  </a:lnTo>
                  <a:lnTo>
                    <a:pt x="435975" y="7281"/>
                  </a:lnTo>
                  <a:lnTo>
                    <a:pt x="428189" y="7080"/>
                  </a:lnTo>
                  <a:lnTo>
                    <a:pt x="420404" y="6813"/>
                  </a:lnTo>
                  <a:lnTo>
                    <a:pt x="412619" y="6528"/>
                  </a:lnTo>
                  <a:lnTo>
                    <a:pt x="404834" y="6365"/>
                  </a:lnTo>
                  <a:lnTo>
                    <a:pt x="397048" y="6202"/>
                  </a:lnTo>
                  <a:lnTo>
                    <a:pt x="389263" y="6014"/>
                  </a:lnTo>
                  <a:lnTo>
                    <a:pt x="381478" y="5697"/>
                  </a:lnTo>
                  <a:lnTo>
                    <a:pt x="373692" y="5423"/>
                  </a:lnTo>
                  <a:lnTo>
                    <a:pt x="365907" y="5082"/>
                  </a:lnTo>
                  <a:lnTo>
                    <a:pt x="358122" y="4763"/>
                  </a:lnTo>
                  <a:lnTo>
                    <a:pt x="350337" y="4476"/>
                  </a:lnTo>
                  <a:lnTo>
                    <a:pt x="342551" y="4112"/>
                  </a:lnTo>
                  <a:lnTo>
                    <a:pt x="334766" y="3799"/>
                  </a:lnTo>
                  <a:lnTo>
                    <a:pt x="326981" y="3574"/>
                  </a:lnTo>
                  <a:lnTo>
                    <a:pt x="319196" y="3395"/>
                  </a:lnTo>
                  <a:lnTo>
                    <a:pt x="311410" y="3291"/>
                  </a:lnTo>
                  <a:lnTo>
                    <a:pt x="303625" y="2990"/>
                  </a:lnTo>
                  <a:lnTo>
                    <a:pt x="295840" y="2857"/>
                  </a:lnTo>
                  <a:lnTo>
                    <a:pt x="288055" y="2737"/>
                  </a:lnTo>
                  <a:lnTo>
                    <a:pt x="280269" y="2510"/>
                  </a:lnTo>
                  <a:lnTo>
                    <a:pt x="272484" y="2633"/>
                  </a:lnTo>
                  <a:lnTo>
                    <a:pt x="264699" y="2285"/>
                  </a:lnTo>
                  <a:lnTo>
                    <a:pt x="256913" y="2022"/>
                  </a:lnTo>
                  <a:lnTo>
                    <a:pt x="249128" y="1711"/>
                  </a:lnTo>
                  <a:lnTo>
                    <a:pt x="241343" y="1603"/>
                  </a:lnTo>
                  <a:lnTo>
                    <a:pt x="233558" y="1435"/>
                  </a:lnTo>
                  <a:lnTo>
                    <a:pt x="225772" y="1262"/>
                  </a:lnTo>
                  <a:lnTo>
                    <a:pt x="217987" y="1091"/>
                  </a:lnTo>
                  <a:lnTo>
                    <a:pt x="210202" y="808"/>
                  </a:lnTo>
                  <a:lnTo>
                    <a:pt x="202417" y="741"/>
                  </a:lnTo>
                  <a:lnTo>
                    <a:pt x="194631" y="566"/>
                  </a:lnTo>
                  <a:lnTo>
                    <a:pt x="186846" y="403"/>
                  </a:lnTo>
                  <a:lnTo>
                    <a:pt x="179061" y="432"/>
                  </a:lnTo>
                  <a:lnTo>
                    <a:pt x="171275" y="257"/>
                  </a:lnTo>
                  <a:lnTo>
                    <a:pt x="163490" y="414"/>
                  </a:lnTo>
                  <a:lnTo>
                    <a:pt x="155705" y="350"/>
                  </a:lnTo>
                  <a:lnTo>
                    <a:pt x="147920" y="233"/>
                  </a:lnTo>
                  <a:lnTo>
                    <a:pt x="140134" y="116"/>
                  </a:lnTo>
                  <a:lnTo>
                    <a:pt x="132349" y="0"/>
                  </a:lnTo>
                  <a:lnTo>
                    <a:pt x="124564" y="119"/>
                  </a:lnTo>
                  <a:lnTo>
                    <a:pt x="116779" y="262"/>
                  </a:lnTo>
                  <a:lnTo>
                    <a:pt x="108993" y="393"/>
                  </a:lnTo>
                  <a:lnTo>
                    <a:pt x="101208" y="487"/>
                  </a:lnTo>
                  <a:lnTo>
                    <a:pt x="93423" y="552"/>
                  </a:lnTo>
                  <a:lnTo>
                    <a:pt x="85637" y="782"/>
                  </a:lnTo>
                  <a:lnTo>
                    <a:pt x="77852" y="735"/>
                  </a:lnTo>
                  <a:lnTo>
                    <a:pt x="70067" y="866"/>
                  </a:lnTo>
                  <a:lnTo>
                    <a:pt x="62282" y="1030"/>
                  </a:lnTo>
                  <a:lnTo>
                    <a:pt x="54496" y="1122"/>
                  </a:lnTo>
                  <a:lnTo>
                    <a:pt x="46711" y="1240"/>
                  </a:lnTo>
                  <a:lnTo>
                    <a:pt x="38926" y="1378"/>
                  </a:lnTo>
                  <a:lnTo>
                    <a:pt x="31141" y="1398"/>
                  </a:lnTo>
                  <a:lnTo>
                    <a:pt x="23355" y="1612"/>
                  </a:lnTo>
                  <a:lnTo>
                    <a:pt x="15570" y="1760"/>
                  </a:lnTo>
                  <a:lnTo>
                    <a:pt x="7785" y="1845"/>
                  </a:lnTo>
                  <a:lnTo>
                    <a:pt x="0" y="1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6" name="pl255"/>
            <p:cNvSpPr/>
            <p:nvPr/>
          </p:nvSpPr>
          <p:spPr>
            <a:xfrm>
              <a:off x="6049435" y="3743344"/>
              <a:ext cx="2016385" cy="161447"/>
            </a:xfrm>
            <a:custGeom>
              <a:avLst/>
              <a:pathLst>
                <a:path w="2016385" h="161447">
                  <a:moveTo>
                    <a:pt x="0" y="161447"/>
                  </a:moveTo>
                  <a:lnTo>
                    <a:pt x="7785" y="160881"/>
                  </a:lnTo>
                  <a:lnTo>
                    <a:pt x="15570" y="160232"/>
                  </a:lnTo>
                  <a:lnTo>
                    <a:pt x="23355" y="159837"/>
                  </a:lnTo>
                  <a:lnTo>
                    <a:pt x="31141" y="159418"/>
                  </a:lnTo>
                  <a:lnTo>
                    <a:pt x="38926" y="158960"/>
                  </a:lnTo>
                  <a:lnTo>
                    <a:pt x="46711" y="158402"/>
                  </a:lnTo>
                  <a:lnTo>
                    <a:pt x="54496" y="158044"/>
                  </a:lnTo>
                  <a:lnTo>
                    <a:pt x="62282" y="157407"/>
                  </a:lnTo>
                  <a:lnTo>
                    <a:pt x="70067" y="156859"/>
                  </a:lnTo>
                  <a:lnTo>
                    <a:pt x="77852" y="156212"/>
                  </a:lnTo>
                  <a:lnTo>
                    <a:pt x="85637" y="155639"/>
                  </a:lnTo>
                  <a:lnTo>
                    <a:pt x="93423" y="155121"/>
                  </a:lnTo>
                  <a:lnTo>
                    <a:pt x="101208" y="154737"/>
                  </a:lnTo>
                  <a:lnTo>
                    <a:pt x="108993" y="154306"/>
                  </a:lnTo>
                  <a:lnTo>
                    <a:pt x="116779" y="153870"/>
                  </a:lnTo>
                  <a:lnTo>
                    <a:pt x="124564" y="153259"/>
                  </a:lnTo>
                  <a:lnTo>
                    <a:pt x="132349" y="152724"/>
                  </a:lnTo>
                  <a:lnTo>
                    <a:pt x="140134" y="152257"/>
                  </a:lnTo>
                  <a:lnTo>
                    <a:pt x="147920" y="151833"/>
                  </a:lnTo>
                  <a:lnTo>
                    <a:pt x="155705" y="151633"/>
                  </a:lnTo>
                  <a:lnTo>
                    <a:pt x="163490" y="151106"/>
                  </a:lnTo>
                  <a:lnTo>
                    <a:pt x="171275" y="150550"/>
                  </a:lnTo>
                  <a:lnTo>
                    <a:pt x="179061" y="150065"/>
                  </a:lnTo>
                  <a:lnTo>
                    <a:pt x="186846" y="149597"/>
                  </a:lnTo>
                  <a:lnTo>
                    <a:pt x="194631" y="149323"/>
                  </a:lnTo>
                  <a:lnTo>
                    <a:pt x="202417" y="148923"/>
                  </a:lnTo>
                  <a:lnTo>
                    <a:pt x="210202" y="148401"/>
                  </a:lnTo>
                  <a:lnTo>
                    <a:pt x="217987" y="147864"/>
                  </a:lnTo>
                  <a:lnTo>
                    <a:pt x="225772" y="147283"/>
                  </a:lnTo>
                  <a:lnTo>
                    <a:pt x="233558" y="146872"/>
                  </a:lnTo>
                  <a:lnTo>
                    <a:pt x="241343" y="146480"/>
                  </a:lnTo>
                  <a:lnTo>
                    <a:pt x="249128" y="145840"/>
                  </a:lnTo>
                  <a:lnTo>
                    <a:pt x="256913" y="145264"/>
                  </a:lnTo>
                  <a:lnTo>
                    <a:pt x="264699" y="144648"/>
                  </a:lnTo>
                  <a:lnTo>
                    <a:pt x="272484" y="144261"/>
                  </a:lnTo>
                  <a:lnTo>
                    <a:pt x="280269" y="143682"/>
                  </a:lnTo>
                  <a:lnTo>
                    <a:pt x="288055" y="143347"/>
                  </a:lnTo>
                  <a:lnTo>
                    <a:pt x="295840" y="142803"/>
                  </a:lnTo>
                  <a:lnTo>
                    <a:pt x="303625" y="142318"/>
                  </a:lnTo>
                  <a:lnTo>
                    <a:pt x="311410" y="141772"/>
                  </a:lnTo>
                  <a:lnTo>
                    <a:pt x="319196" y="141261"/>
                  </a:lnTo>
                  <a:lnTo>
                    <a:pt x="326981" y="140803"/>
                  </a:lnTo>
                  <a:lnTo>
                    <a:pt x="334766" y="140263"/>
                  </a:lnTo>
                  <a:lnTo>
                    <a:pt x="342551" y="139674"/>
                  </a:lnTo>
                  <a:lnTo>
                    <a:pt x="350337" y="139244"/>
                  </a:lnTo>
                  <a:lnTo>
                    <a:pt x="358122" y="138682"/>
                  </a:lnTo>
                  <a:lnTo>
                    <a:pt x="365907" y="138177"/>
                  </a:lnTo>
                  <a:lnTo>
                    <a:pt x="373692" y="137609"/>
                  </a:lnTo>
                  <a:lnTo>
                    <a:pt x="381478" y="137194"/>
                  </a:lnTo>
                  <a:lnTo>
                    <a:pt x="389263" y="136700"/>
                  </a:lnTo>
                  <a:lnTo>
                    <a:pt x="397048" y="136080"/>
                  </a:lnTo>
                  <a:lnTo>
                    <a:pt x="404834" y="135474"/>
                  </a:lnTo>
                  <a:lnTo>
                    <a:pt x="412619" y="134949"/>
                  </a:lnTo>
                  <a:lnTo>
                    <a:pt x="420404" y="134390"/>
                  </a:lnTo>
                  <a:lnTo>
                    <a:pt x="428189" y="133667"/>
                  </a:lnTo>
                  <a:lnTo>
                    <a:pt x="435975" y="133188"/>
                  </a:lnTo>
                  <a:lnTo>
                    <a:pt x="443760" y="132508"/>
                  </a:lnTo>
                  <a:lnTo>
                    <a:pt x="451545" y="132021"/>
                  </a:lnTo>
                  <a:lnTo>
                    <a:pt x="459330" y="131333"/>
                  </a:lnTo>
                  <a:lnTo>
                    <a:pt x="467116" y="130691"/>
                  </a:lnTo>
                  <a:lnTo>
                    <a:pt x="474901" y="130050"/>
                  </a:lnTo>
                  <a:lnTo>
                    <a:pt x="482686" y="129505"/>
                  </a:lnTo>
                  <a:lnTo>
                    <a:pt x="490472" y="128800"/>
                  </a:lnTo>
                  <a:lnTo>
                    <a:pt x="498257" y="128525"/>
                  </a:lnTo>
                  <a:lnTo>
                    <a:pt x="506042" y="128048"/>
                  </a:lnTo>
                  <a:lnTo>
                    <a:pt x="513827" y="127680"/>
                  </a:lnTo>
                  <a:lnTo>
                    <a:pt x="521613" y="126941"/>
                  </a:lnTo>
                  <a:lnTo>
                    <a:pt x="529398" y="126269"/>
                  </a:lnTo>
                  <a:lnTo>
                    <a:pt x="537183" y="125746"/>
                  </a:lnTo>
                  <a:lnTo>
                    <a:pt x="544968" y="125265"/>
                  </a:lnTo>
                  <a:lnTo>
                    <a:pt x="552754" y="124856"/>
                  </a:lnTo>
                  <a:lnTo>
                    <a:pt x="560539" y="124340"/>
                  </a:lnTo>
                  <a:lnTo>
                    <a:pt x="568324" y="123777"/>
                  </a:lnTo>
                  <a:lnTo>
                    <a:pt x="576110" y="123155"/>
                  </a:lnTo>
                  <a:lnTo>
                    <a:pt x="583895" y="122559"/>
                  </a:lnTo>
                  <a:lnTo>
                    <a:pt x="591680" y="121691"/>
                  </a:lnTo>
                  <a:lnTo>
                    <a:pt x="599465" y="121414"/>
                  </a:lnTo>
                  <a:lnTo>
                    <a:pt x="607251" y="120784"/>
                  </a:lnTo>
                  <a:lnTo>
                    <a:pt x="615036" y="120308"/>
                  </a:lnTo>
                  <a:lnTo>
                    <a:pt x="622821" y="119697"/>
                  </a:lnTo>
                  <a:lnTo>
                    <a:pt x="630606" y="119088"/>
                  </a:lnTo>
                  <a:lnTo>
                    <a:pt x="638392" y="118456"/>
                  </a:lnTo>
                  <a:lnTo>
                    <a:pt x="646177" y="117943"/>
                  </a:lnTo>
                  <a:lnTo>
                    <a:pt x="653962" y="117508"/>
                  </a:lnTo>
                  <a:lnTo>
                    <a:pt x="661747" y="116737"/>
                  </a:lnTo>
                  <a:lnTo>
                    <a:pt x="669533" y="116083"/>
                  </a:lnTo>
                  <a:lnTo>
                    <a:pt x="677318" y="115259"/>
                  </a:lnTo>
                  <a:lnTo>
                    <a:pt x="685103" y="114543"/>
                  </a:lnTo>
                  <a:lnTo>
                    <a:pt x="692889" y="114017"/>
                  </a:lnTo>
                  <a:lnTo>
                    <a:pt x="700674" y="113557"/>
                  </a:lnTo>
                  <a:lnTo>
                    <a:pt x="708459" y="113068"/>
                  </a:lnTo>
                  <a:lnTo>
                    <a:pt x="716244" y="112565"/>
                  </a:lnTo>
                  <a:lnTo>
                    <a:pt x="724030" y="112074"/>
                  </a:lnTo>
                  <a:lnTo>
                    <a:pt x="731815" y="111477"/>
                  </a:lnTo>
                  <a:lnTo>
                    <a:pt x="739600" y="110898"/>
                  </a:lnTo>
                  <a:lnTo>
                    <a:pt x="747385" y="110272"/>
                  </a:lnTo>
                  <a:lnTo>
                    <a:pt x="755171" y="109664"/>
                  </a:lnTo>
                  <a:lnTo>
                    <a:pt x="762956" y="109190"/>
                  </a:lnTo>
                  <a:lnTo>
                    <a:pt x="770741" y="108747"/>
                  </a:lnTo>
                  <a:lnTo>
                    <a:pt x="778527" y="108155"/>
                  </a:lnTo>
                  <a:lnTo>
                    <a:pt x="786312" y="107678"/>
                  </a:lnTo>
                  <a:lnTo>
                    <a:pt x="794097" y="107198"/>
                  </a:lnTo>
                  <a:lnTo>
                    <a:pt x="801882" y="106533"/>
                  </a:lnTo>
                  <a:lnTo>
                    <a:pt x="809668" y="105855"/>
                  </a:lnTo>
                  <a:lnTo>
                    <a:pt x="817453" y="105300"/>
                  </a:lnTo>
                  <a:lnTo>
                    <a:pt x="825238" y="104742"/>
                  </a:lnTo>
                  <a:lnTo>
                    <a:pt x="833023" y="104119"/>
                  </a:lnTo>
                  <a:lnTo>
                    <a:pt x="840809" y="103576"/>
                  </a:lnTo>
                  <a:lnTo>
                    <a:pt x="848594" y="103097"/>
                  </a:lnTo>
                  <a:lnTo>
                    <a:pt x="856379" y="102586"/>
                  </a:lnTo>
                  <a:lnTo>
                    <a:pt x="864165" y="101932"/>
                  </a:lnTo>
                  <a:lnTo>
                    <a:pt x="871950" y="101263"/>
                  </a:lnTo>
                  <a:lnTo>
                    <a:pt x="879735" y="100601"/>
                  </a:lnTo>
                  <a:lnTo>
                    <a:pt x="887520" y="100089"/>
                  </a:lnTo>
                  <a:lnTo>
                    <a:pt x="895306" y="99586"/>
                  </a:lnTo>
                  <a:lnTo>
                    <a:pt x="903091" y="98892"/>
                  </a:lnTo>
                  <a:lnTo>
                    <a:pt x="910876" y="98219"/>
                  </a:lnTo>
                  <a:lnTo>
                    <a:pt x="918661" y="97578"/>
                  </a:lnTo>
                  <a:lnTo>
                    <a:pt x="926447" y="96966"/>
                  </a:lnTo>
                  <a:lnTo>
                    <a:pt x="934232" y="96390"/>
                  </a:lnTo>
                  <a:lnTo>
                    <a:pt x="942017" y="95977"/>
                  </a:lnTo>
                  <a:lnTo>
                    <a:pt x="949802" y="95242"/>
                  </a:lnTo>
                  <a:lnTo>
                    <a:pt x="957588" y="94788"/>
                  </a:lnTo>
                  <a:lnTo>
                    <a:pt x="965373" y="94254"/>
                  </a:lnTo>
                  <a:lnTo>
                    <a:pt x="973158" y="93544"/>
                  </a:lnTo>
                  <a:lnTo>
                    <a:pt x="980944" y="92955"/>
                  </a:lnTo>
                  <a:lnTo>
                    <a:pt x="988729" y="92249"/>
                  </a:lnTo>
                  <a:lnTo>
                    <a:pt x="996514" y="91505"/>
                  </a:lnTo>
                  <a:lnTo>
                    <a:pt x="1004299" y="90809"/>
                  </a:lnTo>
                  <a:lnTo>
                    <a:pt x="1012085" y="90167"/>
                  </a:lnTo>
                  <a:lnTo>
                    <a:pt x="1019870" y="89480"/>
                  </a:lnTo>
                  <a:lnTo>
                    <a:pt x="1027655" y="88807"/>
                  </a:lnTo>
                  <a:lnTo>
                    <a:pt x="1035440" y="87967"/>
                  </a:lnTo>
                  <a:lnTo>
                    <a:pt x="1043226" y="87240"/>
                  </a:lnTo>
                  <a:lnTo>
                    <a:pt x="1051011" y="86471"/>
                  </a:lnTo>
                  <a:lnTo>
                    <a:pt x="1058796" y="85898"/>
                  </a:lnTo>
                  <a:lnTo>
                    <a:pt x="1066582" y="85283"/>
                  </a:lnTo>
                  <a:lnTo>
                    <a:pt x="1074367" y="84537"/>
                  </a:lnTo>
                  <a:lnTo>
                    <a:pt x="1082152" y="84066"/>
                  </a:lnTo>
                  <a:lnTo>
                    <a:pt x="1089937" y="83453"/>
                  </a:lnTo>
                  <a:lnTo>
                    <a:pt x="1097723" y="82987"/>
                  </a:lnTo>
                  <a:lnTo>
                    <a:pt x="1105508" y="82477"/>
                  </a:lnTo>
                  <a:lnTo>
                    <a:pt x="1113293" y="81813"/>
                  </a:lnTo>
                  <a:lnTo>
                    <a:pt x="1121078" y="81205"/>
                  </a:lnTo>
                  <a:lnTo>
                    <a:pt x="1128864" y="80565"/>
                  </a:lnTo>
                  <a:lnTo>
                    <a:pt x="1136649" y="79922"/>
                  </a:lnTo>
                  <a:lnTo>
                    <a:pt x="1144434" y="79179"/>
                  </a:lnTo>
                  <a:lnTo>
                    <a:pt x="1152220" y="78436"/>
                  </a:lnTo>
                  <a:lnTo>
                    <a:pt x="1160005" y="77869"/>
                  </a:lnTo>
                  <a:lnTo>
                    <a:pt x="1167790" y="77103"/>
                  </a:lnTo>
                  <a:lnTo>
                    <a:pt x="1175575" y="76329"/>
                  </a:lnTo>
                  <a:lnTo>
                    <a:pt x="1183361" y="75527"/>
                  </a:lnTo>
                  <a:lnTo>
                    <a:pt x="1191146" y="75025"/>
                  </a:lnTo>
                  <a:lnTo>
                    <a:pt x="1198931" y="74180"/>
                  </a:lnTo>
                  <a:lnTo>
                    <a:pt x="1206716" y="73716"/>
                  </a:lnTo>
                  <a:lnTo>
                    <a:pt x="1214502" y="72970"/>
                  </a:lnTo>
                  <a:lnTo>
                    <a:pt x="1222287" y="72309"/>
                  </a:lnTo>
                  <a:lnTo>
                    <a:pt x="1230072" y="71656"/>
                  </a:lnTo>
                  <a:lnTo>
                    <a:pt x="1237857" y="71001"/>
                  </a:lnTo>
                  <a:lnTo>
                    <a:pt x="1245643" y="70616"/>
                  </a:lnTo>
                  <a:lnTo>
                    <a:pt x="1253428" y="70027"/>
                  </a:lnTo>
                  <a:lnTo>
                    <a:pt x="1261213" y="69354"/>
                  </a:lnTo>
                  <a:lnTo>
                    <a:pt x="1268999" y="68712"/>
                  </a:lnTo>
                  <a:lnTo>
                    <a:pt x="1276784" y="67977"/>
                  </a:lnTo>
                  <a:lnTo>
                    <a:pt x="1284569" y="67160"/>
                  </a:lnTo>
                  <a:lnTo>
                    <a:pt x="1292354" y="66560"/>
                  </a:lnTo>
                  <a:lnTo>
                    <a:pt x="1300140" y="65676"/>
                  </a:lnTo>
                  <a:lnTo>
                    <a:pt x="1307925" y="64827"/>
                  </a:lnTo>
                  <a:lnTo>
                    <a:pt x="1315710" y="64287"/>
                  </a:lnTo>
                  <a:lnTo>
                    <a:pt x="1323495" y="63515"/>
                  </a:lnTo>
                  <a:lnTo>
                    <a:pt x="1331281" y="62698"/>
                  </a:lnTo>
                  <a:lnTo>
                    <a:pt x="1339066" y="62252"/>
                  </a:lnTo>
                  <a:lnTo>
                    <a:pt x="1346851" y="61428"/>
                  </a:lnTo>
                  <a:lnTo>
                    <a:pt x="1354637" y="60584"/>
                  </a:lnTo>
                  <a:lnTo>
                    <a:pt x="1362422" y="60107"/>
                  </a:lnTo>
                  <a:lnTo>
                    <a:pt x="1370207" y="59548"/>
                  </a:lnTo>
                  <a:lnTo>
                    <a:pt x="1377992" y="59084"/>
                  </a:lnTo>
                  <a:lnTo>
                    <a:pt x="1385778" y="58309"/>
                  </a:lnTo>
                  <a:lnTo>
                    <a:pt x="1393563" y="57890"/>
                  </a:lnTo>
                  <a:lnTo>
                    <a:pt x="1401348" y="56998"/>
                  </a:lnTo>
                  <a:lnTo>
                    <a:pt x="1409133" y="56081"/>
                  </a:lnTo>
                  <a:lnTo>
                    <a:pt x="1416919" y="55499"/>
                  </a:lnTo>
                  <a:lnTo>
                    <a:pt x="1424704" y="54902"/>
                  </a:lnTo>
                  <a:lnTo>
                    <a:pt x="1432489" y="54259"/>
                  </a:lnTo>
                  <a:lnTo>
                    <a:pt x="1440275" y="53522"/>
                  </a:lnTo>
                  <a:lnTo>
                    <a:pt x="1448060" y="52847"/>
                  </a:lnTo>
                  <a:lnTo>
                    <a:pt x="1455845" y="52256"/>
                  </a:lnTo>
                  <a:lnTo>
                    <a:pt x="1463630" y="51514"/>
                  </a:lnTo>
                  <a:lnTo>
                    <a:pt x="1471416" y="51093"/>
                  </a:lnTo>
                  <a:lnTo>
                    <a:pt x="1479201" y="50516"/>
                  </a:lnTo>
                  <a:lnTo>
                    <a:pt x="1486986" y="49919"/>
                  </a:lnTo>
                  <a:lnTo>
                    <a:pt x="1494771" y="49288"/>
                  </a:lnTo>
                  <a:lnTo>
                    <a:pt x="1502557" y="48584"/>
                  </a:lnTo>
                  <a:lnTo>
                    <a:pt x="1510342" y="47721"/>
                  </a:lnTo>
                  <a:lnTo>
                    <a:pt x="1518127" y="47058"/>
                  </a:lnTo>
                  <a:lnTo>
                    <a:pt x="1525912" y="46334"/>
                  </a:lnTo>
                  <a:lnTo>
                    <a:pt x="1533698" y="45610"/>
                  </a:lnTo>
                  <a:lnTo>
                    <a:pt x="1541483" y="44960"/>
                  </a:lnTo>
                  <a:lnTo>
                    <a:pt x="1549268" y="43934"/>
                  </a:lnTo>
                  <a:lnTo>
                    <a:pt x="1557054" y="43314"/>
                  </a:lnTo>
                  <a:lnTo>
                    <a:pt x="1564839" y="42598"/>
                  </a:lnTo>
                  <a:lnTo>
                    <a:pt x="1572624" y="41827"/>
                  </a:lnTo>
                  <a:lnTo>
                    <a:pt x="1580409" y="41037"/>
                  </a:lnTo>
                  <a:lnTo>
                    <a:pt x="1588195" y="40635"/>
                  </a:lnTo>
                  <a:lnTo>
                    <a:pt x="1595980" y="39945"/>
                  </a:lnTo>
                  <a:lnTo>
                    <a:pt x="1603765" y="38958"/>
                  </a:lnTo>
                  <a:lnTo>
                    <a:pt x="1611550" y="38232"/>
                  </a:lnTo>
                  <a:lnTo>
                    <a:pt x="1619336" y="37584"/>
                  </a:lnTo>
                  <a:lnTo>
                    <a:pt x="1627121" y="36782"/>
                  </a:lnTo>
                  <a:lnTo>
                    <a:pt x="1634906" y="36077"/>
                  </a:lnTo>
                  <a:lnTo>
                    <a:pt x="1642692" y="35527"/>
                  </a:lnTo>
                  <a:lnTo>
                    <a:pt x="1650477" y="34617"/>
                  </a:lnTo>
                  <a:lnTo>
                    <a:pt x="1658262" y="33940"/>
                  </a:lnTo>
                  <a:lnTo>
                    <a:pt x="1666047" y="33292"/>
                  </a:lnTo>
                  <a:lnTo>
                    <a:pt x="1673833" y="32611"/>
                  </a:lnTo>
                  <a:lnTo>
                    <a:pt x="1681618" y="31866"/>
                  </a:lnTo>
                  <a:lnTo>
                    <a:pt x="1689403" y="31156"/>
                  </a:lnTo>
                  <a:lnTo>
                    <a:pt x="1697188" y="30432"/>
                  </a:lnTo>
                  <a:lnTo>
                    <a:pt x="1704974" y="29706"/>
                  </a:lnTo>
                  <a:lnTo>
                    <a:pt x="1712759" y="28970"/>
                  </a:lnTo>
                  <a:lnTo>
                    <a:pt x="1720544" y="28295"/>
                  </a:lnTo>
                  <a:lnTo>
                    <a:pt x="1728330" y="27470"/>
                  </a:lnTo>
                  <a:lnTo>
                    <a:pt x="1736115" y="26800"/>
                  </a:lnTo>
                  <a:lnTo>
                    <a:pt x="1743900" y="26188"/>
                  </a:lnTo>
                  <a:lnTo>
                    <a:pt x="1751685" y="25422"/>
                  </a:lnTo>
                  <a:lnTo>
                    <a:pt x="1759471" y="24546"/>
                  </a:lnTo>
                  <a:lnTo>
                    <a:pt x="1767256" y="23844"/>
                  </a:lnTo>
                  <a:lnTo>
                    <a:pt x="1775041" y="23007"/>
                  </a:lnTo>
                  <a:lnTo>
                    <a:pt x="1782826" y="22205"/>
                  </a:lnTo>
                  <a:lnTo>
                    <a:pt x="1790612" y="21452"/>
                  </a:lnTo>
                  <a:lnTo>
                    <a:pt x="1798397" y="20743"/>
                  </a:lnTo>
                  <a:lnTo>
                    <a:pt x="1806182" y="19953"/>
                  </a:lnTo>
                  <a:lnTo>
                    <a:pt x="1813967" y="19218"/>
                  </a:lnTo>
                  <a:lnTo>
                    <a:pt x="1821753" y="18385"/>
                  </a:lnTo>
                  <a:lnTo>
                    <a:pt x="1829538" y="17639"/>
                  </a:lnTo>
                  <a:lnTo>
                    <a:pt x="1837323" y="16827"/>
                  </a:lnTo>
                  <a:lnTo>
                    <a:pt x="1845109" y="16046"/>
                  </a:lnTo>
                  <a:lnTo>
                    <a:pt x="1852894" y="15165"/>
                  </a:lnTo>
                  <a:lnTo>
                    <a:pt x="1860679" y="14423"/>
                  </a:lnTo>
                  <a:lnTo>
                    <a:pt x="1868464" y="13641"/>
                  </a:lnTo>
                  <a:lnTo>
                    <a:pt x="1876250" y="12858"/>
                  </a:lnTo>
                  <a:lnTo>
                    <a:pt x="1884035" y="12277"/>
                  </a:lnTo>
                  <a:lnTo>
                    <a:pt x="1891820" y="11638"/>
                  </a:lnTo>
                  <a:lnTo>
                    <a:pt x="1899605" y="10945"/>
                  </a:lnTo>
                  <a:lnTo>
                    <a:pt x="1907391" y="10301"/>
                  </a:lnTo>
                  <a:lnTo>
                    <a:pt x="1915176" y="9572"/>
                  </a:lnTo>
                  <a:lnTo>
                    <a:pt x="1922961" y="8848"/>
                  </a:lnTo>
                  <a:lnTo>
                    <a:pt x="1930747" y="8152"/>
                  </a:lnTo>
                  <a:lnTo>
                    <a:pt x="1938532" y="7199"/>
                  </a:lnTo>
                  <a:lnTo>
                    <a:pt x="1946317" y="6646"/>
                  </a:lnTo>
                  <a:lnTo>
                    <a:pt x="1954102" y="5784"/>
                  </a:lnTo>
                  <a:lnTo>
                    <a:pt x="1961888" y="4999"/>
                  </a:lnTo>
                  <a:lnTo>
                    <a:pt x="1969673" y="4319"/>
                  </a:lnTo>
                  <a:lnTo>
                    <a:pt x="1977458" y="3554"/>
                  </a:lnTo>
                  <a:lnTo>
                    <a:pt x="1985243" y="2769"/>
                  </a:lnTo>
                  <a:lnTo>
                    <a:pt x="1993029" y="1985"/>
                  </a:lnTo>
                  <a:lnTo>
                    <a:pt x="2000814" y="1334"/>
                  </a:lnTo>
                  <a:lnTo>
                    <a:pt x="2008599" y="711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6"/>
            <p:cNvSpPr/>
            <p:nvPr/>
          </p:nvSpPr>
          <p:spPr>
            <a:xfrm>
              <a:off x="6049435" y="3608322"/>
              <a:ext cx="2016385" cy="295981"/>
            </a:xfrm>
            <a:custGeom>
              <a:avLst/>
              <a:pathLst>
                <a:path w="2016385" h="295981">
                  <a:moveTo>
                    <a:pt x="0" y="295981"/>
                  </a:moveTo>
                  <a:lnTo>
                    <a:pt x="7785" y="295301"/>
                  </a:lnTo>
                  <a:lnTo>
                    <a:pt x="15570" y="294403"/>
                  </a:lnTo>
                  <a:lnTo>
                    <a:pt x="23355" y="293527"/>
                  </a:lnTo>
                  <a:lnTo>
                    <a:pt x="31141" y="292719"/>
                  </a:lnTo>
                  <a:lnTo>
                    <a:pt x="38926" y="291760"/>
                  </a:lnTo>
                  <a:lnTo>
                    <a:pt x="46711" y="290900"/>
                  </a:lnTo>
                  <a:lnTo>
                    <a:pt x="54496" y="290060"/>
                  </a:lnTo>
                  <a:lnTo>
                    <a:pt x="62282" y="289216"/>
                  </a:lnTo>
                  <a:lnTo>
                    <a:pt x="70067" y="288272"/>
                  </a:lnTo>
                  <a:lnTo>
                    <a:pt x="77852" y="287594"/>
                  </a:lnTo>
                  <a:lnTo>
                    <a:pt x="85637" y="286773"/>
                  </a:lnTo>
                  <a:lnTo>
                    <a:pt x="93423" y="285964"/>
                  </a:lnTo>
                  <a:lnTo>
                    <a:pt x="101208" y="285121"/>
                  </a:lnTo>
                  <a:lnTo>
                    <a:pt x="108993" y="284123"/>
                  </a:lnTo>
                  <a:lnTo>
                    <a:pt x="116779" y="283211"/>
                  </a:lnTo>
                  <a:lnTo>
                    <a:pt x="124564" y="282278"/>
                  </a:lnTo>
                  <a:lnTo>
                    <a:pt x="132349" y="281498"/>
                  </a:lnTo>
                  <a:lnTo>
                    <a:pt x="140134" y="280618"/>
                  </a:lnTo>
                  <a:lnTo>
                    <a:pt x="147920" y="279591"/>
                  </a:lnTo>
                  <a:lnTo>
                    <a:pt x="155705" y="278800"/>
                  </a:lnTo>
                  <a:lnTo>
                    <a:pt x="163490" y="277867"/>
                  </a:lnTo>
                  <a:lnTo>
                    <a:pt x="171275" y="276927"/>
                  </a:lnTo>
                  <a:lnTo>
                    <a:pt x="179061" y="276219"/>
                  </a:lnTo>
                  <a:lnTo>
                    <a:pt x="186846" y="275111"/>
                  </a:lnTo>
                  <a:lnTo>
                    <a:pt x="194631" y="274176"/>
                  </a:lnTo>
                  <a:lnTo>
                    <a:pt x="202417" y="273192"/>
                  </a:lnTo>
                  <a:lnTo>
                    <a:pt x="210202" y="272101"/>
                  </a:lnTo>
                  <a:lnTo>
                    <a:pt x="217987" y="271135"/>
                  </a:lnTo>
                  <a:lnTo>
                    <a:pt x="225772" y="270305"/>
                  </a:lnTo>
                  <a:lnTo>
                    <a:pt x="233558" y="269279"/>
                  </a:lnTo>
                  <a:lnTo>
                    <a:pt x="241343" y="268266"/>
                  </a:lnTo>
                  <a:lnTo>
                    <a:pt x="249128" y="267475"/>
                  </a:lnTo>
                  <a:lnTo>
                    <a:pt x="256913" y="266552"/>
                  </a:lnTo>
                  <a:lnTo>
                    <a:pt x="264699" y="265522"/>
                  </a:lnTo>
                  <a:lnTo>
                    <a:pt x="272484" y="264687"/>
                  </a:lnTo>
                  <a:lnTo>
                    <a:pt x="280269" y="263638"/>
                  </a:lnTo>
                  <a:lnTo>
                    <a:pt x="288055" y="262584"/>
                  </a:lnTo>
                  <a:lnTo>
                    <a:pt x="295840" y="261558"/>
                  </a:lnTo>
                  <a:lnTo>
                    <a:pt x="303625" y="260637"/>
                  </a:lnTo>
                  <a:lnTo>
                    <a:pt x="311410" y="259629"/>
                  </a:lnTo>
                  <a:lnTo>
                    <a:pt x="319196" y="258822"/>
                  </a:lnTo>
                  <a:lnTo>
                    <a:pt x="326981" y="257738"/>
                  </a:lnTo>
                  <a:lnTo>
                    <a:pt x="334766" y="256719"/>
                  </a:lnTo>
                  <a:lnTo>
                    <a:pt x="342551" y="255821"/>
                  </a:lnTo>
                  <a:lnTo>
                    <a:pt x="350337" y="254787"/>
                  </a:lnTo>
                  <a:lnTo>
                    <a:pt x="358122" y="253972"/>
                  </a:lnTo>
                  <a:lnTo>
                    <a:pt x="365907" y="253244"/>
                  </a:lnTo>
                  <a:lnTo>
                    <a:pt x="373692" y="252434"/>
                  </a:lnTo>
                  <a:lnTo>
                    <a:pt x="381478" y="251547"/>
                  </a:lnTo>
                  <a:lnTo>
                    <a:pt x="389263" y="250601"/>
                  </a:lnTo>
                  <a:lnTo>
                    <a:pt x="397048" y="249734"/>
                  </a:lnTo>
                  <a:lnTo>
                    <a:pt x="404834" y="248772"/>
                  </a:lnTo>
                  <a:lnTo>
                    <a:pt x="412619" y="247603"/>
                  </a:lnTo>
                  <a:lnTo>
                    <a:pt x="420404" y="246674"/>
                  </a:lnTo>
                  <a:lnTo>
                    <a:pt x="428189" y="245590"/>
                  </a:lnTo>
                  <a:lnTo>
                    <a:pt x="435975" y="244741"/>
                  </a:lnTo>
                  <a:lnTo>
                    <a:pt x="443760" y="243724"/>
                  </a:lnTo>
                  <a:lnTo>
                    <a:pt x="451545" y="242706"/>
                  </a:lnTo>
                  <a:lnTo>
                    <a:pt x="459330" y="241558"/>
                  </a:lnTo>
                  <a:lnTo>
                    <a:pt x="467116" y="240733"/>
                  </a:lnTo>
                  <a:lnTo>
                    <a:pt x="474901" y="239819"/>
                  </a:lnTo>
                  <a:lnTo>
                    <a:pt x="482686" y="238867"/>
                  </a:lnTo>
                  <a:lnTo>
                    <a:pt x="490472" y="237697"/>
                  </a:lnTo>
                  <a:lnTo>
                    <a:pt x="498257" y="236677"/>
                  </a:lnTo>
                  <a:lnTo>
                    <a:pt x="506042" y="235547"/>
                  </a:lnTo>
                  <a:lnTo>
                    <a:pt x="513827" y="234228"/>
                  </a:lnTo>
                  <a:lnTo>
                    <a:pt x="521613" y="233062"/>
                  </a:lnTo>
                  <a:lnTo>
                    <a:pt x="529398" y="232009"/>
                  </a:lnTo>
                  <a:lnTo>
                    <a:pt x="537183" y="230990"/>
                  </a:lnTo>
                  <a:lnTo>
                    <a:pt x="544968" y="229948"/>
                  </a:lnTo>
                  <a:lnTo>
                    <a:pt x="552754" y="229005"/>
                  </a:lnTo>
                  <a:lnTo>
                    <a:pt x="560539" y="228121"/>
                  </a:lnTo>
                  <a:lnTo>
                    <a:pt x="568324" y="226887"/>
                  </a:lnTo>
                  <a:lnTo>
                    <a:pt x="576110" y="225948"/>
                  </a:lnTo>
                  <a:lnTo>
                    <a:pt x="583895" y="224708"/>
                  </a:lnTo>
                  <a:lnTo>
                    <a:pt x="591680" y="223737"/>
                  </a:lnTo>
                  <a:lnTo>
                    <a:pt x="599465" y="222822"/>
                  </a:lnTo>
                  <a:lnTo>
                    <a:pt x="607251" y="221814"/>
                  </a:lnTo>
                  <a:lnTo>
                    <a:pt x="615036" y="221048"/>
                  </a:lnTo>
                  <a:lnTo>
                    <a:pt x="622821" y="219994"/>
                  </a:lnTo>
                  <a:lnTo>
                    <a:pt x="630606" y="218628"/>
                  </a:lnTo>
                  <a:lnTo>
                    <a:pt x="638392" y="217457"/>
                  </a:lnTo>
                  <a:lnTo>
                    <a:pt x="646177" y="216323"/>
                  </a:lnTo>
                  <a:lnTo>
                    <a:pt x="653962" y="215021"/>
                  </a:lnTo>
                  <a:lnTo>
                    <a:pt x="661747" y="213813"/>
                  </a:lnTo>
                  <a:lnTo>
                    <a:pt x="669533" y="212899"/>
                  </a:lnTo>
                  <a:lnTo>
                    <a:pt x="677318" y="212051"/>
                  </a:lnTo>
                  <a:lnTo>
                    <a:pt x="685103" y="210972"/>
                  </a:lnTo>
                  <a:lnTo>
                    <a:pt x="692889" y="209880"/>
                  </a:lnTo>
                  <a:lnTo>
                    <a:pt x="700674" y="208698"/>
                  </a:lnTo>
                  <a:lnTo>
                    <a:pt x="708459" y="207488"/>
                  </a:lnTo>
                  <a:lnTo>
                    <a:pt x="716244" y="206374"/>
                  </a:lnTo>
                  <a:lnTo>
                    <a:pt x="724030" y="205070"/>
                  </a:lnTo>
                  <a:lnTo>
                    <a:pt x="731815" y="204064"/>
                  </a:lnTo>
                  <a:lnTo>
                    <a:pt x="739600" y="202833"/>
                  </a:lnTo>
                  <a:lnTo>
                    <a:pt x="747385" y="201752"/>
                  </a:lnTo>
                  <a:lnTo>
                    <a:pt x="755171" y="200864"/>
                  </a:lnTo>
                  <a:lnTo>
                    <a:pt x="762956" y="199815"/>
                  </a:lnTo>
                  <a:lnTo>
                    <a:pt x="770741" y="198862"/>
                  </a:lnTo>
                  <a:lnTo>
                    <a:pt x="778527" y="197546"/>
                  </a:lnTo>
                  <a:lnTo>
                    <a:pt x="786312" y="196391"/>
                  </a:lnTo>
                  <a:lnTo>
                    <a:pt x="794097" y="195479"/>
                  </a:lnTo>
                  <a:lnTo>
                    <a:pt x="801882" y="194325"/>
                  </a:lnTo>
                  <a:lnTo>
                    <a:pt x="809668" y="193073"/>
                  </a:lnTo>
                  <a:lnTo>
                    <a:pt x="817453" y="191988"/>
                  </a:lnTo>
                  <a:lnTo>
                    <a:pt x="825238" y="190877"/>
                  </a:lnTo>
                  <a:lnTo>
                    <a:pt x="833023" y="189490"/>
                  </a:lnTo>
                  <a:lnTo>
                    <a:pt x="840809" y="188244"/>
                  </a:lnTo>
                  <a:lnTo>
                    <a:pt x="848594" y="186961"/>
                  </a:lnTo>
                  <a:lnTo>
                    <a:pt x="856379" y="185827"/>
                  </a:lnTo>
                  <a:lnTo>
                    <a:pt x="864165" y="184520"/>
                  </a:lnTo>
                  <a:lnTo>
                    <a:pt x="871950" y="183680"/>
                  </a:lnTo>
                  <a:lnTo>
                    <a:pt x="879735" y="182525"/>
                  </a:lnTo>
                  <a:lnTo>
                    <a:pt x="887520" y="181329"/>
                  </a:lnTo>
                  <a:lnTo>
                    <a:pt x="895306" y="180099"/>
                  </a:lnTo>
                  <a:lnTo>
                    <a:pt x="903091" y="178788"/>
                  </a:lnTo>
                  <a:lnTo>
                    <a:pt x="910876" y="177537"/>
                  </a:lnTo>
                  <a:lnTo>
                    <a:pt x="918661" y="176386"/>
                  </a:lnTo>
                  <a:lnTo>
                    <a:pt x="926447" y="175097"/>
                  </a:lnTo>
                  <a:lnTo>
                    <a:pt x="934232" y="173888"/>
                  </a:lnTo>
                  <a:lnTo>
                    <a:pt x="942017" y="172925"/>
                  </a:lnTo>
                  <a:lnTo>
                    <a:pt x="949802" y="171914"/>
                  </a:lnTo>
                  <a:lnTo>
                    <a:pt x="957588" y="170623"/>
                  </a:lnTo>
                  <a:lnTo>
                    <a:pt x="965373" y="169475"/>
                  </a:lnTo>
                  <a:lnTo>
                    <a:pt x="973158" y="168435"/>
                  </a:lnTo>
                  <a:lnTo>
                    <a:pt x="980944" y="167623"/>
                  </a:lnTo>
                  <a:lnTo>
                    <a:pt x="988729" y="166621"/>
                  </a:lnTo>
                  <a:lnTo>
                    <a:pt x="996514" y="165389"/>
                  </a:lnTo>
                  <a:lnTo>
                    <a:pt x="1004299" y="164225"/>
                  </a:lnTo>
                  <a:lnTo>
                    <a:pt x="1012085" y="163070"/>
                  </a:lnTo>
                  <a:lnTo>
                    <a:pt x="1019870" y="161994"/>
                  </a:lnTo>
                  <a:lnTo>
                    <a:pt x="1027655" y="160750"/>
                  </a:lnTo>
                  <a:lnTo>
                    <a:pt x="1035440" y="159445"/>
                  </a:lnTo>
                  <a:lnTo>
                    <a:pt x="1043226" y="158449"/>
                  </a:lnTo>
                  <a:lnTo>
                    <a:pt x="1051011" y="157684"/>
                  </a:lnTo>
                  <a:lnTo>
                    <a:pt x="1058796" y="156424"/>
                  </a:lnTo>
                  <a:lnTo>
                    <a:pt x="1066582" y="155391"/>
                  </a:lnTo>
                  <a:lnTo>
                    <a:pt x="1074367" y="154319"/>
                  </a:lnTo>
                  <a:lnTo>
                    <a:pt x="1082152" y="152924"/>
                  </a:lnTo>
                  <a:lnTo>
                    <a:pt x="1089937" y="151685"/>
                  </a:lnTo>
                  <a:lnTo>
                    <a:pt x="1097723" y="150236"/>
                  </a:lnTo>
                  <a:lnTo>
                    <a:pt x="1105508" y="148608"/>
                  </a:lnTo>
                  <a:lnTo>
                    <a:pt x="1113293" y="147641"/>
                  </a:lnTo>
                  <a:lnTo>
                    <a:pt x="1121078" y="146170"/>
                  </a:lnTo>
                  <a:lnTo>
                    <a:pt x="1128864" y="144555"/>
                  </a:lnTo>
                  <a:lnTo>
                    <a:pt x="1136649" y="142918"/>
                  </a:lnTo>
                  <a:lnTo>
                    <a:pt x="1144434" y="141707"/>
                  </a:lnTo>
                  <a:lnTo>
                    <a:pt x="1152220" y="140428"/>
                  </a:lnTo>
                  <a:lnTo>
                    <a:pt x="1160005" y="139032"/>
                  </a:lnTo>
                  <a:lnTo>
                    <a:pt x="1167790" y="137860"/>
                  </a:lnTo>
                  <a:lnTo>
                    <a:pt x="1175575" y="136779"/>
                  </a:lnTo>
                  <a:lnTo>
                    <a:pt x="1183361" y="135636"/>
                  </a:lnTo>
                  <a:lnTo>
                    <a:pt x="1191146" y="134593"/>
                  </a:lnTo>
                  <a:lnTo>
                    <a:pt x="1198931" y="133354"/>
                  </a:lnTo>
                  <a:lnTo>
                    <a:pt x="1206716" y="132347"/>
                  </a:lnTo>
                  <a:lnTo>
                    <a:pt x="1214502" y="131317"/>
                  </a:lnTo>
                  <a:lnTo>
                    <a:pt x="1222287" y="130009"/>
                  </a:lnTo>
                  <a:lnTo>
                    <a:pt x="1230072" y="128560"/>
                  </a:lnTo>
                  <a:lnTo>
                    <a:pt x="1237857" y="127242"/>
                  </a:lnTo>
                  <a:lnTo>
                    <a:pt x="1245643" y="126077"/>
                  </a:lnTo>
                  <a:lnTo>
                    <a:pt x="1253428" y="124778"/>
                  </a:lnTo>
                  <a:lnTo>
                    <a:pt x="1261213" y="123557"/>
                  </a:lnTo>
                  <a:lnTo>
                    <a:pt x="1268999" y="122228"/>
                  </a:lnTo>
                  <a:lnTo>
                    <a:pt x="1276784" y="120777"/>
                  </a:lnTo>
                  <a:lnTo>
                    <a:pt x="1284569" y="119445"/>
                  </a:lnTo>
                  <a:lnTo>
                    <a:pt x="1292354" y="117945"/>
                  </a:lnTo>
                  <a:lnTo>
                    <a:pt x="1300140" y="116480"/>
                  </a:lnTo>
                  <a:lnTo>
                    <a:pt x="1307925" y="115121"/>
                  </a:lnTo>
                  <a:lnTo>
                    <a:pt x="1315710" y="113785"/>
                  </a:lnTo>
                  <a:lnTo>
                    <a:pt x="1323495" y="112625"/>
                  </a:lnTo>
                  <a:lnTo>
                    <a:pt x="1331281" y="111382"/>
                  </a:lnTo>
                  <a:lnTo>
                    <a:pt x="1339066" y="110116"/>
                  </a:lnTo>
                  <a:lnTo>
                    <a:pt x="1346851" y="108947"/>
                  </a:lnTo>
                  <a:lnTo>
                    <a:pt x="1354637" y="107774"/>
                  </a:lnTo>
                  <a:lnTo>
                    <a:pt x="1362422" y="106272"/>
                  </a:lnTo>
                  <a:lnTo>
                    <a:pt x="1370207" y="105342"/>
                  </a:lnTo>
                  <a:lnTo>
                    <a:pt x="1377992" y="104347"/>
                  </a:lnTo>
                  <a:lnTo>
                    <a:pt x="1385778" y="103257"/>
                  </a:lnTo>
                  <a:lnTo>
                    <a:pt x="1393563" y="101847"/>
                  </a:lnTo>
                  <a:lnTo>
                    <a:pt x="1401348" y="100364"/>
                  </a:lnTo>
                  <a:lnTo>
                    <a:pt x="1409133" y="99191"/>
                  </a:lnTo>
                  <a:lnTo>
                    <a:pt x="1416919" y="97641"/>
                  </a:lnTo>
                  <a:lnTo>
                    <a:pt x="1424704" y="96594"/>
                  </a:lnTo>
                  <a:lnTo>
                    <a:pt x="1432489" y="95404"/>
                  </a:lnTo>
                  <a:lnTo>
                    <a:pt x="1440275" y="94240"/>
                  </a:lnTo>
                  <a:lnTo>
                    <a:pt x="1448060" y="93019"/>
                  </a:lnTo>
                  <a:lnTo>
                    <a:pt x="1455845" y="91599"/>
                  </a:lnTo>
                  <a:lnTo>
                    <a:pt x="1463630" y="90341"/>
                  </a:lnTo>
                  <a:lnTo>
                    <a:pt x="1471416" y="89167"/>
                  </a:lnTo>
                  <a:lnTo>
                    <a:pt x="1479201" y="87874"/>
                  </a:lnTo>
                  <a:lnTo>
                    <a:pt x="1486986" y="86631"/>
                  </a:lnTo>
                  <a:lnTo>
                    <a:pt x="1494771" y="84997"/>
                  </a:lnTo>
                  <a:lnTo>
                    <a:pt x="1502557" y="83741"/>
                  </a:lnTo>
                  <a:lnTo>
                    <a:pt x="1510342" y="82220"/>
                  </a:lnTo>
                  <a:lnTo>
                    <a:pt x="1518127" y="80797"/>
                  </a:lnTo>
                  <a:lnTo>
                    <a:pt x="1525912" y="79373"/>
                  </a:lnTo>
                  <a:lnTo>
                    <a:pt x="1533698" y="78001"/>
                  </a:lnTo>
                  <a:lnTo>
                    <a:pt x="1541483" y="76574"/>
                  </a:lnTo>
                  <a:lnTo>
                    <a:pt x="1549268" y="75200"/>
                  </a:lnTo>
                  <a:lnTo>
                    <a:pt x="1557054" y="73958"/>
                  </a:lnTo>
                  <a:lnTo>
                    <a:pt x="1564839" y="72473"/>
                  </a:lnTo>
                  <a:lnTo>
                    <a:pt x="1572624" y="70969"/>
                  </a:lnTo>
                  <a:lnTo>
                    <a:pt x="1580409" y="69471"/>
                  </a:lnTo>
                  <a:lnTo>
                    <a:pt x="1588195" y="68296"/>
                  </a:lnTo>
                  <a:lnTo>
                    <a:pt x="1595980" y="67145"/>
                  </a:lnTo>
                  <a:lnTo>
                    <a:pt x="1603765" y="65682"/>
                  </a:lnTo>
                  <a:lnTo>
                    <a:pt x="1611550" y="64154"/>
                  </a:lnTo>
                  <a:lnTo>
                    <a:pt x="1619336" y="62792"/>
                  </a:lnTo>
                  <a:lnTo>
                    <a:pt x="1627121" y="61463"/>
                  </a:lnTo>
                  <a:lnTo>
                    <a:pt x="1634906" y="60499"/>
                  </a:lnTo>
                  <a:lnTo>
                    <a:pt x="1642692" y="59434"/>
                  </a:lnTo>
                  <a:lnTo>
                    <a:pt x="1650477" y="58252"/>
                  </a:lnTo>
                  <a:lnTo>
                    <a:pt x="1658262" y="57180"/>
                  </a:lnTo>
                  <a:lnTo>
                    <a:pt x="1666047" y="55694"/>
                  </a:lnTo>
                  <a:lnTo>
                    <a:pt x="1673833" y="54208"/>
                  </a:lnTo>
                  <a:lnTo>
                    <a:pt x="1681618" y="52723"/>
                  </a:lnTo>
                  <a:lnTo>
                    <a:pt x="1689403" y="51240"/>
                  </a:lnTo>
                  <a:lnTo>
                    <a:pt x="1697188" y="49746"/>
                  </a:lnTo>
                  <a:lnTo>
                    <a:pt x="1704974" y="48321"/>
                  </a:lnTo>
                  <a:lnTo>
                    <a:pt x="1712759" y="47078"/>
                  </a:lnTo>
                  <a:lnTo>
                    <a:pt x="1720544" y="45740"/>
                  </a:lnTo>
                  <a:lnTo>
                    <a:pt x="1728330" y="44482"/>
                  </a:lnTo>
                  <a:lnTo>
                    <a:pt x="1736115" y="43236"/>
                  </a:lnTo>
                  <a:lnTo>
                    <a:pt x="1743900" y="42126"/>
                  </a:lnTo>
                  <a:lnTo>
                    <a:pt x="1751685" y="40727"/>
                  </a:lnTo>
                  <a:lnTo>
                    <a:pt x="1759471" y="39301"/>
                  </a:lnTo>
                  <a:lnTo>
                    <a:pt x="1767256" y="38223"/>
                  </a:lnTo>
                  <a:lnTo>
                    <a:pt x="1775041" y="36965"/>
                  </a:lnTo>
                  <a:lnTo>
                    <a:pt x="1782826" y="35697"/>
                  </a:lnTo>
                  <a:lnTo>
                    <a:pt x="1790612" y="34406"/>
                  </a:lnTo>
                  <a:lnTo>
                    <a:pt x="1798397" y="33347"/>
                  </a:lnTo>
                  <a:lnTo>
                    <a:pt x="1806182" y="32070"/>
                  </a:lnTo>
                  <a:lnTo>
                    <a:pt x="1813967" y="30997"/>
                  </a:lnTo>
                  <a:lnTo>
                    <a:pt x="1821753" y="29660"/>
                  </a:lnTo>
                  <a:lnTo>
                    <a:pt x="1829538" y="28481"/>
                  </a:lnTo>
                  <a:lnTo>
                    <a:pt x="1837323" y="27212"/>
                  </a:lnTo>
                  <a:lnTo>
                    <a:pt x="1845109" y="25933"/>
                  </a:lnTo>
                  <a:lnTo>
                    <a:pt x="1852894" y="24756"/>
                  </a:lnTo>
                  <a:lnTo>
                    <a:pt x="1860679" y="23578"/>
                  </a:lnTo>
                  <a:lnTo>
                    <a:pt x="1868464" y="22313"/>
                  </a:lnTo>
                  <a:lnTo>
                    <a:pt x="1876250" y="21050"/>
                  </a:lnTo>
                  <a:lnTo>
                    <a:pt x="1884035" y="19821"/>
                  </a:lnTo>
                  <a:lnTo>
                    <a:pt x="1891820" y="18636"/>
                  </a:lnTo>
                  <a:lnTo>
                    <a:pt x="1899605" y="17603"/>
                  </a:lnTo>
                  <a:lnTo>
                    <a:pt x="1907391" y="16426"/>
                  </a:lnTo>
                  <a:lnTo>
                    <a:pt x="1915176" y="15207"/>
                  </a:lnTo>
                  <a:lnTo>
                    <a:pt x="1922961" y="14141"/>
                  </a:lnTo>
                  <a:lnTo>
                    <a:pt x="1930747" y="12930"/>
                  </a:lnTo>
                  <a:lnTo>
                    <a:pt x="1938532" y="11713"/>
                  </a:lnTo>
                  <a:lnTo>
                    <a:pt x="1946317" y="10502"/>
                  </a:lnTo>
                  <a:lnTo>
                    <a:pt x="1954102" y="9362"/>
                  </a:lnTo>
                  <a:lnTo>
                    <a:pt x="1961888" y="8108"/>
                  </a:lnTo>
                  <a:lnTo>
                    <a:pt x="1969673" y="6851"/>
                  </a:lnTo>
                  <a:lnTo>
                    <a:pt x="1977458" y="5727"/>
                  </a:lnTo>
                  <a:lnTo>
                    <a:pt x="1985243" y="4632"/>
                  </a:lnTo>
                  <a:lnTo>
                    <a:pt x="1993029" y="3399"/>
                  </a:lnTo>
                  <a:lnTo>
                    <a:pt x="2000814" y="2211"/>
                  </a:lnTo>
                  <a:lnTo>
                    <a:pt x="2008599" y="1163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7"/>
            <p:cNvSpPr/>
            <p:nvPr/>
          </p:nvSpPr>
          <p:spPr>
            <a:xfrm>
              <a:off x="6049435" y="3706496"/>
              <a:ext cx="2016385" cy="192353"/>
            </a:xfrm>
            <a:custGeom>
              <a:avLst/>
              <a:pathLst>
                <a:path w="2016385" h="192353">
                  <a:moveTo>
                    <a:pt x="0" y="192353"/>
                  </a:moveTo>
                  <a:lnTo>
                    <a:pt x="7785" y="191820"/>
                  </a:lnTo>
                  <a:lnTo>
                    <a:pt x="15570" y="191155"/>
                  </a:lnTo>
                  <a:lnTo>
                    <a:pt x="23355" y="190625"/>
                  </a:lnTo>
                  <a:lnTo>
                    <a:pt x="31141" y="190133"/>
                  </a:lnTo>
                  <a:lnTo>
                    <a:pt x="38926" y="189696"/>
                  </a:lnTo>
                  <a:lnTo>
                    <a:pt x="46711" y="189062"/>
                  </a:lnTo>
                  <a:lnTo>
                    <a:pt x="54496" y="188400"/>
                  </a:lnTo>
                  <a:lnTo>
                    <a:pt x="62282" y="187898"/>
                  </a:lnTo>
                  <a:lnTo>
                    <a:pt x="70067" y="187377"/>
                  </a:lnTo>
                  <a:lnTo>
                    <a:pt x="77852" y="186820"/>
                  </a:lnTo>
                  <a:lnTo>
                    <a:pt x="85637" y="186102"/>
                  </a:lnTo>
                  <a:lnTo>
                    <a:pt x="93423" y="185567"/>
                  </a:lnTo>
                  <a:lnTo>
                    <a:pt x="101208" y="185216"/>
                  </a:lnTo>
                  <a:lnTo>
                    <a:pt x="108993" y="184616"/>
                  </a:lnTo>
                  <a:lnTo>
                    <a:pt x="116779" y="183960"/>
                  </a:lnTo>
                  <a:lnTo>
                    <a:pt x="124564" y="183324"/>
                  </a:lnTo>
                  <a:lnTo>
                    <a:pt x="132349" y="182845"/>
                  </a:lnTo>
                  <a:lnTo>
                    <a:pt x="140134" y="182331"/>
                  </a:lnTo>
                  <a:lnTo>
                    <a:pt x="147920" y="181755"/>
                  </a:lnTo>
                  <a:lnTo>
                    <a:pt x="155705" y="181359"/>
                  </a:lnTo>
                  <a:lnTo>
                    <a:pt x="163490" y="180889"/>
                  </a:lnTo>
                  <a:lnTo>
                    <a:pt x="171275" y="180183"/>
                  </a:lnTo>
                  <a:lnTo>
                    <a:pt x="179061" y="179491"/>
                  </a:lnTo>
                  <a:lnTo>
                    <a:pt x="186846" y="178986"/>
                  </a:lnTo>
                  <a:lnTo>
                    <a:pt x="194631" y="178400"/>
                  </a:lnTo>
                  <a:lnTo>
                    <a:pt x="202417" y="177793"/>
                  </a:lnTo>
                  <a:lnTo>
                    <a:pt x="210202" y="177266"/>
                  </a:lnTo>
                  <a:lnTo>
                    <a:pt x="217987" y="176674"/>
                  </a:lnTo>
                  <a:lnTo>
                    <a:pt x="225772" y="176153"/>
                  </a:lnTo>
                  <a:lnTo>
                    <a:pt x="233558" y="175498"/>
                  </a:lnTo>
                  <a:lnTo>
                    <a:pt x="241343" y="174871"/>
                  </a:lnTo>
                  <a:lnTo>
                    <a:pt x="249128" y="174203"/>
                  </a:lnTo>
                  <a:lnTo>
                    <a:pt x="256913" y="173696"/>
                  </a:lnTo>
                  <a:lnTo>
                    <a:pt x="264699" y="173017"/>
                  </a:lnTo>
                  <a:lnTo>
                    <a:pt x="272484" y="172400"/>
                  </a:lnTo>
                  <a:lnTo>
                    <a:pt x="280269" y="171691"/>
                  </a:lnTo>
                  <a:lnTo>
                    <a:pt x="288055" y="171049"/>
                  </a:lnTo>
                  <a:lnTo>
                    <a:pt x="295840" y="170516"/>
                  </a:lnTo>
                  <a:lnTo>
                    <a:pt x="303625" y="169859"/>
                  </a:lnTo>
                  <a:lnTo>
                    <a:pt x="311410" y="169349"/>
                  </a:lnTo>
                  <a:lnTo>
                    <a:pt x="319196" y="168815"/>
                  </a:lnTo>
                  <a:lnTo>
                    <a:pt x="326981" y="168152"/>
                  </a:lnTo>
                  <a:lnTo>
                    <a:pt x="334766" y="167305"/>
                  </a:lnTo>
                  <a:lnTo>
                    <a:pt x="342551" y="166827"/>
                  </a:lnTo>
                  <a:lnTo>
                    <a:pt x="350337" y="166114"/>
                  </a:lnTo>
                  <a:lnTo>
                    <a:pt x="358122" y="165582"/>
                  </a:lnTo>
                  <a:lnTo>
                    <a:pt x="365907" y="164949"/>
                  </a:lnTo>
                  <a:lnTo>
                    <a:pt x="373692" y="164489"/>
                  </a:lnTo>
                  <a:lnTo>
                    <a:pt x="381478" y="163778"/>
                  </a:lnTo>
                  <a:lnTo>
                    <a:pt x="389263" y="163002"/>
                  </a:lnTo>
                  <a:lnTo>
                    <a:pt x="397048" y="162168"/>
                  </a:lnTo>
                  <a:lnTo>
                    <a:pt x="404834" y="161520"/>
                  </a:lnTo>
                  <a:lnTo>
                    <a:pt x="412619" y="160828"/>
                  </a:lnTo>
                  <a:lnTo>
                    <a:pt x="420404" y="160100"/>
                  </a:lnTo>
                  <a:lnTo>
                    <a:pt x="428189" y="159616"/>
                  </a:lnTo>
                  <a:lnTo>
                    <a:pt x="435975" y="158997"/>
                  </a:lnTo>
                  <a:lnTo>
                    <a:pt x="443760" y="158350"/>
                  </a:lnTo>
                  <a:lnTo>
                    <a:pt x="451545" y="157785"/>
                  </a:lnTo>
                  <a:lnTo>
                    <a:pt x="459330" y="157166"/>
                  </a:lnTo>
                  <a:lnTo>
                    <a:pt x="467116" y="156610"/>
                  </a:lnTo>
                  <a:lnTo>
                    <a:pt x="474901" y="156009"/>
                  </a:lnTo>
                  <a:lnTo>
                    <a:pt x="482686" y="155311"/>
                  </a:lnTo>
                  <a:lnTo>
                    <a:pt x="490472" y="154403"/>
                  </a:lnTo>
                  <a:lnTo>
                    <a:pt x="498257" y="153830"/>
                  </a:lnTo>
                  <a:lnTo>
                    <a:pt x="506042" y="153379"/>
                  </a:lnTo>
                  <a:lnTo>
                    <a:pt x="513827" y="152716"/>
                  </a:lnTo>
                  <a:lnTo>
                    <a:pt x="521613" y="152032"/>
                  </a:lnTo>
                  <a:lnTo>
                    <a:pt x="529398" y="151399"/>
                  </a:lnTo>
                  <a:lnTo>
                    <a:pt x="537183" y="150785"/>
                  </a:lnTo>
                  <a:lnTo>
                    <a:pt x="544968" y="149984"/>
                  </a:lnTo>
                  <a:lnTo>
                    <a:pt x="552754" y="149319"/>
                  </a:lnTo>
                  <a:lnTo>
                    <a:pt x="560539" y="148704"/>
                  </a:lnTo>
                  <a:lnTo>
                    <a:pt x="568324" y="148077"/>
                  </a:lnTo>
                  <a:lnTo>
                    <a:pt x="576110" y="147295"/>
                  </a:lnTo>
                  <a:lnTo>
                    <a:pt x="583895" y="146595"/>
                  </a:lnTo>
                  <a:lnTo>
                    <a:pt x="591680" y="146122"/>
                  </a:lnTo>
                  <a:lnTo>
                    <a:pt x="599465" y="145380"/>
                  </a:lnTo>
                  <a:lnTo>
                    <a:pt x="607251" y="144763"/>
                  </a:lnTo>
                  <a:lnTo>
                    <a:pt x="615036" y="143901"/>
                  </a:lnTo>
                  <a:lnTo>
                    <a:pt x="622821" y="143058"/>
                  </a:lnTo>
                  <a:lnTo>
                    <a:pt x="630606" y="142479"/>
                  </a:lnTo>
                  <a:lnTo>
                    <a:pt x="638392" y="141803"/>
                  </a:lnTo>
                  <a:lnTo>
                    <a:pt x="646177" y="141368"/>
                  </a:lnTo>
                  <a:lnTo>
                    <a:pt x="653962" y="140679"/>
                  </a:lnTo>
                  <a:lnTo>
                    <a:pt x="661747" y="140054"/>
                  </a:lnTo>
                  <a:lnTo>
                    <a:pt x="669533" y="139446"/>
                  </a:lnTo>
                  <a:lnTo>
                    <a:pt x="677318" y="139080"/>
                  </a:lnTo>
                  <a:lnTo>
                    <a:pt x="685103" y="138584"/>
                  </a:lnTo>
                  <a:lnTo>
                    <a:pt x="692889" y="137757"/>
                  </a:lnTo>
                  <a:lnTo>
                    <a:pt x="700674" y="137122"/>
                  </a:lnTo>
                  <a:lnTo>
                    <a:pt x="708459" y="136442"/>
                  </a:lnTo>
                  <a:lnTo>
                    <a:pt x="716244" y="135801"/>
                  </a:lnTo>
                  <a:lnTo>
                    <a:pt x="724030" y="135122"/>
                  </a:lnTo>
                  <a:lnTo>
                    <a:pt x="731815" y="134545"/>
                  </a:lnTo>
                  <a:lnTo>
                    <a:pt x="739600" y="133729"/>
                  </a:lnTo>
                  <a:lnTo>
                    <a:pt x="747385" y="132988"/>
                  </a:lnTo>
                  <a:lnTo>
                    <a:pt x="755171" y="132167"/>
                  </a:lnTo>
                  <a:lnTo>
                    <a:pt x="762956" y="131569"/>
                  </a:lnTo>
                  <a:lnTo>
                    <a:pt x="770741" y="130869"/>
                  </a:lnTo>
                  <a:lnTo>
                    <a:pt x="778527" y="130177"/>
                  </a:lnTo>
                  <a:lnTo>
                    <a:pt x="786312" y="129536"/>
                  </a:lnTo>
                  <a:lnTo>
                    <a:pt x="794097" y="128829"/>
                  </a:lnTo>
                  <a:lnTo>
                    <a:pt x="801882" y="128147"/>
                  </a:lnTo>
                  <a:lnTo>
                    <a:pt x="809668" y="127326"/>
                  </a:lnTo>
                  <a:lnTo>
                    <a:pt x="817453" y="126823"/>
                  </a:lnTo>
                  <a:lnTo>
                    <a:pt x="825238" y="126082"/>
                  </a:lnTo>
                  <a:lnTo>
                    <a:pt x="833023" y="125152"/>
                  </a:lnTo>
                  <a:lnTo>
                    <a:pt x="840809" y="124718"/>
                  </a:lnTo>
                  <a:lnTo>
                    <a:pt x="848594" y="124299"/>
                  </a:lnTo>
                  <a:lnTo>
                    <a:pt x="856379" y="123479"/>
                  </a:lnTo>
                  <a:lnTo>
                    <a:pt x="864165" y="122442"/>
                  </a:lnTo>
                  <a:lnTo>
                    <a:pt x="871950" y="121751"/>
                  </a:lnTo>
                  <a:lnTo>
                    <a:pt x="879735" y="120917"/>
                  </a:lnTo>
                  <a:lnTo>
                    <a:pt x="887520" y="120149"/>
                  </a:lnTo>
                  <a:lnTo>
                    <a:pt x="895306" y="119307"/>
                  </a:lnTo>
                  <a:lnTo>
                    <a:pt x="903091" y="118531"/>
                  </a:lnTo>
                  <a:lnTo>
                    <a:pt x="910876" y="117943"/>
                  </a:lnTo>
                  <a:lnTo>
                    <a:pt x="918661" y="117320"/>
                  </a:lnTo>
                  <a:lnTo>
                    <a:pt x="926447" y="116375"/>
                  </a:lnTo>
                  <a:lnTo>
                    <a:pt x="934232" y="115482"/>
                  </a:lnTo>
                  <a:lnTo>
                    <a:pt x="942017" y="114864"/>
                  </a:lnTo>
                  <a:lnTo>
                    <a:pt x="949802" y="114142"/>
                  </a:lnTo>
                  <a:lnTo>
                    <a:pt x="957588" y="113042"/>
                  </a:lnTo>
                  <a:lnTo>
                    <a:pt x="965373" y="112205"/>
                  </a:lnTo>
                  <a:lnTo>
                    <a:pt x="973158" y="111473"/>
                  </a:lnTo>
                  <a:lnTo>
                    <a:pt x="980944" y="110774"/>
                  </a:lnTo>
                  <a:lnTo>
                    <a:pt x="988729" y="110076"/>
                  </a:lnTo>
                  <a:lnTo>
                    <a:pt x="996514" y="109392"/>
                  </a:lnTo>
                  <a:lnTo>
                    <a:pt x="1004299" y="108641"/>
                  </a:lnTo>
                  <a:lnTo>
                    <a:pt x="1012085" y="108025"/>
                  </a:lnTo>
                  <a:lnTo>
                    <a:pt x="1019870" y="107360"/>
                  </a:lnTo>
                  <a:lnTo>
                    <a:pt x="1027655" y="106791"/>
                  </a:lnTo>
                  <a:lnTo>
                    <a:pt x="1035440" y="106012"/>
                  </a:lnTo>
                  <a:lnTo>
                    <a:pt x="1043226" y="105171"/>
                  </a:lnTo>
                  <a:lnTo>
                    <a:pt x="1051011" y="104357"/>
                  </a:lnTo>
                  <a:lnTo>
                    <a:pt x="1058796" y="103498"/>
                  </a:lnTo>
                  <a:lnTo>
                    <a:pt x="1066582" y="102728"/>
                  </a:lnTo>
                  <a:lnTo>
                    <a:pt x="1074367" y="101893"/>
                  </a:lnTo>
                  <a:lnTo>
                    <a:pt x="1082152" y="101269"/>
                  </a:lnTo>
                  <a:lnTo>
                    <a:pt x="1089937" y="100306"/>
                  </a:lnTo>
                  <a:lnTo>
                    <a:pt x="1097723" y="99822"/>
                  </a:lnTo>
                  <a:lnTo>
                    <a:pt x="1105508" y="99063"/>
                  </a:lnTo>
                  <a:lnTo>
                    <a:pt x="1113293" y="98253"/>
                  </a:lnTo>
                  <a:lnTo>
                    <a:pt x="1121078" y="97262"/>
                  </a:lnTo>
                  <a:lnTo>
                    <a:pt x="1128864" y="96337"/>
                  </a:lnTo>
                  <a:lnTo>
                    <a:pt x="1136649" y="95552"/>
                  </a:lnTo>
                  <a:lnTo>
                    <a:pt x="1144434" y="94724"/>
                  </a:lnTo>
                  <a:lnTo>
                    <a:pt x="1152220" y="93902"/>
                  </a:lnTo>
                  <a:lnTo>
                    <a:pt x="1160005" y="93426"/>
                  </a:lnTo>
                  <a:lnTo>
                    <a:pt x="1167790" y="92600"/>
                  </a:lnTo>
                  <a:lnTo>
                    <a:pt x="1175575" y="91550"/>
                  </a:lnTo>
                  <a:lnTo>
                    <a:pt x="1183361" y="90759"/>
                  </a:lnTo>
                  <a:lnTo>
                    <a:pt x="1191146" y="89906"/>
                  </a:lnTo>
                  <a:lnTo>
                    <a:pt x="1198931" y="88866"/>
                  </a:lnTo>
                  <a:lnTo>
                    <a:pt x="1206716" y="88236"/>
                  </a:lnTo>
                  <a:lnTo>
                    <a:pt x="1214502" y="87640"/>
                  </a:lnTo>
                  <a:lnTo>
                    <a:pt x="1222287" y="86786"/>
                  </a:lnTo>
                  <a:lnTo>
                    <a:pt x="1230072" y="85977"/>
                  </a:lnTo>
                  <a:lnTo>
                    <a:pt x="1237857" y="85233"/>
                  </a:lnTo>
                  <a:lnTo>
                    <a:pt x="1245643" y="84421"/>
                  </a:lnTo>
                  <a:lnTo>
                    <a:pt x="1253428" y="83578"/>
                  </a:lnTo>
                  <a:lnTo>
                    <a:pt x="1261213" y="82775"/>
                  </a:lnTo>
                  <a:lnTo>
                    <a:pt x="1268999" y="82178"/>
                  </a:lnTo>
                  <a:lnTo>
                    <a:pt x="1276784" y="81582"/>
                  </a:lnTo>
                  <a:lnTo>
                    <a:pt x="1284569" y="80752"/>
                  </a:lnTo>
                  <a:lnTo>
                    <a:pt x="1292354" y="80007"/>
                  </a:lnTo>
                  <a:lnTo>
                    <a:pt x="1300140" y="79149"/>
                  </a:lnTo>
                  <a:lnTo>
                    <a:pt x="1307925" y="78310"/>
                  </a:lnTo>
                  <a:lnTo>
                    <a:pt x="1315710" y="77664"/>
                  </a:lnTo>
                  <a:lnTo>
                    <a:pt x="1323495" y="76822"/>
                  </a:lnTo>
                  <a:lnTo>
                    <a:pt x="1331281" y="76040"/>
                  </a:lnTo>
                  <a:lnTo>
                    <a:pt x="1339066" y="75129"/>
                  </a:lnTo>
                  <a:lnTo>
                    <a:pt x="1346851" y="74264"/>
                  </a:lnTo>
                  <a:lnTo>
                    <a:pt x="1354637" y="73464"/>
                  </a:lnTo>
                  <a:lnTo>
                    <a:pt x="1362422" y="72766"/>
                  </a:lnTo>
                  <a:lnTo>
                    <a:pt x="1370207" y="72026"/>
                  </a:lnTo>
                  <a:lnTo>
                    <a:pt x="1377992" y="71119"/>
                  </a:lnTo>
                  <a:lnTo>
                    <a:pt x="1385778" y="70289"/>
                  </a:lnTo>
                  <a:lnTo>
                    <a:pt x="1393563" y="69445"/>
                  </a:lnTo>
                  <a:lnTo>
                    <a:pt x="1401348" y="68664"/>
                  </a:lnTo>
                  <a:lnTo>
                    <a:pt x="1409133" y="67666"/>
                  </a:lnTo>
                  <a:lnTo>
                    <a:pt x="1416919" y="66846"/>
                  </a:lnTo>
                  <a:lnTo>
                    <a:pt x="1424704" y="66069"/>
                  </a:lnTo>
                  <a:lnTo>
                    <a:pt x="1432489" y="65197"/>
                  </a:lnTo>
                  <a:lnTo>
                    <a:pt x="1440275" y="64340"/>
                  </a:lnTo>
                  <a:lnTo>
                    <a:pt x="1448060" y="63278"/>
                  </a:lnTo>
                  <a:lnTo>
                    <a:pt x="1455845" y="62187"/>
                  </a:lnTo>
                  <a:lnTo>
                    <a:pt x="1463630" y="61549"/>
                  </a:lnTo>
                  <a:lnTo>
                    <a:pt x="1471416" y="60578"/>
                  </a:lnTo>
                  <a:lnTo>
                    <a:pt x="1479201" y="59905"/>
                  </a:lnTo>
                  <a:lnTo>
                    <a:pt x="1486986" y="59055"/>
                  </a:lnTo>
                  <a:lnTo>
                    <a:pt x="1494771" y="58304"/>
                  </a:lnTo>
                  <a:lnTo>
                    <a:pt x="1502557" y="57479"/>
                  </a:lnTo>
                  <a:lnTo>
                    <a:pt x="1510342" y="56565"/>
                  </a:lnTo>
                  <a:lnTo>
                    <a:pt x="1518127" y="55660"/>
                  </a:lnTo>
                  <a:lnTo>
                    <a:pt x="1525912" y="54863"/>
                  </a:lnTo>
                  <a:lnTo>
                    <a:pt x="1533698" y="54054"/>
                  </a:lnTo>
                  <a:lnTo>
                    <a:pt x="1541483" y="53048"/>
                  </a:lnTo>
                  <a:lnTo>
                    <a:pt x="1549268" y="51986"/>
                  </a:lnTo>
                  <a:lnTo>
                    <a:pt x="1557054" y="51074"/>
                  </a:lnTo>
                  <a:lnTo>
                    <a:pt x="1564839" y="50212"/>
                  </a:lnTo>
                  <a:lnTo>
                    <a:pt x="1572624" y="49393"/>
                  </a:lnTo>
                  <a:lnTo>
                    <a:pt x="1580409" y="48667"/>
                  </a:lnTo>
                  <a:lnTo>
                    <a:pt x="1588195" y="47826"/>
                  </a:lnTo>
                  <a:lnTo>
                    <a:pt x="1595980" y="47077"/>
                  </a:lnTo>
                  <a:lnTo>
                    <a:pt x="1603765" y="46321"/>
                  </a:lnTo>
                  <a:lnTo>
                    <a:pt x="1611550" y="45593"/>
                  </a:lnTo>
                  <a:lnTo>
                    <a:pt x="1619336" y="44870"/>
                  </a:lnTo>
                  <a:lnTo>
                    <a:pt x="1627121" y="44078"/>
                  </a:lnTo>
                  <a:lnTo>
                    <a:pt x="1634906" y="43095"/>
                  </a:lnTo>
                  <a:lnTo>
                    <a:pt x="1642692" y="42129"/>
                  </a:lnTo>
                  <a:lnTo>
                    <a:pt x="1650477" y="41312"/>
                  </a:lnTo>
                  <a:lnTo>
                    <a:pt x="1658262" y="40496"/>
                  </a:lnTo>
                  <a:lnTo>
                    <a:pt x="1666047" y="39555"/>
                  </a:lnTo>
                  <a:lnTo>
                    <a:pt x="1673833" y="38723"/>
                  </a:lnTo>
                  <a:lnTo>
                    <a:pt x="1681618" y="37758"/>
                  </a:lnTo>
                  <a:lnTo>
                    <a:pt x="1689403" y="36948"/>
                  </a:lnTo>
                  <a:lnTo>
                    <a:pt x="1697188" y="36300"/>
                  </a:lnTo>
                  <a:lnTo>
                    <a:pt x="1704974" y="35432"/>
                  </a:lnTo>
                  <a:lnTo>
                    <a:pt x="1712759" y="34601"/>
                  </a:lnTo>
                  <a:lnTo>
                    <a:pt x="1720544" y="33832"/>
                  </a:lnTo>
                  <a:lnTo>
                    <a:pt x="1728330" y="32923"/>
                  </a:lnTo>
                  <a:lnTo>
                    <a:pt x="1736115" y="31882"/>
                  </a:lnTo>
                  <a:lnTo>
                    <a:pt x="1743900" y="30941"/>
                  </a:lnTo>
                  <a:lnTo>
                    <a:pt x="1751685" y="30001"/>
                  </a:lnTo>
                  <a:lnTo>
                    <a:pt x="1759471" y="29118"/>
                  </a:lnTo>
                  <a:lnTo>
                    <a:pt x="1767256" y="28024"/>
                  </a:lnTo>
                  <a:lnTo>
                    <a:pt x="1775041" y="27058"/>
                  </a:lnTo>
                  <a:lnTo>
                    <a:pt x="1782826" y="26030"/>
                  </a:lnTo>
                  <a:lnTo>
                    <a:pt x="1790612" y="25046"/>
                  </a:lnTo>
                  <a:lnTo>
                    <a:pt x="1798397" y="24236"/>
                  </a:lnTo>
                  <a:lnTo>
                    <a:pt x="1806182" y="23487"/>
                  </a:lnTo>
                  <a:lnTo>
                    <a:pt x="1813967" y="22661"/>
                  </a:lnTo>
                  <a:lnTo>
                    <a:pt x="1821753" y="21994"/>
                  </a:lnTo>
                  <a:lnTo>
                    <a:pt x="1829538" y="21344"/>
                  </a:lnTo>
                  <a:lnTo>
                    <a:pt x="1837323" y="20465"/>
                  </a:lnTo>
                  <a:lnTo>
                    <a:pt x="1845109" y="19569"/>
                  </a:lnTo>
                  <a:lnTo>
                    <a:pt x="1852894" y="18631"/>
                  </a:lnTo>
                  <a:lnTo>
                    <a:pt x="1860679" y="17702"/>
                  </a:lnTo>
                  <a:lnTo>
                    <a:pt x="1868464" y="16867"/>
                  </a:lnTo>
                  <a:lnTo>
                    <a:pt x="1876250" y="15793"/>
                  </a:lnTo>
                  <a:lnTo>
                    <a:pt x="1884035" y="14914"/>
                  </a:lnTo>
                  <a:lnTo>
                    <a:pt x="1891820" y="14024"/>
                  </a:lnTo>
                  <a:lnTo>
                    <a:pt x="1899605" y="13134"/>
                  </a:lnTo>
                  <a:lnTo>
                    <a:pt x="1907391" y="12164"/>
                  </a:lnTo>
                  <a:lnTo>
                    <a:pt x="1915176" y="11235"/>
                  </a:lnTo>
                  <a:lnTo>
                    <a:pt x="1922961" y="10462"/>
                  </a:lnTo>
                  <a:lnTo>
                    <a:pt x="1930747" y="9570"/>
                  </a:lnTo>
                  <a:lnTo>
                    <a:pt x="1938532" y="8687"/>
                  </a:lnTo>
                  <a:lnTo>
                    <a:pt x="1946317" y="7821"/>
                  </a:lnTo>
                  <a:lnTo>
                    <a:pt x="1954102" y="7012"/>
                  </a:lnTo>
                  <a:lnTo>
                    <a:pt x="1961888" y="6154"/>
                  </a:lnTo>
                  <a:lnTo>
                    <a:pt x="1969673" y="5264"/>
                  </a:lnTo>
                  <a:lnTo>
                    <a:pt x="1977458" y="4423"/>
                  </a:lnTo>
                  <a:lnTo>
                    <a:pt x="1985243" y="3604"/>
                  </a:lnTo>
                  <a:lnTo>
                    <a:pt x="1993029" y="2662"/>
                  </a:lnTo>
                  <a:lnTo>
                    <a:pt x="2000814" y="1709"/>
                  </a:lnTo>
                  <a:lnTo>
                    <a:pt x="2008599" y="911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8"/>
            <p:cNvSpPr/>
            <p:nvPr/>
          </p:nvSpPr>
          <p:spPr>
            <a:xfrm>
              <a:off x="6049435" y="3733873"/>
              <a:ext cx="2016385" cy="122683"/>
            </a:xfrm>
            <a:custGeom>
              <a:avLst/>
              <a:pathLst>
                <a:path w="2016385" h="122683">
                  <a:moveTo>
                    <a:pt x="0" y="122683"/>
                  </a:moveTo>
                  <a:lnTo>
                    <a:pt x="7785" y="122234"/>
                  </a:lnTo>
                  <a:lnTo>
                    <a:pt x="15570" y="121933"/>
                  </a:lnTo>
                  <a:lnTo>
                    <a:pt x="23355" y="121486"/>
                  </a:lnTo>
                  <a:lnTo>
                    <a:pt x="31141" y="121049"/>
                  </a:lnTo>
                  <a:lnTo>
                    <a:pt x="38926" y="120870"/>
                  </a:lnTo>
                  <a:lnTo>
                    <a:pt x="46711" y="120491"/>
                  </a:lnTo>
                  <a:lnTo>
                    <a:pt x="54496" y="119966"/>
                  </a:lnTo>
                  <a:lnTo>
                    <a:pt x="62282" y="119529"/>
                  </a:lnTo>
                  <a:lnTo>
                    <a:pt x="70067" y="119236"/>
                  </a:lnTo>
                  <a:lnTo>
                    <a:pt x="77852" y="118693"/>
                  </a:lnTo>
                  <a:lnTo>
                    <a:pt x="85637" y="118272"/>
                  </a:lnTo>
                  <a:lnTo>
                    <a:pt x="93423" y="117699"/>
                  </a:lnTo>
                  <a:lnTo>
                    <a:pt x="101208" y="117324"/>
                  </a:lnTo>
                  <a:lnTo>
                    <a:pt x="108993" y="116737"/>
                  </a:lnTo>
                  <a:lnTo>
                    <a:pt x="116779" y="116231"/>
                  </a:lnTo>
                  <a:lnTo>
                    <a:pt x="124564" y="115736"/>
                  </a:lnTo>
                  <a:lnTo>
                    <a:pt x="132349" y="115256"/>
                  </a:lnTo>
                  <a:lnTo>
                    <a:pt x="140134" y="114772"/>
                  </a:lnTo>
                  <a:lnTo>
                    <a:pt x="147920" y="114458"/>
                  </a:lnTo>
                  <a:lnTo>
                    <a:pt x="155705" y="113982"/>
                  </a:lnTo>
                  <a:lnTo>
                    <a:pt x="163490" y="113430"/>
                  </a:lnTo>
                  <a:lnTo>
                    <a:pt x="171275" y="113176"/>
                  </a:lnTo>
                  <a:lnTo>
                    <a:pt x="179061" y="112405"/>
                  </a:lnTo>
                  <a:lnTo>
                    <a:pt x="186846" y="111957"/>
                  </a:lnTo>
                  <a:lnTo>
                    <a:pt x="194631" y="111631"/>
                  </a:lnTo>
                  <a:lnTo>
                    <a:pt x="202417" y="111107"/>
                  </a:lnTo>
                  <a:lnTo>
                    <a:pt x="210202" y="110769"/>
                  </a:lnTo>
                  <a:lnTo>
                    <a:pt x="217987" y="110489"/>
                  </a:lnTo>
                  <a:lnTo>
                    <a:pt x="225772" y="109966"/>
                  </a:lnTo>
                  <a:lnTo>
                    <a:pt x="233558" y="109367"/>
                  </a:lnTo>
                  <a:lnTo>
                    <a:pt x="241343" y="109077"/>
                  </a:lnTo>
                  <a:lnTo>
                    <a:pt x="249128" y="108466"/>
                  </a:lnTo>
                  <a:lnTo>
                    <a:pt x="256913" y="107981"/>
                  </a:lnTo>
                  <a:lnTo>
                    <a:pt x="264699" y="107486"/>
                  </a:lnTo>
                  <a:lnTo>
                    <a:pt x="272484" y="107186"/>
                  </a:lnTo>
                  <a:lnTo>
                    <a:pt x="280269" y="107199"/>
                  </a:lnTo>
                  <a:lnTo>
                    <a:pt x="288055" y="106707"/>
                  </a:lnTo>
                  <a:lnTo>
                    <a:pt x="295840" y="106565"/>
                  </a:lnTo>
                  <a:lnTo>
                    <a:pt x="303625" y="106091"/>
                  </a:lnTo>
                  <a:lnTo>
                    <a:pt x="311410" y="105640"/>
                  </a:lnTo>
                  <a:lnTo>
                    <a:pt x="319196" y="105087"/>
                  </a:lnTo>
                  <a:lnTo>
                    <a:pt x="326981" y="104689"/>
                  </a:lnTo>
                  <a:lnTo>
                    <a:pt x="334766" y="104367"/>
                  </a:lnTo>
                  <a:lnTo>
                    <a:pt x="342551" y="104008"/>
                  </a:lnTo>
                  <a:lnTo>
                    <a:pt x="350337" y="103782"/>
                  </a:lnTo>
                  <a:lnTo>
                    <a:pt x="358122" y="103324"/>
                  </a:lnTo>
                  <a:lnTo>
                    <a:pt x="365907" y="102837"/>
                  </a:lnTo>
                  <a:lnTo>
                    <a:pt x="373692" y="102399"/>
                  </a:lnTo>
                  <a:lnTo>
                    <a:pt x="381478" y="101832"/>
                  </a:lnTo>
                  <a:lnTo>
                    <a:pt x="389263" y="101210"/>
                  </a:lnTo>
                  <a:lnTo>
                    <a:pt x="397048" y="100708"/>
                  </a:lnTo>
                  <a:lnTo>
                    <a:pt x="404834" y="100412"/>
                  </a:lnTo>
                  <a:lnTo>
                    <a:pt x="412619" y="99992"/>
                  </a:lnTo>
                  <a:lnTo>
                    <a:pt x="420404" y="99574"/>
                  </a:lnTo>
                  <a:lnTo>
                    <a:pt x="428189" y="98934"/>
                  </a:lnTo>
                  <a:lnTo>
                    <a:pt x="435975" y="98483"/>
                  </a:lnTo>
                  <a:lnTo>
                    <a:pt x="443760" y="98005"/>
                  </a:lnTo>
                  <a:lnTo>
                    <a:pt x="451545" y="97607"/>
                  </a:lnTo>
                  <a:lnTo>
                    <a:pt x="459330" y="97305"/>
                  </a:lnTo>
                  <a:lnTo>
                    <a:pt x="467116" y="97239"/>
                  </a:lnTo>
                  <a:lnTo>
                    <a:pt x="474901" y="96740"/>
                  </a:lnTo>
                  <a:lnTo>
                    <a:pt x="482686" y="96240"/>
                  </a:lnTo>
                  <a:lnTo>
                    <a:pt x="490472" y="95844"/>
                  </a:lnTo>
                  <a:lnTo>
                    <a:pt x="498257" y="95627"/>
                  </a:lnTo>
                  <a:lnTo>
                    <a:pt x="506042" y="95137"/>
                  </a:lnTo>
                  <a:lnTo>
                    <a:pt x="513827" y="94646"/>
                  </a:lnTo>
                  <a:lnTo>
                    <a:pt x="521613" y="94171"/>
                  </a:lnTo>
                  <a:lnTo>
                    <a:pt x="529398" y="93726"/>
                  </a:lnTo>
                  <a:lnTo>
                    <a:pt x="537183" y="93299"/>
                  </a:lnTo>
                  <a:lnTo>
                    <a:pt x="544968" y="92737"/>
                  </a:lnTo>
                  <a:lnTo>
                    <a:pt x="552754" y="92302"/>
                  </a:lnTo>
                  <a:lnTo>
                    <a:pt x="560539" y="91875"/>
                  </a:lnTo>
                  <a:lnTo>
                    <a:pt x="568324" y="91348"/>
                  </a:lnTo>
                  <a:lnTo>
                    <a:pt x="576110" y="90817"/>
                  </a:lnTo>
                  <a:lnTo>
                    <a:pt x="583895" y="90492"/>
                  </a:lnTo>
                  <a:lnTo>
                    <a:pt x="591680" y="90153"/>
                  </a:lnTo>
                  <a:lnTo>
                    <a:pt x="599465" y="89890"/>
                  </a:lnTo>
                  <a:lnTo>
                    <a:pt x="607251" y="89622"/>
                  </a:lnTo>
                  <a:lnTo>
                    <a:pt x="615036" y="89169"/>
                  </a:lnTo>
                  <a:lnTo>
                    <a:pt x="622821" y="88755"/>
                  </a:lnTo>
                  <a:lnTo>
                    <a:pt x="630606" y="88273"/>
                  </a:lnTo>
                  <a:lnTo>
                    <a:pt x="638392" y="88129"/>
                  </a:lnTo>
                  <a:lnTo>
                    <a:pt x="646177" y="87842"/>
                  </a:lnTo>
                  <a:lnTo>
                    <a:pt x="653962" y="87209"/>
                  </a:lnTo>
                  <a:lnTo>
                    <a:pt x="661747" y="86889"/>
                  </a:lnTo>
                  <a:lnTo>
                    <a:pt x="669533" y="86581"/>
                  </a:lnTo>
                  <a:lnTo>
                    <a:pt x="677318" y="86062"/>
                  </a:lnTo>
                  <a:lnTo>
                    <a:pt x="685103" y="85476"/>
                  </a:lnTo>
                  <a:lnTo>
                    <a:pt x="692889" y="84966"/>
                  </a:lnTo>
                  <a:lnTo>
                    <a:pt x="700674" y="84436"/>
                  </a:lnTo>
                  <a:lnTo>
                    <a:pt x="708459" y="84057"/>
                  </a:lnTo>
                  <a:lnTo>
                    <a:pt x="716244" y="83591"/>
                  </a:lnTo>
                  <a:lnTo>
                    <a:pt x="724030" y="83107"/>
                  </a:lnTo>
                  <a:lnTo>
                    <a:pt x="731815" y="82514"/>
                  </a:lnTo>
                  <a:lnTo>
                    <a:pt x="739600" y="81987"/>
                  </a:lnTo>
                  <a:lnTo>
                    <a:pt x="747385" y="81576"/>
                  </a:lnTo>
                  <a:lnTo>
                    <a:pt x="755171" y="81086"/>
                  </a:lnTo>
                  <a:lnTo>
                    <a:pt x="762956" y="80501"/>
                  </a:lnTo>
                  <a:lnTo>
                    <a:pt x="770741" y="80100"/>
                  </a:lnTo>
                  <a:lnTo>
                    <a:pt x="778527" y="79707"/>
                  </a:lnTo>
                  <a:lnTo>
                    <a:pt x="786312" y="79072"/>
                  </a:lnTo>
                  <a:lnTo>
                    <a:pt x="794097" y="78460"/>
                  </a:lnTo>
                  <a:lnTo>
                    <a:pt x="801882" y="78099"/>
                  </a:lnTo>
                  <a:lnTo>
                    <a:pt x="809668" y="77606"/>
                  </a:lnTo>
                  <a:lnTo>
                    <a:pt x="817453" y="77309"/>
                  </a:lnTo>
                  <a:lnTo>
                    <a:pt x="825238" y="76742"/>
                  </a:lnTo>
                  <a:lnTo>
                    <a:pt x="833023" y="76105"/>
                  </a:lnTo>
                  <a:lnTo>
                    <a:pt x="840809" y="75521"/>
                  </a:lnTo>
                  <a:lnTo>
                    <a:pt x="848594" y="75179"/>
                  </a:lnTo>
                  <a:lnTo>
                    <a:pt x="856379" y="74559"/>
                  </a:lnTo>
                  <a:lnTo>
                    <a:pt x="864165" y="74092"/>
                  </a:lnTo>
                  <a:lnTo>
                    <a:pt x="871950" y="73920"/>
                  </a:lnTo>
                  <a:lnTo>
                    <a:pt x="879735" y="73616"/>
                  </a:lnTo>
                  <a:lnTo>
                    <a:pt x="887520" y="73091"/>
                  </a:lnTo>
                  <a:lnTo>
                    <a:pt x="895306" y="72746"/>
                  </a:lnTo>
                  <a:lnTo>
                    <a:pt x="903091" y="72132"/>
                  </a:lnTo>
                  <a:lnTo>
                    <a:pt x="910876" y="71666"/>
                  </a:lnTo>
                  <a:lnTo>
                    <a:pt x="918661" y="71332"/>
                  </a:lnTo>
                  <a:lnTo>
                    <a:pt x="926447" y="70602"/>
                  </a:lnTo>
                  <a:lnTo>
                    <a:pt x="934232" y="70055"/>
                  </a:lnTo>
                  <a:lnTo>
                    <a:pt x="942017" y="69671"/>
                  </a:lnTo>
                  <a:lnTo>
                    <a:pt x="949802" y="68826"/>
                  </a:lnTo>
                  <a:lnTo>
                    <a:pt x="957588" y="68421"/>
                  </a:lnTo>
                  <a:lnTo>
                    <a:pt x="965373" y="67956"/>
                  </a:lnTo>
                  <a:lnTo>
                    <a:pt x="973158" y="67479"/>
                  </a:lnTo>
                  <a:lnTo>
                    <a:pt x="980944" y="66875"/>
                  </a:lnTo>
                  <a:lnTo>
                    <a:pt x="988729" y="66259"/>
                  </a:lnTo>
                  <a:lnTo>
                    <a:pt x="996514" y="65728"/>
                  </a:lnTo>
                  <a:lnTo>
                    <a:pt x="1004299" y="64990"/>
                  </a:lnTo>
                  <a:lnTo>
                    <a:pt x="1012085" y="64512"/>
                  </a:lnTo>
                  <a:lnTo>
                    <a:pt x="1019870" y="63812"/>
                  </a:lnTo>
                  <a:lnTo>
                    <a:pt x="1027655" y="63683"/>
                  </a:lnTo>
                  <a:lnTo>
                    <a:pt x="1035440" y="63234"/>
                  </a:lnTo>
                  <a:lnTo>
                    <a:pt x="1043226" y="62578"/>
                  </a:lnTo>
                  <a:lnTo>
                    <a:pt x="1051011" y="62235"/>
                  </a:lnTo>
                  <a:lnTo>
                    <a:pt x="1058796" y="61998"/>
                  </a:lnTo>
                  <a:lnTo>
                    <a:pt x="1066582" y="61493"/>
                  </a:lnTo>
                  <a:lnTo>
                    <a:pt x="1074367" y="61182"/>
                  </a:lnTo>
                  <a:lnTo>
                    <a:pt x="1082152" y="60642"/>
                  </a:lnTo>
                  <a:lnTo>
                    <a:pt x="1089937" y="60017"/>
                  </a:lnTo>
                  <a:lnTo>
                    <a:pt x="1097723" y="59526"/>
                  </a:lnTo>
                  <a:lnTo>
                    <a:pt x="1105508" y="58885"/>
                  </a:lnTo>
                  <a:lnTo>
                    <a:pt x="1113293" y="58383"/>
                  </a:lnTo>
                  <a:lnTo>
                    <a:pt x="1121078" y="58052"/>
                  </a:lnTo>
                  <a:lnTo>
                    <a:pt x="1128864" y="57515"/>
                  </a:lnTo>
                  <a:lnTo>
                    <a:pt x="1136649" y="57083"/>
                  </a:lnTo>
                  <a:lnTo>
                    <a:pt x="1144434" y="56563"/>
                  </a:lnTo>
                  <a:lnTo>
                    <a:pt x="1152220" y="55721"/>
                  </a:lnTo>
                  <a:lnTo>
                    <a:pt x="1160005" y="55373"/>
                  </a:lnTo>
                  <a:lnTo>
                    <a:pt x="1167790" y="55108"/>
                  </a:lnTo>
                  <a:lnTo>
                    <a:pt x="1175575" y="54712"/>
                  </a:lnTo>
                  <a:lnTo>
                    <a:pt x="1183361" y="54232"/>
                  </a:lnTo>
                  <a:lnTo>
                    <a:pt x="1191146" y="53858"/>
                  </a:lnTo>
                  <a:lnTo>
                    <a:pt x="1198931" y="53305"/>
                  </a:lnTo>
                  <a:lnTo>
                    <a:pt x="1206716" y="52696"/>
                  </a:lnTo>
                  <a:lnTo>
                    <a:pt x="1214502" y="52132"/>
                  </a:lnTo>
                  <a:lnTo>
                    <a:pt x="1222287" y="51491"/>
                  </a:lnTo>
                  <a:lnTo>
                    <a:pt x="1230072" y="51134"/>
                  </a:lnTo>
                  <a:lnTo>
                    <a:pt x="1237857" y="50571"/>
                  </a:lnTo>
                  <a:lnTo>
                    <a:pt x="1245643" y="50194"/>
                  </a:lnTo>
                  <a:lnTo>
                    <a:pt x="1253428" y="49725"/>
                  </a:lnTo>
                  <a:lnTo>
                    <a:pt x="1261213" y="49085"/>
                  </a:lnTo>
                  <a:lnTo>
                    <a:pt x="1268999" y="48646"/>
                  </a:lnTo>
                  <a:lnTo>
                    <a:pt x="1276784" y="48048"/>
                  </a:lnTo>
                  <a:lnTo>
                    <a:pt x="1284569" y="47552"/>
                  </a:lnTo>
                  <a:lnTo>
                    <a:pt x="1292354" y="47043"/>
                  </a:lnTo>
                  <a:lnTo>
                    <a:pt x="1300140" y="46717"/>
                  </a:lnTo>
                  <a:lnTo>
                    <a:pt x="1307925" y="46216"/>
                  </a:lnTo>
                  <a:lnTo>
                    <a:pt x="1315710" y="45658"/>
                  </a:lnTo>
                  <a:lnTo>
                    <a:pt x="1323495" y="45132"/>
                  </a:lnTo>
                  <a:lnTo>
                    <a:pt x="1331281" y="44773"/>
                  </a:lnTo>
                  <a:lnTo>
                    <a:pt x="1339066" y="44372"/>
                  </a:lnTo>
                  <a:lnTo>
                    <a:pt x="1346851" y="43937"/>
                  </a:lnTo>
                  <a:lnTo>
                    <a:pt x="1354637" y="43287"/>
                  </a:lnTo>
                  <a:lnTo>
                    <a:pt x="1362422" y="42848"/>
                  </a:lnTo>
                  <a:lnTo>
                    <a:pt x="1370207" y="42186"/>
                  </a:lnTo>
                  <a:lnTo>
                    <a:pt x="1377992" y="41616"/>
                  </a:lnTo>
                  <a:lnTo>
                    <a:pt x="1385778" y="41207"/>
                  </a:lnTo>
                  <a:lnTo>
                    <a:pt x="1393563" y="40771"/>
                  </a:lnTo>
                  <a:lnTo>
                    <a:pt x="1401348" y="40475"/>
                  </a:lnTo>
                  <a:lnTo>
                    <a:pt x="1409133" y="40064"/>
                  </a:lnTo>
                  <a:lnTo>
                    <a:pt x="1416919" y="39342"/>
                  </a:lnTo>
                  <a:lnTo>
                    <a:pt x="1424704" y="38922"/>
                  </a:lnTo>
                  <a:lnTo>
                    <a:pt x="1432489" y="38443"/>
                  </a:lnTo>
                  <a:lnTo>
                    <a:pt x="1440275" y="38175"/>
                  </a:lnTo>
                  <a:lnTo>
                    <a:pt x="1448060" y="37632"/>
                  </a:lnTo>
                  <a:lnTo>
                    <a:pt x="1455845" y="37052"/>
                  </a:lnTo>
                  <a:lnTo>
                    <a:pt x="1463630" y="36301"/>
                  </a:lnTo>
                  <a:lnTo>
                    <a:pt x="1471416" y="35929"/>
                  </a:lnTo>
                  <a:lnTo>
                    <a:pt x="1479201" y="35371"/>
                  </a:lnTo>
                  <a:lnTo>
                    <a:pt x="1486986" y="35102"/>
                  </a:lnTo>
                  <a:lnTo>
                    <a:pt x="1494771" y="34564"/>
                  </a:lnTo>
                  <a:lnTo>
                    <a:pt x="1502557" y="34068"/>
                  </a:lnTo>
                  <a:lnTo>
                    <a:pt x="1510342" y="33655"/>
                  </a:lnTo>
                  <a:lnTo>
                    <a:pt x="1518127" y="33146"/>
                  </a:lnTo>
                  <a:lnTo>
                    <a:pt x="1525912" y="32619"/>
                  </a:lnTo>
                  <a:lnTo>
                    <a:pt x="1533698" y="32015"/>
                  </a:lnTo>
                  <a:lnTo>
                    <a:pt x="1541483" y="31549"/>
                  </a:lnTo>
                  <a:lnTo>
                    <a:pt x="1549268" y="31052"/>
                  </a:lnTo>
                  <a:lnTo>
                    <a:pt x="1557054" y="30478"/>
                  </a:lnTo>
                  <a:lnTo>
                    <a:pt x="1564839" y="30113"/>
                  </a:lnTo>
                  <a:lnTo>
                    <a:pt x="1572624" y="29985"/>
                  </a:lnTo>
                  <a:lnTo>
                    <a:pt x="1580409" y="29592"/>
                  </a:lnTo>
                  <a:lnTo>
                    <a:pt x="1588195" y="29159"/>
                  </a:lnTo>
                  <a:lnTo>
                    <a:pt x="1595980" y="28650"/>
                  </a:lnTo>
                  <a:lnTo>
                    <a:pt x="1603765" y="28344"/>
                  </a:lnTo>
                  <a:lnTo>
                    <a:pt x="1611550" y="27779"/>
                  </a:lnTo>
                  <a:lnTo>
                    <a:pt x="1619336" y="27124"/>
                  </a:lnTo>
                  <a:lnTo>
                    <a:pt x="1627121" y="26563"/>
                  </a:lnTo>
                  <a:lnTo>
                    <a:pt x="1634906" y="25946"/>
                  </a:lnTo>
                  <a:lnTo>
                    <a:pt x="1642692" y="25462"/>
                  </a:lnTo>
                  <a:lnTo>
                    <a:pt x="1650477" y="24862"/>
                  </a:lnTo>
                  <a:lnTo>
                    <a:pt x="1658262" y="24385"/>
                  </a:lnTo>
                  <a:lnTo>
                    <a:pt x="1666047" y="24119"/>
                  </a:lnTo>
                  <a:lnTo>
                    <a:pt x="1673833" y="23731"/>
                  </a:lnTo>
                  <a:lnTo>
                    <a:pt x="1681618" y="23280"/>
                  </a:lnTo>
                  <a:lnTo>
                    <a:pt x="1689403" y="22741"/>
                  </a:lnTo>
                  <a:lnTo>
                    <a:pt x="1697188" y="22253"/>
                  </a:lnTo>
                  <a:lnTo>
                    <a:pt x="1704974" y="21591"/>
                  </a:lnTo>
                  <a:lnTo>
                    <a:pt x="1712759" y="21055"/>
                  </a:lnTo>
                  <a:lnTo>
                    <a:pt x="1720544" y="20654"/>
                  </a:lnTo>
                  <a:lnTo>
                    <a:pt x="1728330" y="20203"/>
                  </a:lnTo>
                  <a:lnTo>
                    <a:pt x="1736115" y="19735"/>
                  </a:lnTo>
                  <a:lnTo>
                    <a:pt x="1743900" y="19139"/>
                  </a:lnTo>
                  <a:lnTo>
                    <a:pt x="1751685" y="18762"/>
                  </a:lnTo>
                  <a:lnTo>
                    <a:pt x="1759471" y="18123"/>
                  </a:lnTo>
                  <a:lnTo>
                    <a:pt x="1767256" y="17460"/>
                  </a:lnTo>
                  <a:lnTo>
                    <a:pt x="1775041" y="16700"/>
                  </a:lnTo>
                  <a:lnTo>
                    <a:pt x="1782826" y="16376"/>
                  </a:lnTo>
                  <a:lnTo>
                    <a:pt x="1790612" y="15607"/>
                  </a:lnTo>
                  <a:lnTo>
                    <a:pt x="1798397" y="15065"/>
                  </a:lnTo>
                  <a:lnTo>
                    <a:pt x="1806182" y="14608"/>
                  </a:lnTo>
                  <a:lnTo>
                    <a:pt x="1813967" y="14270"/>
                  </a:lnTo>
                  <a:lnTo>
                    <a:pt x="1821753" y="13881"/>
                  </a:lnTo>
                  <a:lnTo>
                    <a:pt x="1829538" y="13309"/>
                  </a:lnTo>
                  <a:lnTo>
                    <a:pt x="1837323" y="12796"/>
                  </a:lnTo>
                  <a:lnTo>
                    <a:pt x="1845109" y="12348"/>
                  </a:lnTo>
                  <a:lnTo>
                    <a:pt x="1852894" y="11825"/>
                  </a:lnTo>
                  <a:lnTo>
                    <a:pt x="1860679" y="11139"/>
                  </a:lnTo>
                  <a:lnTo>
                    <a:pt x="1868464" y="10535"/>
                  </a:lnTo>
                  <a:lnTo>
                    <a:pt x="1876250" y="10027"/>
                  </a:lnTo>
                  <a:lnTo>
                    <a:pt x="1884035" y="9214"/>
                  </a:lnTo>
                  <a:lnTo>
                    <a:pt x="1891820" y="8556"/>
                  </a:lnTo>
                  <a:lnTo>
                    <a:pt x="1899605" y="8127"/>
                  </a:lnTo>
                  <a:lnTo>
                    <a:pt x="1907391" y="7707"/>
                  </a:lnTo>
                  <a:lnTo>
                    <a:pt x="1915176" y="7161"/>
                  </a:lnTo>
                  <a:lnTo>
                    <a:pt x="1922961" y="6652"/>
                  </a:lnTo>
                  <a:lnTo>
                    <a:pt x="1930747" y="6320"/>
                  </a:lnTo>
                  <a:lnTo>
                    <a:pt x="1938532" y="5743"/>
                  </a:lnTo>
                  <a:lnTo>
                    <a:pt x="1946317" y="5182"/>
                  </a:lnTo>
                  <a:lnTo>
                    <a:pt x="1954102" y="4725"/>
                  </a:lnTo>
                  <a:lnTo>
                    <a:pt x="1961888" y="4131"/>
                  </a:lnTo>
                  <a:lnTo>
                    <a:pt x="1969673" y="3487"/>
                  </a:lnTo>
                  <a:lnTo>
                    <a:pt x="1977458" y="2732"/>
                  </a:lnTo>
                  <a:lnTo>
                    <a:pt x="1985243" y="2084"/>
                  </a:lnTo>
                  <a:lnTo>
                    <a:pt x="1993029" y="1683"/>
                  </a:lnTo>
                  <a:lnTo>
                    <a:pt x="2000814" y="1158"/>
                  </a:lnTo>
                  <a:lnTo>
                    <a:pt x="2008599" y="571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59"/>
            <p:cNvSpPr/>
            <p:nvPr/>
          </p:nvSpPr>
          <p:spPr>
            <a:xfrm>
              <a:off x="6049435" y="3971235"/>
              <a:ext cx="2016385" cy="17727"/>
            </a:xfrm>
            <a:custGeom>
              <a:avLst/>
              <a:pathLst>
                <a:path w="2016385" h="17727">
                  <a:moveTo>
                    <a:pt x="0" y="0"/>
                  </a:moveTo>
                  <a:lnTo>
                    <a:pt x="7785" y="168"/>
                  </a:lnTo>
                  <a:lnTo>
                    <a:pt x="15570" y="305"/>
                  </a:lnTo>
                  <a:lnTo>
                    <a:pt x="23355" y="495"/>
                  </a:lnTo>
                  <a:lnTo>
                    <a:pt x="31141" y="627"/>
                  </a:lnTo>
                  <a:lnTo>
                    <a:pt x="38926" y="813"/>
                  </a:lnTo>
                  <a:lnTo>
                    <a:pt x="46711" y="1015"/>
                  </a:lnTo>
                  <a:lnTo>
                    <a:pt x="54496" y="1009"/>
                  </a:lnTo>
                  <a:lnTo>
                    <a:pt x="62282" y="951"/>
                  </a:lnTo>
                  <a:lnTo>
                    <a:pt x="70067" y="1043"/>
                  </a:lnTo>
                  <a:lnTo>
                    <a:pt x="77852" y="1188"/>
                  </a:lnTo>
                  <a:lnTo>
                    <a:pt x="85637" y="1306"/>
                  </a:lnTo>
                  <a:lnTo>
                    <a:pt x="93423" y="1235"/>
                  </a:lnTo>
                  <a:lnTo>
                    <a:pt x="101208" y="1178"/>
                  </a:lnTo>
                  <a:lnTo>
                    <a:pt x="108993" y="1275"/>
                  </a:lnTo>
                  <a:lnTo>
                    <a:pt x="116779" y="1430"/>
                  </a:lnTo>
                  <a:lnTo>
                    <a:pt x="124564" y="1369"/>
                  </a:lnTo>
                  <a:lnTo>
                    <a:pt x="132349" y="1318"/>
                  </a:lnTo>
                  <a:lnTo>
                    <a:pt x="140134" y="1302"/>
                  </a:lnTo>
                  <a:lnTo>
                    <a:pt x="147920" y="1464"/>
                  </a:lnTo>
                  <a:lnTo>
                    <a:pt x="155705" y="1348"/>
                  </a:lnTo>
                  <a:lnTo>
                    <a:pt x="163490" y="1474"/>
                  </a:lnTo>
                  <a:lnTo>
                    <a:pt x="171275" y="1537"/>
                  </a:lnTo>
                  <a:lnTo>
                    <a:pt x="179061" y="1658"/>
                  </a:lnTo>
                  <a:lnTo>
                    <a:pt x="186846" y="1753"/>
                  </a:lnTo>
                  <a:lnTo>
                    <a:pt x="194631" y="1914"/>
                  </a:lnTo>
                  <a:lnTo>
                    <a:pt x="202417" y="2218"/>
                  </a:lnTo>
                  <a:lnTo>
                    <a:pt x="210202" y="2262"/>
                  </a:lnTo>
                  <a:lnTo>
                    <a:pt x="217987" y="2197"/>
                  </a:lnTo>
                  <a:lnTo>
                    <a:pt x="225772" y="2143"/>
                  </a:lnTo>
                  <a:lnTo>
                    <a:pt x="233558" y="2187"/>
                  </a:lnTo>
                  <a:lnTo>
                    <a:pt x="241343" y="2304"/>
                  </a:lnTo>
                  <a:lnTo>
                    <a:pt x="249128" y="2545"/>
                  </a:lnTo>
                  <a:lnTo>
                    <a:pt x="256913" y="2695"/>
                  </a:lnTo>
                  <a:lnTo>
                    <a:pt x="264699" y="2780"/>
                  </a:lnTo>
                  <a:lnTo>
                    <a:pt x="272484" y="2850"/>
                  </a:lnTo>
                  <a:lnTo>
                    <a:pt x="280269" y="2955"/>
                  </a:lnTo>
                  <a:lnTo>
                    <a:pt x="288055" y="3104"/>
                  </a:lnTo>
                  <a:lnTo>
                    <a:pt x="295840" y="3145"/>
                  </a:lnTo>
                  <a:lnTo>
                    <a:pt x="303625" y="3348"/>
                  </a:lnTo>
                  <a:lnTo>
                    <a:pt x="311410" y="3402"/>
                  </a:lnTo>
                  <a:lnTo>
                    <a:pt x="319196" y="3591"/>
                  </a:lnTo>
                  <a:lnTo>
                    <a:pt x="326981" y="3624"/>
                  </a:lnTo>
                  <a:lnTo>
                    <a:pt x="334766" y="3674"/>
                  </a:lnTo>
                  <a:lnTo>
                    <a:pt x="342551" y="3805"/>
                  </a:lnTo>
                  <a:lnTo>
                    <a:pt x="350337" y="3810"/>
                  </a:lnTo>
                  <a:lnTo>
                    <a:pt x="358122" y="3870"/>
                  </a:lnTo>
                  <a:lnTo>
                    <a:pt x="365907" y="3801"/>
                  </a:lnTo>
                  <a:lnTo>
                    <a:pt x="373692" y="3802"/>
                  </a:lnTo>
                  <a:lnTo>
                    <a:pt x="381478" y="3825"/>
                  </a:lnTo>
                  <a:lnTo>
                    <a:pt x="389263" y="3847"/>
                  </a:lnTo>
                  <a:lnTo>
                    <a:pt x="397048" y="3960"/>
                  </a:lnTo>
                  <a:lnTo>
                    <a:pt x="404834" y="4040"/>
                  </a:lnTo>
                  <a:lnTo>
                    <a:pt x="412619" y="4248"/>
                  </a:lnTo>
                  <a:lnTo>
                    <a:pt x="420404" y="4314"/>
                  </a:lnTo>
                  <a:lnTo>
                    <a:pt x="428189" y="4388"/>
                  </a:lnTo>
                  <a:lnTo>
                    <a:pt x="435975" y="4523"/>
                  </a:lnTo>
                  <a:lnTo>
                    <a:pt x="443760" y="4650"/>
                  </a:lnTo>
                  <a:lnTo>
                    <a:pt x="451545" y="4749"/>
                  </a:lnTo>
                  <a:lnTo>
                    <a:pt x="459330" y="4727"/>
                  </a:lnTo>
                  <a:lnTo>
                    <a:pt x="467116" y="4746"/>
                  </a:lnTo>
                  <a:lnTo>
                    <a:pt x="474901" y="4905"/>
                  </a:lnTo>
                  <a:lnTo>
                    <a:pt x="482686" y="4953"/>
                  </a:lnTo>
                  <a:lnTo>
                    <a:pt x="490472" y="4897"/>
                  </a:lnTo>
                  <a:lnTo>
                    <a:pt x="498257" y="4988"/>
                  </a:lnTo>
                  <a:lnTo>
                    <a:pt x="506042" y="5048"/>
                  </a:lnTo>
                  <a:lnTo>
                    <a:pt x="513827" y="5097"/>
                  </a:lnTo>
                  <a:lnTo>
                    <a:pt x="521613" y="5131"/>
                  </a:lnTo>
                  <a:lnTo>
                    <a:pt x="529398" y="5291"/>
                  </a:lnTo>
                  <a:lnTo>
                    <a:pt x="537183" y="5438"/>
                  </a:lnTo>
                  <a:lnTo>
                    <a:pt x="544968" y="5485"/>
                  </a:lnTo>
                  <a:lnTo>
                    <a:pt x="552754" y="5450"/>
                  </a:lnTo>
                  <a:lnTo>
                    <a:pt x="560539" y="5429"/>
                  </a:lnTo>
                  <a:lnTo>
                    <a:pt x="568324" y="5428"/>
                  </a:lnTo>
                  <a:lnTo>
                    <a:pt x="576110" y="5441"/>
                  </a:lnTo>
                  <a:lnTo>
                    <a:pt x="583895" y="5540"/>
                  </a:lnTo>
                  <a:lnTo>
                    <a:pt x="591680" y="5421"/>
                  </a:lnTo>
                  <a:lnTo>
                    <a:pt x="599465" y="5439"/>
                  </a:lnTo>
                  <a:lnTo>
                    <a:pt x="607251" y="5573"/>
                  </a:lnTo>
                  <a:lnTo>
                    <a:pt x="615036" y="5588"/>
                  </a:lnTo>
                  <a:lnTo>
                    <a:pt x="622821" y="5724"/>
                  </a:lnTo>
                  <a:lnTo>
                    <a:pt x="630606" y="5766"/>
                  </a:lnTo>
                  <a:lnTo>
                    <a:pt x="638392" y="5893"/>
                  </a:lnTo>
                  <a:lnTo>
                    <a:pt x="646177" y="5887"/>
                  </a:lnTo>
                  <a:lnTo>
                    <a:pt x="653962" y="5928"/>
                  </a:lnTo>
                  <a:lnTo>
                    <a:pt x="661747" y="5994"/>
                  </a:lnTo>
                  <a:lnTo>
                    <a:pt x="669533" y="5969"/>
                  </a:lnTo>
                  <a:lnTo>
                    <a:pt x="677318" y="6119"/>
                  </a:lnTo>
                  <a:lnTo>
                    <a:pt x="685103" y="6232"/>
                  </a:lnTo>
                  <a:lnTo>
                    <a:pt x="692889" y="6297"/>
                  </a:lnTo>
                  <a:lnTo>
                    <a:pt x="700674" y="6222"/>
                  </a:lnTo>
                  <a:lnTo>
                    <a:pt x="708459" y="6305"/>
                  </a:lnTo>
                  <a:lnTo>
                    <a:pt x="716244" y="6395"/>
                  </a:lnTo>
                  <a:lnTo>
                    <a:pt x="724030" y="6433"/>
                  </a:lnTo>
                  <a:lnTo>
                    <a:pt x="731815" y="6584"/>
                  </a:lnTo>
                  <a:lnTo>
                    <a:pt x="739600" y="6537"/>
                  </a:lnTo>
                  <a:lnTo>
                    <a:pt x="747385" y="6648"/>
                  </a:lnTo>
                  <a:lnTo>
                    <a:pt x="755171" y="6652"/>
                  </a:lnTo>
                  <a:lnTo>
                    <a:pt x="762956" y="6639"/>
                  </a:lnTo>
                  <a:lnTo>
                    <a:pt x="770741" y="6741"/>
                  </a:lnTo>
                  <a:lnTo>
                    <a:pt x="778527" y="6760"/>
                  </a:lnTo>
                  <a:lnTo>
                    <a:pt x="786312" y="6681"/>
                  </a:lnTo>
                  <a:lnTo>
                    <a:pt x="794097" y="6820"/>
                  </a:lnTo>
                  <a:lnTo>
                    <a:pt x="801882" y="7089"/>
                  </a:lnTo>
                  <a:lnTo>
                    <a:pt x="809668" y="7084"/>
                  </a:lnTo>
                  <a:lnTo>
                    <a:pt x="817453" y="7100"/>
                  </a:lnTo>
                  <a:lnTo>
                    <a:pt x="825238" y="7218"/>
                  </a:lnTo>
                  <a:lnTo>
                    <a:pt x="833023" y="7239"/>
                  </a:lnTo>
                  <a:lnTo>
                    <a:pt x="840809" y="7346"/>
                  </a:lnTo>
                  <a:lnTo>
                    <a:pt x="848594" y="7440"/>
                  </a:lnTo>
                  <a:lnTo>
                    <a:pt x="856379" y="7470"/>
                  </a:lnTo>
                  <a:lnTo>
                    <a:pt x="864165" y="7464"/>
                  </a:lnTo>
                  <a:lnTo>
                    <a:pt x="871950" y="7577"/>
                  </a:lnTo>
                  <a:lnTo>
                    <a:pt x="879735" y="7544"/>
                  </a:lnTo>
                  <a:lnTo>
                    <a:pt x="887520" y="7483"/>
                  </a:lnTo>
                  <a:lnTo>
                    <a:pt x="895306" y="7492"/>
                  </a:lnTo>
                  <a:lnTo>
                    <a:pt x="903091" y="7515"/>
                  </a:lnTo>
                  <a:lnTo>
                    <a:pt x="910876" y="7531"/>
                  </a:lnTo>
                  <a:lnTo>
                    <a:pt x="918661" y="7540"/>
                  </a:lnTo>
                  <a:lnTo>
                    <a:pt x="926447" y="7568"/>
                  </a:lnTo>
                  <a:lnTo>
                    <a:pt x="934232" y="7736"/>
                  </a:lnTo>
                  <a:lnTo>
                    <a:pt x="942017" y="7817"/>
                  </a:lnTo>
                  <a:lnTo>
                    <a:pt x="949802" y="7930"/>
                  </a:lnTo>
                  <a:lnTo>
                    <a:pt x="957588" y="7983"/>
                  </a:lnTo>
                  <a:lnTo>
                    <a:pt x="965373" y="8047"/>
                  </a:lnTo>
                  <a:lnTo>
                    <a:pt x="973158" y="8213"/>
                  </a:lnTo>
                  <a:lnTo>
                    <a:pt x="980944" y="8298"/>
                  </a:lnTo>
                  <a:lnTo>
                    <a:pt x="988729" y="8325"/>
                  </a:lnTo>
                  <a:lnTo>
                    <a:pt x="996514" y="8263"/>
                  </a:lnTo>
                  <a:lnTo>
                    <a:pt x="1004299" y="8235"/>
                  </a:lnTo>
                  <a:lnTo>
                    <a:pt x="1012085" y="8296"/>
                  </a:lnTo>
                  <a:lnTo>
                    <a:pt x="1019870" y="8295"/>
                  </a:lnTo>
                  <a:lnTo>
                    <a:pt x="1027655" y="8287"/>
                  </a:lnTo>
                  <a:lnTo>
                    <a:pt x="1035440" y="8355"/>
                  </a:lnTo>
                  <a:lnTo>
                    <a:pt x="1043226" y="8446"/>
                  </a:lnTo>
                  <a:lnTo>
                    <a:pt x="1051011" y="8565"/>
                  </a:lnTo>
                  <a:lnTo>
                    <a:pt x="1058796" y="8705"/>
                  </a:lnTo>
                  <a:lnTo>
                    <a:pt x="1066582" y="8692"/>
                  </a:lnTo>
                  <a:lnTo>
                    <a:pt x="1074367" y="8822"/>
                  </a:lnTo>
                  <a:lnTo>
                    <a:pt x="1082152" y="8895"/>
                  </a:lnTo>
                  <a:lnTo>
                    <a:pt x="1089937" y="9058"/>
                  </a:lnTo>
                  <a:lnTo>
                    <a:pt x="1097723" y="9299"/>
                  </a:lnTo>
                  <a:lnTo>
                    <a:pt x="1105508" y="9299"/>
                  </a:lnTo>
                  <a:lnTo>
                    <a:pt x="1113293" y="9453"/>
                  </a:lnTo>
                  <a:lnTo>
                    <a:pt x="1121078" y="9602"/>
                  </a:lnTo>
                  <a:lnTo>
                    <a:pt x="1128864" y="9694"/>
                  </a:lnTo>
                  <a:lnTo>
                    <a:pt x="1136649" y="9850"/>
                  </a:lnTo>
                  <a:lnTo>
                    <a:pt x="1144434" y="10009"/>
                  </a:lnTo>
                  <a:lnTo>
                    <a:pt x="1152220" y="10132"/>
                  </a:lnTo>
                  <a:lnTo>
                    <a:pt x="1160005" y="10233"/>
                  </a:lnTo>
                  <a:lnTo>
                    <a:pt x="1167790" y="10279"/>
                  </a:lnTo>
                  <a:lnTo>
                    <a:pt x="1175575" y="10353"/>
                  </a:lnTo>
                  <a:lnTo>
                    <a:pt x="1183361" y="10355"/>
                  </a:lnTo>
                  <a:lnTo>
                    <a:pt x="1191146" y="10421"/>
                  </a:lnTo>
                  <a:lnTo>
                    <a:pt x="1198931" y="10523"/>
                  </a:lnTo>
                  <a:lnTo>
                    <a:pt x="1206716" y="10607"/>
                  </a:lnTo>
                  <a:lnTo>
                    <a:pt x="1214502" y="10691"/>
                  </a:lnTo>
                  <a:lnTo>
                    <a:pt x="1222287" y="10669"/>
                  </a:lnTo>
                  <a:lnTo>
                    <a:pt x="1230072" y="10666"/>
                  </a:lnTo>
                  <a:lnTo>
                    <a:pt x="1237857" y="10593"/>
                  </a:lnTo>
                  <a:lnTo>
                    <a:pt x="1245643" y="10472"/>
                  </a:lnTo>
                  <a:lnTo>
                    <a:pt x="1253428" y="10471"/>
                  </a:lnTo>
                  <a:lnTo>
                    <a:pt x="1261213" y="10477"/>
                  </a:lnTo>
                  <a:lnTo>
                    <a:pt x="1268999" y="10487"/>
                  </a:lnTo>
                  <a:lnTo>
                    <a:pt x="1276784" y="10464"/>
                  </a:lnTo>
                  <a:lnTo>
                    <a:pt x="1284569" y="10577"/>
                  </a:lnTo>
                  <a:lnTo>
                    <a:pt x="1292354" y="10688"/>
                  </a:lnTo>
                  <a:lnTo>
                    <a:pt x="1300140" y="10659"/>
                  </a:lnTo>
                  <a:lnTo>
                    <a:pt x="1307925" y="10807"/>
                  </a:lnTo>
                  <a:lnTo>
                    <a:pt x="1315710" y="10940"/>
                  </a:lnTo>
                  <a:lnTo>
                    <a:pt x="1323495" y="11013"/>
                  </a:lnTo>
                  <a:lnTo>
                    <a:pt x="1331281" y="11036"/>
                  </a:lnTo>
                  <a:lnTo>
                    <a:pt x="1339066" y="11129"/>
                  </a:lnTo>
                  <a:lnTo>
                    <a:pt x="1346851" y="11217"/>
                  </a:lnTo>
                  <a:lnTo>
                    <a:pt x="1354637" y="11370"/>
                  </a:lnTo>
                  <a:lnTo>
                    <a:pt x="1362422" y="11321"/>
                  </a:lnTo>
                  <a:lnTo>
                    <a:pt x="1370207" y="11446"/>
                  </a:lnTo>
                  <a:lnTo>
                    <a:pt x="1377992" y="11590"/>
                  </a:lnTo>
                  <a:lnTo>
                    <a:pt x="1385778" y="11624"/>
                  </a:lnTo>
                  <a:lnTo>
                    <a:pt x="1393563" y="11784"/>
                  </a:lnTo>
                  <a:lnTo>
                    <a:pt x="1401348" y="11917"/>
                  </a:lnTo>
                  <a:lnTo>
                    <a:pt x="1409133" y="12013"/>
                  </a:lnTo>
                  <a:lnTo>
                    <a:pt x="1416919" y="12059"/>
                  </a:lnTo>
                  <a:lnTo>
                    <a:pt x="1424704" y="12039"/>
                  </a:lnTo>
                  <a:lnTo>
                    <a:pt x="1432489" y="12060"/>
                  </a:lnTo>
                  <a:lnTo>
                    <a:pt x="1440275" y="12155"/>
                  </a:lnTo>
                  <a:lnTo>
                    <a:pt x="1448060" y="12304"/>
                  </a:lnTo>
                  <a:lnTo>
                    <a:pt x="1455845" y="12395"/>
                  </a:lnTo>
                  <a:lnTo>
                    <a:pt x="1463630" y="12450"/>
                  </a:lnTo>
                  <a:lnTo>
                    <a:pt x="1471416" y="12597"/>
                  </a:lnTo>
                  <a:lnTo>
                    <a:pt x="1479201" y="12743"/>
                  </a:lnTo>
                  <a:lnTo>
                    <a:pt x="1486986" y="12803"/>
                  </a:lnTo>
                  <a:lnTo>
                    <a:pt x="1494771" y="12859"/>
                  </a:lnTo>
                  <a:lnTo>
                    <a:pt x="1502557" y="13054"/>
                  </a:lnTo>
                  <a:lnTo>
                    <a:pt x="1510342" y="13235"/>
                  </a:lnTo>
                  <a:lnTo>
                    <a:pt x="1518127" y="13308"/>
                  </a:lnTo>
                  <a:lnTo>
                    <a:pt x="1525912" y="13359"/>
                  </a:lnTo>
                  <a:lnTo>
                    <a:pt x="1533698" y="13528"/>
                  </a:lnTo>
                  <a:lnTo>
                    <a:pt x="1541483" y="13602"/>
                  </a:lnTo>
                  <a:lnTo>
                    <a:pt x="1549268" y="13683"/>
                  </a:lnTo>
                  <a:lnTo>
                    <a:pt x="1557054" y="13809"/>
                  </a:lnTo>
                  <a:lnTo>
                    <a:pt x="1564839" y="13840"/>
                  </a:lnTo>
                  <a:lnTo>
                    <a:pt x="1572624" y="13823"/>
                  </a:lnTo>
                  <a:lnTo>
                    <a:pt x="1580409" y="13830"/>
                  </a:lnTo>
                  <a:lnTo>
                    <a:pt x="1588195" y="13828"/>
                  </a:lnTo>
                  <a:lnTo>
                    <a:pt x="1595980" y="13800"/>
                  </a:lnTo>
                  <a:lnTo>
                    <a:pt x="1603765" y="13842"/>
                  </a:lnTo>
                  <a:lnTo>
                    <a:pt x="1611550" y="13914"/>
                  </a:lnTo>
                  <a:lnTo>
                    <a:pt x="1619336" y="13938"/>
                  </a:lnTo>
                  <a:lnTo>
                    <a:pt x="1627121" y="13993"/>
                  </a:lnTo>
                  <a:lnTo>
                    <a:pt x="1634906" y="14089"/>
                  </a:lnTo>
                  <a:lnTo>
                    <a:pt x="1642692" y="14239"/>
                  </a:lnTo>
                  <a:lnTo>
                    <a:pt x="1650477" y="14426"/>
                  </a:lnTo>
                  <a:lnTo>
                    <a:pt x="1658262" y="14542"/>
                  </a:lnTo>
                  <a:lnTo>
                    <a:pt x="1666047" y="14708"/>
                  </a:lnTo>
                  <a:lnTo>
                    <a:pt x="1673833" y="14828"/>
                  </a:lnTo>
                  <a:lnTo>
                    <a:pt x="1681618" y="14842"/>
                  </a:lnTo>
                  <a:lnTo>
                    <a:pt x="1689403" y="14859"/>
                  </a:lnTo>
                  <a:lnTo>
                    <a:pt x="1697188" y="14906"/>
                  </a:lnTo>
                  <a:lnTo>
                    <a:pt x="1704974" y="14952"/>
                  </a:lnTo>
                  <a:lnTo>
                    <a:pt x="1712759" y="14962"/>
                  </a:lnTo>
                  <a:lnTo>
                    <a:pt x="1720544" y="14962"/>
                  </a:lnTo>
                  <a:lnTo>
                    <a:pt x="1728330" y="15024"/>
                  </a:lnTo>
                  <a:lnTo>
                    <a:pt x="1736115" y="15163"/>
                  </a:lnTo>
                  <a:lnTo>
                    <a:pt x="1743900" y="15247"/>
                  </a:lnTo>
                  <a:lnTo>
                    <a:pt x="1751685" y="15313"/>
                  </a:lnTo>
                  <a:lnTo>
                    <a:pt x="1759471" y="15411"/>
                  </a:lnTo>
                  <a:lnTo>
                    <a:pt x="1767256" y="15482"/>
                  </a:lnTo>
                  <a:lnTo>
                    <a:pt x="1775041" y="15499"/>
                  </a:lnTo>
                  <a:lnTo>
                    <a:pt x="1782826" y="15571"/>
                  </a:lnTo>
                  <a:lnTo>
                    <a:pt x="1790612" y="15649"/>
                  </a:lnTo>
                  <a:lnTo>
                    <a:pt x="1798397" y="15705"/>
                  </a:lnTo>
                  <a:lnTo>
                    <a:pt x="1806182" y="15758"/>
                  </a:lnTo>
                  <a:lnTo>
                    <a:pt x="1813967" y="15792"/>
                  </a:lnTo>
                  <a:lnTo>
                    <a:pt x="1821753" y="15837"/>
                  </a:lnTo>
                  <a:lnTo>
                    <a:pt x="1829538" y="15924"/>
                  </a:lnTo>
                  <a:lnTo>
                    <a:pt x="1837323" y="16024"/>
                  </a:lnTo>
                  <a:lnTo>
                    <a:pt x="1845109" y="16156"/>
                  </a:lnTo>
                  <a:lnTo>
                    <a:pt x="1852894" y="16255"/>
                  </a:lnTo>
                  <a:lnTo>
                    <a:pt x="1860679" y="16345"/>
                  </a:lnTo>
                  <a:lnTo>
                    <a:pt x="1868464" y="16322"/>
                  </a:lnTo>
                  <a:lnTo>
                    <a:pt x="1876250" y="16362"/>
                  </a:lnTo>
                  <a:lnTo>
                    <a:pt x="1884035" y="16382"/>
                  </a:lnTo>
                  <a:lnTo>
                    <a:pt x="1891820" y="16428"/>
                  </a:lnTo>
                  <a:lnTo>
                    <a:pt x="1899605" y="16558"/>
                  </a:lnTo>
                  <a:lnTo>
                    <a:pt x="1907391" y="16729"/>
                  </a:lnTo>
                  <a:lnTo>
                    <a:pt x="1915176" y="16856"/>
                  </a:lnTo>
                  <a:lnTo>
                    <a:pt x="1922961" y="16950"/>
                  </a:lnTo>
                  <a:lnTo>
                    <a:pt x="1930747" y="16999"/>
                  </a:lnTo>
                  <a:lnTo>
                    <a:pt x="1938532" y="17036"/>
                  </a:lnTo>
                  <a:lnTo>
                    <a:pt x="1946317" y="17073"/>
                  </a:lnTo>
                  <a:lnTo>
                    <a:pt x="1954102" y="17109"/>
                  </a:lnTo>
                  <a:lnTo>
                    <a:pt x="1961888" y="17160"/>
                  </a:lnTo>
                  <a:lnTo>
                    <a:pt x="1969673" y="17268"/>
                  </a:lnTo>
                  <a:lnTo>
                    <a:pt x="1977458" y="17377"/>
                  </a:lnTo>
                  <a:lnTo>
                    <a:pt x="1985243" y="17485"/>
                  </a:lnTo>
                  <a:lnTo>
                    <a:pt x="1993029" y="17593"/>
                  </a:lnTo>
                  <a:lnTo>
                    <a:pt x="2000814" y="17655"/>
                  </a:lnTo>
                  <a:lnTo>
                    <a:pt x="2008599" y="17631"/>
                  </a:lnTo>
                  <a:lnTo>
                    <a:pt x="2016385" y="17727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rc260"/>
            <p:cNvSpPr/>
            <p:nvPr/>
          </p:nvSpPr>
          <p:spPr>
            <a:xfrm>
              <a:off x="5948615" y="3322206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rc261"/>
            <p:cNvSpPr/>
            <p:nvPr/>
          </p:nvSpPr>
          <p:spPr>
            <a:xfrm>
              <a:off x="5948615" y="4247864"/>
              <a:ext cx="2218023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5948615" y="4957356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5948615" y="4787132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5948615" y="4616908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948615" y="4446684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6"/>
            <p:cNvSpPr/>
            <p:nvPr/>
          </p:nvSpPr>
          <p:spPr>
            <a:xfrm>
              <a:off x="5948615" y="4276460"/>
              <a:ext cx="2218023" cy="0"/>
            </a:xfrm>
            <a:custGeom>
              <a:avLst/>
              <a:pathLst>
                <a:path w="2218023" h="0">
                  <a:moveTo>
                    <a:pt x="0" y="0"/>
                  </a:moveTo>
                  <a:lnTo>
                    <a:pt x="2218023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7"/>
            <p:cNvSpPr/>
            <p:nvPr/>
          </p:nvSpPr>
          <p:spPr>
            <a:xfrm>
              <a:off x="5966776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8"/>
            <p:cNvSpPr/>
            <p:nvPr/>
          </p:nvSpPr>
          <p:spPr>
            <a:xfrm>
              <a:off x="6481809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69"/>
            <p:cNvSpPr/>
            <p:nvPr/>
          </p:nvSpPr>
          <p:spPr>
            <a:xfrm>
              <a:off x="699684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0"/>
            <p:cNvSpPr/>
            <p:nvPr/>
          </p:nvSpPr>
          <p:spPr>
            <a:xfrm>
              <a:off x="751187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1"/>
            <p:cNvSpPr/>
            <p:nvPr/>
          </p:nvSpPr>
          <p:spPr>
            <a:xfrm>
              <a:off x="802690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6049435" y="4821660"/>
              <a:ext cx="2016385" cy="134439"/>
            </a:xfrm>
            <a:custGeom>
              <a:avLst/>
              <a:pathLst>
                <a:path w="2016385" h="134439">
                  <a:moveTo>
                    <a:pt x="0" y="0"/>
                  </a:moveTo>
                  <a:lnTo>
                    <a:pt x="7785" y="1520"/>
                  </a:lnTo>
                  <a:lnTo>
                    <a:pt x="15570" y="2916"/>
                  </a:lnTo>
                  <a:lnTo>
                    <a:pt x="23355" y="4247"/>
                  </a:lnTo>
                  <a:lnTo>
                    <a:pt x="31141" y="5706"/>
                  </a:lnTo>
                  <a:lnTo>
                    <a:pt x="38926" y="7226"/>
                  </a:lnTo>
                  <a:lnTo>
                    <a:pt x="46711" y="8727"/>
                  </a:lnTo>
                  <a:lnTo>
                    <a:pt x="54496" y="9872"/>
                  </a:lnTo>
                  <a:lnTo>
                    <a:pt x="62282" y="11460"/>
                  </a:lnTo>
                  <a:lnTo>
                    <a:pt x="70067" y="13039"/>
                  </a:lnTo>
                  <a:lnTo>
                    <a:pt x="77852" y="14602"/>
                  </a:lnTo>
                  <a:lnTo>
                    <a:pt x="85637" y="15873"/>
                  </a:lnTo>
                  <a:lnTo>
                    <a:pt x="93423" y="17004"/>
                  </a:lnTo>
                  <a:lnTo>
                    <a:pt x="101208" y="18301"/>
                  </a:lnTo>
                  <a:lnTo>
                    <a:pt x="108993" y="19386"/>
                  </a:lnTo>
                  <a:lnTo>
                    <a:pt x="116779" y="20499"/>
                  </a:lnTo>
                  <a:lnTo>
                    <a:pt x="124564" y="21369"/>
                  </a:lnTo>
                  <a:lnTo>
                    <a:pt x="132349" y="22567"/>
                  </a:lnTo>
                  <a:lnTo>
                    <a:pt x="140134" y="23733"/>
                  </a:lnTo>
                  <a:lnTo>
                    <a:pt x="147920" y="24799"/>
                  </a:lnTo>
                  <a:lnTo>
                    <a:pt x="155705" y="25834"/>
                  </a:lnTo>
                  <a:lnTo>
                    <a:pt x="163490" y="26903"/>
                  </a:lnTo>
                  <a:lnTo>
                    <a:pt x="171275" y="27945"/>
                  </a:lnTo>
                  <a:lnTo>
                    <a:pt x="179061" y="29146"/>
                  </a:lnTo>
                  <a:lnTo>
                    <a:pt x="186846" y="30120"/>
                  </a:lnTo>
                  <a:lnTo>
                    <a:pt x="194631" y="31038"/>
                  </a:lnTo>
                  <a:lnTo>
                    <a:pt x="202417" y="32016"/>
                  </a:lnTo>
                  <a:lnTo>
                    <a:pt x="210202" y="32851"/>
                  </a:lnTo>
                  <a:lnTo>
                    <a:pt x="217987" y="33745"/>
                  </a:lnTo>
                  <a:lnTo>
                    <a:pt x="225772" y="34637"/>
                  </a:lnTo>
                  <a:lnTo>
                    <a:pt x="233558" y="35523"/>
                  </a:lnTo>
                  <a:lnTo>
                    <a:pt x="241343" y="36805"/>
                  </a:lnTo>
                  <a:lnTo>
                    <a:pt x="249128" y="37855"/>
                  </a:lnTo>
                  <a:lnTo>
                    <a:pt x="256913" y="38829"/>
                  </a:lnTo>
                  <a:lnTo>
                    <a:pt x="264699" y="39770"/>
                  </a:lnTo>
                  <a:lnTo>
                    <a:pt x="272484" y="40584"/>
                  </a:lnTo>
                  <a:lnTo>
                    <a:pt x="280269" y="41638"/>
                  </a:lnTo>
                  <a:lnTo>
                    <a:pt x="288055" y="42563"/>
                  </a:lnTo>
                  <a:lnTo>
                    <a:pt x="295840" y="43634"/>
                  </a:lnTo>
                  <a:lnTo>
                    <a:pt x="303625" y="44723"/>
                  </a:lnTo>
                  <a:lnTo>
                    <a:pt x="311410" y="45463"/>
                  </a:lnTo>
                  <a:lnTo>
                    <a:pt x="319196" y="46192"/>
                  </a:lnTo>
                  <a:lnTo>
                    <a:pt x="326981" y="46916"/>
                  </a:lnTo>
                  <a:lnTo>
                    <a:pt x="334766" y="47792"/>
                  </a:lnTo>
                  <a:lnTo>
                    <a:pt x="342551" y="48514"/>
                  </a:lnTo>
                  <a:lnTo>
                    <a:pt x="350337" y="49225"/>
                  </a:lnTo>
                  <a:lnTo>
                    <a:pt x="358122" y="49936"/>
                  </a:lnTo>
                  <a:lnTo>
                    <a:pt x="365907" y="50744"/>
                  </a:lnTo>
                  <a:lnTo>
                    <a:pt x="373692" y="51616"/>
                  </a:lnTo>
                  <a:lnTo>
                    <a:pt x="381478" y="52534"/>
                  </a:lnTo>
                  <a:lnTo>
                    <a:pt x="389263" y="53451"/>
                  </a:lnTo>
                  <a:lnTo>
                    <a:pt x="397048" y="54174"/>
                  </a:lnTo>
                  <a:lnTo>
                    <a:pt x="404834" y="54884"/>
                  </a:lnTo>
                  <a:lnTo>
                    <a:pt x="412619" y="55599"/>
                  </a:lnTo>
                  <a:lnTo>
                    <a:pt x="420404" y="56323"/>
                  </a:lnTo>
                  <a:lnTo>
                    <a:pt x="428189" y="57299"/>
                  </a:lnTo>
                  <a:lnTo>
                    <a:pt x="435975" y="58258"/>
                  </a:lnTo>
                  <a:lnTo>
                    <a:pt x="443760" y="58936"/>
                  </a:lnTo>
                  <a:lnTo>
                    <a:pt x="451545" y="59714"/>
                  </a:lnTo>
                  <a:lnTo>
                    <a:pt x="459330" y="60215"/>
                  </a:lnTo>
                  <a:lnTo>
                    <a:pt x="467116" y="61021"/>
                  </a:lnTo>
                  <a:lnTo>
                    <a:pt x="474901" y="61667"/>
                  </a:lnTo>
                  <a:lnTo>
                    <a:pt x="482686" y="62529"/>
                  </a:lnTo>
                  <a:lnTo>
                    <a:pt x="490472" y="63184"/>
                  </a:lnTo>
                  <a:lnTo>
                    <a:pt x="498257" y="63940"/>
                  </a:lnTo>
                  <a:lnTo>
                    <a:pt x="506042" y="64678"/>
                  </a:lnTo>
                  <a:lnTo>
                    <a:pt x="513827" y="65417"/>
                  </a:lnTo>
                  <a:lnTo>
                    <a:pt x="521613" y="65892"/>
                  </a:lnTo>
                  <a:lnTo>
                    <a:pt x="529398" y="66440"/>
                  </a:lnTo>
                  <a:lnTo>
                    <a:pt x="537183" y="66922"/>
                  </a:lnTo>
                  <a:lnTo>
                    <a:pt x="544968" y="67237"/>
                  </a:lnTo>
                  <a:lnTo>
                    <a:pt x="552754" y="67826"/>
                  </a:lnTo>
                  <a:lnTo>
                    <a:pt x="560539" y="68424"/>
                  </a:lnTo>
                  <a:lnTo>
                    <a:pt x="568324" y="69188"/>
                  </a:lnTo>
                  <a:lnTo>
                    <a:pt x="576110" y="69592"/>
                  </a:lnTo>
                  <a:lnTo>
                    <a:pt x="583895" y="70073"/>
                  </a:lnTo>
                  <a:lnTo>
                    <a:pt x="591680" y="70794"/>
                  </a:lnTo>
                  <a:lnTo>
                    <a:pt x="599465" y="71578"/>
                  </a:lnTo>
                  <a:lnTo>
                    <a:pt x="607251" y="72049"/>
                  </a:lnTo>
                  <a:lnTo>
                    <a:pt x="615036" y="72694"/>
                  </a:lnTo>
                  <a:lnTo>
                    <a:pt x="622821" y="73093"/>
                  </a:lnTo>
                  <a:lnTo>
                    <a:pt x="630606" y="73539"/>
                  </a:lnTo>
                  <a:lnTo>
                    <a:pt x="638392" y="74083"/>
                  </a:lnTo>
                  <a:lnTo>
                    <a:pt x="646177" y="74533"/>
                  </a:lnTo>
                  <a:lnTo>
                    <a:pt x="653962" y="75041"/>
                  </a:lnTo>
                  <a:lnTo>
                    <a:pt x="661747" y="75346"/>
                  </a:lnTo>
                  <a:lnTo>
                    <a:pt x="669533" y="75736"/>
                  </a:lnTo>
                  <a:lnTo>
                    <a:pt x="677318" y="76134"/>
                  </a:lnTo>
                  <a:lnTo>
                    <a:pt x="685103" y="76686"/>
                  </a:lnTo>
                  <a:lnTo>
                    <a:pt x="692889" y="77316"/>
                  </a:lnTo>
                  <a:lnTo>
                    <a:pt x="700674" y="77998"/>
                  </a:lnTo>
                  <a:lnTo>
                    <a:pt x="708459" y="78392"/>
                  </a:lnTo>
                  <a:lnTo>
                    <a:pt x="716244" y="78867"/>
                  </a:lnTo>
                  <a:lnTo>
                    <a:pt x="724030" y="79405"/>
                  </a:lnTo>
                  <a:lnTo>
                    <a:pt x="731815" y="79926"/>
                  </a:lnTo>
                  <a:lnTo>
                    <a:pt x="739600" y="80348"/>
                  </a:lnTo>
                  <a:lnTo>
                    <a:pt x="747385" y="80657"/>
                  </a:lnTo>
                  <a:lnTo>
                    <a:pt x="755171" y="80972"/>
                  </a:lnTo>
                  <a:lnTo>
                    <a:pt x="762956" y="81292"/>
                  </a:lnTo>
                  <a:lnTo>
                    <a:pt x="770741" y="81582"/>
                  </a:lnTo>
                  <a:lnTo>
                    <a:pt x="778527" y="81882"/>
                  </a:lnTo>
                  <a:lnTo>
                    <a:pt x="786312" y="82181"/>
                  </a:lnTo>
                  <a:lnTo>
                    <a:pt x="794097" y="82478"/>
                  </a:lnTo>
                  <a:lnTo>
                    <a:pt x="801882" y="82792"/>
                  </a:lnTo>
                  <a:lnTo>
                    <a:pt x="809668" y="83157"/>
                  </a:lnTo>
                  <a:lnTo>
                    <a:pt x="817453" y="83515"/>
                  </a:lnTo>
                  <a:lnTo>
                    <a:pt x="825238" y="83979"/>
                  </a:lnTo>
                  <a:lnTo>
                    <a:pt x="833023" y="84278"/>
                  </a:lnTo>
                  <a:lnTo>
                    <a:pt x="840809" y="84721"/>
                  </a:lnTo>
                  <a:lnTo>
                    <a:pt x="848594" y="85161"/>
                  </a:lnTo>
                  <a:lnTo>
                    <a:pt x="856379" y="85591"/>
                  </a:lnTo>
                  <a:lnTo>
                    <a:pt x="864165" y="86045"/>
                  </a:lnTo>
                  <a:lnTo>
                    <a:pt x="871950" y="86495"/>
                  </a:lnTo>
                  <a:lnTo>
                    <a:pt x="879735" y="86941"/>
                  </a:lnTo>
                  <a:lnTo>
                    <a:pt x="887520" y="87305"/>
                  </a:lnTo>
                  <a:lnTo>
                    <a:pt x="895306" y="87562"/>
                  </a:lnTo>
                  <a:lnTo>
                    <a:pt x="903091" y="87700"/>
                  </a:lnTo>
                  <a:lnTo>
                    <a:pt x="910876" y="88117"/>
                  </a:lnTo>
                  <a:lnTo>
                    <a:pt x="918661" y="88289"/>
                  </a:lnTo>
                  <a:lnTo>
                    <a:pt x="926447" y="88444"/>
                  </a:lnTo>
                  <a:lnTo>
                    <a:pt x="934232" y="88598"/>
                  </a:lnTo>
                  <a:lnTo>
                    <a:pt x="942017" y="88800"/>
                  </a:lnTo>
                  <a:lnTo>
                    <a:pt x="949802" y="89160"/>
                  </a:lnTo>
                  <a:lnTo>
                    <a:pt x="957588" y="89307"/>
                  </a:lnTo>
                  <a:lnTo>
                    <a:pt x="965373" y="89484"/>
                  </a:lnTo>
                  <a:lnTo>
                    <a:pt x="973158" y="89660"/>
                  </a:lnTo>
                  <a:lnTo>
                    <a:pt x="980944" y="89854"/>
                  </a:lnTo>
                  <a:lnTo>
                    <a:pt x="988729" y="90161"/>
                  </a:lnTo>
                  <a:lnTo>
                    <a:pt x="996514" y="90468"/>
                  </a:lnTo>
                  <a:lnTo>
                    <a:pt x="1004299" y="90775"/>
                  </a:lnTo>
                  <a:lnTo>
                    <a:pt x="1012085" y="91081"/>
                  </a:lnTo>
                  <a:lnTo>
                    <a:pt x="1019870" y="91367"/>
                  </a:lnTo>
                  <a:lnTo>
                    <a:pt x="1027655" y="91683"/>
                  </a:lnTo>
                  <a:lnTo>
                    <a:pt x="1035440" y="91979"/>
                  </a:lnTo>
                  <a:lnTo>
                    <a:pt x="1043226" y="92274"/>
                  </a:lnTo>
                  <a:lnTo>
                    <a:pt x="1051011" y="92566"/>
                  </a:lnTo>
                  <a:lnTo>
                    <a:pt x="1058796" y="92846"/>
                  </a:lnTo>
                  <a:lnTo>
                    <a:pt x="1066582" y="92980"/>
                  </a:lnTo>
                  <a:lnTo>
                    <a:pt x="1074367" y="93402"/>
                  </a:lnTo>
                  <a:lnTo>
                    <a:pt x="1082152" y="93518"/>
                  </a:lnTo>
                  <a:lnTo>
                    <a:pt x="1089937" y="93879"/>
                  </a:lnTo>
                  <a:lnTo>
                    <a:pt x="1097723" y="94083"/>
                  </a:lnTo>
                  <a:lnTo>
                    <a:pt x="1105508" y="94469"/>
                  </a:lnTo>
                  <a:lnTo>
                    <a:pt x="1113293" y="94851"/>
                  </a:lnTo>
                  <a:lnTo>
                    <a:pt x="1121078" y="95144"/>
                  </a:lnTo>
                  <a:lnTo>
                    <a:pt x="1128864" y="95419"/>
                  </a:lnTo>
                  <a:lnTo>
                    <a:pt x="1136649" y="95693"/>
                  </a:lnTo>
                  <a:lnTo>
                    <a:pt x="1144434" y="95903"/>
                  </a:lnTo>
                  <a:lnTo>
                    <a:pt x="1152220" y="96025"/>
                  </a:lnTo>
                  <a:lnTo>
                    <a:pt x="1160005" y="96104"/>
                  </a:lnTo>
                  <a:lnTo>
                    <a:pt x="1167790" y="96352"/>
                  </a:lnTo>
                  <a:lnTo>
                    <a:pt x="1175575" y="96469"/>
                  </a:lnTo>
                  <a:lnTo>
                    <a:pt x="1183361" y="96587"/>
                  </a:lnTo>
                  <a:lnTo>
                    <a:pt x="1191146" y="96706"/>
                  </a:lnTo>
                  <a:lnTo>
                    <a:pt x="1198931" y="96823"/>
                  </a:lnTo>
                  <a:lnTo>
                    <a:pt x="1206716" y="96980"/>
                  </a:lnTo>
                  <a:lnTo>
                    <a:pt x="1214502" y="97140"/>
                  </a:lnTo>
                  <a:lnTo>
                    <a:pt x="1222287" y="97300"/>
                  </a:lnTo>
                  <a:lnTo>
                    <a:pt x="1230072" y="97459"/>
                  </a:lnTo>
                  <a:lnTo>
                    <a:pt x="1237857" y="97584"/>
                  </a:lnTo>
                  <a:lnTo>
                    <a:pt x="1245643" y="97687"/>
                  </a:lnTo>
                  <a:lnTo>
                    <a:pt x="1253428" y="97789"/>
                  </a:lnTo>
                  <a:lnTo>
                    <a:pt x="1261213" y="97891"/>
                  </a:lnTo>
                  <a:lnTo>
                    <a:pt x="1268999" y="97995"/>
                  </a:lnTo>
                  <a:lnTo>
                    <a:pt x="1276784" y="98199"/>
                  </a:lnTo>
                  <a:lnTo>
                    <a:pt x="1284569" y="98382"/>
                  </a:lnTo>
                  <a:lnTo>
                    <a:pt x="1292354" y="98612"/>
                  </a:lnTo>
                  <a:lnTo>
                    <a:pt x="1300140" y="98836"/>
                  </a:lnTo>
                  <a:lnTo>
                    <a:pt x="1307925" y="99028"/>
                  </a:lnTo>
                  <a:lnTo>
                    <a:pt x="1315710" y="99223"/>
                  </a:lnTo>
                  <a:lnTo>
                    <a:pt x="1323495" y="99451"/>
                  </a:lnTo>
                  <a:lnTo>
                    <a:pt x="1331281" y="99580"/>
                  </a:lnTo>
                  <a:lnTo>
                    <a:pt x="1339066" y="99822"/>
                  </a:lnTo>
                  <a:lnTo>
                    <a:pt x="1346851" y="100065"/>
                  </a:lnTo>
                  <a:lnTo>
                    <a:pt x="1354637" y="100283"/>
                  </a:lnTo>
                  <a:lnTo>
                    <a:pt x="1362422" y="100486"/>
                  </a:lnTo>
                  <a:lnTo>
                    <a:pt x="1370207" y="100686"/>
                  </a:lnTo>
                  <a:lnTo>
                    <a:pt x="1377992" y="100782"/>
                  </a:lnTo>
                  <a:lnTo>
                    <a:pt x="1385778" y="100918"/>
                  </a:lnTo>
                  <a:lnTo>
                    <a:pt x="1393563" y="101099"/>
                  </a:lnTo>
                  <a:lnTo>
                    <a:pt x="1401348" y="101284"/>
                  </a:lnTo>
                  <a:lnTo>
                    <a:pt x="1409133" y="101469"/>
                  </a:lnTo>
                  <a:lnTo>
                    <a:pt x="1416919" y="101653"/>
                  </a:lnTo>
                  <a:lnTo>
                    <a:pt x="1424704" y="101838"/>
                  </a:lnTo>
                  <a:lnTo>
                    <a:pt x="1432489" y="101984"/>
                  </a:lnTo>
                  <a:lnTo>
                    <a:pt x="1440275" y="101982"/>
                  </a:lnTo>
                  <a:lnTo>
                    <a:pt x="1448060" y="101980"/>
                  </a:lnTo>
                  <a:lnTo>
                    <a:pt x="1455845" y="102139"/>
                  </a:lnTo>
                  <a:lnTo>
                    <a:pt x="1463630" y="102323"/>
                  </a:lnTo>
                  <a:lnTo>
                    <a:pt x="1471416" y="102506"/>
                  </a:lnTo>
                  <a:lnTo>
                    <a:pt x="1479201" y="102652"/>
                  </a:lnTo>
                  <a:lnTo>
                    <a:pt x="1486986" y="102778"/>
                  </a:lnTo>
                  <a:lnTo>
                    <a:pt x="1494771" y="102938"/>
                  </a:lnTo>
                  <a:lnTo>
                    <a:pt x="1502557" y="103099"/>
                  </a:lnTo>
                  <a:lnTo>
                    <a:pt x="1510342" y="103261"/>
                  </a:lnTo>
                  <a:lnTo>
                    <a:pt x="1518127" y="103405"/>
                  </a:lnTo>
                  <a:lnTo>
                    <a:pt x="1525912" y="103481"/>
                  </a:lnTo>
                  <a:lnTo>
                    <a:pt x="1533698" y="103557"/>
                  </a:lnTo>
                  <a:lnTo>
                    <a:pt x="1541483" y="103634"/>
                  </a:lnTo>
                  <a:lnTo>
                    <a:pt x="1549268" y="103711"/>
                  </a:lnTo>
                  <a:lnTo>
                    <a:pt x="1557054" y="103859"/>
                  </a:lnTo>
                  <a:lnTo>
                    <a:pt x="1564839" y="104049"/>
                  </a:lnTo>
                  <a:lnTo>
                    <a:pt x="1572624" y="104237"/>
                  </a:lnTo>
                  <a:lnTo>
                    <a:pt x="1580409" y="104425"/>
                  </a:lnTo>
                  <a:lnTo>
                    <a:pt x="1588195" y="104410"/>
                  </a:lnTo>
                  <a:lnTo>
                    <a:pt x="1595980" y="104396"/>
                  </a:lnTo>
                  <a:lnTo>
                    <a:pt x="1603765" y="104444"/>
                  </a:lnTo>
                  <a:lnTo>
                    <a:pt x="1611550" y="104572"/>
                  </a:lnTo>
                  <a:lnTo>
                    <a:pt x="1619336" y="104705"/>
                  </a:lnTo>
                  <a:lnTo>
                    <a:pt x="1627121" y="104838"/>
                  </a:lnTo>
                  <a:lnTo>
                    <a:pt x="1634906" y="104970"/>
                  </a:lnTo>
                  <a:lnTo>
                    <a:pt x="1642692" y="105097"/>
                  </a:lnTo>
                  <a:lnTo>
                    <a:pt x="1650477" y="105225"/>
                  </a:lnTo>
                  <a:lnTo>
                    <a:pt x="1658262" y="105351"/>
                  </a:lnTo>
                  <a:lnTo>
                    <a:pt x="1666047" y="105478"/>
                  </a:lnTo>
                  <a:lnTo>
                    <a:pt x="1673833" y="105606"/>
                  </a:lnTo>
                  <a:lnTo>
                    <a:pt x="1681618" y="105735"/>
                  </a:lnTo>
                  <a:lnTo>
                    <a:pt x="1689403" y="105860"/>
                  </a:lnTo>
                  <a:lnTo>
                    <a:pt x="1697188" y="105978"/>
                  </a:lnTo>
                  <a:lnTo>
                    <a:pt x="1704974" y="106113"/>
                  </a:lnTo>
                  <a:lnTo>
                    <a:pt x="1712759" y="106237"/>
                  </a:lnTo>
                  <a:lnTo>
                    <a:pt x="1720544" y="106359"/>
                  </a:lnTo>
                  <a:lnTo>
                    <a:pt x="1728330" y="106482"/>
                  </a:lnTo>
                  <a:lnTo>
                    <a:pt x="1736115" y="106607"/>
                  </a:lnTo>
                  <a:lnTo>
                    <a:pt x="1743900" y="106731"/>
                  </a:lnTo>
                  <a:lnTo>
                    <a:pt x="1751685" y="106781"/>
                  </a:lnTo>
                  <a:lnTo>
                    <a:pt x="1759471" y="106828"/>
                  </a:lnTo>
                  <a:lnTo>
                    <a:pt x="1767256" y="106966"/>
                  </a:lnTo>
                  <a:lnTo>
                    <a:pt x="1775041" y="107125"/>
                  </a:lnTo>
                  <a:lnTo>
                    <a:pt x="1782826" y="107286"/>
                  </a:lnTo>
                  <a:lnTo>
                    <a:pt x="1790612" y="107445"/>
                  </a:lnTo>
                  <a:lnTo>
                    <a:pt x="1798397" y="107584"/>
                  </a:lnTo>
                  <a:lnTo>
                    <a:pt x="1806182" y="107703"/>
                  </a:lnTo>
                  <a:lnTo>
                    <a:pt x="1813967" y="107821"/>
                  </a:lnTo>
                  <a:lnTo>
                    <a:pt x="1821753" y="107938"/>
                  </a:lnTo>
                  <a:lnTo>
                    <a:pt x="1829538" y="108055"/>
                  </a:lnTo>
                  <a:lnTo>
                    <a:pt x="1837323" y="108136"/>
                  </a:lnTo>
                  <a:lnTo>
                    <a:pt x="1845109" y="108195"/>
                  </a:lnTo>
                  <a:lnTo>
                    <a:pt x="1852894" y="108254"/>
                  </a:lnTo>
                  <a:lnTo>
                    <a:pt x="1860679" y="108335"/>
                  </a:lnTo>
                  <a:lnTo>
                    <a:pt x="1868464" y="108469"/>
                  </a:lnTo>
                  <a:lnTo>
                    <a:pt x="1876250" y="108610"/>
                  </a:lnTo>
                  <a:lnTo>
                    <a:pt x="1884035" y="108752"/>
                  </a:lnTo>
                  <a:lnTo>
                    <a:pt x="1891820" y="108893"/>
                  </a:lnTo>
                  <a:lnTo>
                    <a:pt x="1899605" y="109033"/>
                  </a:lnTo>
                  <a:lnTo>
                    <a:pt x="1907391" y="109172"/>
                  </a:lnTo>
                  <a:lnTo>
                    <a:pt x="1915176" y="109311"/>
                  </a:lnTo>
                  <a:lnTo>
                    <a:pt x="1922961" y="109428"/>
                  </a:lnTo>
                  <a:lnTo>
                    <a:pt x="1930747" y="109540"/>
                  </a:lnTo>
                  <a:lnTo>
                    <a:pt x="1938532" y="109651"/>
                  </a:lnTo>
                  <a:lnTo>
                    <a:pt x="1946317" y="109762"/>
                  </a:lnTo>
                  <a:lnTo>
                    <a:pt x="1954102" y="109873"/>
                  </a:lnTo>
                  <a:lnTo>
                    <a:pt x="1961888" y="109981"/>
                  </a:lnTo>
                  <a:lnTo>
                    <a:pt x="1969673" y="110073"/>
                  </a:lnTo>
                  <a:lnTo>
                    <a:pt x="1977458" y="110166"/>
                  </a:lnTo>
                  <a:lnTo>
                    <a:pt x="1985243" y="110257"/>
                  </a:lnTo>
                  <a:lnTo>
                    <a:pt x="1993029" y="110360"/>
                  </a:lnTo>
                  <a:lnTo>
                    <a:pt x="2000814" y="110479"/>
                  </a:lnTo>
                  <a:lnTo>
                    <a:pt x="2008599" y="110596"/>
                  </a:lnTo>
                  <a:lnTo>
                    <a:pt x="2016385" y="110714"/>
                  </a:lnTo>
                  <a:lnTo>
                    <a:pt x="2016385" y="134439"/>
                  </a:lnTo>
                  <a:lnTo>
                    <a:pt x="2008599" y="134417"/>
                  </a:lnTo>
                  <a:lnTo>
                    <a:pt x="2000814" y="134395"/>
                  </a:lnTo>
                  <a:lnTo>
                    <a:pt x="1993029" y="134374"/>
                  </a:lnTo>
                  <a:lnTo>
                    <a:pt x="1985243" y="134352"/>
                  </a:lnTo>
                  <a:lnTo>
                    <a:pt x="1977458" y="134330"/>
                  </a:lnTo>
                  <a:lnTo>
                    <a:pt x="1969673" y="134308"/>
                  </a:lnTo>
                  <a:lnTo>
                    <a:pt x="1961888" y="134285"/>
                  </a:lnTo>
                  <a:lnTo>
                    <a:pt x="1954102" y="134261"/>
                  </a:lnTo>
                  <a:lnTo>
                    <a:pt x="1946317" y="134238"/>
                  </a:lnTo>
                  <a:lnTo>
                    <a:pt x="1938532" y="134214"/>
                  </a:lnTo>
                  <a:lnTo>
                    <a:pt x="1930747" y="134189"/>
                  </a:lnTo>
                  <a:lnTo>
                    <a:pt x="1922961" y="134164"/>
                  </a:lnTo>
                  <a:lnTo>
                    <a:pt x="1915176" y="134139"/>
                  </a:lnTo>
                  <a:lnTo>
                    <a:pt x="1907391" y="134113"/>
                  </a:lnTo>
                  <a:lnTo>
                    <a:pt x="1899605" y="134088"/>
                  </a:lnTo>
                  <a:lnTo>
                    <a:pt x="1891820" y="134061"/>
                  </a:lnTo>
                  <a:lnTo>
                    <a:pt x="1884035" y="134034"/>
                  </a:lnTo>
                  <a:lnTo>
                    <a:pt x="1876250" y="134006"/>
                  </a:lnTo>
                  <a:lnTo>
                    <a:pt x="1868464" y="133978"/>
                  </a:lnTo>
                  <a:lnTo>
                    <a:pt x="1860679" y="133949"/>
                  </a:lnTo>
                  <a:lnTo>
                    <a:pt x="1852894" y="133920"/>
                  </a:lnTo>
                  <a:lnTo>
                    <a:pt x="1845109" y="133890"/>
                  </a:lnTo>
                  <a:lnTo>
                    <a:pt x="1837323" y="133859"/>
                  </a:lnTo>
                  <a:lnTo>
                    <a:pt x="1829538" y="133829"/>
                  </a:lnTo>
                  <a:lnTo>
                    <a:pt x="1821753" y="133797"/>
                  </a:lnTo>
                  <a:lnTo>
                    <a:pt x="1813967" y="133766"/>
                  </a:lnTo>
                  <a:lnTo>
                    <a:pt x="1806182" y="133733"/>
                  </a:lnTo>
                  <a:lnTo>
                    <a:pt x="1798397" y="133701"/>
                  </a:lnTo>
                  <a:lnTo>
                    <a:pt x="1790612" y="133667"/>
                  </a:lnTo>
                  <a:lnTo>
                    <a:pt x="1782826" y="133633"/>
                  </a:lnTo>
                  <a:lnTo>
                    <a:pt x="1775041" y="133602"/>
                  </a:lnTo>
                  <a:lnTo>
                    <a:pt x="1767256" y="133573"/>
                  </a:lnTo>
                  <a:lnTo>
                    <a:pt x="1759471" y="133538"/>
                  </a:lnTo>
                  <a:lnTo>
                    <a:pt x="1751685" y="133503"/>
                  </a:lnTo>
                  <a:lnTo>
                    <a:pt x="1743900" y="133467"/>
                  </a:lnTo>
                  <a:lnTo>
                    <a:pt x="1736115" y="133430"/>
                  </a:lnTo>
                  <a:lnTo>
                    <a:pt x="1728330" y="133393"/>
                  </a:lnTo>
                  <a:lnTo>
                    <a:pt x="1720544" y="133355"/>
                  </a:lnTo>
                  <a:lnTo>
                    <a:pt x="1712759" y="133317"/>
                  </a:lnTo>
                  <a:lnTo>
                    <a:pt x="1704974" y="133279"/>
                  </a:lnTo>
                  <a:lnTo>
                    <a:pt x="1697188" y="133244"/>
                  </a:lnTo>
                  <a:lnTo>
                    <a:pt x="1689403" y="133208"/>
                  </a:lnTo>
                  <a:lnTo>
                    <a:pt x="1681618" y="133172"/>
                  </a:lnTo>
                  <a:lnTo>
                    <a:pt x="1673833" y="133135"/>
                  </a:lnTo>
                  <a:lnTo>
                    <a:pt x="1666047" y="133098"/>
                  </a:lnTo>
                  <a:lnTo>
                    <a:pt x="1658262" y="133057"/>
                  </a:lnTo>
                  <a:lnTo>
                    <a:pt x="1650477" y="133010"/>
                  </a:lnTo>
                  <a:lnTo>
                    <a:pt x="1642692" y="132963"/>
                  </a:lnTo>
                  <a:lnTo>
                    <a:pt x="1634906" y="132915"/>
                  </a:lnTo>
                  <a:lnTo>
                    <a:pt x="1627121" y="132866"/>
                  </a:lnTo>
                  <a:lnTo>
                    <a:pt x="1619336" y="132816"/>
                  </a:lnTo>
                  <a:lnTo>
                    <a:pt x="1611550" y="132765"/>
                  </a:lnTo>
                  <a:lnTo>
                    <a:pt x="1603765" y="132713"/>
                  </a:lnTo>
                  <a:lnTo>
                    <a:pt x="1595980" y="132673"/>
                  </a:lnTo>
                  <a:lnTo>
                    <a:pt x="1588195" y="132632"/>
                  </a:lnTo>
                  <a:lnTo>
                    <a:pt x="1580409" y="132592"/>
                  </a:lnTo>
                  <a:lnTo>
                    <a:pt x="1572624" y="132531"/>
                  </a:lnTo>
                  <a:lnTo>
                    <a:pt x="1564839" y="132468"/>
                  </a:lnTo>
                  <a:lnTo>
                    <a:pt x="1557054" y="132403"/>
                  </a:lnTo>
                  <a:lnTo>
                    <a:pt x="1549268" y="132346"/>
                  </a:lnTo>
                  <a:lnTo>
                    <a:pt x="1541483" y="132290"/>
                  </a:lnTo>
                  <a:lnTo>
                    <a:pt x="1533698" y="132234"/>
                  </a:lnTo>
                  <a:lnTo>
                    <a:pt x="1525912" y="132177"/>
                  </a:lnTo>
                  <a:lnTo>
                    <a:pt x="1518127" y="132118"/>
                  </a:lnTo>
                  <a:lnTo>
                    <a:pt x="1510342" y="132059"/>
                  </a:lnTo>
                  <a:lnTo>
                    <a:pt x="1502557" y="131986"/>
                  </a:lnTo>
                  <a:lnTo>
                    <a:pt x="1494771" y="131926"/>
                  </a:lnTo>
                  <a:lnTo>
                    <a:pt x="1486986" y="131866"/>
                  </a:lnTo>
                  <a:lnTo>
                    <a:pt x="1479201" y="131805"/>
                  </a:lnTo>
                  <a:lnTo>
                    <a:pt x="1471416" y="131742"/>
                  </a:lnTo>
                  <a:lnTo>
                    <a:pt x="1463630" y="131679"/>
                  </a:lnTo>
                  <a:lnTo>
                    <a:pt x="1455845" y="131615"/>
                  </a:lnTo>
                  <a:lnTo>
                    <a:pt x="1448060" y="131551"/>
                  </a:lnTo>
                  <a:lnTo>
                    <a:pt x="1440275" y="131485"/>
                  </a:lnTo>
                  <a:lnTo>
                    <a:pt x="1432489" y="131416"/>
                  </a:lnTo>
                  <a:lnTo>
                    <a:pt x="1424704" y="131348"/>
                  </a:lnTo>
                  <a:lnTo>
                    <a:pt x="1416919" y="131282"/>
                  </a:lnTo>
                  <a:lnTo>
                    <a:pt x="1409133" y="131230"/>
                  </a:lnTo>
                  <a:lnTo>
                    <a:pt x="1401348" y="131163"/>
                  </a:lnTo>
                  <a:lnTo>
                    <a:pt x="1393563" y="131095"/>
                  </a:lnTo>
                  <a:lnTo>
                    <a:pt x="1385778" y="131025"/>
                  </a:lnTo>
                  <a:lnTo>
                    <a:pt x="1377992" y="130954"/>
                  </a:lnTo>
                  <a:lnTo>
                    <a:pt x="1370207" y="130883"/>
                  </a:lnTo>
                  <a:lnTo>
                    <a:pt x="1362422" y="130815"/>
                  </a:lnTo>
                  <a:lnTo>
                    <a:pt x="1354637" y="130747"/>
                  </a:lnTo>
                  <a:lnTo>
                    <a:pt x="1346851" y="130678"/>
                  </a:lnTo>
                  <a:lnTo>
                    <a:pt x="1339066" y="130609"/>
                  </a:lnTo>
                  <a:lnTo>
                    <a:pt x="1331281" y="130538"/>
                  </a:lnTo>
                  <a:lnTo>
                    <a:pt x="1323495" y="130467"/>
                  </a:lnTo>
                  <a:lnTo>
                    <a:pt x="1315710" y="130394"/>
                  </a:lnTo>
                  <a:lnTo>
                    <a:pt x="1307925" y="130321"/>
                  </a:lnTo>
                  <a:lnTo>
                    <a:pt x="1300140" y="130246"/>
                  </a:lnTo>
                  <a:lnTo>
                    <a:pt x="1292354" y="130163"/>
                  </a:lnTo>
                  <a:lnTo>
                    <a:pt x="1284569" y="130093"/>
                  </a:lnTo>
                  <a:lnTo>
                    <a:pt x="1276784" y="130002"/>
                  </a:lnTo>
                  <a:lnTo>
                    <a:pt x="1268999" y="129908"/>
                  </a:lnTo>
                  <a:lnTo>
                    <a:pt x="1261213" y="129813"/>
                  </a:lnTo>
                  <a:lnTo>
                    <a:pt x="1253428" y="129712"/>
                  </a:lnTo>
                  <a:lnTo>
                    <a:pt x="1245643" y="129623"/>
                  </a:lnTo>
                  <a:lnTo>
                    <a:pt x="1237857" y="129505"/>
                  </a:lnTo>
                  <a:lnTo>
                    <a:pt x="1230072" y="129407"/>
                  </a:lnTo>
                  <a:lnTo>
                    <a:pt x="1222287" y="129320"/>
                  </a:lnTo>
                  <a:lnTo>
                    <a:pt x="1214502" y="129245"/>
                  </a:lnTo>
                  <a:lnTo>
                    <a:pt x="1206716" y="129169"/>
                  </a:lnTo>
                  <a:lnTo>
                    <a:pt x="1198931" y="129092"/>
                  </a:lnTo>
                  <a:lnTo>
                    <a:pt x="1191146" y="129014"/>
                  </a:lnTo>
                  <a:lnTo>
                    <a:pt x="1183361" y="128934"/>
                  </a:lnTo>
                  <a:lnTo>
                    <a:pt x="1175575" y="128803"/>
                  </a:lnTo>
                  <a:lnTo>
                    <a:pt x="1167790" y="128666"/>
                  </a:lnTo>
                  <a:lnTo>
                    <a:pt x="1160005" y="128551"/>
                  </a:lnTo>
                  <a:lnTo>
                    <a:pt x="1152220" y="128461"/>
                  </a:lnTo>
                  <a:lnTo>
                    <a:pt x="1144434" y="128374"/>
                  </a:lnTo>
                  <a:lnTo>
                    <a:pt x="1136649" y="128274"/>
                  </a:lnTo>
                  <a:lnTo>
                    <a:pt x="1128864" y="128151"/>
                  </a:lnTo>
                  <a:lnTo>
                    <a:pt x="1121078" y="128038"/>
                  </a:lnTo>
                  <a:lnTo>
                    <a:pt x="1113293" y="127966"/>
                  </a:lnTo>
                  <a:lnTo>
                    <a:pt x="1105508" y="127861"/>
                  </a:lnTo>
                  <a:lnTo>
                    <a:pt x="1097723" y="127755"/>
                  </a:lnTo>
                  <a:lnTo>
                    <a:pt x="1089937" y="127664"/>
                  </a:lnTo>
                  <a:lnTo>
                    <a:pt x="1082152" y="127557"/>
                  </a:lnTo>
                  <a:lnTo>
                    <a:pt x="1074367" y="127425"/>
                  </a:lnTo>
                  <a:lnTo>
                    <a:pt x="1066582" y="127312"/>
                  </a:lnTo>
                  <a:lnTo>
                    <a:pt x="1058796" y="127198"/>
                  </a:lnTo>
                  <a:lnTo>
                    <a:pt x="1051011" y="127082"/>
                  </a:lnTo>
                  <a:lnTo>
                    <a:pt x="1043226" y="126958"/>
                  </a:lnTo>
                  <a:lnTo>
                    <a:pt x="1035440" y="126846"/>
                  </a:lnTo>
                  <a:lnTo>
                    <a:pt x="1027655" y="126726"/>
                  </a:lnTo>
                  <a:lnTo>
                    <a:pt x="1019870" y="126604"/>
                  </a:lnTo>
                  <a:lnTo>
                    <a:pt x="1012085" y="126481"/>
                  </a:lnTo>
                  <a:lnTo>
                    <a:pt x="1004299" y="126356"/>
                  </a:lnTo>
                  <a:lnTo>
                    <a:pt x="996514" y="126229"/>
                  </a:lnTo>
                  <a:lnTo>
                    <a:pt x="988729" y="126099"/>
                  </a:lnTo>
                  <a:lnTo>
                    <a:pt x="980944" y="125955"/>
                  </a:lnTo>
                  <a:lnTo>
                    <a:pt x="973158" y="125835"/>
                  </a:lnTo>
                  <a:lnTo>
                    <a:pt x="965373" y="125701"/>
                  </a:lnTo>
                  <a:lnTo>
                    <a:pt x="957588" y="125585"/>
                  </a:lnTo>
                  <a:lnTo>
                    <a:pt x="949802" y="125485"/>
                  </a:lnTo>
                  <a:lnTo>
                    <a:pt x="942017" y="125395"/>
                  </a:lnTo>
                  <a:lnTo>
                    <a:pt x="934232" y="125284"/>
                  </a:lnTo>
                  <a:lnTo>
                    <a:pt x="926447" y="125134"/>
                  </a:lnTo>
                  <a:lnTo>
                    <a:pt x="918661" y="124969"/>
                  </a:lnTo>
                  <a:lnTo>
                    <a:pt x="910876" y="124834"/>
                  </a:lnTo>
                  <a:lnTo>
                    <a:pt x="903091" y="124692"/>
                  </a:lnTo>
                  <a:lnTo>
                    <a:pt x="895306" y="124563"/>
                  </a:lnTo>
                  <a:lnTo>
                    <a:pt x="887520" y="124415"/>
                  </a:lnTo>
                  <a:lnTo>
                    <a:pt x="879735" y="124261"/>
                  </a:lnTo>
                  <a:lnTo>
                    <a:pt x="871950" y="124098"/>
                  </a:lnTo>
                  <a:lnTo>
                    <a:pt x="864165" y="123933"/>
                  </a:lnTo>
                  <a:lnTo>
                    <a:pt x="856379" y="123782"/>
                  </a:lnTo>
                  <a:lnTo>
                    <a:pt x="848594" y="123627"/>
                  </a:lnTo>
                  <a:lnTo>
                    <a:pt x="840809" y="123484"/>
                  </a:lnTo>
                  <a:lnTo>
                    <a:pt x="833023" y="123358"/>
                  </a:lnTo>
                  <a:lnTo>
                    <a:pt x="825238" y="123200"/>
                  </a:lnTo>
                  <a:lnTo>
                    <a:pt x="817453" y="123060"/>
                  </a:lnTo>
                  <a:lnTo>
                    <a:pt x="809668" y="122919"/>
                  </a:lnTo>
                  <a:lnTo>
                    <a:pt x="801882" y="122776"/>
                  </a:lnTo>
                  <a:lnTo>
                    <a:pt x="794097" y="122631"/>
                  </a:lnTo>
                  <a:lnTo>
                    <a:pt x="786312" y="122484"/>
                  </a:lnTo>
                  <a:lnTo>
                    <a:pt x="778527" y="122335"/>
                  </a:lnTo>
                  <a:lnTo>
                    <a:pt x="770741" y="122220"/>
                  </a:lnTo>
                  <a:lnTo>
                    <a:pt x="762956" y="122065"/>
                  </a:lnTo>
                  <a:lnTo>
                    <a:pt x="755171" y="122023"/>
                  </a:lnTo>
                  <a:lnTo>
                    <a:pt x="747385" y="121856"/>
                  </a:lnTo>
                  <a:lnTo>
                    <a:pt x="739600" y="121730"/>
                  </a:lnTo>
                  <a:lnTo>
                    <a:pt x="731815" y="121508"/>
                  </a:lnTo>
                  <a:lnTo>
                    <a:pt x="724030" y="121300"/>
                  </a:lnTo>
                  <a:lnTo>
                    <a:pt x="716244" y="121109"/>
                  </a:lnTo>
                  <a:lnTo>
                    <a:pt x="708459" y="120923"/>
                  </a:lnTo>
                  <a:lnTo>
                    <a:pt x="700674" y="120757"/>
                  </a:lnTo>
                  <a:lnTo>
                    <a:pt x="692889" y="120526"/>
                  </a:lnTo>
                  <a:lnTo>
                    <a:pt x="685103" y="120385"/>
                  </a:lnTo>
                  <a:lnTo>
                    <a:pt x="677318" y="120223"/>
                  </a:lnTo>
                  <a:lnTo>
                    <a:pt x="669533" y="120060"/>
                  </a:lnTo>
                  <a:lnTo>
                    <a:pt x="661747" y="119895"/>
                  </a:lnTo>
                  <a:lnTo>
                    <a:pt x="653962" y="119726"/>
                  </a:lnTo>
                  <a:lnTo>
                    <a:pt x="646177" y="119509"/>
                  </a:lnTo>
                  <a:lnTo>
                    <a:pt x="638392" y="119227"/>
                  </a:lnTo>
                  <a:lnTo>
                    <a:pt x="630606" y="119044"/>
                  </a:lnTo>
                  <a:lnTo>
                    <a:pt x="622821" y="118927"/>
                  </a:lnTo>
                  <a:lnTo>
                    <a:pt x="615036" y="118719"/>
                  </a:lnTo>
                  <a:lnTo>
                    <a:pt x="607251" y="118492"/>
                  </a:lnTo>
                  <a:lnTo>
                    <a:pt x="599465" y="118319"/>
                  </a:lnTo>
                  <a:lnTo>
                    <a:pt x="591680" y="118145"/>
                  </a:lnTo>
                  <a:lnTo>
                    <a:pt x="583895" y="117949"/>
                  </a:lnTo>
                  <a:lnTo>
                    <a:pt x="576110" y="117733"/>
                  </a:lnTo>
                  <a:lnTo>
                    <a:pt x="568324" y="117587"/>
                  </a:lnTo>
                  <a:lnTo>
                    <a:pt x="560539" y="117347"/>
                  </a:lnTo>
                  <a:lnTo>
                    <a:pt x="552754" y="117090"/>
                  </a:lnTo>
                  <a:lnTo>
                    <a:pt x="544968" y="116846"/>
                  </a:lnTo>
                  <a:lnTo>
                    <a:pt x="537183" y="116639"/>
                  </a:lnTo>
                  <a:lnTo>
                    <a:pt x="529398" y="116432"/>
                  </a:lnTo>
                  <a:lnTo>
                    <a:pt x="521613" y="116174"/>
                  </a:lnTo>
                  <a:lnTo>
                    <a:pt x="513827" y="116081"/>
                  </a:lnTo>
                  <a:lnTo>
                    <a:pt x="506042" y="115813"/>
                  </a:lnTo>
                  <a:lnTo>
                    <a:pt x="498257" y="115676"/>
                  </a:lnTo>
                  <a:lnTo>
                    <a:pt x="490472" y="115515"/>
                  </a:lnTo>
                  <a:lnTo>
                    <a:pt x="482686" y="115318"/>
                  </a:lnTo>
                  <a:lnTo>
                    <a:pt x="474901" y="115119"/>
                  </a:lnTo>
                  <a:lnTo>
                    <a:pt x="467116" y="114957"/>
                  </a:lnTo>
                  <a:lnTo>
                    <a:pt x="459330" y="114761"/>
                  </a:lnTo>
                  <a:lnTo>
                    <a:pt x="451545" y="114510"/>
                  </a:lnTo>
                  <a:lnTo>
                    <a:pt x="443760" y="114285"/>
                  </a:lnTo>
                  <a:lnTo>
                    <a:pt x="435975" y="114001"/>
                  </a:lnTo>
                  <a:lnTo>
                    <a:pt x="428189" y="113780"/>
                  </a:lnTo>
                  <a:lnTo>
                    <a:pt x="420404" y="113601"/>
                  </a:lnTo>
                  <a:lnTo>
                    <a:pt x="412619" y="113457"/>
                  </a:lnTo>
                  <a:lnTo>
                    <a:pt x="404834" y="113277"/>
                  </a:lnTo>
                  <a:lnTo>
                    <a:pt x="397048" y="113054"/>
                  </a:lnTo>
                  <a:lnTo>
                    <a:pt x="389263" y="112802"/>
                  </a:lnTo>
                  <a:lnTo>
                    <a:pt x="381478" y="112578"/>
                  </a:lnTo>
                  <a:lnTo>
                    <a:pt x="373692" y="112268"/>
                  </a:lnTo>
                  <a:lnTo>
                    <a:pt x="365907" y="112081"/>
                  </a:lnTo>
                  <a:lnTo>
                    <a:pt x="358122" y="111788"/>
                  </a:lnTo>
                  <a:lnTo>
                    <a:pt x="350337" y="111636"/>
                  </a:lnTo>
                  <a:lnTo>
                    <a:pt x="342551" y="111433"/>
                  </a:lnTo>
                  <a:lnTo>
                    <a:pt x="334766" y="111190"/>
                  </a:lnTo>
                  <a:lnTo>
                    <a:pt x="326981" y="110933"/>
                  </a:lnTo>
                  <a:lnTo>
                    <a:pt x="319196" y="110700"/>
                  </a:lnTo>
                  <a:lnTo>
                    <a:pt x="311410" y="110441"/>
                  </a:lnTo>
                  <a:lnTo>
                    <a:pt x="303625" y="110215"/>
                  </a:lnTo>
                  <a:lnTo>
                    <a:pt x="295840" y="109987"/>
                  </a:lnTo>
                  <a:lnTo>
                    <a:pt x="288055" y="109763"/>
                  </a:lnTo>
                  <a:lnTo>
                    <a:pt x="280269" y="109578"/>
                  </a:lnTo>
                  <a:lnTo>
                    <a:pt x="272484" y="109390"/>
                  </a:lnTo>
                  <a:lnTo>
                    <a:pt x="264699" y="109127"/>
                  </a:lnTo>
                  <a:lnTo>
                    <a:pt x="256913" y="108837"/>
                  </a:lnTo>
                  <a:lnTo>
                    <a:pt x="249128" y="108537"/>
                  </a:lnTo>
                  <a:lnTo>
                    <a:pt x="241343" y="108307"/>
                  </a:lnTo>
                  <a:lnTo>
                    <a:pt x="233558" y="108100"/>
                  </a:lnTo>
                  <a:lnTo>
                    <a:pt x="225772" y="107923"/>
                  </a:lnTo>
                  <a:lnTo>
                    <a:pt x="217987" y="107746"/>
                  </a:lnTo>
                  <a:lnTo>
                    <a:pt x="210202" y="107606"/>
                  </a:lnTo>
                  <a:lnTo>
                    <a:pt x="202417" y="107487"/>
                  </a:lnTo>
                  <a:lnTo>
                    <a:pt x="194631" y="107370"/>
                  </a:lnTo>
                  <a:lnTo>
                    <a:pt x="186846" y="107249"/>
                  </a:lnTo>
                  <a:lnTo>
                    <a:pt x="179061" y="107064"/>
                  </a:lnTo>
                  <a:lnTo>
                    <a:pt x="171275" y="106711"/>
                  </a:lnTo>
                  <a:lnTo>
                    <a:pt x="163490" y="106466"/>
                  </a:lnTo>
                  <a:lnTo>
                    <a:pt x="155705" y="106321"/>
                  </a:lnTo>
                  <a:lnTo>
                    <a:pt x="147920" y="106205"/>
                  </a:lnTo>
                  <a:lnTo>
                    <a:pt x="140134" y="105983"/>
                  </a:lnTo>
                  <a:lnTo>
                    <a:pt x="132349" y="105746"/>
                  </a:lnTo>
                  <a:lnTo>
                    <a:pt x="124564" y="105474"/>
                  </a:lnTo>
                  <a:lnTo>
                    <a:pt x="116779" y="105198"/>
                  </a:lnTo>
                  <a:lnTo>
                    <a:pt x="108993" y="104961"/>
                  </a:lnTo>
                  <a:lnTo>
                    <a:pt x="101208" y="104784"/>
                  </a:lnTo>
                  <a:lnTo>
                    <a:pt x="93423" y="104565"/>
                  </a:lnTo>
                  <a:lnTo>
                    <a:pt x="85637" y="104383"/>
                  </a:lnTo>
                  <a:lnTo>
                    <a:pt x="77852" y="104140"/>
                  </a:lnTo>
                  <a:lnTo>
                    <a:pt x="70067" y="103885"/>
                  </a:lnTo>
                  <a:lnTo>
                    <a:pt x="62282" y="103629"/>
                  </a:lnTo>
                  <a:lnTo>
                    <a:pt x="54496" y="103434"/>
                  </a:lnTo>
                  <a:lnTo>
                    <a:pt x="46711" y="103196"/>
                  </a:lnTo>
                  <a:lnTo>
                    <a:pt x="38926" y="103174"/>
                  </a:lnTo>
                  <a:lnTo>
                    <a:pt x="31141" y="102973"/>
                  </a:lnTo>
                  <a:lnTo>
                    <a:pt x="23355" y="102743"/>
                  </a:lnTo>
                  <a:lnTo>
                    <a:pt x="15570" y="102601"/>
                  </a:lnTo>
                  <a:lnTo>
                    <a:pt x="7785" y="102480"/>
                  </a:lnTo>
                  <a:lnTo>
                    <a:pt x="0" y="102269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4" name="pl273"/>
            <p:cNvSpPr/>
            <p:nvPr/>
          </p:nvSpPr>
          <p:spPr>
            <a:xfrm>
              <a:off x="6049435" y="4821660"/>
              <a:ext cx="2016385" cy="110714"/>
            </a:xfrm>
            <a:custGeom>
              <a:avLst/>
              <a:pathLst>
                <a:path w="2016385" h="110714">
                  <a:moveTo>
                    <a:pt x="0" y="0"/>
                  </a:moveTo>
                  <a:lnTo>
                    <a:pt x="7785" y="1520"/>
                  </a:lnTo>
                  <a:lnTo>
                    <a:pt x="15570" y="2916"/>
                  </a:lnTo>
                  <a:lnTo>
                    <a:pt x="23355" y="4247"/>
                  </a:lnTo>
                  <a:lnTo>
                    <a:pt x="31141" y="5706"/>
                  </a:lnTo>
                  <a:lnTo>
                    <a:pt x="38926" y="7226"/>
                  </a:lnTo>
                  <a:lnTo>
                    <a:pt x="46711" y="8727"/>
                  </a:lnTo>
                  <a:lnTo>
                    <a:pt x="54496" y="9872"/>
                  </a:lnTo>
                  <a:lnTo>
                    <a:pt x="62282" y="11460"/>
                  </a:lnTo>
                  <a:lnTo>
                    <a:pt x="70067" y="13039"/>
                  </a:lnTo>
                  <a:lnTo>
                    <a:pt x="77852" y="14602"/>
                  </a:lnTo>
                  <a:lnTo>
                    <a:pt x="85637" y="15873"/>
                  </a:lnTo>
                  <a:lnTo>
                    <a:pt x="93423" y="17004"/>
                  </a:lnTo>
                  <a:lnTo>
                    <a:pt x="101208" y="18301"/>
                  </a:lnTo>
                  <a:lnTo>
                    <a:pt x="108993" y="19386"/>
                  </a:lnTo>
                  <a:lnTo>
                    <a:pt x="116779" y="20499"/>
                  </a:lnTo>
                  <a:lnTo>
                    <a:pt x="124564" y="21369"/>
                  </a:lnTo>
                  <a:lnTo>
                    <a:pt x="132349" y="22567"/>
                  </a:lnTo>
                  <a:lnTo>
                    <a:pt x="140134" y="23733"/>
                  </a:lnTo>
                  <a:lnTo>
                    <a:pt x="147920" y="24799"/>
                  </a:lnTo>
                  <a:lnTo>
                    <a:pt x="155705" y="25834"/>
                  </a:lnTo>
                  <a:lnTo>
                    <a:pt x="163490" y="26903"/>
                  </a:lnTo>
                  <a:lnTo>
                    <a:pt x="171275" y="27945"/>
                  </a:lnTo>
                  <a:lnTo>
                    <a:pt x="179061" y="29146"/>
                  </a:lnTo>
                  <a:lnTo>
                    <a:pt x="186846" y="30120"/>
                  </a:lnTo>
                  <a:lnTo>
                    <a:pt x="194631" y="31038"/>
                  </a:lnTo>
                  <a:lnTo>
                    <a:pt x="202417" y="32016"/>
                  </a:lnTo>
                  <a:lnTo>
                    <a:pt x="210202" y="32851"/>
                  </a:lnTo>
                  <a:lnTo>
                    <a:pt x="217987" y="33745"/>
                  </a:lnTo>
                  <a:lnTo>
                    <a:pt x="225772" y="34637"/>
                  </a:lnTo>
                  <a:lnTo>
                    <a:pt x="233558" y="35523"/>
                  </a:lnTo>
                  <a:lnTo>
                    <a:pt x="241343" y="36805"/>
                  </a:lnTo>
                  <a:lnTo>
                    <a:pt x="249128" y="37855"/>
                  </a:lnTo>
                  <a:lnTo>
                    <a:pt x="256913" y="38829"/>
                  </a:lnTo>
                  <a:lnTo>
                    <a:pt x="264699" y="39770"/>
                  </a:lnTo>
                  <a:lnTo>
                    <a:pt x="272484" y="40584"/>
                  </a:lnTo>
                  <a:lnTo>
                    <a:pt x="280269" y="41638"/>
                  </a:lnTo>
                  <a:lnTo>
                    <a:pt x="288055" y="42563"/>
                  </a:lnTo>
                  <a:lnTo>
                    <a:pt x="295840" y="43634"/>
                  </a:lnTo>
                  <a:lnTo>
                    <a:pt x="303625" y="44723"/>
                  </a:lnTo>
                  <a:lnTo>
                    <a:pt x="311410" y="45463"/>
                  </a:lnTo>
                  <a:lnTo>
                    <a:pt x="319196" y="46192"/>
                  </a:lnTo>
                  <a:lnTo>
                    <a:pt x="326981" y="46916"/>
                  </a:lnTo>
                  <a:lnTo>
                    <a:pt x="334766" y="47792"/>
                  </a:lnTo>
                  <a:lnTo>
                    <a:pt x="342551" y="48514"/>
                  </a:lnTo>
                  <a:lnTo>
                    <a:pt x="350337" y="49225"/>
                  </a:lnTo>
                  <a:lnTo>
                    <a:pt x="358122" y="49936"/>
                  </a:lnTo>
                  <a:lnTo>
                    <a:pt x="365907" y="50744"/>
                  </a:lnTo>
                  <a:lnTo>
                    <a:pt x="373692" y="51616"/>
                  </a:lnTo>
                  <a:lnTo>
                    <a:pt x="381478" y="52534"/>
                  </a:lnTo>
                  <a:lnTo>
                    <a:pt x="389263" y="53451"/>
                  </a:lnTo>
                  <a:lnTo>
                    <a:pt x="397048" y="54174"/>
                  </a:lnTo>
                  <a:lnTo>
                    <a:pt x="404834" y="54884"/>
                  </a:lnTo>
                  <a:lnTo>
                    <a:pt x="412619" y="55599"/>
                  </a:lnTo>
                  <a:lnTo>
                    <a:pt x="420404" y="56323"/>
                  </a:lnTo>
                  <a:lnTo>
                    <a:pt x="428189" y="57299"/>
                  </a:lnTo>
                  <a:lnTo>
                    <a:pt x="435975" y="58258"/>
                  </a:lnTo>
                  <a:lnTo>
                    <a:pt x="443760" y="58936"/>
                  </a:lnTo>
                  <a:lnTo>
                    <a:pt x="451545" y="59714"/>
                  </a:lnTo>
                  <a:lnTo>
                    <a:pt x="459330" y="60215"/>
                  </a:lnTo>
                  <a:lnTo>
                    <a:pt x="467116" y="61021"/>
                  </a:lnTo>
                  <a:lnTo>
                    <a:pt x="474901" y="61667"/>
                  </a:lnTo>
                  <a:lnTo>
                    <a:pt x="482686" y="62529"/>
                  </a:lnTo>
                  <a:lnTo>
                    <a:pt x="490472" y="63184"/>
                  </a:lnTo>
                  <a:lnTo>
                    <a:pt x="498257" y="63940"/>
                  </a:lnTo>
                  <a:lnTo>
                    <a:pt x="506042" y="64678"/>
                  </a:lnTo>
                  <a:lnTo>
                    <a:pt x="513827" y="65417"/>
                  </a:lnTo>
                  <a:lnTo>
                    <a:pt x="521613" y="65892"/>
                  </a:lnTo>
                  <a:lnTo>
                    <a:pt x="529398" y="66440"/>
                  </a:lnTo>
                  <a:lnTo>
                    <a:pt x="537183" y="66922"/>
                  </a:lnTo>
                  <a:lnTo>
                    <a:pt x="544968" y="67237"/>
                  </a:lnTo>
                  <a:lnTo>
                    <a:pt x="552754" y="67826"/>
                  </a:lnTo>
                  <a:lnTo>
                    <a:pt x="560539" y="68424"/>
                  </a:lnTo>
                  <a:lnTo>
                    <a:pt x="568324" y="69188"/>
                  </a:lnTo>
                  <a:lnTo>
                    <a:pt x="576110" y="69592"/>
                  </a:lnTo>
                  <a:lnTo>
                    <a:pt x="583895" y="70073"/>
                  </a:lnTo>
                  <a:lnTo>
                    <a:pt x="591680" y="70794"/>
                  </a:lnTo>
                  <a:lnTo>
                    <a:pt x="599465" y="71578"/>
                  </a:lnTo>
                  <a:lnTo>
                    <a:pt x="607251" y="72049"/>
                  </a:lnTo>
                  <a:lnTo>
                    <a:pt x="615036" y="72694"/>
                  </a:lnTo>
                  <a:lnTo>
                    <a:pt x="622821" y="73093"/>
                  </a:lnTo>
                  <a:lnTo>
                    <a:pt x="630606" y="73539"/>
                  </a:lnTo>
                  <a:lnTo>
                    <a:pt x="638392" y="74083"/>
                  </a:lnTo>
                  <a:lnTo>
                    <a:pt x="646177" y="74533"/>
                  </a:lnTo>
                  <a:lnTo>
                    <a:pt x="653962" y="75041"/>
                  </a:lnTo>
                  <a:lnTo>
                    <a:pt x="661747" y="75346"/>
                  </a:lnTo>
                  <a:lnTo>
                    <a:pt x="669533" y="75736"/>
                  </a:lnTo>
                  <a:lnTo>
                    <a:pt x="677318" y="76134"/>
                  </a:lnTo>
                  <a:lnTo>
                    <a:pt x="685103" y="76686"/>
                  </a:lnTo>
                  <a:lnTo>
                    <a:pt x="692889" y="77316"/>
                  </a:lnTo>
                  <a:lnTo>
                    <a:pt x="700674" y="77998"/>
                  </a:lnTo>
                  <a:lnTo>
                    <a:pt x="708459" y="78392"/>
                  </a:lnTo>
                  <a:lnTo>
                    <a:pt x="716244" y="78867"/>
                  </a:lnTo>
                  <a:lnTo>
                    <a:pt x="724030" y="79405"/>
                  </a:lnTo>
                  <a:lnTo>
                    <a:pt x="731815" y="79926"/>
                  </a:lnTo>
                  <a:lnTo>
                    <a:pt x="739600" y="80348"/>
                  </a:lnTo>
                  <a:lnTo>
                    <a:pt x="747385" y="80657"/>
                  </a:lnTo>
                  <a:lnTo>
                    <a:pt x="755171" y="80972"/>
                  </a:lnTo>
                  <a:lnTo>
                    <a:pt x="762956" y="81292"/>
                  </a:lnTo>
                  <a:lnTo>
                    <a:pt x="770741" y="81582"/>
                  </a:lnTo>
                  <a:lnTo>
                    <a:pt x="778527" y="81882"/>
                  </a:lnTo>
                  <a:lnTo>
                    <a:pt x="786312" y="82181"/>
                  </a:lnTo>
                  <a:lnTo>
                    <a:pt x="794097" y="82478"/>
                  </a:lnTo>
                  <a:lnTo>
                    <a:pt x="801882" y="82792"/>
                  </a:lnTo>
                  <a:lnTo>
                    <a:pt x="809668" y="83157"/>
                  </a:lnTo>
                  <a:lnTo>
                    <a:pt x="817453" y="83515"/>
                  </a:lnTo>
                  <a:lnTo>
                    <a:pt x="825238" y="83979"/>
                  </a:lnTo>
                  <a:lnTo>
                    <a:pt x="833023" y="84278"/>
                  </a:lnTo>
                  <a:lnTo>
                    <a:pt x="840809" y="84721"/>
                  </a:lnTo>
                  <a:lnTo>
                    <a:pt x="848594" y="85161"/>
                  </a:lnTo>
                  <a:lnTo>
                    <a:pt x="856379" y="85591"/>
                  </a:lnTo>
                  <a:lnTo>
                    <a:pt x="864165" y="86045"/>
                  </a:lnTo>
                  <a:lnTo>
                    <a:pt x="871950" y="86495"/>
                  </a:lnTo>
                  <a:lnTo>
                    <a:pt x="879735" y="86941"/>
                  </a:lnTo>
                  <a:lnTo>
                    <a:pt x="887520" y="87305"/>
                  </a:lnTo>
                  <a:lnTo>
                    <a:pt x="895306" y="87562"/>
                  </a:lnTo>
                  <a:lnTo>
                    <a:pt x="903091" y="87700"/>
                  </a:lnTo>
                  <a:lnTo>
                    <a:pt x="910876" y="88117"/>
                  </a:lnTo>
                  <a:lnTo>
                    <a:pt x="918661" y="88289"/>
                  </a:lnTo>
                  <a:lnTo>
                    <a:pt x="926447" y="88444"/>
                  </a:lnTo>
                  <a:lnTo>
                    <a:pt x="934232" y="88598"/>
                  </a:lnTo>
                  <a:lnTo>
                    <a:pt x="942017" y="88800"/>
                  </a:lnTo>
                  <a:lnTo>
                    <a:pt x="949802" y="89160"/>
                  </a:lnTo>
                  <a:lnTo>
                    <a:pt x="957588" y="89307"/>
                  </a:lnTo>
                  <a:lnTo>
                    <a:pt x="965373" y="89484"/>
                  </a:lnTo>
                  <a:lnTo>
                    <a:pt x="973158" y="89660"/>
                  </a:lnTo>
                  <a:lnTo>
                    <a:pt x="980944" y="89854"/>
                  </a:lnTo>
                  <a:lnTo>
                    <a:pt x="988729" y="90161"/>
                  </a:lnTo>
                  <a:lnTo>
                    <a:pt x="996514" y="90468"/>
                  </a:lnTo>
                  <a:lnTo>
                    <a:pt x="1004299" y="90775"/>
                  </a:lnTo>
                  <a:lnTo>
                    <a:pt x="1012085" y="91081"/>
                  </a:lnTo>
                  <a:lnTo>
                    <a:pt x="1019870" y="91367"/>
                  </a:lnTo>
                  <a:lnTo>
                    <a:pt x="1027655" y="91683"/>
                  </a:lnTo>
                  <a:lnTo>
                    <a:pt x="1035440" y="91979"/>
                  </a:lnTo>
                  <a:lnTo>
                    <a:pt x="1043226" y="92274"/>
                  </a:lnTo>
                  <a:lnTo>
                    <a:pt x="1051011" y="92566"/>
                  </a:lnTo>
                  <a:lnTo>
                    <a:pt x="1058796" y="92846"/>
                  </a:lnTo>
                  <a:lnTo>
                    <a:pt x="1066582" y="92980"/>
                  </a:lnTo>
                  <a:lnTo>
                    <a:pt x="1074367" y="93402"/>
                  </a:lnTo>
                  <a:lnTo>
                    <a:pt x="1082152" y="93518"/>
                  </a:lnTo>
                  <a:lnTo>
                    <a:pt x="1089937" y="93879"/>
                  </a:lnTo>
                  <a:lnTo>
                    <a:pt x="1097723" y="94083"/>
                  </a:lnTo>
                  <a:lnTo>
                    <a:pt x="1105508" y="94469"/>
                  </a:lnTo>
                  <a:lnTo>
                    <a:pt x="1113293" y="94851"/>
                  </a:lnTo>
                  <a:lnTo>
                    <a:pt x="1121078" y="95144"/>
                  </a:lnTo>
                  <a:lnTo>
                    <a:pt x="1128864" y="95419"/>
                  </a:lnTo>
                  <a:lnTo>
                    <a:pt x="1136649" y="95693"/>
                  </a:lnTo>
                  <a:lnTo>
                    <a:pt x="1144434" y="95903"/>
                  </a:lnTo>
                  <a:lnTo>
                    <a:pt x="1152220" y="96025"/>
                  </a:lnTo>
                  <a:lnTo>
                    <a:pt x="1160005" y="96104"/>
                  </a:lnTo>
                  <a:lnTo>
                    <a:pt x="1167790" y="96352"/>
                  </a:lnTo>
                  <a:lnTo>
                    <a:pt x="1175575" y="96469"/>
                  </a:lnTo>
                  <a:lnTo>
                    <a:pt x="1183361" y="96587"/>
                  </a:lnTo>
                  <a:lnTo>
                    <a:pt x="1191146" y="96706"/>
                  </a:lnTo>
                  <a:lnTo>
                    <a:pt x="1198931" y="96823"/>
                  </a:lnTo>
                  <a:lnTo>
                    <a:pt x="1206716" y="96980"/>
                  </a:lnTo>
                  <a:lnTo>
                    <a:pt x="1214502" y="97140"/>
                  </a:lnTo>
                  <a:lnTo>
                    <a:pt x="1222287" y="97300"/>
                  </a:lnTo>
                  <a:lnTo>
                    <a:pt x="1230072" y="97459"/>
                  </a:lnTo>
                  <a:lnTo>
                    <a:pt x="1237857" y="97584"/>
                  </a:lnTo>
                  <a:lnTo>
                    <a:pt x="1245643" y="97687"/>
                  </a:lnTo>
                  <a:lnTo>
                    <a:pt x="1253428" y="97789"/>
                  </a:lnTo>
                  <a:lnTo>
                    <a:pt x="1261213" y="97891"/>
                  </a:lnTo>
                  <a:lnTo>
                    <a:pt x="1268999" y="97995"/>
                  </a:lnTo>
                  <a:lnTo>
                    <a:pt x="1276784" y="98199"/>
                  </a:lnTo>
                  <a:lnTo>
                    <a:pt x="1284569" y="98382"/>
                  </a:lnTo>
                  <a:lnTo>
                    <a:pt x="1292354" y="98612"/>
                  </a:lnTo>
                  <a:lnTo>
                    <a:pt x="1300140" y="98836"/>
                  </a:lnTo>
                  <a:lnTo>
                    <a:pt x="1307925" y="99028"/>
                  </a:lnTo>
                  <a:lnTo>
                    <a:pt x="1315710" y="99223"/>
                  </a:lnTo>
                  <a:lnTo>
                    <a:pt x="1323495" y="99451"/>
                  </a:lnTo>
                  <a:lnTo>
                    <a:pt x="1331281" y="99580"/>
                  </a:lnTo>
                  <a:lnTo>
                    <a:pt x="1339066" y="99822"/>
                  </a:lnTo>
                  <a:lnTo>
                    <a:pt x="1346851" y="100065"/>
                  </a:lnTo>
                  <a:lnTo>
                    <a:pt x="1354637" y="100283"/>
                  </a:lnTo>
                  <a:lnTo>
                    <a:pt x="1362422" y="100486"/>
                  </a:lnTo>
                  <a:lnTo>
                    <a:pt x="1370207" y="100686"/>
                  </a:lnTo>
                  <a:lnTo>
                    <a:pt x="1377992" y="100782"/>
                  </a:lnTo>
                  <a:lnTo>
                    <a:pt x="1385778" y="100918"/>
                  </a:lnTo>
                  <a:lnTo>
                    <a:pt x="1393563" y="101099"/>
                  </a:lnTo>
                  <a:lnTo>
                    <a:pt x="1401348" y="101284"/>
                  </a:lnTo>
                  <a:lnTo>
                    <a:pt x="1409133" y="101469"/>
                  </a:lnTo>
                  <a:lnTo>
                    <a:pt x="1416919" y="101653"/>
                  </a:lnTo>
                  <a:lnTo>
                    <a:pt x="1424704" y="101838"/>
                  </a:lnTo>
                  <a:lnTo>
                    <a:pt x="1432489" y="101984"/>
                  </a:lnTo>
                  <a:lnTo>
                    <a:pt x="1440275" y="101982"/>
                  </a:lnTo>
                  <a:lnTo>
                    <a:pt x="1448060" y="101980"/>
                  </a:lnTo>
                  <a:lnTo>
                    <a:pt x="1455845" y="102139"/>
                  </a:lnTo>
                  <a:lnTo>
                    <a:pt x="1463630" y="102323"/>
                  </a:lnTo>
                  <a:lnTo>
                    <a:pt x="1471416" y="102506"/>
                  </a:lnTo>
                  <a:lnTo>
                    <a:pt x="1479201" y="102652"/>
                  </a:lnTo>
                  <a:lnTo>
                    <a:pt x="1486986" y="102778"/>
                  </a:lnTo>
                  <a:lnTo>
                    <a:pt x="1494771" y="102938"/>
                  </a:lnTo>
                  <a:lnTo>
                    <a:pt x="1502557" y="103099"/>
                  </a:lnTo>
                  <a:lnTo>
                    <a:pt x="1510342" y="103261"/>
                  </a:lnTo>
                  <a:lnTo>
                    <a:pt x="1518127" y="103405"/>
                  </a:lnTo>
                  <a:lnTo>
                    <a:pt x="1525912" y="103481"/>
                  </a:lnTo>
                  <a:lnTo>
                    <a:pt x="1533698" y="103557"/>
                  </a:lnTo>
                  <a:lnTo>
                    <a:pt x="1541483" y="103634"/>
                  </a:lnTo>
                  <a:lnTo>
                    <a:pt x="1549268" y="103711"/>
                  </a:lnTo>
                  <a:lnTo>
                    <a:pt x="1557054" y="103859"/>
                  </a:lnTo>
                  <a:lnTo>
                    <a:pt x="1564839" y="104049"/>
                  </a:lnTo>
                  <a:lnTo>
                    <a:pt x="1572624" y="104237"/>
                  </a:lnTo>
                  <a:lnTo>
                    <a:pt x="1580409" y="104425"/>
                  </a:lnTo>
                  <a:lnTo>
                    <a:pt x="1588195" y="104410"/>
                  </a:lnTo>
                  <a:lnTo>
                    <a:pt x="1595980" y="104396"/>
                  </a:lnTo>
                  <a:lnTo>
                    <a:pt x="1603765" y="104444"/>
                  </a:lnTo>
                  <a:lnTo>
                    <a:pt x="1611550" y="104572"/>
                  </a:lnTo>
                  <a:lnTo>
                    <a:pt x="1619336" y="104705"/>
                  </a:lnTo>
                  <a:lnTo>
                    <a:pt x="1627121" y="104838"/>
                  </a:lnTo>
                  <a:lnTo>
                    <a:pt x="1634906" y="104970"/>
                  </a:lnTo>
                  <a:lnTo>
                    <a:pt x="1642692" y="105097"/>
                  </a:lnTo>
                  <a:lnTo>
                    <a:pt x="1650477" y="105225"/>
                  </a:lnTo>
                  <a:lnTo>
                    <a:pt x="1658262" y="105351"/>
                  </a:lnTo>
                  <a:lnTo>
                    <a:pt x="1666047" y="105478"/>
                  </a:lnTo>
                  <a:lnTo>
                    <a:pt x="1673833" y="105606"/>
                  </a:lnTo>
                  <a:lnTo>
                    <a:pt x="1681618" y="105735"/>
                  </a:lnTo>
                  <a:lnTo>
                    <a:pt x="1689403" y="105860"/>
                  </a:lnTo>
                  <a:lnTo>
                    <a:pt x="1697188" y="105978"/>
                  </a:lnTo>
                  <a:lnTo>
                    <a:pt x="1704974" y="106113"/>
                  </a:lnTo>
                  <a:lnTo>
                    <a:pt x="1712759" y="106237"/>
                  </a:lnTo>
                  <a:lnTo>
                    <a:pt x="1720544" y="106359"/>
                  </a:lnTo>
                  <a:lnTo>
                    <a:pt x="1728330" y="106482"/>
                  </a:lnTo>
                  <a:lnTo>
                    <a:pt x="1736115" y="106607"/>
                  </a:lnTo>
                  <a:lnTo>
                    <a:pt x="1743900" y="106731"/>
                  </a:lnTo>
                  <a:lnTo>
                    <a:pt x="1751685" y="106781"/>
                  </a:lnTo>
                  <a:lnTo>
                    <a:pt x="1759471" y="106828"/>
                  </a:lnTo>
                  <a:lnTo>
                    <a:pt x="1767256" y="106966"/>
                  </a:lnTo>
                  <a:lnTo>
                    <a:pt x="1775041" y="107125"/>
                  </a:lnTo>
                  <a:lnTo>
                    <a:pt x="1782826" y="107286"/>
                  </a:lnTo>
                  <a:lnTo>
                    <a:pt x="1790612" y="107445"/>
                  </a:lnTo>
                  <a:lnTo>
                    <a:pt x="1798397" y="107584"/>
                  </a:lnTo>
                  <a:lnTo>
                    <a:pt x="1806182" y="107703"/>
                  </a:lnTo>
                  <a:lnTo>
                    <a:pt x="1813967" y="107821"/>
                  </a:lnTo>
                  <a:lnTo>
                    <a:pt x="1821753" y="107938"/>
                  </a:lnTo>
                  <a:lnTo>
                    <a:pt x="1829538" y="108055"/>
                  </a:lnTo>
                  <a:lnTo>
                    <a:pt x="1837323" y="108136"/>
                  </a:lnTo>
                  <a:lnTo>
                    <a:pt x="1845109" y="108195"/>
                  </a:lnTo>
                  <a:lnTo>
                    <a:pt x="1852894" y="108254"/>
                  </a:lnTo>
                  <a:lnTo>
                    <a:pt x="1860679" y="108335"/>
                  </a:lnTo>
                  <a:lnTo>
                    <a:pt x="1868464" y="108469"/>
                  </a:lnTo>
                  <a:lnTo>
                    <a:pt x="1876250" y="108610"/>
                  </a:lnTo>
                  <a:lnTo>
                    <a:pt x="1884035" y="108752"/>
                  </a:lnTo>
                  <a:lnTo>
                    <a:pt x="1891820" y="108893"/>
                  </a:lnTo>
                  <a:lnTo>
                    <a:pt x="1899605" y="109033"/>
                  </a:lnTo>
                  <a:lnTo>
                    <a:pt x="1907391" y="109172"/>
                  </a:lnTo>
                  <a:lnTo>
                    <a:pt x="1915176" y="109311"/>
                  </a:lnTo>
                  <a:lnTo>
                    <a:pt x="1922961" y="109428"/>
                  </a:lnTo>
                  <a:lnTo>
                    <a:pt x="1930747" y="109540"/>
                  </a:lnTo>
                  <a:lnTo>
                    <a:pt x="1938532" y="109651"/>
                  </a:lnTo>
                  <a:lnTo>
                    <a:pt x="1946317" y="109762"/>
                  </a:lnTo>
                  <a:lnTo>
                    <a:pt x="1954102" y="109873"/>
                  </a:lnTo>
                  <a:lnTo>
                    <a:pt x="1961888" y="109981"/>
                  </a:lnTo>
                  <a:lnTo>
                    <a:pt x="1969673" y="110073"/>
                  </a:lnTo>
                  <a:lnTo>
                    <a:pt x="1977458" y="110166"/>
                  </a:lnTo>
                  <a:lnTo>
                    <a:pt x="1985243" y="110257"/>
                  </a:lnTo>
                  <a:lnTo>
                    <a:pt x="1993029" y="110360"/>
                  </a:lnTo>
                  <a:lnTo>
                    <a:pt x="2000814" y="110479"/>
                  </a:lnTo>
                  <a:lnTo>
                    <a:pt x="2008599" y="110596"/>
                  </a:lnTo>
                  <a:lnTo>
                    <a:pt x="2016385" y="110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5" name="pl274"/>
            <p:cNvSpPr/>
            <p:nvPr/>
          </p:nvSpPr>
          <p:spPr>
            <a:xfrm>
              <a:off x="6049435" y="4923930"/>
              <a:ext cx="2016385" cy="32169"/>
            </a:xfrm>
            <a:custGeom>
              <a:avLst/>
              <a:pathLst>
                <a:path w="2016385" h="32169">
                  <a:moveTo>
                    <a:pt x="2016385" y="32169"/>
                  </a:moveTo>
                  <a:lnTo>
                    <a:pt x="2008599" y="32147"/>
                  </a:lnTo>
                  <a:lnTo>
                    <a:pt x="2000814" y="32126"/>
                  </a:lnTo>
                  <a:lnTo>
                    <a:pt x="1993029" y="32105"/>
                  </a:lnTo>
                  <a:lnTo>
                    <a:pt x="1985243" y="32083"/>
                  </a:lnTo>
                  <a:lnTo>
                    <a:pt x="1977458" y="32061"/>
                  </a:lnTo>
                  <a:lnTo>
                    <a:pt x="1969673" y="32038"/>
                  </a:lnTo>
                  <a:lnTo>
                    <a:pt x="1961888" y="32015"/>
                  </a:lnTo>
                  <a:lnTo>
                    <a:pt x="1954102" y="31992"/>
                  </a:lnTo>
                  <a:lnTo>
                    <a:pt x="1946317" y="31968"/>
                  </a:lnTo>
                  <a:lnTo>
                    <a:pt x="1938532" y="31944"/>
                  </a:lnTo>
                  <a:lnTo>
                    <a:pt x="1930747" y="31920"/>
                  </a:lnTo>
                  <a:lnTo>
                    <a:pt x="1922961" y="31895"/>
                  </a:lnTo>
                  <a:lnTo>
                    <a:pt x="1915176" y="31870"/>
                  </a:lnTo>
                  <a:lnTo>
                    <a:pt x="1907391" y="31844"/>
                  </a:lnTo>
                  <a:lnTo>
                    <a:pt x="1899605" y="31818"/>
                  </a:lnTo>
                  <a:lnTo>
                    <a:pt x="1891820" y="31792"/>
                  </a:lnTo>
                  <a:lnTo>
                    <a:pt x="1884035" y="31765"/>
                  </a:lnTo>
                  <a:lnTo>
                    <a:pt x="1876250" y="31737"/>
                  </a:lnTo>
                  <a:lnTo>
                    <a:pt x="1868464" y="31708"/>
                  </a:lnTo>
                  <a:lnTo>
                    <a:pt x="1860679" y="31680"/>
                  </a:lnTo>
                  <a:lnTo>
                    <a:pt x="1852894" y="31650"/>
                  </a:lnTo>
                  <a:lnTo>
                    <a:pt x="1845109" y="31620"/>
                  </a:lnTo>
                  <a:lnTo>
                    <a:pt x="1837323" y="31590"/>
                  </a:lnTo>
                  <a:lnTo>
                    <a:pt x="1829538" y="31559"/>
                  </a:lnTo>
                  <a:lnTo>
                    <a:pt x="1821753" y="31528"/>
                  </a:lnTo>
                  <a:lnTo>
                    <a:pt x="1813967" y="31496"/>
                  </a:lnTo>
                  <a:lnTo>
                    <a:pt x="1806182" y="31464"/>
                  </a:lnTo>
                  <a:lnTo>
                    <a:pt x="1798397" y="31431"/>
                  </a:lnTo>
                  <a:lnTo>
                    <a:pt x="1790612" y="31398"/>
                  </a:lnTo>
                  <a:lnTo>
                    <a:pt x="1782826" y="31364"/>
                  </a:lnTo>
                  <a:lnTo>
                    <a:pt x="1775041" y="31333"/>
                  </a:lnTo>
                  <a:lnTo>
                    <a:pt x="1767256" y="31303"/>
                  </a:lnTo>
                  <a:lnTo>
                    <a:pt x="1759471" y="31269"/>
                  </a:lnTo>
                  <a:lnTo>
                    <a:pt x="1751685" y="31233"/>
                  </a:lnTo>
                  <a:lnTo>
                    <a:pt x="1743900" y="31197"/>
                  </a:lnTo>
                  <a:lnTo>
                    <a:pt x="1736115" y="31161"/>
                  </a:lnTo>
                  <a:lnTo>
                    <a:pt x="1728330" y="31124"/>
                  </a:lnTo>
                  <a:lnTo>
                    <a:pt x="1720544" y="31086"/>
                  </a:lnTo>
                  <a:lnTo>
                    <a:pt x="1712759" y="31048"/>
                  </a:lnTo>
                  <a:lnTo>
                    <a:pt x="1704974" y="31010"/>
                  </a:lnTo>
                  <a:lnTo>
                    <a:pt x="1697188" y="30975"/>
                  </a:lnTo>
                  <a:lnTo>
                    <a:pt x="1689403" y="30939"/>
                  </a:lnTo>
                  <a:lnTo>
                    <a:pt x="1681618" y="30903"/>
                  </a:lnTo>
                  <a:lnTo>
                    <a:pt x="1673833" y="30866"/>
                  </a:lnTo>
                  <a:lnTo>
                    <a:pt x="1666047" y="30829"/>
                  </a:lnTo>
                  <a:lnTo>
                    <a:pt x="1658262" y="30787"/>
                  </a:lnTo>
                  <a:lnTo>
                    <a:pt x="1650477" y="30741"/>
                  </a:lnTo>
                  <a:lnTo>
                    <a:pt x="1642692" y="30693"/>
                  </a:lnTo>
                  <a:lnTo>
                    <a:pt x="1634906" y="30645"/>
                  </a:lnTo>
                  <a:lnTo>
                    <a:pt x="1627121" y="30596"/>
                  </a:lnTo>
                  <a:lnTo>
                    <a:pt x="1619336" y="30546"/>
                  </a:lnTo>
                  <a:lnTo>
                    <a:pt x="1611550" y="30496"/>
                  </a:lnTo>
                  <a:lnTo>
                    <a:pt x="1603765" y="30444"/>
                  </a:lnTo>
                  <a:lnTo>
                    <a:pt x="1595980" y="30403"/>
                  </a:lnTo>
                  <a:lnTo>
                    <a:pt x="1588195" y="30363"/>
                  </a:lnTo>
                  <a:lnTo>
                    <a:pt x="1580409" y="30322"/>
                  </a:lnTo>
                  <a:lnTo>
                    <a:pt x="1572624" y="30262"/>
                  </a:lnTo>
                  <a:lnTo>
                    <a:pt x="1564839" y="30198"/>
                  </a:lnTo>
                  <a:lnTo>
                    <a:pt x="1557054" y="30134"/>
                  </a:lnTo>
                  <a:lnTo>
                    <a:pt x="1549268" y="30076"/>
                  </a:lnTo>
                  <a:lnTo>
                    <a:pt x="1541483" y="30021"/>
                  </a:lnTo>
                  <a:lnTo>
                    <a:pt x="1533698" y="29965"/>
                  </a:lnTo>
                  <a:lnTo>
                    <a:pt x="1525912" y="29907"/>
                  </a:lnTo>
                  <a:lnTo>
                    <a:pt x="1518127" y="29849"/>
                  </a:lnTo>
                  <a:lnTo>
                    <a:pt x="1510342" y="29790"/>
                  </a:lnTo>
                  <a:lnTo>
                    <a:pt x="1502557" y="29716"/>
                  </a:lnTo>
                  <a:lnTo>
                    <a:pt x="1494771" y="29657"/>
                  </a:lnTo>
                  <a:lnTo>
                    <a:pt x="1486986" y="29597"/>
                  </a:lnTo>
                  <a:lnTo>
                    <a:pt x="1479201" y="29535"/>
                  </a:lnTo>
                  <a:lnTo>
                    <a:pt x="1471416" y="29473"/>
                  </a:lnTo>
                  <a:lnTo>
                    <a:pt x="1463630" y="29410"/>
                  </a:lnTo>
                  <a:lnTo>
                    <a:pt x="1455845" y="29346"/>
                  </a:lnTo>
                  <a:lnTo>
                    <a:pt x="1448060" y="29282"/>
                  </a:lnTo>
                  <a:lnTo>
                    <a:pt x="1440275" y="29216"/>
                  </a:lnTo>
                  <a:lnTo>
                    <a:pt x="1432489" y="29147"/>
                  </a:lnTo>
                  <a:lnTo>
                    <a:pt x="1424704" y="29079"/>
                  </a:lnTo>
                  <a:lnTo>
                    <a:pt x="1416919" y="29012"/>
                  </a:lnTo>
                  <a:lnTo>
                    <a:pt x="1409133" y="28960"/>
                  </a:lnTo>
                  <a:lnTo>
                    <a:pt x="1401348" y="28893"/>
                  </a:lnTo>
                  <a:lnTo>
                    <a:pt x="1393563" y="28825"/>
                  </a:lnTo>
                  <a:lnTo>
                    <a:pt x="1385778" y="28756"/>
                  </a:lnTo>
                  <a:lnTo>
                    <a:pt x="1377992" y="28685"/>
                  </a:lnTo>
                  <a:lnTo>
                    <a:pt x="1370207" y="28613"/>
                  </a:lnTo>
                  <a:lnTo>
                    <a:pt x="1362422" y="28545"/>
                  </a:lnTo>
                  <a:lnTo>
                    <a:pt x="1354637" y="28478"/>
                  </a:lnTo>
                  <a:lnTo>
                    <a:pt x="1346851" y="28409"/>
                  </a:lnTo>
                  <a:lnTo>
                    <a:pt x="1339066" y="28339"/>
                  </a:lnTo>
                  <a:lnTo>
                    <a:pt x="1331281" y="28269"/>
                  </a:lnTo>
                  <a:lnTo>
                    <a:pt x="1323495" y="28197"/>
                  </a:lnTo>
                  <a:lnTo>
                    <a:pt x="1315710" y="28125"/>
                  </a:lnTo>
                  <a:lnTo>
                    <a:pt x="1307925" y="28051"/>
                  </a:lnTo>
                  <a:lnTo>
                    <a:pt x="1300140" y="27976"/>
                  </a:lnTo>
                  <a:lnTo>
                    <a:pt x="1292354" y="27894"/>
                  </a:lnTo>
                  <a:lnTo>
                    <a:pt x="1284569" y="27824"/>
                  </a:lnTo>
                  <a:lnTo>
                    <a:pt x="1276784" y="27732"/>
                  </a:lnTo>
                  <a:lnTo>
                    <a:pt x="1268999" y="27639"/>
                  </a:lnTo>
                  <a:lnTo>
                    <a:pt x="1261213" y="27544"/>
                  </a:lnTo>
                  <a:lnTo>
                    <a:pt x="1253428" y="27442"/>
                  </a:lnTo>
                  <a:lnTo>
                    <a:pt x="1245643" y="27354"/>
                  </a:lnTo>
                  <a:lnTo>
                    <a:pt x="1237857" y="27235"/>
                  </a:lnTo>
                  <a:lnTo>
                    <a:pt x="1230072" y="27138"/>
                  </a:lnTo>
                  <a:lnTo>
                    <a:pt x="1222287" y="27050"/>
                  </a:lnTo>
                  <a:lnTo>
                    <a:pt x="1214502" y="26975"/>
                  </a:lnTo>
                  <a:lnTo>
                    <a:pt x="1206716" y="26899"/>
                  </a:lnTo>
                  <a:lnTo>
                    <a:pt x="1198931" y="26823"/>
                  </a:lnTo>
                  <a:lnTo>
                    <a:pt x="1191146" y="26744"/>
                  </a:lnTo>
                  <a:lnTo>
                    <a:pt x="1183361" y="26664"/>
                  </a:lnTo>
                  <a:lnTo>
                    <a:pt x="1175575" y="26534"/>
                  </a:lnTo>
                  <a:lnTo>
                    <a:pt x="1167790" y="26397"/>
                  </a:lnTo>
                  <a:lnTo>
                    <a:pt x="1160005" y="26282"/>
                  </a:lnTo>
                  <a:lnTo>
                    <a:pt x="1152220" y="26192"/>
                  </a:lnTo>
                  <a:lnTo>
                    <a:pt x="1144434" y="26105"/>
                  </a:lnTo>
                  <a:lnTo>
                    <a:pt x="1136649" y="26005"/>
                  </a:lnTo>
                  <a:lnTo>
                    <a:pt x="1128864" y="25882"/>
                  </a:lnTo>
                  <a:lnTo>
                    <a:pt x="1121078" y="25768"/>
                  </a:lnTo>
                  <a:lnTo>
                    <a:pt x="1113293" y="25697"/>
                  </a:lnTo>
                  <a:lnTo>
                    <a:pt x="1105508" y="25592"/>
                  </a:lnTo>
                  <a:lnTo>
                    <a:pt x="1097723" y="25486"/>
                  </a:lnTo>
                  <a:lnTo>
                    <a:pt x="1089937" y="25394"/>
                  </a:lnTo>
                  <a:lnTo>
                    <a:pt x="1082152" y="25288"/>
                  </a:lnTo>
                  <a:lnTo>
                    <a:pt x="1074367" y="25155"/>
                  </a:lnTo>
                  <a:lnTo>
                    <a:pt x="1066582" y="25042"/>
                  </a:lnTo>
                  <a:lnTo>
                    <a:pt x="1058796" y="24929"/>
                  </a:lnTo>
                  <a:lnTo>
                    <a:pt x="1051011" y="24812"/>
                  </a:lnTo>
                  <a:lnTo>
                    <a:pt x="1043226" y="24689"/>
                  </a:lnTo>
                  <a:lnTo>
                    <a:pt x="1035440" y="24576"/>
                  </a:lnTo>
                  <a:lnTo>
                    <a:pt x="1027655" y="24456"/>
                  </a:lnTo>
                  <a:lnTo>
                    <a:pt x="1019870" y="24335"/>
                  </a:lnTo>
                  <a:lnTo>
                    <a:pt x="1012085" y="24212"/>
                  </a:lnTo>
                  <a:lnTo>
                    <a:pt x="1004299" y="24087"/>
                  </a:lnTo>
                  <a:lnTo>
                    <a:pt x="996514" y="23960"/>
                  </a:lnTo>
                  <a:lnTo>
                    <a:pt x="988729" y="23829"/>
                  </a:lnTo>
                  <a:lnTo>
                    <a:pt x="980944" y="23685"/>
                  </a:lnTo>
                  <a:lnTo>
                    <a:pt x="973158" y="23566"/>
                  </a:lnTo>
                  <a:lnTo>
                    <a:pt x="965373" y="23432"/>
                  </a:lnTo>
                  <a:lnTo>
                    <a:pt x="957588" y="23316"/>
                  </a:lnTo>
                  <a:lnTo>
                    <a:pt x="949802" y="23216"/>
                  </a:lnTo>
                  <a:lnTo>
                    <a:pt x="942017" y="23126"/>
                  </a:lnTo>
                  <a:lnTo>
                    <a:pt x="934232" y="23015"/>
                  </a:lnTo>
                  <a:lnTo>
                    <a:pt x="926447" y="22864"/>
                  </a:lnTo>
                  <a:lnTo>
                    <a:pt x="918661" y="22700"/>
                  </a:lnTo>
                  <a:lnTo>
                    <a:pt x="910876" y="22565"/>
                  </a:lnTo>
                  <a:lnTo>
                    <a:pt x="903091" y="22422"/>
                  </a:lnTo>
                  <a:lnTo>
                    <a:pt x="895306" y="22293"/>
                  </a:lnTo>
                  <a:lnTo>
                    <a:pt x="887520" y="22146"/>
                  </a:lnTo>
                  <a:lnTo>
                    <a:pt x="879735" y="21992"/>
                  </a:lnTo>
                  <a:lnTo>
                    <a:pt x="871950" y="21828"/>
                  </a:lnTo>
                  <a:lnTo>
                    <a:pt x="864165" y="21664"/>
                  </a:lnTo>
                  <a:lnTo>
                    <a:pt x="856379" y="21513"/>
                  </a:lnTo>
                  <a:lnTo>
                    <a:pt x="848594" y="21358"/>
                  </a:lnTo>
                  <a:lnTo>
                    <a:pt x="840809" y="21214"/>
                  </a:lnTo>
                  <a:lnTo>
                    <a:pt x="833023" y="21089"/>
                  </a:lnTo>
                  <a:lnTo>
                    <a:pt x="825238" y="20931"/>
                  </a:lnTo>
                  <a:lnTo>
                    <a:pt x="817453" y="20791"/>
                  </a:lnTo>
                  <a:lnTo>
                    <a:pt x="809668" y="20649"/>
                  </a:lnTo>
                  <a:lnTo>
                    <a:pt x="801882" y="20506"/>
                  </a:lnTo>
                  <a:lnTo>
                    <a:pt x="794097" y="20362"/>
                  </a:lnTo>
                  <a:lnTo>
                    <a:pt x="786312" y="20215"/>
                  </a:lnTo>
                  <a:lnTo>
                    <a:pt x="778527" y="20065"/>
                  </a:lnTo>
                  <a:lnTo>
                    <a:pt x="770741" y="19951"/>
                  </a:lnTo>
                  <a:lnTo>
                    <a:pt x="762956" y="19796"/>
                  </a:lnTo>
                  <a:lnTo>
                    <a:pt x="755171" y="19754"/>
                  </a:lnTo>
                  <a:lnTo>
                    <a:pt x="747385" y="19586"/>
                  </a:lnTo>
                  <a:lnTo>
                    <a:pt x="739600" y="19460"/>
                  </a:lnTo>
                  <a:lnTo>
                    <a:pt x="731815" y="19239"/>
                  </a:lnTo>
                  <a:lnTo>
                    <a:pt x="724030" y="19030"/>
                  </a:lnTo>
                  <a:lnTo>
                    <a:pt x="716244" y="18839"/>
                  </a:lnTo>
                  <a:lnTo>
                    <a:pt x="708459" y="18654"/>
                  </a:lnTo>
                  <a:lnTo>
                    <a:pt x="700674" y="18488"/>
                  </a:lnTo>
                  <a:lnTo>
                    <a:pt x="692889" y="18256"/>
                  </a:lnTo>
                  <a:lnTo>
                    <a:pt x="685103" y="18116"/>
                  </a:lnTo>
                  <a:lnTo>
                    <a:pt x="677318" y="17954"/>
                  </a:lnTo>
                  <a:lnTo>
                    <a:pt x="669533" y="17790"/>
                  </a:lnTo>
                  <a:lnTo>
                    <a:pt x="661747" y="17625"/>
                  </a:lnTo>
                  <a:lnTo>
                    <a:pt x="653962" y="17456"/>
                  </a:lnTo>
                  <a:lnTo>
                    <a:pt x="646177" y="17239"/>
                  </a:lnTo>
                  <a:lnTo>
                    <a:pt x="638392" y="16958"/>
                  </a:lnTo>
                  <a:lnTo>
                    <a:pt x="630606" y="16774"/>
                  </a:lnTo>
                  <a:lnTo>
                    <a:pt x="622821" y="16657"/>
                  </a:lnTo>
                  <a:lnTo>
                    <a:pt x="615036" y="16449"/>
                  </a:lnTo>
                  <a:lnTo>
                    <a:pt x="607251" y="16222"/>
                  </a:lnTo>
                  <a:lnTo>
                    <a:pt x="599465" y="16050"/>
                  </a:lnTo>
                  <a:lnTo>
                    <a:pt x="591680" y="15876"/>
                  </a:lnTo>
                  <a:lnTo>
                    <a:pt x="583895" y="15680"/>
                  </a:lnTo>
                  <a:lnTo>
                    <a:pt x="576110" y="15463"/>
                  </a:lnTo>
                  <a:lnTo>
                    <a:pt x="568324" y="15317"/>
                  </a:lnTo>
                  <a:lnTo>
                    <a:pt x="560539" y="15078"/>
                  </a:lnTo>
                  <a:lnTo>
                    <a:pt x="552754" y="14821"/>
                  </a:lnTo>
                  <a:lnTo>
                    <a:pt x="544968" y="14576"/>
                  </a:lnTo>
                  <a:lnTo>
                    <a:pt x="537183" y="14370"/>
                  </a:lnTo>
                  <a:lnTo>
                    <a:pt x="529398" y="14163"/>
                  </a:lnTo>
                  <a:lnTo>
                    <a:pt x="521613" y="13905"/>
                  </a:lnTo>
                  <a:lnTo>
                    <a:pt x="513827" y="13812"/>
                  </a:lnTo>
                  <a:lnTo>
                    <a:pt x="506042" y="13544"/>
                  </a:lnTo>
                  <a:lnTo>
                    <a:pt x="498257" y="13406"/>
                  </a:lnTo>
                  <a:lnTo>
                    <a:pt x="490472" y="13246"/>
                  </a:lnTo>
                  <a:lnTo>
                    <a:pt x="482686" y="13048"/>
                  </a:lnTo>
                  <a:lnTo>
                    <a:pt x="474901" y="12849"/>
                  </a:lnTo>
                  <a:lnTo>
                    <a:pt x="467116" y="12687"/>
                  </a:lnTo>
                  <a:lnTo>
                    <a:pt x="459330" y="12491"/>
                  </a:lnTo>
                  <a:lnTo>
                    <a:pt x="451545" y="12241"/>
                  </a:lnTo>
                  <a:lnTo>
                    <a:pt x="443760" y="12016"/>
                  </a:lnTo>
                  <a:lnTo>
                    <a:pt x="435975" y="11732"/>
                  </a:lnTo>
                  <a:lnTo>
                    <a:pt x="428189" y="11510"/>
                  </a:lnTo>
                  <a:lnTo>
                    <a:pt x="420404" y="11332"/>
                  </a:lnTo>
                  <a:lnTo>
                    <a:pt x="412619" y="11187"/>
                  </a:lnTo>
                  <a:lnTo>
                    <a:pt x="404834" y="11008"/>
                  </a:lnTo>
                  <a:lnTo>
                    <a:pt x="397048" y="10785"/>
                  </a:lnTo>
                  <a:lnTo>
                    <a:pt x="389263" y="10533"/>
                  </a:lnTo>
                  <a:lnTo>
                    <a:pt x="381478" y="10308"/>
                  </a:lnTo>
                  <a:lnTo>
                    <a:pt x="373692" y="9998"/>
                  </a:lnTo>
                  <a:lnTo>
                    <a:pt x="365907" y="9812"/>
                  </a:lnTo>
                  <a:lnTo>
                    <a:pt x="358122" y="9518"/>
                  </a:lnTo>
                  <a:lnTo>
                    <a:pt x="350337" y="9366"/>
                  </a:lnTo>
                  <a:lnTo>
                    <a:pt x="342551" y="9163"/>
                  </a:lnTo>
                  <a:lnTo>
                    <a:pt x="334766" y="8921"/>
                  </a:lnTo>
                  <a:lnTo>
                    <a:pt x="326981" y="8664"/>
                  </a:lnTo>
                  <a:lnTo>
                    <a:pt x="319196" y="8430"/>
                  </a:lnTo>
                  <a:lnTo>
                    <a:pt x="311410" y="8171"/>
                  </a:lnTo>
                  <a:lnTo>
                    <a:pt x="303625" y="7945"/>
                  </a:lnTo>
                  <a:lnTo>
                    <a:pt x="295840" y="7717"/>
                  </a:lnTo>
                  <a:lnTo>
                    <a:pt x="288055" y="7494"/>
                  </a:lnTo>
                  <a:lnTo>
                    <a:pt x="280269" y="7309"/>
                  </a:lnTo>
                  <a:lnTo>
                    <a:pt x="272484" y="7120"/>
                  </a:lnTo>
                  <a:lnTo>
                    <a:pt x="264699" y="6858"/>
                  </a:lnTo>
                  <a:lnTo>
                    <a:pt x="256913" y="6568"/>
                  </a:lnTo>
                  <a:lnTo>
                    <a:pt x="249128" y="6267"/>
                  </a:lnTo>
                  <a:lnTo>
                    <a:pt x="241343" y="6037"/>
                  </a:lnTo>
                  <a:lnTo>
                    <a:pt x="233558" y="5831"/>
                  </a:lnTo>
                  <a:lnTo>
                    <a:pt x="225772" y="5654"/>
                  </a:lnTo>
                  <a:lnTo>
                    <a:pt x="217987" y="5477"/>
                  </a:lnTo>
                  <a:lnTo>
                    <a:pt x="210202" y="5337"/>
                  </a:lnTo>
                  <a:lnTo>
                    <a:pt x="202417" y="5218"/>
                  </a:lnTo>
                  <a:lnTo>
                    <a:pt x="194631" y="5101"/>
                  </a:lnTo>
                  <a:lnTo>
                    <a:pt x="186846" y="4980"/>
                  </a:lnTo>
                  <a:lnTo>
                    <a:pt x="179061" y="4795"/>
                  </a:lnTo>
                  <a:lnTo>
                    <a:pt x="171275" y="4442"/>
                  </a:lnTo>
                  <a:lnTo>
                    <a:pt x="163490" y="4197"/>
                  </a:lnTo>
                  <a:lnTo>
                    <a:pt x="155705" y="4051"/>
                  </a:lnTo>
                  <a:lnTo>
                    <a:pt x="147920" y="3936"/>
                  </a:lnTo>
                  <a:lnTo>
                    <a:pt x="140134" y="3713"/>
                  </a:lnTo>
                  <a:lnTo>
                    <a:pt x="132349" y="3477"/>
                  </a:lnTo>
                  <a:lnTo>
                    <a:pt x="124564" y="3205"/>
                  </a:lnTo>
                  <a:lnTo>
                    <a:pt x="116779" y="2928"/>
                  </a:lnTo>
                  <a:lnTo>
                    <a:pt x="108993" y="2692"/>
                  </a:lnTo>
                  <a:lnTo>
                    <a:pt x="101208" y="2515"/>
                  </a:lnTo>
                  <a:lnTo>
                    <a:pt x="93423" y="2296"/>
                  </a:lnTo>
                  <a:lnTo>
                    <a:pt x="85637" y="2114"/>
                  </a:lnTo>
                  <a:lnTo>
                    <a:pt x="77852" y="1870"/>
                  </a:lnTo>
                  <a:lnTo>
                    <a:pt x="70067" y="1616"/>
                  </a:lnTo>
                  <a:lnTo>
                    <a:pt x="62282" y="1360"/>
                  </a:lnTo>
                  <a:lnTo>
                    <a:pt x="54496" y="1164"/>
                  </a:lnTo>
                  <a:lnTo>
                    <a:pt x="46711" y="926"/>
                  </a:lnTo>
                  <a:lnTo>
                    <a:pt x="38926" y="905"/>
                  </a:lnTo>
                  <a:lnTo>
                    <a:pt x="31141" y="703"/>
                  </a:lnTo>
                  <a:lnTo>
                    <a:pt x="23355" y="474"/>
                  </a:lnTo>
                  <a:lnTo>
                    <a:pt x="15570" y="331"/>
                  </a:lnTo>
                  <a:lnTo>
                    <a:pt x="7785" y="2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049435" y="4812648"/>
              <a:ext cx="2016385" cy="143444"/>
            </a:xfrm>
            <a:custGeom>
              <a:avLst/>
              <a:pathLst>
                <a:path w="2016385" h="143444">
                  <a:moveTo>
                    <a:pt x="0" y="0"/>
                  </a:moveTo>
                  <a:lnTo>
                    <a:pt x="7785" y="1227"/>
                  </a:lnTo>
                  <a:lnTo>
                    <a:pt x="15570" y="2579"/>
                  </a:lnTo>
                  <a:lnTo>
                    <a:pt x="23355" y="4050"/>
                  </a:lnTo>
                  <a:lnTo>
                    <a:pt x="31141" y="5353"/>
                  </a:lnTo>
                  <a:lnTo>
                    <a:pt x="38926" y="7369"/>
                  </a:lnTo>
                  <a:lnTo>
                    <a:pt x="46711" y="8639"/>
                  </a:lnTo>
                  <a:lnTo>
                    <a:pt x="54496" y="9758"/>
                  </a:lnTo>
                  <a:lnTo>
                    <a:pt x="62282" y="10827"/>
                  </a:lnTo>
                  <a:lnTo>
                    <a:pt x="70067" y="11916"/>
                  </a:lnTo>
                  <a:lnTo>
                    <a:pt x="77852" y="13203"/>
                  </a:lnTo>
                  <a:lnTo>
                    <a:pt x="85637" y="14347"/>
                  </a:lnTo>
                  <a:lnTo>
                    <a:pt x="93423" y="15804"/>
                  </a:lnTo>
                  <a:lnTo>
                    <a:pt x="101208" y="17084"/>
                  </a:lnTo>
                  <a:lnTo>
                    <a:pt x="108993" y="18895"/>
                  </a:lnTo>
                  <a:lnTo>
                    <a:pt x="116779" y="20332"/>
                  </a:lnTo>
                  <a:lnTo>
                    <a:pt x="124564" y="21596"/>
                  </a:lnTo>
                  <a:lnTo>
                    <a:pt x="132349" y="22884"/>
                  </a:lnTo>
                  <a:lnTo>
                    <a:pt x="140134" y="24306"/>
                  </a:lnTo>
                  <a:lnTo>
                    <a:pt x="147920" y="25714"/>
                  </a:lnTo>
                  <a:lnTo>
                    <a:pt x="155705" y="27098"/>
                  </a:lnTo>
                  <a:lnTo>
                    <a:pt x="163490" y="28146"/>
                  </a:lnTo>
                  <a:lnTo>
                    <a:pt x="171275" y="28943"/>
                  </a:lnTo>
                  <a:lnTo>
                    <a:pt x="179061" y="30108"/>
                  </a:lnTo>
                  <a:lnTo>
                    <a:pt x="186846" y="31668"/>
                  </a:lnTo>
                  <a:lnTo>
                    <a:pt x="194631" y="33314"/>
                  </a:lnTo>
                  <a:lnTo>
                    <a:pt x="202417" y="34753"/>
                  </a:lnTo>
                  <a:lnTo>
                    <a:pt x="210202" y="35846"/>
                  </a:lnTo>
                  <a:lnTo>
                    <a:pt x="217987" y="36602"/>
                  </a:lnTo>
                  <a:lnTo>
                    <a:pt x="225772" y="37424"/>
                  </a:lnTo>
                  <a:lnTo>
                    <a:pt x="233558" y="38258"/>
                  </a:lnTo>
                  <a:lnTo>
                    <a:pt x="241343" y="39422"/>
                  </a:lnTo>
                  <a:lnTo>
                    <a:pt x="249128" y="40683"/>
                  </a:lnTo>
                  <a:lnTo>
                    <a:pt x="256913" y="41767"/>
                  </a:lnTo>
                  <a:lnTo>
                    <a:pt x="264699" y="42683"/>
                  </a:lnTo>
                  <a:lnTo>
                    <a:pt x="272484" y="43727"/>
                  </a:lnTo>
                  <a:lnTo>
                    <a:pt x="280269" y="44632"/>
                  </a:lnTo>
                  <a:lnTo>
                    <a:pt x="288055" y="45595"/>
                  </a:lnTo>
                  <a:lnTo>
                    <a:pt x="295840" y="46557"/>
                  </a:lnTo>
                  <a:lnTo>
                    <a:pt x="303625" y="47352"/>
                  </a:lnTo>
                  <a:lnTo>
                    <a:pt x="311410" y="48413"/>
                  </a:lnTo>
                  <a:lnTo>
                    <a:pt x="319196" y="49349"/>
                  </a:lnTo>
                  <a:lnTo>
                    <a:pt x="326981" y="50291"/>
                  </a:lnTo>
                  <a:lnTo>
                    <a:pt x="334766" y="50966"/>
                  </a:lnTo>
                  <a:lnTo>
                    <a:pt x="342551" y="51840"/>
                  </a:lnTo>
                  <a:lnTo>
                    <a:pt x="350337" y="52817"/>
                  </a:lnTo>
                  <a:lnTo>
                    <a:pt x="358122" y="53786"/>
                  </a:lnTo>
                  <a:lnTo>
                    <a:pt x="365907" y="54195"/>
                  </a:lnTo>
                  <a:lnTo>
                    <a:pt x="373692" y="54669"/>
                  </a:lnTo>
                  <a:lnTo>
                    <a:pt x="381478" y="55171"/>
                  </a:lnTo>
                  <a:lnTo>
                    <a:pt x="389263" y="55531"/>
                  </a:lnTo>
                  <a:lnTo>
                    <a:pt x="397048" y="56286"/>
                  </a:lnTo>
                  <a:lnTo>
                    <a:pt x="404834" y="57179"/>
                  </a:lnTo>
                  <a:lnTo>
                    <a:pt x="412619" y="57852"/>
                  </a:lnTo>
                  <a:lnTo>
                    <a:pt x="420404" y="58858"/>
                  </a:lnTo>
                  <a:lnTo>
                    <a:pt x="428189" y="59398"/>
                  </a:lnTo>
                  <a:lnTo>
                    <a:pt x="435975" y="59873"/>
                  </a:lnTo>
                  <a:lnTo>
                    <a:pt x="443760" y="60118"/>
                  </a:lnTo>
                  <a:lnTo>
                    <a:pt x="451545" y="60516"/>
                  </a:lnTo>
                  <a:lnTo>
                    <a:pt x="459330" y="61120"/>
                  </a:lnTo>
                  <a:lnTo>
                    <a:pt x="467116" y="61583"/>
                  </a:lnTo>
                  <a:lnTo>
                    <a:pt x="474901" y="61844"/>
                  </a:lnTo>
                  <a:lnTo>
                    <a:pt x="482686" y="62587"/>
                  </a:lnTo>
                  <a:lnTo>
                    <a:pt x="490472" y="63075"/>
                  </a:lnTo>
                  <a:lnTo>
                    <a:pt x="498257" y="63597"/>
                  </a:lnTo>
                  <a:lnTo>
                    <a:pt x="506042" y="64013"/>
                  </a:lnTo>
                  <a:lnTo>
                    <a:pt x="513827" y="64318"/>
                  </a:lnTo>
                  <a:lnTo>
                    <a:pt x="521613" y="64705"/>
                  </a:lnTo>
                  <a:lnTo>
                    <a:pt x="529398" y="65223"/>
                  </a:lnTo>
                  <a:lnTo>
                    <a:pt x="537183" y="65843"/>
                  </a:lnTo>
                  <a:lnTo>
                    <a:pt x="544968" y="66166"/>
                  </a:lnTo>
                  <a:lnTo>
                    <a:pt x="552754" y="66554"/>
                  </a:lnTo>
                  <a:lnTo>
                    <a:pt x="560539" y="67150"/>
                  </a:lnTo>
                  <a:lnTo>
                    <a:pt x="568324" y="67596"/>
                  </a:lnTo>
                  <a:lnTo>
                    <a:pt x="576110" y="67895"/>
                  </a:lnTo>
                  <a:lnTo>
                    <a:pt x="583895" y="68177"/>
                  </a:lnTo>
                  <a:lnTo>
                    <a:pt x="591680" y="68496"/>
                  </a:lnTo>
                  <a:lnTo>
                    <a:pt x="599465" y="69002"/>
                  </a:lnTo>
                  <a:lnTo>
                    <a:pt x="607251" y="69495"/>
                  </a:lnTo>
                  <a:lnTo>
                    <a:pt x="615036" y="69928"/>
                  </a:lnTo>
                  <a:lnTo>
                    <a:pt x="622821" y="70368"/>
                  </a:lnTo>
                  <a:lnTo>
                    <a:pt x="630606" y="70800"/>
                  </a:lnTo>
                  <a:lnTo>
                    <a:pt x="638392" y="71222"/>
                  </a:lnTo>
                  <a:lnTo>
                    <a:pt x="646177" y="71655"/>
                  </a:lnTo>
                  <a:lnTo>
                    <a:pt x="653962" y="72081"/>
                  </a:lnTo>
                  <a:lnTo>
                    <a:pt x="661747" y="72230"/>
                  </a:lnTo>
                  <a:lnTo>
                    <a:pt x="669533" y="72567"/>
                  </a:lnTo>
                  <a:lnTo>
                    <a:pt x="677318" y="73034"/>
                  </a:lnTo>
                  <a:lnTo>
                    <a:pt x="685103" y="73497"/>
                  </a:lnTo>
                  <a:lnTo>
                    <a:pt x="692889" y="73763"/>
                  </a:lnTo>
                  <a:lnTo>
                    <a:pt x="700674" y="74158"/>
                  </a:lnTo>
                  <a:lnTo>
                    <a:pt x="708459" y="74501"/>
                  </a:lnTo>
                  <a:lnTo>
                    <a:pt x="716244" y="74624"/>
                  </a:lnTo>
                  <a:lnTo>
                    <a:pt x="724030" y="74810"/>
                  </a:lnTo>
                  <a:lnTo>
                    <a:pt x="731815" y="74898"/>
                  </a:lnTo>
                  <a:lnTo>
                    <a:pt x="739600" y="75173"/>
                  </a:lnTo>
                  <a:lnTo>
                    <a:pt x="747385" y="75643"/>
                  </a:lnTo>
                  <a:lnTo>
                    <a:pt x="755171" y="76073"/>
                  </a:lnTo>
                  <a:lnTo>
                    <a:pt x="762956" y="76536"/>
                  </a:lnTo>
                  <a:lnTo>
                    <a:pt x="770741" y="76663"/>
                  </a:lnTo>
                  <a:lnTo>
                    <a:pt x="778527" y="76941"/>
                  </a:lnTo>
                  <a:lnTo>
                    <a:pt x="786312" y="76981"/>
                  </a:lnTo>
                  <a:lnTo>
                    <a:pt x="794097" y="77150"/>
                  </a:lnTo>
                  <a:lnTo>
                    <a:pt x="801882" y="77279"/>
                  </a:lnTo>
                  <a:lnTo>
                    <a:pt x="809668" y="77407"/>
                  </a:lnTo>
                  <a:lnTo>
                    <a:pt x="817453" y="77778"/>
                  </a:lnTo>
                  <a:lnTo>
                    <a:pt x="825238" y="77804"/>
                  </a:lnTo>
                  <a:lnTo>
                    <a:pt x="833023" y="77830"/>
                  </a:lnTo>
                  <a:lnTo>
                    <a:pt x="840809" y="77860"/>
                  </a:lnTo>
                  <a:lnTo>
                    <a:pt x="848594" y="77935"/>
                  </a:lnTo>
                  <a:lnTo>
                    <a:pt x="856379" y="78044"/>
                  </a:lnTo>
                  <a:lnTo>
                    <a:pt x="864165" y="78290"/>
                  </a:lnTo>
                  <a:lnTo>
                    <a:pt x="871950" y="78549"/>
                  </a:lnTo>
                  <a:lnTo>
                    <a:pt x="879735" y="78677"/>
                  </a:lnTo>
                  <a:lnTo>
                    <a:pt x="887520" y="78523"/>
                  </a:lnTo>
                  <a:lnTo>
                    <a:pt x="895306" y="78574"/>
                  </a:lnTo>
                  <a:lnTo>
                    <a:pt x="903091" y="78506"/>
                  </a:lnTo>
                  <a:lnTo>
                    <a:pt x="910876" y="78609"/>
                  </a:lnTo>
                  <a:lnTo>
                    <a:pt x="918661" y="78624"/>
                  </a:lnTo>
                  <a:lnTo>
                    <a:pt x="926447" y="78994"/>
                  </a:lnTo>
                  <a:lnTo>
                    <a:pt x="934232" y="79111"/>
                  </a:lnTo>
                  <a:lnTo>
                    <a:pt x="942017" y="79335"/>
                  </a:lnTo>
                  <a:lnTo>
                    <a:pt x="949802" y="79576"/>
                  </a:lnTo>
                  <a:lnTo>
                    <a:pt x="957588" y="79657"/>
                  </a:lnTo>
                  <a:lnTo>
                    <a:pt x="965373" y="79749"/>
                  </a:lnTo>
                  <a:lnTo>
                    <a:pt x="973158" y="80130"/>
                  </a:lnTo>
                  <a:lnTo>
                    <a:pt x="980944" y="80111"/>
                  </a:lnTo>
                  <a:lnTo>
                    <a:pt x="988729" y="80344"/>
                  </a:lnTo>
                  <a:lnTo>
                    <a:pt x="996514" y="80482"/>
                  </a:lnTo>
                  <a:lnTo>
                    <a:pt x="1004299" y="80821"/>
                  </a:lnTo>
                  <a:lnTo>
                    <a:pt x="1012085" y="80829"/>
                  </a:lnTo>
                  <a:lnTo>
                    <a:pt x="1019870" y="80805"/>
                  </a:lnTo>
                  <a:lnTo>
                    <a:pt x="1027655" y="80980"/>
                  </a:lnTo>
                  <a:lnTo>
                    <a:pt x="1035440" y="81154"/>
                  </a:lnTo>
                  <a:lnTo>
                    <a:pt x="1043226" y="81208"/>
                  </a:lnTo>
                  <a:lnTo>
                    <a:pt x="1051011" y="81233"/>
                  </a:lnTo>
                  <a:lnTo>
                    <a:pt x="1058796" y="81128"/>
                  </a:lnTo>
                  <a:lnTo>
                    <a:pt x="1066582" y="81328"/>
                  </a:lnTo>
                  <a:lnTo>
                    <a:pt x="1074367" y="81381"/>
                  </a:lnTo>
                  <a:lnTo>
                    <a:pt x="1082152" y="81425"/>
                  </a:lnTo>
                  <a:lnTo>
                    <a:pt x="1089937" y="81468"/>
                  </a:lnTo>
                  <a:lnTo>
                    <a:pt x="1097723" y="81511"/>
                  </a:lnTo>
                  <a:lnTo>
                    <a:pt x="1105508" y="81554"/>
                  </a:lnTo>
                  <a:lnTo>
                    <a:pt x="1113293" y="81598"/>
                  </a:lnTo>
                  <a:lnTo>
                    <a:pt x="1121078" y="81642"/>
                  </a:lnTo>
                  <a:lnTo>
                    <a:pt x="1128864" y="81715"/>
                  </a:lnTo>
                  <a:lnTo>
                    <a:pt x="1136649" y="81727"/>
                  </a:lnTo>
                  <a:lnTo>
                    <a:pt x="1144434" y="81817"/>
                  </a:lnTo>
                  <a:lnTo>
                    <a:pt x="1152220" y="82016"/>
                  </a:lnTo>
                  <a:lnTo>
                    <a:pt x="1160005" y="82117"/>
                  </a:lnTo>
                  <a:lnTo>
                    <a:pt x="1167790" y="82221"/>
                  </a:lnTo>
                  <a:lnTo>
                    <a:pt x="1175575" y="82325"/>
                  </a:lnTo>
                  <a:lnTo>
                    <a:pt x="1183361" y="82389"/>
                  </a:lnTo>
                  <a:lnTo>
                    <a:pt x="1191146" y="82136"/>
                  </a:lnTo>
                  <a:lnTo>
                    <a:pt x="1198931" y="82199"/>
                  </a:lnTo>
                  <a:lnTo>
                    <a:pt x="1206716" y="82263"/>
                  </a:lnTo>
                  <a:lnTo>
                    <a:pt x="1214502" y="82328"/>
                  </a:lnTo>
                  <a:lnTo>
                    <a:pt x="1222287" y="82395"/>
                  </a:lnTo>
                  <a:lnTo>
                    <a:pt x="1230072" y="82463"/>
                  </a:lnTo>
                  <a:lnTo>
                    <a:pt x="1237857" y="82636"/>
                  </a:lnTo>
                  <a:lnTo>
                    <a:pt x="1245643" y="82782"/>
                  </a:lnTo>
                  <a:lnTo>
                    <a:pt x="1253428" y="82940"/>
                  </a:lnTo>
                  <a:lnTo>
                    <a:pt x="1261213" y="83101"/>
                  </a:lnTo>
                  <a:lnTo>
                    <a:pt x="1268999" y="83267"/>
                  </a:lnTo>
                  <a:lnTo>
                    <a:pt x="1276784" y="83321"/>
                  </a:lnTo>
                  <a:lnTo>
                    <a:pt x="1284569" y="83592"/>
                  </a:lnTo>
                  <a:lnTo>
                    <a:pt x="1292354" y="83800"/>
                  </a:lnTo>
                  <a:lnTo>
                    <a:pt x="1300140" y="83929"/>
                  </a:lnTo>
                  <a:lnTo>
                    <a:pt x="1307925" y="84081"/>
                  </a:lnTo>
                  <a:lnTo>
                    <a:pt x="1315710" y="84241"/>
                  </a:lnTo>
                  <a:lnTo>
                    <a:pt x="1323495" y="84399"/>
                  </a:lnTo>
                  <a:lnTo>
                    <a:pt x="1331281" y="84558"/>
                  </a:lnTo>
                  <a:lnTo>
                    <a:pt x="1339066" y="84716"/>
                  </a:lnTo>
                  <a:lnTo>
                    <a:pt x="1346851" y="84721"/>
                  </a:lnTo>
                  <a:lnTo>
                    <a:pt x="1354637" y="84683"/>
                  </a:lnTo>
                  <a:lnTo>
                    <a:pt x="1362422" y="84664"/>
                  </a:lnTo>
                  <a:lnTo>
                    <a:pt x="1370207" y="84594"/>
                  </a:lnTo>
                  <a:lnTo>
                    <a:pt x="1377992" y="84555"/>
                  </a:lnTo>
                  <a:lnTo>
                    <a:pt x="1385778" y="84518"/>
                  </a:lnTo>
                  <a:lnTo>
                    <a:pt x="1393563" y="84543"/>
                  </a:lnTo>
                  <a:lnTo>
                    <a:pt x="1401348" y="84646"/>
                  </a:lnTo>
                  <a:lnTo>
                    <a:pt x="1409133" y="84748"/>
                  </a:lnTo>
                  <a:lnTo>
                    <a:pt x="1416919" y="84851"/>
                  </a:lnTo>
                  <a:lnTo>
                    <a:pt x="1424704" y="84749"/>
                  </a:lnTo>
                  <a:lnTo>
                    <a:pt x="1432489" y="84565"/>
                  </a:lnTo>
                  <a:lnTo>
                    <a:pt x="1440275" y="84381"/>
                  </a:lnTo>
                  <a:lnTo>
                    <a:pt x="1448060" y="84260"/>
                  </a:lnTo>
                  <a:lnTo>
                    <a:pt x="1455845" y="84320"/>
                  </a:lnTo>
                  <a:lnTo>
                    <a:pt x="1463630" y="84291"/>
                  </a:lnTo>
                  <a:lnTo>
                    <a:pt x="1471416" y="84231"/>
                  </a:lnTo>
                  <a:lnTo>
                    <a:pt x="1479201" y="84445"/>
                  </a:lnTo>
                  <a:lnTo>
                    <a:pt x="1486986" y="84563"/>
                  </a:lnTo>
                  <a:lnTo>
                    <a:pt x="1494771" y="84324"/>
                  </a:lnTo>
                  <a:lnTo>
                    <a:pt x="1502557" y="84009"/>
                  </a:lnTo>
                  <a:lnTo>
                    <a:pt x="1510342" y="83853"/>
                  </a:lnTo>
                  <a:lnTo>
                    <a:pt x="1518127" y="83813"/>
                  </a:lnTo>
                  <a:lnTo>
                    <a:pt x="1525912" y="83819"/>
                  </a:lnTo>
                  <a:lnTo>
                    <a:pt x="1533698" y="84037"/>
                  </a:lnTo>
                  <a:lnTo>
                    <a:pt x="1541483" y="84369"/>
                  </a:lnTo>
                  <a:lnTo>
                    <a:pt x="1549268" y="84494"/>
                  </a:lnTo>
                  <a:lnTo>
                    <a:pt x="1557054" y="84372"/>
                  </a:lnTo>
                  <a:lnTo>
                    <a:pt x="1564839" y="84250"/>
                  </a:lnTo>
                  <a:lnTo>
                    <a:pt x="1572624" y="84127"/>
                  </a:lnTo>
                  <a:lnTo>
                    <a:pt x="1580409" y="84113"/>
                  </a:lnTo>
                  <a:lnTo>
                    <a:pt x="1588195" y="84212"/>
                  </a:lnTo>
                  <a:lnTo>
                    <a:pt x="1595980" y="84311"/>
                  </a:lnTo>
                  <a:lnTo>
                    <a:pt x="1603765" y="84413"/>
                  </a:lnTo>
                  <a:lnTo>
                    <a:pt x="1611550" y="84554"/>
                  </a:lnTo>
                  <a:lnTo>
                    <a:pt x="1619336" y="84722"/>
                  </a:lnTo>
                  <a:lnTo>
                    <a:pt x="1627121" y="84890"/>
                  </a:lnTo>
                  <a:lnTo>
                    <a:pt x="1634906" y="85058"/>
                  </a:lnTo>
                  <a:lnTo>
                    <a:pt x="1642692" y="85184"/>
                  </a:lnTo>
                  <a:lnTo>
                    <a:pt x="1650477" y="85053"/>
                  </a:lnTo>
                  <a:lnTo>
                    <a:pt x="1658262" y="85103"/>
                  </a:lnTo>
                  <a:lnTo>
                    <a:pt x="1666047" y="85196"/>
                  </a:lnTo>
                  <a:lnTo>
                    <a:pt x="1673833" y="85289"/>
                  </a:lnTo>
                  <a:lnTo>
                    <a:pt x="1681618" y="85385"/>
                  </a:lnTo>
                  <a:lnTo>
                    <a:pt x="1689403" y="85484"/>
                  </a:lnTo>
                  <a:lnTo>
                    <a:pt x="1697188" y="85484"/>
                  </a:lnTo>
                  <a:lnTo>
                    <a:pt x="1704974" y="85309"/>
                  </a:lnTo>
                  <a:lnTo>
                    <a:pt x="1712759" y="85154"/>
                  </a:lnTo>
                  <a:lnTo>
                    <a:pt x="1720544" y="85268"/>
                  </a:lnTo>
                  <a:lnTo>
                    <a:pt x="1728330" y="85385"/>
                  </a:lnTo>
                  <a:lnTo>
                    <a:pt x="1736115" y="85504"/>
                  </a:lnTo>
                  <a:lnTo>
                    <a:pt x="1743900" y="85410"/>
                  </a:lnTo>
                  <a:lnTo>
                    <a:pt x="1751685" y="85243"/>
                  </a:lnTo>
                  <a:lnTo>
                    <a:pt x="1759471" y="85076"/>
                  </a:lnTo>
                  <a:lnTo>
                    <a:pt x="1767256" y="85082"/>
                  </a:lnTo>
                  <a:lnTo>
                    <a:pt x="1775041" y="85117"/>
                  </a:lnTo>
                  <a:lnTo>
                    <a:pt x="1782826" y="85152"/>
                  </a:lnTo>
                  <a:lnTo>
                    <a:pt x="1790612" y="85187"/>
                  </a:lnTo>
                  <a:lnTo>
                    <a:pt x="1798397" y="85222"/>
                  </a:lnTo>
                  <a:lnTo>
                    <a:pt x="1806182" y="85257"/>
                  </a:lnTo>
                  <a:lnTo>
                    <a:pt x="1813967" y="85291"/>
                  </a:lnTo>
                  <a:lnTo>
                    <a:pt x="1821753" y="85295"/>
                  </a:lnTo>
                  <a:lnTo>
                    <a:pt x="1829538" y="85161"/>
                  </a:lnTo>
                  <a:lnTo>
                    <a:pt x="1837323" y="85031"/>
                  </a:lnTo>
                  <a:lnTo>
                    <a:pt x="1845109" y="84900"/>
                  </a:lnTo>
                  <a:lnTo>
                    <a:pt x="1852894" y="84769"/>
                  </a:lnTo>
                  <a:lnTo>
                    <a:pt x="1860679" y="84638"/>
                  </a:lnTo>
                  <a:lnTo>
                    <a:pt x="1868464" y="84507"/>
                  </a:lnTo>
                  <a:lnTo>
                    <a:pt x="1876250" y="84375"/>
                  </a:lnTo>
                  <a:lnTo>
                    <a:pt x="1884035" y="84243"/>
                  </a:lnTo>
                  <a:lnTo>
                    <a:pt x="1891820" y="84110"/>
                  </a:lnTo>
                  <a:lnTo>
                    <a:pt x="1899605" y="84144"/>
                  </a:lnTo>
                  <a:lnTo>
                    <a:pt x="1907391" y="84199"/>
                  </a:lnTo>
                  <a:lnTo>
                    <a:pt x="1915176" y="84254"/>
                  </a:lnTo>
                  <a:lnTo>
                    <a:pt x="1922961" y="84309"/>
                  </a:lnTo>
                  <a:lnTo>
                    <a:pt x="1930747" y="84364"/>
                  </a:lnTo>
                  <a:lnTo>
                    <a:pt x="1938532" y="84420"/>
                  </a:lnTo>
                  <a:lnTo>
                    <a:pt x="1946317" y="84480"/>
                  </a:lnTo>
                  <a:lnTo>
                    <a:pt x="1954102" y="84541"/>
                  </a:lnTo>
                  <a:lnTo>
                    <a:pt x="1961888" y="84601"/>
                  </a:lnTo>
                  <a:lnTo>
                    <a:pt x="1969673" y="84661"/>
                  </a:lnTo>
                  <a:lnTo>
                    <a:pt x="1977458" y="84721"/>
                  </a:lnTo>
                  <a:lnTo>
                    <a:pt x="1985243" y="84781"/>
                  </a:lnTo>
                  <a:lnTo>
                    <a:pt x="1993029" y="84841"/>
                  </a:lnTo>
                  <a:lnTo>
                    <a:pt x="2000814" y="84901"/>
                  </a:lnTo>
                  <a:lnTo>
                    <a:pt x="2008599" y="84961"/>
                  </a:lnTo>
                  <a:lnTo>
                    <a:pt x="2016385" y="85021"/>
                  </a:lnTo>
                  <a:lnTo>
                    <a:pt x="2016385" y="143444"/>
                  </a:lnTo>
                  <a:lnTo>
                    <a:pt x="2008599" y="143425"/>
                  </a:lnTo>
                  <a:lnTo>
                    <a:pt x="2000814" y="143405"/>
                  </a:lnTo>
                  <a:lnTo>
                    <a:pt x="1993029" y="143386"/>
                  </a:lnTo>
                  <a:lnTo>
                    <a:pt x="1985243" y="143366"/>
                  </a:lnTo>
                  <a:lnTo>
                    <a:pt x="1977458" y="143347"/>
                  </a:lnTo>
                  <a:lnTo>
                    <a:pt x="1969673" y="143327"/>
                  </a:lnTo>
                  <a:lnTo>
                    <a:pt x="1961888" y="143303"/>
                  </a:lnTo>
                  <a:lnTo>
                    <a:pt x="1954102" y="143282"/>
                  </a:lnTo>
                  <a:lnTo>
                    <a:pt x="1946317" y="143261"/>
                  </a:lnTo>
                  <a:lnTo>
                    <a:pt x="1938532" y="143239"/>
                  </a:lnTo>
                  <a:lnTo>
                    <a:pt x="1930747" y="143217"/>
                  </a:lnTo>
                  <a:lnTo>
                    <a:pt x="1922961" y="143194"/>
                  </a:lnTo>
                  <a:lnTo>
                    <a:pt x="1915176" y="143171"/>
                  </a:lnTo>
                  <a:lnTo>
                    <a:pt x="1907391" y="143148"/>
                  </a:lnTo>
                  <a:lnTo>
                    <a:pt x="1899605" y="143125"/>
                  </a:lnTo>
                  <a:lnTo>
                    <a:pt x="1891820" y="143101"/>
                  </a:lnTo>
                  <a:lnTo>
                    <a:pt x="1884035" y="143077"/>
                  </a:lnTo>
                  <a:lnTo>
                    <a:pt x="1876250" y="143052"/>
                  </a:lnTo>
                  <a:lnTo>
                    <a:pt x="1868464" y="143027"/>
                  </a:lnTo>
                  <a:lnTo>
                    <a:pt x="1860679" y="143002"/>
                  </a:lnTo>
                  <a:lnTo>
                    <a:pt x="1852894" y="142976"/>
                  </a:lnTo>
                  <a:lnTo>
                    <a:pt x="1845109" y="142949"/>
                  </a:lnTo>
                  <a:lnTo>
                    <a:pt x="1837323" y="142923"/>
                  </a:lnTo>
                  <a:lnTo>
                    <a:pt x="1829538" y="142896"/>
                  </a:lnTo>
                  <a:lnTo>
                    <a:pt x="1821753" y="142868"/>
                  </a:lnTo>
                  <a:lnTo>
                    <a:pt x="1813967" y="142836"/>
                  </a:lnTo>
                  <a:lnTo>
                    <a:pt x="1806182" y="142800"/>
                  </a:lnTo>
                  <a:lnTo>
                    <a:pt x="1798397" y="142771"/>
                  </a:lnTo>
                  <a:lnTo>
                    <a:pt x="1790612" y="142737"/>
                  </a:lnTo>
                  <a:lnTo>
                    <a:pt x="1782826" y="142703"/>
                  </a:lnTo>
                  <a:lnTo>
                    <a:pt x="1775041" y="142669"/>
                  </a:lnTo>
                  <a:lnTo>
                    <a:pt x="1767256" y="142633"/>
                  </a:lnTo>
                  <a:lnTo>
                    <a:pt x="1759471" y="142597"/>
                  </a:lnTo>
                  <a:lnTo>
                    <a:pt x="1751685" y="142561"/>
                  </a:lnTo>
                  <a:lnTo>
                    <a:pt x="1743900" y="142524"/>
                  </a:lnTo>
                  <a:lnTo>
                    <a:pt x="1736115" y="142486"/>
                  </a:lnTo>
                  <a:lnTo>
                    <a:pt x="1728330" y="142448"/>
                  </a:lnTo>
                  <a:lnTo>
                    <a:pt x="1720544" y="142408"/>
                  </a:lnTo>
                  <a:lnTo>
                    <a:pt x="1712759" y="142368"/>
                  </a:lnTo>
                  <a:lnTo>
                    <a:pt x="1704974" y="142327"/>
                  </a:lnTo>
                  <a:lnTo>
                    <a:pt x="1697188" y="142286"/>
                  </a:lnTo>
                  <a:lnTo>
                    <a:pt x="1689403" y="142243"/>
                  </a:lnTo>
                  <a:lnTo>
                    <a:pt x="1681618" y="142200"/>
                  </a:lnTo>
                  <a:lnTo>
                    <a:pt x="1673833" y="142154"/>
                  </a:lnTo>
                  <a:lnTo>
                    <a:pt x="1666047" y="142101"/>
                  </a:lnTo>
                  <a:lnTo>
                    <a:pt x="1658262" y="142055"/>
                  </a:lnTo>
                  <a:lnTo>
                    <a:pt x="1650477" y="142001"/>
                  </a:lnTo>
                  <a:lnTo>
                    <a:pt x="1642692" y="141946"/>
                  </a:lnTo>
                  <a:lnTo>
                    <a:pt x="1634906" y="141889"/>
                  </a:lnTo>
                  <a:lnTo>
                    <a:pt x="1627121" y="141832"/>
                  </a:lnTo>
                  <a:lnTo>
                    <a:pt x="1619336" y="141775"/>
                  </a:lnTo>
                  <a:lnTo>
                    <a:pt x="1611550" y="141740"/>
                  </a:lnTo>
                  <a:lnTo>
                    <a:pt x="1603765" y="141704"/>
                  </a:lnTo>
                  <a:lnTo>
                    <a:pt x="1595980" y="141668"/>
                  </a:lnTo>
                  <a:lnTo>
                    <a:pt x="1588195" y="141621"/>
                  </a:lnTo>
                  <a:lnTo>
                    <a:pt x="1580409" y="141567"/>
                  </a:lnTo>
                  <a:lnTo>
                    <a:pt x="1572624" y="141513"/>
                  </a:lnTo>
                  <a:lnTo>
                    <a:pt x="1564839" y="141457"/>
                  </a:lnTo>
                  <a:lnTo>
                    <a:pt x="1557054" y="141400"/>
                  </a:lnTo>
                  <a:lnTo>
                    <a:pt x="1549268" y="141342"/>
                  </a:lnTo>
                  <a:lnTo>
                    <a:pt x="1541483" y="141282"/>
                  </a:lnTo>
                  <a:lnTo>
                    <a:pt x="1533698" y="141224"/>
                  </a:lnTo>
                  <a:lnTo>
                    <a:pt x="1525912" y="141163"/>
                  </a:lnTo>
                  <a:lnTo>
                    <a:pt x="1518127" y="141101"/>
                  </a:lnTo>
                  <a:lnTo>
                    <a:pt x="1510342" y="141040"/>
                  </a:lnTo>
                  <a:lnTo>
                    <a:pt x="1502557" y="140977"/>
                  </a:lnTo>
                  <a:lnTo>
                    <a:pt x="1494771" y="140918"/>
                  </a:lnTo>
                  <a:lnTo>
                    <a:pt x="1486986" y="140862"/>
                  </a:lnTo>
                  <a:lnTo>
                    <a:pt x="1479201" y="140803"/>
                  </a:lnTo>
                  <a:lnTo>
                    <a:pt x="1471416" y="140736"/>
                  </a:lnTo>
                  <a:lnTo>
                    <a:pt x="1463630" y="140666"/>
                  </a:lnTo>
                  <a:lnTo>
                    <a:pt x="1455845" y="140585"/>
                  </a:lnTo>
                  <a:lnTo>
                    <a:pt x="1448060" y="140522"/>
                  </a:lnTo>
                  <a:lnTo>
                    <a:pt x="1440275" y="140463"/>
                  </a:lnTo>
                  <a:lnTo>
                    <a:pt x="1432489" y="140404"/>
                  </a:lnTo>
                  <a:lnTo>
                    <a:pt x="1424704" y="140344"/>
                  </a:lnTo>
                  <a:lnTo>
                    <a:pt x="1416919" y="140284"/>
                  </a:lnTo>
                  <a:lnTo>
                    <a:pt x="1409133" y="140221"/>
                  </a:lnTo>
                  <a:lnTo>
                    <a:pt x="1401348" y="140147"/>
                  </a:lnTo>
                  <a:lnTo>
                    <a:pt x="1393563" y="140067"/>
                  </a:lnTo>
                  <a:lnTo>
                    <a:pt x="1385778" y="139999"/>
                  </a:lnTo>
                  <a:lnTo>
                    <a:pt x="1377992" y="139935"/>
                  </a:lnTo>
                  <a:lnTo>
                    <a:pt x="1370207" y="139870"/>
                  </a:lnTo>
                  <a:lnTo>
                    <a:pt x="1362422" y="139804"/>
                  </a:lnTo>
                  <a:lnTo>
                    <a:pt x="1354637" y="139737"/>
                  </a:lnTo>
                  <a:lnTo>
                    <a:pt x="1346851" y="139669"/>
                  </a:lnTo>
                  <a:lnTo>
                    <a:pt x="1339066" y="139599"/>
                  </a:lnTo>
                  <a:lnTo>
                    <a:pt x="1331281" y="139516"/>
                  </a:lnTo>
                  <a:lnTo>
                    <a:pt x="1323495" y="139426"/>
                  </a:lnTo>
                  <a:lnTo>
                    <a:pt x="1315710" y="139333"/>
                  </a:lnTo>
                  <a:lnTo>
                    <a:pt x="1307925" y="139240"/>
                  </a:lnTo>
                  <a:lnTo>
                    <a:pt x="1300140" y="139144"/>
                  </a:lnTo>
                  <a:lnTo>
                    <a:pt x="1292354" y="139047"/>
                  </a:lnTo>
                  <a:lnTo>
                    <a:pt x="1284569" y="138949"/>
                  </a:lnTo>
                  <a:lnTo>
                    <a:pt x="1276784" y="138867"/>
                  </a:lnTo>
                  <a:lnTo>
                    <a:pt x="1268999" y="138790"/>
                  </a:lnTo>
                  <a:lnTo>
                    <a:pt x="1261213" y="138683"/>
                  </a:lnTo>
                  <a:lnTo>
                    <a:pt x="1253428" y="138593"/>
                  </a:lnTo>
                  <a:lnTo>
                    <a:pt x="1245643" y="138501"/>
                  </a:lnTo>
                  <a:lnTo>
                    <a:pt x="1237857" y="138419"/>
                  </a:lnTo>
                  <a:lnTo>
                    <a:pt x="1230072" y="138342"/>
                  </a:lnTo>
                  <a:lnTo>
                    <a:pt x="1222287" y="138233"/>
                  </a:lnTo>
                  <a:lnTo>
                    <a:pt x="1214502" y="138119"/>
                  </a:lnTo>
                  <a:lnTo>
                    <a:pt x="1206716" y="138019"/>
                  </a:lnTo>
                  <a:lnTo>
                    <a:pt x="1198931" y="137917"/>
                  </a:lnTo>
                  <a:lnTo>
                    <a:pt x="1191146" y="137782"/>
                  </a:lnTo>
                  <a:lnTo>
                    <a:pt x="1183361" y="137651"/>
                  </a:lnTo>
                  <a:lnTo>
                    <a:pt x="1175575" y="137553"/>
                  </a:lnTo>
                  <a:lnTo>
                    <a:pt x="1167790" y="137453"/>
                  </a:lnTo>
                  <a:lnTo>
                    <a:pt x="1160005" y="137351"/>
                  </a:lnTo>
                  <a:lnTo>
                    <a:pt x="1152220" y="137237"/>
                  </a:lnTo>
                  <a:lnTo>
                    <a:pt x="1144434" y="137097"/>
                  </a:lnTo>
                  <a:lnTo>
                    <a:pt x="1136649" y="136989"/>
                  </a:lnTo>
                  <a:lnTo>
                    <a:pt x="1128864" y="136889"/>
                  </a:lnTo>
                  <a:lnTo>
                    <a:pt x="1121078" y="136788"/>
                  </a:lnTo>
                  <a:lnTo>
                    <a:pt x="1113293" y="136685"/>
                  </a:lnTo>
                  <a:lnTo>
                    <a:pt x="1105508" y="136565"/>
                  </a:lnTo>
                  <a:lnTo>
                    <a:pt x="1097723" y="136429"/>
                  </a:lnTo>
                  <a:lnTo>
                    <a:pt x="1089937" y="136319"/>
                  </a:lnTo>
                  <a:lnTo>
                    <a:pt x="1082152" y="136212"/>
                  </a:lnTo>
                  <a:lnTo>
                    <a:pt x="1074367" y="136094"/>
                  </a:lnTo>
                  <a:lnTo>
                    <a:pt x="1066582" y="135981"/>
                  </a:lnTo>
                  <a:lnTo>
                    <a:pt x="1058796" y="135871"/>
                  </a:lnTo>
                  <a:lnTo>
                    <a:pt x="1051011" y="135760"/>
                  </a:lnTo>
                  <a:lnTo>
                    <a:pt x="1043226" y="135642"/>
                  </a:lnTo>
                  <a:lnTo>
                    <a:pt x="1035440" y="135506"/>
                  </a:lnTo>
                  <a:lnTo>
                    <a:pt x="1027655" y="135383"/>
                  </a:lnTo>
                  <a:lnTo>
                    <a:pt x="1019870" y="135264"/>
                  </a:lnTo>
                  <a:lnTo>
                    <a:pt x="1012085" y="135142"/>
                  </a:lnTo>
                  <a:lnTo>
                    <a:pt x="1004299" y="135010"/>
                  </a:lnTo>
                  <a:lnTo>
                    <a:pt x="996514" y="134878"/>
                  </a:lnTo>
                  <a:lnTo>
                    <a:pt x="988729" y="134748"/>
                  </a:lnTo>
                  <a:lnTo>
                    <a:pt x="980944" y="134616"/>
                  </a:lnTo>
                  <a:lnTo>
                    <a:pt x="973158" y="134481"/>
                  </a:lnTo>
                  <a:lnTo>
                    <a:pt x="965373" y="134318"/>
                  </a:lnTo>
                  <a:lnTo>
                    <a:pt x="957588" y="134174"/>
                  </a:lnTo>
                  <a:lnTo>
                    <a:pt x="949802" y="134023"/>
                  </a:lnTo>
                  <a:lnTo>
                    <a:pt x="942017" y="133812"/>
                  </a:lnTo>
                  <a:lnTo>
                    <a:pt x="934232" y="133617"/>
                  </a:lnTo>
                  <a:lnTo>
                    <a:pt x="926447" y="133516"/>
                  </a:lnTo>
                  <a:lnTo>
                    <a:pt x="918661" y="133365"/>
                  </a:lnTo>
                  <a:lnTo>
                    <a:pt x="910876" y="133226"/>
                  </a:lnTo>
                  <a:lnTo>
                    <a:pt x="903091" y="133075"/>
                  </a:lnTo>
                  <a:lnTo>
                    <a:pt x="895306" y="132911"/>
                  </a:lnTo>
                  <a:lnTo>
                    <a:pt x="887520" y="132722"/>
                  </a:lnTo>
                  <a:lnTo>
                    <a:pt x="879735" y="132531"/>
                  </a:lnTo>
                  <a:lnTo>
                    <a:pt x="871950" y="132339"/>
                  </a:lnTo>
                  <a:lnTo>
                    <a:pt x="864165" y="132149"/>
                  </a:lnTo>
                  <a:lnTo>
                    <a:pt x="856379" y="131951"/>
                  </a:lnTo>
                  <a:lnTo>
                    <a:pt x="848594" y="131833"/>
                  </a:lnTo>
                  <a:lnTo>
                    <a:pt x="840809" y="131665"/>
                  </a:lnTo>
                  <a:lnTo>
                    <a:pt x="833023" y="131488"/>
                  </a:lnTo>
                  <a:lnTo>
                    <a:pt x="825238" y="131293"/>
                  </a:lnTo>
                  <a:lnTo>
                    <a:pt x="817453" y="131096"/>
                  </a:lnTo>
                  <a:lnTo>
                    <a:pt x="809668" y="130935"/>
                  </a:lnTo>
                  <a:lnTo>
                    <a:pt x="801882" y="130776"/>
                  </a:lnTo>
                  <a:lnTo>
                    <a:pt x="794097" y="130601"/>
                  </a:lnTo>
                  <a:lnTo>
                    <a:pt x="786312" y="130349"/>
                  </a:lnTo>
                  <a:lnTo>
                    <a:pt x="778527" y="130082"/>
                  </a:lnTo>
                  <a:lnTo>
                    <a:pt x="770741" y="129898"/>
                  </a:lnTo>
                  <a:lnTo>
                    <a:pt x="762956" y="129722"/>
                  </a:lnTo>
                  <a:lnTo>
                    <a:pt x="755171" y="129595"/>
                  </a:lnTo>
                  <a:lnTo>
                    <a:pt x="747385" y="129420"/>
                  </a:lnTo>
                  <a:lnTo>
                    <a:pt x="739600" y="129221"/>
                  </a:lnTo>
                  <a:lnTo>
                    <a:pt x="731815" y="129051"/>
                  </a:lnTo>
                  <a:lnTo>
                    <a:pt x="724030" y="128880"/>
                  </a:lnTo>
                  <a:lnTo>
                    <a:pt x="716244" y="128700"/>
                  </a:lnTo>
                  <a:lnTo>
                    <a:pt x="708459" y="128412"/>
                  </a:lnTo>
                  <a:lnTo>
                    <a:pt x="700674" y="128230"/>
                  </a:lnTo>
                  <a:lnTo>
                    <a:pt x="692889" y="128124"/>
                  </a:lnTo>
                  <a:lnTo>
                    <a:pt x="685103" y="127990"/>
                  </a:lnTo>
                  <a:lnTo>
                    <a:pt x="677318" y="127807"/>
                  </a:lnTo>
                  <a:lnTo>
                    <a:pt x="669533" y="127598"/>
                  </a:lnTo>
                  <a:lnTo>
                    <a:pt x="661747" y="127329"/>
                  </a:lnTo>
                  <a:lnTo>
                    <a:pt x="653962" y="127149"/>
                  </a:lnTo>
                  <a:lnTo>
                    <a:pt x="646177" y="126966"/>
                  </a:lnTo>
                  <a:lnTo>
                    <a:pt x="638392" y="126733"/>
                  </a:lnTo>
                  <a:lnTo>
                    <a:pt x="630606" y="126498"/>
                  </a:lnTo>
                  <a:lnTo>
                    <a:pt x="622821" y="126229"/>
                  </a:lnTo>
                  <a:lnTo>
                    <a:pt x="615036" y="126017"/>
                  </a:lnTo>
                  <a:lnTo>
                    <a:pt x="607251" y="125818"/>
                  </a:lnTo>
                  <a:lnTo>
                    <a:pt x="599465" y="125628"/>
                  </a:lnTo>
                  <a:lnTo>
                    <a:pt x="591680" y="125434"/>
                  </a:lnTo>
                  <a:lnTo>
                    <a:pt x="583895" y="125195"/>
                  </a:lnTo>
                  <a:lnTo>
                    <a:pt x="576110" y="124930"/>
                  </a:lnTo>
                  <a:lnTo>
                    <a:pt x="568324" y="124757"/>
                  </a:lnTo>
                  <a:lnTo>
                    <a:pt x="560539" y="124574"/>
                  </a:lnTo>
                  <a:lnTo>
                    <a:pt x="552754" y="124372"/>
                  </a:lnTo>
                  <a:lnTo>
                    <a:pt x="544968" y="124169"/>
                  </a:lnTo>
                  <a:lnTo>
                    <a:pt x="537183" y="123952"/>
                  </a:lnTo>
                  <a:lnTo>
                    <a:pt x="529398" y="123775"/>
                  </a:lnTo>
                  <a:lnTo>
                    <a:pt x="521613" y="123565"/>
                  </a:lnTo>
                  <a:lnTo>
                    <a:pt x="513827" y="123321"/>
                  </a:lnTo>
                  <a:lnTo>
                    <a:pt x="506042" y="123008"/>
                  </a:lnTo>
                  <a:lnTo>
                    <a:pt x="498257" y="122758"/>
                  </a:lnTo>
                  <a:lnTo>
                    <a:pt x="490472" y="122570"/>
                  </a:lnTo>
                  <a:lnTo>
                    <a:pt x="482686" y="122315"/>
                  </a:lnTo>
                  <a:lnTo>
                    <a:pt x="474901" y="122159"/>
                  </a:lnTo>
                  <a:lnTo>
                    <a:pt x="467116" y="121853"/>
                  </a:lnTo>
                  <a:lnTo>
                    <a:pt x="459330" y="121539"/>
                  </a:lnTo>
                  <a:lnTo>
                    <a:pt x="451545" y="121260"/>
                  </a:lnTo>
                  <a:lnTo>
                    <a:pt x="443760" y="120996"/>
                  </a:lnTo>
                  <a:lnTo>
                    <a:pt x="435975" y="120725"/>
                  </a:lnTo>
                  <a:lnTo>
                    <a:pt x="428189" y="120552"/>
                  </a:lnTo>
                  <a:lnTo>
                    <a:pt x="420404" y="120291"/>
                  </a:lnTo>
                  <a:lnTo>
                    <a:pt x="412619" y="120064"/>
                  </a:lnTo>
                  <a:lnTo>
                    <a:pt x="404834" y="119849"/>
                  </a:lnTo>
                  <a:lnTo>
                    <a:pt x="397048" y="119701"/>
                  </a:lnTo>
                  <a:lnTo>
                    <a:pt x="389263" y="119457"/>
                  </a:lnTo>
                  <a:lnTo>
                    <a:pt x="381478" y="119245"/>
                  </a:lnTo>
                  <a:lnTo>
                    <a:pt x="373692" y="119092"/>
                  </a:lnTo>
                  <a:lnTo>
                    <a:pt x="365907" y="118860"/>
                  </a:lnTo>
                  <a:lnTo>
                    <a:pt x="358122" y="118636"/>
                  </a:lnTo>
                  <a:lnTo>
                    <a:pt x="350337" y="118459"/>
                  </a:lnTo>
                  <a:lnTo>
                    <a:pt x="342551" y="118281"/>
                  </a:lnTo>
                  <a:lnTo>
                    <a:pt x="334766" y="118102"/>
                  </a:lnTo>
                  <a:lnTo>
                    <a:pt x="326981" y="117942"/>
                  </a:lnTo>
                  <a:lnTo>
                    <a:pt x="319196" y="117802"/>
                  </a:lnTo>
                  <a:lnTo>
                    <a:pt x="311410" y="117671"/>
                  </a:lnTo>
                  <a:lnTo>
                    <a:pt x="303625" y="117519"/>
                  </a:lnTo>
                  <a:lnTo>
                    <a:pt x="295840" y="117378"/>
                  </a:lnTo>
                  <a:lnTo>
                    <a:pt x="288055" y="117201"/>
                  </a:lnTo>
                  <a:lnTo>
                    <a:pt x="280269" y="116939"/>
                  </a:lnTo>
                  <a:lnTo>
                    <a:pt x="272484" y="116705"/>
                  </a:lnTo>
                  <a:lnTo>
                    <a:pt x="264699" y="116469"/>
                  </a:lnTo>
                  <a:lnTo>
                    <a:pt x="256913" y="116336"/>
                  </a:lnTo>
                  <a:lnTo>
                    <a:pt x="249128" y="116219"/>
                  </a:lnTo>
                  <a:lnTo>
                    <a:pt x="241343" y="116100"/>
                  </a:lnTo>
                  <a:lnTo>
                    <a:pt x="233558" y="115836"/>
                  </a:lnTo>
                  <a:lnTo>
                    <a:pt x="225772" y="115534"/>
                  </a:lnTo>
                  <a:lnTo>
                    <a:pt x="217987" y="115274"/>
                  </a:lnTo>
                  <a:lnTo>
                    <a:pt x="210202" y="115000"/>
                  </a:lnTo>
                  <a:lnTo>
                    <a:pt x="202417" y="114768"/>
                  </a:lnTo>
                  <a:lnTo>
                    <a:pt x="194631" y="114591"/>
                  </a:lnTo>
                  <a:lnTo>
                    <a:pt x="186846" y="114461"/>
                  </a:lnTo>
                  <a:lnTo>
                    <a:pt x="179061" y="114299"/>
                  </a:lnTo>
                  <a:lnTo>
                    <a:pt x="171275" y="114201"/>
                  </a:lnTo>
                  <a:lnTo>
                    <a:pt x="163490" y="114115"/>
                  </a:lnTo>
                  <a:lnTo>
                    <a:pt x="155705" y="113990"/>
                  </a:lnTo>
                  <a:lnTo>
                    <a:pt x="147920" y="113810"/>
                  </a:lnTo>
                  <a:lnTo>
                    <a:pt x="140134" y="113677"/>
                  </a:lnTo>
                  <a:lnTo>
                    <a:pt x="132349" y="113548"/>
                  </a:lnTo>
                  <a:lnTo>
                    <a:pt x="124564" y="113418"/>
                  </a:lnTo>
                  <a:lnTo>
                    <a:pt x="116779" y="113433"/>
                  </a:lnTo>
                  <a:lnTo>
                    <a:pt x="108993" y="113494"/>
                  </a:lnTo>
                  <a:lnTo>
                    <a:pt x="101208" y="113279"/>
                  </a:lnTo>
                  <a:lnTo>
                    <a:pt x="93423" y="113240"/>
                  </a:lnTo>
                  <a:lnTo>
                    <a:pt x="85637" y="113186"/>
                  </a:lnTo>
                  <a:lnTo>
                    <a:pt x="77852" y="113007"/>
                  </a:lnTo>
                  <a:lnTo>
                    <a:pt x="70067" y="112825"/>
                  </a:lnTo>
                  <a:lnTo>
                    <a:pt x="62282" y="112639"/>
                  </a:lnTo>
                  <a:lnTo>
                    <a:pt x="54496" y="112454"/>
                  </a:lnTo>
                  <a:lnTo>
                    <a:pt x="46711" y="112354"/>
                  </a:lnTo>
                  <a:lnTo>
                    <a:pt x="38926" y="112122"/>
                  </a:lnTo>
                  <a:lnTo>
                    <a:pt x="31141" y="111898"/>
                  </a:lnTo>
                  <a:lnTo>
                    <a:pt x="23355" y="111745"/>
                  </a:lnTo>
                  <a:lnTo>
                    <a:pt x="15570" y="111571"/>
                  </a:lnTo>
                  <a:lnTo>
                    <a:pt x="7785" y="111563"/>
                  </a:lnTo>
                  <a:lnTo>
                    <a:pt x="0" y="111480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049435" y="4812648"/>
              <a:ext cx="2016385" cy="85504"/>
            </a:xfrm>
            <a:custGeom>
              <a:avLst/>
              <a:pathLst>
                <a:path w="2016385" h="85504">
                  <a:moveTo>
                    <a:pt x="0" y="0"/>
                  </a:moveTo>
                  <a:lnTo>
                    <a:pt x="7785" y="1227"/>
                  </a:lnTo>
                  <a:lnTo>
                    <a:pt x="15570" y="2579"/>
                  </a:lnTo>
                  <a:lnTo>
                    <a:pt x="23355" y="4050"/>
                  </a:lnTo>
                  <a:lnTo>
                    <a:pt x="31141" y="5353"/>
                  </a:lnTo>
                  <a:lnTo>
                    <a:pt x="38926" y="7369"/>
                  </a:lnTo>
                  <a:lnTo>
                    <a:pt x="46711" y="8639"/>
                  </a:lnTo>
                  <a:lnTo>
                    <a:pt x="54496" y="9758"/>
                  </a:lnTo>
                  <a:lnTo>
                    <a:pt x="62282" y="10827"/>
                  </a:lnTo>
                  <a:lnTo>
                    <a:pt x="70067" y="11916"/>
                  </a:lnTo>
                  <a:lnTo>
                    <a:pt x="77852" y="13203"/>
                  </a:lnTo>
                  <a:lnTo>
                    <a:pt x="85637" y="14347"/>
                  </a:lnTo>
                  <a:lnTo>
                    <a:pt x="93423" y="15804"/>
                  </a:lnTo>
                  <a:lnTo>
                    <a:pt x="101208" y="17084"/>
                  </a:lnTo>
                  <a:lnTo>
                    <a:pt x="108993" y="18895"/>
                  </a:lnTo>
                  <a:lnTo>
                    <a:pt x="116779" y="20332"/>
                  </a:lnTo>
                  <a:lnTo>
                    <a:pt x="124564" y="21596"/>
                  </a:lnTo>
                  <a:lnTo>
                    <a:pt x="132349" y="22884"/>
                  </a:lnTo>
                  <a:lnTo>
                    <a:pt x="140134" y="24306"/>
                  </a:lnTo>
                  <a:lnTo>
                    <a:pt x="147920" y="25714"/>
                  </a:lnTo>
                  <a:lnTo>
                    <a:pt x="155705" y="27098"/>
                  </a:lnTo>
                  <a:lnTo>
                    <a:pt x="163490" y="28146"/>
                  </a:lnTo>
                  <a:lnTo>
                    <a:pt x="171275" y="28943"/>
                  </a:lnTo>
                  <a:lnTo>
                    <a:pt x="179061" y="30108"/>
                  </a:lnTo>
                  <a:lnTo>
                    <a:pt x="186846" y="31668"/>
                  </a:lnTo>
                  <a:lnTo>
                    <a:pt x="194631" y="33314"/>
                  </a:lnTo>
                  <a:lnTo>
                    <a:pt x="202417" y="34753"/>
                  </a:lnTo>
                  <a:lnTo>
                    <a:pt x="210202" y="35846"/>
                  </a:lnTo>
                  <a:lnTo>
                    <a:pt x="217987" y="36602"/>
                  </a:lnTo>
                  <a:lnTo>
                    <a:pt x="225772" y="37424"/>
                  </a:lnTo>
                  <a:lnTo>
                    <a:pt x="233558" y="38258"/>
                  </a:lnTo>
                  <a:lnTo>
                    <a:pt x="241343" y="39422"/>
                  </a:lnTo>
                  <a:lnTo>
                    <a:pt x="249128" y="40683"/>
                  </a:lnTo>
                  <a:lnTo>
                    <a:pt x="256913" y="41767"/>
                  </a:lnTo>
                  <a:lnTo>
                    <a:pt x="264699" y="42683"/>
                  </a:lnTo>
                  <a:lnTo>
                    <a:pt x="272484" y="43727"/>
                  </a:lnTo>
                  <a:lnTo>
                    <a:pt x="280269" y="44632"/>
                  </a:lnTo>
                  <a:lnTo>
                    <a:pt x="288055" y="45595"/>
                  </a:lnTo>
                  <a:lnTo>
                    <a:pt x="295840" y="46557"/>
                  </a:lnTo>
                  <a:lnTo>
                    <a:pt x="303625" y="47352"/>
                  </a:lnTo>
                  <a:lnTo>
                    <a:pt x="311410" y="48413"/>
                  </a:lnTo>
                  <a:lnTo>
                    <a:pt x="319196" y="49349"/>
                  </a:lnTo>
                  <a:lnTo>
                    <a:pt x="326981" y="50291"/>
                  </a:lnTo>
                  <a:lnTo>
                    <a:pt x="334766" y="50966"/>
                  </a:lnTo>
                  <a:lnTo>
                    <a:pt x="342551" y="51840"/>
                  </a:lnTo>
                  <a:lnTo>
                    <a:pt x="350337" y="52817"/>
                  </a:lnTo>
                  <a:lnTo>
                    <a:pt x="358122" y="53786"/>
                  </a:lnTo>
                  <a:lnTo>
                    <a:pt x="365907" y="54195"/>
                  </a:lnTo>
                  <a:lnTo>
                    <a:pt x="373692" y="54669"/>
                  </a:lnTo>
                  <a:lnTo>
                    <a:pt x="381478" y="55171"/>
                  </a:lnTo>
                  <a:lnTo>
                    <a:pt x="389263" y="55531"/>
                  </a:lnTo>
                  <a:lnTo>
                    <a:pt x="397048" y="56286"/>
                  </a:lnTo>
                  <a:lnTo>
                    <a:pt x="404834" y="57179"/>
                  </a:lnTo>
                  <a:lnTo>
                    <a:pt x="412619" y="57852"/>
                  </a:lnTo>
                  <a:lnTo>
                    <a:pt x="420404" y="58858"/>
                  </a:lnTo>
                  <a:lnTo>
                    <a:pt x="428189" y="59398"/>
                  </a:lnTo>
                  <a:lnTo>
                    <a:pt x="435975" y="59873"/>
                  </a:lnTo>
                  <a:lnTo>
                    <a:pt x="443760" y="60118"/>
                  </a:lnTo>
                  <a:lnTo>
                    <a:pt x="451545" y="60516"/>
                  </a:lnTo>
                  <a:lnTo>
                    <a:pt x="459330" y="61120"/>
                  </a:lnTo>
                  <a:lnTo>
                    <a:pt x="467116" y="61583"/>
                  </a:lnTo>
                  <a:lnTo>
                    <a:pt x="474901" y="61844"/>
                  </a:lnTo>
                  <a:lnTo>
                    <a:pt x="482686" y="62587"/>
                  </a:lnTo>
                  <a:lnTo>
                    <a:pt x="490472" y="63075"/>
                  </a:lnTo>
                  <a:lnTo>
                    <a:pt x="498257" y="63597"/>
                  </a:lnTo>
                  <a:lnTo>
                    <a:pt x="506042" y="64013"/>
                  </a:lnTo>
                  <a:lnTo>
                    <a:pt x="513827" y="64318"/>
                  </a:lnTo>
                  <a:lnTo>
                    <a:pt x="521613" y="64705"/>
                  </a:lnTo>
                  <a:lnTo>
                    <a:pt x="529398" y="65223"/>
                  </a:lnTo>
                  <a:lnTo>
                    <a:pt x="537183" y="65843"/>
                  </a:lnTo>
                  <a:lnTo>
                    <a:pt x="544968" y="66166"/>
                  </a:lnTo>
                  <a:lnTo>
                    <a:pt x="552754" y="66554"/>
                  </a:lnTo>
                  <a:lnTo>
                    <a:pt x="560539" y="67150"/>
                  </a:lnTo>
                  <a:lnTo>
                    <a:pt x="568324" y="67596"/>
                  </a:lnTo>
                  <a:lnTo>
                    <a:pt x="576110" y="67895"/>
                  </a:lnTo>
                  <a:lnTo>
                    <a:pt x="583895" y="68177"/>
                  </a:lnTo>
                  <a:lnTo>
                    <a:pt x="591680" y="68496"/>
                  </a:lnTo>
                  <a:lnTo>
                    <a:pt x="599465" y="69002"/>
                  </a:lnTo>
                  <a:lnTo>
                    <a:pt x="607251" y="69495"/>
                  </a:lnTo>
                  <a:lnTo>
                    <a:pt x="615036" y="69928"/>
                  </a:lnTo>
                  <a:lnTo>
                    <a:pt x="622821" y="70368"/>
                  </a:lnTo>
                  <a:lnTo>
                    <a:pt x="630606" y="70800"/>
                  </a:lnTo>
                  <a:lnTo>
                    <a:pt x="638392" y="71222"/>
                  </a:lnTo>
                  <a:lnTo>
                    <a:pt x="646177" y="71655"/>
                  </a:lnTo>
                  <a:lnTo>
                    <a:pt x="653962" y="72081"/>
                  </a:lnTo>
                  <a:lnTo>
                    <a:pt x="661747" y="72230"/>
                  </a:lnTo>
                  <a:lnTo>
                    <a:pt x="669533" y="72567"/>
                  </a:lnTo>
                  <a:lnTo>
                    <a:pt x="677318" y="73034"/>
                  </a:lnTo>
                  <a:lnTo>
                    <a:pt x="685103" y="73497"/>
                  </a:lnTo>
                  <a:lnTo>
                    <a:pt x="692889" y="73763"/>
                  </a:lnTo>
                  <a:lnTo>
                    <a:pt x="700674" y="74158"/>
                  </a:lnTo>
                  <a:lnTo>
                    <a:pt x="708459" y="74501"/>
                  </a:lnTo>
                  <a:lnTo>
                    <a:pt x="716244" y="74624"/>
                  </a:lnTo>
                  <a:lnTo>
                    <a:pt x="724030" y="74810"/>
                  </a:lnTo>
                  <a:lnTo>
                    <a:pt x="731815" y="74898"/>
                  </a:lnTo>
                  <a:lnTo>
                    <a:pt x="739600" y="75173"/>
                  </a:lnTo>
                  <a:lnTo>
                    <a:pt x="747385" y="75643"/>
                  </a:lnTo>
                  <a:lnTo>
                    <a:pt x="755171" y="76073"/>
                  </a:lnTo>
                  <a:lnTo>
                    <a:pt x="762956" y="76536"/>
                  </a:lnTo>
                  <a:lnTo>
                    <a:pt x="770741" y="76663"/>
                  </a:lnTo>
                  <a:lnTo>
                    <a:pt x="778527" y="76941"/>
                  </a:lnTo>
                  <a:lnTo>
                    <a:pt x="786312" y="76981"/>
                  </a:lnTo>
                  <a:lnTo>
                    <a:pt x="794097" y="77150"/>
                  </a:lnTo>
                  <a:lnTo>
                    <a:pt x="801882" y="77279"/>
                  </a:lnTo>
                  <a:lnTo>
                    <a:pt x="809668" y="77407"/>
                  </a:lnTo>
                  <a:lnTo>
                    <a:pt x="817453" y="77778"/>
                  </a:lnTo>
                  <a:lnTo>
                    <a:pt x="825238" y="77804"/>
                  </a:lnTo>
                  <a:lnTo>
                    <a:pt x="833023" y="77830"/>
                  </a:lnTo>
                  <a:lnTo>
                    <a:pt x="840809" y="77860"/>
                  </a:lnTo>
                  <a:lnTo>
                    <a:pt x="848594" y="77935"/>
                  </a:lnTo>
                  <a:lnTo>
                    <a:pt x="856379" y="78044"/>
                  </a:lnTo>
                  <a:lnTo>
                    <a:pt x="864165" y="78290"/>
                  </a:lnTo>
                  <a:lnTo>
                    <a:pt x="871950" y="78549"/>
                  </a:lnTo>
                  <a:lnTo>
                    <a:pt x="879735" y="78677"/>
                  </a:lnTo>
                  <a:lnTo>
                    <a:pt x="887520" y="78523"/>
                  </a:lnTo>
                  <a:lnTo>
                    <a:pt x="895306" y="78574"/>
                  </a:lnTo>
                  <a:lnTo>
                    <a:pt x="903091" y="78506"/>
                  </a:lnTo>
                  <a:lnTo>
                    <a:pt x="910876" y="78609"/>
                  </a:lnTo>
                  <a:lnTo>
                    <a:pt x="918661" y="78624"/>
                  </a:lnTo>
                  <a:lnTo>
                    <a:pt x="926447" y="78994"/>
                  </a:lnTo>
                  <a:lnTo>
                    <a:pt x="934232" y="79111"/>
                  </a:lnTo>
                  <a:lnTo>
                    <a:pt x="942017" y="79335"/>
                  </a:lnTo>
                  <a:lnTo>
                    <a:pt x="949802" y="79576"/>
                  </a:lnTo>
                  <a:lnTo>
                    <a:pt x="957588" y="79657"/>
                  </a:lnTo>
                  <a:lnTo>
                    <a:pt x="965373" y="79749"/>
                  </a:lnTo>
                  <a:lnTo>
                    <a:pt x="973158" y="80130"/>
                  </a:lnTo>
                  <a:lnTo>
                    <a:pt x="980944" y="80111"/>
                  </a:lnTo>
                  <a:lnTo>
                    <a:pt x="988729" y="80344"/>
                  </a:lnTo>
                  <a:lnTo>
                    <a:pt x="996514" y="80482"/>
                  </a:lnTo>
                  <a:lnTo>
                    <a:pt x="1004299" y="80821"/>
                  </a:lnTo>
                  <a:lnTo>
                    <a:pt x="1012085" y="80829"/>
                  </a:lnTo>
                  <a:lnTo>
                    <a:pt x="1019870" y="80805"/>
                  </a:lnTo>
                  <a:lnTo>
                    <a:pt x="1027655" y="80980"/>
                  </a:lnTo>
                  <a:lnTo>
                    <a:pt x="1035440" y="81154"/>
                  </a:lnTo>
                  <a:lnTo>
                    <a:pt x="1043226" y="81208"/>
                  </a:lnTo>
                  <a:lnTo>
                    <a:pt x="1051011" y="81233"/>
                  </a:lnTo>
                  <a:lnTo>
                    <a:pt x="1058796" y="81128"/>
                  </a:lnTo>
                  <a:lnTo>
                    <a:pt x="1066582" y="81328"/>
                  </a:lnTo>
                  <a:lnTo>
                    <a:pt x="1074367" y="81381"/>
                  </a:lnTo>
                  <a:lnTo>
                    <a:pt x="1082152" y="81425"/>
                  </a:lnTo>
                  <a:lnTo>
                    <a:pt x="1089937" y="81468"/>
                  </a:lnTo>
                  <a:lnTo>
                    <a:pt x="1097723" y="81511"/>
                  </a:lnTo>
                  <a:lnTo>
                    <a:pt x="1105508" y="81554"/>
                  </a:lnTo>
                  <a:lnTo>
                    <a:pt x="1113293" y="81598"/>
                  </a:lnTo>
                  <a:lnTo>
                    <a:pt x="1121078" y="81642"/>
                  </a:lnTo>
                  <a:lnTo>
                    <a:pt x="1128864" y="81715"/>
                  </a:lnTo>
                  <a:lnTo>
                    <a:pt x="1136649" y="81727"/>
                  </a:lnTo>
                  <a:lnTo>
                    <a:pt x="1144434" y="81817"/>
                  </a:lnTo>
                  <a:lnTo>
                    <a:pt x="1152220" y="82016"/>
                  </a:lnTo>
                  <a:lnTo>
                    <a:pt x="1160005" y="82117"/>
                  </a:lnTo>
                  <a:lnTo>
                    <a:pt x="1167790" y="82221"/>
                  </a:lnTo>
                  <a:lnTo>
                    <a:pt x="1175575" y="82325"/>
                  </a:lnTo>
                  <a:lnTo>
                    <a:pt x="1183361" y="82389"/>
                  </a:lnTo>
                  <a:lnTo>
                    <a:pt x="1191146" y="82136"/>
                  </a:lnTo>
                  <a:lnTo>
                    <a:pt x="1198931" y="82199"/>
                  </a:lnTo>
                  <a:lnTo>
                    <a:pt x="1206716" y="82263"/>
                  </a:lnTo>
                  <a:lnTo>
                    <a:pt x="1214502" y="82328"/>
                  </a:lnTo>
                  <a:lnTo>
                    <a:pt x="1222287" y="82395"/>
                  </a:lnTo>
                  <a:lnTo>
                    <a:pt x="1230072" y="82463"/>
                  </a:lnTo>
                  <a:lnTo>
                    <a:pt x="1237857" y="82636"/>
                  </a:lnTo>
                  <a:lnTo>
                    <a:pt x="1245643" y="82782"/>
                  </a:lnTo>
                  <a:lnTo>
                    <a:pt x="1253428" y="82940"/>
                  </a:lnTo>
                  <a:lnTo>
                    <a:pt x="1261213" y="83101"/>
                  </a:lnTo>
                  <a:lnTo>
                    <a:pt x="1268999" y="83267"/>
                  </a:lnTo>
                  <a:lnTo>
                    <a:pt x="1276784" y="83321"/>
                  </a:lnTo>
                  <a:lnTo>
                    <a:pt x="1284569" y="83592"/>
                  </a:lnTo>
                  <a:lnTo>
                    <a:pt x="1292354" y="83800"/>
                  </a:lnTo>
                  <a:lnTo>
                    <a:pt x="1300140" y="83929"/>
                  </a:lnTo>
                  <a:lnTo>
                    <a:pt x="1307925" y="84081"/>
                  </a:lnTo>
                  <a:lnTo>
                    <a:pt x="1315710" y="84241"/>
                  </a:lnTo>
                  <a:lnTo>
                    <a:pt x="1323495" y="84399"/>
                  </a:lnTo>
                  <a:lnTo>
                    <a:pt x="1331281" y="84558"/>
                  </a:lnTo>
                  <a:lnTo>
                    <a:pt x="1339066" y="84716"/>
                  </a:lnTo>
                  <a:lnTo>
                    <a:pt x="1346851" y="84721"/>
                  </a:lnTo>
                  <a:lnTo>
                    <a:pt x="1354637" y="84683"/>
                  </a:lnTo>
                  <a:lnTo>
                    <a:pt x="1362422" y="84664"/>
                  </a:lnTo>
                  <a:lnTo>
                    <a:pt x="1370207" y="84594"/>
                  </a:lnTo>
                  <a:lnTo>
                    <a:pt x="1377992" y="84555"/>
                  </a:lnTo>
                  <a:lnTo>
                    <a:pt x="1385778" y="84518"/>
                  </a:lnTo>
                  <a:lnTo>
                    <a:pt x="1393563" y="84543"/>
                  </a:lnTo>
                  <a:lnTo>
                    <a:pt x="1401348" y="84646"/>
                  </a:lnTo>
                  <a:lnTo>
                    <a:pt x="1409133" y="84748"/>
                  </a:lnTo>
                  <a:lnTo>
                    <a:pt x="1416919" y="84851"/>
                  </a:lnTo>
                  <a:lnTo>
                    <a:pt x="1424704" y="84749"/>
                  </a:lnTo>
                  <a:lnTo>
                    <a:pt x="1432489" y="84565"/>
                  </a:lnTo>
                  <a:lnTo>
                    <a:pt x="1440275" y="84381"/>
                  </a:lnTo>
                  <a:lnTo>
                    <a:pt x="1448060" y="84260"/>
                  </a:lnTo>
                  <a:lnTo>
                    <a:pt x="1455845" y="84320"/>
                  </a:lnTo>
                  <a:lnTo>
                    <a:pt x="1463630" y="84291"/>
                  </a:lnTo>
                  <a:lnTo>
                    <a:pt x="1471416" y="84231"/>
                  </a:lnTo>
                  <a:lnTo>
                    <a:pt x="1479201" y="84445"/>
                  </a:lnTo>
                  <a:lnTo>
                    <a:pt x="1486986" y="84563"/>
                  </a:lnTo>
                  <a:lnTo>
                    <a:pt x="1494771" y="84324"/>
                  </a:lnTo>
                  <a:lnTo>
                    <a:pt x="1502557" y="84009"/>
                  </a:lnTo>
                  <a:lnTo>
                    <a:pt x="1510342" y="83853"/>
                  </a:lnTo>
                  <a:lnTo>
                    <a:pt x="1518127" y="83813"/>
                  </a:lnTo>
                  <a:lnTo>
                    <a:pt x="1525912" y="83819"/>
                  </a:lnTo>
                  <a:lnTo>
                    <a:pt x="1533698" y="84037"/>
                  </a:lnTo>
                  <a:lnTo>
                    <a:pt x="1541483" y="84369"/>
                  </a:lnTo>
                  <a:lnTo>
                    <a:pt x="1549268" y="84494"/>
                  </a:lnTo>
                  <a:lnTo>
                    <a:pt x="1557054" y="84372"/>
                  </a:lnTo>
                  <a:lnTo>
                    <a:pt x="1564839" y="84250"/>
                  </a:lnTo>
                  <a:lnTo>
                    <a:pt x="1572624" y="84127"/>
                  </a:lnTo>
                  <a:lnTo>
                    <a:pt x="1580409" y="84113"/>
                  </a:lnTo>
                  <a:lnTo>
                    <a:pt x="1588195" y="84212"/>
                  </a:lnTo>
                  <a:lnTo>
                    <a:pt x="1595980" y="84311"/>
                  </a:lnTo>
                  <a:lnTo>
                    <a:pt x="1603765" y="84413"/>
                  </a:lnTo>
                  <a:lnTo>
                    <a:pt x="1611550" y="84554"/>
                  </a:lnTo>
                  <a:lnTo>
                    <a:pt x="1619336" y="84722"/>
                  </a:lnTo>
                  <a:lnTo>
                    <a:pt x="1627121" y="84890"/>
                  </a:lnTo>
                  <a:lnTo>
                    <a:pt x="1634906" y="85058"/>
                  </a:lnTo>
                  <a:lnTo>
                    <a:pt x="1642692" y="85184"/>
                  </a:lnTo>
                  <a:lnTo>
                    <a:pt x="1650477" y="85053"/>
                  </a:lnTo>
                  <a:lnTo>
                    <a:pt x="1658262" y="85103"/>
                  </a:lnTo>
                  <a:lnTo>
                    <a:pt x="1666047" y="85196"/>
                  </a:lnTo>
                  <a:lnTo>
                    <a:pt x="1673833" y="85289"/>
                  </a:lnTo>
                  <a:lnTo>
                    <a:pt x="1681618" y="85385"/>
                  </a:lnTo>
                  <a:lnTo>
                    <a:pt x="1689403" y="85484"/>
                  </a:lnTo>
                  <a:lnTo>
                    <a:pt x="1697188" y="85484"/>
                  </a:lnTo>
                  <a:lnTo>
                    <a:pt x="1704974" y="85309"/>
                  </a:lnTo>
                  <a:lnTo>
                    <a:pt x="1712759" y="85154"/>
                  </a:lnTo>
                  <a:lnTo>
                    <a:pt x="1720544" y="85268"/>
                  </a:lnTo>
                  <a:lnTo>
                    <a:pt x="1728330" y="85385"/>
                  </a:lnTo>
                  <a:lnTo>
                    <a:pt x="1736115" y="85504"/>
                  </a:lnTo>
                  <a:lnTo>
                    <a:pt x="1743900" y="85410"/>
                  </a:lnTo>
                  <a:lnTo>
                    <a:pt x="1751685" y="85243"/>
                  </a:lnTo>
                  <a:lnTo>
                    <a:pt x="1759471" y="85076"/>
                  </a:lnTo>
                  <a:lnTo>
                    <a:pt x="1767256" y="85082"/>
                  </a:lnTo>
                  <a:lnTo>
                    <a:pt x="1775041" y="85117"/>
                  </a:lnTo>
                  <a:lnTo>
                    <a:pt x="1782826" y="85152"/>
                  </a:lnTo>
                  <a:lnTo>
                    <a:pt x="1790612" y="85187"/>
                  </a:lnTo>
                  <a:lnTo>
                    <a:pt x="1798397" y="85222"/>
                  </a:lnTo>
                  <a:lnTo>
                    <a:pt x="1806182" y="85257"/>
                  </a:lnTo>
                  <a:lnTo>
                    <a:pt x="1813967" y="85291"/>
                  </a:lnTo>
                  <a:lnTo>
                    <a:pt x="1821753" y="85295"/>
                  </a:lnTo>
                  <a:lnTo>
                    <a:pt x="1829538" y="85161"/>
                  </a:lnTo>
                  <a:lnTo>
                    <a:pt x="1837323" y="85031"/>
                  </a:lnTo>
                  <a:lnTo>
                    <a:pt x="1845109" y="84900"/>
                  </a:lnTo>
                  <a:lnTo>
                    <a:pt x="1852894" y="84769"/>
                  </a:lnTo>
                  <a:lnTo>
                    <a:pt x="1860679" y="84638"/>
                  </a:lnTo>
                  <a:lnTo>
                    <a:pt x="1868464" y="84507"/>
                  </a:lnTo>
                  <a:lnTo>
                    <a:pt x="1876250" y="84375"/>
                  </a:lnTo>
                  <a:lnTo>
                    <a:pt x="1884035" y="84243"/>
                  </a:lnTo>
                  <a:lnTo>
                    <a:pt x="1891820" y="84110"/>
                  </a:lnTo>
                  <a:lnTo>
                    <a:pt x="1899605" y="84144"/>
                  </a:lnTo>
                  <a:lnTo>
                    <a:pt x="1907391" y="84199"/>
                  </a:lnTo>
                  <a:lnTo>
                    <a:pt x="1915176" y="84254"/>
                  </a:lnTo>
                  <a:lnTo>
                    <a:pt x="1922961" y="84309"/>
                  </a:lnTo>
                  <a:lnTo>
                    <a:pt x="1930747" y="84364"/>
                  </a:lnTo>
                  <a:lnTo>
                    <a:pt x="1938532" y="84420"/>
                  </a:lnTo>
                  <a:lnTo>
                    <a:pt x="1946317" y="84480"/>
                  </a:lnTo>
                  <a:lnTo>
                    <a:pt x="1954102" y="84541"/>
                  </a:lnTo>
                  <a:lnTo>
                    <a:pt x="1961888" y="84601"/>
                  </a:lnTo>
                  <a:lnTo>
                    <a:pt x="1969673" y="84661"/>
                  </a:lnTo>
                  <a:lnTo>
                    <a:pt x="1977458" y="84721"/>
                  </a:lnTo>
                  <a:lnTo>
                    <a:pt x="1985243" y="84781"/>
                  </a:lnTo>
                  <a:lnTo>
                    <a:pt x="1993029" y="84841"/>
                  </a:lnTo>
                  <a:lnTo>
                    <a:pt x="2000814" y="84901"/>
                  </a:lnTo>
                  <a:lnTo>
                    <a:pt x="2008599" y="84961"/>
                  </a:lnTo>
                  <a:lnTo>
                    <a:pt x="2016385" y="85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049435" y="4924129"/>
              <a:ext cx="2016385" cy="31963"/>
            </a:xfrm>
            <a:custGeom>
              <a:avLst/>
              <a:pathLst>
                <a:path w="2016385" h="31963">
                  <a:moveTo>
                    <a:pt x="2016385" y="31963"/>
                  </a:moveTo>
                  <a:lnTo>
                    <a:pt x="2008599" y="31944"/>
                  </a:lnTo>
                  <a:lnTo>
                    <a:pt x="2000814" y="31925"/>
                  </a:lnTo>
                  <a:lnTo>
                    <a:pt x="1993029" y="31905"/>
                  </a:lnTo>
                  <a:lnTo>
                    <a:pt x="1985243" y="31885"/>
                  </a:lnTo>
                  <a:lnTo>
                    <a:pt x="1977458" y="31866"/>
                  </a:lnTo>
                  <a:lnTo>
                    <a:pt x="1969673" y="31847"/>
                  </a:lnTo>
                  <a:lnTo>
                    <a:pt x="1961888" y="31823"/>
                  </a:lnTo>
                  <a:lnTo>
                    <a:pt x="1954102" y="31802"/>
                  </a:lnTo>
                  <a:lnTo>
                    <a:pt x="1946317" y="31780"/>
                  </a:lnTo>
                  <a:lnTo>
                    <a:pt x="1938532" y="31758"/>
                  </a:lnTo>
                  <a:lnTo>
                    <a:pt x="1930747" y="31736"/>
                  </a:lnTo>
                  <a:lnTo>
                    <a:pt x="1922961" y="31714"/>
                  </a:lnTo>
                  <a:lnTo>
                    <a:pt x="1915176" y="31691"/>
                  </a:lnTo>
                  <a:lnTo>
                    <a:pt x="1907391" y="31668"/>
                  </a:lnTo>
                  <a:lnTo>
                    <a:pt x="1899605" y="31644"/>
                  </a:lnTo>
                  <a:lnTo>
                    <a:pt x="1891820" y="31620"/>
                  </a:lnTo>
                  <a:lnTo>
                    <a:pt x="1884035" y="31596"/>
                  </a:lnTo>
                  <a:lnTo>
                    <a:pt x="1876250" y="31572"/>
                  </a:lnTo>
                  <a:lnTo>
                    <a:pt x="1868464" y="31547"/>
                  </a:lnTo>
                  <a:lnTo>
                    <a:pt x="1860679" y="31521"/>
                  </a:lnTo>
                  <a:lnTo>
                    <a:pt x="1852894" y="31495"/>
                  </a:lnTo>
                  <a:lnTo>
                    <a:pt x="1845109" y="31469"/>
                  </a:lnTo>
                  <a:lnTo>
                    <a:pt x="1837323" y="31442"/>
                  </a:lnTo>
                  <a:lnTo>
                    <a:pt x="1829538" y="31415"/>
                  </a:lnTo>
                  <a:lnTo>
                    <a:pt x="1821753" y="31387"/>
                  </a:lnTo>
                  <a:lnTo>
                    <a:pt x="1813967" y="31355"/>
                  </a:lnTo>
                  <a:lnTo>
                    <a:pt x="1806182" y="31320"/>
                  </a:lnTo>
                  <a:lnTo>
                    <a:pt x="1798397" y="31290"/>
                  </a:lnTo>
                  <a:lnTo>
                    <a:pt x="1790612" y="31257"/>
                  </a:lnTo>
                  <a:lnTo>
                    <a:pt x="1782826" y="31223"/>
                  </a:lnTo>
                  <a:lnTo>
                    <a:pt x="1775041" y="31188"/>
                  </a:lnTo>
                  <a:lnTo>
                    <a:pt x="1767256" y="31153"/>
                  </a:lnTo>
                  <a:lnTo>
                    <a:pt x="1759471" y="31117"/>
                  </a:lnTo>
                  <a:lnTo>
                    <a:pt x="1751685" y="31081"/>
                  </a:lnTo>
                  <a:lnTo>
                    <a:pt x="1743900" y="31044"/>
                  </a:lnTo>
                  <a:lnTo>
                    <a:pt x="1736115" y="31006"/>
                  </a:lnTo>
                  <a:lnTo>
                    <a:pt x="1728330" y="30967"/>
                  </a:lnTo>
                  <a:lnTo>
                    <a:pt x="1720544" y="30928"/>
                  </a:lnTo>
                  <a:lnTo>
                    <a:pt x="1712759" y="30888"/>
                  </a:lnTo>
                  <a:lnTo>
                    <a:pt x="1704974" y="30847"/>
                  </a:lnTo>
                  <a:lnTo>
                    <a:pt x="1697188" y="30805"/>
                  </a:lnTo>
                  <a:lnTo>
                    <a:pt x="1689403" y="30763"/>
                  </a:lnTo>
                  <a:lnTo>
                    <a:pt x="1681618" y="30720"/>
                  </a:lnTo>
                  <a:lnTo>
                    <a:pt x="1673833" y="30673"/>
                  </a:lnTo>
                  <a:lnTo>
                    <a:pt x="1666047" y="30621"/>
                  </a:lnTo>
                  <a:lnTo>
                    <a:pt x="1658262" y="30575"/>
                  </a:lnTo>
                  <a:lnTo>
                    <a:pt x="1650477" y="30521"/>
                  </a:lnTo>
                  <a:lnTo>
                    <a:pt x="1642692" y="30465"/>
                  </a:lnTo>
                  <a:lnTo>
                    <a:pt x="1634906" y="30409"/>
                  </a:lnTo>
                  <a:lnTo>
                    <a:pt x="1627121" y="30351"/>
                  </a:lnTo>
                  <a:lnTo>
                    <a:pt x="1619336" y="30294"/>
                  </a:lnTo>
                  <a:lnTo>
                    <a:pt x="1611550" y="30259"/>
                  </a:lnTo>
                  <a:lnTo>
                    <a:pt x="1603765" y="30224"/>
                  </a:lnTo>
                  <a:lnTo>
                    <a:pt x="1595980" y="30188"/>
                  </a:lnTo>
                  <a:lnTo>
                    <a:pt x="1588195" y="30141"/>
                  </a:lnTo>
                  <a:lnTo>
                    <a:pt x="1580409" y="30087"/>
                  </a:lnTo>
                  <a:lnTo>
                    <a:pt x="1572624" y="30032"/>
                  </a:lnTo>
                  <a:lnTo>
                    <a:pt x="1564839" y="29976"/>
                  </a:lnTo>
                  <a:lnTo>
                    <a:pt x="1557054" y="29920"/>
                  </a:lnTo>
                  <a:lnTo>
                    <a:pt x="1549268" y="29862"/>
                  </a:lnTo>
                  <a:lnTo>
                    <a:pt x="1541483" y="29801"/>
                  </a:lnTo>
                  <a:lnTo>
                    <a:pt x="1533698" y="29743"/>
                  </a:lnTo>
                  <a:lnTo>
                    <a:pt x="1525912" y="29683"/>
                  </a:lnTo>
                  <a:lnTo>
                    <a:pt x="1518127" y="29621"/>
                  </a:lnTo>
                  <a:lnTo>
                    <a:pt x="1510342" y="29559"/>
                  </a:lnTo>
                  <a:lnTo>
                    <a:pt x="1502557" y="29497"/>
                  </a:lnTo>
                  <a:lnTo>
                    <a:pt x="1494771" y="29437"/>
                  </a:lnTo>
                  <a:lnTo>
                    <a:pt x="1486986" y="29381"/>
                  </a:lnTo>
                  <a:lnTo>
                    <a:pt x="1479201" y="29323"/>
                  </a:lnTo>
                  <a:lnTo>
                    <a:pt x="1471416" y="29256"/>
                  </a:lnTo>
                  <a:lnTo>
                    <a:pt x="1463630" y="29185"/>
                  </a:lnTo>
                  <a:lnTo>
                    <a:pt x="1455845" y="29105"/>
                  </a:lnTo>
                  <a:lnTo>
                    <a:pt x="1448060" y="29041"/>
                  </a:lnTo>
                  <a:lnTo>
                    <a:pt x="1440275" y="28983"/>
                  </a:lnTo>
                  <a:lnTo>
                    <a:pt x="1432489" y="28924"/>
                  </a:lnTo>
                  <a:lnTo>
                    <a:pt x="1424704" y="28864"/>
                  </a:lnTo>
                  <a:lnTo>
                    <a:pt x="1416919" y="28803"/>
                  </a:lnTo>
                  <a:lnTo>
                    <a:pt x="1409133" y="28741"/>
                  </a:lnTo>
                  <a:lnTo>
                    <a:pt x="1401348" y="28667"/>
                  </a:lnTo>
                  <a:lnTo>
                    <a:pt x="1393563" y="28587"/>
                  </a:lnTo>
                  <a:lnTo>
                    <a:pt x="1385778" y="28519"/>
                  </a:lnTo>
                  <a:lnTo>
                    <a:pt x="1377992" y="28455"/>
                  </a:lnTo>
                  <a:lnTo>
                    <a:pt x="1370207" y="28389"/>
                  </a:lnTo>
                  <a:lnTo>
                    <a:pt x="1362422" y="28323"/>
                  </a:lnTo>
                  <a:lnTo>
                    <a:pt x="1354637" y="28256"/>
                  </a:lnTo>
                  <a:lnTo>
                    <a:pt x="1346851" y="28188"/>
                  </a:lnTo>
                  <a:lnTo>
                    <a:pt x="1339066" y="28119"/>
                  </a:lnTo>
                  <a:lnTo>
                    <a:pt x="1331281" y="28036"/>
                  </a:lnTo>
                  <a:lnTo>
                    <a:pt x="1323495" y="27945"/>
                  </a:lnTo>
                  <a:lnTo>
                    <a:pt x="1315710" y="27853"/>
                  </a:lnTo>
                  <a:lnTo>
                    <a:pt x="1307925" y="27759"/>
                  </a:lnTo>
                  <a:lnTo>
                    <a:pt x="1300140" y="27663"/>
                  </a:lnTo>
                  <a:lnTo>
                    <a:pt x="1292354" y="27566"/>
                  </a:lnTo>
                  <a:lnTo>
                    <a:pt x="1284569" y="27469"/>
                  </a:lnTo>
                  <a:lnTo>
                    <a:pt x="1276784" y="27386"/>
                  </a:lnTo>
                  <a:lnTo>
                    <a:pt x="1268999" y="27309"/>
                  </a:lnTo>
                  <a:lnTo>
                    <a:pt x="1261213" y="27203"/>
                  </a:lnTo>
                  <a:lnTo>
                    <a:pt x="1253428" y="27112"/>
                  </a:lnTo>
                  <a:lnTo>
                    <a:pt x="1245643" y="27021"/>
                  </a:lnTo>
                  <a:lnTo>
                    <a:pt x="1237857" y="26938"/>
                  </a:lnTo>
                  <a:lnTo>
                    <a:pt x="1230072" y="26862"/>
                  </a:lnTo>
                  <a:lnTo>
                    <a:pt x="1222287" y="26753"/>
                  </a:lnTo>
                  <a:lnTo>
                    <a:pt x="1214502" y="26638"/>
                  </a:lnTo>
                  <a:lnTo>
                    <a:pt x="1206716" y="26538"/>
                  </a:lnTo>
                  <a:lnTo>
                    <a:pt x="1198931" y="26436"/>
                  </a:lnTo>
                  <a:lnTo>
                    <a:pt x="1191146" y="26302"/>
                  </a:lnTo>
                  <a:lnTo>
                    <a:pt x="1183361" y="26171"/>
                  </a:lnTo>
                  <a:lnTo>
                    <a:pt x="1175575" y="26072"/>
                  </a:lnTo>
                  <a:lnTo>
                    <a:pt x="1167790" y="25972"/>
                  </a:lnTo>
                  <a:lnTo>
                    <a:pt x="1160005" y="25871"/>
                  </a:lnTo>
                  <a:lnTo>
                    <a:pt x="1152220" y="25756"/>
                  </a:lnTo>
                  <a:lnTo>
                    <a:pt x="1144434" y="25617"/>
                  </a:lnTo>
                  <a:lnTo>
                    <a:pt x="1136649" y="25509"/>
                  </a:lnTo>
                  <a:lnTo>
                    <a:pt x="1128864" y="25409"/>
                  </a:lnTo>
                  <a:lnTo>
                    <a:pt x="1121078" y="25307"/>
                  </a:lnTo>
                  <a:lnTo>
                    <a:pt x="1113293" y="25204"/>
                  </a:lnTo>
                  <a:lnTo>
                    <a:pt x="1105508" y="25085"/>
                  </a:lnTo>
                  <a:lnTo>
                    <a:pt x="1097723" y="24949"/>
                  </a:lnTo>
                  <a:lnTo>
                    <a:pt x="1089937" y="24838"/>
                  </a:lnTo>
                  <a:lnTo>
                    <a:pt x="1082152" y="24732"/>
                  </a:lnTo>
                  <a:lnTo>
                    <a:pt x="1074367" y="24613"/>
                  </a:lnTo>
                  <a:lnTo>
                    <a:pt x="1066582" y="24501"/>
                  </a:lnTo>
                  <a:lnTo>
                    <a:pt x="1058796" y="24391"/>
                  </a:lnTo>
                  <a:lnTo>
                    <a:pt x="1051011" y="24280"/>
                  </a:lnTo>
                  <a:lnTo>
                    <a:pt x="1043226" y="24162"/>
                  </a:lnTo>
                  <a:lnTo>
                    <a:pt x="1035440" y="24025"/>
                  </a:lnTo>
                  <a:lnTo>
                    <a:pt x="1027655" y="23903"/>
                  </a:lnTo>
                  <a:lnTo>
                    <a:pt x="1019870" y="23783"/>
                  </a:lnTo>
                  <a:lnTo>
                    <a:pt x="1012085" y="23662"/>
                  </a:lnTo>
                  <a:lnTo>
                    <a:pt x="1004299" y="23529"/>
                  </a:lnTo>
                  <a:lnTo>
                    <a:pt x="996514" y="23397"/>
                  </a:lnTo>
                  <a:lnTo>
                    <a:pt x="988729" y="23267"/>
                  </a:lnTo>
                  <a:lnTo>
                    <a:pt x="980944" y="23135"/>
                  </a:lnTo>
                  <a:lnTo>
                    <a:pt x="973158" y="23000"/>
                  </a:lnTo>
                  <a:lnTo>
                    <a:pt x="965373" y="22837"/>
                  </a:lnTo>
                  <a:lnTo>
                    <a:pt x="957588" y="22694"/>
                  </a:lnTo>
                  <a:lnTo>
                    <a:pt x="949802" y="22543"/>
                  </a:lnTo>
                  <a:lnTo>
                    <a:pt x="942017" y="22332"/>
                  </a:lnTo>
                  <a:lnTo>
                    <a:pt x="934232" y="22137"/>
                  </a:lnTo>
                  <a:lnTo>
                    <a:pt x="926447" y="22036"/>
                  </a:lnTo>
                  <a:lnTo>
                    <a:pt x="918661" y="21884"/>
                  </a:lnTo>
                  <a:lnTo>
                    <a:pt x="910876" y="21745"/>
                  </a:lnTo>
                  <a:lnTo>
                    <a:pt x="903091" y="21595"/>
                  </a:lnTo>
                  <a:lnTo>
                    <a:pt x="895306" y="21430"/>
                  </a:lnTo>
                  <a:lnTo>
                    <a:pt x="887520" y="21241"/>
                  </a:lnTo>
                  <a:lnTo>
                    <a:pt x="879735" y="21051"/>
                  </a:lnTo>
                  <a:lnTo>
                    <a:pt x="871950" y="20858"/>
                  </a:lnTo>
                  <a:lnTo>
                    <a:pt x="864165" y="20668"/>
                  </a:lnTo>
                  <a:lnTo>
                    <a:pt x="856379" y="20471"/>
                  </a:lnTo>
                  <a:lnTo>
                    <a:pt x="848594" y="20353"/>
                  </a:lnTo>
                  <a:lnTo>
                    <a:pt x="840809" y="20185"/>
                  </a:lnTo>
                  <a:lnTo>
                    <a:pt x="833023" y="20008"/>
                  </a:lnTo>
                  <a:lnTo>
                    <a:pt x="825238" y="19812"/>
                  </a:lnTo>
                  <a:lnTo>
                    <a:pt x="817453" y="19616"/>
                  </a:lnTo>
                  <a:lnTo>
                    <a:pt x="809668" y="19454"/>
                  </a:lnTo>
                  <a:lnTo>
                    <a:pt x="801882" y="19295"/>
                  </a:lnTo>
                  <a:lnTo>
                    <a:pt x="794097" y="19121"/>
                  </a:lnTo>
                  <a:lnTo>
                    <a:pt x="786312" y="18869"/>
                  </a:lnTo>
                  <a:lnTo>
                    <a:pt x="778527" y="18601"/>
                  </a:lnTo>
                  <a:lnTo>
                    <a:pt x="770741" y="18417"/>
                  </a:lnTo>
                  <a:lnTo>
                    <a:pt x="762956" y="18242"/>
                  </a:lnTo>
                  <a:lnTo>
                    <a:pt x="755171" y="18115"/>
                  </a:lnTo>
                  <a:lnTo>
                    <a:pt x="747385" y="17940"/>
                  </a:lnTo>
                  <a:lnTo>
                    <a:pt x="739600" y="17741"/>
                  </a:lnTo>
                  <a:lnTo>
                    <a:pt x="731815" y="17571"/>
                  </a:lnTo>
                  <a:lnTo>
                    <a:pt x="724030" y="17400"/>
                  </a:lnTo>
                  <a:lnTo>
                    <a:pt x="716244" y="17219"/>
                  </a:lnTo>
                  <a:lnTo>
                    <a:pt x="708459" y="16931"/>
                  </a:lnTo>
                  <a:lnTo>
                    <a:pt x="700674" y="16750"/>
                  </a:lnTo>
                  <a:lnTo>
                    <a:pt x="692889" y="16644"/>
                  </a:lnTo>
                  <a:lnTo>
                    <a:pt x="685103" y="16509"/>
                  </a:lnTo>
                  <a:lnTo>
                    <a:pt x="677318" y="16327"/>
                  </a:lnTo>
                  <a:lnTo>
                    <a:pt x="669533" y="16118"/>
                  </a:lnTo>
                  <a:lnTo>
                    <a:pt x="661747" y="15849"/>
                  </a:lnTo>
                  <a:lnTo>
                    <a:pt x="653962" y="15668"/>
                  </a:lnTo>
                  <a:lnTo>
                    <a:pt x="646177" y="15485"/>
                  </a:lnTo>
                  <a:lnTo>
                    <a:pt x="638392" y="15252"/>
                  </a:lnTo>
                  <a:lnTo>
                    <a:pt x="630606" y="15017"/>
                  </a:lnTo>
                  <a:lnTo>
                    <a:pt x="622821" y="14748"/>
                  </a:lnTo>
                  <a:lnTo>
                    <a:pt x="615036" y="14537"/>
                  </a:lnTo>
                  <a:lnTo>
                    <a:pt x="607251" y="14337"/>
                  </a:lnTo>
                  <a:lnTo>
                    <a:pt x="599465" y="14148"/>
                  </a:lnTo>
                  <a:lnTo>
                    <a:pt x="591680" y="13954"/>
                  </a:lnTo>
                  <a:lnTo>
                    <a:pt x="583895" y="13715"/>
                  </a:lnTo>
                  <a:lnTo>
                    <a:pt x="576110" y="13449"/>
                  </a:lnTo>
                  <a:lnTo>
                    <a:pt x="568324" y="13276"/>
                  </a:lnTo>
                  <a:lnTo>
                    <a:pt x="560539" y="13094"/>
                  </a:lnTo>
                  <a:lnTo>
                    <a:pt x="552754" y="12892"/>
                  </a:lnTo>
                  <a:lnTo>
                    <a:pt x="544968" y="12688"/>
                  </a:lnTo>
                  <a:lnTo>
                    <a:pt x="537183" y="12471"/>
                  </a:lnTo>
                  <a:lnTo>
                    <a:pt x="529398" y="12294"/>
                  </a:lnTo>
                  <a:lnTo>
                    <a:pt x="521613" y="12084"/>
                  </a:lnTo>
                  <a:lnTo>
                    <a:pt x="513827" y="11841"/>
                  </a:lnTo>
                  <a:lnTo>
                    <a:pt x="506042" y="11527"/>
                  </a:lnTo>
                  <a:lnTo>
                    <a:pt x="498257" y="11277"/>
                  </a:lnTo>
                  <a:lnTo>
                    <a:pt x="490472" y="11089"/>
                  </a:lnTo>
                  <a:lnTo>
                    <a:pt x="482686" y="10835"/>
                  </a:lnTo>
                  <a:lnTo>
                    <a:pt x="474901" y="10679"/>
                  </a:lnTo>
                  <a:lnTo>
                    <a:pt x="467116" y="10372"/>
                  </a:lnTo>
                  <a:lnTo>
                    <a:pt x="459330" y="10059"/>
                  </a:lnTo>
                  <a:lnTo>
                    <a:pt x="451545" y="9779"/>
                  </a:lnTo>
                  <a:lnTo>
                    <a:pt x="443760" y="9516"/>
                  </a:lnTo>
                  <a:lnTo>
                    <a:pt x="435975" y="9245"/>
                  </a:lnTo>
                  <a:lnTo>
                    <a:pt x="428189" y="9071"/>
                  </a:lnTo>
                  <a:lnTo>
                    <a:pt x="420404" y="8811"/>
                  </a:lnTo>
                  <a:lnTo>
                    <a:pt x="412619" y="8584"/>
                  </a:lnTo>
                  <a:lnTo>
                    <a:pt x="404834" y="8368"/>
                  </a:lnTo>
                  <a:lnTo>
                    <a:pt x="397048" y="8221"/>
                  </a:lnTo>
                  <a:lnTo>
                    <a:pt x="389263" y="7976"/>
                  </a:lnTo>
                  <a:lnTo>
                    <a:pt x="381478" y="7764"/>
                  </a:lnTo>
                  <a:lnTo>
                    <a:pt x="373692" y="7611"/>
                  </a:lnTo>
                  <a:lnTo>
                    <a:pt x="365907" y="7380"/>
                  </a:lnTo>
                  <a:lnTo>
                    <a:pt x="358122" y="7155"/>
                  </a:lnTo>
                  <a:lnTo>
                    <a:pt x="350337" y="6979"/>
                  </a:lnTo>
                  <a:lnTo>
                    <a:pt x="342551" y="6800"/>
                  </a:lnTo>
                  <a:lnTo>
                    <a:pt x="334766" y="6621"/>
                  </a:lnTo>
                  <a:lnTo>
                    <a:pt x="326981" y="6462"/>
                  </a:lnTo>
                  <a:lnTo>
                    <a:pt x="319196" y="6321"/>
                  </a:lnTo>
                  <a:lnTo>
                    <a:pt x="311410" y="6191"/>
                  </a:lnTo>
                  <a:lnTo>
                    <a:pt x="303625" y="6039"/>
                  </a:lnTo>
                  <a:lnTo>
                    <a:pt x="295840" y="5898"/>
                  </a:lnTo>
                  <a:lnTo>
                    <a:pt x="288055" y="5721"/>
                  </a:lnTo>
                  <a:lnTo>
                    <a:pt x="280269" y="5458"/>
                  </a:lnTo>
                  <a:lnTo>
                    <a:pt x="272484" y="5224"/>
                  </a:lnTo>
                  <a:lnTo>
                    <a:pt x="264699" y="4989"/>
                  </a:lnTo>
                  <a:lnTo>
                    <a:pt x="256913" y="4855"/>
                  </a:lnTo>
                  <a:lnTo>
                    <a:pt x="249128" y="4739"/>
                  </a:lnTo>
                  <a:lnTo>
                    <a:pt x="241343" y="4620"/>
                  </a:lnTo>
                  <a:lnTo>
                    <a:pt x="233558" y="4356"/>
                  </a:lnTo>
                  <a:lnTo>
                    <a:pt x="225772" y="4054"/>
                  </a:lnTo>
                  <a:lnTo>
                    <a:pt x="217987" y="3794"/>
                  </a:lnTo>
                  <a:lnTo>
                    <a:pt x="210202" y="3520"/>
                  </a:lnTo>
                  <a:lnTo>
                    <a:pt x="202417" y="3287"/>
                  </a:lnTo>
                  <a:lnTo>
                    <a:pt x="194631" y="3111"/>
                  </a:lnTo>
                  <a:lnTo>
                    <a:pt x="186846" y="2980"/>
                  </a:lnTo>
                  <a:lnTo>
                    <a:pt x="179061" y="2819"/>
                  </a:lnTo>
                  <a:lnTo>
                    <a:pt x="171275" y="2721"/>
                  </a:lnTo>
                  <a:lnTo>
                    <a:pt x="163490" y="2635"/>
                  </a:lnTo>
                  <a:lnTo>
                    <a:pt x="155705" y="2509"/>
                  </a:lnTo>
                  <a:lnTo>
                    <a:pt x="147920" y="2330"/>
                  </a:lnTo>
                  <a:lnTo>
                    <a:pt x="140134" y="2197"/>
                  </a:lnTo>
                  <a:lnTo>
                    <a:pt x="132349" y="2068"/>
                  </a:lnTo>
                  <a:lnTo>
                    <a:pt x="124564" y="1937"/>
                  </a:lnTo>
                  <a:lnTo>
                    <a:pt x="116779" y="1953"/>
                  </a:lnTo>
                  <a:lnTo>
                    <a:pt x="108993" y="2014"/>
                  </a:lnTo>
                  <a:lnTo>
                    <a:pt x="101208" y="1799"/>
                  </a:lnTo>
                  <a:lnTo>
                    <a:pt x="93423" y="1759"/>
                  </a:lnTo>
                  <a:lnTo>
                    <a:pt x="85637" y="1706"/>
                  </a:lnTo>
                  <a:lnTo>
                    <a:pt x="77852" y="1527"/>
                  </a:lnTo>
                  <a:lnTo>
                    <a:pt x="70067" y="1345"/>
                  </a:lnTo>
                  <a:lnTo>
                    <a:pt x="62282" y="1159"/>
                  </a:lnTo>
                  <a:lnTo>
                    <a:pt x="54496" y="973"/>
                  </a:lnTo>
                  <a:lnTo>
                    <a:pt x="46711" y="873"/>
                  </a:lnTo>
                  <a:lnTo>
                    <a:pt x="38926" y="641"/>
                  </a:lnTo>
                  <a:lnTo>
                    <a:pt x="31141" y="417"/>
                  </a:lnTo>
                  <a:lnTo>
                    <a:pt x="23355" y="265"/>
                  </a:lnTo>
                  <a:lnTo>
                    <a:pt x="15570" y="91"/>
                  </a:lnTo>
                  <a:lnTo>
                    <a:pt x="7785" y="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6049435" y="4831939"/>
              <a:ext cx="2016385" cy="123333"/>
            </a:xfrm>
            <a:custGeom>
              <a:avLst/>
              <a:pathLst>
                <a:path w="2016385" h="123333">
                  <a:moveTo>
                    <a:pt x="0" y="0"/>
                  </a:moveTo>
                  <a:lnTo>
                    <a:pt x="7785" y="1089"/>
                  </a:lnTo>
                  <a:lnTo>
                    <a:pt x="15570" y="2284"/>
                  </a:lnTo>
                  <a:lnTo>
                    <a:pt x="23355" y="3474"/>
                  </a:lnTo>
                  <a:lnTo>
                    <a:pt x="31141" y="4656"/>
                  </a:lnTo>
                  <a:lnTo>
                    <a:pt x="38926" y="5912"/>
                  </a:lnTo>
                  <a:lnTo>
                    <a:pt x="46711" y="7168"/>
                  </a:lnTo>
                  <a:lnTo>
                    <a:pt x="54496" y="8445"/>
                  </a:lnTo>
                  <a:lnTo>
                    <a:pt x="62282" y="9278"/>
                  </a:lnTo>
                  <a:lnTo>
                    <a:pt x="70067" y="10402"/>
                  </a:lnTo>
                  <a:lnTo>
                    <a:pt x="77852" y="11517"/>
                  </a:lnTo>
                  <a:lnTo>
                    <a:pt x="85637" y="12122"/>
                  </a:lnTo>
                  <a:lnTo>
                    <a:pt x="93423" y="12595"/>
                  </a:lnTo>
                  <a:lnTo>
                    <a:pt x="101208" y="13067"/>
                  </a:lnTo>
                  <a:lnTo>
                    <a:pt x="108993" y="13599"/>
                  </a:lnTo>
                  <a:lnTo>
                    <a:pt x="116779" y="14523"/>
                  </a:lnTo>
                  <a:lnTo>
                    <a:pt x="124564" y="15453"/>
                  </a:lnTo>
                  <a:lnTo>
                    <a:pt x="132349" y="16377"/>
                  </a:lnTo>
                  <a:lnTo>
                    <a:pt x="140134" y="17379"/>
                  </a:lnTo>
                  <a:lnTo>
                    <a:pt x="147920" y="18794"/>
                  </a:lnTo>
                  <a:lnTo>
                    <a:pt x="155705" y="20193"/>
                  </a:lnTo>
                  <a:lnTo>
                    <a:pt x="163490" y="21335"/>
                  </a:lnTo>
                  <a:lnTo>
                    <a:pt x="171275" y="22330"/>
                  </a:lnTo>
                  <a:lnTo>
                    <a:pt x="179061" y="22988"/>
                  </a:lnTo>
                  <a:lnTo>
                    <a:pt x="186846" y="23805"/>
                  </a:lnTo>
                  <a:lnTo>
                    <a:pt x="194631" y="24778"/>
                  </a:lnTo>
                  <a:lnTo>
                    <a:pt x="202417" y="25580"/>
                  </a:lnTo>
                  <a:lnTo>
                    <a:pt x="210202" y="26376"/>
                  </a:lnTo>
                  <a:lnTo>
                    <a:pt x="217987" y="27169"/>
                  </a:lnTo>
                  <a:lnTo>
                    <a:pt x="225772" y="28036"/>
                  </a:lnTo>
                  <a:lnTo>
                    <a:pt x="233558" y="28745"/>
                  </a:lnTo>
                  <a:lnTo>
                    <a:pt x="241343" y="29524"/>
                  </a:lnTo>
                  <a:lnTo>
                    <a:pt x="249128" y="30372"/>
                  </a:lnTo>
                  <a:lnTo>
                    <a:pt x="256913" y="31337"/>
                  </a:lnTo>
                  <a:lnTo>
                    <a:pt x="264699" y="32348"/>
                  </a:lnTo>
                  <a:lnTo>
                    <a:pt x="272484" y="33059"/>
                  </a:lnTo>
                  <a:lnTo>
                    <a:pt x="280269" y="33956"/>
                  </a:lnTo>
                  <a:lnTo>
                    <a:pt x="288055" y="34864"/>
                  </a:lnTo>
                  <a:lnTo>
                    <a:pt x="295840" y="35728"/>
                  </a:lnTo>
                  <a:lnTo>
                    <a:pt x="303625" y="36441"/>
                  </a:lnTo>
                  <a:lnTo>
                    <a:pt x="311410" y="37171"/>
                  </a:lnTo>
                  <a:lnTo>
                    <a:pt x="319196" y="38176"/>
                  </a:lnTo>
                  <a:lnTo>
                    <a:pt x="326981" y="39108"/>
                  </a:lnTo>
                  <a:lnTo>
                    <a:pt x="334766" y="39937"/>
                  </a:lnTo>
                  <a:lnTo>
                    <a:pt x="342551" y="40759"/>
                  </a:lnTo>
                  <a:lnTo>
                    <a:pt x="350337" y="41574"/>
                  </a:lnTo>
                  <a:lnTo>
                    <a:pt x="358122" y="42383"/>
                  </a:lnTo>
                  <a:lnTo>
                    <a:pt x="365907" y="43185"/>
                  </a:lnTo>
                  <a:lnTo>
                    <a:pt x="373692" y="43851"/>
                  </a:lnTo>
                  <a:lnTo>
                    <a:pt x="381478" y="44263"/>
                  </a:lnTo>
                  <a:lnTo>
                    <a:pt x="389263" y="44995"/>
                  </a:lnTo>
                  <a:lnTo>
                    <a:pt x="397048" y="45651"/>
                  </a:lnTo>
                  <a:lnTo>
                    <a:pt x="404834" y="46081"/>
                  </a:lnTo>
                  <a:lnTo>
                    <a:pt x="412619" y="46516"/>
                  </a:lnTo>
                  <a:lnTo>
                    <a:pt x="420404" y="46961"/>
                  </a:lnTo>
                  <a:lnTo>
                    <a:pt x="428189" y="47682"/>
                  </a:lnTo>
                  <a:lnTo>
                    <a:pt x="435975" y="48117"/>
                  </a:lnTo>
                  <a:lnTo>
                    <a:pt x="443760" y="48347"/>
                  </a:lnTo>
                  <a:lnTo>
                    <a:pt x="451545" y="49023"/>
                  </a:lnTo>
                  <a:lnTo>
                    <a:pt x="459330" y="49665"/>
                  </a:lnTo>
                  <a:lnTo>
                    <a:pt x="467116" y="50185"/>
                  </a:lnTo>
                  <a:lnTo>
                    <a:pt x="474901" y="50429"/>
                  </a:lnTo>
                  <a:lnTo>
                    <a:pt x="482686" y="51052"/>
                  </a:lnTo>
                  <a:lnTo>
                    <a:pt x="490472" y="51674"/>
                  </a:lnTo>
                  <a:lnTo>
                    <a:pt x="498257" y="52388"/>
                  </a:lnTo>
                  <a:lnTo>
                    <a:pt x="506042" y="53102"/>
                  </a:lnTo>
                  <a:lnTo>
                    <a:pt x="513827" y="53808"/>
                  </a:lnTo>
                  <a:lnTo>
                    <a:pt x="521613" y="54504"/>
                  </a:lnTo>
                  <a:lnTo>
                    <a:pt x="529398" y="55035"/>
                  </a:lnTo>
                  <a:lnTo>
                    <a:pt x="537183" y="55569"/>
                  </a:lnTo>
                  <a:lnTo>
                    <a:pt x="544968" y="55945"/>
                  </a:lnTo>
                  <a:lnTo>
                    <a:pt x="552754" y="56460"/>
                  </a:lnTo>
                  <a:lnTo>
                    <a:pt x="560539" y="57038"/>
                  </a:lnTo>
                  <a:lnTo>
                    <a:pt x="568324" y="57520"/>
                  </a:lnTo>
                  <a:lnTo>
                    <a:pt x="576110" y="57941"/>
                  </a:lnTo>
                  <a:lnTo>
                    <a:pt x="583895" y="58271"/>
                  </a:lnTo>
                  <a:lnTo>
                    <a:pt x="591680" y="58672"/>
                  </a:lnTo>
                  <a:lnTo>
                    <a:pt x="599465" y="59035"/>
                  </a:lnTo>
                  <a:lnTo>
                    <a:pt x="607251" y="59482"/>
                  </a:lnTo>
                  <a:lnTo>
                    <a:pt x="615036" y="59905"/>
                  </a:lnTo>
                  <a:lnTo>
                    <a:pt x="622821" y="60550"/>
                  </a:lnTo>
                  <a:lnTo>
                    <a:pt x="630606" y="60979"/>
                  </a:lnTo>
                  <a:lnTo>
                    <a:pt x="638392" y="61406"/>
                  </a:lnTo>
                  <a:lnTo>
                    <a:pt x="646177" y="61827"/>
                  </a:lnTo>
                  <a:lnTo>
                    <a:pt x="653962" y="62243"/>
                  </a:lnTo>
                  <a:lnTo>
                    <a:pt x="661747" y="62657"/>
                  </a:lnTo>
                  <a:lnTo>
                    <a:pt x="669533" y="62921"/>
                  </a:lnTo>
                  <a:lnTo>
                    <a:pt x="677318" y="63353"/>
                  </a:lnTo>
                  <a:lnTo>
                    <a:pt x="685103" y="63627"/>
                  </a:lnTo>
                  <a:lnTo>
                    <a:pt x="692889" y="64150"/>
                  </a:lnTo>
                  <a:lnTo>
                    <a:pt x="700674" y="64550"/>
                  </a:lnTo>
                  <a:lnTo>
                    <a:pt x="708459" y="64734"/>
                  </a:lnTo>
                  <a:lnTo>
                    <a:pt x="716244" y="65060"/>
                  </a:lnTo>
                  <a:lnTo>
                    <a:pt x="724030" y="65395"/>
                  </a:lnTo>
                  <a:lnTo>
                    <a:pt x="731815" y="65492"/>
                  </a:lnTo>
                  <a:lnTo>
                    <a:pt x="739600" y="65929"/>
                  </a:lnTo>
                  <a:lnTo>
                    <a:pt x="747385" y="66363"/>
                  </a:lnTo>
                  <a:lnTo>
                    <a:pt x="755171" y="66798"/>
                  </a:lnTo>
                  <a:lnTo>
                    <a:pt x="762956" y="66939"/>
                  </a:lnTo>
                  <a:lnTo>
                    <a:pt x="770741" y="67048"/>
                  </a:lnTo>
                  <a:lnTo>
                    <a:pt x="778527" y="67350"/>
                  </a:lnTo>
                  <a:lnTo>
                    <a:pt x="786312" y="67874"/>
                  </a:lnTo>
                  <a:lnTo>
                    <a:pt x="794097" y="68201"/>
                  </a:lnTo>
                  <a:lnTo>
                    <a:pt x="801882" y="68427"/>
                  </a:lnTo>
                  <a:lnTo>
                    <a:pt x="809668" y="68744"/>
                  </a:lnTo>
                  <a:lnTo>
                    <a:pt x="817453" y="68874"/>
                  </a:lnTo>
                  <a:lnTo>
                    <a:pt x="825238" y="68999"/>
                  </a:lnTo>
                  <a:lnTo>
                    <a:pt x="833023" y="69121"/>
                  </a:lnTo>
                  <a:lnTo>
                    <a:pt x="840809" y="69244"/>
                  </a:lnTo>
                  <a:lnTo>
                    <a:pt x="848594" y="69454"/>
                  </a:lnTo>
                  <a:lnTo>
                    <a:pt x="856379" y="69583"/>
                  </a:lnTo>
                  <a:lnTo>
                    <a:pt x="864165" y="69859"/>
                  </a:lnTo>
                  <a:lnTo>
                    <a:pt x="871950" y="70133"/>
                  </a:lnTo>
                  <a:lnTo>
                    <a:pt x="879735" y="70508"/>
                  </a:lnTo>
                  <a:lnTo>
                    <a:pt x="887520" y="70889"/>
                  </a:lnTo>
                  <a:lnTo>
                    <a:pt x="895306" y="71016"/>
                  </a:lnTo>
                  <a:lnTo>
                    <a:pt x="903091" y="71220"/>
                  </a:lnTo>
                  <a:lnTo>
                    <a:pt x="910876" y="71506"/>
                  </a:lnTo>
                  <a:lnTo>
                    <a:pt x="918661" y="71796"/>
                  </a:lnTo>
                  <a:lnTo>
                    <a:pt x="926447" y="72083"/>
                  </a:lnTo>
                  <a:lnTo>
                    <a:pt x="934232" y="72385"/>
                  </a:lnTo>
                  <a:lnTo>
                    <a:pt x="942017" y="72675"/>
                  </a:lnTo>
                  <a:lnTo>
                    <a:pt x="949802" y="72962"/>
                  </a:lnTo>
                  <a:lnTo>
                    <a:pt x="957588" y="73248"/>
                  </a:lnTo>
                  <a:lnTo>
                    <a:pt x="965373" y="73428"/>
                  </a:lnTo>
                  <a:lnTo>
                    <a:pt x="973158" y="73590"/>
                  </a:lnTo>
                  <a:lnTo>
                    <a:pt x="980944" y="73845"/>
                  </a:lnTo>
                  <a:lnTo>
                    <a:pt x="988729" y="74049"/>
                  </a:lnTo>
                  <a:lnTo>
                    <a:pt x="996514" y="74349"/>
                  </a:lnTo>
                  <a:lnTo>
                    <a:pt x="1004299" y="74481"/>
                  </a:lnTo>
                  <a:lnTo>
                    <a:pt x="1012085" y="74727"/>
                  </a:lnTo>
                  <a:lnTo>
                    <a:pt x="1019870" y="74832"/>
                  </a:lnTo>
                  <a:lnTo>
                    <a:pt x="1027655" y="74987"/>
                  </a:lnTo>
                  <a:lnTo>
                    <a:pt x="1035440" y="75133"/>
                  </a:lnTo>
                  <a:lnTo>
                    <a:pt x="1043226" y="75206"/>
                  </a:lnTo>
                  <a:lnTo>
                    <a:pt x="1051011" y="75423"/>
                  </a:lnTo>
                  <a:lnTo>
                    <a:pt x="1058796" y="75532"/>
                  </a:lnTo>
                  <a:lnTo>
                    <a:pt x="1066582" y="75803"/>
                  </a:lnTo>
                  <a:lnTo>
                    <a:pt x="1074367" y="75969"/>
                  </a:lnTo>
                  <a:lnTo>
                    <a:pt x="1082152" y="76183"/>
                  </a:lnTo>
                  <a:lnTo>
                    <a:pt x="1089937" y="76365"/>
                  </a:lnTo>
                  <a:lnTo>
                    <a:pt x="1097723" y="76440"/>
                  </a:lnTo>
                  <a:lnTo>
                    <a:pt x="1105508" y="76485"/>
                  </a:lnTo>
                  <a:lnTo>
                    <a:pt x="1113293" y="76529"/>
                  </a:lnTo>
                  <a:lnTo>
                    <a:pt x="1121078" y="76573"/>
                  </a:lnTo>
                  <a:lnTo>
                    <a:pt x="1128864" y="76617"/>
                  </a:lnTo>
                  <a:lnTo>
                    <a:pt x="1136649" y="76661"/>
                  </a:lnTo>
                  <a:lnTo>
                    <a:pt x="1144434" y="76707"/>
                  </a:lnTo>
                  <a:lnTo>
                    <a:pt x="1152220" y="76781"/>
                  </a:lnTo>
                  <a:lnTo>
                    <a:pt x="1160005" y="76918"/>
                  </a:lnTo>
                  <a:lnTo>
                    <a:pt x="1167790" y="76977"/>
                  </a:lnTo>
                  <a:lnTo>
                    <a:pt x="1175575" y="77115"/>
                  </a:lnTo>
                  <a:lnTo>
                    <a:pt x="1183361" y="77293"/>
                  </a:lnTo>
                  <a:lnTo>
                    <a:pt x="1191146" y="77512"/>
                  </a:lnTo>
                  <a:lnTo>
                    <a:pt x="1198931" y="77670"/>
                  </a:lnTo>
                  <a:lnTo>
                    <a:pt x="1206716" y="77769"/>
                  </a:lnTo>
                  <a:lnTo>
                    <a:pt x="1214502" y="77922"/>
                  </a:lnTo>
                  <a:lnTo>
                    <a:pt x="1222287" y="78078"/>
                  </a:lnTo>
                  <a:lnTo>
                    <a:pt x="1230072" y="78200"/>
                  </a:lnTo>
                  <a:lnTo>
                    <a:pt x="1237857" y="78291"/>
                  </a:lnTo>
                  <a:lnTo>
                    <a:pt x="1245643" y="78523"/>
                  </a:lnTo>
                  <a:lnTo>
                    <a:pt x="1253428" y="78523"/>
                  </a:lnTo>
                  <a:lnTo>
                    <a:pt x="1261213" y="78524"/>
                  </a:lnTo>
                  <a:lnTo>
                    <a:pt x="1268999" y="78671"/>
                  </a:lnTo>
                  <a:lnTo>
                    <a:pt x="1276784" y="78951"/>
                  </a:lnTo>
                  <a:lnTo>
                    <a:pt x="1284569" y="79055"/>
                  </a:lnTo>
                  <a:lnTo>
                    <a:pt x="1292354" y="79159"/>
                  </a:lnTo>
                  <a:lnTo>
                    <a:pt x="1300140" y="79265"/>
                  </a:lnTo>
                  <a:lnTo>
                    <a:pt x="1307925" y="79395"/>
                  </a:lnTo>
                  <a:lnTo>
                    <a:pt x="1315710" y="79470"/>
                  </a:lnTo>
                  <a:lnTo>
                    <a:pt x="1323495" y="79572"/>
                  </a:lnTo>
                  <a:lnTo>
                    <a:pt x="1331281" y="79678"/>
                  </a:lnTo>
                  <a:lnTo>
                    <a:pt x="1339066" y="79896"/>
                  </a:lnTo>
                  <a:lnTo>
                    <a:pt x="1346851" y="79881"/>
                  </a:lnTo>
                  <a:lnTo>
                    <a:pt x="1354637" y="79982"/>
                  </a:lnTo>
                  <a:lnTo>
                    <a:pt x="1362422" y="80120"/>
                  </a:lnTo>
                  <a:lnTo>
                    <a:pt x="1370207" y="80186"/>
                  </a:lnTo>
                  <a:lnTo>
                    <a:pt x="1377992" y="80287"/>
                  </a:lnTo>
                  <a:lnTo>
                    <a:pt x="1385778" y="80389"/>
                  </a:lnTo>
                  <a:lnTo>
                    <a:pt x="1393563" y="80509"/>
                  </a:lnTo>
                  <a:lnTo>
                    <a:pt x="1401348" y="80628"/>
                  </a:lnTo>
                  <a:lnTo>
                    <a:pt x="1409133" y="80689"/>
                  </a:lnTo>
                  <a:lnTo>
                    <a:pt x="1416919" y="80787"/>
                  </a:lnTo>
                  <a:lnTo>
                    <a:pt x="1424704" y="80885"/>
                  </a:lnTo>
                  <a:lnTo>
                    <a:pt x="1432489" y="80984"/>
                  </a:lnTo>
                  <a:lnTo>
                    <a:pt x="1440275" y="81081"/>
                  </a:lnTo>
                  <a:lnTo>
                    <a:pt x="1448060" y="81179"/>
                  </a:lnTo>
                  <a:lnTo>
                    <a:pt x="1455845" y="81276"/>
                  </a:lnTo>
                  <a:lnTo>
                    <a:pt x="1463630" y="81378"/>
                  </a:lnTo>
                  <a:lnTo>
                    <a:pt x="1471416" y="81480"/>
                  </a:lnTo>
                  <a:lnTo>
                    <a:pt x="1479201" y="81610"/>
                  </a:lnTo>
                  <a:lnTo>
                    <a:pt x="1486986" y="81839"/>
                  </a:lnTo>
                  <a:lnTo>
                    <a:pt x="1494771" y="82005"/>
                  </a:lnTo>
                  <a:lnTo>
                    <a:pt x="1502557" y="82015"/>
                  </a:lnTo>
                  <a:lnTo>
                    <a:pt x="1510342" y="82051"/>
                  </a:lnTo>
                  <a:lnTo>
                    <a:pt x="1518127" y="82255"/>
                  </a:lnTo>
                  <a:lnTo>
                    <a:pt x="1525912" y="82378"/>
                  </a:lnTo>
                  <a:lnTo>
                    <a:pt x="1533698" y="82421"/>
                  </a:lnTo>
                  <a:lnTo>
                    <a:pt x="1541483" y="82464"/>
                  </a:lnTo>
                  <a:lnTo>
                    <a:pt x="1549268" y="82507"/>
                  </a:lnTo>
                  <a:lnTo>
                    <a:pt x="1557054" y="82552"/>
                  </a:lnTo>
                  <a:lnTo>
                    <a:pt x="1564839" y="82647"/>
                  </a:lnTo>
                  <a:lnTo>
                    <a:pt x="1572624" y="82741"/>
                  </a:lnTo>
                  <a:lnTo>
                    <a:pt x="1580409" y="82838"/>
                  </a:lnTo>
                  <a:lnTo>
                    <a:pt x="1588195" y="82938"/>
                  </a:lnTo>
                  <a:lnTo>
                    <a:pt x="1595980" y="83090"/>
                  </a:lnTo>
                  <a:lnTo>
                    <a:pt x="1603765" y="83241"/>
                  </a:lnTo>
                  <a:lnTo>
                    <a:pt x="1611550" y="83285"/>
                  </a:lnTo>
                  <a:lnTo>
                    <a:pt x="1619336" y="83295"/>
                  </a:lnTo>
                  <a:lnTo>
                    <a:pt x="1627121" y="83210"/>
                  </a:lnTo>
                  <a:lnTo>
                    <a:pt x="1634906" y="83144"/>
                  </a:lnTo>
                  <a:lnTo>
                    <a:pt x="1642692" y="83237"/>
                  </a:lnTo>
                  <a:lnTo>
                    <a:pt x="1650477" y="83334"/>
                  </a:lnTo>
                  <a:lnTo>
                    <a:pt x="1658262" y="83435"/>
                  </a:lnTo>
                  <a:lnTo>
                    <a:pt x="1666047" y="83608"/>
                  </a:lnTo>
                  <a:lnTo>
                    <a:pt x="1673833" y="83850"/>
                  </a:lnTo>
                  <a:lnTo>
                    <a:pt x="1681618" y="84056"/>
                  </a:lnTo>
                  <a:lnTo>
                    <a:pt x="1689403" y="84149"/>
                  </a:lnTo>
                  <a:lnTo>
                    <a:pt x="1697188" y="84241"/>
                  </a:lnTo>
                  <a:lnTo>
                    <a:pt x="1704974" y="84290"/>
                  </a:lnTo>
                  <a:lnTo>
                    <a:pt x="1712759" y="84338"/>
                  </a:lnTo>
                  <a:lnTo>
                    <a:pt x="1720544" y="84378"/>
                  </a:lnTo>
                  <a:lnTo>
                    <a:pt x="1728330" y="84397"/>
                  </a:lnTo>
                  <a:lnTo>
                    <a:pt x="1736115" y="84483"/>
                  </a:lnTo>
                  <a:lnTo>
                    <a:pt x="1743900" y="84531"/>
                  </a:lnTo>
                  <a:lnTo>
                    <a:pt x="1751685" y="84591"/>
                  </a:lnTo>
                  <a:lnTo>
                    <a:pt x="1759471" y="84699"/>
                  </a:lnTo>
                  <a:lnTo>
                    <a:pt x="1767256" y="84836"/>
                  </a:lnTo>
                  <a:lnTo>
                    <a:pt x="1775041" y="84971"/>
                  </a:lnTo>
                  <a:lnTo>
                    <a:pt x="1782826" y="85107"/>
                  </a:lnTo>
                  <a:lnTo>
                    <a:pt x="1790612" y="85242"/>
                  </a:lnTo>
                  <a:lnTo>
                    <a:pt x="1798397" y="85376"/>
                  </a:lnTo>
                  <a:lnTo>
                    <a:pt x="1806182" y="85510"/>
                  </a:lnTo>
                  <a:lnTo>
                    <a:pt x="1813967" y="85610"/>
                  </a:lnTo>
                  <a:lnTo>
                    <a:pt x="1821753" y="85700"/>
                  </a:lnTo>
                  <a:lnTo>
                    <a:pt x="1829538" y="85789"/>
                  </a:lnTo>
                  <a:lnTo>
                    <a:pt x="1837323" y="85879"/>
                  </a:lnTo>
                  <a:lnTo>
                    <a:pt x="1845109" y="85948"/>
                  </a:lnTo>
                  <a:lnTo>
                    <a:pt x="1852894" y="85926"/>
                  </a:lnTo>
                  <a:lnTo>
                    <a:pt x="1860679" y="85903"/>
                  </a:lnTo>
                  <a:lnTo>
                    <a:pt x="1868464" y="85989"/>
                  </a:lnTo>
                  <a:lnTo>
                    <a:pt x="1876250" y="86041"/>
                  </a:lnTo>
                  <a:lnTo>
                    <a:pt x="1884035" y="86002"/>
                  </a:lnTo>
                  <a:lnTo>
                    <a:pt x="1891820" y="85963"/>
                  </a:lnTo>
                  <a:lnTo>
                    <a:pt x="1899605" y="85925"/>
                  </a:lnTo>
                  <a:lnTo>
                    <a:pt x="1907391" y="85907"/>
                  </a:lnTo>
                  <a:lnTo>
                    <a:pt x="1915176" y="85992"/>
                  </a:lnTo>
                  <a:lnTo>
                    <a:pt x="1922961" y="86080"/>
                  </a:lnTo>
                  <a:lnTo>
                    <a:pt x="1930747" y="86169"/>
                  </a:lnTo>
                  <a:lnTo>
                    <a:pt x="1938532" y="86258"/>
                  </a:lnTo>
                  <a:lnTo>
                    <a:pt x="1946317" y="86347"/>
                  </a:lnTo>
                  <a:lnTo>
                    <a:pt x="1954102" y="86435"/>
                  </a:lnTo>
                  <a:lnTo>
                    <a:pt x="1961888" y="86523"/>
                  </a:lnTo>
                  <a:lnTo>
                    <a:pt x="1969673" y="86614"/>
                  </a:lnTo>
                  <a:lnTo>
                    <a:pt x="1977458" y="86733"/>
                  </a:lnTo>
                  <a:lnTo>
                    <a:pt x="1985243" y="86852"/>
                  </a:lnTo>
                  <a:lnTo>
                    <a:pt x="1993029" y="86926"/>
                  </a:lnTo>
                  <a:lnTo>
                    <a:pt x="2000814" y="86959"/>
                  </a:lnTo>
                  <a:lnTo>
                    <a:pt x="2008599" y="87044"/>
                  </a:lnTo>
                  <a:lnTo>
                    <a:pt x="2016385" y="87128"/>
                  </a:lnTo>
                  <a:lnTo>
                    <a:pt x="2016385" y="123333"/>
                  </a:lnTo>
                  <a:lnTo>
                    <a:pt x="2008599" y="123300"/>
                  </a:lnTo>
                  <a:lnTo>
                    <a:pt x="2000814" y="123267"/>
                  </a:lnTo>
                  <a:lnTo>
                    <a:pt x="1993029" y="123236"/>
                  </a:lnTo>
                  <a:lnTo>
                    <a:pt x="1985243" y="123206"/>
                  </a:lnTo>
                  <a:lnTo>
                    <a:pt x="1977458" y="123175"/>
                  </a:lnTo>
                  <a:lnTo>
                    <a:pt x="1969673" y="123144"/>
                  </a:lnTo>
                  <a:lnTo>
                    <a:pt x="1961888" y="123112"/>
                  </a:lnTo>
                  <a:lnTo>
                    <a:pt x="1954102" y="123080"/>
                  </a:lnTo>
                  <a:lnTo>
                    <a:pt x="1946317" y="123048"/>
                  </a:lnTo>
                  <a:lnTo>
                    <a:pt x="1938532" y="123015"/>
                  </a:lnTo>
                  <a:lnTo>
                    <a:pt x="1930747" y="122982"/>
                  </a:lnTo>
                  <a:lnTo>
                    <a:pt x="1922961" y="122952"/>
                  </a:lnTo>
                  <a:lnTo>
                    <a:pt x="1915176" y="122922"/>
                  </a:lnTo>
                  <a:lnTo>
                    <a:pt x="1907391" y="122891"/>
                  </a:lnTo>
                  <a:lnTo>
                    <a:pt x="1899605" y="122861"/>
                  </a:lnTo>
                  <a:lnTo>
                    <a:pt x="1891820" y="122830"/>
                  </a:lnTo>
                  <a:lnTo>
                    <a:pt x="1884035" y="122798"/>
                  </a:lnTo>
                  <a:lnTo>
                    <a:pt x="1876250" y="122766"/>
                  </a:lnTo>
                  <a:lnTo>
                    <a:pt x="1868464" y="122734"/>
                  </a:lnTo>
                  <a:lnTo>
                    <a:pt x="1860679" y="122701"/>
                  </a:lnTo>
                  <a:lnTo>
                    <a:pt x="1852894" y="122668"/>
                  </a:lnTo>
                  <a:lnTo>
                    <a:pt x="1845109" y="122634"/>
                  </a:lnTo>
                  <a:lnTo>
                    <a:pt x="1837323" y="122601"/>
                  </a:lnTo>
                  <a:lnTo>
                    <a:pt x="1829538" y="122559"/>
                  </a:lnTo>
                  <a:lnTo>
                    <a:pt x="1821753" y="122512"/>
                  </a:lnTo>
                  <a:lnTo>
                    <a:pt x="1813967" y="122465"/>
                  </a:lnTo>
                  <a:lnTo>
                    <a:pt x="1806182" y="122416"/>
                  </a:lnTo>
                  <a:lnTo>
                    <a:pt x="1798397" y="122378"/>
                  </a:lnTo>
                  <a:lnTo>
                    <a:pt x="1790612" y="122340"/>
                  </a:lnTo>
                  <a:lnTo>
                    <a:pt x="1782826" y="122304"/>
                  </a:lnTo>
                  <a:lnTo>
                    <a:pt x="1775041" y="122268"/>
                  </a:lnTo>
                  <a:lnTo>
                    <a:pt x="1767256" y="122232"/>
                  </a:lnTo>
                  <a:lnTo>
                    <a:pt x="1759471" y="122193"/>
                  </a:lnTo>
                  <a:lnTo>
                    <a:pt x="1751685" y="122144"/>
                  </a:lnTo>
                  <a:lnTo>
                    <a:pt x="1743900" y="122104"/>
                  </a:lnTo>
                  <a:lnTo>
                    <a:pt x="1736115" y="122063"/>
                  </a:lnTo>
                  <a:lnTo>
                    <a:pt x="1728330" y="122021"/>
                  </a:lnTo>
                  <a:lnTo>
                    <a:pt x="1720544" y="121979"/>
                  </a:lnTo>
                  <a:lnTo>
                    <a:pt x="1712759" y="121937"/>
                  </a:lnTo>
                  <a:lnTo>
                    <a:pt x="1704974" y="121894"/>
                  </a:lnTo>
                  <a:lnTo>
                    <a:pt x="1697188" y="121850"/>
                  </a:lnTo>
                  <a:lnTo>
                    <a:pt x="1689403" y="121806"/>
                  </a:lnTo>
                  <a:lnTo>
                    <a:pt x="1681618" y="121761"/>
                  </a:lnTo>
                  <a:lnTo>
                    <a:pt x="1673833" y="121716"/>
                  </a:lnTo>
                  <a:lnTo>
                    <a:pt x="1666047" y="121670"/>
                  </a:lnTo>
                  <a:lnTo>
                    <a:pt x="1658262" y="121624"/>
                  </a:lnTo>
                  <a:lnTo>
                    <a:pt x="1650477" y="121576"/>
                  </a:lnTo>
                  <a:lnTo>
                    <a:pt x="1642692" y="121529"/>
                  </a:lnTo>
                  <a:lnTo>
                    <a:pt x="1634906" y="121480"/>
                  </a:lnTo>
                  <a:lnTo>
                    <a:pt x="1627121" y="121428"/>
                  </a:lnTo>
                  <a:lnTo>
                    <a:pt x="1619336" y="121372"/>
                  </a:lnTo>
                  <a:lnTo>
                    <a:pt x="1611550" y="121321"/>
                  </a:lnTo>
                  <a:lnTo>
                    <a:pt x="1603765" y="121272"/>
                  </a:lnTo>
                  <a:lnTo>
                    <a:pt x="1595980" y="121223"/>
                  </a:lnTo>
                  <a:lnTo>
                    <a:pt x="1588195" y="121173"/>
                  </a:lnTo>
                  <a:lnTo>
                    <a:pt x="1580409" y="121123"/>
                  </a:lnTo>
                  <a:lnTo>
                    <a:pt x="1572624" y="121072"/>
                  </a:lnTo>
                  <a:lnTo>
                    <a:pt x="1564839" y="121020"/>
                  </a:lnTo>
                  <a:lnTo>
                    <a:pt x="1557054" y="120965"/>
                  </a:lnTo>
                  <a:lnTo>
                    <a:pt x="1549268" y="120910"/>
                  </a:lnTo>
                  <a:lnTo>
                    <a:pt x="1541483" y="120855"/>
                  </a:lnTo>
                  <a:lnTo>
                    <a:pt x="1533698" y="120798"/>
                  </a:lnTo>
                  <a:lnTo>
                    <a:pt x="1525912" y="120741"/>
                  </a:lnTo>
                  <a:lnTo>
                    <a:pt x="1518127" y="120673"/>
                  </a:lnTo>
                  <a:lnTo>
                    <a:pt x="1510342" y="120617"/>
                  </a:lnTo>
                  <a:lnTo>
                    <a:pt x="1502557" y="120557"/>
                  </a:lnTo>
                  <a:lnTo>
                    <a:pt x="1494771" y="120500"/>
                  </a:lnTo>
                  <a:lnTo>
                    <a:pt x="1486986" y="120426"/>
                  </a:lnTo>
                  <a:lnTo>
                    <a:pt x="1479201" y="120368"/>
                  </a:lnTo>
                  <a:lnTo>
                    <a:pt x="1471416" y="120299"/>
                  </a:lnTo>
                  <a:lnTo>
                    <a:pt x="1463630" y="120227"/>
                  </a:lnTo>
                  <a:lnTo>
                    <a:pt x="1455845" y="120154"/>
                  </a:lnTo>
                  <a:lnTo>
                    <a:pt x="1448060" y="120079"/>
                  </a:lnTo>
                  <a:lnTo>
                    <a:pt x="1440275" y="120004"/>
                  </a:lnTo>
                  <a:lnTo>
                    <a:pt x="1432489" y="119928"/>
                  </a:lnTo>
                  <a:lnTo>
                    <a:pt x="1424704" y="119863"/>
                  </a:lnTo>
                  <a:lnTo>
                    <a:pt x="1416919" y="119807"/>
                  </a:lnTo>
                  <a:lnTo>
                    <a:pt x="1409133" y="119748"/>
                  </a:lnTo>
                  <a:lnTo>
                    <a:pt x="1401348" y="119689"/>
                  </a:lnTo>
                  <a:lnTo>
                    <a:pt x="1393563" y="119604"/>
                  </a:lnTo>
                  <a:lnTo>
                    <a:pt x="1385778" y="119505"/>
                  </a:lnTo>
                  <a:lnTo>
                    <a:pt x="1377992" y="119405"/>
                  </a:lnTo>
                  <a:lnTo>
                    <a:pt x="1370207" y="119335"/>
                  </a:lnTo>
                  <a:lnTo>
                    <a:pt x="1362422" y="119257"/>
                  </a:lnTo>
                  <a:lnTo>
                    <a:pt x="1354637" y="119171"/>
                  </a:lnTo>
                  <a:lnTo>
                    <a:pt x="1346851" y="119119"/>
                  </a:lnTo>
                  <a:lnTo>
                    <a:pt x="1339066" y="119025"/>
                  </a:lnTo>
                  <a:lnTo>
                    <a:pt x="1331281" y="118952"/>
                  </a:lnTo>
                  <a:lnTo>
                    <a:pt x="1323495" y="118858"/>
                  </a:lnTo>
                  <a:lnTo>
                    <a:pt x="1315710" y="118788"/>
                  </a:lnTo>
                  <a:lnTo>
                    <a:pt x="1307925" y="118709"/>
                  </a:lnTo>
                  <a:lnTo>
                    <a:pt x="1300140" y="118619"/>
                  </a:lnTo>
                  <a:lnTo>
                    <a:pt x="1292354" y="118512"/>
                  </a:lnTo>
                  <a:lnTo>
                    <a:pt x="1284569" y="118417"/>
                  </a:lnTo>
                  <a:lnTo>
                    <a:pt x="1276784" y="118315"/>
                  </a:lnTo>
                  <a:lnTo>
                    <a:pt x="1268999" y="118243"/>
                  </a:lnTo>
                  <a:lnTo>
                    <a:pt x="1261213" y="118170"/>
                  </a:lnTo>
                  <a:lnTo>
                    <a:pt x="1253428" y="118097"/>
                  </a:lnTo>
                  <a:lnTo>
                    <a:pt x="1245643" y="118038"/>
                  </a:lnTo>
                  <a:lnTo>
                    <a:pt x="1237857" y="117983"/>
                  </a:lnTo>
                  <a:lnTo>
                    <a:pt x="1230072" y="117927"/>
                  </a:lnTo>
                  <a:lnTo>
                    <a:pt x="1222287" y="117865"/>
                  </a:lnTo>
                  <a:lnTo>
                    <a:pt x="1214502" y="117778"/>
                  </a:lnTo>
                  <a:lnTo>
                    <a:pt x="1206716" y="117686"/>
                  </a:lnTo>
                  <a:lnTo>
                    <a:pt x="1198931" y="117591"/>
                  </a:lnTo>
                  <a:lnTo>
                    <a:pt x="1191146" y="117495"/>
                  </a:lnTo>
                  <a:lnTo>
                    <a:pt x="1183361" y="117398"/>
                  </a:lnTo>
                  <a:lnTo>
                    <a:pt x="1175575" y="117303"/>
                  </a:lnTo>
                  <a:lnTo>
                    <a:pt x="1167790" y="117199"/>
                  </a:lnTo>
                  <a:lnTo>
                    <a:pt x="1160005" y="117118"/>
                  </a:lnTo>
                  <a:lnTo>
                    <a:pt x="1152220" y="117036"/>
                  </a:lnTo>
                  <a:lnTo>
                    <a:pt x="1144434" y="116913"/>
                  </a:lnTo>
                  <a:lnTo>
                    <a:pt x="1136649" y="116799"/>
                  </a:lnTo>
                  <a:lnTo>
                    <a:pt x="1128864" y="116682"/>
                  </a:lnTo>
                  <a:lnTo>
                    <a:pt x="1121078" y="116565"/>
                  </a:lnTo>
                  <a:lnTo>
                    <a:pt x="1113293" y="116465"/>
                  </a:lnTo>
                  <a:lnTo>
                    <a:pt x="1105508" y="116356"/>
                  </a:lnTo>
                  <a:lnTo>
                    <a:pt x="1097723" y="116271"/>
                  </a:lnTo>
                  <a:lnTo>
                    <a:pt x="1089937" y="116200"/>
                  </a:lnTo>
                  <a:lnTo>
                    <a:pt x="1082152" y="116127"/>
                  </a:lnTo>
                  <a:lnTo>
                    <a:pt x="1074367" y="116007"/>
                  </a:lnTo>
                  <a:lnTo>
                    <a:pt x="1066582" y="115861"/>
                  </a:lnTo>
                  <a:lnTo>
                    <a:pt x="1058796" y="115761"/>
                  </a:lnTo>
                  <a:lnTo>
                    <a:pt x="1051011" y="115670"/>
                  </a:lnTo>
                  <a:lnTo>
                    <a:pt x="1043226" y="115563"/>
                  </a:lnTo>
                  <a:lnTo>
                    <a:pt x="1035440" y="115459"/>
                  </a:lnTo>
                  <a:lnTo>
                    <a:pt x="1027655" y="115371"/>
                  </a:lnTo>
                  <a:lnTo>
                    <a:pt x="1019870" y="115269"/>
                  </a:lnTo>
                  <a:lnTo>
                    <a:pt x="1012085" y="115153"/>
                  </a:lnTo>
                  <a:lnTo>
                    <a:pt x="1004299" y="115017"/>
                  </a:lnTo>
                  <a:lnTo>
                    <a:pt x="996514" y="114915"/>
                  </a:lnTo>
                  <a:lnTo>
                    <a:pt x="988729" y="114798"/>
                  </a:lnTo>
                  <a:lnTo>
                    <a:pt x="980944" y="114639"/>
                  </a:lnTo>
                  <a:lnTo>
                    <a:pt x="973158" y="114554"/>
                  </a:lnTo>
                  <a:lnTo>
                    <a:pt x="965373" y="114433"/>
                  </a:lnTo>
                  <a:lnTo>
                    <a:pt x="957588" y="114343"/>
                  </a:lnTo>
                  <a:lnTo>
                    <a:pt x="949802" y="114267"/>
                  </a:lnTo>
                  <a:lnTo>
                    <a:pt x="942017" y="114107"/>
                  </a:lnTo>
                  <a:lnTo>
                    <a:pt x="934232" y="113985"/>
                  </a:lnTo>
                  <a:lnTo>
                    <a:pt x="926447" y="113829"/>
                  </a:lnTo>
                  <a:lnTo>
                    <a:pt x="918661" y="113696"/>
                  </a:lnTo>
                  <a:lnTo>
                    <a:pt x="910876" y="113564"/>
                  </a:lnTo>
                  <a:lnTo>
                    <a:pt x="903091" y="113423"/>
                  </a:lnTo>
                  <a:lnTo>
                    <a:pt x="895306" y="113267"/>
                  </a:lnTo>
                  <a:lnTo>
                    <a:pt x="887520" y="113118"/>
                  </a:lnTo>
                  <a:lnTo>
                    <a:pt x="879735" y="112978"/>
                  </a:lnTo>
                  <a:lnTo>
                    <a:pt x="871950" y="112837"/>
                  </a:lnTo>
                  <a:lnTo>
                    <a:pt x="864165" y="112726"/>
                  </a:lnTo>
                  <a:lnTo>
                    <a:pt x="856379" y="112550"/>
                  </a:lnTo>
                  <a:lnTo>
                    <a:pt x="848594" y="112426"/>
                  </a:lnTo>
                  <a:lnTo>
                    <a:pt x="840809" y="112297"/>
                  </a:lnTo>
                  <a:lnTo>
                    <a:pt x="833023" y="112143"/>
                  </a:lnTo>
                  <a:lnTo>
                    <a:pt x="825238" y="112005"/>
                  </a:lnTo>
                  <a:lnTo>
                    <a:pt x="817453" y="111848"/>
                  </a:lnTo>
                  <a:lnTo>
                    <a:pt x="809668" y="111699"/>
                  </a:lnTo>
                  <a:lnTo>
                    <a:pt x="801882" y="111590"/>
                  </a:lnTo>
                  <a:lnTo>
                    <a:pt x="794097" y="111449"/>
                  </a:lnTo>
                  <a:lnTo>
                    <a:pt x="786312" y="111313"/>
                  </a:lnTo>
                  <a:lnTo>
                    <a:pt x="778527" y="111162"/>
                  </a:lnTo>
                  <a:lnTo>
                    <a:pt x="770741" y="111014"/>
                  </a:lnTo>
                  <a:lnTo>
                    <a:pt x="762956" y="110868"/>
                  </a:lnTo>
                  <a:lnTo>
                    <a:pt x="755171" y="110719"/>
                  </a:lnTo>
                  <a:lnTo>
                    <a:pt x="747385" y="110533"/>
                  </a:lnTo>
                  <a:lnTo>
                    <a:pt x="739600" y="110378"/>
                  </a:lnTo>
                  <a:lnTo>
                    <a:pt x="731815" y="110266"/>
                  </a:lnTo>
                  <a:lnTo>
                    <a:pt x="724030" y="110088"/>
                  </a:lnTo>
                  <a:lnTo>
                    <a:pt x="716244" y="109938"/>
                  </a:lnTo>
                  <a:lnTo>
                    <a:pt x="708459" y="109826"/>
                  </a:lnTo>
                  <a:lnTo>
                    <a:pt x="700674" y="109704"/>
                  </a:lnTo>
                  <a:lnTo>
                    <a:pt x="692889" y="109630"/>
                  </a:lnTo>
                  <a:lnTo>
                    <a:pt x="685103" y="109550"/>
                  </a:lnTo>
                  <a:lnTo>
                    <a:pt x="677318" y="109400"/>
                  </a:lnTo>
                  <a:lnTo>
                    <a:pt x="669533" y="109248"/>
                  </a:lnTo>
                  <a:lnTo>
                    <a:pt x="661747" y="109092"/>
                  </a:lnTo>
                  <a:lnTo>
                    <a:pt x="653962" y="108893"/>
                  </a:lnTo>
                  <a:lnTo>
                    <a:pt x="646177" y="108779"/>
                  </a:lnTo>
                  <a:lnTo>
                    <a:pt x="638392" y="108623"/>
                  </a:lnTo>
                  <a:lnTo>
                    <a:pt x="630606" y="108490"/>
                  </a:lnTo>
                  <a:lnTo>
                    <a:pt x="622821" y="108362"/>
                  </a:lnTo>
                  <a:lnTo>
                    <a:pt x="615036" y="108236"/>
                  </a:lnTo>
                  <a:lnTo>
                    <a:pt x="607251" y="108107"/>
                  </a:lnTo>
                  <a:lnTo>
                    <a:pt x="599465" y="107977"/>
                  </a:lnTo>
                  <a:lnTo>
                    <a:pt x="591680" y="107760"/>
                  </a:lnTo>
                  <a:lnTo>
                    <a:pt x="583895" y="107536"/>
                  </a:lnTo>
                  <a:lnTo>
                    <a:pt x="576110" y="107367"/>
                  </a:lnTo>
                  <a:lnTo>
                    <a:pt x="568324" y="107242"/>
                  </a:lnTo>
                  <a:lnTo>
                    <a:pt x="560539" y="107046"/>
                  </a:lnTo>
                  <a:lnTo>
                    <a:pt x="552754" y="106814"/>
                  </a:lnTo>
                  <a:lnTo>
                    <a:pt x="544968" y="106673"/>
                  </a:lnTo>
                  <a:lnTo>
                    <a:pt x="537183" y="106578"/>
                  </a:lnTo>
                  <a:lnTo>
                    <a:pt x="529398" y="106483"/>
                  </a:lnTo>
                  <a:lnTo>
                    <a:pt x="521613" y="106342"/>
                  </a:lnTo>
                  <a:lnTo>
                    <a:pt x="513827" y="106184"/>
                  </a:lnTo>
                  <a:lnTo>
                    <a:pt x="506042" y="106010"/>
                  </a:lnTo>
                  <a:lnTo>
                    <a:pt x="498257" y="105896"/>
                  </a:lnTo>
                  <a:lnTo>
                    <a:pt x="490472" y="105811"/>
                  </a:lnTo>
                  <a:lnTo>
                    <a:pt x="482686" y="105684"/>
                  </a:lnTo>
                  <a:lnTo>
                    <a:pt x="474901" y="105600"/>
                  </a:lnTo>
                  <a:lnTo>
                    <a:pt x="467116" y="105515"/>
                  </a:lnTo>
                  <a:lnTo>
                    <a:pt x="459330" y="105428"/>
                  </a:lnTo>
                  <a:lnTo>
                    <a:pt x="451545" y="105184"/>
                  </a:lnTo>
                  <a:lnTo>
                    <a:pt x="443760" y="105079"/>
                  </a:lnTo>
                  <a:lnTo>
                    <a:pt x="435975" y="104973"/>
                  </a:lnTo>
                  <a:lnTo>
                    <a:pt x="428189" y="104848"/>
                  </a:lnTo>
                  <a:lnTo>
                    <a:pt x="420404" y="104716"/>
                  </a:lnTo>
                  <a:lnTo>
                    <a:pt x="412619" y="104599"/>
                  </a:lnTo>
                  <a:lnTo>
                    <a:pt x="404834" y="104416"/>
                  </a:lnTo>
                  <a:lnTo>
                    <a:pt x="397048" y="104263"/>
                  </a:lnTo>
                  <a:lnTo>
                    <a:pt x="389263" y="104131"/>
                  </a:lnTo>
                  <a:lnTo>
                    <a:pt x="381478" y="103942"/>
                  </a:lnTo>
                  <a:lnTo>
                    <a:pt x="373692" y="103747"/>
                  </a:lnTo>
                  <a:lnTo>
                    <a:pt x="365907" y="103622"/>
                  </a:lnTo>
                  <a:lnTo>
                    <a:pt x="358122" y="103460"/>
                  </a:lnTo>
                  <a:lnTo>
                    <a:pt x="350337" y="103269"/>
                  </a:lnTo>
                  <a:lnTo>
                    <a:pt x="342551" y="103132"/>
                  </a:lnTo>
                  <a:lnTo>
                    <a:pt x="334766" y="103015"/>
                  </a:lnTo>
                  <a:lnTo>
                    <a:pt x="326981" y="102861"/>
                  </a:lnTo>
                  <a:lnTo>
                    <a:pt x="319196" y="102666"/>
                  </a:lnTo>
                  <a:lnTo>
                    <a:pt x="311410" y="102476"/>
                  </a:lnTo>
                  <a:lnTo>
                    <a:pt x="303625" y="102363"/>
                  </a:lnTo>
                  <a:lnTo>
                    <a:pt x="295840" y="102273"/>
                  </a:lnTo>
                  <a:lnTo>
                    <a:pt x="288055" y="102061"/>
                  </a:lnTo>
                  <a:lnTo>
                    <a:pt x="280269" y="101908"/>
                  </a:lnTo>
                  <a:lnTo>
                    <a:pt x="272484" y="101726"/>
                  </a:lnTo>
                  <a:lnTo>
                    <a:pt x="264699" y="101539"/>
                  </a:lnTo>
                  <a:lnTo>
                    <a:pt x="256913" y="101381"/>
                  </a:lnTo>
                  <a:lnTo>
                    <a:pt x="249128" y="101202"/>
                  </a:lnTo>
                  <a:lnTo>
                    <a:pt x="241343" y="101003"/>
                  </a:lnTo>
                  <a:lnTo>
                    <a:pt x="233558" y="100850"/>
                  </a:lnTo>
                  <a:lnTo>
                    <a:pt x="225772" y="100715"/>
                  </a:lnTo>
                  <a:lnTo>
                    <a:pt x="217987" y="100513"/>
                  </a:lnTo>
                  <a:lnTo>
                    <a:pt x="210202" y="100237"/>
                  </a:lnTo>
                  <a:lnTo>
                    <a:pt x="202417" y="100174"/>
                  </a:lnTo>
                  <a:lnTo>
                    <a:pt x="194631" y="100117"/>
                  </a:lnTo>
                  <a:lnTo>
                    <a:pt x="186846" y="99947"/>
                  </a:lnTo>
                  <a:lnTo>
                    <a:pt x="179061" y="99770"/>
                  </a:lnTo>
                  <a:lnTo>
                    <a:pt x="171275" y="99635"/>
                  </a:lnTo>
                  <a:lnTo>
                    <a:pt x="163490" y="99513"/>
                  </a:lnTo>
                  <a:lnTo>
                    <a:pt x="155705" y="99438"/>
                  </a:lnTo>
                  <a:lnTo>
                    <a:pt x="147920" y="99309"/>
                  </a:lnTo>
                  <a:lnTo>
                    <a:pt x="140134" y="99238"/>
                  </a:lnTo>
                  <a:lnTo>
                    <a:pt x="132349" y="99222"/>
                  </a:lnTo>
                  <a:lnTo>
                    <a:pt x="124564" y="99175"/>
                  </a:lnTo>
                  <a:lnTo>
                    <a:pt x="116779" y="99018"/>
                  </a:lnTo>
                  <a:lnTo>
                    <a:pt x="108993" y="98925"/>
                  </a:lnTo>
                  <a:lnTo>
                    <a:pt x="101208" y="98847"/>
                  </a:lnTo>
                  <a:lnTo>
                    <a:pt x="93423" y="98727"/>
                  </a:lnTo>
                  <a:lnTo>
                    <a:pt x="85637" y="98578"/>
                  </a:lnTo>
                  <a:lnTo>
                    <a:pt x="77852" y="98428"/>
                  </a:lnTo>
                  <a:lnTo>
                    <a:pt x="70067" y="98288"/>
                  </a:lnTo>
                  <a:lnTo>
                    <a:pt x="62282" y="98232"/>
                  </a:lnTo>
                  <a:lnTo>
                    <a:pt x="54496" y="98176"/>
                  </a:lnTo>
                  <a:lnTo>
                    <a:pt x="46711" y="98116"/>
                  </a:lnTo>
                  <a:lnTo>
                    <a:pt x="38926" y="98047"/>
                  </a:lnTo>
                  <a:lnTo>
                    <a:pt x="31141" y="98005"/>
                  </a:lnTo>
                  <a:lnTo>
                    <a:pt x="23355" y="97965"/>
                  </a:lnTo>
                  <a:lnTo>
                    <a:pt x="15570" y="97932"/>
                  </a:lnTo>
                  <a:lnTo>
                    <a:pt x="7785" y="97871"/>
                  </a:lnTo>
                  <a:lnTo>
                    <a:pt x="0" y="97805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6049435" y="4831939"/>
              <a:ext cx="2016385" cy="87128"/>
            </a:xfrm>
            <a:custGeom>
              <a:avLst/>
              <a:pathLst>
                <a:path w="2016385" h="87128">
                  <a:moveTo>
                    <a:pt x="0" y="0"/>
                  </a:moveTo>
                  <a:lnTo>
                    <a:pt x="7785" y="1089"/>
                  </a:lnTo>
                  <a:lnTo>
                    <a:pt x="15570" y="2284"/>
                  </a:lnTo>
                  <a:lnTo>
                    <a:pt x="23355" y="3474"/>
                  </a:lnTo>
                  <a:lnTo>
                    <a:pt x="31141" y="4656"/>
                  </a:lnTo>
                  <a:lnTo>
                    <a:pt x="38926" y="5912"/>
                  </a:lnTo>
                  <a:lnTo>
                    <a:pt x="46711" y="7168"/>
                  </a:lnTo>
                  <a:lnTo>
                    <a:pt x="54496" y="8445"/>
                  </a:lnTo>
                  <a:lnTo>
                    <a:pt x="62282" y="9278"/>
                  </a:lnTo>
                  <a:lnTo>
                    <a:pt x="70067" y="10402"/>
                  </a:lnTo>
                  <a:lnTo>
                    <a:pt x="77852" y="11517"/>
                  </a:lnTo>
                  <a:lnTo>
                    <a:pt x="85637" y="12122"/>
                  </a:lnTo>
                  <a:lnTo>
                    <a:pt x="93423" y="12595"/>
                  </a:lnTo>
                  <a:lnTo>
                    <a:pt x="101208" y="13067"/>
                  </a:lnTo>
                  <a:lnTo>
                    <a:pt x="108993" y="13599"/>
                  </a:lnTo>
                  <a:lnTo>
                    <a:pt x="116779" y="14523"/>
                  </a:lnTo>
                  <a:lnTo>
                    <a:pt x="124564" y="15453"/>
                  </a:lnTo>
                  <a:lnTo>
                    <a:pt x="132349" y="16377"/>
                  </a:lnTo>
                  <a:lnTo>
                    <a:pt x="140134" y="17379"/>
                  </a:lnTo>
                  <a:lnTo>
                    <a:pt x="147920" y="18794"/>
                  </a:lnTo>
                  <a:lnTo>
                    <a:pt x="155705" y="20193"/>
                  </a:lnTo>
                  <a:lnTo>
                    <a:pt x="163490" y="21335"/>
                  </a:lnTo>
                  <a:lnTo>
                    <a:pt x="171275" y="22330"/>
                  </a:lnTo>
                  <a:lnTo>
                    <a:pt x="179061" y="22988"/>
                  </a:lnTo>
                  <a:lnTo>
                    <a:pt x="186846" y="23805"/>
                  </a:lnTo>
                  <a:lnTo>
                    <a:pt x="194631" y="24778"/>
                  </a:lnTo>
                  <a:lnTo>
                    <a:pt x="202417" y="25580"/>
                  </a:lnTo>
                  <a:lnTo>
                    <a:pt x="210202" y="26376"/>
                  </a:lnTo>
                  <a:lnTo>
                    <a:pt x="217987" y="27169"/>
                  </a:lnTo>
                  <a:lnTo>
                    <a:pt x="225772" y="28036"/>
                  </a:lnTo>
                  <a:lnTo>
                    <a:pt x="233558" y="28745"/>
                  </a:lnTo>
                  <a:lnTo>
                    <a:pt x="241343" y="29524"/>
                  </a:lnTo>
                  <a:lnTo>
                    <a:pt x="249128" y="30372"/>
                  </a:lnTo>
                  <a:lnTo>
                    <a:pt x="256913" y="31337"/>
                  </a:lnTo>
                  <a:lnTo>
                    <a:pt x="264699" y="32348"/>
                  </a:lnTo>
                  <a:lnTo>
                    <a:pt x="272484" y="33059"/>
                  </a:lnTo>
                  <a:lnTo>
                    <a:pt x="280269" y="33956"/>
                  </a:lnTo>
                  <a:lnTo>
                    <a:pt x="288055" y="34864"/>
                  </a:lnTo>
                  <a:lnTo>
                    <a:pt x="295840" y="35728"/>
                  </a:lnTo>
                  <a:lnTo>
                    <a:pt x="303625" y="36441"/>
                  </a:lnTo>
                  <a:lnTo>
                    <a:pt x="311410" y="37171"/>
                  </a:lnTo>
                  <a:lnTo>
                    <a:pt x="319196" y="38176"/>
                  </a:lnTo>
                  <a:lnTo>
                    <a:pt x="326981" y="39108"/>
                  </a:lnTo>
                  <a:lnTo>
                    <a:pt x="334766" y="39937"/>
                  </a:lnTo>
                  <a:lnTo>
                    <a:pt x="342551" y="40759"/>
                  </a:lnTo>
                  <a:lnTo>
                    <a:pt x="350337" y="41574"/>
                  </a:lnTo>
                  <a:lnTo>
                    <a:pt x="358122" y="42383"/>
                  </a:lnTo>
                  <a:lnTo>
                    <a:pt x="365907" y="43185"/>
                  </a:lnTo>
                  <a:lnTo>
                    <a:pt x="373692" y="43851"/>
                  </a:lnTo>
                  <a:lnTo>
                    <a:pt x="381478" y="44263"/>
                  </a:lnTo>
                  <a:lnTo>
                    <a:pt x="389263" y="44995"/>
                  </a:lnTo>
                  <a:lnTo>
                    <a:pt x="397048" y="45651"/>
                  </a:lnTo>
                  <a:lnTo>
                    <a:pt x="404834" y="46081"/>
                  </a:lnTo>
                  <a:lnTo>
                    <a:pt x="412619" y="46516"/>
                  </a:lnTo>
                  <a:lnTo>
                    <a:pt x="420404" y="46961"/>
                  </a:lnTo>
                  <a:lnTo>
                    <a:pt x="428189" y="47682"/>
                  </a:lnTo>
                  <a:lnTo>
                    <a:pt x="435975" y="48117"/>
                  </a:lnTo>
                  <a:lnTo>
                    <a:pt x="443760" y="48347"/>
                  </a:lnTo>
                  <a:lnTo>
                    <a:pt x="451545" y="49023"/>
                  </a:lnTo>
                  <a:lnTo>
                    <a:pt x="459330" y="49665"/>
                  </a:lnTo>
                  <a:lnTo>
                    <a:pt x="467116" y="50185"/>
                  </a:lnTo>
                  <a:lnTo>
                    <a:pt x="474901" y="50429"/>
                  </a:lnTo>
                  <a:lnTo>
                    <a:pt x="482686" y="51052"/>
                  </a:lnTo>
                  <a:lnTo>
                    <a:pt x="490472" y="51674"/>
                  </a:lnTo>
                  <a:lnTo>
                    <a:pt x="498257" y="52388"/>
                  </a:lnTo>
                  <a:lnTo>
                    <a:pt x="506042" y="53102"/>
                  </a:lnTo>
                  <a:lnTo>
                    <a:pt x="513827" y="53808"/>
                  </a:lnTo>
                  <a:lnTo>
                    <a:pt x="521613" y="54504"/>
                  </a:lnTo>
                  <a:lnTo>
                    <a:pt x="529398" y="55035"/>
                  </a:lnTo>
                  <a:lnTo>
                    <a:pt x="537183" y="55569"/>
                  </a:lnTo>
                  <a:lnTo>
                    <a:pt x="544968" y="55945"/>
                  </a:lnTo>
                  <a:lnTo>
                    <a:pt x="552754" y="56460"/>
                  </a:lnTo>
                  <a:lnTo>
                    <a:pt x="560539" y="57038"/>
                  </a:lnTo>
                  <a:lnTo>
                    <a:pt x="568324" y="57520"/>
                  </a:lnTo>
                  <a:lnTo>
                    <a:pt x="576110" y="57941"/>
                  </a:lnTo>
                  <a:lnTo>
                    <a:pt x="583895" y="58271"/>
                  </a:lnTo>
                  <a:lnTo>
                    <a:pt x="591680" y="58672"/>
                  </a:lnTo>
                  <a:lnTo>
                    <a:pt x="599465" y="59035"/>
                  </a:lnTo>
                  <a:lnTo>
                    <a:pt x="607251" y="59482"/>
                  </a:lnTo>
                  <a:lnTo>
                    <a:pt x="615036" y="59905"/>
                  </a:lnTo>
                  <a:lnTo>
                    <a:pt x="622821" y="60550"/>
                  </a:lnTo>
                  <a:lnTo>
                    <a:pt x="630606" y="60979"/>
                  </a:lnTo>
                  <a:lnTo>
                    <a:pt x="638392" y="61406"/>
                  </a:lnTo>
                  <a:lnTo>
                    <a:pt x="646177" y="61827"/>
                  </a:lnTo>
                  <a:lnTo>
                    <a:pt x="653962" y="62243"/>
                  </a:lnTo>
                  <a:lnTo>
                    <a:pt x="661747" y="62657"/>
                  </a:lnTo>
                  <a:lnTo>
                    <a:pt x="669533" y="62921"/>
                  </a:lnTo>
                  <a:lnTo>
                    <a:pt x="677318" y="63353"/>
                  </a:lnTo>
                  <a:lnTo>
                    <a:pt x="685103" y="63627"/>
                  </a:lnTo>
                  <a:lnTo>
                    <a:pt x="692889" y="64150"/>
                  </a:lnTo>
                  <a:lnTo>
                    <a:pt x="700674" y="64550"/>
                  </a:lnTo>
                  <a:lnTo>
                    <a:pt x="708459" y="64734"/>
                  </a:lnTo>
                  <a:lnTo>
                    <a:pt x="716244" y="65060"/>
                  </a:lnTo>
                  <a:lnTo>
                    <a:pt x="724030" y="65395"/>
                  </a:lnTo>
                  <a:lnTo>
                    <a:pt x="731815" y="65492"/>
                  </a:lnTo>
                  <a:lnTo>
                    <a:pt x="739600" y="65929"/>
                  </a:lnTo>
                  <a:lnTo>
                    <a:pt x="747385" y="66363"/>
                  </a:lnTo>
                  <a:lnTo>
                    <a:pt x="755171" y="66798"/>
                  </a:lnTo>
                  <a:lnTo>
                    <a:pt x="762956" y="66939"/>
                  </a:lnTo>
                  <a:lnTo>
                    <a:pt x="770741" y="67048"/>
                  </a:lnTo>
                  <a:lnTo>
                    <a:pt x="778527" y="67350"/>
                  </a:lnTo>
                  <a:lnTo>
                    <a:pt x="786312" y="67874"/>
                  </a:lnTo>
                  <a:lnTo>
                    <a:pt x="794097" y="68201"/>
                  </a:lnTo>
                  <a:lnTo>
                    <a:pt x="801882" y="68427"/>
                  </a:lnTo>
                  <a:lnTo>
                    <a:pt x="809668" y="68744"/>
                  </a:lnTo>
                  <a:lnTo>
                    <a:pt x="817453" y="68874"/>
                  </a:lnTo>
                  <a:lnTo>
                    <a:pt x="825238" y="68999"/>
                  </a:lnTo>
                  <a:lnTo>
                    <a:pt x="833023" y="69121"/>
                  </a:lnTo>
                  <a:lnTo>
                    <a:pt x="840809" y="69244"/>
                  </a:lnTo>
                  <a:lnTo>
                    <a:pt x="848594" y="69454"/>
                  </a:lnTo>
                  <a:lnTo>
                    <a:pt x="856379" y="69583"/>
                  </a:lnTo>
                  <a:lnTo>
                    <a:pt x="864165" y="69859"/>
                  </a:lnTo>
                  <a:lnTo>
                    <a:pt x="871950" y="70133"/>
                  </a:lnTo>
                  <a:lnTo>
                    <a:pt x="879735" y="70508"/>
                  </a:lnTo>
                  <a:lnTo>
                    <a:pt x="887520" y="70889"/>
                  </a:lnTo>
                  <a:lnTo>
                    <a:pt x="895306" y="71016"/>
                  </a:lnTo>
                  <a:lnTo>
                    <a:pt x="903091" y="71220"/>
                  </a:lnTo>
                  <a:lnTo>
                    <a:pt x="910876" y="71506"/>
                  </a:lnTo>
                  <a:lnTo>
                    <a:pt x="918661" y="71796"/>
                  </a:lnTo>
                  <a:lnTo>
                    <a:pt x="926447" y="72083"/>
                  </a:lnTo>
                  <a:lnTo>
                    <a:pt x="934232" y="72385"/>
                  </a:lnTo>
                  <a:lnTo>
                    <a:pt x="942017" y="72675"/>
                  </a:lnTo>
                  <a:lnTo>
                    <a:pt x="949802" y="72962"/>
                  </a:lnTo>
                  <a:lnTo>
                    <a:pt x="957588" y="73248"/>
                  </a:lnTo>
                  <a:lnTo>
                    <a:pt x="965373" y="73428"/>
                  </a:lnTo>
                  <a:lnTo>
                    <a:pt x="973158" y="73590"/>
                  </a:lnTo>
                  <a:lnTo>
                    <a:pt x="980944" y="73845"/>
                  </a:lnTo>
                  <a:lnTo>
                    <a:pt x="988729" y="74049"/>
                  </a:lnTo>
                  <a:lnTo>
                    <a:pt x="996514" y="74349"/>
                  </a:lnTo>
                  <a:lnTo>
                    <a:pt x="1004299" y="74481"/>
                  </a:lnTo>
                  <a:lnTo>
                    <a:pt x="1012085" y="74727"/>
                  </a:lnTo>
                  <a:lnTo>
                    <a:pt x="1019870" y="74832"/>
                  </a:lnTo>
                  <a:lnTo>
                    <a:pt x="1027655" y="74987"/>
                  </a:lnTo>
                  <a:lnTo>
                    <a:pt x="1035440" y="75133"/>
                  </a:lnTo>
                  <a:lnTo>
                    <a:pt x="1043226" y="75206"/>
                  </a:lnTo>
                  <a:lnTo>
                    <a:pt x="1051011" y="75423"/>
                  </a:lnTo>
                  <a:lnTo>
                    <a:pt x="1058796" y="75532"/>
                  </a:lnTo>
                  <a:lnTo>
                    <a:pt x="1066582" y="75803"/>
                  </a:lnTo>
                  <a:lnTo>
                    <a:pt x="1074367" y="75969"/>
                  </a:lnTo>
                  <a:lnTo>
                    <a:pt x="1082152" y="76183"/>
                  </a:lnTo>
                  <a:lnTo>
                    <a:pt x="1089937" y="76365"/>
                  </a:lnTo>
                  <a:lnTo>
                    <a:pt x="1097723" y="76440"/>
                  </a:lnTo>
                  <a:lnTo>
                    <a:pt x="1105508" y="76485"/>
                  </a:lnTo>
                  <a:lnTo>
                    <a:pt x="1113293" y="76529"/>
                  </a:lnTo>
                  <a:lnTo>
                    <a:pt x="1121078" y="76573"/>
                  </a:lnTo>
                  <a:lnTo>
                    <a:pt x="1128864" y="76617"/>
                  </a:lnTo>
                  <a:lnTo>
                    <a:pt x="1136649" y="76661"/>
                  </a:lnTo>
                  <a:lnTo>
                    <a:pt x="1144434" y="76707"/>
                  </a:lnTo>
                  <a:lnTo>
                    <a:pt x="1152220" y="76781"/>
                  </a:lnTo>
                  <a:lnTo>
                    <a:pt x="1160005" y="76918"/>
                  </a:lnTo>
                  <a:lnTo>
                    <a:pt x="1167790" y="76977"/>
                  </a:lnTo>
                  <a:lnTo>
                    <a:pt x="1175575" y="77115"/>
                  </a:lnTo>
                  <a:lnTo>
                    <a:pt x="1183361" y="77293"/>
                  </a:lnTo>
                  <a:lnTo>
                    <a:pt x="1191146" y="77512"/>
                  </a:lnTo>
                  <a:lnTo>
                    <a:pt x="1198931" y="77670"/>
                  </a:lnTo>
                  <a:lnTo>
                    <a:pt x="1206716" y="77769"/>
                  </a:lnTo>
                  <a:lnTo>
                    <a:pt x="1214502" y="77922"/>
                  </a:lnTo>
                  <a:lnTo>
                    <a:pt x="1222287" y="78078"/>
                  </a:lnTo>
                  <a:lnTo>
                    <a:pt x="1230072" y="78200"/>
                  </a:lnTo>
                  <a:lnTo>
                    <a:pt x="1237857" y="78291"/>
                  </a:lnTo>
                  <a:lnTo>
                    <a:pt x="1245643" y="78523"/>
                  </a:lnTo>
                  <a:lnTo>
                    <a:pt x="1253428" y="78523"/>
                  </a:lnTo>
                  <a:lnTo>
                    <a:pt x="1261213" y="78524"/>
                  </a:lnTo>
                  <a:lnTo>
                    <a:pt x="1268999" y="78671"/>
                  </a:lnTo>
                  <a:lnTo>
                    <a:pt x="1276784" y="78951"/>
                  </a:lnTo>
                  <a:lnTo>
                    <a:pt x="1284569" y="79055"/>
                  </a:lnTo>
                  <a:lnTo>
                    <a:pt x="1292354" y="79159"/>
                  </a:lnTo>
                  <a:lnTo>
                    <a:pt x="1300140" y="79265"/>
                  </a:lnTo>
                  <a:lnTo>
                    <a:pt x="1307925" y="79395"/>
                  </a:lnTo>
                  <a:lnTo>
                    <a:pt x="1315710" y="79470"/>
                  </a:lnTo>
                  <a:lnTo>
                    <a:pt x="1323495" y="79572"/>
                  </a:lnTo>
                  <a:lnTo>
                    <a:pt x="1331281" y="79678"/>
                  </a:lnTo>
                  <a:lnTo>
                    <a:pt x="1339066" y="79896"/>
                  </a:lnTo>
                  <a:lnTo>
                    <a:pt x="1346851" y="79881"/>
                  </a:lnTo>
                  <a:lnTo>
                    <a:pt x="1354637" y="79982"/>
                  </a:lnTo>
                  <a:lnTo>
                    <a:pt x="1362422" y="80120"/>
                  </a:lnTo>
                  <a:lnTo>
                    <a:pt x="1370207" y="80186"/>
                  </a:lnTo>
                  <a:lnTo>
                    <a:pt x="1377992" y="80287"/>
                  </a:lnTo>
                  <a:lnTo>
                    <a:pt x="1385778" y="80389"/>
                  </a:lnTo>
                  <a:lnTo>
                    <a:pt x="1393563" y="80509"/>
                  </a:lnTo>
                  <a:lnTo>
                    <a:pt x="1401348" y="80628"/>
                  </a:lnTo>
                  <a:lnTo>
                    <a:pt x="1409133" y="80689"/>
                  </a:lnTo>
                  <a:lnTo>
                    <a:pt x="1416919" y="80787"/>
                  </a:lnTo>
                  <a:lnTo>
                    <a:pt x="1424704" y="80885"/>
                  </a:lnTo>
                  <a:lnTo>
                    <a:pt x="1432489" y="80984"/>
                  </a:lnTo>
                  <a:lnTo>
                    <a:pt x="1440275" y="81081"/>
                  </a:lnTo>
                  <a:lnTo>
                    <a:pt x="1448060" y="81179"/>
                  </a:lnTo>
                  <a:lnTo>
                    <a:pt x="1455845" y="81276"/>
                  </a:lnTo>
                  <a:lnTo>
                    <a:pt x="1463630" y="81378"/>
                  </a:lnTo>
                  <a:lnTo>
                    <a:pt x="1471416" y="81480"/>
                  </a:lnTo>
                  <a:lnTo>
                    <a:pt x="1479201" y="81610"/>
                  </a:lnTo>
                  <a:lnTo>
                    <a:pt x="1486986" y="81839"/>
                  </a:lnTo>
                  <a:lnTo>
                    <a:pt x="1494771" y="82005"/>
                  </a:lnTo>
                  <a:lnTo>
                    <a:pt x="1502557" y="82015"/>
                  </a:lnTo>
                  <a:lnTo>
                    <a:pt x="1510342" y="82051"/>
                  </a:lnTo>
                  <a:lnTo>
                    <a:pt x="1518127" y="82255"/>
                  </a:lnTo>
                  <a:lnTo>
                    <a:pt x="1525912" y="82378"/>
                  </a:lnTo>
                  <a:lnTo>
                    <a:pt x="1533698" y="82421"/>
                  </a:lnTo>
                  <a:lnTo>
                    <a:pt x="1541483" y="82464"/>
                  </a:lnTo>
                  <a:lnTo>
                    <a:pt x="1549268" y="82507"/>
                  </a:lnTo>
                  <a:lnTo>
                    <a:pt x="1557054" y="82552"/>
                  </a:lnTo>
                  <a:lnTo>
                    <a:pt x="1564839" y="82647"/>
                  </a:lnTo>
                  <a:lnTo>
                    <a:pt x="1572624" y="82741"/>
                  </a:lnTo>
                  <a:lnTo>
                    <a:pt x="1580409" y="82838"/>
                  </a:lnTo>
                  <a:lnTo>
                    <a:pt x="1588195" y="82938"/>
                  </a:lnTo>
                  <a:lnTo>
                    <a:pt x="1595980" y="83090"/>
                  </a:lnTo>
                  <a:lnTo>
                    <a:pt x="1603765" y="83241"/>
                  </a:lnTo>
                  <a:lnTo>
                    <a:pt x="1611550" y="83285"/>
                  </a:lnTo>
                  <a:lnTo>
                    <a:pt x="1619336" y="83295"/>
                  </a:lnTo>
                  <a:lnTo>
                    <a:pt x="1627121" y="83210"/>
                  </a:lnTo>
                  <a:lnTo>
                    <a:pt x="1634906" y="83144"/>
                  </a:lnTo>
                  <a:lnTo>
                    <a:pt x="1642692" y="83237"/>
                  </a:lnTo>
                  <a:lnTo>
                    <a:pt x="1650477" y="83334"/>
                  </a:lnTo>
                  <a:lnTo>
                    <a:pt x="1658262" y="83435"/>
                  </a:lnTo>
                  <a:lnTo>
                    <a:pt x="1666047" y="83608"/>
                  </a:lnTo>
                  <a:lnTo>
                    <a:pt x="1673833" y="83850"/>
                  </a:lnTo>
                  <a:lnTo>
                    <a:pt x="1681618" y="84056"/>
                  </a:lnTo>
                  <a:lnTo>
                    <a:pt x="1689403" y="84149"/>
                  </a:lnTo>
                  <a:lnTo>
                    <a:pt x="1697188" y="84241"/>
                  </a:lnTo>
                  <a:lnTo>
                    <a:pt x="1704974" y="84290"/>
                  </a:lnTo>
                  <a:lnTo>
                    <a:pt x="1712759" y="84338"/>
                  </a:lnTo>
                  <a:lnTo>
                    <a:pt x="1720544" y="84378"/>
                  </a:lnTo>
                  <a:lnTo>
                    <a:pt x="1728330" y="84397"/>
                  </a:lnTo>
                  <a:lnTo>
                    <a:pt x="1736115" y="84483"/>
                  </a:lnTo>
                  <a:lnTo>
                    <a:pt x="1743900" y="84531"/>
                  </a:lnTo>
                  <a:lnTo>
                    <a:pt x="1751685" y="84591"/>
                  </a:lnTo>
                  <a:lnTo>
                    <a:pt x="1759471" y="84699"/>
                  </a:lnTo>
                  <a:lnTo>
                    <a:pt x="1767256" y="84836"/>
                  </a:lnTo>
                  <a:lnTo>
                    <a:pt x="1775041" y="84971"/>
                  </a:lnTo>
                  <a:lnTo>
                    <a:pt x="1782826" y="85107"/>
                  </a:lnTo>
                  <a:lnTo>
                    <a:pt x="1790612" y="85242"/>
                  </a:lnTo>
                  <a:lnTo>
                    <a:pt x="1798397" y="85376"/>
                  </a:lnTo>
                  <a:lnTo>
                    <a:pt x="1806182" y="85510"/>
                  </a:lnTo>
                  <a:lnTo>
                    <a:pt x="1813967" y="85610"/>
                  </a:lnTo>
                  <a:lnTo>
                    <a:pt x="1821753" y="85700"/>
                  </a:lnTo>
                  <a:lnTo>
                    <a:pt x="1829538" y="85789"/>
                  </a:lnTo>
                  <a:lnTo>
                    <a:pt x="1837323" y="85879"/>
                  </a:lnTo>
                  <a:lnTo>
                    <a:pt x="1845109" y="85948"/>
                  </a:lnTo>
                  <a:lnTo>
                    <a:pt x="1852894" y="85926"/>
                  </a:lnTo>
                  <a:lnTo>
                    <a:pt x="1860679" y="85903"/>
                  </a:lnTo>
                  <a:lnTo>
                    <a:pt x="1868464" y="85989"/>
                  </a:lnTo>
                  <a:lnTo>
                    <a:pt x="1876250" y="86041"/>
                  </a:lnTo>
                  <a:lnTo>
                    <a:pt x="1884035" y="86002"/>
                  </a:lnTo>
                  <a:lnTo>
                    <a:pt x="1891820" y="85963"/>
                  </a:lnTo>
                  <a:lnTo>
                    <a:pt x="1899605" y="85925"/>
                  </a:lnTo>
                  <a:lnTo>
                    <a:pt x="1907391" y="85907"/>
                  </a:lnTo>
                  <a:lnTo>
                    <a:pt x="1915176" y="85992"/>
                  </a:lnTo>
                  <a:lnTo>
                    <a:pt x="1922961" y="86080"/>
                  </a:lnTo>
                  <a:lnTo>
                    <a:pt x="1930747" y="86169"/>
                  </a:lnTo>
                  <a:lnTo>
                    <a:pt x="1938532" y="86258"/>
                  </a:lnTo>
                  <a:lnTo>
                    <a:pt x="1946317" y="86347"/>
                  </a:lnTo>
                  <a:lnTo>
                    <a:pt x="1954102" y="86435"/>
                  </a:lnTo>
                  <a:lnTo>
                    <a:pt x="1961888" y="86523"/>
                  </a:lnTo>
                  <a:lnTo>
                    <a:pt x="1969673" y="86614"/>
                  </a:lnTo>
                  <a:lnTo>
                    <a:pt x="1977458" y="86733"/>
                  </a:lnTo>
                  <a:lnTo>
                    <a:pt x="1985243" y="86852"/>
                  </a:lnTo>
                  <a:lnTo>
                    <a:pt x="1993029" y="86926"/>
                  </a:lnTo>
                  <a:lnTo>
                    <a:pt x="2000814" y="86959"/>
                  </a:lnTo>
                  <a:lnTo>
                    <a:pt x="2008599" y="87044"/>
                  </a:lnTo>
                  <a:lnTo>
                    <a:pt x="2016385" y="8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6049435" y="4929745"/>
              <a:ext cx="2016385" cy="25527"/>
            </a:xfrm>
            <a:custGeom>
              <a:avLst/>
              <a:pathLst>
                <a:path w="2016385" h="25527">
                  <a:moveTo>
                    <a:pt x="2016385" y="25527"/>
                  </a:moveTo>
                  <a:lnTo>
                    <a:pt x="2008599" y="25494"/>
                  </a:lnTo>
                  <a:lnTo>
                    <a:pt x="2000814" y="25461"/>
                  </a:lnTo>
                  <a:lnTo>
                    <a:pt x="1993029" y="25430"/>
                  </a:lnTo>
                  <a:lnTo>
                    <a:pt x="1985243" y="25400"/>
                  </a:lnTo>
                  <a:lnTo>
                    <a:pt x="1977458" y="25369"/>
                  </a:lnTo>
                  <a:lnTo>
                    <a:pt x="1969673" y="25338"/>
                  </a:lnTo>
                  <a:lnTo>
                    <a:pt x="1961888" y="25306"/>
                  </a:lnTo>
                  <a:lnTo>
                    <a:pt x="1954102" y="25274"/>
                  </a:lnTo>
                  <a:lnTo>
                    <a:pt x="1946317" y="25242"/>
                  </a:lnTo>
                  <a:lnTo>
                    <a:pt x="1938532" y="25209"/>
                  </a:lnTo>
                  <a:lnTo>
                    <a:pt x="1930747" y="25176"/>
                  </a:lnTo>
                  <a:lnTo>
                    <a:pt x="1922961" y="25146"/>
                  </a:lnTo>
                  <a:lnTo>
                    <a:pt x="1915176" y="25116"/>
                  </a:lnTo>
                  <a:lnTo>
                    <a:pt x="1907391" y="25085"/>
                  </a:lnTo>
                  <a:lnTo>
                    <a:pt x="1899605" y="25055"/>
                  </a:lnTo>
                  <a:lnTo>
                    <a:pt x="1891820" y="25024"/>
                  </a:lnTo>
                  <a:lnTo>
                    <a:pt x="1884035" y="24992"/>
                  </a:lnTo>
                  <a:lnTo>
                    <a:pt x="1876250" y="24960"/>
                  </a:lnTo>
                  <a:lnTo>
                    <a:pt x="1868464" y="24928"/>
                  </a:lnTo>
                  <a:lnTo>
                    <a:pt x="1860679" y="24895"/>
                  </a:lnTo>
                  <a:lnTo>
                    <a:pt x="1852894" y="24862"/>
                  </a:lnTo>
                  <a:lnTo>
                    <a:pt x="1845109" y="24828"/>
                  </a:lnTo>
                  <a:lnTo>
                    <a:pt x="1837323" y="24795"/>
                  </a:lnTo>
                  <a:lnTo>
                    <a:pt x="1829538" y="24753"/>
                  </a:lnTo>
                  <a:lnTo>
                    <a:pt x="1821753" y="24706"/>
                  </a:lnTo>
                  <a:lnTo>
                    <a:pt x="1813967" y="24659"/>
                  </a:lnTo>
                  <a:lnTo>
                    <a:pt x="1806182" y="24610"/>
                  </a:lnTo>
                  <a:lnTo>
                    <a:pt x="1798397" y="24572"/>
                  </a:lnTo>
                  <a:lnTo>
                    <a:pt x="1790612" y="24534"/>
                  </a:lnTo>
                  <a:lnTo>
                    <a:pt x="1782826" y="24498"/>
                  </a:lnTo>
                  <a:lnTo>
                    <a:pt x="1775041" y="24462"/>
                  </a:lnTo>
                  <a:lnTo>
                    <a:pt x="1767256" y="24426"/>
                  </a:lnTo>
                  <a:lnTo>
                    <a:pt x="1759471" y="24387"/>
                  </a:lnTo>
                  <a:lnTo>
                    <a:pt x="1751685" y="24338"/>
                  </a:lnTo>
                  <a:lnTo>
                    <a:pt x="1743900" y="24298"/>
                  </a:lnTo>
                  <a:lnTo>
                    <a:pt x="1736115" y="24257"/>
                  </a:lnTo>
                  <a:lnTo>
                    <a:pt x="1728330" y="24215"/>
                  </a:lnTo>
                  <a:lnTo>
                    <a:pt x="1720544" y="24173"/>
                  </a:lnTo>
                  <a:lnTo>
                    <a:pt x="1712759" y="24131"/>
                  </a:lnTo>
                  <a:lnTo>
                    <a:pt x="1704974" y="24088"/>
                  </a:lnTo>
                  <a:lnTo>
                    <a:pt x="1697188" y="24044"/>
                  </a:lnTo>
                  <a:lnTo>
                    <a:pt x="1689403" y="24000"/>
                  </a:lnTo>
                  <a:lnTo>
                    <a:pt x="1681618" y="23955"/>
                  </a:lnTo>
                  <a:lnTo>
                    <a:pt x="1673833" y="23910"/>
                  </a:lnTo>
                  <a:lnTo>
                    <a:pt x="1666047" y="23864"/>
                  </a:lnTo>
                  <a:lnTo>
                    <a:pt x="1658262" y="23818"/>
                  </a:lnTo>
                  <a:lnTo>
                    <a:pt x="1650477" y="23770"/>
                  </a:lnTo>
                  <a:lnTo>
                    <a:pt x="1642692" y="23723"/>
                  </a:lnTo>
                  <a:lnTo>
                    <a:pt x="1634906" y="23674"/>
                  </a:lnTo>
                  <a:lnTo>
                    <a:pt x="1627121" y="23622"/>
                  </a:lnTo>
                  <a:lnTo>
                    <a:pt x="1619336" y="23566"/>
                  </a:lnTo>
                  <a:lnTo>
                    <a:pt x="1611550" y="23515"/>
                  </a:lnTo>
                  <a:lnTo>
                    <a:pt x="1603765" y="23466"/>
                  </a:lnTo>
                  <a:lnTo>
                    <a:pt x="1595980" y="23417"/>
                  </a:lnTo>
                  <a:lnTo>
                    <a:pt x="1588195" y="23367"/>
                  </a:lnTo>
                  <a:lnTo>
                    <a:pt x="1580409" y="23317"/>
                  </a:lnTo>
                  <a:lnTo>
                    <a:pt x="1572624" y="23266"/>
                  </a:lnTo>
                  <a:lnTo>
                    <a:pt x="1564839" y="23214"/>
                  </a:lnTo>
                  <a:lnTo>
                    <a:pt x="1557054" y="23159"/>
                  </a:lnTo>
                  <a:lnTo>
                    <a:pt x="1549268" y="23104"/>
                  </a:lnTo>
                  <a:lnTo>
                    <a:pt x="1541483" y="23049"/>
                  </a:lnTo>
                  <a:lnTo>
                    <a:pt x="1533698" y="22992"/>
                  </a:lnTo>
                  <a:lnTo>
                    <a:pt x="1525912" y="22935"/>
                  </a:lnTo>
                  <a:lnTo>
                    <a:pt x="1518127" y="22867"/>
                  </a:lnTo>
                  <a:lnTo>
                    <a:pt x="1510342" y="22811"/>
                  </a:lnTo>
                  <a:lnTo>
                    <a:pt x="1502557" y="22751"/>
                  </a:lnTo>
                  <a:lnTo>
                    <a:pt x="1494771" y="22694"/>
                  </a:lnTo>
                  <a:lnTo>
                    <a:pt x="1486986" y="22620"/>
                  </a:lnTo>
                  <a:lnTo>
                    <a:pt x="1479201" y="22562"/>
                  </a:lnTo>
                  <a:lnTo>
                    <a:pt x="1471416" y="22493"/>
                  </a:lnTo>
                  <a:lnTo>
                    <a:pt x="1463630" y="22421"/>
                  </a:lnTo>
                  <a:lnTo>
                    <a:pt x="1455845" y="22348"/>
                  </a:lnTo>
                  <a:lnTo>
                    <a:pt x="1448060" y="22273"/>
                  </a:lnTo>
                  <a:lnTo>
                    <a:pt x="1440275" y="22198"/>
                  </a:lnTo>
                  <a:lnTo>
                    <a:pt x="1432489" y="22122"/>
                  </a:lnTo>
                  <a:lnTo>
                    <a:pt x="1424704" y="22057"/>
                  </a:lnTo>
                  <a:lnTo>
                    <a:pt x="1416919" y="22001"/>
                  </a:lnTo>
                  <a:lnTo>
                    <a:pt x="1409133" y="21942"/>
                  </a:lnTo>
                  <a:lnTo>
                    <a:pt x="1401348" y="21883"/>
                  </a:lnTo>
                  <a:lnTo>
                    <a:pt x="1393563" y="21798"/>
                  </a:lnTo>
                  <a:lnTo>
                    <a:pt x="1385778" y="21699"/>
                  </a:lnTo>
                  <a:lnTo>
                    <a:pt x="1377992" y="21599"/>
                  </a:lnTo>
                  <a:lnTo>
                    <a:pt x="1370207" y="21529"/>
                  </a:lnTo>
                  <a:lnTo>
                    <a:pt x="1362422" y="21451"/>
                  </a:lnTo>
                  <a:lnTo>
                    <a:pt x="1354637" y="21365"/>
                  </a:lnTo>
                  <a:lnTo>
                    <a:pt x="1346851" y="21313"/>
                  </a:lnTo>
                  <a:lnTo>
                    <a:pt x="1339066" y="21219"/>
                  </a:lnTo>
                  <a:lnTo>
                    <a:pt x="1331281" y="21146"/>
                  </a:lnTo>
                  <a:lnTo>
                    <a:pt x="1323495" y="21052"/>
                  </a:lnTo>
                  <a:lnTo>
                    <a:pt x="1315710" y="20982"/>
                  </a:lnTo>
                  <a:lnTo>
                    <a:pt x="1307925" y="20903"/>
                  </a:lnTo>
                  <a:lnTo>
                    <a:pt x="1300140" y="20813"/>
                  </a:lnTo>
                  <a:lnTo>
                    <a:pt x="1292354" y="20706"/>
                  </a:lnTo>
                  <a:lnTo>
                    <a:pt x="1284569" y="20611"/>
                  </a:lnTo>
                  <a:lnTo>
                    <a:pt x="1276784" y="20509"/>
                  </a:lnTo>
                  <a:lnTo>
                    <a:pt x="1268999" y="20437"/>
                  </a:lnTo>
                  <a:lnTo>
                    <a:pt x="1261213" y="20364"/>
                  </a:lnTo>
                  <a:lnTo>
                    <a:pt x="1253428" y="20291"/>
                  </a:lnTo>
                  <a:lnTo>
                    <a:pt x="1245643" y="20232"/>
                  </a:lnTo>
                  <a:lnTo>
                    <a:pt x="1237857" y="20177"/>
                  </a:lnTo>
                  <a:lnTo>
                    <a:pt x="1230072" y="20121"/>
                  </a:lnTo>
                  <a:lnTo>
                    <a:pt x="1222287" y="20059"/>
                  </a:lnTo>
                  <a:lnTo>
                    <a:pt x="1214502" y="19972"/>
                  </a:lnTo>
                  <a:lnTo>
                    <a:pt x="1206716" y="19880"/>
                  </a:lnTo>
                  <a:lnTo>
                    <a:pt x="1198931" y="19785"/>
                  </a:lnTo>
                  <a:lnTo>
                    <a:pt x="1191146" y="19689"/>
                  </a:lnTo>
                  <a:lnTo>
                    <a:pt x="1183361" y="19592"/>
                  </a:lnTo>
                  <a:lnTo>
                    <a:pt x="1175575" y="19497"/>
                  </a:lnTo>
                  <a:lnTo>
                    <a:pt x="1167790" y="19393"/>
                  </a:lnTo>
                  <a:lnTo>
                    <a:pt x="1160005" y="19312"/>
                  </a:lnTo>
                  <a:lnTo>
                    <a:pt x="1152220" y="19230"/>
                  </a:lnTo>
                  <a:lnTo>
                    <a:pt x="1144434" y="19107"/>
                  </a:lnTo>
                  <a:lnTo>
                    <a:pt x="1136649" y="18993"/>
                  </a:lnTo>
                  <a:lnTo>
                    <a:pt x="1128864" y="18876"/>
                  </a:lnTo>
                  <a:lnTo>
                    <a:pt x="1121078" y="18759"/>
                  </a:lnTo>
                  <a:lnTo>
                    <a:pt x="1113293" y="18659"/>
                  </a:lnTo>
                  <a:lnTo>
                    <a:pt x="1105508" y="18550"/>
                  </a:lnTo>
                  <a:lnTo>
                    <a:pt x="1097723" y="18465"/>
                  </a:lnTo>
                  <a:lnTo>
                    <a:pt x="1089937" y="18394"/>
                  </a:lnTo>
                  <a:lnTo>
                    <a:pt x="1082152" y="18321"/>
                  </a:lnTo>
                  <a:lnTo>
                    <a:pt x="1074367" y="18201"/>
                  </a:lnTo>
                  <a:lnTo>
                    <a:pt x="1066582" y="18055"/>
                  </a:lnTo>
                  <a:lnTo>
                    <a:pt x="1058796" y="17955"/>
                  </a:lnTo>
                  <a:lnTo>
                    <a:pt x="1051011" y="17864"/>
                  </a:lnTo>
                  <a:lnTo>
                    <a:pt x="1043226" y="17757"/>
                  </a:lnTo>
                  <a:lnTo>
                    <a:pt x="1035440" y="17653"/>
                  </a:lnTo>
                  <a:lnTo>
                    <a:pt x="1027655" y="17565"/>
                  </a:lnTo>
                  <a:lnTo>
                    <a:pt x="1019870" y="17463"/>
                  </a:lnTo>
                  <a:lnTo>
                    <a:pt x="1012085" y="17347"/>
                  </a:lnTo>
                  <a:lnTo>
                    <a:pt x="1004299" y="17211"/>
                  </a:lnTo>
                  <a:lnTo>
                    <a:pt x="996514" y="17109"/>
                  </a:lnTo>
                  <a:lnTo>
                    <a:pt x="988729" y="16992"/>
                  </a:lnTo>
                  <a:lnTo>
                    <a:pt x="980944" y="16833"/>
                  </a:lnTo>
                  <a:lnTo>
                    <a:pt x="973158" y="16748"/>
                  </a:lnTo>
                  <a:lnTo>
                    <a:pt x="965373" y="16627"/>
                  </a:lnTo>
                  <a:lnTo>
                    <a:pt x="957588" y="16537"/>
                  </a:lnTo>
                  <a:lnTo>
                    <a:pt x="949802" y="16461"/>
                  </a:lnTo>
                  <a:lnTo>
                    <a:pt x="942017" y="16301"/>
                  </a:lnTo>
                  <a:lnTo>
                    <a:pt x="934232" y="16179"/>
                  </a:lnTo>
                  <a:lnTo>
                    <a:pt x="926447" y="16023"/>
                  </a:lnTo>
                  <a:lnTo>
                    <a:pt x="918661" y="15890"/>
                  </a:lnTo>
                  <a:lnTo>
                    <a:pt x="910876" y="15758"/>
                  </a:lnTo>
                  <a:lnTo>
                    <a:pt x="903091" y="15617"/>
                  </a:lnTo>
                  <a:lnTo>
                    <a:pt x="895306" y="15461"/>
                  </a:lnTo>
                  <a:lnTo>
                    <a:pt x="887520" y="15312"/>
                  </a:lnTo>
                  <a:lnTo>
                    <a:pt x="879735" y="15172"/>
                  </a:lnTo>
                  <a:lnTo>
                    <a:pt x="871950" y="15031"/>
                  </a:lnTo>
                  <a:lnTo>
                    <a:pt x="864165" y="14920"/>
                  </a:lnTo>
                  <a:lnTo>
                    <a:pt x="856379" y="14744"/>
                  </a:lnTo>
                  <a:lnTo>
                    <a:pt x="848594" y="14620"/>
                  </a:lnTo>
                  <a:lnTo>
                    <a:pt x="840809" y="14491"/>
                  </a:lnTo>
                  <a:lnTo>
                    <a:pt x="833023" y="14337"/>
                  </a:lnTo>
                  <a:lnTo>
                    <a:pt x="825238" y="14199"/>
                  </a:lnTo>
                  <a:lnTo>
                    <a:pt x="817453" y="14042"/>
                  </a:lnTo>
                  <a:lnTo>
                    <a:pt x="809668" y="13893"/>
                  </a:lnTo>
                  <a:lnTo>
                    <a:pt x="801882" y="13784"/>
                  </a:lnTo>
                  <a:lnTo>
                    <a:pt x="794097" y="13643"/>
                  </a:lnTo>
                  <a:lnTo>
                    <a:pt x="786312" y="13507"/>
                  </a:lnTo>
                  <a:lnTo>
                    <a:pt x="778527" y="13356"/>
                  </a:lnTo>
                  <a:lnTo>
                    <a:pt x="770741" y="13208"/>
                  </a:lnTo>
                  <a:lnTo>
                    <a:pt x="762956" y="13062"/>
                  </a:lnTo>
                  <a:lnTo>
                    <a:pt x="755171" y="12913"/>
                  </a:lnTo>
                  <a:lnTo>
                    <a:pt x="747385" y="12727"/>
                  </a:lnTo>
                  <a:lnTo>
                    <a:pt x="739600" y="12572"/>
                  </a:lnTo>
                  <a:lnTo>
                    <a:pt x="731815" y="12460"/>
                  </a:lnTo>
                  <a:lnTo>
                    <a:pt x="724030" y="12282"/>
                  </a:lnTo>
                  <a:lnTo>
                    <a:pt x="716244" y="12132"/>
                  </a:lnTo>
                  <a:lnTo>
                    <a:pt x="708459" y="12020"/>
                  </a:lnTo>
                  <a:lnTo>
                    <a:pt x="700674" y="11898"/>
                  </a:lnTo>
                  <a:lnTo>
                    <a:pt x="692889" y="11824"/>
                  </a:lnTo>
                  <a:lnTo>
                    <a:pt x="685103" y="11744"/>
                  </a:lnTo>
                  <a:lnTo>
                    <a:pt x="677318" y="11594"/>
                  </a:lnTo>
                  <a:lnTo>
                    <a:pt x="669533" y="11442"/>
                  </a:lnTo>
                  <a:lnTo>
                    <a:pt x="661747" y="11286"/>
                  </a:lnTo>
                  <a:lnTo>
                    <a:pt x="653962" y="11087"/>
                  </a:lnTo>
                  <a:lnTo>
                    <a:pt x="646177" y="10973"/>
                  </a:lnTo>
                  <a:lnTo>
                    <a:pt x="638392" y="10817"/>
                  </a:lnTo>
                  <a:lnTo>
                    <a:pt x="630606" y="10684"/>
                  </a:lnTo>
                  <a:lnTo>
                    <a:pt x="622821" y="10556"/>
                  </a:lnTo>
                  <a:lnTo>
                    <a:pt x="615036" y="10430"/>
                  </a:lnTo>
                  <a:lnTo>
                    <a:pt x="607251" y="10301"/>
                  </a:lnTo>
                  <a:lnTo>
                    <a:pt x="599465" y="10171"/>
                  </a:lnTo>
                  <a:lnTo>
                    <a:pt x="591680" y="9954"/>
                  </a:lnTo>
                  <a:lnTo>
                    <a:pt x="583895" y="9730"/>
                  </a:lnTo>
                  <a:lnTo>
                    <a:pt x="576110" y="9562"/>
                  </a:lnTo>
                  <a:lnTo>
                    <a:pt x="568324" y="9436"/>
                  </a:lnTo>
                  <a:lnTo>
                    <a:pt x="560539" y="9240"/>
                  </a:lnTo>
                  <a:lnTo>
                    <a:pt x="552754" y="9008"/>
                  </a:lnTo>
                  <a:lnTo>
                    <a:pt x="544968" y="8867"/>
                  </a:lnTo>
                  <a:lnTo>
                    <a:pt x="537183" y="8772"/>
                  </a:lnTo>
                  <a:lnTo>
                    <a:pt x="529398" y="8677"/>
                  </a:lnTo>
                  <a:lnTo>
                    <a:pt x="521613" y="8536"/>
                  </a:lnTo>
                  <a:lnTo>
                    <a:pt x="513827" y="8378"/>
                  </a:lnTo>
                  <a:lnTo>
                    <a:pt x="506042" y="8204"/>
                  </a:lnTo>
                  <a:lnTo>
                    <a:pt x="498257" y="8090"/>
                  </a:lnTo>
                  <a:lnTo>
                    <a:pt x="490472" y="8005"/>
                  </a:lnTo>
                  <a:lnTo>
                    <a:pt x="482686" y="7878"/>
                  </a:lnTo>
                  <a:lnTo>
                    <a:pt x="474901" y="7794"/>
                  </a:lnTo>
                  <a:lnTo>
                    <a:pt x="467116" y="7709"/>
                  </a:lnTo>
                  <a:lnTo>
                    <a:pt x="459330" y="7622"/>
                  </a:lnTo>
                  <a:lnTo>
                    <a:pt x="451545" y="7378"/>
                  </a:lnTo>
                  <a:lnTo>
                    <a:pt x="443760" y="7273"/>
                  </a:lnTo>
                  <a:lnTo>
                    <a:pt x="435975" y="7167"/>
                  </a:lnTo>
                  <a:lnTo>
                    <a:pt x="428189" y="7042"/>
                  </a:lnTo>
                  <a:lnTo>
                    <a:pt x="420404" y="6910"/>
                  </a:lnTo>
                  <a:lnTo>
                    <a:pt x="412619" y="6793"/>
                  </a:lnTo>
                  <a:lnTo>
                    <a:pt x="404834" y="6610"/>
                  </a:lnTo>
                  <a:lnTo>
                    <a:pt x="397048" y="6457"/>
                  </a:lnTo>
                  <a:lnTo>
                    <a:pt x="389263" y="6325"/>
                  </a:lnTo>
                  <a:lnTo>
                    <a:pt x="381478" y="6136"/>
                  </a:lnTo>
                  <a:lnTo>
                    <a:pt x="373692" y="5941"/>
                  </a:lnTo>
                  <a:lnTo>
                    <a:pt x="365907" y="5816"/>
                  </a:lnTo>
                  <a:lnTo>
                    <a:pt x="358122" y="5654"/>
                  </a:lnTo>
                  <a:lnTo>
                    <a:pt x="350337" y="5463"/>
                  </a:lnTo>
                  <a:lnTo>
                    <a:pt x="342551" y="5326"/>
                  </a:lnTo>
                  <a:lnTo>
                    <a:pt x="334766" y="5209"/>
                  </a:lnTo>
                  <a:lnTo>
                    <a:pt x="326981" y="5055"/>
                  </a:lnTo>
                  <a:lnTo>
                    <a:pt x="319196" y="4860"/>
                  </a:lnTo>
                  <a:lnTo>
                    <a:pt x="311410" y="4670"/>
                  </a:lnTo>
                  <a:lnTo>
                    <a:pt x="303625" y="4557"/>
                  </a:lnTo>
                  <a:lnTo>
                    <a:pt x="295840" y="4467"/>
                  </a:lnTo>
                  <a:lnTo>
                    <a:pt x="288055" y="4255"/>
                  </a:lnTo>
                  <a:lnTo>
                    <a:pt x="280269" y="4102"/>
                  </a:lnTo>
                  <a:lnTo>
                    <a:pt x="272484" y="3920"/>
                  </a:lnTo>
                  <a:lnTo>
                    <a:pt x="264699" y="3733"/>
                  </a:lnTo>
                  <a:lnTo>
                    <a:pt x="256913" y="3575"/>
                  </a:lnTo>
                  <a:lnTo>
                    <a:pt x="249128" y="3396"/>
                  </a:lnTo>
                  <a:lnTo>
                    <a:pt x="241343" y="3197"/>
                  </a:lnTo>
                  <a:lnTo>
                    <a:pt x="233558" y="3044"/>
                  </a:lnTo>
                  <a:lnTo>
                    <a:pt x="225772" y="2909"/>
                  </a:lnTo>
                  <a:lnTo>
                    <a:pt x="217987" y="2707"/>
                  </a:lnTo>
                  <a:lnTo>
                    <a:pt x="210202" y="2431"/>
                  </a:lnTo>
                  <a:lnTo>
                    <a:pt x="202417" y="2368"/>
                  </a:lnTo>
                  <a:lnTo>
                    <a:pt x="194631" y="2311"/>
                  </a:lnTo>
                  <a:lnTo>
                    <a:pt x="186846" y="2141"/>
                  </a:lnTo>
                  <a:lnTo>
                    <a:pt x="179061" y="1964"/>
                  </a:lnTo>
                  <a:lnTo>
                    <a:pt x="171275" y="1829"/>
                  </a:lnTo>
                  <a:lnTo>
                    <a:pt x="163490" y="1707"/>
                  </a:lnTo>
                  <a:lnTo>
                    <a:pt x="155705" y="1632"/>
                  </a:lnTo>
                  <a:lnTo>
                    <a:pt x="147920" y="1503"/>
                  </a:lnTo>
                  <a:lnTo>
                    <a:pt x="140134" y="1432"/>
                  </a:lnTo>
                  <a:lnTo>
                    <a:pt x="132349" y="1416"/>
                  </a:lnTo>
                  <a:lnTo>
                    <a:pt x="124564" y="1369"/>
                  </a:lnTo>
                  <a:lnTo>
                    <a:pt x="116779" y="1212"/>
                  </a:lnTo>
                  <a:lnTo>
                    <a:pt x="108993" y="1119"/>
                  </a:lnTo>
                  <a:lnTo>
                    <a:pt x="101208" y="1041"/>
                  </a:lnTo>
                  <a:lnTo>
                    <a:pt x="93423" y="921"/>
                  </a:lnTo>
                  <a:lnTo>
                    <a:pt x="85637" y="772"/>
                  </a:lnTo>
                  <a:lnTo>
                    <a:pt x="77852" y="622"/>
                  </a:lnTo>
                  <a:lnTo>
                    <a:pt x="70067" y="482"/>
                  </a:lnTo>
                  <a:lnTo>
                    <a:pt x="62282" y="426"/>
                  </a:lnTo>
                  <a:lnTo>
                    <a:pt x="54496" y="370"/>
                  </a:lnTo>
                  <a:lnTo>
                    <a:pt x="46711" y="310"/>
                  </a:lnTo>
                  <a:lnTo>
                    <a:pt x="38926" y="241"/>
                  </a:lnTo>
                  <a:lnTo>
                    <a:pt x="31141" y="199"/>
                  </a:lnTo>
                  <a:lnTo>
                    <a:pt x="23355" y="159"/>
                  </a:lnTo>
                  <a:lnTo>
                    <a:pt x="15570" y="126"/>
                  </a:lnTo>
                  <a:lnTo>
                    <a:pt x="7785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6049435" y="4822091"/>
              <a:ext cx="2016385" cy="133066"/>
            </a:xfrm>
            <a:custGeom>
              <a:avLst/>
              <a:pathLst>
                <a:path w="2016385" h="133066">
                  <a:moveTo>
                    <a:pt x="0" y="0"/>
                  </a:moveTo>
                  <a:lnTo>
                    <a:pt x="7785" y="1214"/>
                  </a:lnTo>
                  <a:lnTo>
                    <a:pt x="15570" y="2431"/>
                  </a:lnTo>
                  <a:lnTo>
                    <a:pt x="23355" y="3642"/>
                  </a:lnTo>
                  <a:lnTo>
                    <a:pt x="31141" y="4845"/>
                  </a:lnTo>
                  <a:lnTo>
                    <a:pt x="38926" y="6040"/>
                  </a:lnTo>
                  <a:lnTo>
                    <a:pt x="46711" y="7226"/>
                  </a:lnTo>
                  <a:lnTo>
                    <a:pt x="54496" y="8404"/>
                  </a:lnTo>
                  <a:lnTo>
                    <a:pt x="62282" y="9798"/>
                  </a:lnTo>
                  <a:lnTo>
                    <a:pt x="70067" y="11191"/>
                  </a:lnTo>
                  <a:lnTo>
                    <a:pt x="77852" y="12431"/>
                  </a:lnTo>
                  <a:lnTo>
                    <a:pt x="85637" y="13478"/>
                  </a:lnTo>
                  <a:lnTo>
                    <a:pt x="93423" y="14518"/>
                  </a:lnTo>
                  <a:lnTo>
                    <a:pt x="101208" y="15551"/>
                  </a:lnTo>
                  <a:lnTo>
                    <a:pt x="108993" y="16577"/>
                  </a:lnTo>
                  <a:lnTo>
                    <a:pt x="116779" y="17596"/>
                  </a:lnTo>
                  <a:lnTo>
                    <a:pt x="124564" y="18609"/>
                  </a:lnTo>
                  <a:lnTo>
                    <a:pt x="132349" y="19663"/>
                  </a:lnTo>
                  <a:lnTo>
                    <a:pt x="140134" y="20605"/>
                  </a:lnTo>
                  <a:lnTo>
                    <a:pt x="147920" y="21588"/>
                  </a:lnTo>
                  <a:lnTo>
                    <a:pt x="155705" y="22578"/>
                  </a:lnTo>
                  <a:lnTo>
                    <a:pt x="163490" y="23743"/>
                  </a:lnTo>
                  <a:lnTo>
                    <a:pt x="171275" y="24841"/>
                  </a:lnTo>
                  <a:lnTo>
                    <a:pt x="179061" y="26027"/>
                  </a:lnTo>
                  <a:lnTo>
                    <a:pt x="186846" y="27062"/>
                  </a:lnTo>
                  <a:lnTo>
                    <a:pt x="194631" y="28148"/>
                  </a:lnTo>
                  <a:lnTo>
                    <a:pt x="202417" y="29277"/>
                  </a:lnTo>
                  <a:lnTo>
                    <a:pt x="210202" y="30396"/>
                  </a:lnTo>
                  <a:lnTo>
                    <a:pt x="217987" y="31262"/>
                  </a:lnTo>
                  <a:lnTo>
                    <a:pt x="225772" y="32232"/>
                  </a:lnTo>
                  <a:lnTo>
                    <a:pt x="233558" y="32874"/>
                  </a:lnTo>
                  <a:lnTo>
                    <a:pt x="241343" y="33811"/>
                  </a:lnTo>
                  <a:lnTo>
                    <a:pt x="249128" y="34160"/>
                  </a:lnTo>
                  <a:lnTo>
                    <a:pt x="256913" y="34738"/>
                  </a:lnTo>
                  <a:lnTo>
                    <a:pt x="264699" y="35629"/>
                  </a:lnTo>
                  <a:lnTo>
                    <a:pt x="272484" y="36507"/>
                  </a:lnTo>
                  <a:lnTo>
                    <a:pt x="280269" y="37382"/>
                  </a:lnTo>
                  <a:lnTo>
                    <a:pt x="288055" y="38055"/>
                  </a:lnTo>
                  <a:lnTo>
                    <a:pt x="295840" y="38532"/>
                  </a:lnTo>
                  <a:lnTo>
                    <a:pt x="303625" y="39011"/>
                  </a:lnTo>
                  <a:lnTo>
                    <a:pt x="311410" y="39950"/>
                  </a:lnTo>
                  <a:lnTo>
                    <a:pt x="319196" y="40937"/>
                  </a:lnTo>
                  <a:lnTo>
                    <a:pt x="326981" y="41487"/>
                  </a:lnTo>
                  <a:lnTo>
                    <a:pt x="334766" y="42480"/>
                  </a:lnTo>
                  <a:lnTo>
                    <a:pt x="342551" y="43118"/>
                  </a:lnTo>
                  <a:lnTo>
                    <a:pt x="350337" y="43940"/>
                  </a:lnTo>
                  <a:lnTo>
                    <a:pt x="358122" y="44589"/>
                  </a:lnTo>
                  <a:lnTo>
                    <a:pt x="365907" y="45240"/>
                  </a:lnTo>
                  <a:lnTo>
                    <a:pt x="373692" y="45892"/>
                  </a:lnTo>
                  <a:lnTo>
                    <a:pt x="381478" y="46539"/>
                  </a:lnTo>
                  <a:lnTo>
                    <a:pt x="389263" y="47257"/>
                  </a:lnTo>
                  <a:lnTo>
                    <a:pt x="397048" y="48090"/>
                  </a:lnTo>
                  <a:lnTo>
                    <a:pt x="404834" y="48829"/>
                  </a:lnTo>
                  <a:lnTo>
                    <a:pt x="412619" y="49358"/>
                  </a:lnTo>
                  <a:lnTo>
                    <a:pt x="420404" y="49884"/>
                  </a:lnTo>
                  <a:lnTo>
                    <a:pt x="428189" y="50314"/>
                  </a:lnTo>
                  <a:lnTo>
                    <a:pt x="435975" y="50927"/>
                  </a:lnTo>
                  <a:lnTo>
                    <a:pt x="443760" y="51445"/>
                  </a:lnTo>
                  <a:lnTo>
                    <a:pt x="451545" y="51961"/>
                  </a:lnTo>
                  <a:lnTo>
                    <a:pt x="459330" y="52543"/>
                  </a:lnTo>
                  <a:lnTo>
                    <a:pt x="467116" y="53241"/>
                  </a:lnTo>
                  <a:lnTo>
                    <a:pt x="474901" y="53924"/>
                  </a:lnTo>
                  <a:lnTo>
                    <a:pt x="482686" y="54540"/>
                  </a:lnTo>
                  <a:lnTo>
                    <a:pt x="490472" y="55156"/>
                  </a:lnTo>
                  <a:lnTo>
                    <a:pt x="498257" y="55797"/>
                  </a:lnTo>
                  <a:lnTo>
                    <a:pt x="506042" y="56294"/>
                  </a:lnTo>
                  <a:lnTo>
                    <a:pt x="513827" y="57067"/>
                  </a:lnTo>
                  <a:lnTo>
                    <a:pt x="521613" y="57694"/>
                  </a:lnTo>
                  <a:lnTo>
                    <a:pt x="529398" y="58066"/>
                  </a:lnTo>
                  <a:lnTo>
                    <a:pt x="537183" y="58579"/>
                  </a:lnTo>
                  <a:lnTo>
                    <a:pt x="544968" y="59012"/>
                  </a:lnTo>
                  <a:lnTo>
                    <a:pt x="552754" y="59639"/>
                  </a:lnTo>
                  <a:lnTo>
                    <a:pt x="560539" y="60241"/>
                  </a:lnTo>
                  <a:lnTo>
                    <a:pt x="568324" y="60808"/>
                  </a:lnTo>
                  <a:lnTo>
                    <a:pt x="576110" y="61361"/>
                  </a:lnTo>
                  <a:lnTo>
                    <a:pt x="583895" y="61902"/>
                  </a:lnTo>
                  <a:lnTo>
                    <a:pt x="591680" y="62447"/>
                  </a:lnTo>
                  <a:lnTo>
                    <a:pt x="599465" y="62982"/>
                  </a:lnTo>
                  <a:lnTo>
                    <a:pt x="607251" y="63509"/>
                  </a:lnTo>
                  <a:lnTo>
                    <a:pt x="615036" y="64034"/>
                  </a:lnTo>
                  <a:lnTo>
                    <a:pt x="622821" y="64565"/>
                  </a:lnTo>
                  <a:lnTo>
                    <a:pt x="630606" y="65091"/>
                  </a:lnTo>
                  <a:lnTo>
                    <a:pt x="638392" y="65577"/>
                  </a:lnTo>
                  <a:lnTo>
                    <a:pt x="646177" y="65830"/>
                  </a:lnTo>
                  <a:lnTo>
                    <a:pt x="653962" y="66029"/>
                  </a:lnTo>
                  <a:lnTo>
                    <a:pt x="661747" y="66374"/>
                  </a:lnTo>
                  <a:lnTo>
                    <a:pt x="669533" y="67001"/>
                  </a:lnTo>
                  <a:lnTo>
                    <a:pt x="677318" y="67623"/>
                  </a:lnTo>
                  <a:lnTo>
                    <a:pt x="685103" y="68240"/>
                  </a:lnTo>
                  <a:lnTo>
                    <a:pt x="692889" y="68686"/>
                  </a:lnTo>
                  <a:lnTo>
                    <a:pt x="700674" y="68833"/>
                  </a:lnTo>
                  <a:lnTo>
                    <a:pt x="708459" y="69015"/>
                  </a:lnTo>
                  <a:lnTo>
                    <a:pt x="716244" y="69462"/>
                  </a:lnTo>
                  <a:lnTo>
                    <a:pt x="724030" y="69917"/>
                  </a:lnTo>
                  <a:lnTo>
                    <a:pt x="731815" y="70378"/>
                  </a:lnTo>
                  <a:lnTo>
                    <a:pt x="739600" y="70822"/>
                  </a:lnTo>
                  <a:lnTo>
                    <a:pt x="747385" y="71265"/>
                  </a:lnTo>
                  <a:lnTo>
                    <a:pt x="755171" y="71691"/>
                  </a:lnTo>
                  <a:lnTo>
                    <a:pt x="762956" y="72152"/>
                  </a:lnTo>
                  <a:lnTo>
                    <a:pt x="770741" y="72393"/>
                  </a:lnTo>
                  <a:lnTo>
                    <a:pt x="778527" y="72425"/>
                  </a:lnTo>
                  <a:lnTo>
                    <a:pt x="786312" y="72423"/>
                  </a:lnTo>
                  <a:lnTo>
                    <a:pt x="794097" y="72438"/>
                  </a:lnTo>
                  <a:lnTo>
                    <a:pt x="801882" y="72786"/>
                  </a:lnTo>
                  <a:lnTo>
                    <a:pt x="809668" y="73070"/>
                  </a:lnTo>
                  <a:lnTo>
                    <a:pt x="817453" y="73634"/>
                  </a:lnTo>
                  <a:lnTo>
                    <a:pt x="825238" y="73942"/>
                  </a:lnTo>
                  <a:lnTo>
                    <a:pt x="833023" y="74293"/>
                  </a:lnTo>
                  <a:lnTo>
                    <a:pt x="840809" y="74698"/>
                  </a:lnTo>
                  <a:lnTo>
                    <a:pt x="848594" y="74934"/>
                  </a:lnTo>
                  <a:lnTo>
                    <a:pt x="856379" y="75280"/>
                  </a:lnTo>
                  <a:lnTo>
                    <a:pt x="864165" y="75585"/>
                  </a:lnTo>
                  <a:lnTo>
                    <a:pt x="871950" y="76057"/>
                  </a:lnTo>
                  <a:lnTo>
                    <a:pt x="879735" y="76343"/>
                  </a:lnTo>
                  <a:lnTo>
                    <a:pt x="887520" y="76720"/>
                  </a:lnTo>
                  <a:lnTo>
                    <a:pt x="895306" y="77094"/>
                  </a:lnTo>
                  <a:lnTo>
                    <a:pt x="903091" y="77472"/>
                  </a:lnTo>
                  <a:lnTo>
                    <a:pt x="910876" y="77787"/>
                  </a:lnTo>
                  <a:lnTo>
                    <a:pt x="918661" y="78007"/>
                  </a:lnTo>
                  <a:lnTo>
                    <a:pt x="926447" y="78333"/>
                  </a:lnTo>
                  <a:lnTo>
                    <a:pt x="934232" y="78450"/>
                  </a:lnTo>
                  <a:lnTo>
                    <a:pt x="942017" y="78612"/>
                  </a:lnTo>
                  <a:lnTo>
                    <a:pt x="949802" y="78774"/>
                  </a:lnTo>
                  <a:lnTo>
                    <a:pt x="957588" y="78935"/>
                  </a:lnTo>
                  <a:lnTo>
                    <a:pt x="965373" y="79095"/>
                  </a:lnTo>
                  <a:lnTo>
                    <a:pt x="973158" y="79361"/>
                  </a:lnTo>
                  <a:lnTo>
                    <a:pt x="980944" y="79416"/>
                  </a:lnTo>
                  <a:lnTo>
                    <a:pt x="988729" y="79577"/>
                  </a:lnTo>
                  <a:lnTo>
                    <a:pt x="996514" y="80072"/>
                  </a:lnTo>
                  <a:lnTo>
                    <a:pt x="1004299" y="80298"/>
                  </a:lnTo>
                  <a:lnTo>
                    <a:pt x="1012085" y="80288"/>
                  </a:lnTo>
                  <a:lnTo>
                    <a:pt x="1019870" y="80278"/>
                  </a:lnTo>
                  <a:lnTo>
                    <a:pt x="1027655" y="80366"/>
                  </a:lnTo>
                  <a:lnTo>
                    <a:pt x="1035440" y="80520"/>
                  </a:lnTo>
                  <a:lnTo>
                    <a:pt x="1043226" y="80671"/>
                  </a:lnTo>
                  <a:lnTo>
                    <a:pt x="1051011" y="80826"/>
                  </a:lnTo>
                  <a:lnTo>
                    <a:pt x="1058796" y="80837"/>
                  </a:lnTo>
                  <a:lnTo>
                    <a:pt x="1066582" y="81025"/>
                  </a:lnTo>
                  <a:lnTo>
                    <a:pt x="1074367" y="81298"/>
                  </a:lnTo>
                  <a:lnTo>
                    <a:pt x="1082152" y="81530"/>
                  </a:lnTo>
                  <a:lnTo>
                    <a:pt x="1089937" y="81694"/>
                  </a:lnTo>
                  <a:lnTo>
                    <a:pt x="1097723" y="81859"/>
                  </a:lnTo>
                  <a:lnTo>
                    <a:pt x="1105508" y="82024"/>
                  </a:lnTo>
                  <a:lnTo>
                    <a:pt x="1113293" y="82163"/>
                  </a:lnTo>
                  <a:lnTo>
                    <a:pt x="1121078" y="82350"/>
                  </a:lnTo>
                  <a:lnTo>
                    <a:pt x="1128864" y="82515"/>
                  </a:lnTo>
                  <a:lnTo>
                    <a:pt x="1136649" y="82745"/>
                  </a:lnTo>
                  <a:lnTo>
                    <a:pt x="1144434" y="82993"/>
                  </a:lnTo>
                  <a:lnTo>
                    <a:pt x="1152220" y="83198"/>
                  </a:lnTo>
                  <a:lnTo>
                    <a:pt x="1160005" y="83405"/>
                  </a:lnTo>
                  <a:lnTo>
                    <a:pt x="1167790" y="83612"/>
                  </a:lnTo>
                  <a:lnTo>
                    <a:pt x="1175575" y="83751"/>
                  </a:lnTo>
                  <a:lnTo>
                    <a:pt x="1183361" y="83835"/>
                  </a:lnTo>
                  <a:lnTo>
                    <a:pt x="1191146" y="83898"/>
                  </a:lnTo>
                  <a:lnTo>
                    <a:pt x="1198931" y="83972"/>
                  </a:lnTo>
                  <a:lnTo>
                    <a:pt x="1206716" y="84118"/>
                  </a:lnTo>
                  <a:lnTo>
                    <a:pt x="1214502" y="84354"/>
                  </a:lnTo>
                  <a:lnTo>
                    <a:pt x="1222287" y="84435"/>
                  </a:lnTo>
                  <a:lnTo>
                    <a:pt x="1230072" y="84672"/>
                  </a:lnTo>
                  <a:lnTo>
                    <a:pt x="1237857" y="84811"/>
                  </a:lnTo>
                  <a:lnTo>
                    <a:pt x="1245643" y="84950"/>
                  </a:lnTo>
                  <a:lnTo>
                    <a:pt x="1253428" y="85130"/>
                  </a:lnTo>
                  <a:lnTo>
                    <a:pt x="1261213" y="85457"/>
                  </a:lnTo>
                  <a:lnTo>
                    <a:pt x="1268999" y="85783"/>
                  </a:lnTo>
                  <a:lnTo>
                    <a:pt x="1276784" y="85892"/>
                  </a:lnTo>
                  <a:lnTo>
                    <a:pt x="1284569" y="85992"/>
                  </a:lnTo>
                  <a:lnTo>
                    <a:pt x="1292354" y="86110"/>
                  </a:lnTo>
                  <a:lnTo>
                    <a:pt x="1300140" y="86214"/>
                  </a:lnTo>
                  <a:lnTo>
                    <a:pt x="1307925" y="86317"/>
                  </a:lnTo>
                  <a:lnTo>
                    <a:pt x="1315710" y="86408"/>
                  </a:lnTo>
                  <a:lnTo>
                    <a:pt x="1323495" y="86498"/>
                  </a:lnTo>
                  <a:lnTo>
                    <a:pt x="1331281" y="86593"/>
                  </a:lnTo>
                  <a:lnTo>
                    <a:pt x="1339066" y="86744"/>
                  </a:lnTo>
                  <a:lnTo>
                    <a:pt x="1346851" y="86955"/>
                  </a:lnTo>
                  <a:lnTo>
                    <a:pt x="1354637" y="87096"/>
                  </a:lnTo>
                  <a:lnTo>
                    <a:pt x="1362422" y="87222"/>
                  </a:lnTo>
                  <a:lnTo>
                    <a:pt x="1370207" y="87343"/>
                  </a:lnTo>
                  <a:lnTo>
                    <a:pt x="1377992" y="87513"/>
                  </a:lnTo>
                  <a:lnTo>
                    <a:pt x="1385778" y="87640"/>
                  </a:lnTo>
                  <a:lnTo>
                    <a:pt x="1393563" y="87838"/>
                  </a:lnTo>
                  <a:lnTo>
                    <a:pt x="1401348" y="87971"/>
                  </a:lnTo>
                  <a:lnTo>
                    <a:pt x="1409133" y="88070"/>
                  </a:lnTo>
                  <a:lnTo>
                    <a:pt x="1416919" y="88169"/>
                  </a:lnTo>
                  <a:lnTo>
                    <a:pt x="1424704" y="88269"/>
                  </a:lnTo>
                  <a:lnTo>
                    <a:pt x="1432489" y="88369"/>
                  </a:lnTo>
                  <a:lnTo>
                    <a:pt x="1440275" y="88468"/>
                  </a:lnTo>
                  <a:lnTo>
                    <a:pt x="1448060" y="88568"/>
                  </a:lnTo>
                  <a:lnTo>
                    <a:pt x="1455845" y="88667"/>
                  </a:lnTo>
                  <a:lnTo>
                    <a:pt x="1463630" y="88765"/>
                  </a:lnTo>
                  <a:lnTo>
                    <a:pt x="1471416" y="88855"/>
                  </a:lnTo>
                  <a:lnTo>
                    <a:pt x="1479201" y="88939"/>
                  </a:lnTo>
                  <a:lnTo>
                    <a:pt x="1486986" y="89057"/>
                  </a:lnTo>
                  <a:lnTo>
                    <a:pt x="1494771" y="89155"/>
                  </a:lnTo>
                  <a:lnTo>
                    <a:pt x="1502557" y="89254"/>
                  </a:lnTo>
                  <a:lnTo>
                    <a:pt x="1510342" y="89352"/>
                  </a:lnTo>
                  <a:lnTo>
                    <a:pt x="1518127" y="89473"/>
                  </a:lnTo>
                  <a:lnTo>
                    <a:pt x="1525912" y="89605"/>
                  </a:lnTo>
                  <a:lnTo>
                    <a:pt x="1533698" y="89737"/>
                  </a:lnTo>
                  <a:lnTo>
                    <a:pt x="1541483" y="89869"/>
                  </a:lnTo>
                  <a:lnTo>
                    <a:pt x="1549268" y="89938"/>
                  </a:lnTo>
                  <a:lnTo>
                    <a:pt x="1557054" y="90102"/>
                  </a:lnTo>
                  <a:lnTo>
                    <a:pt x="1564839" y="90228"/>
                  </a:lnTo>
                  <a:lnTo>
                    <a:pt x="1572624" y="90320"/>
                  </a:lnTo>
                  <a:lnTo>
                    <a:pt x="1580409" y="90427"/>
                  </a:lnTo>
                  <a:lnTo>
                    <a:pt x="1588195" y="90534"/>
                  </a:lnTo>
                  <a:lnTo>
                    <a:pt x="1595980" y="90578"/>
                  </a:lnTo>
                  <a:lnTo>
                    <a:pt x="1603765" y="90547"/>
                  </a:lnTo>
                  <a:lnTo>
                    <a:pt x="1611550" y="90599"/>
                  </a:lnTo>
                  <a:lnTo>
                    <a:pt x="1619336" y="90695"/>
                  </a:lnTo>
                  <a:lnTo>
                    <a:pt x="1627121" y="90865"/>
                  </a:lnTo>
                  <a:lnTo>
                    <a:pt x="1634906" y="91039"/>
                  </a:lnTo>
                  <a:lnTo>
                    <a:pt x="1642692" y="91192"/>
                  </a:lnTo>
                  <a:lnTo>
                    <a:pt x="1650477" y="91254"/>
                  </a:lnTo>
                  <a:lnTo>
                    <a:pt x="1658262" y="91317"/>
                  </a:lnTo>
                  <a:lnTo>
                    <a:pt x="1666047" y="91381"/>
                  </a:lnTo>
                  <a:lnTo>
                    <a:pt x="1673833" y="91468"/>
                  </a:lnTo>
                  <a:lnTo>
                    <a:pt x="1681618" y="91628"/>
                  </a:lnTo>
                  <a:lnTo>
                    <a:pt x="1689403" y="91779"/>
                  </a:lnTo>
                  <a:lnTo>
                    <a:pt x="1697188" y="91840"/>
                  </a:lnTo>
                  <a:lnTo>
                    <a:pt x="1704974" y="91902"/>
                  </a:lnTo>
                  <a:lnTo>
                    <a:pt x="1712759" y="91979"/>
                  </a:lnTo>
                  <a:lnTo>
                    <a:pt x="1720544" y="92063"/>
                  </a:lnTo>
                  <a:lnTo>
                    <a:pt x="1728330" y="92034"/>
                  </a:lnTo>
                  <a:lnTo>
                    <a:pt x="1736115" y="92092"/>
                  </a:lnTo>
                  <a:lnTo>
                    <a:pt x="1743900" y="92049"/>
                  </a:lnTo>
                  <a:lnTo>
                    <a:pt x="1751685" y="92141"/>
                  </a:lnTo>
                  <a:lnTo>
                    <a:pt x="1759471" y="92234"/>
                  </a:lnTo>
                  <a:lnTo>
                    <a:pt x="1767256" y="92307"/>
                  </a:lnTo>
                  <a:lnTo>
                    <a:pt x="1775041" y="92256"/>
                  </a:lnTo>
                  <a:lnTo>
                    <a:pt x="1782826" y="92329"/>
                  </a:lnTo>
                  <a:lnTo>
                    <a:pt x="1790612" y="92421"/>
                  </a:lnTo>
                  <a:lnTo>
                    <a:pt x="1798397" y="92469"/>
                  </a:lnTo>
                  <a:lnTo>
                    <a:pt x="1806182" y="92480"/>
                  </a:lnTo>
                  <a:lnTo>
                    <a:pt x="1813967" y="92538"/>
                  </a:lnTo>
                  <a:lnTo>
                    <a:pt x="1821753" y="92597"/>
                  </a:lnTo>
                  <a:lnTo>
                    <a:pt x="1829538" y="92659"/>
                  </a:lnTo>
                  <a:lnTo>
                    <a:pt x="1837323" y="92721"/>
                  </a:lnTo>
                  <a:lnTo>
                    <a:pt x="1845109" y="92803"/>
                  </a:lnTo>
                  <a:lnTo>
                    <a:pt x="1852894" y="92913"/>
                  </a:lnTo>
                  <a:lnTo>
                    <a:pt x="1860679" y="92901"/>
                  </a:lnTo>
                  <a:lnTo>
                    <a:pt x="1868464" y="92959"/>
                  </a:lnTo>
                  <a:lnTo>
                    <a:pt x="1876250" y="93003"/>
                  </a:lnTo>
                  <a:lnTo>
                    <a:pt x="1884035" y="92949"/>
                  </a:lnTo>
                  <a:lnTo>
                    <a:pt x="1891820" y="92896"/>
                  </a:lnTo>
                  <a:lnTo>
                    <a:pt x="1899605" y="92842"/>
                  </a:lnTo>
                  <a:lnTo>
                    <a:pt x="1907391" y="92821"/>
                  </a:lnTo>
                  <a:lnTo>
                    <a:pt x="1915176" y="92889"/>
                  </a:lnTo>
                  <a:lnTo>
                    <a:pt x="1922961" y="92961"/>
                  </a:lnTo>
                  <a:lnTo>
                    <a:pt x="1930747" y="93033"/>
                  </a:lnTo>
                  <a:lnTo>
                    <a:pt x="1938532" y="93104"/>
                  </a:lnTo>
                  <a:lnTo>
                    <a:pt x="1946317" y="93175"/>
                  </a:lnTo>
                  <a:lnTo>
                    <a:pt x="1954102" y="93246"/>
                  </a:lnTo>
                  <a:lnTo>
                    <a:pt x="1961888" y="93317"/>
                  </a:lnTo>
                  <a:lnTo>
                    <a:pt x="1969673" y="93388"/>
                  </a:lnTo>
                  <a:lnTo>
                    <a:pt x="1977458" y="93459"/>
                  </a:lnTo>
                  <a:lnTo>
                    <a:pt x="1985243" y="93530"/>
                  </a:lnTo>
                  <a:lnTo>
                    <a:pt x="1993029" y="93601"/>
                  </a:lnTo>
                  <a:lnTo>
                    <a:pt x="2000814" y="93669"/>
                  </a:lnTo>
                  <a:lnTo>
                    <a:pt x="2008599" y="93699"/>
                  </a:lnTo>
                  <a:lnTo>
                    <a:pt x="2016385" y="93742"/>
                  </a:lnTo>
                  <a:lnTo>
                    <a:pt x="2016385" y="133066"/>
                  </a:lnTo>
                  <a:lnTo>
                    <a:pt x="2008599" y="133040"/>
                  </a:lnTo>
                  <a:lnTo>
                    <a:pt x="2000814" y="133014"/>
                  </a:lnTo>
                  <a:lnTo>
                    <a:pt x="1993029" y="132981"/>
                  </a:lnTo>
                  <a:lnTo>
                    <a:pt x="1985243" y="132943"/>
                  </a:lnTo>
                  <a:lnTo>
                    <a:pt x="1977458" y="132904"/>
                  </a:lnTo>
                  <a:lnTo>
                    <a:pt x="1969673" y="132864"/>
                  </a:lnTo>
                  <a:lnTo>
                    <a:pt x="1961888" y="132831"/>
                  </a:lnTo>
                  <a:lnTo>
                    <a:pt x="1954102" y="132802"/>
                  </a:lnTo>
                  <a:lnTo>
                    <a:pt x="1946317" y="132773"/>
                  </a:lnTo>
                  <a:lnTo>
                    <a:pt x="1938532" y="132743"/>
                  </a:lnTo>
                  <a:lnTo>
                    <a:pt x="1930747" y="132713"/>
                  </a:lnTo>
                  <a:lnTo>
                    <a:pt x="1922961" y="132683"/>
                  </a:lnTo>
                  <a:lnTo>
                    <a:pt x="1915176" y="132652"/>
                  </a:lnTo>
                  <a:lnTo>
                    <a:pt x="1907391" y="132615"/>
                  </a:lnTo>
                  <a:lnTo>
                    <a:pt x="1899605" y="132572"/>
                  </a:lnTo>
                  <a:lnTo>
                    <a:pt x="1891820" y="132528"/>
                  </a:lnTo>
                  <a:lnTo>
                    <a:pt x="1884035" y="132483"/>
                  </a:lnTo>
                  <a:lnTo>
                    <a:pt x="1876250" y="132438"/>
                  </a:lnTo>
                  <a:lnTo>
                    <a:pt x="1868464" y="132392"/>
                  </a:lnTo>
                  <a:lnTo>
                    <a:pt x="1860679" y="132346"/>
                  </a:lnTo>
                  <a:lnTo>
                    <a:pt x="1852894" y="132311"/>
                  </a:lnTo>
                  <a:lnTo>
                    <a:pt x="1845109" y="132275"/>
                  </a:lnTo>
                  <a:lnTo>
                    <a:pt x="1837323" y="132239"/>
                  </a:lnTo>
                  <a:lnTo>
                    <a:pt x="1829538" y="132202"/>
                  </a:lnTo>
                  <a:lnTo>
                    <a:pt x="1821753" y="132169"/>
                  </a:lnTo>
                  <a:lnTo>
                    <a:pt x="1813967" y="132127"/>
                  </a:lnTo>
                  <a:lnTo>
                    <a:pt x="1806182" y="132089"/>
                  </a:lnTo>
                  <a:lnTo>
                    <a:pt x="1798397" y="132050"/>
                  </a:lnTo>
                  <a:lnTo>
                    <a:pt x="1790612" y="132010"/>
                  </a:lnTo>
                  <a:lnTo>
                    <a:pt x="1782826" y="131959"/>
                  </a:lnTo>
                  <a:lnTo>
                    <a:pt x="1775041" y="131908"/>
                  </a:lnTo>
                  <a:lnTo>
                    <a:pt x="1767256" y="131855"/>
                  </a:lnTo>
                  <a:lnTo>
                    <a:pt x="1759471" y="131802"/>
                  </a:lnTo>
                  <a:lnTo>
                    <a:pt x="1751685" y="131747"/>
                  </a:lnTo>
                  <a:lnTo>
                    <a:pt x="1743900" y="131692"/>
                  </a:lnTo>
                  <a:lnTo>
                    <a:pt x="1736115" y="131636"/>
                  </a:lnTo>
                  <a:lnTo>
                    <a:pt x="1728330" y="131586"/>
                  </a:lnTo>
                  <a:lnTo>
                    <a:pt x="1720544" y="131537"/>
                  </a:lnTo>
                  <a:lnTo>
                    <a:pt x="1712759" y="131488"/>
                  </a:lnTo>
                  <a:lnTo>
                    <a:pt x="1704974" y="131439"/>
                  </a:lnTo>
                  <a:lnTo>
                    <a:pt x="1697188" y="131392"/>
                  </a:lnTo>
                  <a:lnTo>
                    <a:pt x="1689403" y="131344"/>
                  </a:lnTo>
                  <a:lnTo>
                    <a:pt x="1681618" y="131288"/>
                  </a:lnTo>
                  <a:lnTo>
                    <a:pt x="1673833" y="131236"/>
                  </a:lnTo>
                  <a:lnTo>
                    <a:pt x="1666047" y="131184"/>
                  </a:lnTo>
                  <a:lnTo>
                    <a:pt x="1658262" y="131130"/>
                  </a:lnTo>
                  <a:lnTo>
                    <a:pt x="1650477" y="131088"/>
                  </a:lnTo>
                  <a:lnTo>
                    <a:pt x="1642692" y="131044"/>
                  </a:lnTo>
                  <a:lnTo>
                    <a:pt x="1634906" y="130992"/>
                  </a:lnTo>
                  <a:lnTo>
                    <a:pt x="1627121" y="130939"/>
                  </a:lnTo>
                  <a:lnTo>
                    <a:pt x="1619336" y="130882"/>
                  </a:lnTo>
                  <a:lnTo>
                    <a:pt x="1611550" y="130831"/>
                  </a:lnTo>
                  <a:lnTo>
                    <a:pt x="1603765" y="130770"/>
                  </a:lnTo>
                  <a:lnTo>
                    <a:pt x="1595980" y="130712"/>
                  </a:lnTo>
                  <a:lnTo>
                    <a:pt x="1588195" y="130651"/>
                  </a:lnTo>
                  <a:lnTo>
                    <a:pt x="1580409" y="130588"/>
                  </a:lnTo>
                  <a:lnTo>
                    <a:pt x="1572624" y="130523"/>
                  </a:lnTo>
                  <a:lnTo>
                    <a:pt x="1564839" y="130457"/>
                  </a:lnTo>
                  <a:lnTo>
                    <a:pt x="1557054" y="130391"/>
                  </a:lnTo>
                  <a:lnTo>
                    <a:pt x="1549268" y="130323"/>
                  </a:lnTo>
                  <a:lnTo>
                    <a:pt x="1541483" y="130254"/>
                  </a:lnTo>
                  <a:lnTo>
                    <a:pt x="1533698" y="130185"/>
                  </a:lnTo>
                  <a:lnTo>
                    <a:pt x="1525912" y="130115"/>
                  </a:lnTo>
                  <a:lnTo>
                    <a:pt x="1518127" y="130045"/>
                  </a:lnTo>
                  <a:lnTo>
                    <a:pt x="1510342" y="129978"/>
                  </a:lnTo>
                  <a:lnTo>
                    <a:pt x="1502557" y="129910"/>
                  </a:lnTo>
                  <a:lnTo>
                    <a:pt x="1494771" y="129845"/>
                  </a:lnTo>
                  <a:lnTo>
                    <a:pt x="1486986" y="129769"/>
                  </a:lnTo>
                  <a:lnTo>
                    <a:pt x="1479201" y="129697"/>
                  </a:lnTo>
                  <a:lnTo>
                    <a:pt x="1471416" y="129624"/>
                  </a:lnTo>
                  <a:lnTo>
                    <a:pt x="1463630" y="129551"/>
                  </a:lnTo>
                  <a:lnTo>
                    <a:pt x="1455845" y="129472"/>
                  </a:lnTo>
                  <a:lnTo>
                    <a:pt x="1448060" y="129377"/>
                  </a:lnTo>
                  <a:lnTo>
                    <a:pt x="1440275" y="129284"/>
                  </a:lnTo>
                  <a:lnTo>
                    <a:pt x="1432489" y="129236"/>
                  </a:lnTo>
                  <a:lnTo>
                    <a:pt x="1424704" y="129169"/>
                  </a:lnTo>
                  <a:lnTo>
                    <a:pt x="1416919" y="129082"/>
                  </a:lnTo>
                  <a:lnTo>
                    <a:pt x="1409133" y="128990"/>
                  </a:lnTo>
                  <a:lnTo>
                    <a:pt x="1401348" y="128917"/>
                  </a:lnTo>
                  <a:lnTo>
                    <a:pt x="1393563" y="128846"/>
                  </a:lnTo>
                  <a:lnTo>
                    <a:pt x="1385778" y="128763"/>
                  </a:lnTo>
                  <a:lnTo>
                    <a:pt x="1377992" y="128679"/>
                  </a:lnTo>
                  <a:lnTo>
                    <a:pt x="1370207" y="128593"/>
                  </a:lnTo>
                  <a:lnTo>
                    <a:pt x="1362422" y="128505"/>
                  </a:lnTo>
                  <a:lnTo>
                    <a:pt x="1354637" y="128403"/>
                  </a:lnTo>
                  <a:lnTo>
                    <a:pt x="1346851" y="128304"/>
                  </a:lnTo>
                  <a:lnTo>
                    <a:pt x="1339066" y="128226"/>
                  </a:lnTo>
                  <a:lnTo>
                    <a:pt x="1331281" y="128143"/>
                  </a:lnTo>
                  <a:lnTo>
                    <a:pt x="1323495" y="128050"/>
                  </a:lnTo>
                  <a:lnTo>
                    <a:pt x="1315710" y="127963"/>
                  </a:lnTo>
                  <a:lnTo>
                    <a:pt x="1307925" y="127870"/>
                  </a:lnTo>
                  <a:lnTo>
                    <a:pt x="1300140" y="127772"/>
                  </a:lnTo>
                  <a:lnTo>
                    <a:pt x="1292354" y="127674"/>
                  </a:lnTo>
                  <a:lnTo>
                    <a:pt x="1284569" y="127576"/>
                  </a:lnTo>
                  <a:lnTo>
                    <a:pt x="1276784" y="127470"/>
                  </a:lnTo>
                  <a:lnTo>
                    <a:pt x="1268999" y="127360"/>
                  </a:lnTo>
                  <a:lnTo>
                    <a:pt x="1261213" y="127247"/>
                  </a:lnTo>
                  <a:lnTo>
                    <a:pt x="1253428" y="127133"/>
                  </a:lnTo>
                  <a:lnTo>
                    <a:pt x="1245643" y="127018"/>
                  </a:lnTo>
                  <a:lnTo>
                    <a:pt x="1237857" y="126902"/>
                  </a:lnTo>
                  <a:lnTo>
                    <a:pt x="1230072" y="126795"/>
                  </a:lnTo>
                  <a:lnTo>
                    <a:pt x="1222287" y="126708"/>
                  </a:lnTo>
                  <a:lnTo>
                    <a:pt x="1214502" y="126631"/>
                  </a:lnTo>
                  <a:lnTo>
                    <a:pt x="1206716" y="126520"/>
                  </a:lnTo>
                  <a:lnTo>
                    <a:pt x="1198931" y="126411"/>
                  </a:lnTo>
                  <a:lnTo>
                    <a:pt x="1191146" y="126310"/>
                  </a:lnTo>
                  <a:lnTo>
                    <a:pt x="1183361" y="126213"/>
                  </a:lnTo>
                  <a:lnTo>
                    <a:pt x="1175575" y="126113"/>
                  </a:lnTo>
                  <a:lnTo>
                    <a:pt x="1167790" y="126011"/>
                  </a:lnTo>
                  <a:lnTo>
                    <a:pt x="1160005" y="125908"/>
                  </a:lnTo>
                  <a:lnTo>
                    <a:pt x="1152220" y="125804"/>
                  </a:lnTo>
                  <a:lnTo>
                    <a:pt x="1144434" y="125703"/>
                  </a:lnTo>
                  <a:lnTo>
                    <a:pt x="1136649" y="125603"/>
                  </a:lnTo>
                  <a:lnTo>
                    <a:pt x="1128864" y="125518"/>
                  </a:lnTo>
                  <a:lnTo>
                    <a:pt x="1121078" y="125424"/>
                  </a:lnTo>
                  <a:lnTo>
                    <a:pt x="1113293" y="125314"/>
                  </a:lnTo>
                  <a:lnTo>
                    <a:pt x="1105508" y="125190"/>
                  </a:lnTo>
                  <a:lnTo>
                    <a:pt x="1097723" y="125084"/>
                  </a:lnTo>
                  <a:lnTo>
                    <a:pt x="1089937" y="124977"/>
                  </a:lnTo>
                  <a:lnTo>
                    <a:pt x="1082152" y="124864"/>
                  </a:lnTo>
                  <a:lnTo>
                    <a:pt x="1074367" y="124759"/>
                  </a:lnTo>
                  <a:lnTo>
                    <a:pt x="1066582" y="124636"/>
                  </a:lnTo>
                  <a:lnTo>
                    <a:pt x="1058796" y="124528"/>
                  </a:lnTo>
                  <a:lnTo>
                    <a:pt x="1051011" y="124421"/>
                  </a:lnTo>
                  <a:lnTo>
                    <a:pt x="1043226" y="124312"/>
                  </a:lnTo>
                  <a:lnTo>
                    <a:pt x="1035440" y="124207"/>
                  </a:lnTo>
                  <a:lnTo>
                    <a:pt x="1027655" y="124098"/>
                  </a:lnTo>
                  <a:lnTo>
                    <a:pt x="1019870" y="123987"/>
                  </a:lnTo>
                  <a:lnTo>
                    <a:pt x="1012085" y="123887"/>
                  </a:lnTo>
                  <a:lnTo>
                    <a:pt x="1004299" y="123765"/>
                  </a:lnTo>
                  <a:lnTo>
                    <a:pt x="996514" y="123650"/>
                  </a:lnTo>
                  <a:lnTo>
                    <a:pt x="988729" y="123536"/>
                  </a:lnTo>
                  <a:lnTo>
                    <a:pt x="980944" y="123421"/>
                  </a:lnTo>
                  <a:lnTo>
                    <a:pt x="973158" y="123304"/>
                  </a:lnTo>
                  <a:lnTo>
                    <a:pt x="965373" y="123186"/>
                  </a:lnTo>
                  <a:lnTo>
                    <a:pt x="957588" y="123065"/>
                  </a:lnTo>
                  <a:lnTo>
                    <a:pt x="949802" y="122944"/>
                  </a:lnTo>
                  <a:lnTo>
                    <a:pt x="942017" y="122821"/>
                  </a:lnTo>
                  <a:lnTo>
                    <a:pt x="934232" y="122701"/>
                  </a:lnTo>
                  <a:lnTo>
                    <a:pt x="926447" y="122577"/>
                  </a:lnTo>
                  <a:lnTo>
                    <a:pt x="918661" y="122453"/>
                  </a:lnTo>
                  <a:lnTo>
                    <a:pt x="910876" y="122345"/>
                  </a:lnTo>
                  <a:lnTo>
                    <a:pt x="903091" y="122206"/>
                  </a:lnTo>
                  <a:lnTo>
                    <a:pt x="895306" y="122082"/>
                  </a:lnTo>
                  <a:lnTo>
                    <a:pt x="887520" y="121958"/>
                  </a:lnTo>
                  <a:lnTo>
                    <a:pt x="879735" y="121830"/>
                  </a:lnTo>
                  <a:lnTo>
                    <a:pt x="871950" y="121688"/>
                  </a:lnTo>
                  <a:lnTo>
                    <a:pt x="864165" y="121552"/>
                  </a:lnTo>
                  <a:lnTo>
                    <a:pt x="856379" y="121452"/>
                  </a:lnTo>
                  <a:lnTo>
                    <a:pt x="848594" y="121323"/>
                  </a:lnTo>
                  <a:lnTo>
                    <a:pt x="840809" y="121259"/>
                  </a:lnTo>
                  <a:lnTo>
                    <a:pt x="833023" y="121159"/>
                  </a:lnTo>
                  <a:lnTo>
                    <a:pt x="825238" y="120996"/>
                  </a:lnTo>
                  <a:lnTo>
                    <a:pt x="817453" y="120828"/>
                  </a:lnTo>
                  <a:lnTo>
                    <a:pt x="809668" y="120680"/>
                  </a:lnTo>
                  <a:lnTo>
                    <a:pt x="801882" y="120600"/>
                  </a:lnTo>
                  <a:lnTo>
                    <a:pt x="794097" y="120516"/>
                  </a:lnTo>
                  <a:lnTo>
                    <a:pt x="786312" y="120323"/>
                  </a:lnTo>
                  <a:lnTo>
                    <a:pt x="778527" y="120107"/>
                  </a:lnTo>
                  <a:lnTo>
                    <a:pt x="770741" y="119985"/>
                  </a:lnTo>
                  <a:lnTo>
                    <a:pt x="762956" y="119851"/>
                  </a:lnTo>
                  <a:lnTo>
                    <a:pt x="755171" y="119731"/>
                  </a:lnTo>
                  <a:lnTo>
                    <a:pt x="747385" y="119547"/>
                  </a:lnTo>
                  <a:lnTo>
                    <a:pt x="739600" y="119380"/>
                  </a:lnTo>
                  <a:lnTo>
                    <a:pt x="731815" y="119204"/>
                  </a:lnTo>
                  <a:lnTo>
                    <a:pt x="724030" y="119080"/>
                  </a:lnTo>
                  <a:lnTo>
                    <a:pt x="716244" y="118869"/>
                  </a:lnTo>
                  <a:lnTo>
                    <a:pt x="708459" y="118756"/>
                  </a:lnTo>
                  <a:lnTo>
                    <a:pt x="700674" y="118625"/>
                  </a:lnTo>
                  <a:lnTo>
                    <a:pt x="692889" y="118475"/>
                  </a:lnTo>
                  <a:lnTo>
                    <a:pt x="685103" y="118341"/>
                  </a:lnTo>
                  <a:lnTo>
                    <a:pt x="677318" y="118206"/>
                  </a:lnTo>
                  <a:lnTo>
                    <a:pt x="669533" y="118070"/>
                  </a:lnTo>
                  <a:lnTo>
                    <a:pt x="661747" y="117932"/>
                  </a:lnTo>
                  <a:lnTo>
                    <a:pt x="653962" y="117792"/>
                  </a:lnTo>
                  <a:lnTo>
                    <a:pt x="646177" y="117607"/>
                  </a:lnTo>
                  <a:lnTo>
                    <a:pt x="638392" y="117401"/>
                  </a:lnTo>
                  <a:lnTo>
                    <a:pt x="630606" y="117284"/>
                  </a:lnTo>
                  <a:lnTo>
                    <a:pt x="622821" y="117167"/>
                  </a:lnTo>
                  <a:lnTo>
                    <a:pt x="615036" y="116993"/>
                  </a:lnTo>
                  <a:lnTo>
                    <a:pt x="607251" y="116916"/>
                  </a:lnTo>
                  <a:lnTo>
                    <a:pt x="599465" y="116795"/>
                  </a:lnTo>
                  <a:lnTo>
                    <a:pt x="591680" y="116716"/>
                  </a:lnTo>
                  <a:lnTo>
                    <a:pt x="583895" y="116503"/>
                  </a:lnTo>
                  <a:lnTo>
                    <a:pt x="576110" y="116349"/>
                  </a:lnTo>
                  <a:lnTo>
                    <a:pt x="568324" y="116166"/>
                  </a:lnTo>
                  <a:lnTo>
                    <a:pt x="560539" y="116038"/>
                  </a:lnTo>
                  <a:lnTo>
                    <a:pt x="552754" y="115871"/>
                  </a:lnTo>
                  <a:lnTo>
                    <a:pt x="544968" y="115697"/>
                  </a:lnTo>
                  <a:lnTo>
                    <a:pt x="537183" y="115586"/>
                  </a:lnTo>
                  <a:lnTo>
                    <a:pt x="529398" y="115420"/>
                  </a:lnTo>
                  <a:lnTo>
                    <a:pt x="521613" y="115275"/>
                  </a:lnTo>
                  <a:lnTo>
                    <a:pt x="513827" y="115119"/>
                  </a:lnTo>
                  <a:lnTo>
                    <a:pt x="506042" y="115031"/>
                  </a:lnTo>
                  <a:lnTo>
                    <a:pt x="498257" y="114870"/>
                  </a:lnTo>
                  <a:lnTo>
                    <a:pt x="490472" y="114754"/>
                  </a:lnTo>
                  <a:lnTo>
                    <a:pt x="482686" y="114663"/>
                  </a:lnTo>
                  <a:lnTo>
                    <a:pt x="474901" y="114425"/>
                  </a:lnTo>
                  <a:lnTo>
                    <a:pt x="467116" y="114186"/>
                  </a:lnTo>
                  <a:lnTo>
                    <a:pt x="459330" y="114024"/>
                  </a:lnTo>
                  <a:lnTo>
                    <a:pt x="451545" y="113870"/>
                  </a:lnTo>
                  <a:lnTo>
                    <a:pt x="443760" y="113715"/>
                  </a:lnTo>
                  <a:lnTo>
                    <a:pt x="435975" y="113581"/>
                  </a:lnTo>
                  <a:lnTo>
                    <a:pt x="428189" y="113478"/>
                  </a:lnTo>
                  <a:lnTo>
                    <a:pt x="420404" y="113335"/>
                  </a:lnTo>
                  <a:lnTo>
                    <a:pt x="412619" y="113082"/>
                  </a:lnTo>
                  <a:lnTo>
                    <a:pt x="404834" y="113055"/>
                  </a:lnTo>
                  <a:lnTo>
                    <a:pt x="397048" y="112990"/>
                  </a:lnTo>
                  <a:lnTo>
                    <a:pt x="389263" y="112821"/>
                  </a:lnTo>
                  <a:lnTo>
                    <a:pt x="381478" y="112653"/>
                  </a:lnTo>
                  <a:lnTo>
                    <a:pt x="373692" y="112480"/>
                  </a:lnTo>
                  <a:lnTo>
                    <a:pt x="365907" y="112306"/>
                  </a:lnTo>
                  <a:lnTo>
                    <a:pt x="358122" y="112132"/>
                  </a:lnTo>
                  <a:lnTo>
                    <a:pt x="350337" y="111958"/>
                  </a:lnTo>
                  <a:lnTo>
                    <a:pt x="342551" y="111811"/>
                  </a:lnTo>
                  <a:lnTo>
                    <a:pt x="334766" y="111683"/>
                  </a:lnTo>
                  <a:lnTo>
                    <a:pt x="326981" y="111513"/>
                  </a:lnTo>
                  <a:lnTo>
                    <a:pt x="319196" y="111380"/>
                  </a:lnTo>
                  <a:lnTo>
                    <a:pt x="311410" y="111148"/>
                  </a:lnTo>
                  <a:lnTo>
                    <a:pt x="303625" y="111016"/>
                  </a:lnTo>
                  <a:lnTo>
                    <a:pt x="295840" y="110949"/>
                  </a:lnTo>
                  <a:lnTo>
                    <a:pt x="288055" y="110882"/>
                  </a:lnTo>
                  <a:lnTo>
                    <a:pt x="280269" y="110707"/>
                  </a:lnTo>
                  <a:lnTo>
                    <a:pt x="272484" y="110647"/>
                  </a:lnTo>
                  <a:lnTo>
                    <a:pt x="264699" y="110649"/>
                  </a:lnTo>
                  <a:lnTo>
                    <a:pt x="256913" y="110617"/>
                  </a:lnTo>
                  <a:lnTo>
                    <a:pt x="249128" y="110463"/>
                  </a:lnTo>
                  <a:lnTo>
                    <a:pt x="241343" y="110256"/>
                  </a:lnTo>
                  <a:lnTo>
                    <a:pt x="233558" y="110048"/>
                  </a:lnTo>
                  <a:lnTo>
                    <a:pt x="225772" y="109842"/>
                  </a:lnTo>
                  <a:lnTo>
                    <a:pt x="217987" y="109706"/>
                  </a:lnTo>
                  <a:lnTo>
                    <a:pt x="210202" y="109574"/>
                  </a:lnTo>
                  <a:lnTo>
                    <a:pt x="202417" y="109502"/>
                  </a:lnTo>
                  <a:lnTo>
                    <a:pt x="194631" y="109442"/>
                  </a:lnTo>
                  <a:lnTo>
                    <a:pt x="186846" y="109301"/>
                  </a:lnTo>
                  <a:lnTo>
                    <a:pt x="179061" y="109238"/>
                  </a:lnTo>
                  <a:lnTo>
                    <a:pt x="171275" y="109136"/>
                  </a:lnTo>
                  <a:lnTo>
                    <a:pt x="163490" y="109018"/>
                  </a:lnTo>
                  <a:lnTo>
                    <a:pt x="155705" y="108872"/>
                  </a:lnTo>
                  <a:lnTo>
                    <a:pt x="147920" y="108790"/>
                  </a:lnTo>
                  <a:lnTo>
                    <a:pt x="140134" y="108772"/>
                  </a:lnTo>
                  <a:lnTo>
                    <a:pt x="132349" y="108741"/>
                  </a:lnTo>
                  <a:lnTo>
                    <a:pt x="124564" y="108541"/>
                  </a:lnTo>
                  <a:lnTo>
                    <a:pt x="116779" y="108338"/>
                  </a:lnTo>
                  <a:lnTo>
                    <a:pt x="108993" y="108134"/>
                  </a:lnTo>
                  <a:lnTo>
                    <a:pt x="101208" y="108006"/>
                  </a:lnTo>
                  <a:lnTo>
                    <a:pt x="93423" y="107948"/>
                  </a:lnTo>
                  <a:lnTo>
                    <a:pt x="85637" y="107936"/>
                  </a:lnTo>
                  <a:lnTo>
                    <a:pt x="77852" y="107923"/>
                  </a:lnTo>
                  <a:lnTo>
                    <a:pt x="70067" y="107825"/>
                  </a:lnTo>
                  <a:lnTo>
                    <a:pt x="62282" y="107631"/>
                  </a:lnTo>
                  <a:lnTo>
                    <a:pt x="54496" y="107502"/>
                  </a:lnTo>
                  <a:lnTo>
                    <a:pt x="46711" y="107268"/>
                  </a:lnTo>
                  <a:lnTo>
                    <a:pt x="38926" y="107091"/>
                  </a:lnTo>
                  <a:lnTo>
                    <a:pt x="31141" y="107036"/>
                  </a:lnTo>
                  <a:lnTo>
                    <a:pt x="23355" y="106979"/>
                  </a:lnTo>
                  <a:lnTo>
                    <a:pt x="15570" y="106921"/>
                  </a:lnTo>
                  <a:lnTo>
                    <a:pt x="7785" y="106863"/>
                  </a:lnTo>
                  <a:lnTo>
                    <a:pt x="0" y="106804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049435" y="4822091"/>
              <a:ext cx="2016385" cy="93742"/>
            </a:xfrm>
            <a:custGeom>
              <a:avLst/>
              <a:pathLst>
                <a:path w="2016385" h="93742">
                  <a:moveTo>
                    <a:pt x="0" y="0"/>
                  </a:moveTo>
                  <a:lnTo>
                    <a:pt x="7785" y="1214"/>
                  </a:lnTo>
                  <a:lnTo>
                    <a:pt x="15570" y="2431"/>
                  </a:lnTo>
                  <a:lnTo>
                    <a:pt x="23355" y="3642"/>
                  </a:lnTo>
                  <a:lnTo>
                    <a:pt x="31141" y="4845"/>
                  </a:lnTo>
                  <a:lnTo>
                    <a:pt x="38926" y="6040"/>
                  </a:lnTo>
                  <a:lnTo>
                    <a:pt x="46711" y="7226"/>
                  </a:lnTo>
                  <a:lnTo>
                    <a:pt x="54496" y="8404"/>
                  </a:lnTo>
                  <a:lnTo>
                    <a:pt x="62282" y="9798"/>
                  </a:lnTo>
                  <a:lnTo>
                    <a:pt x="70067" y="11191"/>
                  </a:lnTo>
                  <a:lnTo>
                    <a:pt x="77852" y="12431"/>
                  </a:lnTo>
                  <a:lnTo>
                    <a:pt x="85637" y="13478"/>
                  </a:lnTo>
                  <a:lnTo>
                    <a:pt x="93423" y="14518"/>
                  </a:lnTo>
                  <a:lnTo>
                    <a:pt x="101208" y="15551"/>
                  </a:lnTo>
                  <a:lnTo>
                    <a:pt x="108993" y="16577"/>
                  </a:lnTo>
                  <a:lnTo>
                    <a:pt x="116779" y="17596"/>
                  </a:lnTo>
                  <a:lnTo>
                    <a:pt x="124564" y="18609"/>
                  </a:lnTo>
                  <a:lnTo>
                    <a:pt x="132349" y="19663"/>
                  </a:lnTo>
                  <a:lnTo>
                    <a:pt x="140134" y="20605"/>
                  </a:lnTo>
                  <a:lnTo>
                    <a:pt x="147920" y="21588"/>
                  </a:lnTo>
                  <a:lnTo>
                    <a:pt x="155705" y="22578"/>
                  </a:lnTo>
                  <a:lnTo>
                    <a:pt x="163490" y="23743"/>
                  </a:lnTo>
                  <a:lnTo>
                    <a:pt x="171275" y="24841"/>
                  </a:lnTo>
                  <a:lnTo>
                    <a:pt x="179061" y="26027"/>
                  </a:lnTo>
                  <a:lnTo>
                    <a:pt x="186846" y="27062"/>
                  </a:lnTo>
                  <a:lnTo>
                    <a:pt x="194631" y="28148"/>
                  </a:lnTo>
                  <a:lnTo>
                    <a:pt x="202417" y="29277"/>
                  </a:lnTo>
                  <a:lnTo>
                    <a:pt x="210202" y="30396"/>
                  </a:lnTo>
                  <a:lnTo>
                    <a:pt x="217987" y="31262"/>
                  </a:lnTo>
                  <a:lnTo>
                    <a:pt x="225772" y="32232"/>
                  </a:lnTo>
                  <a:lnTo>
                    <a:pt x="233558" y="32874"/>
                  </a:lnTo>
                  <a:lnTo>
                    <a:pt x="241343" y="33811"/>
                  </a:lnTo>
                  <a:lnTo>
                    <a:pt x="249128" y="34160"/>
                  </a:lnTo>
                  <a:lnTo>
                    <a:pt x="256913" y="34738"/>
                  </a:lnTo>
                  <a:lnTo>
                    <a:pt x="264699" y="35629"/>
                  </a:lnTo>
                  <a:lnTo>
                    <a:pt x="272484" y="36507"/>
                  </a:lnTo>
                  <a:lnTo>
                    <a:pt x="280269" y="37382"/>
                  </a:lnTo>
                  <a:lnTo>
                    <a:pt x="288055" y="38055"/>
                  </a:lnTo>
                  <a:lnTo>
                    <a:pt x="295840" y="38532"/>
                  </a:lnTo>
                  <a:lnTo>
                    <a:pt x="303625" y="39011"/>
                  </a:lnTo>
                  <a:lnTo>
                    <a:pt x="311410" y="39950"/>
                  </a:lnTo>
                  <a:lnTo>
                    <a:pt x="319196" y="40937"/>
                  </a:lnTo>
                  <a:lnTo>
                    <a:pt x="326981" y="41487"/>
                  </a:lnTo>
                  <a:lnTo>
                    <a:pt x="334766" y="42480"/>
                  </a:lnTo>
                  <a:lnTo>
                    <a:pt x="342551" y="43118"/>
                  </a:lnTo>
                  <a:lnTo>
                    <a:pt x="350337" y="43940"/>
                  </a:lnTo>
                  <a:lnTo>
                    <a:pt x="358122" y="44589"/>
                  </a:lnTo>
                  <a:lnTo>
                    <a:pt x="365907" y="45240"/>
                  </a:lnTo>
                  <a:lnTo>
                    <a:pt x="373692" y="45892"/>
                  </a:lnTo>
                  <a:lnTo>
                    <a:pt x="381478" y="46539"/>
                  </a:lnTo>
                  <a:lnTo>
                    <a:pt x="389263" y="47257"/>
                  </a:lnTo>
                  <a:lnTo>
                    <a:pt x="397048" y="48090"/>
                  </a:lnTo>
                  <a:lnTo>
                    <a:pt x="404834" y="48829"/>
                  </a:lnTo>
                  <a:lnTo>
                    <a:pt x="412619" y="49358"/>
                  </a:lnTo>
                  <a:lnTo>
                    <a:pt x="420404" y="49884"/>
                  </a:lnTo>
                  <a:lnTo>
                    <a:pt x="428189" y="50314"/>
                  </a:lnTo>
                  <a:lnTo>
                    <a:pt x="435975" y="50927"/>
                  </a:lnTo>
                  <a:lnTo>
                    <a:pt x="443760" y="51445"/>
                  </a:lnTo>
                  <a:lnTo>
                    <a:pt x="451545" y="51961"/>
                  </a:lnTo>
                  <a:lnTo>
                    <a:pt x="459330" y="52543"/>
                  </a:lnTo>
                  <a:lnTo>
                    <a:pt x="467116" y="53241"/>
                  </a:lnTo>
                  <a:lnTo>
                    <a:pt x="474901" y="53924"/>
                  </a:lnTo>
                  <a:lnTo>
                    <a:pt x="482686" y="54540"/>
                  </a:lnTo>
                  <a:lnTo>
                    <a:pt x="490472" y="55156"/>
                  </a:lnTo>
                  <a:lnTo>
                    <a:pt x="498257" y="55797"/>
                  </a:lnTo>
                  <a:lnTo>
                    <a:pt x="506042" y="56294"/>
                  </a:lnTo>
                  <a:lnTo>
                    <a:pt x="513827" y="57067"/>
                  </a:lnTo>
                  <a:lnTo>
                    <a:pt x="521613" y="57694"/>
                  </a:lnTo>
                  <a:lnTo>
                    <a:pt x="529398" y="58066"/>
                  </a:lnTo>
                  <a:lnTo>
                    <a:pt x="537183" y="58579"/>
                  </a:lnTo>
                  <a:lnTo>
                    <a:pt x="544968" y="59012"/>
                  </a:lnTo>
                  <a:lnTo>
                    <a:pt x="552754" y="59639"/>
                  </a:lnTo>
                  <a:lnTo>
                    <a:pt x="560539" y="60241"/>
                  </a:lnTo>
                  <a:lnTo>
                    <a:pt x="568324" y="60808"/>
                  </a:lnTo>
                  <a:lnTo>
                    <a:pt x="576110" y="61361"/>
                  </a:lnTo>
                  <a:lnTo>
                    <a:pt x="583895" y="61902"/>
                  </a:lnTo>
                  <a:lnTo>
                    <a:pt x="591680" y="62447"/>
                  </a:lnTo>
                  <a:lnTo>
                    <a:pt x="599465" y="62982"/>
                  </a:lnTo>
                  <a:lnTo>
                    <a:pt x="607251" y="63509"/>
                  </a:lnTo>
                  <a:lnTo>
                    <a:pt x="615036" y="64034"/>
                  </a:lnTo>
                  <a:lnTo>
                    <a:pt x="622821" y="64565"/>
                  </a:lnTo>
                  <a:lnTo>
                    <a:pt x="630606" y="65091"/>
                  </a:lnTo>
                  <a:lnTo>
                    <a:pt x="638392" y="65577"/>
                  </a:lnTo>
                  <a:lnTo>
                    <a:pt x="646177" y="65830"/>
                  </a:lnTo>
                  <a:lnTo>
                    <a:pt x="653962" y="66029"/>
                  </a:lnTo>
                  <a:lnTo>
                    <a:pt x="661747" y="66374"/>
                  </a:lnTo>
                  <a:lnTo>
                    <a:pt x="669533" y="67001"/>
                  </a:lnTo>
                  <a:lnTo>
                    <a:pt x="677318" y="67623"/>
                  </a:lnTo>
                  <a:lnTo>
                    <a:pt x="685103" y="68240"/>
                  </a:lnTo>
                  <a:lnTo>
                    <a:pt x="692889" y="68686"/>
                  </a:lnTo>
                  <a:lnTo>
                    <a:pt x="700674" y="68833"/>
                  </a:lnTo>
                  <a:lnTo>
                    <a:pt x="708459" y="69015"/>
                  </a:lnTo>
                  <a:lnTo>
                    <a:pt x="716244" y="69462"/>
                  </a:lnTo>
                  <a:lnTo>
                    <a:pt x="724030" y="69917"/>
                  </a:lnTo>
                  <a:lnTo>
                    <a:pt x="731815" y="70378"/>
                  </a:lnTo>
                  <a:lnTo>
                    <a:pt x="739600" y="70822"/>
                  </a:lnTo>
                  <a:lnTo>
                    <a:pt x="747385" y="71265"/>
                  </a:lnTo>
                  <a:lnTo>
                    <a:pt x="755171" y="71691"/>
                  </a:lnTo>
                  <a:lnTo>
                    <a:pt x="762956" y="72152"/>
                  </a:lnTo>
                  <a:lnTo>
                    <a:pt x="770741" y="72393"/>
                  </a:lnTo>
                  <a:lnTo>
                    <a:pt x="778527" y="72425"/>
                  </a:lnTo>
                  <a:lnTo>
                    <a:pt x="786312" y="72423"/>
                  </a:lnTo>
                  <a:lnTo>
                    <a:pt x="794097" y="72438"/>
                  </a:lnTo>
                  <a:lnTo>
                    <a:pt x="801882" y="72786"/>
                  </a:lnTo>
                  <a:lnTo>
                    <a:pt x="809668" y="73070"/>
                  </a:lnTo>
                  <a:lnTo>
                    <a:pt x="817453" y="73634"/>
                  </a:lnTo>
                  <a:lnTo>
                    <a:pt x="825238" y="73942"/>
                  </a:lnTo>
                  <a:lnTo>
                    <a:pt x="833023" y="74293"/>
                  </a:lnTo>
                  <a:lnTo>
                    <a:pt x="840809" y="74698"/>
                  </a:lnTo>
                  <a:lnTo>
                    <a:pt x="848594" y="74934"/>
                  </a:lnTo>
                  <a:lnTo>
                    <a:pt x="856379" y="75280"/>
                  </a:lnTo>
                  <a:lnTo>
                    <a:pt x="864165" y="75585"/>
                  </a:lnTo>
                  <a:lnTo>
                    <a:pt x="871950" y="76057"/>
                  </a:lnTo>
                  <a:lnTo>
                    <a:pt x="879735" y="76343"/>
                  </a:lnTo>
                  <a:lnTo>
                    <a:pt x="887520" y="76720"/>
                  </a:lnTo>
                  <a:lnTo>
                    <a:pt x="895306" y="77094"/>
                  </a:lnTo>
                  <a:lnTo>
                    <a:pt x="903091" y="77472"/>
                  </a:lnTo>
                  <a:lnTo>
                    <a:pt x="910876" y="77787"/>
                  </a:lnTo>
                  <a:lnTo>
                    <a:pt x="918661" y="78007"/>
                  </a:lnTo>
                  <a:lnTo>
                    <a:pt x="926447" y="78333"/>
                  </a:lnTo>
                  <a:lnTo>
                    <a:pt x="934232" y="78450"/>
                  </a:lnTo>
                  <a:lnTo>
                    <a:pt x="942017" y="78612"/>
                  </a:lnTo>
                  <a:lnTo>
                    <a:pt x="949802" y="78774"/>
                  </a:lnTo>
                  <a:lnTo>
                    <a:pt x="957588" y="78935"/>
                  </a:lnTo>
                  <a:lnTo>
                    <a:pt x="965373" y="79095"/>
                  </a:lnTo>
                  <a:lnTo>
                    <a:pt x="973158" y="79361"/>
                  </a:lnTo>
                  <a:lnTo>
                    <a:pt x="980944" y="79416"/>
                  </a:lnTo>
                  <a:lnTo>
                    <a:pt x="988729" y="79577"/>
                  </a:lnTo>
                  <a:lnTo>
                    <a:pt x="996514" y="80072"/>
                  </a:lnTo>
                  <a:lnTo>
                    <a:pt x="1004299" y="80298"/>
                  </a:lnTo>
                  <a:lnTo>
                    <a:pt x="1012085" y="80288"/>
                  </a:lnTo>
                  <a:lnTo>
                    <a:pt x="1019870" y="80278"/>
                  </a:lnTo>
                  <a:lnTo>
                    <a:pt x="1027655" y="80366"/>
                  </a:lnTo>
                  <a:lnTo>
                    <a:pt x="1035440" y="80520"/>
                  </a:lnTo>
                  <a:lnTo>
                    <a:pt x="1043226" y="80671"/>
                  </a:lnTo>
                  <a:lnTo>
                    <a:pt x="1051011" y="80826"/>
                  </a:lnTo>
                  <a:lnTo>
                    <a:pt x="1058796" y="80837"/>
                  </a:lnTo>
                  <a:lnTo>
                    <a:pt x="1066582" y="81025"/>
                  </a:lnTo>
                  <a:lnTo>
                    <a:pt x="1074367" y="81298"/>
                  </a:lnTo>
                  <a:lnTo>
                    <a:pt x="1082152" y="81530"/>
                  </a:lnTo>
                  <a:lnTo>
                    <a:pt x="1089937" y="81694"/>
                  </a:lnTo>
                  <a:lnTo>
                    <a:pt x="1097723" y="81859"/>
                  </a:lnTo>
                  <a:lnTo>
                    <a:pt x="1105508" y="82024"/>
                  </a:lnTo>
                  <a:lnTo>
                    <a:pt x="1113293" y="82163"/>
                  </a:lnTo>
                  <a:lnTo>
                    <a:pt x="1121078" y="82350"/>
                  </a:lnTo>
                  <a:lnTo>
                    <a:pt x="1128864" y="82515"/>
                  </a:lnTo>
                  <a:lnTo>
                    <a:pt x="1136649" y="82745"/>
                  </a:lnTo>
                  <a:lnTo>
                    <a:pt x="1144434" y="82993"/>
                  </a:lnTo>
                  <a:lnTo>
                    <a:pt x="1152220" y="83198"/>
                  </a:lnTo>
                  <a:lnTo>
                    <a:pt x="1160005" y="83405"/>
                  </a:lnTo>
                  <a:lnTo>
                    <a:pt x="1167790" y="83612"/>
                  </a:lnTo>
                  <a:lnTo>
                    <a:pt x="1175575" y="83751"/>
                  </a:lnTo>
                  <a:lnTo>
                    <a:pt x="1183361" y="83835"/>
                  </a:lnTo>
                  <a:lnTo>
                    <a:pt x="1191146" y="83898"/>
                  </a:lnTo>
                  <a:lnTo>
                    <a:pt x="1198931" y="83972"/>
                  </a:lnTo>
                  <a:lnTo>
                    <a:pt x="1206716" y="84118"/>
                  </a:lnTo>
                  <a:lnTo>
                    <a:pt x="1214502" y="84354"/>
                  </a:lnTo>
                  <a:lnTo>
                    <a:pt x="1222287" y="84435"/>
                  </a:lnTo>
                  <a:lnTo>
                    <a:pt x="1230072" y="84672"/>
                  </a:lnTo>
                  <a:lnTo>
                    <a:pt x="1237857" y="84811"/>
                  </a:lnTo>
                  <a:lnTo>
                    <a:pt x="1245643" y="84950"/>
                  </a:lnTo>
                  <a:lnTo>
                    <a:pt x="1253428" y="85130"/>
                  </a:lnTo>
                  <a:lnTo>
                    <a:pt x="1261213" y="85457"/>
                  </a:lnTo>
                  <a:lnTo>
                    <a:pt x="1268999" y="85783"/>
                  </a:lnTo>
                  <a:lnTo>
                    <a:pt x="1276784" y="85892"/>
                  </a:lnTo>
                  <a:lnTo>
                    <a:pt x="1284569" y="85992"/>
                  </a:lnTo>
                  <a:lnTo>
                    <a:pt x="1292354" y="86110"/>
                  </a:lnTo>
                  <a:lnTo>
                    <a:pt x="1300140" y="86214"/>
                  </a:lnTo>
                  <a:lnTo>
                    <a:pt x="1307925" y="86317"/>
                  </a:lnTo>
                  <a:lnTo>
                    <a:pt x="1315710" y="86408"/>
                  </a:lnTo>
                  <a:lnTo>
                    <a:pt x="1323495" y="86498"/>
                  </a:lnTo>
                  <a:lnTo>
                    <a:pt x="1331281" y="86593"/>
                  </a:lnTo>
                  <a:lnTo>
                    <a:pt x="1339066" y="86744"/>
                  </a:lnTo>
                  <a:lnTo>
                    <a:pt x="1346851" y="86955"/>
                  </a:lnTo>
                  <a:lnTo>
                    <a:pt x="1354637" y="87096"/>
                  </a:lnTo>
                  <a:lnTo>
                    <a:pt x="1362422" y="87222"/>
                  </a:lnTo>
                  <a:lnTo>
                    <a:pt x="1370207" y="87343"/>
                  </a:lnTo>
                  <a:lnTo>
                    <a:pt x="1377992" y="87513"/>
                  </a:lnTo>
                  <a:lnTo>
                    <a:pt x="1385778" y="87640"/>
                  </a:lnTo>
                  <a:lnTo>
                    <a:pt x="1393563" y="87838"/>
                  </a:lnTo>
                  <a:lnTo>
                    <a:pt x="1401348" y="87971"/>
                  </a:lnTo>
                  <a:lnTo>
                    <a:pt x="1409133" y="88070"/>
                  </a:lnTo>
                  <a:lnTo>
                    <a:pt x="1416919" y="88169"/>
                  </a:lnTo>
                  <a:lnTo>
                    <a:pt x="1424704" y="88269"/>
                  </a:lnTo>
                  <a:lnTo>
                    <a:pt x="1432489" y="88369"/>
                  </a:lnTo>
                  <a:lnTo>
                    <a:pt x="1440275" y="88468"/>
                  </a:lnTo>
                  <a:lnTo>
                    <a:pt x="1448060" y="88568"/>
                  </a:lnTo>
                  <a:lnTo>
                    <a:pt x="1455845" y="88667"/>
                  </a:lnTo>
                  <a:lnTo>
                    <a:pt x="1463630" y="88765"/>
                  </a:lnTo>
                  <a:lnTo>
                    <a:pt x="1471416" y="88855"/>
                  </a:lnTo>
                  <a:lnTo>
                    <a:pt x="1479201" y="88939"/>
                  </a:lnTo>
                  <a:lnTo>
                    <a:pt x="1486986" y="89057"/>
                  </a:lnTo>
                  <a:lnTo>
                    <a:pt x="1494771" y="89155"/>
                  </a:lnTo>
                  <a:lnTo>
                    <a:pt x="1502557" y="89254"/>
                  </a:lnTo>
                  <a:lnTo>
                    <a:pt x="1510342" y="89352"/>
                  </a:lnTo>
                  <a:lnTo>
                    <a:pt x="1518127" y="89473"/>
                  </a:lnTo>
                  <a:lnTo>
                    <a:pt x="1525912" y="89605"/>
                  </a:lnTo>
                  <a:lnTo>
                    <a:pt x="1533698" y="89737"/>
                  </a:lnTo>
                  <a:lnTo>
                    <a:pt x="1541483" y="89869"/>
                  </a:lnTo>
                  <a:lnTo>
                    <a:pt x="1549268" y="89938"/>
                  </a:lnTo>
                  <a:lnTo>
                    <a:pt x="1557054" y="90102"/>
                  </a:lnTo>
                  <a:lnTo>
                    <a:pt x="1564839" y="90228"/>
                  </a:lnTo>
                  <a:lnTo>
                    <a:pt x="1572624" y="90320"/>
                  </a:lnTo>
                  <a:lnTo>
                    <a:pt x="1580409" y="90427"/>
                  </a:lnTo>
                  <a:lnTo>
                    <a:pt x="1588195" y="90534"/>
                  </a:lnTo>
                  <a:lnTo>
                    <a:pt x="1595980" y="90578"/>
                  </a:lnTo>
                  <a:lnTo>
                    <a:pt x="1603765" y="90547"/>
                  </a:lnTo>
                  <a:lnTo>
                    <a:pt x="1611550" y="90599"/>
                  </a:lnTo>
                  <a:lnTo>
                    <a:pt x="1619336" y="90695"/>
                  </a:lnTo>
                  <a:lnTo>
                    <a:pt x="1627121" y="90865"/>
                  </a:lnTo>
                  <a:lnTo>
                    <a:pt x="1634906" y="91039"/>
                  </a:lnTo>
                  <a:lnTo>
                    <a:pt x="1642692" y="91192"/>
                  </a:lnTo>
                  <a:lnTo>
                    <a:pt x="1650477" y="91254"/>
                  </a:lnTo>
                  <a:lnTo>
                    <a:pt x="1658262" y="91317"/>
                  </a:lnTo>
                  <a:lnTo>
                    <a:pt x="1666047" y="91381"/>
                  </a:lnTo>
                  <a:lnTo>
                    <a:pt x="1673833" y="91468"/>
                  </a:lnTo>
                  <a:lnTo>
                    <a:pt x="1681618" y="91628"/>
                  </a:lnTo>
                  <a:lnTo>
                    <a:pt x="1689403" y="91779"/>
                  </a:lnTo>
                  <a:lnTo>
                    <a:pt x="1697188" y="91840"/>
                  </a:lnTo>
                  <a:lnTo>
                    <a:pt x="1704974" y="91902"/>
                  </a:lnTo>
                  <a:lnTo>
                    <a:pt x="1712759" y="91979"/>
                  </a:lnTo>
                  <a:lnTo>
                    <a:pt x="1720544" y="92063"/>
                  </a:lnTo>
                  <a:lnTo>
                    <a:pt x="1728330" y="92034"/>
                  </a:lnTo>
                  <a:lnTo>
                    <a:pt x="1736115" y="92092"/>
                  </a:lnTo>
                  <a:lnTo>
                    <a:pt x="1743900" y="92049"/>
                  </a:lnTo>
                  <a:lnTo>
                    <a:pt x="1751685" y="92141"/>
                  </a:lnTo>
                  <a:lnTo>
                    <a:pt x="1759471" y="92234"/>
                  </a:lnTo>
                  <a:lnTo>
                    <a:pt x="1767256" y="92307"/>
                  </a:lnTo>
                  <a:lnTo>
                    <a:pt x="1775041" y="92256"/>
                  </a:lnTo>
                  <a:lnTo>
                    <a:pt x="1782826" y="92329"/>
                  </a:lnTo>
                  <a:lnTo>
                    <a:pt x="1790612" y="92421"/>
                  </a:lnTo>
                  <a:lnTo>
                    <a:pt x="1798397" y="92469"/>
                  </a:lnTo>
                  <a:lnTo>
                    <a:pt x="1806182" y="92480"/>
                  </a:lnTo>
                  <a:lnTo>
                    <a:pt x="1813967" y="92538"/>
                  </a:lnTo>
                  <a:lnTo>
                    <a:pt x="1821753" y="92597"/>
                  </a:lnTo>
                  <a:lnTo>
                    <a:pt x="1829538" y="92659"/>
                  </a:lnTo>
                  <a:lnTo>
                    <a:pt x="1837323" y="92721"/>
                  </a:lnTo>
                  <a:lnTo>
                    <a:pt x="1845109" y="92803"/>
                  </a:lnTo>
                  <a:lnTo>
                    <a:pt x="1852894" y="92913"/>
                  </a:lnTo>
                  <a:lnTo>
                    <a:pt x="1860679" y="92901"/>
                  </a:lnTo>
                  <a:lnTo>
                    <a:pt x="1868464" y="92959"/>
                  </a:lnTo>
                  <a:lnTo>
                    <a:pt x="1876250" y="93003"/>
                  </a:lnTo>
                  <a:lnTo>
                    <a:pt x="1884035" y="92949"/>
                  </a:lnTo>
                  <a:lnTo>
                    <a:pt x="1891820" y="92896"/>
                  </a:lnTo>
                  <a:lnTo>
                    <a:pt x="1899605" y="92842"/>
                  </a:lnTo>
                  <a:lnTo>
                    <a:pt x="1907391" y="92821"/>
                  </a:lnTo>
                  <a:lnTo>
                    <a:pt x="1915176" y="92889"/>
                  </a:lnTo>
                  <a:lnTo>
                    <a:pt x="1922961" y="92961"/>
                  </a:lnTo>
                  <a:lnTo>
                    <a:pt x="1930747" y="93033"/>
                  </a:lnTo>
                  <a:lnTo>
                    <a:pt x="1938532" y="93104"/>
                  </a:lnTo>
                  <a:lnTo>
                    <a:pt x="1946317" y="93175"/>
                  </a:lnTo>
                  <a:lnTo>
                    <a:pt x="1954102" y="93246"/>
                  </a:lnTo>
                  <a:lnTo>
                    <a:pt x="1961888" y="93317"/>
                  </a:lnTo>
                  <a:lnTo>
                    <a:pt x="1969673" y="93388"/>
                  </a:lnTo>
                  <a:lnTo>
                    <a:pt x="1977458" y="93459"/>
                  </a:lnTo>
                  <a:lnTo>
                    <a:pt x="1985243" y="93530"/>
                  </a:lnTo>
                  <a:lnTo>
                    <a:pt x="1993029" y="93601"/>
                  </a:lnTo>
                  <a:lnTo>
                    <a:pt x="2000814" y="93669"/>
                  </a:lnTo>
                  <a:lnTo>
                    <a:pt x="2008599" y="93699"/>
                  </a:lnTo>
                  <a:lnTo>
                    <a:pt x="2016385" y="93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049435" y="4928896"/>
              <a:ext cx="2016385" cy="26261"/>
            </a:xfrm>
            <a:custGeom>
              <a:avLst/>
              <a:pathLst>
                <a:path w="2016385" h="26261">
                  <a:moveTo>
                    <a:pt x="2016385" y="26261"/>
                  </a:moveTo>
                  <a:lnTo>
                    <a:pt x="2008599" y="26235"/>
                  </a:lnTo>
                  <a:lnTo>
                    <a:pt x="2000814" y="26209"/>
                  </a:lnTo>
                  <a:lnTo>
                    <a:pt x="1993029" y="26176"/>
                  </a:lnTo>
                  <a:lnTo>
                    <a:pt x="1985243" y="26138"/>
                  </a:lnTo>
                  <a:lnTo>
                    <a:pt x="1977458" y="26099"/>
                  </a:lnTo>
                  <a:lnTo>
                    <a:pt x="1969673" y="26059"/>
                  </a:lnTo>
                  <a:lnTo>
                    <a:pt x="1961888" y="26026"/>
                  </a:lnTo>
                  <a:lnTo>
                    <a:pt x="1954102" y="25997"/>
                  </a:lnTo>
                  <a:lnTo>
                    <a:pt x="1946317" y="25968"/>
                  </a:lnTo>
                  <a:lnTo>
                    <a:pt x="1938532" y="25938"/>
                  </a:lnTo>
                  <a:lnTo>
                    <a:pt x="1930747" y="25908"/>
                  </a:lnTo>
                  <a:lnTo>
                    <a:pt x="1922961" y="25878"/>
                  </a:lnTo>
                  <a:lnTo>
                    <a:pt x="1915176" y="25847"/>
                  </a:lnTo>
                  <a:lnTo>
                    <a:pt x="1907391" y="25811"/>
                  </a:lnTo>
                  <a:lnTo>
                    <a:pt x="1899605" y="25767"/>
                  </a:lnTo>
                  <a:lnTo>
                    <a:pt x="1891820" y="25723"/>
                  </a:lnTo>
                  <a:lnTo>
                    <a:pt x="1884035" y="25679"/>
                  </a:lnTo>
                  <a:lnTo>
                    <a:pt x="1876250" y="25633"/>
                  </a:lnTo>
                  <a:lnTo>
                    <a:pt x="1868464" y="25587"/>
                  </a:lnTo>
                  <a:lnTo>
                    <a:pt x="1860679" y="25541"/>
                  </a:lnTo>
                  <a:lnTo>
                    <a:pt x="1852894" y="25506"/>
                  </a:lnTo>
                  <a:lnTo>
                    <a:pt x="1845109" y="25470"/>
                  </a:lnTo>
                  <a:lnTo>
                    <a:pt x="1837323" y="25434"/>
                  </a:lnTo>
                  <a:lnTo>
                    <a:pt x="1829538" y="25397"/>
                  </a:lnTo>
                  <a:lnTo>
                    <a:pt x="1821753" y="25364"/>
                  </a:lnTo>
                  <a:lnTo>
                    <a:pt x="1813967" y="25322"/>
                  </a:lnTo>
                  <a:lnTo>
                    <a:pt x="1806182" y="25284"/>
                  </a:lnTo>
                  <a:lnTo>
                    <a:pt x="1798397" y="25245"/>
                  </a:lnTo>
                  <a:lnTo>
                    <a:pt x="1790612" y="25205"/>
                  </a:lnTo>
                  <a:lnTo>
                    <a:pt x="1782826" y="25154"/>
                  </a:lnTo>
                  <a:lnTo>
                    <a:pt x="1775041" y="25103"/>
                  </a:lnTo>
                  <a:lnTo>
                    <a:pt x="1767256" y="25050"/>
                  </a:lnTo>
                  <a:lnTo>
                    <a:pt x="1759471" y="24997"/>
                  </a:lnTo>
                  <a:lnTo>
                    <a:pt x="1751685" y="24942"/>
                  </a:lnTo>
                  <a:lnTo>
                    <a:pt x="1743900" y="24887"/>
                  </a:lnTo>
                  <a:lnTo>
                    <a:pt x="1736115" y="24831"/>
                  </a:lnTo>
                  <a:lnTo>
                    <a:pt x="1728330" y="24781"/>
                  </a:lnTo>
                  <a:lnTo>
                    <a:pt x="1720544" y="24733"/>
                  </a:lnTo>
                  <a:lnTo>
                    <a:pt x="1712759" y="24683"/>
                  </a:lnTo>
                  <a:lnTo>
                    <a:pt x="1704974" y="24634"/>
                  </a:lnTo>
                  <a:lnTo>
                    <a:pt x="1697188" y="24587"/>
                  </a:lnTo>
                  <a:lnTo>
                    <a:pt x="1689403" y="24540"/>
                  </a:lnTo>
                  <a:lnTo>
                    <a:pt x="1681618" y="24483"/>
                  </a:lnTo>
                  <a:lnTo>
                    <a:pt x="1673833" y="24431"/>
                  </a:lnTo>
                  <a:lnTo>
                    <a:pt x="1666047" y="24379"/>
                  </a:lnTo>
                  <a:lnTo>
                    <a:pt x="1658262" y="24325"/>
                  </a:lnTo>
                  <a:lnTo>
                    <a:pt x="1650477" y="24283"/>
                  </a:lnTo>
                  <a:lnTo>
                    <a:pt x="1642692" y="24239"/>
                  </a:lnTo>
                  <a:lnTo>
                    <a:pt x="1634906" y="24187"/>
                  </a:lnTo>
                  <a:lnTo>
                    <a:pt x="1627121" y="24134"/>
                  </a:lnTo>
                  <a:lnTo>
                    <a:pt x="1619336" y="24077"/>
                  </a:lnTo>
                  <a:lnTo>
                    <a:pt x="1611550" y="24026"/>
                  </a:lnTo>
                  <a:lnTo>
                    <a:pt x="1603765" y="23965"/>
                  </a:lnTo>
                  <a:lnTo>
                    <a:pt x="1595980" y="23907"/>
                  </a:lnTo>
                  <a:lnTo>
                    <a:pt x="1588195" y="23846"/>
                  </a:lnTo>
                  <a:lnTo>
                    <a:pt x="1580409" y="23783"/>
                  </a:lnTo>
                  <a:lnTo>
                    <a:pt x="1572624" y="23718"/>
                  </a:lnTo>
                  <a:lnTo>
                    <a:pt x="1564839" y="23653"/>
                  </a:lnTo>
                  <a:lnTo>
                    <a:pt x="1557054" y="23586"/>
                  </a:lnTo>
                  <a:lnTo>
                    <a:pt x="1549268" y="23518"/>
                  </a:lnTo>
                  <a:lnTo>
                    <a:pt x="1541483" y="23450"/>
                  </a:lnTo>
                  <a:lnTo>
                    <a:pt x="1533698" y="23380"/>
                  </a:lnTo>
                  <a:lnTo>
                    <a:pt x="1525912" y="23310"/>
                  </a:lnTo>
                  <a:lnTo>
                    <a:pt x="1518127" y="23240"/>
                  </a:lnTo>
                  <a:lnTo>
                    <a:pt x="1510342" y="23173"/>
                  </a:lnTo>
                  <a:lnTo>
                    <a:pt x="1502557" y="23105"/>
                  </a:lnTo>
                  <a:lnTo>
                    <a:pt x="1494771" y="23040"/>
                  </a:lnTo>
                  <a:lnTo>
                    <a:pt x="1486986" y="22964"/>
                  </a:lnTo>
                  <a:lnTo>
                    <a:pt x="1479201" y="22892"/>
                  </a:lnTo>
                  <a:lnTo>
                    <a:pt x="1471416" y="22819"/>
                  </a:lnTo>
                  <a:lnTo>
                    <a:pt x="1463630" y="22746"/>
                  </a:lnTo>
                  <a:lnTo>
                    <a:pt x="1455845" y="22667"/>
                  </a:lnTo>
                  <a:lnTo>
                    <a:pt x="1448060" y="22572"/>
                  </a:lnTo>
                  <a:lnTo>
                    <a:pt x="1440275" y="22479"/>
                  </a:lnTo>
                  <a:lnTo>
                    <a:pt x="1432489" y="22431"/>
                  </a:lnTo>
                  <a:lnTo>
                    <a:pt x="1424704" y="22364"/>
                  </a:lnTo>
                  <a:lnTo>
                    <a:pt x="1416919" y="22277"/>
                  </a:lnTo>
                  <a:lnTo>
                    <a:pt x="1409133" y="22185"/>
                  </a:lnTo>
                  <a:lnTo>
                    <a:pt x="1401348" y="22112"/>
                  </a:lnTo>
                  <a:lnTo>
                    <a:pt x="1393563" y="22041"/>
                  </a:lnTo>
                  <a:lnTo>
                    <a:pt x="1385778" y="21958"/>
                  </a:lnTo>
                  <a:lnTo>
                    <a:pt x="1377992" y="21874"/>
                  </a:lnTo>
                  <a:lnTo>
                    <a:pt x="1370207" y="21788"/>
                  </a:lnTo>
                  <a:lnTo>
                    <a:pt x="1362422" y="21700"/>
                  </a:lnTo>
                  <a:lnTo>
                    <a:pt x="1354637" y="21598"/>
                  </a:lnTo>
                  <a:lnTo>
                    <a:pt x="1346851" y="21499"/>
                  </a:lnTo>
                  <a:lnTo>
                    <a:pt x="1339066" y="21421"/>
                  </a:lnTo>
                  <a:lnTo>
                    <a:pt x="1331281" y="21338"/>
                  </a:lnTo>
                  <a:lnTo>
                    <a:pt x="1323495" y="21245"/>
                  </a:lnTo>
                  <a:lnTo>
                    <a:pt x="1315710" y="21158"/>
                  </a:lnTo>
                  <a:lnTo>
                    <a:pt x="1307925" y="21065"/>
                  </a:lnTo>
                  <a:lnTo>
                    <a:pt x="1300140" y="20967"/>
                  </a:lnTo>
                  <a:lnTo>
                    <a:pt x="1292354" y="20869"/>
                  </a:lnTo>
                  <a:lnTo>
                    <a:pt x="1284569" y="20771"/>
                  </a:lnTo>
                  <a:lnTo>
                    <a:pt x="1276784" y="20665"/>
                  </a:lnTo>
                  <a:lnTo>
                    <a:pt x="1268999" y="20555"/>
                  </a:lnTo>
                  <a:lnTo>
                    <a:pt x="1261213" y="20442"/>
                  </a:lnTo>
                  <a:lnTo>
                    <a:pt x="1253428" y="20328"/>
                  </a:lnTo>
                  <a:lnTo>
                    <a:pt x="1245643" y="20213"/>
                  </a:lnTo>
                  <a:lnTo>
                    <a:pt x="1237857" y="20097"/>
                  </a:lnTo>
                  <a:lnTo>
                    <a:pt x="1230072" y="19990"/>
                  </a:lnTo>
                  <a:lnTo>
                    <a:pt x="1222287" y="19904"/>
                  </a:lnTo>
                  <a:lnTo>
                    <a:pt x="1214502" y="19826"/>
                  </a:lnTo>
                  <a:lnTo>
                    <a:pt x="1206716" y="19715"/>
                  </a:lnTo>
                  <a:lnTo>
                    <a:pt x="1198931" y="19606"/>
                  </a:lnTo>
                  <a:lnTo>
                    <a:pt x="1191146" y="19505"/>
                  </a:lnTo>
                  <a:lnTo>
                    <a:pt x="1183361" y="19408"/>
                  </a:lnTo>
                  <a:lnTo>
                    <a:pt x="1175575" y="19308"/>
                  </a:lnTo>
                  <a:lnTo>
                    <a:pt x="1167790" y="19206"/>
                  </a:lnTo>
                  <a:lnTo>
                    <a:pt x="1160005" y="19103"/>
                  </a:lnTo>
                  <a:lnTo>
                    <a:pt x="1152220" y="18999"/>
                  </a:lnTo>
                  <a:lnTo>
                    <a:pt x="1144434" y="18898"/>
                  </a:lnTo>
                  <a:lnTo>
                    <a:pt x="1136649" y="18798"/>
                  </a:lnTo>
                  <a:lnTo>
                    <a:pt x="1128864" y="18713"/>
                  </a:lnTo>
                  <a:lnTo>
                    <a:pt x="1121078" y="18619"/>
                  </a:lnTo>
                  <a:lnTo>
                    <a:pt x="1113293" y="18509"/>
                  </a:lnTo>
                  <a:lnTo>
                    <a:pt x="1105508" y="18385"/>
                  </a:lnTo>
                  <a:lnTo>
                    <a:pt x="1097723" y="18279"/>
                  </a:lnTo>
                  <a:lnTo>
                    <a:pt x="1089937" y="18172"/>
                  </a:lnTo>
                  <a:lnTo>
                    <a:pt x="1082152" y="18059"/>
                  </a:lnTo>
                  <a:lnTo>
                    <a:pt x="1074367" y="17954"/>
                  </a:lnTo>
                  <a:lnTo>
                    <a:pt x="1066582" y="17831"/>
                  </a:lnTo>
                  <a:lnTo>
                    <a:pt x="1058796" y="17723"/>
                  </a:lnTo>
                  <a:lnTo>
                    <a:pt x="1051011" y="17617"/>
                  </a:lnTo>
                  <a:lnTo>
                    <a:pt x="1043226" y="17507"/>
                  </a:lnTo>
                  <a:lnTo>
                    <a:pt x="1035440" y="17402"/>
                  </a:lnTo>
                  <a:lnTo>
                    <a:pt x="1027655" y="17293"/>
                  </a:lnTo>
                  <a:lnTo>
                    <a:pt x="1019870" y="17182"/>
                  </a:lnTo>
                  <a:lnTo>
                    <a:pt x="1012085" y="17082"/>
                  </a:lnTo>
                  <a:lnTo>
                    <a:pt x="1004299" y="16960"/>
                  </a:lnTo>
                  <a:lnTo>
                    <a:pt x="996514" y="16845"/>
                  </a:lnTo>
                  <a:lnTo>
                    <a:pt x="988729" y="16731"/>
                  </a:lnTo>
                  <a:lnTo>
                    <a:pt x="980944" y="16616"/>
                  </a:lnTo>
                  <a:lnTo>
                    <a:pt x="973158" y="16499"/>
                  </a:lnTo>
                  <a:lnTo>
                    <a:pt x="965373" y="16381"/>
                  </a:lnTo>
                  <a:lnTo>
                    <a:pt x="957588" y="16261"/>
                  </a:lnTo>
                  <a:lnTo>
                    <a:pt x="949802" y="16139"/>
                  </a:lnTo>
                  <a:lnTo>
                    <a:pt x="942017" y="16016"/>
                  </a:lnTo>
                  <a:lnTo>
                    <a:pt x="934232" y="15896"/>
                  </a:lnTo>
                  <a:lnTo>
                    <a:pt x="926447" y="15772"/>
                  </a:lnTo>
                  <a:lnTo>
                    <a:pt x="918661" y="15648"/>
                  </a:lnTo>
                  <a:lnTo>
                    <a:pt x="910876" y="15540"/>
                  </a:lnTo>
                  <a:lnTo>
                    <a:pt x="903091" y="15401"/>
                  </a:lnTo>
                  <a:lnTo>
                    <a:pt x="895306" y="15277"/>
                  </a:lnTo>
                  <a:lnTo>
                    <a:pt x="887520" y="15154"/>
                  </a:lnTo>
                  <a:lnTo>
                    <a:pt x="879735" y="15025"/>
                  </a:lnTo>
                  <a:lnTo>
                    <a:pt x="871950" y="14883"/>
                  </a:lnTo>
                  <a:lnTo>
                    <a:pt x="864165" y="14747"/>
                  </a:lnTo>
                  <a:lnTo>
                    <a:pt x="856379" y="14647"/>
                  </a:lnTo>
                  <a:lnTo>
                    <a:pt x="848594" y="14518"/>
                  </a:lnTo>
                  <a:lnTo>
                    <a:pt x="840809" y="14455"/>
                  </a:lnTo>
                  <a:lnTo>
                    <a:pt x="833023" y="14354"/>
                  </a:lnTo>
                  <a:lnTo>
                    <a:pt x="825238" y="14191"/>
                  </a:lnTo>
                  <a:lnTo>
                    <a:pt x="817453" y="14023"/>
                  </a:lnTo>
                  <a:lnTo>
                    <a:pt x="809668" y="13876"/>
                  </a:lnTo>
                  <a:lnTo>
                    <a:pt x="801882" y="13795"/>
                  </a:lnTo>
                  <a:lnTo>
                    <a:pt x="794097" y="13711"/>
                  </a:lnTo>
                  <a:lnTo>
                    <a:pt x="786312" y="13518"/>
                  </a:lnTo>
                  <a:lnTo>
                    <a:pt x="778527" y="13302"/>
                  </a:lnTo>
                  <a:lnTo>
                    <a:pt x="770741" y="13180"/>
                  </a:lnTo>
                  <a:lnTo>
                    <a:pt x="762956" y="13046"/>
                  </a:lnTo>
                  <a:lnTo>
                    <a:pt x="755171" y="12926"/>
                  </a:lnTo>
                  <a:lnTo>
                    <a:pt x="747385" y="12743"/>
                  </a:lnTo>
                  <a:lnTo>
                    <a:pt x="739600" y="12575"/>
                  </a:lnTo>
                  <a:lnTo>
                    <a:pt x="731815" y="12399"/>
                  </a:lnTo>
                  <a:lnTo>
                    <a:pt x="724030" y="12275"/>
                  </a:lnTo>
                  <a:lnTo>
                    <a:pt x="716244" y="12064"/>
                  </a:lnTo>
                  <a:lnTo>
                    <a:pt x="708459" y="11951"/>
                  </a:lnTo>
                  <a:lnTo>
                    <a:pt x="700674" y="11820"/>
                  </a:lnTo>
                  <a:lnTo>
                    <a:pt x="692889" y="11670"/>
                  </a:lnTo>
                  <a:lnTo>
                    <a:pt x="685103" y="11536"/>
                  </a:lnTo>
                  <a:lnTo>
                    <a:pt x="677318" y="11401"/>
                  </a:lnTo>
                  <a:lnTo>
                    <a:pt x="669533" y="11265"/>
                  </a:lnTo>
                  <a:lnTo>
                    <a:pt x="661747" y="11127"/>
                  </a:lnTo>
                  <a:lnTo>
                    <a:pt x="653962" y="10987"/>
                  </a:lnTo>
                  <a:lnTo>
                    <a:pt x="646177" y="10802"/>
                  </a:lnTo>
                  <a:lnTo>
                    <a:pt x="638392" y="10596"/>
                  </a:lnTo>
                  <a:lnTo>
                    <a:pt x="630606" y="10479"/>
                  </a:lnTo>
                  <a:lnTo>
                    <a:pt x="622821" y="10362"/>
                  </a:lnTo>
                  <a:lnTo>
                    <a:pt x="615036" y="10188"/>
                  </a:lnTo>
                  <a:lnTo>
                    <a:pt x="607251" y="10111"/>
                  </a:lnTo>
                  <a:lnTo>
                    <a:pt x="599465" y="9990"/>
                  </a:lnTo>
                  <a:lnTo>
                    <a:pt x="591680" y="9911"/>
                  </a:lnTo>
                  <a:lnTo>
                    <a:pt x="583895" y="9698"/>
                  </a:lnTo>
                  <a:lnTo>
                    <a:pt x="576110" y="9544"/>
                  </a:lnTo>
                  <a:lnTo>
                    <a:pt x="568324" y="9361"/>
                  </a:lnTo>
                  <a:lnTo>
                    <a:pt x="560539" y="9233"/>
                  </a:lnTo>
                  <a:lnTo>
                    <a:pt x="552754" y="9066"/>
                  </a:lnTo>
                  <a:lnTo>
                    <a:pt x="544968" y="8892"/>
                  </a:lnTo>
                  <a:lnTo>
                    <a:pt x="537183" y="8781"/>
                  </a:lnTo>
                  <a:lnTo>
                    <a:pt x="529398" y="8615"/>
                  </a:lnTo>
                  <a:lnTo>
                    <a:pt x="521613" y="8470"/>
                  </a:lnTo>
                  <a:lnTo>
                    <a:pt x="513827" y="8315"/>
                  </a:lnTo>
                  <a:lnTo>
                    <a:pt x="506042" y="8226"/>
                  </a:lnTo>
                  <a:lnTo>
                    <a:pt x="498257" y="8065"/>
                  </a:lnTo>
                  <a:lnTo>
                    <a:pt x="490472" y="7949"/>
                  </a:lnTo>
                  <a:lnTo>
                    <a:pt x="482686" y="7858"/>
                  </a:lnTo>
                  <a:lnTo>
                    <a:pt x="474901" y="7620"/>
                  </a:lnTo>
                  <a:lnTo>
                    <a:pt x="467116" y="7381"/>
                  </a:lnTo>
                  <a:lnTo>
                    <a:pt x="459330" y="7219"/>
                  </a:lnTo>
                  <a:lnTo>
                    <a:pt x="451545" y="7065"/>
                  </a:lnTo>
                  <a:lnTo>
                    <a:pt x="443760" y="6910"/>
                  </a:lnTo>
                  <a:lnTo>
                    <a:pt x="435975" y="6777"/>
                  </a:lnTo>
                  <a:lnTo>
                    <a:pt x="428189" y="6673"/>
                  </a:lnTo>
                  <a:lnTo>
                    <a:pt x="420404" y="6530"/>
                  </a:lnTo>
                  <a:lnTo>
                    <a:pt x="412619" y="6278"/>
                  </a:lnTo>
                  <a:lnTo>
                    <a:pt x="404834" y="6251"/>
                  </a:lnTo>
                  <a:lnTo>
                    <a:pt x="397048" y="6185"/>
                  </a:lnTo>
                  <a:lnTo>
                    <a:pt x="389263" y="6016"/>
                  </a:lnTo>
                  <a:lnTo>
                    <a:pt x="381478" y="5848"/>
                  </a:lnTo>
                  <a:lnTo>
                    <a:pt x="373692" y="5675"/>
                  </a:lnTo>
                  <a:lnTo>
                    <a:pt x="365907" y="5501"/>
                  </a:lnTo>
                  <a:lnTo>
                    <a:pt x="358122" y="5327"/>
                  </a:lnTo>
                  <a:lnTo>
                    <a:pt x="350337" y="5154"/>
                  </a:lnTo>
                  <a:lnTo>
                    <a:pt x="342551" y="5007"/>
                  </a:lnTo>
                  <a:lnTo>
                    <a:pt x="334766" y="4879"/>
                  </a:lnTo>
                  <a:lnTo>
                    <a:pt x="326981" y="4708"/>
                  </a:lnTo>
                  <a:lnTo>
                    <a:pt x="319196" y="4575"/>
                  </a:lnTo>
                  <a:lnTo>
                    <a:pt x="311410" y="4343"/>
                  </a:lnTo>
                  <a:lnTo>
                    <a:pt x="303625" y="4212"/>
                  </a:lnTo>
                  <a:lnTo>
                    <a:pt x="295840" y="4144"/>
                  </a:lnTo>
                  <a:lnTo>
                    <a:pt x="288055" y="4077"/>
                  </a:lnTo>
                  <a:lnTo>
                    <a:pt x="280269" y="3903"/>
                  </a:lnTo>
                  <a:lnTo>
                    <a:pt x="272484" y="3842"/>
                  </a:lnTo>
                  <a:lnTo>
                    <a:pt x="264699" y="3844"/>
                  </a:lnTo>
                  <a:lnTo>
                    <a:pt x="256913" y="3812"/>
                  </a:lnTo>
                  <a:lnTo>
                    <a:pt x="249128" y="3658"/>
                  </a:lnTo>
                  <a:lnTo>
                    <a:pt x="241343" y="3451"/>
                  </a:lnTo>
                  <a:lnTo>
                    <a:pt x="233558" y="3243"/>
                  </a:lnTo>
                  <a:lnTo>
                    <a:pt x="225772" y="3037"/>
                  </a:lnTo>
                  <a:lnTo>
                    <a:pt x="217987" y="2901"/>
                  </a:lnTo>
                  <a:lnTo>
                    <a:pt x="210202" y="2769"/>
                  </a:lnTo>
                  <a:lnTo>
                    <a:pt x="202417" y="2697"/>
                  </a:lnTo>
                  <a:lnTo>
                    <a:pt x="194631" y="2637"/>
                  </a:lnTo>
                  <a:lnTo>
                    <a:pt x="186846" y="2496"/>
                  </a:lnTo>
                  <a:lnTo>
                    <a:pt x="179061" y="2433"/>
                  </a:lnTo>
                  <a:lnTo>
                    <a:pt x="171275" y="2331"/>
                  </a:lnTo>
                  <a:lnTo>
                    <a:pt x="163490" y="2213"/>
                  </a:lnTo>
                  <a:lnTo>
                    <a:pt x="155705" y="2067"/>
                  </a:lnTo>
                  <a:lnTo>
                    <a:pt x="147920" y="1985"/>
                  </a:lnTo>
                  <a:lnTo>
                    <a:pt x="140134" y="1967"/>
                  </a:lnTo>
                  <a:lnTo>
                    <a:pt x="132349" y="1936"/>
                  </a:lnTo>
                  <a:lnTo>
                    <a:pt x="124564" y="1736"/>
                  </a:lnTo>
                  <a:lnTo>
                    <a:pt x="116779" y="1533"/>
                  </a:lnTo>
                  <a:lnTo>
                    <a:pt x="108993" y="1330"/>
                  </a:lnTo>
                  <a:lnTo>
                    <a:pt x="101208" y="1202"/>
                  </a:lnTo>
                  <a:lnTo>
                    <a:pt x="93423" y="1143"/>
                  </a:lnTo>
                  <a:lnTo>
                    <a:pt x="85637" y="1131"/>
                  </a:lnTo>
                  <a:lnTo>
                    <a:pt x="77852" y="1118"/>
                  </a:lnTo>
                  <a:lnTo>
                    <a:pt x="70067" y="1020"/>
                  </a:lnTo>
                  <a:lnTo>
                    <a:pt x="62282" y="826"/>
                  </a:lnTo>
                  <a:lnTo>
                    <a:pt x="54496" y="697"/>
                  </a:lnTo>
                  <a:lnTo>
                    <a:pt x="46711" y="463"/>
                  </a:lnTo>
                  <a:lnTo>
                    <a:pt x="38926" y="286"/>
                  </a:lnTo>
                  <a:lnTo>
                    <a:pt x="31141" y="231"/>
                  </a:lnTo>
                  <a:lnTo>
                    <a:pt x="23355" y="175"/>
                  </a:lnTo>
                  <a:lnTo>
                    <a:pt x="15570" y="116"/>
                  </a:lnTo>
                  <a:lnTo>
                    <a:pt x="7785" y="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6049435" y="4300627"/>
              <a:ext cx="2016385" cy="655894"/>
            </a:xfrm>
            <a:custGeom>
              <a:avLst/>
              <a:pathLst>
                <a:path w="2016385" h="655894">
                  <a:moveTo>
                    <a:pt x="0" y="469418"/>
                  </a:moveTo>
                  <a:lnTo>
                    <a:pt x="7785" y="471009"/>
                  </a:lnTo>
                  <a:lnTo>
                    <a:pt x="15570" y="472366"/>
                  </a:lnTo>
                  <a:lnTo>
                    <a:pt x="23355" y="474217"/>
                  </a:lnTo>
                  <a:lnTo>
                    <a:pt x="31141" y="474189"/>
                  </a:lnTo>
                  <a:lnTo>
                    <a:pt x="38926" y="473707"/>
                  </a:lnTo>
                  <a:lnTo>
                    <a:pt x="46711" y="473820"/>
                  </a:lnTo>
                  <a:lnTo>
                    <a:pt x="54496" y="473503"/>
                  </a:lnTo>
                  <a:lnTo>
                    <a:pt x="62282" y="474546"/>
                  </a:lnTo>
                  <a:lnTo>
                    <a:pt x="70067" y="474537"/>
                  </a:lnTo>
                  <a:lnTo>
                    <a:pt x="77852" y="475356"/>
                  </a:lnTo>
                  <a:lnTo>
                    <a:pt x="85637" y="476606"/>
                  </a:lnTo>
                  <a:lnTo>
                    <a:pt x="93423" y="476223"/>
                  </a:lnTo>
                  <a:lnTo>
                    <a:pt x="101208" y="476047"/>
                  </a:lnTo>
                  <a:lnTo>
                    <a:pt x="108993" y="476008"/>
                  </a:lnTo>
                  <a:lnTo>
                    <a:pt x="116779" y="476582"/>
                  </a:lnTo>
                  <a:lnTo>
                    <a:pt x="124564" y="477165"/>
                  </a:lnTo>
                  <a:lnTo>
                    <a:pt x="132349" y="477544"/>
                  </a:lnTo>
                  <a:lnTo>
                    <a:pt x="140134" y="477178"/>
                  </a:lnTo>
                  <a:lnTo>
                    <a:pt x="147920" y="477074"/>
                  </a:lnTo>
                  <a:lnTo>
                    <a:pt x="155705" y="476650"/>
                  </a:lnTo>
                  <a:lnTo>
                    <a:pt x="163490" y="476258"/>
                  </a:lnTo>
                  <a:lnTo>
                    <a:pt x="171275" y="475182"/>
                  </a:lnTo>
                  <a:lnTo>
                    <a:pt x="179061" y="474923"/>
                  </a:lnTo>
                  <a:lnTo>
                    <a:pt x="186846" y="473440"/>
                  </a:lnTo>
                  <a:lnTo>
                    <a:pt x="194631" y="474163"/>
                  </a:lnTo>
                  <a:lnTo>
                    <a:pt x="202417" y="472335"/>
                  </a:lnTo>
                  <a:lnTo>
                    <a:pt x="210202" y="471414"/>
                  </a:lnTo>
                  <a:lnTo>
                    <a:pt x="217987" y="470859"/>
                  </a:lnTo>
                  <a:lnTo>
                    <a:pt x="225772" y="470936"/>
                  </a:lnTo>
                  <a:lnTo>
                    <a:pt x="233558" y="470015"/>
                  </a:lnTo>
                  <a:lnTo>
                    <a:pt x="241343" y="467852"/>
                  </a:lnTo>
                  <a:lnTo>
                    <a:pt x="249128" y="467048"/>
                  </a:lnTo>
                  <a:lnTo>
                    <a:pt x="256913" y="466395"/>
                  </a:lnTo>
                  <a:lnTo>
                    <a:pt x="264699" y="465715"/>
                  </a:lnTo>
                  <a:lnTo>
                    <a:pt x="272484" y="465787"/>
                  </a:lnTo>
                  <a:lnTo>
                    <a:pt x="280269" y="465001"/>
                  </a:lnTo>
                  <a:lnTo>
                    <a:pt x="288055" y="463192"/>
                  </a:lnTo>
                  <a:lnTo>
                    <a:pt x="295840" y="461373"/>
                  </a:lnTo>
                  <a:lnTo>
                    <a:pt x="303625" y="459537"/>
                  </a:lnTo>
                  <a:lnTo>
                    <a:pt x="311410" y="459031"/>
                  </a:lnTo>
                  <a:lnTo>
                    <a:pt x="319196" y="455772"/>
                  </a:lnTo>
                  <a:lnTo>
                    <a:pt x="326981" y="454206"/>
                  </a:lnTo>
                  <a:lnTo>
                    <a:pt x="334766" y="451152"/>
                  </a:lnTo>
                  <a:lnTo>
                    <a:pt x="342551" y="451000"/>
                  </a:lnTo>
                  <a:lnTo>
                    <a:pt x="350337" y="450307"/>
                  </a:lnTo>
                  <a:lnTo>
                    <a:pt x="358122" y="448467"/>
                  </a:lnTo>
                  <a:lnTo>
                    <a:pt x="365907" y="446638"/>
                  </a:lnTo>
                  <a:lnTo>
                    <a:pt x="373692" y="444322"/>
                  </a:lnTo>
                  <a:lnTo>
                    <a:pt x="381478" y="442008"/>
                  </a:lnTo>
                  <a:lnTo>
                    <a:pt x="389263" y="439690"/>
                  </a:lnTo>
                  <a:lnTo>
                    <a:pt x="397048" y="437363"/>
                  </a:lnTo>
                  <a:lnTo>
                    <a:pt x="404834" y="436004"/>
                  </a:lnTo>
                  <a:lnTo>
                    <a:pt x="412619" y="434638"/>
                  </a:lnTo>
                  <a:lnTo>
                    <a:pt x="420404" y="433198"/>
                  </a:lnTo>
                  <a:lnTo>
                    <a:pt x="428189" y="430554"/>
                  </a:lnTo>
                  <a:lnTo>
                    <a:pt x="435975" y="426918"/>
                  </a:lnTo>
                  <a:lnTo>
                    <a:pt x="443760" y="423721"/>
                  </a:lnTo>
                  <a:lnTo>
                    <a:pt x="451545" y="420648"/>
                  </a:lnTo>
                  <a:lnTo>
                    <a:pt x="459330" y="419188"/>
                  </a:lnTo>
                  <a:lnTo>
                    <a:pt x="467116" y="416928"/>
                  </a:lnTo>
                  <a:lnTo>
                    <a:pt x="474901" y="415798"/>
                  </a:lnTo>
                  <a:lnTo>
                    <a:pt x="482686" y="415957"/>
                  </a:lnTo>
                  <a:lnTo>
                    <a:pt x="490472" y="415510"/>
                  </a:lnTo>
                  <a:lnTo>
                    <a:pt x="498257" y="411342"/>
                  </a:lnTo>
                  <a:lnTo>
                    <a:pt x="506042" y="410123"/>
                  </a:lnTo>
                  <a:lnTo>
                    <a:pt x="513827" y="408913"/>
                  </a:lnTo>
                  <a:lnTo>
                    <a:pt x="521613" y="407670"/>
                  </a:lnTo>
                  <a:lnTo>
                    <a:pt x="529398" y="405234"/>
                  </a:lnTo>
                  <a:lnTo>
                    <a:pt x="537183" y="404037"/>
                  </a:lnTo>
                  <a:lnTo>
                    <a:pt x="544968" y="401471"/>
                  </a:lnTo>
                  <a:lnTo>
                    <a:pt x="552754" y="398122"/>
                  </a:lnTo>
                  <a:lnTo>
                    <a:pt x="560539" y="393804"/>
                  </a:lnTo>
                  <a:lnTo>
                    <a:pt x="568324" y="390700"/>
                  </a:lnTo>
                  <a:lnTo>
                    <a:pt x="576110" y="386910"/>
                  </a:lnTo>
                  <a:lnTo>
                    <a:pt x="583895" y="381715"/>
                  </a:lnTo>
                  <a:lnTo>
                    <a:pt x="591680" y="379016"/>
                  </a:lnTo>
                  <a:lnTo>
                    <a:pt x="599465" y="375785"/>
                  </a:lnTo>
                  <a:lnTo>
                    <a:pt x="607251" y="373877"/>
                  </a:lnTo>
                  <a:lnTo>
                    <a:pt x="615036" y="370460"/>
                  </a:lnTo>
                  <a:lnTo>
                    <a:pt x="622821" y="367306"/>
                  </a:lnTo>
                  <a:lnTo>
                    <a:pt x="630606" y="364864"/>
                  </a:lnTo>
                  <a:lnTo>
                    <a:pt x="638392" y="360847"/>
                  </a:lnTo>
                  <a:lnTo>
                    <a:pt x="646177" y="356885"/>
                  </a:lnTo>
                  <a:lnTo>
                    <a:pt x="653962" y="354202"/>
                  </a:lnTo>
                  <a:lnTo>
                    <a:pt x="661747" y="351527"/>
                  </a:lnTo>
                  <a:lnTo>
                    <a:pt x="669533" y="348848"/>
                  </a:lnTo>
                  <a:lnTo>
                    <a:pt x="677318" y="345047"/>
                  </a:lnTo>
                  <a:lnTo>
                    <a:pt x="685103" y="340947"/>
                  </a:lnTo>
                  <a:lnTo>
                    <a:pt x="692889" y="336864"/>
                  </a:lnTo>
                  <a:lnTo>
                    <a:pt x="700674" y="333023"/>
                  </a:lnTo>
                  <a:lnTo>
                    <a:pt x="708459" y="331553"/>
                  </a:lnTo>
                  <a:lnTo>
                    <a:pt x="716244" y="328357"/>
                  </a:lnTo>
                  <a:lnTo>
                    <a:pt x="724030" y="322754"/>
                  </a:lnTo>
                  <a:lnTo>
                    <a:pt x="731815" y="320046"/>
                  </a:lnTo>
                  <a:lnTo>
                    <a:pt x="739600" y="317717"/>
                  </a:lnTo>
                  <a:lnTo>
                    <a:pt x="747385" y="314680"/>
                  </a:lnTo>
                  <a:lnTo>
                    <a:pt x="755171" y="311966"/>
                  </a:lnTo>
                  <a:lnTo>
                    <a:pt x="762956" y="309252"/>
                  </a:lnTo>
                  <a:lnTo>
                    <a:pt x="770741" y="306539"/>
                  </a:lnTo>
                  <a:lnTo>
                    <a:pt x="778527" y="303827"/>
                  </a:lnTo>
                  <a:lnTo>
                    <a:pt x="786312" y="301117"/>
                  </a:lnTo>
                  <a:lnTo>
                    <a:pt x="794097" y="298409"/>
                  </a:lnTo>
                  <a:lnTo>
                    <a:pt x="801882" y="295743"/>
                  </a:lnTo>
                  <a:lnTo>
                    <a:pt x="809668" y="293104"/>
                  </a:lnTo>
                  <a:lnTo>
                    <a:pt x="817453" y="290467"/>
                  </a:lnTo>
                  <a:lnTo>
                    <a:pt x="825238" y="287111"/>
                  </a:lnTo>
                  <a:lnTo>
                    <a:pt x="833023" y="283639"/>
                  </a:lnTo>
                  <a:lnTo>
                    <a:pt x="840809" y="280078"/>
                  </a:lnTo>
                  <a:lnTo>
                    <a:pt x="848594" y="276473"/>
                  </a:lnTo>
                  <a:lnTo>
                    <a:pt x="856379" y="274177"/>
                  </a:lnTo>
                  <a:lnTo>
                    <a:pt x="864165" y="269949"/>
                  </a:lnTo>
                  <a:lnTo>
                    <a:pt x="871950" y="267736"/>
                  </a:lnTo>
                  <a:lnTo>
                    <a:pt x="879735" y="265597"/>
                  </a:lnTo>
                  <a:lnTo>
                    <a:pt x="887520" y="261765"/>
                  </a:lnTo>
                  <a:lnTo>
                    <a:pt x="895306" y="257952"/>
                  </a:lnTo>
                  <a:lnTo>
                    <a:pt x="903091" y="254164"/>
                  </a:lnTo>
                  <a:lnTo>
                    <a:pt x="910876" y="250407"/>
                  </a:lnTo>
                  <a:lnTo>
                    <a:pt x="918661" y="246667"/>
                  </a:lnTo>
                  <a:lnTo>
                    <a:pt x="926447" y="242944"/>
                  </a:lnTo>
                  <a:lnTo>
                    <a:pt x="934232" y="239517"/>
                  </a:lnTo>
                  <a:lnTo>
                    <a:pt x="942017" y="235989"/>
                  </a:lnTo>
                  <a:lnTo>
                    <a:pt x="949802" y="231830"/>
                  </a:lnTo>
                  <a:lnTo>
                    <a:pt x="957588" y="228148"/>
                  </a:lnTo>
                  <a:lnTo>
                    <a:pt x="965373" y="224488"/>
                  </a:lnTo>
                  <a:lnTo>
                    <a:pt x="973158" y="220852"/>
                  </a:lnTo>
                  <a:lnTo>
                    <a:pt x="980944" y="217238"/>
                  </a:lnTo>
                  <a:lnTo>
                    <a:pt x="988729" y="213649"/>
                  </a:lnTo>
                  <a:lnTo>
                    <a:pt x="996514" y="210115"/>
                  </a:lnTo>
                  <a:lnTo>
                    <a:pt x="1004299" y="206611"/>
                  </a:lnTo>
                  <a:lnTo>
                    <a:pt x="1012085" y="203476"/>
                  </a:lnTo>
                  <a:lnTo>
                    <a:pt x="1019870" y="200909"/>
                  </a:lnTo>
                  <a:lnTo>
                    <a:pt x="1027655" y="198357"/>
                  </a:lnTo>
                  <a:lnTo>
                    <a:pt x="1035440" y="195846"/>
                  </a:lnTo>
                  <a:lnTo>
                    <a:pt x="1043226" y="193363"/>
                  </a:lnTo>
                  <a:lnTo>
                    <a:pt x="1051011" y="190894"/>
                  </a:lnTo>
                  <a:lnTo>
                    <a:pt x="1058796" y="188441"/>
                  </a:lnTo>
                  <a:lnTo>
                    <a:pt x="1066582" y="186360"/>
                  </a:lnTo>
                  <a:lnTo>
                    <a:pt x="1074367" y="184509"/>
                  </a:lnTo>
                  <a:lnTo>
                    <a:pt x="1082152" y="182668"/>
                  </a:lnTo>
                  <a:lnTo>
                    <a:pt x="1089937" y="180836"/>
                  </a:lnTo>
                  <a:lnTo>
                    <a:pt x="1097723" y="178111"/>
                  </a:lnTo>
                  <a:lnTo>
                    <a:pt x="1105508" y="174347"/>
                  </a:lnTo>
                  <a:lnTo>
                    <a:pt x="1113293" y="170745"/>
                  </a:lnTo>
                  <a:lnTo>
                    <a:pt x="1121078" y="166948"/>
                  </a:lnTo>
                  <a:lnTo>
                    <a:pt x="1128864" y="164245"/>
                  </a:lnTo>
                  <a:lnTo>
                    <a:pt x="1136649" y="162298"/>
                  </a:lnTo>
                  <a:lnTo>
                    <a:pt x="1144434" y="160381"/>
                  </a:lnTo>
                  <a:lnTo>
                    <a:pt x="1152220" y="158491"/>
                  </a:lnTo>
                  <a:lnTo>
                    <a:pt x="1160005" y="156613"/>
                  </a:lnTo>
                  <a:lnTo>
                    <a:pt x="1167790" y="154748"/>
                  </a:lnTo>
                  <a:lnTo>
                    <a:pt x="1175575" y="152895"/>
                  </a:lnTo>
                  <a:lnTo>
                    <a:pt x="1183361" y="150997"/>
                  </a:lnTo>
                  <a:lnTo>
                    <a:pt x="1191146" y="148382"/>
                  </a:lnTo>
                  <a:lnTo>
                    <a:pt x="1198931" y="145792"/>
                  </a:lnTo>
                  <a:lnTo>
                    <a:pt x="1206716" y="143233"/>
                  </a:lnTo>
                  <a:lnTo>
                    <a:pt x="1214502" y="140346"/>
                  </a:lnTo>
                  <a:lnTo>
                    <a:pt x="1222287" y="137307"/>
                  </a:lnTo>
                  <a:lnTo>
                    <a:pt x="1230072" y="134307"/>
                  </a:lnTo>
                  <a:lnTo>
                    <a:pt x="1237857" y="132094"/>
                  </a:lnTo>
                  <a:lnTo>
                    <a:pt x="1245643" y="129949"/>
                  </a:lnTo>
                  <a:lnTo>
                    <a:pt x="1253428" y="127092"/>
                  </a:lnTo>
                  <a:lnTo>
                    <a:pt x="1261213" y="124447"/>
                  </a:lnTo>
                  <a:lnTo>
                    <a:pt x="1268999" y="122430"/>
                  </a:lnTo>
                  <a:lnTo>
                    <a:pt x="1276784" y="120339"/>
                  </a:lnTo>
                  <a:lnTo>
                    <a:pt x="1284569" y="117819"/>
                  </a:lnTo>
                  <a:lnTo>
                    <a:pt x="1292354" y="115841"/>
                  </a:lnTo>
                  <a:lnTo>
                    <a:pt x="1300140" y="114381"/>
                  </a:lnTo>
                  <a:lnTo>
                    <a:pt x="1307925" y="112256"/>
                  </a:lnTo>
                  <a:lnTo>
                    <a:pt x="1315710" y="110051"/>
                  </a:lnTo>
                  <a:lnTo>
                    <a:pt x="1323495" y="107874"/>
                  </a:lnTo>
                  <a:lnTo>
                    <a:pt x="1331281" y="105723"/>
                  </a:lnTo>
                  <a:lnTo>
                    <a:pt x="1339066" y="103599"/>
                  </a:lnTo>
                  <a:lnTo>
                    <a:pt x="1346851" y="101503"/>
                  </a:lnTo>
                  <a:lnTo>
                    <a:pt x="1354637" y="99432"/>
                  </a:lnTo>
                  <a:lnTo>
                    <a:pt x="1362422" y="97389"/>
                  </a:lnTo>
                  <a:lnTo>
                    <a:pt x="1370207" y="95327"/>
                  </a:lnTo>
                  <a:lnTo>
                    <a:pt x="1377992" y="93139"/>
                  </a:lnTo>
                  <a:lnTo>
                    <a:pt x="1385778" y="90923"/>
                  </a:lnTo>
                  <a:lnTo>
                    <a:pt x="1393563" y="88612"/>
                  </a:lnTo>
                  <a:lnTo>
                    <a:pt x="1401348" y="86340"/>
                  </a:lnTo>
                  <a:lnTo>
                    <a:pt x="1409133" y="84106"/>
                  </a:lnTo>
                  <a:lnTo>
                    <a:pt x="1416919" y="81908"/>
                  </a:lnTo>
                  <a:lnTo>
                    <a:pt x="1424704" y="79746"/>
                  </a:lnTo>
                  <a:lnTo>
                    <a:pt x="1432489" y="77650"/>
                  </a:lnTo>
                  <a:lnTo>
                    <a:pt x="1440275" y="76039"/>
                  </a:lnTo>
                  <a:lnTo>
                    <a:pt x="1448060" y="74449"/>
                  </a:lnTo>
                  <a:lnTo>
                    <a:pt x="1455845" y="72881"/>
                  </a:lnTo>
                  <a:lnTo>
                    <a:pt x="1463630" y="71160"/>
                  </a:lnTo>
                  <a:lnTo>
                    <a:pt x="1471416" y="69337"/>
                  </a:lnTo>
                  <a:lnTo>
                    <a:pt x="1479201" y="67543"/>
                  </a:lnTo>
                  <a:lnTo>
                    <a:pt x="1486986" y="65778"/>
                  </a:lnTo>
                  <a:lnTo>
                    <a:pt x="1494771" y="64042"/>
                  </a:lnTo>
                  <a:lnTo>
                    <a:pt x="1502557" y="62335"/>
                  </a:lnTo>
                  <a:lnTo>
                    <a:pt x="1510342" y="60656"/>
                  </a:lnTo>
                  <a:lnTo>
                    <a:pt x="1518127" y="59005"/>
                  </a:lnTo>
                  <a:lnTo>
                    <a:pt x="1525912" y="57383"/>
                  </a:lnTo>
                  <a:lnTo>
                    <a:pt x="1533698" y="55791"/>
                  </a:lnTo>
                  <a:lnTo>
                    <a:pt x="1541483" y="54226"/>
                  </a:lnTo>
                  <a:lnTo>
                    <a:pt x="1549268" y="52687"/>
                  </a:lnTo>
                  <a:lnTo>
                    <a:pt x="1557054" y="51175"/>
                  </a:lnTo>
                  <a:lnTo>
                    <a:pt x="1564839" y="49689"/>
                  </a:lnTo>
                  <a:lnTo>
                    <a:pt x="1572624" y="48231"/>
                  </a:lnTo>
                  <a:lnTo>
                    <a:pt x="1580409" y="46803"/>
                  </a:lnTo>
                  <a:lnTo>
                    <a:pt x="1588195" y="45399"/>
                  </a:lnTo>
                  <a:lnTo>
                    <a:pt x="1595980" y="44021"/>
                  </a:lnTo>
                  <a:lnTo>
                    <a:pt x="1603765" y="42667"/>
                  </a:lnTo>
                  <a:lnTo>
                    <a:pt x="1611550" y="41336"/>
                  </a:lnTo>
                  <a:lnTo>
                    <a:pt x="1619336" y="40030"/>
                  </a:lnTo>
                  <a:lnTo>
                    <a:pt x="1627121" y="38747"/>
                  </a:lnTo>
                  <a:lnTo>
                    <a:pt x="1634906" y="37487"/>
                  </a:lnTo>
                  <a:lnTo>
                    <a:pt x="1642692" y="36250"/>
                  </a:lnTo>
                  <a:lnTo>
                    <a:pt x="1650477" y="35226"/>
                  </a:lnTo>
                  <a:lnTo>
                    <a:pt x="1658262" y="34238"/>
                  </a:lnTo>
                  <a:lnTo>
                    <a:pt x="1666047" y="33265"/>
                  </a:lnTo>
                  <a:lnTo>
                    <a:pt x="1673833" y="32307"/>
                  </a:lnTo>
                  <a:lnTo>
                    <a:pt x="1681618" y="31363"/>
                  </a:lnTo>
                  <a:lnTo>
                    <a:pt x="1689403" y="30433"/>
                  </a:lnTo>
                  <a:lnTo>
                    <a:pt x="1697188" y="29518"/>
                  </a:lnTo>
                  <a:lnTo>
                    <a:pt x="1704974" y="28617"/>
                  </a:lnTo>
                  <a:lnTo>
                    <a:pt x="1712759" y="27730"/>
                  </a:lnTo>
                  <a:lnTo>
                    <a:pt x="1720544" y="26857"/>
                  </a:lnTo>
                  <a:lnTo>
                    <a:pt x="1728330" y="25997"/>
                  </a:lnTo>
                  <a:lnTo>
                    <a:pt x="1736115" y="25150"/>
                  </a:lnTo>
                  <a:lnTo>
                    <a:pt x="1743900" y="24317"/>
                  </a:lnTo>
                  <a:lnTo>
                    <a:pt x="1751685" y="23496"/>
                  </a:lnTo>
                  <a:lnTo>
                    <a:pt x="1759471" y="22689"/>
                  </a:lnTo>
                  <a:lnTo>
                    <a:pt x="1767256" y="21894"/>
                  </a:lnTo>
                  <a:lnTo>
                    <a:pt x="1775041" y="21112"/>
                  </a:lnTo>
                  <a:lnTo>
                    <a:pt x="1782826" y="20342"/>
                  </a:lnTo>
                  <a:lnTo>
                    <a:pt x="1790612" y="19585"/>
                  </a:lnTo>
                  <a:lnTo>
                    <a:pt x="1798397" y="18839"/>
                  </a:lnTo>
                  <a:lnTo>
                    <a:pt x="1806182" y="18105"/>
                  </a:lnTo>
                  <a:lnTo>
                    <a:pt x="1813967" y="17383"/>
                  </a:lnTo>
                  <a:lnTo>
                    <a:pt x="1821753" y="16673"/>
                  </a:lnTo>
                  <a:lnTo>
                    <a:pt x="1829538" y="15974"/>
                  </a:lnTo>
                  <a:lnTo>
                    <a:pt x="1837323" y="15286"/>
                  </a:lnTo>
                  <a:lnTo>
                    <a:pt x="1845109" y="14609"/>
                  </a:lnTo>
                  <a:lnTo>
                    <a:pt x="1852894" y="13943"/>
                  </a:lnTo>
                  <a:lnTo>
                    <a:pt x="1860679" y="13247"/>
                  </a:lnTo>
                  <a:lnTo>
                    <a:pt x="1868464" y="12446"/>
                  </a:lnTo>
                  <a:lnTo>
                    <a:pt x="1876250" y="11662"/>
                  </a:lnTo>
                  <a:lnTo>
                    <a:pt x="1884035" y="10893"/>
                  </a:lnTo>
                  <a:lnTo>
                    <a:pt x="1891820" y="10139"/>
                  </a:lnTo>
                  <a:lnTo>
                    <a:pt x="1899605" y="9401"/>
                  </a:lnTo>
                  <a:lnTo>
                    <a:pt x="1907391" y="8679"/>
                  </a:lnTo>
                  <a:lnTo>
                    <a:pt x="1915176" y="7970"/>
                  </a:lnTo>
                  <a:lnTo>
                    <a:pt x="1922961" y="7277"/>
                  </a:lnTo>
                  <a:lnTo>
                    <a:pt x="1930747" y="6598"/>
                  </a:lnTo>
                  <a:lnTo>
                    <a:pt x="1938532" y="5932"/>
                  </a:lnTo>
                  <a:lnTo>
                    <a:pt x="1946317" y="5281"/>
                  </a:lnTo>
                  <a:lnTo>
                    <a:pt x="1954102" y="4643"/>
                  </a:lnTo>
                  <a:lnTo>
                    <a:pt x="1961888" y="4018"/>
                  </a:lnTo>
                  <a:lnTo>
                    <a:pt x="1969673" y="3406"/>
                  </a:lnTo>
                  <a:lnTo>
                    <a:pt x="1977458" y="2807"/>
                  </a:lnTo>
                  <a:lnTo>
                    <a:pt x="1985243" y="2220"/>
                  </a:lnTo>
                  <a:lnTo>
                    <a:pt x="1993029" y="1646"/>
                  </a:lnTo>
                  <a:lnTo>
                    <a:pt x="2000814" y="1085"/>
                  </a:lnTo>
                  <a:lnTo>
                    <a:pt x="2008599" y="537"/>
                  </a:lnTo>
                  <a:lnTo>
                    <a:pt x="2016385" y="0"/>
                  </a:lnTo>
                  <a:lnTo>
                    <a:pt x="2016385" y="655894"/>
                  </a:lnTo>
                  <a:lnTo>
                    <a:pt x="2008599" y="655879"/>
                  </a:lnTo>
                  <a:lnTo>
                    <a:pt x="2000814" y="655863"/>
                  </a:lnTo>
                  <a:lnTo>
                    <a:pt x="1993029" y="655847"/>
                  </a:lnTo>
                  <a:lnTo>
                    <a:pt x="1985243" y="655830"/>
                  </a:lnTo>
                  <a:lnTo>
                    <a:pt x="1977458" y="655813"/>
                  </a:lnTo>
                  <a:lnTo>
                    <a:pt x="1969673" y="655796"/>
                  </a:lnTo>
                  <a:lnTo>
                    <a:pt x="1961888" y="655779"/>
                  </a:lnTo>
                  <a:lnTo>
                    <a:pt x="1954102" y="655761"/>
                  </a:lnTo>
                  <a:lnTo>
                    <a:pt x="1946317" y="655743"/>
                  </a:lnTo>
                  <a:lnTo>
                    <a:pt x="1938532" y="655724"/>
                  </a:lnTo>
                  <a:lnTo>
                    <a:pt x="1930747" y="655705"/>
                  </a:lnTo>
                  <a:lnTo>
                    <a:pt x="1922961" y="655686"/>
                  </a:lnTo>
                  <a:lnTo>
                    <a:pt x="1915176" y="655666"/>
                  </a:lnTo>
                  <a:lnTo>
                    <a:pt x="1907391" y="655644"/>
                  </a:lnTo>
                  <a:lnTo>
                    <a:pt x="1899605" y="655621"/>
                  </a:lnTo>
                  <a:lnTo>
                    <a:pt x="1891820" y="655597"/>
                  </a:lnTo>
                  <a:lnTo>
                    <a:pt x="1884035" y="655574"/>
                  </a:lnTo>
                  <a:lnTo>
                    <a:pt x="1876250" y="655552"/>
                  </a:lnTo>
                  <a:lnTo>
                    <a:pt x="1868464" y="655529"/>
                  </a:lnTo>
                  <a:lnTo>
                    <a:pt x="1860679" y="655507"/>
                  </a:lnTo>
                  <a:lnTo>
                    <a:pt x="1852894" y="655482"/>
                  </a:lnTo>
                  <a:lnTo>
                    <a:pt x="1845109" y="655456"/>
                  </a:lnTo>
                  <a:lnTo>
                    <a:pt x="1837323" y="655430"/>
                  </a:lnTo>
                  <a:lnTo>
                    <a:pt x="1829538" y="655404"/>
                  </a:lnTo>
                  <a:lnTo>
                    <a:pt x="1821753" y="655377"/>
                  </a:lnTo>
                  <a:lnTo>
                    <a:pt x="1813967" y="655348"/>
                  </a:lnTo>
                  <a:lnTo>
                    <a:pt x="1806182" y="655318"/>
                  </a:lnTo>
                  <a:lnTo>
                    <a:pt x="1798397" y="655288"/>
                  </a:lnTo>
                  <a:lnTo>
                    <a:pt x="1790612" y="655257"/>
                  </a:lnTo>
                  <a:lnTo>
                    <a:pt x="1782826" y="655226"/>
                  </a:lnTo>
                  <a:lnTo>
                    <a:pt x="1775041" y="655198"/>
                  </a:lnTo>
                  <a:lnTo>
                    <a:pt x="1767256" y="655172"/>
                  </a:lnTo>
                  <a:lnTo>
                    <a:pt x="1759471" y="655140"/>
                  </a:lnTo>
                  <a:lnTo>
                    <a:pt x="1751685" y="655114"/>
                  </a:lnTo>
                  <a:lnTo>
                    <a:pt x="1743900" y="655089"/>
                  </a:lnTo>
                  <a:lnTo>
                    <a:pt x="1736115" y="655063"/>
                  </a:lnTo>
                  <a:lnTo>
                    <a:pt x="1728330" y="655035"/>
                  </a:lnTo>
                  <a:lnTo>
                    <a:pt x="1720544" y="655006"/>
                  </a:lnTo>
                  <a:lnTo>
                    <a:pt x="1712759" y="654977"/>
                  </a:lnTo>
                  <a:lnTo>
                    <a:pt x="1704974" y="654947"/>
                  </a:lnTo>
                  <a:lnTo>
                    <a:pt x="1697188" y="654917"/>
                  </a:lnTo>
                  <a:lnTo>
                    <a:pt x="1689403" y="654884"/>
                  </a:lnTo>
                  <a:lnTo>
                    <a:pt x="1681618" y="654849"/>
                  </a:lnTo>
                  <a:lnTo>
                    <a:pt x="1673833" y="654814"/>
                  </a:lnTo>
                  <a:lnTo>
                    <a:pt x="1666047" y="654778"/>
                  </a:lnTo>
                  <a:lnTo>
                    <a:pt x="1658262" y="654741"/>
                  </a:lnTo>
                  <a:lnTo>
                    <a:pt x="1650477" y="654704"/>
                  </a:lnTo>
                  <a:lnTo>
                    <a:pt x="1642692" y="654665"/>
                  </a:lnTo>
                  <a:lnTo>
                    <a:pt x="1634906" y="654627"/>
                  </a:lnTo>
                  <a:lnTo>
                    <a:pt x="1627121" y="654587"/>
                  </a:lnTo>
                  <a:lnTo>
                    <a:pt x="1619336" y="654547"/>
                  </a:lnTo>
                  <a:lnTo>
                    <a:pt x="1611550" y="654505"/>
                  </a:lnTo>
                  <a:lnTo>
                    <a:pt x="1603765" y="654467"/>
                  </a:lnTo>
                  <a:lnTo>
                    <a:pt x="1595980" y="654433"/>
                  </a:lnTo>
                  <a:lnTo>
                    <a:pt x="1588195" y="654398"/>
                  </a:lnTo>
                  <a:lnTo>
                    <a:pt x="1580409" y="654363"/>
                  </a:lnTo>
                  <a:lnTo>
                    <a:pt x="1572624" y="654328"/>
                  </a:lnTo>
                  <a:lnTo>
                    <a:pt x="1564839" y="654287"/>
                  </a:lnTo>
                  <a:lnTo>
                    <a:pt x="1557054" y="654242"/>
                  </a:lnTo>
                  <a:lnTo>
                    <a:pt x="1549268" y="654196"/>
                  </a:lnTo>
                  <a:lnTo>
                    <a:pt x="1541483" y="654148"/>
                  </a:lnTo>
                  <a:lnTo>
                    <a:pt x="1533698" y="654093"/>
                  </a:lnTo>
                  <a:lnTo>
                    <a:pt x="1525912" y="654050"/>
                  </a:lnTo>
                  <a:lnTo>
                    <a:pt x="1518127" y="654001"/>
                  </a:lnTo>
                  <a:lnTo>
                    <a:pt x="1510342" y="653950"/>
                  </a:lnTo>
                  <a:lnTo>
                    <a:pt x="1502557" y="653899"/>
                  </a:lnTo>
                  <a:lnTo>
                    <a:pt x="1494771" y="653846"/>
                  </a:lnTo>
                  <a:lnTo>
                    <a:pt x="1486986" y="653793"/>
                  </a:lnTo>
                  <a:lnTo>
                    <a:pt x="1479201" y="653738"/>
                  </a:lnTo>
                  <a:lnTo>
                    <a:pt x="1471416" y="653682"/>
                  </a:lnTo>
                  <a:lnTo>
                    <a:pt x="1463630" y="653626"/>
                  </a:lnTo>
                  <a:lnTo>
                    <a:pt x="1455845" y="653568"/>
                  </a:lnTo>
                  <a:lnTo>
                    <a:pt x="1448060" y="653512"/>
                  </a:lnTo>
                  <a:lnTo>
                    <a:pt x="1440275" y="653463"/>
                  </a:lnTo>
                  <a:lnTo>
                    <a:pt x="1432489" y="653413"/>
                  </a:lnTo>
                  <a:lnTo>
                    <a:pt x="1424704" y="653362"/>
                  </a:lnTo>
                  <a:lnTo>
                    <a:pt x="1416919" y="653310"/>
                  </a:lnTo>
                  <a:lnTo>
                    <a:pt x="1409133" y="653257"/>
                  </a:lnTo>
                  <a:lnTo>
                    <a:pt x="1401348" y="653203"/>
                  </a:lnTo>
                  <a:lnTo>
                    <a:pt x="1393563" y="653138"/>
                  </a:lnTo>
                  <a:lnTo>
                    <a:pt x="1385778" y="653065"/>
                  </a:lnTo>
                  <a:lnTo>
                    <a:pt x="1377992" y="652990"/>
                  </a:lnTo>
                  <a:lnTo>
                    <a:pt x="1370207" y="652912"/>
                  </a:lnTo>
                  <a:lnTo>
                    <a:pt x="1362422" y="652833"/>
                  </a:lnTo>
                  <a:lnTo>
                    <a:pt x="1354637" y="652755"/>
                  </a:lnTo>
                  <a:lnTo>
                    <a:pt x="1346851" y="652674"/>
                  </a:lnTo>
                  <a:lnTo>
                    <a:pt x="1339066" y="652591"/>
                  </a:lnTo>
                  <a:lnTo>
                    <a:pt x="1331281" y="652507"/>
                  </a:lnTo>
                  <a:lnTo>
                    <a:pt x="1323495" y="652421"/>
                  </a:lnTo>
                  <a:lnTo>
                    <a:pt x="1315710" y="652333"/>
                  </a:lnTo>
                  <a:lnTo>
                    <a:pt x="1307925" y="652244"/>
                  </a:lnTo>
                  <a:lnTo>
                    <a:pt x="1300140" y="652161"/>
                  </a:lnTo>
                  <a:lnTo>
                    <a:pt x="1292354" y="652076"/>
                  </a:lnTo>
                  <a:lnTo>
                    <a:pt x="1284569" y="651990"/>
                  </a:lnTo>
                  <a:lnTo>
                    <a:pt x="1276784" y="651902"/>
                  </a:lnTo>
                  <a:lnTo>
                    <a:pt x="1268999" y="651813"/>
                  </a:lnTo>
                  <a:lnTo>
                    <a:pt x="1261213" y="651728"/>
                  </a:lnTo>
                  <a:lnTo>
                    <a:pt x="1253428" y="651655"/>
                  </a:lnTo>
                  <a:lnTo>
                    <a:pt x="1245643" y="651581"/>
                  </a:lnTo>
                  <a:lnTo>
                    <a:pt x="1237857" y="651505"/>
                  </a:lnTo>
                  <a:lnTo>
                    <a:pt x="1230072" y="651429"/>
                  </a:lnTo>
                  <a:lnTo>
                    <a:pt x="1222287" y="651352"/>
                  </a:lnTo>
                  <a:lnTo>
                    <a:pt x="1214502" y="651273"/>
                  </a:lnTo>
                  <a:lnTo>
                    <a:pt x="1206716" y="651193"/>
                  </a:lnTo>
                  <a:lnTo>
                    <a:pt x="1198931" y="651112"/>
                  </a:lnTo>
                  <a:lnTo>
                    <a:pt x="1191146" y="651016"/>
                  </a:lnTo>
                  <a:lnTo>
                    <a:pt x="1183361" y="650900"/>
                  </a:lnTo>
                  <a:lnTo>
                    <a:pt x="1175575" y="650782"/>
                  </a:lnTo>
                  <a:lnTo>
                    <a:pt x="1167790" y="650689"/>
                  </a:lnTo>
                  <a:lnTo>
                    <a:pt x="1160005" y="650603"/>
                  </a:lnTo>
                  <a:lnTo>
                    <a:pt x="1152220" y="650516"/>
                  </a:lnTo>
                  <a:lnTo>
                    <a:pt x="1144434" y="650390"/>
                  </a:lnTo>
                  <a:lnTo>
                    <a:pt x="1136649" y="650244"/>
                  </a:lnTo>
                  <a:lnTo>
                    <a:pt x="1128864" y="650094"/>
                  </a:lnTo>
                  <a:lnTo>
                    <a:pt x="1121078" y="649940"/>
                  </a:lnTo>
                  <a:lnTo>
                    <a:pt x="1113293" y="649783"/>
                  </a:lnTo>
                  <a:lnTo>
                    <a:pt x="1105508" y="649622"/>
                  </a:lnTo>
                  <a:lnTo>
                    <a:pt x="1097723" y="649457"/>
                  </a:lnTo>
                  <a:lnTo>
                    <a:pt x="1089937" y="649304"/>
                  </a:lnTo>
                  <a:lnTo>
                    <a:pt x="1082152" y="649153"/>
                  </a:lnTo>
                  <a:lnTo>
                    <a:pt x="1074367" y="648998"/>
                  </a:lnTo>
                  <a:lnTo>
                    <a:pt x="1066582" y="648860"/>
                  </a:lnTo>
                  <a:lnTo>
                    <a:pt x="1058796" y="648691"/>
                  </a:lnTo>
                  <a:lnTo>
                    <a:pt x="1051011" y="648519"/>
                  </a:lnTo>
                  <a:lnTo>
                    <a:pt x="1043226" y="648354"/>
                  </a:lnTo>
                  <a:lnTo>
                    <a:pt x="1035440" y="648206"/>
                  </a:lnTo>
                  <a:lnTo>
                    <a:pt x="1027655" y="648105"/>
                  </a:lnTo>
                  <a:lnTo>
                    <a:pt x="1019870" y="648017"/>
                  </a:lnTo>
                  <a:lnTo>
                    <a:pt x="1012085" y="647834"/>
                  </a:lnTo>
                  <a:lnTo>
                    <a:pt x="1004299" y="647633"/>
                  </a:lnTo>
                  <a:lnTo>
                    <a:pt x="996514" y="647457"/>
                  </a:lnTo>
                  <a:lnTo>
                    <a:pt x="988729" y="647299"/>
                  </a:lnTo>
                  <a:lnTo>
                    <a:pt x="980944" y="647110"/>
                  </a:lnTo>
                  <a:lnTo>
                    <a:pt x="973158" y="646914"/>
                  </a:lnTo>
                  <a:lnTo>
                    <a:pt x="965373" y="646760"/>
                  </a:lnTo>
                  <a:lnTo>
                    <a:pt x="957588" y="646622"/>
                  </a:lnTo>
                  <a:lnTo>
                    <a:pt x="949802" y="646478"/>
                  </a:lnTo>
                  <a:lnTo>
                    <a:pt x="942017" y="646305"/>
                  </a:lnTo>
                  <a:lnTo>
                    <a:pt x="934232" y="646127"/>
                  </a:lnTo>
                  <a:lnTo>
                    <a:pt x="926447" y="645948"/>
                  </a:lnTo>
                  <a:lnTo>
                    <a:pt x="918661" y="645768"/>
                  </a:lnTo>
                  <a:lnTo>
                    <a:pt x="910876" y="645584"/>
                  </a:lnTo>
                  <a:lnTo>
                    <a:pt x="903091" y="645397"/>
                  </a:lnTo>
                  <a:lnTo>
                    <a:pt x="895306" y="645197"/>
                  </a:lnTo>
                  <a:lnTo>
                    <a:pt x="887520" y="644972"/>
                  </a:lnTo>
                  <a:lnTo>
                    <a:pt x="879735" y="644744"/>
                  </a:lnTo>
                  <a:lnTo>
                    <a:pt x="871950" y="644511"/>
                  </a:lnTo>
                  <a:lnTo>
                    <a:pt x="864165" y="644274"/>
                  </a:lnTo>
                  <a:lnTo>
                    <a:pt x="856379" y="644032"/>
                  </a:lnTo>
                  <a:lnTo>
                    <a:pt x="848594" y="643785"/>
                  </a:lnTo>
                  <a:lnTo>
                    <a:pt x="840809" y="643534"/>
                  </a:lnTo>
                  <a:lnTo>
                    <a:pt x="833023" y="643278"/>
                  </a:lnTo>
                  <a:lnTo>
                    <a:pt x="825238" y="643096"/>
                  </a:lnTo>
                  <a:lnTo>
                    <a:pt x="817453" y="642947"/>
                  </a:lnTo>
                  <a:lnTo>
                    <a:pt x="809668" y="642797"/>
                  </a:lnTo>
                  <a:lnTo>
                    <a:pt x="801882" y="642645"/>
                  </a:lnTo>
                  <a:lnTo>
                    <a:pt x="794097" y="642422"/>
                  </a:lnTo>
                  <a:lnTo>
                    <a:pt x="786312" y="642184"/>
                  </a:lnTo>
                  <a:lnTo>
                    <a:pt x="778527" y="641938"/>
                  </a:lnTo>
                  <a:lnTo>
                    <a:pt x="770741" y="641621"/>
                  </a:lnTo>
                  <a:lnTo>
                    <a:pt x="762956" y="641297"/>
                  </a:lnTo>
                  <a:lnTo>
                    <a:pt x="755171" y="641069"/>
                  </a:lnTo>
                  <a:lnTo>
                    <a:pt x="747385" y="640701"/>
                  </a:lnTo>
                  <a:lnTo>
                    <a:pt x="739600" y="640323"/>
                  </a:lnTo>
                  <a:lnTo>
                    <a:pt x="731815" y="639934"/>
                  </a:lnTo>
                  <a:lnTo>
                    <a:pt x="724030" y="639565"/>
                  </a:lnTo>
                  <a:lnTo>
                    <a:pt x="716244" y="639337"/>
                  </a:lnTo>
                  <a:lnTo>
                    <a:pt x="708459" y="639117"/>
                  </a:lnTo>
                  <a:lnTo>
                    <a:pt x="700674" y="638893"/>
                  </a:lnTo>
                  <a:lnTo>
                    <a:pt x="692889" y="638671"/>
                  </a:lnTo>
                  <a:lnTo>
                    <a:pt x="685103" y="638377"/>
                  </a:lnTo>
                  <a:lnTo>
                    <a:pt x="677318" y="638029"/>
                  </a:lnTo>
                  <a:lnTo>
                    <a:pt x="669533" y="637759"/>
                  </a:lnTo>
                  <a:lnTo>
                    <a:pt x="661747" y="637543"/>
                  </a:lnTo>
                  <a:lnTo>
                    <a:pt x="653962" y="637454"/>
                  </a:lnTo>
                  <a:lnTo>
                    <a:pt x="646177" y="637070"/>
                  </a:lnTo>
                  <a:lnTo>
                    <a:pt x="638392" y="636607"/>
                  </a:lnTo>
                  <a:lnTo>
                    <a:pt x="630606" y="636226"/>
                  </a:lnTo>
                  <a:lnTo>
                    <a:pt x="622821" y="636118"/>
                  </a:lnTo>
                  <a:lnTo>
                    <a:pt x="615036" y="635802"/>
                  </a:lnTo>
                  <a:lnTo>
                    <a:pt x="607251" y="635459"/>
                  </a:lnTo>
                  <a:lnTo>
                    <a:pt x="599465" y="635112"/>
                  </a:lnTo>
                  <a:lnTo>
                    <a:pt x="591680" y="634950"/>
                  </a:lnTo>
                  <a:lnTo>
                    <a:pt x="583895" y="634893"/>
                  </a:lnTo>
                  <a:lnTo>
                    <a:pt x="576110" y="634659"/>
                  </a:lnTo>
                  <a:lnTo>
                    <a:pt x="568324" y="634195"/>
                  </a:lnTo>
                  <a:lnTo>
                    <a:pt x="560539" y="633697"/>
                  </a:lnTo>
                  <a:lnTo>
                    <a:pt x="552754" y="633245"/>
                  </a:lnTo>
                  <a:lnTo>
                    <a:pt x="544968" y="632753"/>
                  </a:lnTo>
                  <a:lnTo>
                    <a:pt x="537183" y="632252"/>
                  </a:lnTo>
                  <a:lnTo>
                    <a:pt x="529398" y="631802"/>
                  </a:lnTo>
                  <a:lnTo>
                    <a:pt x="521613" y="631480"/>
                  </a:lnTo>
                  <a:lnTo>
                    <a:pt x="513827" y="631092"/>
                  </a:lnTo>
                  <a:lnTo>
                    <a:pt x="506042" y="630818"/>
                  </a:lnTo>
                  <a:lnTo>
                    <a:pt x="498257" y="630344"/>
                  </a:lnTo>
                  <a:lnTo>
                    <a:pt x="490472" y="630220"/>
                  </a:lnTo>
                  <a:lnTo>
                    <a:pt x="482686" y="630087"/>
                  </a:lnTo>
                  <a:lnTo>
                    <a:pt x="474901" y="629875"/>
                  </a:lnTo>
                  <a:lnTo>
                    <a:pt x="467116" y="629632"/>
                  </a:lnTo>
                  <a:lnTo>
                    <a:pt x="459330" y="629390"/>
                  </a:lnTo>
                  <a:lnTo>
                    <a:pt x="451545" y="629384"/>
                  </a:lnTo>
                  <a:lnTo>
                    <a:pt x="443760" y="629040"/>
                  </a:lnTo>
                  <a:lnTo>
                    <a:pt x="435975" y="628660"/>
                  </a:lnTo>
                  <a:lnTo>
                    <a:pt x="428189" y="628360"/>
                  </a:lnTo>
                  <a:lnTo>
                    <a:pt x="420404" y="628116"/>
                  </a:lnTo>
                  <a:lnTo>
                    <a:pt x="412619" y="627535"/>
                  </a:lnTo>
                  <a:lnTo>
                    <a:pt x="404834" y="626886"/>
                  </a:lnTo>
                  <a:lnTo>
                    <a:pt x="397048" y="626809"/>
                  </a:lnTo>
                  <a:lnTo>
                    <a:pt x="389263" y="626209"/>
                  </a:lnTo>
                  <a:lnTo>
                    <a:pt x="381478" y="625827"/>
                  </a:lnTo>
                  <a:lnTo>
                    <a:pt x="373692" y="625122"/>
                  </a:lnTo>
                  <a:lnTo>
                    <a:pt x="365907" y="624906"/>
                  </a:lnTo>
                  <a:lnTo>
                    <a:pt x="358122" y="624529"/>
                  </a:lnTo>
                  <a:lnTo>
                    <a:pt x="350337" y="624380"/>
                  </a:lnTo>
                  <a:lnTo>
                    <a:pt x="342551" y="624229"/>
                  </a:lnTo>
                  <a:lnTo>
                    <a:pt x="334766" y="624354"/>
                  </a:lnTo>
                  <a:lnTo>
                    <a:pt x="326981" y="623988"/>
                  </a:lnTo>
                  <a:lnTo>
                    <a:pt x="319196" y="623789"/>
                  </a:lnTo>
                  <a:lnTo>
                    <a:pt x="311410" y="623642"/>
                  </a:lnTo>
                  <a:lnTo>
                    <a:pt x="303625" y="623419"/>
                  </a:lnTo>
                  <a:lnTo>
                    <a:pt x="295840" y="623259"/>
                  </a:lnTo>
                  <a:lnTo>
                    <a:pt x="288055" y="623108"/>
                  </a:lnTo>
                  <a:lnTo>
                    <a:pt x="280269" y="622998"/>
                  </a:lnTo>
                  <a:lnTo>
                    <a:pt x="272484" y="622860"/>
                  </a:lnTo>
                  <a:lnTo>
                    <a:pt x="264699" y="622523"/>
                  </a:lnTo>
                  <a:lnTo>
                    <a:pt x="256913" y="622299"/>
                  </a:lnTo>
                  <a:lnTo>
                    <a:pt x="249128" y="622096"/>
                  </a:lnTo>
                  <a:lnTo>
                    <a:pt x="241343" y="621890"/>
                  </a:lnTo>
                  <a:lnTo>
                    <a:pt x="233558" y="621930"/>
                  </a:lnTo>
                  <a:lnTo>
                    <a:pt x="225772" y="621831"/>
                  </a:lnTo>
                  <a:lnTo>
                    <a:pt x="217987" y="621760"/>
                  </a:lnTo>
                  <a:lnTo>
                    <a:pt x="210202" y="621924"/>
                  </a:lnTo>
                  <a:lnTo>
                    <a:pt x="202417" y="621876"/>
                  </a:lnTo>
                  <a:lnTo>
                    <a:pt x="194631" y="621802"/>
                  </a:lnTo>
                  <a:lnTo>
                    <a:pt x="186846" y="621774"/>
                  </a:lnTo>
                  <a:lnTo>
                    <a:pt x="179061" y="621979"/>
                  </a:lnTo>
                  <a:lnTo>
                    <a:pt x="171275" y="621631"/>
                  </a:lnTo>
                  <a:lnTo>
                    <a:pt x="163490" y="621572"/>
                  </a:lnTo>
                  <a:lnTo>
                    <a:pt x="155705" y="621693"/>
                  </a:lnTo>
                  <a:lnTo>
                    <a:pt x="147920" y="622064"/>
                  </a:lnTo>
                  <a:lnTo>
                    <a:pt x="140134" y="621846"/>
                  </a:lnTo>
                  <a:lnTo>
                    <a:pt x="132349" y="621820"/>
                  </a:lnTo>
                  <a:lnTo>
                    <a:pt x="124564" y="621541"/>
                  </a:lnTo>
                  <a:lnTo>
                    <a:pt x="116779" y="621461"/>
                  </a:lnTo>
                  <a:lnTo>
                    <a:pt x="108993" y="621635"/>
                  </a:lnTo>
                  <a:lnTo>
                    <a:pt x="101208" y="621842"/>
                  </a:lnTo>
                  <a:lnTo>
                    <a:pt x="93423" y="622112"/>
                  </a:lnTo>
                  <a:lnTo>
                    <a:pt x="85637" y="622404"/>
                  </a:lnTo>
                  <a:lnTo>
                    <a:pt x="77852" y="622709"/>
                  </a:lnTo>
                  <a:lnTo>
                    <a:pt x="70067" y="622974"/>
                  </a:lnTo>
                  <a:lnTo>
                    <a:pt x="62282" y="623162"/>
                  </a:lnTo>
                  <a:lnTo>
                    <a:pt x="54496" y="623519"/>
                  </a:lnTo>
                  <a:lnTo>
                    <a:pt x="46711" y="623688"/>
                  </a:lnTo>
                  <a:lnTo>
                    <a:pt x="38926" y="623855"/>
                  </a:lnTo>
                  <a:lnTo>
                    <a:pt x="31141" y="624108"/>
                  </a:lnTo>
                  <a:lnTo>
                    <a:pt x="23355" y="624222"/>
                  </a:lnTo>
                  <a:lnTo>
                    <a:pt x="15570" y="624389"/>
                  </a:lnTo>
                  <a:lnTo>
                    <a:pt x="7785" y="624945"/>
                  </a:lnTo>
                  <a:lnTo>
                    <a:pt x="0" y="625319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049435" y="4300627"/>
              <a:ext cx="2016385" cy="477544"/>
            </a:xfrm>
            <a:custGeom>
              <a:avLst/>
              <a:pathLst>
                <a:path w="2016385" h="477544">
                  <a:moveTo>
                    <a:pt x="0" y="469418"/>
                  </a:moveTo>
                  <a:lnTo>
                    <a:pt x="7785" y="471009"/>
                  </a:lnTo>
                  <a:lnTo>
                    <a:pt x="15570" y="472366"/>
                  </a:lnTo>
                  <a:lnTo>
                    <a:pt x="23355" y="474217"/>
                  </a:lnTo>
                  <a:lnTo>
                    <a:pt x="31141" y="474189"/>
                  </a:lnTo>
                  <a:lnTo>
                    <a:pt x="38926" y="473707"/>
                  </a:lnTo>
                  <a:lnTo>
                    <a:pt x="46711" y="473820"/>
                  </a:lnTo>
                  <a:lnTo>
                    <a:pt x="54496" y="473503"/>
                  </a:lnTo>
                  <a:lnTo>
                    <a:pt x="62282" y="474546"/>
                  </a:lnTo>
                  <a:lnTo>
                    <a:pt x="70067" y="474537"/>
                  </a:lnTo>
                  <a:lnTo>
                    <a:pt x="77852" y="475356"/>
                  </a:lnTo>
                  <a:lnTo>
                    <a:pt x="85637" y="476606"/>
                  </a:lnTo>
                  <a:lnTo>
                    <a:pt x="93423" y="476223"/>
                  </a:lnTo>
                  <a:lnTo>
                    <a:pt x="101208" y="476047"/>
                  </a:lnTo>
                  <a:lnTo>
                    <a:pt x="108993" y="476008"/>
                  </a:lnTo>
                  <a:lnTo>
                    <a:pt x="116779" y="476582"/>
                  </a:lnTo>
                  <a:lnTo>
                    <a:pt x="124564" y="477165"/>
                  </a:lnTo>
                  <a:lnTo>
                    <a:pt x="132349" y="477544"/>
                  </a:lnTo>
                  <a:lnTo>
                    <a:pt x="140134" y="477178"/>
                  </a:lnTo>
                  <a:lnTo>
                    <a:pt x="147920" y="477074"/>
                  </a:lnTo>
                  <a:lnTo>
                    <a:pt x="155705" y="476650"/>
                  </a:lnTo>
                  <a:lnTo>
                    <a:pt x="163490" y="476258"/>
                  </a:lnTo>
                  <a:lnTo>
                    <a:pt x="171275" y="475182"/>
                  </a:lnTo>
                  <a:lnTo>
                    <a:pt x="179061" y="474923"/>
                  </a:lnTo>
                  <a:lnTo>
                    <a:pt x="186846" y="473440"/>
                  </a:lnTo>
                  <a:lnTo>
                    <a:pt x="194631" y="474163"/>
                  </a:lnTo>
                  <a:lnTo>
                    <a:pt x="202417" y="472335"/>
                  </a:lnTo>
                  <a:lnTo>
                    <a:pt x="210202" y="471414"/>
                  </a:lnTo>
                  <a:lnTo>
                    <a:pt x="217987" y="470859"/>
                  </a:lnTo>
                  <a:lnTo>
                    <a:pt x="225772" y="470936"/>
                  </a:lnTo>
                  <a:lnTo>
                    <a:pt x="233558" y="470015"/>
                  </a:lnTo>
                  <a:lnTo>
                    <a:pt x="241343" y="467852"/>
                  </a:lnTo>
                  <a:lnTo>
                    <a:pt x="249128" y="467048"/>
                  </a:lnTo>
                  <a:lnTo>
                    <a:pt x="256913" y="466395"/>
                  </a:lnTo>
                  <a:lnTo>
                    <a:pt x="264699" y="465715"/>
                  </a:lnTo>
                  <a:lnTo>
                    <a:pt x="272484" y="465787"/>
                  </a:lnTo>
                  <a:lnTo>
                    <a:pt x="280269" y="465001"/>
                  </a:lnTo>
                  <a:lnTo>
                    <a:pt x="288055" y="463192"/>
                  </a:lnTo>
                  <a:lnTo>
                    <a:pt x="295840" y="461373"/>
                  </a:lnTo>
                  <a:lnTo>
                    <a:pt x="303625" y="459537"/>
                  </a:lnTo>
                  <a:lnTo>
                    <a:pt x="311410" y="459031"/>
                  </a:lnTo>
                  <a:lnTo>
                    <a:pt x="319196" y="455772"/>
                  </a:lnTo>
                  <a:lnTo>
                    <a:pt x="326981" y="454206"/>
                  </a:lnTo>
                  <a:lnTo>
                    <a:pt x="334766" y="451152"/>
                  </a:lnTo>
                  <a:lnTo>
                    <a:pt x="342551" y="451000"/>
                  </a:lnTo>
                  <a:lnTo>
                    <a:pt x="350337" y="450307"/>
                  </a:lnTo>
                  <a:lnTo>
                    <a:pt x="358122" y="448467"/>
                  </a:lnTo>
                  <a:lnTo>
                    <a:pt x="365907" y="446638"/>
                  </a:lnTo>
                  <a:lnTo>
                    <a:pt x="373692" y="444322"/>
                  </a:lnTo>
                  <a:lnTo>
                    <a:pt x="381478" y="442008"/>
                  </a:lnTo>
                  <a:lnTo>
                    <a:pt x="389263" y="439690"/>
                  </a:lnTo>
                  <a:lnTo>
                    <a:pt x="397048" y="437363"/>
                  </a:lnTo>
                  <a:lnTo>
                    <a:pt x="404834" y="436004"/>
                  </a:lnTo>
                  <a:lnTo>
                    <a:pt x="412619" y="434638"/>
                  </a:lnTo>
                  <a:lnTo>
                    <a:pt x="420404" y="433198"/>
                  </a:lnTo>
                  <a:lnTo>
                    <a:pt x="428189" y="430554"/>
                  </a:lnTo>
                  <a:lnTo>
                    <a:pt x="435975" y="426918"/>
                  </a:lnTo>
                  <a:lnTo>
                    <a:pt x="443760" y="423721"/>
                  </a:lnTo>
                  <a:lnTo>
                    <a:pt x="451545" y="420648"/>
                  </a:lnTo>
                  <a:lnTo>
                    <a:pt x="459330" y="419188"/>
                  </a:lnTo>
                  <a:lnTo>
                    <a:pt x="467116" y="416928"/>
                  </a:lnTo>
                  <a:lnTo>
                    <a:pt x="474901" y="415798"/>
                  </a:lnTo>
                  <a:lnTo>
                    <a:pt x="482686" y="415957"/>
                  </a:lnTo>
                  <a:lnTo>
                    <a:pt x="490472" y="415510"/>
                  </a:lnTo>
                  <a:lnTo>
                    <a:pt x="498257" y="411342"/>
                  </a:lnTo>
                  <a:lnTo>
                    <a:pt x="506042" y="410123"/>
                  </a:lnTo>
                  <a:lnTo>
                    <a:pt x="513827" y="408913"/>
                  </a:lnTo>
                  <a:lnTo>
                    <a:pt x="521613" y="407670"/>
                  </a:lnTo>
                  <a:lnTo>
                    <a:pt x="529398" y="405234"/>
                  </a:lnTo>
                  <a:lnTo>
                    <a:pt x="537183" y="404037"/>
                  </a:lnTo>
                  <a:lnTo>
                    <a:pt x="544968" y="401471"/>
                  </a:lnTo>
                  <a:lnTo>
                    <a:pt x="552754" y="398122"/>
                  </a:lnTo>
                  <a:lnTo>
                    <a:pt x="560539" y="393804"/>
                  </a:lnTo>
                  <a:lnTo>
                    <a:pt x="568324" y="390700"/>
                  </a:lnTo>
                  <a:lnTo>
                    <a:pt x="576110" y="386910"/>
                  </a:lnTo>
                  <a:lnTo>
                    <a:pt x="583895" y="381715"/>
                  </a:lnTo>
                  <a:lnTo>
                    <a:pt x="591680" y="379016"/>
                  </a:lnTo>
                  <a:lnTo>
                    <a:pt x="599465" y="375785"/>
                  </a:lnTo>
                  <a:lnTo>
                    <a:pt x="607251" y="373877"/>
                  </a:lnTo>
                  <a:lnTo>
                    <a:pt x="615036" y="370460"/>
                  </a:lnTo>
                  <a:lnTo>
                    <a:pt x="622821" y="367306"/>
                  </a:lnTo>
                  <a:lnTo>
                    <a:pt x="630606" y="364864"/>
                  </a:lnTo>
                  <a:lnTo>
                    <a:pt x="638392" y="360847"/>
                  </a:lnTo>
                  <a:lnTo>
                    <a:pt x="646177" y="356885"/>
                  </a:lnTo>
                  <a:lnTo>
                    <a:pt x="653962" y="354202"/>
                  </a:lnTo>
                  <a:lnTo>
                    <a:pt x="661747" y="351527"/>
                  </a:lnTo>
                  <a:lnTo>
                    <a:pt x="669533" y="348848"/>
                  </a:lnTo>
                  <a:lnTo>
                    <a:pt x="677318" y="345047"/>
                  </a:lnTo>
                  <a:lnTo>
                    <a:pt x="685103" y="340947"/>
                  </a:lnTo>
                  <a:lnTo>
                    <a:pt x="692889" y="336864"/>
                  </a:lnTo>
                  <a:lnTo>
                    <a:pt x="700674" y="333023"/>
                  </a:lnTo>
                  <a:lnTo>
                    <a:pt x="708459" y="331553"/>
                  </a:lnTo>
                  <a:lnTo>
                    <a:pt x="716244" y="328357"/>
                  </a:lnTo>
                  <a:lnTo>
                    <a:pt x="724030" y="322754"/>
                  </a:lnTo>
                  <a:lnTo>
                    <a:pt x="731815" y="320046"/>
                  </a:lnTo>
                  <a:lnTo>
                    <a:pt x="739600" y="317717"/>
                  </a:lnTo>
                  <a:lnTo>
                    <a:pt x="747385" y="314680"/>
                  </a:lnTo>
                  <a:lnTo>
                    <a:pt x="755171" y="311966"/>
                  </a:lnTo>
                  <a:lnTo>
                    <a:pt x="762956" y="309252"/>
                  </a:lnTo>
                  <a:lnTo>
                    <a:pt x="770741" y="306539"/>
                  </a:lnTo>
                  <a:lnTo>
                    <a:pt x="778527" y="303827"/>
                  </a:lnTo>
                  <a:lnTo>
                    <a:pt x="786312" y="301117"/>
                  </a:lnTo>
                  <a:lnTo>
                    <a:pt x="794097" y="298409"/>
                  </a:lnTo>
                  <a:lnTo>
                    <a:pt x="801882" y="295743"/>
                  </a:lnTo>
                  <a:lnTo>
                    <a:pt x="809668" y="293104"/>
                  </a:lnTo>
                  <a:lnTo>
                    <a:pt x="817453" y="290467"/>
                  </a:lnTo>
                  <a:lnTo>
                    <a:pt x="825238" y="287111"/>
                  </a:lnTo>
                  <a:lnTo>
                    <a:pt x="833023" y="283639"/>
                  </a:lnTo>
                  <a:lnTo>
                    <a:pt x="840809" y="280078"/>
                  </a:lnTo>
                  <a:lnTo>
                    <a:pt x="848594" y="276473"/>
                  </a:lnTo>
                  <a:lnTo>
                    <a:pt x="856379" y="274177"/>
                  </a:lnTo>
                  <a:lnTo>
                    <a:pt x="864165" y="269949"/>
                  </a:lnTo>
                  <a:lnTo>
                    <a:pt x="871950" y="267736"/>
                  </a:lnTo>
                  <a:lnTo>
                    <a:pt x="879735" y="265597"/>
                  </a:lnTo>
                  <a:lnTo>
                    <a:pt x="887520" y="261765"/>
                  </a:lnTo>
                  <a:lnTo>
                    <a:pt x="895306" y="257952"/>
                  </a:lnTo>
                  <a:lnTo>
                    <a:pt x="903091" y="254164"/>
                  </a:lnTo>
                  <a:lnTo>
                    <a:pt x="910876" y="250407"/>
                  </a:lnTo>
                  <a:lnTo>
                    <a:pt x="918661" y="246667"/>
                  </a:lnTo>
                  <a:lnTo>
                    <a:pt x="926447" y="242944"/>
                  </a:lnTo>
                  <a:lnTo>
                    <a:pt x="934232" y="239517"/>
                  </a:lnTo>
                  <a:lnTo>
                    <a:pt x="942017" y="235989"/>
                  </a:lnTo>
                  <a:lnTo>
                    <a:pt x="949802" y="231830"/>
                  </a:lnTo>
                  <a:lnTo>
                    <a:pt x="957588" y="228148"/>
                  </a:lnTo>
                  <a:lnTo>
                    <a:pt x="965373" y="224488"/>
                  </a:lnTo>
                  <a:lnTo>
                    <a:pt x="973158" y="220852"/>
                  </a:lnTo>
                  <a:lnTo>
                    <a:pt x="980944" y="217238"/>
                  </a:lnTo>
                  <a:lnTo>
                    <a:pt x="988729" y="213649"/>
                  </a:lnTo>
                  <a:lnTo>
                    <a:pt x="996514" y="210115"/>
                  </a:lnTo>
                  <a:lnTo>
                    <a:pt x="1004299" y="206611"/>
                  </a:lnTo>
                  <a:lnTo>
                    <a:pt x="1012085" y="203476"/>
                  </a:lnTo>
                  <a:lnTo>
                    <a:pt x="1019870" y="200909"/>
                  </a:lnTo>
                  <a:lnTo>
                    <a:pt x="1027655" y="198357"/>
                  </a:lnTo>
                  <a:lnTo>
                    <a:pt x="1035440" y="195846"/>
                  </a:lnTo>
                  <a:lnTo>
                    <a:pt x="1043226" y="193363"/>
                  </a:lnTo>
                  <a:lnTo>
                    <a:pt x="1051011" y="190894"/>
                  </a:lnTo>
                  <a:lnTo>
                    <a:pt x="1058796" y="188441"/>
                  </a:lnTo>
                  <a:lnTo>
                    <a:pt x="1066582" y="186360"/>
                  </a:lnTo>
                  <a:lnTo>
                    <a:pt x="1074367" y="184509"/>
                  </a:lnTo>
                  <a:lnTo>
                    <a:pt x="1082152" y="182668"/>
                  </a:lnTo>
                  <a:lnTo>
                    <a:pt x="1089937" y="180836"/>
                  </a:lnTo>
                  <a:lnTo>
                    <a:pt x="1097723" y="178111"/>
                  </a:lnTo>
                  <a:lnTo>
                    <a:pt x="1105508" y="174347"/>
                  </a:lnTo>
                  <a:lnTo>
                    <a:pt x="1113293" y="170745"/>
                  </a:lnTo>
                  <a:lnTo>
                    <a:pt x="1121078" y="166948"/>
                  </a:lnTo>
                  <a:lnTo>
                    <a:pt x="1128864" y="164245"/>
                  </a:lnTo>
                  <a:lnTo>
                    <a:pt x="1136649" y="162298"/>
                  </a:lnTo>
                  <a:lnTo>
                    <a:pt x="1144434" y="160381"/>
                  </a:lnTo>
                  <a:lnTo>
                    <a:pt x="1152220" y="158491"/>
                  </a:lnTo>
                  <a:lnTo>
                    <a:pt x="1160005" y="156613"/>
                  </a:lnTo>
                  <a:lnTo>
                    <a:pt x="1167790" y="154748"/>
                  </a:lnTo>
                  <a:lnTo>
                    <a:pt x="1175575" y="152895"/>
                  </a:lnTo>
                  <a:lnTo>
                    <a:pt x="1183361" y="150997"/>
                  </a:lnTo>
                  <a:lnTo>
                    <a:pt x="1191146" y="148382"/>
                  </a:lnTo>
                  <a:lnTo>
                    <a:pt x="1198931" y="145792"/>
                  </a:lnTo>
                  <a:lnTo>
                    <a:pt x="1206716" y="143233"/>
                  </a:lnTo>
                  <a:lnTo>
                    <a:pt x="1214502" y="140346"/>
                  </a:lnTo>
                  <a:lnTo>
                    <a:pt x="1222287" y="137307"/>
                  </a:lnTo>
                  <a:lnTo>
                    <a:pt x="1230072" y="134307"/>
                  </a:lnTo>
                  <a:lnTo>
                    <a:pt x="1237857" y="132094"/>
                  </a:lnTo>
                  <a:lnTo>
                    <a:pt x="1245643" y="129949"/>
                  </a:lnTo>
                  <a:lnTo>
                    <a:pt x="1253428" y="127092"/>
                  </a:lnTo>
                  <a:lnTo>
                    <a:pt x="1261213" y="124447"/>
                  </a:lnTo>
                  <a:lnTo>
                    <a:pt x="1268999" y="122430"/>
                  </a:lnTo>
                  <a:lnTo>
                    <a:pt x="1276784" y="120339"/>
                  </a:lnTo>
                  <a:lnTo>
                    <a:pt x="1284569" y="117819"/>
                  </a:lnTo>
                  <a:lnTo>
                    <a:pt x="1292354" y="115841"/>
                  </a:lnTo>
                  <a:lnTo>
                    <a:pt x="1300140" y="114381"/>
                  </a:lnTo>
                  <a:lnTo>
                    <a:pt x="1307925" y="112256"/>
                  </a:lnTo>
                  <a:lnTo>
                    <a:pt x="1315710" y="110051"/>
                  </a:lnTo>
                  <a:lnTo>
                    <a:pt x="1323495" y="107874"/>
                  </a:lnTo>
                  <a:lnTo>
                    <a:pt x="1331281" y="105723"/>
                  </a:lnTo>
                  <a:lnTo>
                    <a:pt x="1339066" y="103599"/>
                  </a:lnTo>
                  <a:lnTo>
                    <a:pt x="1346851" y="101503"/>
                  </a:lnTo>
                  <a:lnTo>
                    <a:pt x="1354637" y="99432"/>
                  </a:lnTo>
                  <a:lnTo>
                    <a:pt x="1362422" y="97389"/>
                  </a:lnTo>
                  <a:lnTo>
                    <a:pt x="1370207" y="95327"/>
                  </a:lnTo>
                  <a:lnTo>
                    <a:pt x="1377992" y="93139"/>
                  </a:lnTo>
                  <a:lnTo>
                    <a:pt x="1385778" y="90923"/>
                  </a:lnTo>
                  <a:lnTo>
                    <a:pt x="1393563" y="88612"/>
                  </a:lnTo>
                  <a:lnTo>
                    <a:pt x="1401348" y="86340"/>
                  </a:lnTo>
                  <a:lnTo>
                    <a:pt x="1409133" y="84106"/>
                  </a:lnTo>
                  <a:lnTo>
                    <a:pt x="1416919" y="81908"/>
                  </a:lnTo>
                  <a:lnTo>
                    <a:pt x="1424704" y="79746"/>
                  </a:lnTo>
                  <a:lnTo>
                    <a:pt x="1432489" y="77650"/>
                  </a:lnTo>
                  <a:lnTo>
                    <a:pt x="1440275" y="76039"/>
                  </a:lnTo>
                  <a:lnTo>
                    <a:pt x="1448060" y="74449"/>
                  </a:lnTo>
                  <a:lnTo>
                    <a:pt x="1455845" y="72881"/>
                  </a:lnTo>
                  <a:lnTo>
                    <a:pt x="1463630" y="71160"/>
                  </a:lnTo>
                  <a:lnTo>
                    <a:pt x="1471416" y="69337"/>
                  </a:lnTo>
                  <a:lnTo>
                    <a:pt x="1479201" y="67543"/>
                  </a:lnTo>
                  <a:lnTo>
                    <a:pt x="1486986" y="65778"/>
                  </a:lnTo>
                  <a:lnTo>
                    <a:pt x="1494771" y="64042"/>
                  </a:lnTo>
                  <a:lnTo>
                    <a:pt x="1502557" y="62335"/>
                  </a:lnTo>
                  <a:lnTo>
                    <a:pt x="1510342" y="60656"/>
                  </a:lnTo>
                  <a:lnTo>
                    <a:pt x="1518127" y="59005"/>
                  </a:lnTo>
                  <a:lnTo>
                    <a:pt x="1525912" y="57383"/>
                  </a:lnTo>
                  <a:lnTo>
                    <a:pt x="1533698" y="55791"/>
                  </a:lnTo>
                  <a:lnTo>
                    <a:pt x="1541483" y="54226"/>
                  </a:lnTo>
                  <a:lnTo>
                    <a:pt x="1549268" y="52687"/>
                  </a:lnTo>
                  <a:lnTo>
                    <a:pt x="1557054" y="51175"/>
                  </a:lnTo>
                  <a:lnTo>
                    <a:pt x="1564839" y="49689"/>
                  </a:lnTo>
                  <a:lnTo>
                    <a:pt x="1572624" y="48231"/>
                  </a:lnTo>
                  <a:lnTo>
                    <a:pt x="1580409" y="46803"/>
                  </a:lnTo>
                  <a:lnTo>
                    <a:pt x="1588195" y="45399"/>
                  </a:lnTo>
                  <a:lnTo>
                    <a:pt x="1595980" y="44021"/>
                  </a:lnTo>
                  <a:lnTo>
                    <a:pt x="1603765" y="42667"/>
                  </a:lnTo>
                  <a:lnTo>
                    <a:pt x="1611550" y="41336"/>
                  </a:lnTo>
                  <a:lnTo>
                    <a:pt x="1619336" y="40030"/>
                  </a:lnTo>
                  <a:lnTo>
                    <a:pt x="1627121" y="38747"/>
                  </a:lnTo>
                  <a:lnTo>
                    <a:pt x="1634906" y="37487"/>
                  </a:lnTo>
                  <a:lnTo>
                    <a:pt x="1642692" y="36250"/>
                  </a:lnTo>
                  <a:lnTo>
                    <a:pt x="1650477" y="35226"/>
                  </a:lnTo>
                  <a:lnTo>
                    <a:pt x="1658262" y="34238"/>
                  </a:lnTo>
                  <a:lnTo>
                    <a:pt x="1666047" y="33265"/>
                  </a:lnTo>
                  <a:lnTo>
                    <a:pt x="1673833" y="32307"/>
                  </a:lnTo>
                  <a:lnTo>
                    <a:pt x="1681618" y="31363"/>
                  </a:lnTo>
                  <a:lnTo>
                    <a:pt x="1689403" y="30433"/>
                  </a:lnTo>
                  <a:lnTo>
                    <a:pt x="1697188" y="29518"/>
                  </a:lnTo>
                  <a:lnTo>
                    <a:pt x="1704974" y="28617"/>
                  </a:lnTo>
                  <a:lnTo>
                    <a:pt x="1712759" y="27730"/>
                  </a:lnTo>
                  <a:lnTo>
                    <a:pt x="1720544" y="26857"/>
                  </a:lnTo>
                  <a:lnTo>
                    <a:pt x="1728330" y="25997"/>
                  </a:lnTo>
                  <a:lnTo>
                    <a:pt x="1736115" y="25150"/>
                  </a:lnTo>
                  <a:lnTo>
                    <a:pt x="1743900" y="24317"/>
                  </a:lnTo>
                  <a:lnTo>
                    <a:pt x="1751685" y="23496"/>
                  </a:lnTo>
                  <a:lnTo>
                    <a:pt x="1759471" y="22689"/>
                  </a:lnTo>
                  <a:lnTo>
                    <a:pt x="1767256" y="21894"/>
                  </a:lnTo>
                  <a:lnTo>
                    <a:pt x="1775041" y="21112"/>
                  </a:lnTo>
                  <a:lnTo>
                    <a:pt x="1782826" y="20342"/>
                  </a:lnTo>
                  <a:lnTo>
                    <a:pt x="1790612" y="19585"/>
                  </a:lnTo>
                  <a:lnTo>
                    <a:pt x="1798397" y="18839"/>
                  </a:lnTo>
                  <a:lnTo>
                    <a:pt x="1806182" y="18105"/>
                  </a:lnTo>
                  <a:lnTo>
                    <a:pt x="1813967" y="17383"/>
                  </a:lnTo>
                  <a:lnTo>
                    <a:pt x="1821753" y="16673"/>
                  </a:lnTo>
                  <a:lnTo>
                    <a:pt x="1829538" y="15974"/>
                  </a:lnTo>
                  <a:lnTo>
                    <a:pt x="1837323" y="15286"/>
                  </a:lnTo>
                  <a:lnTo>
                    <a:pt x="1845109" y="14609"/>
                  </a:lnTo>
                  <a:lnTo>
                    <a:pt x="1852894" y="13943"/>
                  </a:lnTo>
                  <a:lnTo>
                    <a:pt x="1860679" y="13247"/>
                  </a:lnTo>
                  <a:lnTo>
                    <a:pt x="1868464" y="12446"/>
                  </a:lnTo>
                  <a:lnTo>
                    <a:pt x="1876250" y="11662"/>
                  </a:lnTo>
                  <a:lnTo>
                    <a:pt x="1884035" y="10893"/>
                  </a:lnTo>
                  <a:lnTo>
                    <a:pt x="1891820" y="10139"/>
                  </a:lnTo>
                  <a:lnTo>
                    <a:pt x="1899605" y="9401"/>
                  </a:lnTo>
                  <a:lnTo>
                    <a:pt x="1907391" y="8679"/>
                  </a:lnTo>
                  <a:lnTo>
                    <a:pt x="1915176" y="7970"/>
                  </a:lnTo>
                  <a:lnTo>
                    <a:pt x="1922961" y="7277"/>
                  </a:lnTo>
                  <a:lnTo>
                    <a:pt x="1930747" y="6598"/>
                  </a:lnTo>
                  <a:lnTo>
                    <a:pt x="1938532" y="5932"/>
                  </a:lnTo>
                  <a:lnTo>
                    <a:pt x="1946317" y="5281"/>
                  </a:lnTo>
                  <a:lnTo>
                    <a:pt x="1954102" y="4643"/>
                  </a:lnTo>
                  <a:lnTo>
                    <a:pt x="1961888" y="4018"/>
                  </a:lnTo>
                  <a:lnTo>
                    <a:pt x="1969673" y="3406"/>
                  </a:lnTo>
                  <a:lnTo>
                    <a:pt x="1977458" y="2807"/>
                  </a:lnTo>
                  <a:lnTo>
                    <a:pt x="1985243" y="2220"/>
                  </a:lnTo>
                  <a:lnTo>
                    <a:pt x="1993029" y="1646"/>
                  </a:lnTo>
                  <a:lnTo>
                    <a:pt x="2000814" y="1085"/>
                  </a:lnTo>
                  <a:lnTo>
                    <a:pt x="2008599" y="537"/>
                  </a:lnTo>
                  <a:lnTo>
                    <a:pt x="20163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049435" y="4922088"/>
              <a:ext cx="2016385" cy="34433"/>
            </a:xfrm>
            <a:custGeom>
              <a:avLst/>
              <a:pathLst>
                <a:path w="2016385" h="34433">
                  <a:moveTo>
                    <a:pt x="2016385" y="34433"/>
                  </a:moveTo>
                  <a:lnTo>
                    <a:pt x="2008599" y="34417"/>
                  </a:lnTo>
                  <a:lnTo>
                    <a:pt x="2000814" y="34401"/>
                  </a:lnTo>
                  <a:lnTo>
                    <a:pt x="1993029" y="34385"/>
                  </a:lnTo>
                  <a:lnTo>
                    <a:pt x="1985243" y="34369"/>
                  </a:lnTo>
                  <a:lnTo>
                    <a:pt x="1977458" y="34352"/>
                  </a:lnTo>
                  <a:lnTo>
                    <a:pt x="1969673" y="34335"/>
                  </a:lnTo>
                  <a:lnTo>
                    <a:pt x="1961888" y="34317"/>
                  </a:lnTo>
                  <a:lnTo>
                    <a:pt x="1954102" y="34299"/>
                  </a:lnTo>
                  <a:lnTo>
                    <a:pt x="1946317" y="34281"/>
                  </a:lnTo>
                  <a:lnTo>
                    <a:pt x="1938532" y="34263"/>
                  </a:lnTo>
                  <a:lnTo>
                    <a:pt x="1930747" y="34244"/>
                  </a:lnTo>
                  <a:lnTo>
                    <a:pt x="1922961" y="34225"/>
                  </a:lnTo>
                  <a:lnTo>
                    <a:pt x="1915176" y="34205"/>
                  </a:lnTo>
                  <a:lnTo>
                    <a:pt x="1907391" y="34182"/>
                  </a:lnTo>
                  <a:lnTo>
                    <a:pt x="1899605" y="34159"/>
                  </a:lnTo>
                  <a:lnTo>
                    <a:pt x="1891820" y="34136"/>
                  </a:lnTo>
                  <a:lnTo>
                    <a:pt x="1884035" y="34112"/>
                  </a:lnTo>
                  <a:lnTo>
                    <a:pt x="1876250" y="34090"/>
                  </a:lnTo>
                  <a:lnTo>
                    <a:pt x="1868464" y="34068"/>
                  </a:lnTo>
                  <a:lnTo>
                    <a:pt x="1860679" y="34045"/>
                  </a:lnTo>
                  <a:lnTo>
                    <a:pt x="1852894" y="34020"/>
                  </a:lnTo>
                  <a:lnTo>
                    <a:pt x="1845109" y="33995"/>
                  </a:lnTo>
                  <a:lnTo>
                    <a:pt x="1837323" y="33969"/>
                  </a:lnTo>
                  <a:lnTo>
                    <a:pt x="1829538" y="33942"/>
                  </a:lnTo>
                  <a:lnTo>
                    <a:pt x="1821753" y="33915"/>
                  </a:lnTo>
                  <a:lnTo>
                    <a:pt x="1813967" y="33886"/>
                  </a:lnTo>
                  <a:lnTo>
                    <a:pt x="1806182" y="33857"/>
                  </a:lnTo>
                  <a:lnTo>
                    <a:pt x="1798397" y="33827"/>
                  </a:lnTo>
                  <a:lnTo>
                    <a:pt x="1790612" y="33796"/>
                  </a:lnTo>
                  <a:lnTo>
                    <a:pt x="1782826" y="33764"/>
                  </a:lnTo>
                  <a:lnTo>
                    <a:pt x="1775041" y="33736"/>
                  </a:lnTo>
                  <a:lnTo>
                    <a:pt x="1767256" y="33710"/>
                  </a:lnTo>
                  <a:lnTo>
                    <a:pt x="1759471" y="33678"/>
                  </a:lnTo>
                  <a:lnTo>
                    <a:pt x="1751685" y="33652"/>
                  </a:lnTo>
                  <a:lnTo>
                    <a:pt x="1743900" y="33628"/>
                  </a:lnTo>
                  <a:lnTo>
                    <a:pt x="1736115" y="33602"/>
                  </a:lnTo>
                  <a:lnTo>
                    <a:pt x="1728330" y="33573"/>
                  </a:lnTo>
                  <a:lnTo>
                    <a:pt x="1720544" y="33545"/>
                  </a:lnTo>
                  <a:lnTo>
                    <a:pt x="1712759" y="33515"/>
                  </a:lnTo>
                  <a:lnTo>
                    <a:pt x="1704974" y="33485"/>
                  </a:lnTo>
                  <a:lnTo>
                    <a:pt x="1697188" y="33455"/>
                  </a:lnTo>
                  <a:lnTo>
                    <a:pt x="1689403" y="33423"/>
                  </a:lnTo>
                  <a:lnTo>
                    <a:pt x="1681618" y="33388"/>
                  </a:lnTo>
                  <a:lnTo>
                    <a:pt x="1673833" y="33352"/>
                  </a:lnTo>
                  <a:lnTo>
                    <a:pt x="1666047" y="33316"/>
                  </a:lnTo>
                  <a:lnTo>
                    <a:pt x="1658262" y="33280"/>
                  </a:lnTo>
                  <a:lnTo>
                    <a:pt x="1650477" y="33242"/>
                  </a:lnTo>
                  <a:lnTo>
                    <a:pt x="1642692" y="33204"/>
                  </a:lnTo>
                  <a:lnTo>
                    <a:pt x="1634906" y="33165"/>
                  </a:lnTo>
                  <a:lnTo>
                    <a:pt x="1627121" y="33125"/>
                  </a:lnTo>
                  <a:lnTo>
                    <a:pt x="1619336" y="33085"/>
                  </a:lnTo>
                  <a:lnTo>
                    <a:pt x="1611550" y="33044"/>
                  </a:lnTo>
                  <a:lnTo>
                    <a:pt x="1603765" y="33005"/>
                  </a:lnTo>
                  <a:lnTo>
                    <a:pt x="1595980" y="32971"/>
                  </a:lnTo>
                  <a:lnTo>
                    <a:pt x="1588195" y="32937"/>
                  </a:lnTo>
                  <a:lnTo>
                    <a:pt x="1580409" y="32902"/>
                  </a:lnTo>
                  <a:lnTo>
                    <a:pt x="1572624" y="32867"/>
                  </a:lnTo>
                  <a:lnTo>
                    <a:pt x="1564839" y="32826"/>
                  </a:lnTo>
                  <a:lnTo>
                    <a:pt x="1557054" y="32780"/>
                  </a:lnTo>
                  <a:lnTo>
                    <a:pt x="1549268" y="32734"/>
                  </a:lnTo>
                  <a:lnTo>
                    <a:pt x="1541483" y="32687"/>
                  </a:lnTo>
                  <a:lnTo>
                    <a:pt x="1533698" y="32631"/>
                  </a:lnTo>
                  <a:lnTo>
                    <a:pt x="1525912" y="32588"/>
                  </a:lnTo>
                  <a:lnTo>
                    <a:pt x="1518127" y="32539"/>
                  </a:lnTo>
                  <a:lnTo>
                    <a:pt x="1510342" y="32489"/>
                  </a:lnTo>
                  <a:lnTo>
                    <a:pt x="1502557" y="32437"/>
                  </a:lnTo>
                  <a:lnTo>
                    <a:pt x="1494771" y="32385"/>
                  </a:lnTo>
                  <a:lnTo>
                    <a:pt x="1486986" y="32331"/>
                  </a:lnTo>
                  <a:lnTo>
                    <a:pt x="1479201" y="32277"/>
                  </a:lnTo>
                  <a:lnTo>
                    <a:pt x="1471416" y="32221"/>
                  </a:lnTo>
                  <a:lnTo>
                    <a:pt x="1463630" y="32164"/>
                  </a:lnTo>
                  <a:lnTo>
                    <a:pt x="1455845" y="32107"/>
                  </a:lnTo>
                  <a:lnTo>
                    <a:pt x="1448060" y="32051"/>
                  </a:lnTo>
                  <a:lnTo>
                    <a:pt x="1440275" y="32001"/>
                  </a:lnTo>
                  <a:lnTo>
                    <a:pt x="1432489" y="31951"/>
                  </a:lnTo>
                  <a:lnTo>
                    <a:pt x="1424704" y="31900"/>
                  </a:lnTo>
                  <a:lnTo>
                    <a:pt x="1416919" y="31848"/>
                  </a:lnTo>
                  <a:lnTo>
                    <a:pt x="1409133" y="31796"/>
                  </a:lnTo>
                  <a:lnTo>
                    <a:pt x="1401348" y="31742"/>
                  </a:lnTo>
                  <a:lnTo>
                    <a:pt x="1393563" y="31677"/>
                  </a:lnTo>
                  <a:lnTo>
                    <a:pt x="1385778" y="31603"/>
                  </a:lnTo>
                  <a:lnTo>
                    <a:pt x="1377992" y="31528"/>
                  </a:lnTo>
                  <a:lnTo>
                    <a:pt x="1370207" y="31451"/>
                  </a:lnTo>
                  <a:lnTo>
                    <a:pt x="1362422" y="31372"/>
                  </a:lnTo>
                  <a:lnTo>
                    <a:pt x="1354637" y="31293"/>
                  </a:lnTo>
                  <a:lnTo>
                    <a:pt x="1346851" y="31212"/>
                  </a:lnTo>
                  <a:lnTo>
                    <a:pt x="1339066" y="31129"/>
                  </a:lnTo>
                  <a:lnTo>
                    <a:pt x="1331281" y="31045"/>
                  </a:lnTo>
                  <a:lnTo>
                    <a:pt x="1323495" y="30959"/>
                  </a:lnTo>
                  <a:lnTo>
                    <a:pt x="1315710" y="30871"/>
                  </a:lnTo>
                  <a:lnTo>
                    <a:pt x="1307925" y="30782"/>
                  </a:lnTo>
                  <a:lnTo>
                    <a:pt x="1300140" y="30699"/>
                  </a:lnTo>
                  <a:lnTo>
                    <a:pt x="1292354" y="30615"/>
                  </a:lnTo>
                  <a:lnTo>
                    <a:pt x="1284569" y="30529"/>
                  </a:lnTo>
                  <a:lnTo>
                    <a:pt x="1276784" y="30441"/>
                  </a:lnTo>
                  <a:lnTo>
                    <a:pt x="1268999" y="30352"/>
                  </a:lnTo>
                  <a:lnTo>
                    <a:pt x="1261213" y="30266"/>
                  </a:lnTo>
                  <a:lnTo>
                    <a:pt x="1253428" y="30193"/>
                  </a:lnTo>
                  <a:lnTo>
                    <a:pt x="1245643" y="30119"/>
                  </a:lnTo>
                  <a:lnTo>
                    <a:pt x="1237857" y="30044"/>
                  </a:lnTo>
                  <a:lnTo>
                    <a:pt x="1230072" y="29968"/>
                  </a:lnTo>
                  <a:lnTo>
                    <a:pt x="1222287" y="29890"/>
                  </a:lnTo>
                  <a:lnTo>
                    <a:pt x="1214502" y="29811"/>
                  </a:lnTo>
                  <a:lnTo>
                    <a:pt x="1206716" y="29732"/>
                  </a:lnTo>
                  <a:lnTo>
                    <a:pt x="1198931" y="29651"/>
                  </a:lnTo>
                  <a:lnTo>
                    <a:pt x="1191146" y="29554"/>
                  </a:lnTo>
                  <a:lnTo>
                    <a:pt x="1183361" y="29439"/>
                  </a:lnTo>
                  <a:lnTo>
                    <a:pt x="1175575" y="29320"/>
                  </a:lnTo>
                  <a:lnTo>
                    <a:pt x="1167790" y="29227"/>
                  </a:lnTo>
                  <a:lnTo>
                    <a:pt x="1160005" y="29141"/>
                  </a:lnTo>
                  <a:lnTo>
                    <a:pt x="1152220" y="29055"/>
                  </a:lnTo>
                  <a:lnTo>
                    <a:pt x="1144434" y="28929"/>
                  </a:lnTo>
                  <a:lnTo>
                    <a:pt x="1136649" y="28782"/>
                  </a:lnTo>
                  <a:lnTo>
                    <a:pt x="1128864" y="28632"/>
                  </a:lnTo>
                  <a:lnTo>
                    <a:pt x="1121078" y="28478"/>
                  </a:lnTo>
                  <a:lnTo>
                    <a:pt x="1113293" y="28321"/>
                  </a:lnTo>
                  <a:lnTo>
                    <a:pt x="1105508" y="28160"/>
                  </a:lnTo>
                  <a:lnTo>
                    <a:pt x="1097723" y="27996"/>
                  </a:lnTo>
                  <a:lnTo>
                    <a:pt x="1089937" y="27843"/>
                  </a:lnTo>
                  <a:lnTo>
                    <a:pt x="1082152" y="27691"/>
                  </a:lnTo>
                  <a:lnTo>
                    <a:pt x="1074367" y="27537"/>
                  </a:lnTo>
                  <a:lnTo>
                    <a:pt x="1066582" y="27398"/>
                  </a:lnTo>
                  <a:lnTo>
                    <a:pt x="1058796" y="27229"/>
                  </a:lnTo>
                  <a:lnTo>
                    <a:pt x="1051011" y="27058"/>
                  </a:lnTo>
                  <a:lnTo>
                    <a:pt x="1043226" y="26892"/>
                  </a:lnTo>
                  <a:lnTo>
                    <a:pt x="1035440" y="26744"/>
                  </a:lnTo>
                  <a:lnTo>
                    <a:pt x="1027655" y="26644"/>
                  </a:lnTo>
                  <a:lnTo>
                    <a:pt x="1019870" y="26556"/>
                  </a:lnTo>
                  <a:lnTo>
                    <a:pt x="1012085" y="26372"/>
                  </a:lnTo>
                  <a:lnTo>
                    <a:pt x="1004299" y="26172"/>
                  </a:lnTo>
                  <a:lnTo>
                    <a:pt x="996514" y="25995"/>
                  </a:lnTo>
                  <a:lnTo>
                    <a:pt x="988729" y="25838"/>
                  </a:lnTo>
                  <a:lnTo>
                    <a:pt x="980944" y="25648"/>
                  </a:lnTo>
                  <a:lnTo>
                    <a:pt x="973158" y="25453"/>
                  </a:lnTo>
                  <a:lnTo>
                    <a:pt x="965373" y="25298"/>
                  </a:lnTo>
                  <a:lnTo>
                    <a:pt x="957588" y="25161"/>
                  </a:lnTo>
                  <a:lnTo>
                    <a:pt x="949802" y="25016"/>
                  </a:lnTo>
                  <a:lnTo>
                    <a:pt x="942017" y="24843"/>
                  </a:lnTo>
                  <a:lnTo>
                    <a:pt x="934232" y="24665"/>
                  </a:lnTo>
                  <a:lnTo>
                    <a:pt x="926447" y="24487"/>
                  </a:lnTo>
                  <a:lnTo>
                    <a:pt x="918661" y="24307"/>
                  </a:lnTo>
                  <a:lnTo>
                    <a:pt x="910876" y="24123"/>
                  </a:lnTo>
                  <a:lnTo>
                    <a:pt x="903091" y="23935"/>
                  </a:lnTo>
                  <a:lnTo>
                    <a:pt x="895306" y="23735"/>
                  </a:lnTo>
                  <a:lnTo>
                    <a:pt x="887520" y="23511"/>
                  </a:lnTo>
                  <a:lnTo>
                    <a:pt x="879735" y="23283"/>
                  </a:lnTo>
                  <a:lnTo>
                    <a:pt x="871950" y="23050"/>
                  </a:lnTo>
                  <a:lnTo>
                    <a:pt x="864165" y="22812"/>
                  </a:lnTo>
                  <a:lnTo>
                    <a:pt x="856379" y="22570"/>
                  </a:lnTo>
                  <a:lnTo>
                    <a:pt x="848594" y="22324"/>
                  </a:lnTo>
                  <a:lnTo>
                    <a:pt x="840809" y="22073"/>
                  </a:lnTo>
                  <a:lnTo>
                    <a:pt x="833023" y="21817"/>
                  </a:lnTo>
                  <a:lnTo>
                    <a:pt x="825238" y="21635"/>
                  </a:lnTo>
                  <a:lnTo>
                    <a:pt x="817453" y="21486"/>
                  </a:lnTo>
                  <a:lnTo>
                    <a:pt x="809668" y="21336"/>
                  </a:lnTo>
                  <a:lnTo>
                    <a:pt x="801882" y="21184"/>
                  </a:lnTo>
                  <a:lnTo>
                    <a:pt x="794097" y="20960"/>
                  </a:lnTo>
                  <a:lnTo>
                    <a:pt x="786312" y="20723"/>
                  </a:lnTo>
                  <a:lnTo>
                    <a:pt x="778527" y="20477"/>
                  </a:lnTo>
                  <a:lnTo>
                    <a:pt x="770741" y="20159"/>
                  </a:lnTo>
                  <a:lnTo>
                    <a:pt x="762956" y="19835"/>
                  </a:lnTo>
                  <a:lnTo>
                    <a:pt x="755171" y="19608"/>
                  </a:lnTo>
                  <a:lnTo>
                    <a:pt x="747385" y="19239"/>
                  </a:lnTo>
                  <a:lnTo>
                    <a:pt x="739600" y="18861"/>
                  </a:lnTo>
                  <a:lnTo>
                    <a:pt x="731815" y="18473"/>
                  </a:lnTo>
                  <a:lnTo>
                    <a:pt x="724030" y="18104"/>
                  </a:lnTo>
                  <a:lnTo>
                    <a:pt x="716244" y="17876"/>
                  </a:lnTo>
                  <a:lnTo>
                    <a:pt x="708459" y="17655"/>
                  </a:lnTo>
                  <a:lnTo>
                    <a:pt x="700674" y="17431"/>
                  </a:lnTo>
                  <a:lnTo>
                    <a:pt x="692889" y="17209"/>
                  </a:lnTo>
                  <a:lnTo>
                    <a:pt x="685103" y="16916"/>
                  </a:lnTo>
                  <a:lnTo>
                    <a:pt x="677318" y="16568"/>
                  </a:lnTo>
                  <a:lnTo>
                    <a:pt x="669533" y="16298"/>
                  </a:lnTo>
                  <a:lnTo>
                    <a:pt x="661747" y="16082"/>
                  </a:lnTo>
                  <a:lnTo>
                    <a:pt x="653962" y="15992"/>
                  </a:lnTo>
                  <a:lnTo>
                    <a:pt x="646177" y="15609"/>
                  </a:lnTo>
                  <a:lnTo>
                    <a:pt x="638392" y="15145"/>
                  </a:lnTo>
                  <a:lnTo>
                    <a:pt x="630606" y="14764"/>
                  </a:lnTo>
                  <a:lnTo>
                    <a:pt x="622821" y="14656"/>
                  </a:lnTo>
                  <a:lnTo>
                    <a:pt x="615036" y="14340"/>
                  </a:lnTo>
                  <a:lnTo>
                    <a:pt x="607251" y="13998"/>
                  </a:lnTo>
                  <a:lnTo>
                    <a:pt x="599465" y="13650"/>
                  </a:lnTo>
                  <a:lnTo>
                    <a:pt x="591680" y="13489"/>
                  </a:lnTo>
                  <a:lnTo>
                    <a:pt x="583895" y="13432"/>
                  </a:lnTo>
                  <a:lnTo>
                    <a:pt x="576110" y="13197"/>
                  </a:lnTo>
                  <a:lnTo>
                    <a:pt x="568324" y="12733"/>
                  </a:lnTo>
                  <a:lnTo>
                    <a:pt x="560539" y="12236"/>
                  </a:lnTo>
                  <a:lnTo>
                    <a:pt x="552754" y="11784"/>
                  </a:lnTo>
                  <a:lnTo>
                    <a:pt x="544968" y="11292"/>
                  </a:lnTo>
                  <a:lnTo>
                    <a:pt x="537183" y="10790"/>
                  </a:lnTo>
                  <a:lnTo>
                    <a:pt x="529398" y="10340"/>
                  </a:lnTo>
                  <a:lnTo>
                    <a:pt x="521613" y="10018"/>
                  </a:lnTo>
                  <a:lnTo>
                    <a:pt x="513827" y="9631"/>
                  </a:lnTo>
                  <a:lnTo>
                    <a:pt x="506042" y="9357"/>
                  </a:lnTo>
                  <a:lnTo>
                    <a:pt x="498257" y="8883"/>
                  </a:lnTo>
                  <a:lnTo>
                    <a:pt x="490472" y="8759"/>
                  </a:lnTo>
                  <a:lnTo>
                    <a:pt x="482686" y="8626"/>
                  </a:lnTo>
                  <a:lnTo>
                    <a:pt x="474901" y="8413"/>
                  </a:lnTo>
                  <a:lnTo>
                    <a:pt x="467116" y="8171"/>
                  </a:lnTo>
                  <a:lnTo>
                    <a:pt x="459330" y="7929"/>
                  </a:lnTo>
                  <a:lnTo>
                    <a:pt x="451545" y="7923"/>
                  </a:lnTo>
                  <a:lnTo>
                    <a:pt x="443760" y="7579"/>
                  </a:lnTo>
                  <a:lnTo>
                    <a:pt x="435975" y="7198"/>
                  </a:lnTo>
                  <a:lnTo>
                    <a:pt x="428189" y="6898"/>
                  </a:lnTo>
                  <a:lnTo>
                    <a:pt x="420404" y="6654"/>
                  </a:lnTo>
                  <a:lnTo>
                    <a:pt x="412619" y="6073"/>
                  </a:lnTo>
                  <a:lnTo>
                    <a:pt x="404834" y="5425"/>
                  </a:lnTo>
                  <a:lnTo>
                    <a:pt x="397048" y="5348"/>
                  </a:lnTo>
                  <a:lnTo>
                    <a:pt x="389263" y="4748"/>
                  </a:lnTo>
                  <a:lnTo>
                    <a:pt x="381478" y="4365"/>
                  </a:lnTo>
                  <a:lnTo>
                    <a:pt x="373692" y="3660"/>
                  </a:lnTo>
                  <a:lnTo>
                    <a:pt x="365907" y="3445"/>
                  </a:lnTo>
                  <a:lnTo>
                    <a:pt x="358122" y="3068"/>
                  </a:lnTo>
                  <a:lnTo>
                    <a:pt x="350337" y="2918"/>
                  </a:lnTo>
                  <a:lnTo>
                    <a:pt x="342551" y="2768"/>
                  </a:lnTo>
                  <a:lnTo>
                    <a:pt x="334766" y="2892"/>
                  </a:lnTo>
                  <a:lnTo>
                    <a:pt x="326981" y="2527"/>
                  </a:lnTo>
                  <a:lnTo>
                    <a:pt x="319196" y="2327"/>
                  </a:lnTo>
                  <a:lnTo>
                    <a:pt x="311410" y="2181"/>
                  </a:lnTo>
                  <a:lnTo>
                    <a:pt x="303625" y="1958"/>
                  </a:lnTo>
                  <a:lnTo>
                    <a:pt x="295840" y="1798"/>
                  </a:lnTo>
                  <a:lnTo>
                    <a:pt x="288055" y="1647"/>
                  </a:lnTo>
                  <a:lnTo>
                    <a:pt x="280269" y="1536"/>
                  </a:lnTo>
                  <a:lnTo>
                    <a:pt x="272484" y="1399"/>
                  </a:lnTo>
                  <a:lnTo>
                    <a:pt x="264699" y="1061"/>
                  </a:lnTo>
                  <a:lnTo>
                    <a:pt x="256913" y="838"/>
                  </a:lnTo>
                  <a:lnTo>
                    <a:pt x="249128" y="635"/>
                  </a:lnTo>
                  <a:lnTo>
                    <a:pt x="241343" y="429"/>
                  </a:lnTo>
                  <a:lnTo>
                    <a:pt x="233558" y="468"/>
                  </a:lnTo>
                  <a:lnTo>
                    <a:pt x="225772" y="369"/>
                  </a:lnTo>
                  <a:lnTo>
                    <a:pt x="217987" y="299"/>
                  </a:lnTo>
                  <a:lnTo>
                    <a:pt x="210202" y="463"/>
                  </a:lnTo>
                  <a:lnTo>
                    <a:pt x="202417" y="414"/>
                  </a:lnTo>
                  <a:lnTo>
                    <a:pt x="194631" y="340"/>
                  </a:lnTo>
                  <a:lnTo>
                    <a:pt x="186846" y="312"/>
                  </a:lnTo>
                  <a:lnTo>
                    <a:pt x="179061" y="518"/>
                  </a:lnTo>
                  <a:lnTo>
                    <a:pt x="171275" y="170"/>
                  </a:lnTo>
                  <a:lnTo>
                    <a:pt x="163490" y="111"/>
                  </a:lnTo>
                  <a:lnTo>
                    <a:pt x="155705" y="231"/>
                  </a:lnTo>
                  <a:lnTo>
                    <a:pt x="147920" y="603"/>
                  </a:lnTo>
                  <a:lnTo>
                    <a:pt x="140134" y="385"/>
                  </a:lnTo>
                  <a:lnTo>
                    <a:pt x="132349" y="358"/>
                  </a:lnTo>
                  <a:lnTo>
                    <a:pt x="124564" y="79"/>
                  </a:lnTo>
                  <a:lnTo>
                    <a:pt x="116779" y="0"/>
                  </a:lnTo>
                  <a:lnTo>
                    <a:pt x="108993" y="174"/>
                  </a:lnTo>
                  <a:lnTo>
                    <a:pt x="101208" y="381"/>
                  </a:lnTo>
                  <a:lnTo>
                    <a:pt x="93423" y="650"/>
                  </a:lnTo>
                  <a:lnTo>
                    <a:pt x="85637" y="943"/>
                  </a:lnTo>
                  <a:lnTo>
                    <a:pt x="77852" y="1248"/>
                  </a:lnTo>
                  <a:lnTo>
                    <a:pt x="70067" y="1513"/>
                  </a:lnTo>
                  <a:lnTo>
                    <a:pt x="62282" y="1701"/>
                  </a:lnTo>
                  <a:lnTo>
                    <a:pt x="54496" y="2058"/>
                  </a:lnTo>
                  <a:lnTo>
                    <a:pt x="46711" y="2227"/>
                  </a:lnTo>
                  <a:lnTo>
                    <a:pt x="38926" y="2394"/>
                  </a:lnTo>
                  <a:lnTo>
                    <a:pt x="31141" y="2646"/>
                  </a:lnTo>
                  <a:lnTo>
                    <a:pt x="23355" y="2761"/>
                  </a:lnTo>
                  <a:lnTo>
                    <a:pt x="15570" y="2927"/>
                  </a:lnTo>
                  <a:lnTo>
                    <a:pt x="7785" y="3484"/>
                  </a:lnTo>
                  <a:lnTo>
                    <a:pt x="0" y="3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6049435" y="4887991"/>
              <a:ext cx="2016385" cy="63545"/>
            </a:xfrm>
            <a:custGeom>
              <a:avLst/>
              <a:pathLst>
                <a:path w="2016385" h="63545">
                  <a:moveTo>
                    <a:pt x="0" y="0"/>
                  </a:moveTo>
                  <a:lnTo>
                    <a:pt x="7785" y="651"/>
                  </a:lnTo>
                  <a:lnTo>
                    <a:pt x="15570" y="1318"/>
                  </a:lnTo>
                  <a:lnTo>
                    <a:pt x="23355" y="1910"/>
                  </a:lnTo>
                  <a:lnTo>
                    <a:pt x="31141" y="2551"/>
                  </a:lnTo>
                  <a:lnTo>
                    <a:pt x="38926" y="3181"/>
                  </a:lnTo>
                  <a:lnTo>
                    <a:pt x="46711" y="3757"/>
                  </a:lnTo>
                  <a:lnTo>
                    <a:pt x="54496" y="4301"/>
                  </a:lnTo>
                  <a:lnTo>
                    <a:pt x="62282" y="4808"/>
                  </a:lnTo>
                  <a:lnTo>
                    <a:pt x="70067" y="5402"/>
                  </a:lnTo>
                  <a:lnTo>
                    <a:pt x="77852" y="5957"/>
                  </a:lnTo>
                  <a:lnTo>
                    <a:pt x="85637" y="6457"/>
                  </a:lnTo>
                  <a:lnTo>
                    <a:pt x="93423" y="6990"/>
                  </a:lnTo>
                  <a:lnTo>
                    <a:pt x="101208" y="7524"/>
                  </a:lnTo>
                  <a:lnTo>
                    <a:pt x="108993" y="8056"/>
                  </a:lnTo>
                  <a:lnTo>
                    <a:pt x="116779" y="8679"/>
                  </a:lnTo>
                  <a:lnTo>
                    <a:pt x="124564" y="9257"/>
                  </a:lnTo>
                  <a:lnTo>
                    <a:pt x="132349" y="9834"/>
                  </a:lnTo>
                  <a:lnTo>
                    <a:pt x="140134" y="10226"/>
                  </a:lnTo>
                  <a:lnTo>
                    <a:pt x="147920" y="10789"/>
                  </a:lnTo>
                  <a:lnTo>
                    <a:pt x="155705" y="11383"/>
                  </a:lnTo>
                  <a:lnTo>
                    <a:pt x="163490" y="11889"/>
                  </a:lnTo>
                  <a:lnTo>
                    <a:pt x="171275" y="12414"/>
                  </a:lnTo>
                  <a:lnTo>
                    <a:pt x="179061" y="12936"/>
                  </a:lnTo>
                  <a:lnTo>
                    <a:pt x="186846" y="13521"/>
                  </a:lnTo>
                  <a:lnTo>
                    <a:pt x="194631" y="14125"/>
                  </a:lnTo>
                  <a:lnTo>
                    <a:pt x="202417" y="14647"/>
                  </a:lnTo>
                  <a:lnTo>
                    <a:pt x="210202" y="15201"/>
                  </a:lnTo>
                  <a:lnTo>
                    <a:pt x="217987" y="15648"/>
                  </a:lnTo>
                  <a:lnTo>
                    <a:pt x="225772" y="16045"/>
                  </a:lnTo>
                  <a:lnTo>
                    <a:pt x="233558" y="16514"/>
                  </a:lnTo>
                  <a:lnTo>
                    <a:pt x="241343" y="17039"/>
                  </a:lnTo>
                  <a:lnTo>
                    <a:pt x="249128" y="17580"/>
                  </a:lnTo>
                  <a:lnTo>
                    <a:pt x="256913" y="18064"/>
                  </a:lnTo>
                  <a:lnTo>
                    <a:pt x="264699" y="18526"/>
                  </a:lnTo>
                  <a:lnTo>
                    <a:pt x="272484" y="19008"/>
                  </a:lnTo>
                  <a:lnTo>
                    <a:pt x="280269" y="19470"/>
                  </a:lnTo>
                  <a:lnTo>
                    <a:pt x="288055" y="19944"/>
                  </a:lnTo>
                  <a:lnTo>
                    <a:pt x="295840" y="20388"/>
                  </a:lnTo>
                  <a:lnTo>
                    <a:pt x="303625" y="20763"/>
                  </a:lnTo>
                  <a:lnTo>
                    <a:pt x="311410" y="21266"/>
                  </a:lnTo>
                  <a:lnTo>
                    <a:pt x="319196" y="21699"/>
                  </a:lnTo>
                  <a:lnTo>
                    <a:pt x="326981" y="22140"/>
                  </a:lnTo>
                  <a:lnTo>
                    <a:pt x="334766" y="22615"/>
                  </a:lnTo>
                  <a:lnTo>
                    <a:pt x="342551" y="23027"/>
                  </a:lnTo>
                  <a:lnTo>
                    <a:pt x="350337" y="23504"/>
                  </a:lnTo>
                  <a:lnTo>
                    <a:pt x="358122" y="23932"/>
                  </a:lnTo>
                  <a:lnTo>
                    <a:pt x="365907" y="24306"/>
                  </a:lnTo>
                  <a:lnTo>
                    <a:pt x="373692" y="24645"/>
                  </a:lnTo>
                  <a:lnTo>
                    <a:pt x="381478" y="25070"/>
                  </a:lnTo>
                  <a:lnTo>
                    <a:pt x="389263" y="25559"/>
                  </a:lnTo>
                  <a:lnTo>
                    <a:pt x="397048" y="25971"/>
                  </a:lnTo>
                  <a:lnTo>
                    <a:pt x="404834" y="26398"/>
                  </a:lnTo>
                  <a:lnTo>
                    <a:pt x="412619" y="26770"/>
                  </a:lnTo>
                  <a:lnTo>
                    <a:pt x="420404" y="27133"/>
                  </a:lnTo>
                  <a:lnTo>
                    <a:pt x="428189" y="27487"/>
                  </a:lnTo>
                  <a:lnTo>
                    <a:pt x="435975" y="27831"/>
                  </a:lnTo>
                  <a:lnTo>
                    <a:pt x="443760" y="28284"/>
                  </a:lnTo>
                  <a:lnTo>
                    <a:pt x="451545" y="28660"/>
                  </a:lnTo>
                  <a:lnTo>
                    <a:pt x="459330" y="29059"/>
                  </a:lnTo>
                  <a:lnTo>
                    <a:pt x="467116" y="29482"/>
                  </a:lnTo>
                  <a:lnTo>
                    <a:pt x="474901" y="29908"/>
                  </a:lnTo>
                  <a:lnTo>
                    <a:pt x="482686" y="30280"/>
                  </a:lnTo>
                  <a:lnTo>
                    <a:pt x="490472" y="30629"/>
                  </a:lnTo>
                  <a:lnTo>
                    <a:pt x="498257" y="31005"/>
                  </a:lnTo>
                  <a:lnTo>
                    <a:pt x="506042" y="31348"/>
                  </a:lnTo>
                  <a:lnTo>
                    <a:pt x="513827" y="31722"/>
                  </a:lnTo>
                  <a:lnTo>
                    <a:pt x="521613" y="32082"/>
                  </a:lnTo>
                  <a:lnTo>
                    <a:pt x="529398" y="32473"/>
                  </a:lnTo>
                  <a:lnTo>
                    <a:pt x="537183" y="32795"/>
                  </a:lnTo>
                  <a:lnTo>
                    <a:pt x="544968" y="33104"/>
                  </a:lnTo>
                  <a:lnTo>
                    <a:pt x="552754" y="33438"/>
                  </a:lnTo>
                  <a:lnTo>
                    <a:pt x="560539" y="33752"/>
                  </a:lnTo>
                  <a:lnTo>
                    <a:pt x="568324" y="34107"/>
                  </a:lnTo>
                  <a:lnTo>
                    <a:pt x="576110" y="34399"/>
                  </a:lnTo>
                  <a:lnTo>
                    <a:pt x="583895" y="34718"/>
                  </a:lnTo>
                  <a:lnTo>
                    <a:pt x="591680" y="35048"/>
                  </a:lnTo>
                  <a:lnTo>
                    <a:pt x="599465" y="35387"/>
                  </a:lnTo>
                  <a:lnTo>
                    <a:pt x="607251" y="35725"/>
                  </a:lnTo>
                  <a:lnTo>
                    <a:pt x="615036" y="36062"/>
                  </a:lnTo>
                  <a:lnTo>
                    <a:pt x="622821" y="36301"/>
                  </a:lnTo>
                  <a:lnTo>
                    <a:pt x="630606" y="36582"/>
                  </a:lnTo>
                  <a:lnTo>
                    <a:pt x="638392" y="36909"/>
                  </a:lnTo>
                  <a:lnTo>
                    <a:pt x="646177" y="37287"/>
                  </a:lnTo>
                  <a:lnTo>
                    <a:pt x="653962" y="37519"/>
                  </a:lnTo>
                  <a:lnTo>
                    <a:pt x="661747" y="37824"/>
                  </a:lnTo>
                  <a:lnTo>
                    <a:pt x="669533" y="38102"/>
                  </a:lnTo>
                  <a:lnTo>
                    <a:pt x="677318" y="38376"/>
                  </a:lnTo>
                  <a:lnTo>
                    <a:pt x="685103" y="38725"/>
                  </a:lnTo>
                  <a:lnTo>
                    <a:pt x="692889" y="39050"/>
                  </a:lnTo>
                  <a:lnTo>
                    <a:pt x="700674" y="39342"/>
                  </a:lnTo>
                  <a:lnTo>
                    <a:pt x="708459" y="39630"/>
                  </a:lnTo>
                  <a:lnTo>
                    <a:pt x="716244" y="39926"/>
                  </a:lnTo>
                  <a:lnTo>
                    <a:pt x="724030" y="40147"/>
                  </a:lnTo>
                  <a:lnTo>
                    <a:pt x="731815" y="40456"/>
                  </a:lnTo>
                  <a:lnTo>
                    <a:pt x="739600" y="40711"/>
                  </a:lnTo>
                  <a:lnTo>
                    <a:pt x="747385" y="40940"/>
                  </a:lnTo>
                  <a:lnTo>
                    <a:pt x="755171" y="41164"/>
                  </a:lnTo>
                  <a:lnTo>
                    <a:pt x="762956" y="41454"/>
                  </a:lnTo>
                  <a:lnTo>
                    <a:pt x="770741" y="41727"/>
                  </a:lnTo>
                  <a:lnTo>
                    <a:pt x="778527" y="42019"/>
                  </a:lnTo>
                  <a:lnTo>
                    <a:pt x="786312" y="42324"/>
                  </a:lnTo>
                  <a:lnTo>
                    <a:pt x="794097" y="42601"/>
                  </a:lnTo>
                  <a:lnTo>
                    <a:pt x="801882" y="42834"/>
                  </a:lnTo>
                  <a:lnTo>
                    <a:pt x="809668" y="43097"/>
                  </a:lnTo>
                  <a:lnTo>
                    <a:pt x="817453" y="43321"/>
                  </a:lnTo>
                  <a:lnTo>
                    <a:pt x="825238" y="43547"/>
                  </a:lnTo>
                  <a:lnTo>
                    <a:pt x="833023" y="43797"/>
                  </a:lnTo>
                  <a:lnTo>
                    <a:pt x="840809" y="44043"/>
                  </a:lnTo>
                  <a:lnTo>
                    <a:pt x="848594" y="44265"/>
                  </a:lnTo>
                  <a:lnTo>
                    <a:pt x="856379" y="44481"/>
                  </a:lnTo>
                  <a:lnTo>
                    <a:pt x="864165" y="44713"/>
                  </a:lnTo>
                  <a:lnTo>
                    <a:pt x="871950" y="44906"/>
                  </a:lnTo>
                  <a:lnTo>
                    <a:pt x="879735" y="45107"/>
                  </a:lnTo>
                  <a:lnTo>
                    <a:pt x="887520" y="45324"/>
                  </a:lnTo>
                  <a:lnTo>
                    <a:pt x="895306" y="45511"/>
                  </a:lnTo>
                  <a:lnTo>
                    <a:pt x="903091" y="45726"/>
                  </a:lnTo>
                  <a:lnTo>
                    <a:pt x="910876" y="45967"/>
                  </a:lnTo>
                  <a:lnTo>
                    <a:pt x="918661" y="46158"/>
                  </a:lnTo>
                  <a:lnTo>
                    <a:pt x="926447" y="46382"/>
                  </a:lnTo>
                  <a:lnTo>
                    <a:pt x="934232" y="46610"/>
                  </a:lnTo>
                  <a:lnTo>
                    <a:pt x="942017" y="46799"/>
                  </a:lnTo>
                  <a:lnTo>
                    <a:pt x="949802" y="47031"/>
                  </a:lnTo>
                  <a:lnTo>
                    <a:pt x="957588" y="47261"/>
                  </a:lnTo>
                  <a:lnTo>
                    <a:pt x="965373" y="47470"/>
                  </a:lnTo>
                  <a:lnTo>
                    <a:pt x="973158" y="47672"/>
                  </a:lnTo>
                  <a:lnTo>
                    <a:pt x="980944" y="47869"/>
                  </a:lnTo>
                  <a:lnTo>
                    <a:pt x="988729" y="48079"/>
                  </a:lnTo>
                  <a:lnTo>
                    <a:pt x="996514" y="48285"/>
                  </a:lnTo>
                  <a:lnTo>
                    <a:pt x="1004299" y="48498"/>
                  </a:lnTo>
                  <a:lnTo>
                    <a:pt x="1012085" y="48665"/>
                  </a:lnTo>
                  <a:lnTo>
                    <a:pt x="1019870" y="48855"/>
                  </a:lnTo>
                  <a:lnTo>
                    <a:pt x="1027655" y="49064"/>
                  </a:lnTo>
                  <a:lnTo>
                    <a:pt x="1035440" y="49285"/>
                  </a:lnTo>
                  <a:lnTo>
                    <a:pt x="1043226" y="49491"/>
                  </a:lnTo>
                  <a:lnTo>
                    <a:pt x="1051011" y="49693"/>
                  </a:lnTo>
                  <a:lnTo>
                    <a:pt x="1058796" y="49879"/>
                  </a:lnTo>
                  <a:lnTo>
                    <a:pt x="1066582" y="50044"/>
                  </a:lnTo>
                  <a:lnTo>
                    <a:pt x="1074367" y="50218"/>
                  </a:lnTo>
                  <a:lnTo>
                    <a:pt x="1082152" y="50363"/>
                  </a:lnTo>
                  <a:lnTo>
                    <a:pt x="1089937" y="50552"/>
                  </a:lnTo>
                  <a:lnTo>
                    <a:pt x="1097723" y="50729"/>
                  </a:lnTo>
                  <a:lnTo>
                    <a:pt x="1105508" y="50900"/>
                  </a:lnTo>
                  <a:lnTo>
                    <a:pt x="1113293" y="51104"/>
                  </a:lnTo>
                  <a:lnTo>
                    <a:pt x="1121078" y="51267"/>
                  </a:lnTo>
                  <a:lnTo>
                    <a:pt x="1128864" y="51396"/>
                  </a:lnTo>
                  <a:lnTo>
                    <a:pt x="1136649" y="51603"/>
                  </a:lnTo>
                  <a:lnTo>
                    <a:pt x="1144434" y="51772"/>
                  </a:lnTo>
                  <a:lnTo>
                    <a:pt x="1152220" y="51966"/>
                  </a:lnTo>
                  <a:lnTo>
                    <a:pt x="1160005" y="52146"/>
                  </a:lnTo>
                  <a:lnTo>
                    <a:pt x="1167790" y="52339"/>
                  </a:lnTo>
                  <a:lnTo>
                    <a:pt x="1175575" y="52513"/>
                  </a:lnTo>
                  <a:lnTo>
                    <a:pt x="1183361" y="52675"/>
                  </a:lnTo>
                  <a:lnTo>
                    <a:pt x="1191146" y="52824"/>
                  </a:lnTo>
                  <a:lnTo>
                    <a:pt x="1198931" y="52981"/>
                  </a:lnTo>
                  <a:lnTo>
                    <a:pt x="1206716" y="53142"/>
                  </a:lnTo>
                  <a:lnTo>
                    <a:pt x="1214502" y="53286"/>
                  </a:lnTo>
                  <a:lnTo>
                    <a:pt x="1222287" y="53432"/>
                  </a:lnTo>
                  <a:lnTo>
                    <a:pt x="1230072" y="53610"/>
                  </a:lnTo>
                  <a:lnTo>
                    <a:pt x="1237857" y="53780"/>
                  </a:lnTo>
                  <a:lnTo>
                    <a:pt x="1245643" y="53950"/>
                  </a:lnTo>
                  <a:lnTo>
                    <a:pt x="1253428" y="54089"/>
                  </a:lnTo>
                  <a:lnTo>
                    <a:pt x="1261213" y="54243"/>
                  </a:lnTo>
                  <a:lnTo>
                    <a:pt x="1268999" y="54380"/>
                  </a:lnTo>
                  <a:lnTo>
                    <a:pt x="1276784" y="54536"/>
                  </a:lnTo>
                  <a:lnTo>
                    <a:pt x="1284569" y="54667"/>
                  </a:lnTo>
                  <a:lnTo>
                    <a:pt x="1292354" y="54802"/>
                  </a:lnTo>
                  <a:lnTo>
                    <a:pt x="1300140" y="54978"/>
                  </a:lnTo>
                  <a:lnTo>
                    <a:pt x="1307925" y="55126"/>
                  </a:lnTo>
                  <a:lnTo>
                    <a:pt x="1315710" y="55265"/>
                  </a:lnTo>
                  <a:lnTo>
                    <a:pt x="1323495" y="55405"/>
                  </a:lnTo>
                  <a:lnTo>
                    <a:pt x="1331281" y="55557"/>
                  </a:lnTo>
                  <a:lnTo>
                    <a:pt x="1339066" y="55714"/>
                  </a:lnTo>
                  <a:lnTo>
                    <a:pt x="1346851" y="55853"/>
                  </a:lnTo>
                  <a:lnTo>
                    <a:pt x="1354637" y="55986"/>
                  </a:lnTo>
                  <a:lnTo>
                    <a:pt x="1362422" y="56118"/>
                  </a:lnTo>
                  <a:lnTo>
                    <a:pt x="1370207" y="56237"/>
                  </a:lnTo>
                  <a:lnTo>
                    <a:pt x="1377992" y="56362"/>
                  </a:lnTo>
                  <a:lnTo>
                    <a:pt x="1385778" y="56479"/>
                  </a:lnTo>
                  <a:lnTo>
                    <a:pt x="1393563" y="56595"/>
                  </a:lnTo>
                  <a:lnTo>
                    <a:pt x="1401348" y="56739"/>
                  </a:lnTo>
                  <a:lnTo>
                    <a:pt x="1409133" y="56854"/>
                  </a:lnTo>
                  <a:lnTo>
                    <a:pt x="1416919" y="56963"/>
                  </a:lnTo>
                  <a:lnTo>
                    <a:pt x="1424704" y="57104"/>
                  </a:lnTo>
                  <a:lnTo>
                    <a:pt x="1432489" y="57208"/>
                  </a:lnTo>
                  <a:lnTo>
                    <a:pt x="1440275" y="57324"/>
                  </a:lnTo>
                  <a:lnTo>
                    <a:pt x="1448060" y="57443"/>
                  </a:lnTo>
                  <a:lnTo>
                    <a:pt x="1455845" y="57558"/>
                  </a:lnTo>
                  <a:lnTo>
                    <a:pt x="1463630" y="57670"/>
                  </a:lnTo>
                  <a:lnTo>
                    <a:pt x="1471416" y="57791"/>
                  </a:lnTo>
                  <a:lnTo>
                    <a:pt x="1479201" y="57902"/>
                  </a:lnTo>
                  <a:lnTo>
                    <a:pt x="1486986" y="58016"/>
                  </a:lnTo>
                  <a:lnTo>
                    <a:pt x="1494771" y="58130"/>
                  </a:lnTo>
                  <a:lnTo>
                    <a:pt x="1502557" y="58240"/>
                  </a:lnTo>
                  <a:lnTo>
                    <a:pt x="1510342" y="58344"/>
                  </a:lnTo>
                  <a:lnTo>
                    <a:pt x="1518127" y="58453"/>
                  </a:lnTo>
                  <a:lnTo>
                    <a:pt x="1525912" y="58556"/>
                  </a:lnTo>
                  <a:lnTo>
                    <a:pt x="1533698" y="58649"/>
                  </a:lnTo>
                  <a:lnTo>
                    <a:pt x="1541483" y="58747"/>
                  </a:lnTo>
                  <a:lnTo>
                    <a:pt x="1549268" y="58822"/>
                  </a:lnTo>
                  <a:lnTo>
                    <a:pt x="1557054" y="58914"/>
                  </a:lnTo>
                  <a:lnTo>
                    <a:pt x="1564839" y="59017"/>
                  </a:lnTo>
                  <a:lnTo>
                    <a:pt x="1572624" y="59117"/>
                  </a:lnTo>
                  <a:lnTo>
                    <a:pt x="1580409" y="59211"/>
                  </a:lnTo>
                  <a:lnTo>
                    <a:pt x="1588195" y="59308"/>
                  </a:lnTo>
                  <a:lnTo>
                    <a:pt x="1595980" y="59420"/>
                  </a:lnTo>
                  <a:lnTo>
                    <a:pt x="1603765" y="59524"/>
                  </a:lnTo>
                  <a:lnTo>
                    <a:pt x="1611550" y="59617"/>
                  </a:lnTo>
                  <a:lnTo>
                    <a:pt x="1619336" y="59703"/>
                  </a:lnTo>
                  <a:lnTo>
                    <a:pt x="1627121" y="59790"/>
                  </a:lnTo>
                  <a:lnTo>
                    <a:pt x="1634906" y="59890"/>
                  </a:lnTo>
                  <a:lnTo>
                    <a:pt x="1642692" y="59981"/>
                  </a:lnTo>
                  <a:lnTo>
                    <a:pt x="1650477" y="60082"/>
                  </a:lnTo>
                  <a:lnTo>
                    <a:pt x="1658262" y="60187"/>
                  </a:lnTo>
                  <a:lnTo>
                    <a:pt x="1666047" y="60283"/>
                  </a:lnTo>
                  <a:lnTo>
                    <a:pt x="1673833" y="60373"/>
                  </a:lnTo>
                  <a:lnTo>
                    <a:pt x="1681618" y="60473"/>
                  </a:lnTo>
                  <a:lnTo>
                    <a:pt x="1689403" y="60553"/>
                  </a:lnTo>
                  <a:lnTo>
                    <a:pt x="1697188" y="60645"/>
                  </a:lnTo>
                  <a:lnTo>
                    <a:pt x="1704974" y="60723"/>
                  </a:lnTo>
                  <a:lnTo>
                    <a:pt x="1712759" y="60813"/>
                  </a:lnTo>
                  <a:lnTo>
                    <a:pt x="1720544" y="60902"/>
                  </a:lnTo>
                  <a:lnTo>
                    <a:pt x="1728330" y="60979"/>
                  </a:lnTo>
                  <a:lnTo>
                    <a:pt x="1736115" y="61067"/>
                  </a:lnTo>
                  <a:lnTo>
                    <a:pt x="1743900" y="61148"/>
                  </a:lnTo>
                  <a:lnTo>
                    <a:pt x="1751685" y="61229"/>
                  </a:lnTo>
                  <a:lnTo>
                    <a:pt x="1759471" y="61309"/>
                  </a:lnTo>
                  <a:lnTo>
                    <a:pt x="1767256" y="61394"/>
                  </a:lnTo>
                  <a:lnTo>
                    <a:pt x="1775041" y="61463"/>
                  </a:lnTo>
                  <a:lnTo>
                    <a:pt x="1782826" y="61539"/>
                  </a:lnTo>
                  <a:lnTo>
                    <a:pt x="1790612" y="61610"/>
                  </a:lnTo>
                  <a:lnTo>
                    <a:pt x="1798397" y="61687"/>
                  </a:lnTo>
                  <a:lnTo>
                    <a:pt x="1806182" y="61767"/>
                  </a:lnTo>
                  <a:lnTo>
                    <a:pt x="1813967" y="61841"/>
                  </a:lnTo>
                  <a:lnTo>
                    <a:pt x="1821753" y="61922"/>
                  </a:lnTo>
                  <a:lnTo>
                    <a:pt x="1829538" y="62007"/>
                  </a:lnTo>
                  <a:lnTo>
                    <a:pt x="1837323" y="62078"/>
                  </a:lnTo>
                  <a:lnTo>
                    <a:pt x="1845109" y="62145"/>
                  </a:lnTo>
                  <a:lnTo>
                    <a:pt x="1852894" y="62212"/>
                  </a:lnTo>
                  <a:lnTo>
                    <a:pt x="1860679" y="62281"/>
                  </a:lnTo>
                  <a:lnTo>
                    <a:pt x="1868464" y="62342"/>
                  </a:lnTo>
                  <a:lnTo>
                    <a:pt x="1876250" y="62405"/>
                  </a:lnTo>
                  <a:lnTo>
                    <a:pt x="1884035" y="62464"/>
                  </a:lnTo>
                  <a:lnTo>
                    <a:pt x="1891820" y="62522"/>
                  </a:lnTo>
                  <a:lnTo>
                    <a:pt x="1899605" y="62585"/>
                  </a:lnTo>
                  <a:lnTo>
                    <a:pt x="1907391" y="62655"/>
                  </a:lnTo>
                  <a:lnTo>
                    <a:pt x="1915176" y="62720"/>
                  </a:lnTo>
                  <a:lnTo>
                    <a:pt x="1922961" y="62787"/>
                  </a:lnTo>
                  <a:lnTo>
                    <a:pt x="1930747" y="62847"/>
                  </a:lnTo>
                  <a:lnTo>
                    <a:pt x="1938532" y="62908"/>
                  </a:lnTo>
                  <a:lnTo>
                    <a:pt x="1946317" y="62972"/>
                  </a:lnTo>
                  <a:lnTo>
                    <a:pt x="1954102" y="63042"/>
                  </a:lnTo>
                  <a:lnTo>
                    <a:pt x="1961888" y="63104"/>
                  </a:lnTo>
                  <a:lnTo>
                    <a:pt x="1969673" y="63163"/>
                  </a:lnTo>
                  <a:lnTo>
                    <a:pt x="1977458" y="63234"/>
                  </a:lnTo>
                  <a:lnTo>
                    <a:pt x="1985243" y="63299"/>
                  </a:lnTo>
                  <a:lnTo>
                    <a:pt x="1993029" y="63360"/>
                  </a:lnTo>
                  <a:lnTo>
                    <a:pt x="2000814" y="63423"/>
                  </a:lnTo>
                  <a:lnTo>
                    <a:pt x="2008599" y="63487"/>
                  </a:lnTo>
                  <a:lnTo>
                    <a:pt x="2016385" y="63545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6049435" y="4887478"/>
              <a:ext cx="2016385" cy="61300"/>
            </a:xfrm>
            <a:custGeom>
              <a:avLst/>
              <a:pathLst>
                <a:path w="2016385" h="61300">
                  <a:moveTo>
                    <a:pt x="0" y="0"/>
                  </a:moveTo>
                  <a:lnTo>
                    <a:pt x="7785" y="536"/>
                  </a:lnTo>
                  <a:lnTo>
                    <a:pt x="15570" y="1039"/>
                  </a:lnTo>
                  <a:lnTo>
                    <a:pt x="23355" y="1498"/>
                  </a:lnTo>
                  <a:lnTo>
                    <a:pt x="31141" y="1980"/>
                  </a:lnTo>
                  <a:lnTo>
                    <a:pt x="38926" y="2422"/>
                  </a:lnTo>
                  <a:lnTo>
                    <a:pt x="46711" y="2883"/>
                  </a:lnTo>
                  <a:lnTo>
                    <a:pt x="54496" y="3402"/>
                  </a:lnTo>
                  <a:lnTo>
                    <a:pt x="62282" y="3827"/>
                  </a:lnTo>
                  <a:lnTo>
                    <a:pt x="70067" y="4296"/>
                  </a:lnTo>
                  <a:lnTo>
                    <a:pt x="77852" y="4751"/>
                  </a:lnTo>
                  <a:lnTo>
                    <a:pt x="85637" y="5203"/>
                  </a:lnTo>
                  <a:lnTo>
                    <a:pt x="93423" y="5688"/>
                  </a:lnTo>
                  <a:lnTo>
                    <a:pt x="101208" y="6129"/>
                  </a:lnTo>
                  <a:lnTo>
                    <a:pt x="108993" y="6629"/>
                  </a:lnTo>
                  <a:lnTo>
                    <a:pt x="116779" y="7160"/>
                  </a:lnTo>
                  <a:lnTo>
                    <a:pt x="124564" y="7603"/>
                  </a:lnTo>
                  <a:lnTo>
                    <a:pt x="132349" y="8096"/>
                  </a:lnTo>
                  <a:lnTo>
                    <a:pt x="140134" y="8512"/>
                  </a:lnTo>
                  <a:lnTo>
                    <a:pt x="147920" y="8895"/>
                  </a:lnTo>
                  <a:lnTo>
                    <a:pt x="155705" y="9317"/>
                  </a:lnTo>
                  <a:lnTo>
                    <a:pt x="163490" y="9731"/>
                  </a:lnTo>
                  <a:lnTo>
                    <a:pt x="171275" y="10160"/>
                  </a:lnTo>
                  <a:lnTo>
                    <a:pt x="179061" y="10636"/>
                  </a:lnTo>
                  <a:lnTo>
                    <a:pt x="186846" y="11071"/>
                  </a:lnTo>
                  <a:lnTo>
                    <a:pt x="194631" y="11553"/>
                  </a:lnTo>
                  <a:lnTo>
                    <a:pt x="202417" y="12075"/>
                  </a:lnTo>
                  <a:lnTo>
                    <a:pt x="210202" y="12638"/>
                  </a:lnTo>
                  <a:lnTo>
                    <a:pt x="217987" y="13098"/>
                  </a:lnTo>
                  <a:lnTo>
                    <a:pt x="225772" y="13556"/>
                  </a:lnTo>
                  <a:lnTo>
                    <a:pt x="233558" y="13987"/>
                  </a:lnTo>
                  <a:lnTo>
                    <a:pt x="241343" y="14521"/>
                  </a:lnTo>
                  <a:lnTo>
                    <a:pt x="249128" y="14911"/>
                  </a:lnTo>
                  <a:lnTo>
                    <a:pt x="256913" y="15375"/>
                  </a:lnTo>
                  <a:lnTo>
                    <a:pt x="264699" y="15753"/>
                  </a:lnTo>
                  <a:lnTo>
                    <a:pt x="272484" y="16188"/>
                  </a:lnTo>
                  <a:lnTo>
                    <a:pt x="280269" y="16551"/>
                  </a:lnTo>
                  <a:lnTo>
                    <a:pt x="288055" y="16992"/>
                  </a:lnTo>
                  <a:lnTo>
                    <a:pt x="295840" y="17412"/>
                  </a:lnTo>
                  <a:lnTo>
                    <a:pt x="303625" y="17907"/>
                  </a:lnTo>
                  <a:lnTo>
                    <a:pt x="311410" y="18374"/>
                  </a:lnTo>
                  <a:lnTo>
                    <a:pt x="319196" y="18730"/>
                  </a:lnTo>
                  <a:lnTo>
                    <a:pt x="326981" y="19103"/>
                  </a:lnTo>
                  <a:lnTo>
                    <a:pt x="334766" y="19549"/>
                  </a:lnTo>
                  <a:lnTo>
                    <a:pt x="342551" y="19900"/>
                  </a:lnTo>
                  <a:lnTo>
                    <a:pt x="350337" y="20225"/>
                  </a:lnTo>
                  <a:lnTo>
                    <a:pt x="358122" y="20636"/>
                  </a:lnTo>
                  <a:lnTo>
                    <a:pt x="365907" y="20935"/>
                  </a:lnTo>
                  <a:lnTo>
                    <a:pt x="373692" y="21247"/>
                  </a:lnTo>
                  <a:lnTo>
                    <a:pt x="381478" y="21667"/>
                  </a:lnTo>
                  <a:lnTo>
                    <a:pt x="389263" y="22059"/>
                  </a:lnTo>
                  <a:lnTo>
                    <a:pt x="397048" y="22441"/>
                  </a:lnTo>
                  <a:lnTo>
                    <a:pt x="404834" y="22881"/>
                  </a:lnTo>
                  <a:lnTo>
                    <a:pt x="412619" y="23254"/>
                  </a:lnTo>
                  <a:lnTo>
                    <a:pt x="420404" y="23520"/>
                  </a:lnTo>
                  <a:lnTo>
                    <a:pt x="428189" y="23947"/>
                  </a:lnTo>
                  <a:lnTo>
                    <a:pt x="435975" y="24324"/>
                  </a:lnTo>
                  <a:lnTo>
                    <a:pt x="443760" y="24705"/>
                  </a:lnTo>
                  <a:lnTo>
                    <a:pt x="451545" y="25061"/>
                  </a:lnTo>
                  <a:lnTo>
                    <a:pt x="459330" y="25376"/>
                  </a:lnTo>
                  <a:lnTo>
                    <a:pt x="467116" y="25755"/>
                  </a:lnTo>
                  <a:lnTo>
                    <a:pt x="474901" y="26107"/>
                  </a:lnTo>
                  <a:lnTo>
                    <a:pt x="482686" y="26449"/>
                  </a:lnTo>
                  <a:lnTo>
                    <a:pt x="490472" y="26815"/>
                  </a:lnTo>
                  <a:lnTo>
                    <a:pt x="498257" y="27138"/>
                  </a:lnTo>
                  <a:lnTo>
                    <a:pt x="506042" y="27520"/>
                  </a:lnTo>
                  <a:lnTo>
                    <a:pt x="513827" y="27763"/>
                  </a:lnTo>
                  <a:lnTo>
                    <a:pt x="521613" y="28137"/>
                  </a:lnTo>
                  <a:lnTo>
                    <a:pt x="529398" y="28469"/>
                  </a:lnTo>
                  <a:lnTo>
                    <a:pt x="537183" y="28875"/>
                  </a:lnTo>
                  <a:lnTo>
                    <a:pt x="544968" y="29233"/>
                  </a:lnTo>
                  <a:lnTo>
                    <a:pt x="552754" y="29569"/>
                  </a:lnTo>
                  <a:lnTo>
                    <a:pt x="560539" y="29825"/>
                  </a:lnTo>
                  <a:lnTo>
                    <a:pt x="568324" y="30132"/>
                  </a:lnTo>
                  <a:lnTo>
                    <a:pt x="576110" y="30390"/>
                  </a:lnTo>
                  <a:lnTo>
                    <a:pt x="583895" y="30680"/>
                  </a:lnTo>
                  <a:lnTo>
                    <a:pt x="591680" y="30969"/>
                  </a:lnTo>
                  <a:lnTo>
                    <a:pt x="599465" y="31213"/>
                  </a:lnTo>
                  <a:lnTo>
                    <a:pt x="607251" y="31488"/>
                  </a:lnTo>
                  <a:lnTo>
                    <a:pt x="615036" y="31792"/>
                  </a:lnTo>
                  <a:lnTo>
                    <a:pt x="622821" y="32104"/>
                  </a:lnTo>
                  <a:lnTo>
                    <a:pt x="630606" y="32478"/>
                  </a:lnTo>
                  <a:lnTo>
                    <a:pt x="638392" y="32779"/>
                  </a:lnTo>
                  <a:lnTo>
                    <a:pt x="646177" y="33134"/>
                  </a:lnTo>
                  <a:lnTo>
                    <a:pt x="653962" y="33542"/>
                  </a:lnTo>
                  <a:lnTo>
                    <a:pt x="661747" y="33886"/>
                  </a:lnTo>
                  <a:lnTo>
                    <a:pt x="669533" y="34209"/>
                  </a:lnTo>
                  <a:lnTo>
                    <a:pt x="677318" y="34489"/>
                  </a:lnTo>
                  <a:lnTo>
                    <a:pt x="685103" y="34852"/>
                  </a:lnTo>
                  <a:lnTo>
                    <a:pt x="692889" y="35150"/>
                  </a:lnTo>
                  <a:lnTo>
                    <a:pt x="700674" y="35438"/>
                  </a:lnTo>
                  <a:lnTo>
                    <a:pt x="708459" y="35700"/>
                  </a:lnTo>
                  <a:lnTo>
                    <a:pt x="716244" y="36006"/>
                  </a:lnTo>
                  <a:lnTo>
                    <a:pt x="724030" y="36217"/>
                  </a:lnTo>
                  <a:lnTo>
                    <a:pt x="731815" y="36436"/>
                  </a:lnTo>
                  <a:lnTo>
                    <a:pt x="739600" y="36670"/>
                  </a:lnTo>
                  <a:lnTo>
                    <a:pt x="747385" y="36904"/>
                  </a:lnTo>
                  <a:lnTo>
                    <a:pt x="755171" y="37142"/>
                  </a:lnTo>
                  <a:lnTo>
                    <a:pt x="762956" y="37442"/>
                  </a:lnTo>
                  <a:lnTo>
                    <a:pt x="770741" y="37638"/>
                  </a:lnTo>
                  <a:lnTo>
                    <a:pt x="778527" y="37894"/>
                  </a:lnTo>
                  <a:lnTo>
                    <a:pt x="786312" y="38187"/>
                  </a:lnTo>
                  <a:lnTo>
                    <a:pt x="794097" y="38415"/>
                  </a:lnTo>
                  <a:lnTo>
                    <a:pt x="801882" y="38657"/>
                  </a:lnTo>
                  <a:lnTo>
                    <a:pt x="809668" y="38891"/>
                  </a:lnTo>
                  <a:lnTo>
                    <a:pt x="817453" y="39147"/>
                  </a:lnTo>
                  <a:lnTo>
                    <a:pt x="825238" y="39352"/>
                  </a:lnTo>
                  <a:lnTo>
                    <a:pt x="833023" y="39584"/>
                  </a:lnTo>
                  <a:lnTo>
                    <a:pt x="840809" y="39848"/>
                  </a:lnTo>
                  <a:lnTo>
                    <a:pt x="848594" y="40104"/>
                  </a:lnTo>
                  <a:lnTo>
                    <a:pt x="856379" y="40349"/>
                  </a:lnTo>
                  <a:lnTo>
                    <a:pt x="864165" y="40648"/>
                  </a:lnTo>
                  <a:lnTo>
                    <a:pt x="871950" y="40896"/>
                  </a:lnTo>
                  <a:lnTo>
                    <a:pt x="879735" y="41097"/>
                  </a:lnTo>
                  <a:lnTo>
                    <a:pt x="887520" y="41272"/>
                  </a:lnTo>
                  <a:lnTo>
                    <a:pt x="895306" y="41538"/>
                  </a:lnTo>
                  <a:lnTo>
                    <a:pt x="903091" y="41779"/>
                  </a:lnTo>
                  <a:lnTo>
                    <a:pt x="910876" y="41944"/>
                  </a:lnTo>
                  <a:lnTo>
                    <a:pt x="918661" y="42174"/>
                  </a:lnTo>
                  <a:lnTo>
                    <a:pt x="926447" y="42399"/>
                  </a:lnTo>
                  <a:lnTo>
                    <a:pt x="934232" y="42642"/>
                  </a:lnTo>
                  <a:lnTo>
                    <a:pt x="942017" y="42873"/>
                  </a:lnTo>
                  <a:lnTo>
                    <a:pt x="949802" y="43071"/>
                  </a:lnTo>
                  <a:lnTo>
                    <a:pt x="957588" y="43319"/>
                  </a:lnTo>
                  <a:lnTo>
                    <a:pt x="965373" y="43548"/>
                  </a:lnTo>
                  <a:lnTo>
                    <a:pt x="973158" y="43775"/>
                  </a:lnTo>
                  <a:lnTo>
                    <a:pt x="980944" y="44028"/>
                  </a:lnTo>
                  <a:lnTo>
                    <a:pt x="988729" y="44284"/>
                  </a:lnTo>
                  <a:lnTo>
                    <a:pt x="996514" y="44490"/>
                  </a:lnTo>
                  <a:lnTo>
                    <a:pt x="1004299" y="44683"/>
                  </a:lnTo>
                  <a:lnTo>
                    <a:pt x="1012085" y="44943"/>
                  </a:lnTo>
                  <a:lnTo>
                    <a:pt x="1019870" y="45142"/>
                  </a:lnTo>
                  <a:lnTo>
                    <a:pt x="1027655" y="45345"/>
                  </a:lnTo>
                  <a:lnTo>
                    <a:pt x="1035440" y="45564"/>
                  </a:lnTo>
                  <a:lnTo>
                    <a:pt x="1043226" y="45774"/>
                  </a:lnTo>
                  <a:lnTo>
                    <a:pt x="1051011" y="45973"/>
                  </a:lnTo>
                  <a:lnTo>
                    <a:pt x="1058796" y="46193"/>
                  </a:lnTo>
                  <a:lnTo>
                    <a:pt x="1066582" y="46371"/>
                  </a:lnTo>
                  <a:lnTo>
                    <a:pt x="1074367" y="46550"/>
                  </a:lnTo>
                  <a:lnTo>
                    <a:pt x="1082152" y="46728"/>
                  </a:lnTo>
                  <a:lnTo>
                    <a:pt x="1089937" y="46902"/>
                  </a:lnTo>
                  <a:lnTo>
                    <a:pt x="1097723" y="47113"/>
                  </a:lnTo>
                  <a:lnTo>
                    <a:pt x="1105508" y="47305"/>
                  </a:lnTo>
                  <a:lnTo>
                    <a:pt x="1113293" y="47489"/>
                  </a:lnTo>
                  <a:lnTo>
                    <a:pt x="1121078" y="47692"/>
                  </a:lnTo>
                  <a:lnTo>
                    <a:pt x="1128864" y="47831"/>
                  </a:lnTo>
                  <a:lnTo>
                    <a:pt x="1136649" y="48012"/>
                  </a:lnTo>
                  <a:lnTo>
                    <a:pt x="1144434" y="48178"/>
                  </a:lnTo>
                  <a:lnTo>
                    <a:pt x="1152220" y="48350"/>
                  </a:lnTo>
                  <a:lnTo>
                    <a:pt x="1160005" y="48501"/>
                  </a:lnTo>
                  <a:lnTo>
                    <a:pt x="1167790" y="48672"/>
                  </a:lnTo>
                  <a:lnTo>
                    <a:pt x="1175575" y="48852"/>
                  </a:lnTo>
                  <a:lnTo>
                    <a:pt x="1183361" y="49039"/>
                  </a:lnTo>
                  <a:lnTo>
                    <a:pt x="1191146" y="49218"/>
                  </a:lnTo>
                  <a:lnTo>
                    <a:pt x="1198931" y="49372"/>
                  </a:lnTo>
                  <a:lnTo>
                    <a:pt x="1206716" y="49521"/>
                  </a:lnTo>
                  <a:lnTo>
                    <a:pt x="1214502" y="49700"/>
                  </a:lnTo>
                  <a:lnTo>
                    <a:pt x="1222287" y="49895"/>
                  </a:lnTo>
                  <a:lnTo>
                    <a:pt x="1230072" y="50082"/>
                  </a:lnTo>
                  <a:lnTo>
                    <a:pt x="1237857" y="50256"/>
                  </a:lnTo>
                  <a:lnTo>
                    <a:pt x="1245643" y="50420"/>
                  </a:lnTo>
                  <a:lnTo>
                    <a:pt x="1253428" y="50554"/>
                  </a:lnTo>
                  <a:lnTo>
                    <a:pt x="1261213" y="50690"/>
                  </a:lnTo>
                  <a:lnTo>
                    <a:pt x="1268999" y="50875"/>
                  </a:lnTo>
                  <a:lnTo>
                    <a:pt x="1276784" y="51032"/>
                  </a:lnTo>
                  <a:lnTo>
                    <a:pt x="1284569" y="51179"/>
                  </a:lnTo>
                  <a:lnTo>
                    <a:pt x="1292354" y="51326"/>
                  </a:lnTo>
                  <a:lnTo>
                    <a:pt x="1300140" y="51495"/>
                  </a:lnTo>
                  <a:lnTo>
                    <a:pt x="1307925" y="51640"/>
                  </a:lnTo>
                  <a:lnTo>
                    <a:pt x="1315710" y="51793"/>
                  </a:lnTo>
                  <a:lnTo>
                    <a:pt x="1323495" y="51960"/>
                  </a:lnTo>
                  <a:lnTo>
                    <a:pt x="1331281" y="52118"/>
                  </a:lnTo>
                  <a:lnTo>
                    <a:pt x="1339066" y="52262"/>
                  </a:lnTo>
                  <a:lnTo>
                    <a:pt x="1346851" y="52382"/>
                  </a:lnTo>
                  <a:lnTo>
                    <a:pt x="1354637" y="52528"/>
                  </a:lnTo>
                  <a:lnTo>
                    <a:pt x="1362422" y="52644"/>
                  </a:lnTo>
                  <a:lnTo>
                    <a:pt x="1370207" y="52793"/>
                  </a:lnTo>
                  <a:lnTo>
                    <a:pt x="1377992" y="52909"/>
                  </a:lnTo>
                  <a:lnTo>
                    <a:pt x="1385778" y="53038"/>
                  </a:lnTo>
                  <a:lnTo>
                    <a:pt x="1393563" y="53162"/>
                  </a:lnTo>
                  <a:lnTo>
                    <a:pt x="1401348" y="53282"/>
                  </a:lnTo>
                  <a:lnTo>
                    <a:pt x="1409133" y="53417"/>
                  </a:lnTo>
                  <a:lnTo>
                    <a:pt x="1416919" y="53541"/>
                  </a:lnTo>
                  <a:lnTo>
                    <a:pt x="1424704" y="53675"/>
                  </a:lnTo>
                  <a:lnTo>
                    <a:pt x="1432489" y="53805"/>
                  </a:lnTo>
                  <a:lnTo>
                    <a:pt x="1440275" y="53940"/>
                  </a:lnTo>
                  <a:lnTo>
                    <a:pt x="1448060" y="54076"/>
                  </a:lnTo>
                  <a:lnTo>
                    <a:pt x="1455845" y="54214"/>
                  </a:lnTo>
                  <a:lnTo>
                    <a:pt x="1463630" y="54350"/>
                  </a:lnTo>
                  <a:lnTo>
                    <a:pt x="1471416" y="54513"/>
                  </a:lnTo>
                  <a:lnTo>
                    <a:pt x="1479201" y="54650"/>
                  </a:lnTo>
                  <a:lnTo>
                    <a:pt x="1486986" y="54790"/>
                  </a:lnTo>
                  <a:lnTo>
                    <a:pt x="1494771" y="54919"/>
                  </a:lnTo>
                  <a:lnTo>
                    <a:pt x="1502557" y="55068"/>
                  </a:lnTo>
                  <a:lnTo>
                    <a:pt x="1510342" y="55192"/>
                  </a:lnTo>
                  <a:lnTo>
                    <a:pt x="1518127" y="55319"/>
                  </a:lnTo>
                  <a:lnTo>
                    <a:pt x="1525912" y="55428"/>
                  </a:lnTo>
                  <a:lnTo>
                    <a:pt x="1533698" y="55556"/>
                  </a:lnTo>
                  <a:lnTo>
                    <a:pt x="1541483" y="55666"/>
                  </a:lnTo>
                  <a:lnTo>
                    <a:pt x="1549268" y="55765"/>
                  </a:lnTo>
                  <a:lnTo>
                    <a:pt x="1557054" y="55865"/>
                  </a:lnTo>
                  <a:lnTo>
                    <a:pt x="1564839" y="55991"/>
                  </a:lnTo>
                  <a:lnTo>
                    <a:pt x="1572624" y="56111"/>
                  </a:lnTo>
                  <a:lnTo>
                    <a:pt x="1580409" y="56238"/>
                  </a:lnTo>
                  <a:lnTo>
                    <a:pt x="1588195" y="56367"/>
                  </a:lnTo>
                  <a:lnTo>
                    <a:pt x="1595980" y="56463"/>
                  </a:lnTo>
                  <a:lnTo>
                    <a:pt x="1603765" y="56577"/>
                  </a:lnTo>
                  <a:lnTo>
                    <a:pt x="1611550" y="56694"/>
                  </a:lnTo>
                  <a:lnTo>
                    <a:pt x="1619336" y="56808"/>
                  </a:lnTo>
                  <a:lnTo>
                    <a:pt x="1627121" y="56926"/>
                  </a:lnTo>
                  <a:lnTo>
                    <a:pt x="1634906" y="57027"/>
                  </a:lnTo>
                  <a:lnTo>
                    <a:pt x="1642692" y="57120"/>
                  </a:lnTo>
                  <a:lnTo>
                    <a:pt x="1650477" y="57213"/>
                  </a:lnTo>
                  <a:lnTo>
                    <a:pt x="1658262" y="57312"/>
                  </a:lnTo>
                  <a:lnTo>
                    <a:pt x="1666047" y="57413"/>
                  </a:lnTo>
                  <a:lnTo>
                    <a:pt x="1673833" y="57510"/>
                  </a:lnTo>
                  <a:lnTo>
                    <a:pt x="1681618" y="57622"/>
                  </a:lnTo>
                  <a:lnTo>
                    <a:pt x="1689403" y="57715"/>
                  </a:lnTo>
                  <a:lnTo>
                    <a:pt x="1697188" y="57814"/>
                  </a:lnTo>
                  <a:lnTo>
                    <a:pt x="1704974" y="57904"/>
                  </a:lnTo>
                  <a:lnTo>
                    <a:pt x="1712759" y="58009"/>
                  </a:lnTo>
                  <a:lnTo>
                    <a:pt x="1720544" y="58112"/>
                  </a:lnTo>
                  <a:lnTo>
                    <a:pt x="1728330" y="58205"/>
                  </a:lnTo>
                  <a:lnTo>
                    <a:pt x="1736115" y="58300"/>
                  </a:lnTo>
                  <a:lnTo>
                    <a:pt x="1743900" y="58406"/>
                  </a:lnTo>
                  <a:lnTo>
                    <a:pt x="1751685" y="58487"/>
                  </a:lnTo>
                  <a:lnTo>
                    <a:pt x="1759471" y="58576"/>
                  </a:lnTo>
                  <a:lnTo>
                    <a:pt x="1767256" y="58667"/>
                  </a:lnTo>
                  <a:lnTo>
                    <a:pt x="1775041" y="58777"/>
                  </a:lnTo>
                  <a:lnTo>
                    <a:pt x="1782826" y="58882"/>
                  </a:lnTo>
                  <a:lnTo>
                    <a:pt x="1790612" y="58966"/>
                  </a:lnTo>
                  <a:lnTo>
                    <a:pt x="1798397" y="59077"/>
                  </a:lnTo>
                  <a:lnTo>
                    <a:pt x="1806182" y="59170"/>
                  </a:lnTo>
                  <a:lnTo>
                    <a:pt x="1813967" y="59257"/>
                  </a:lnTo>
                  <a:lnTo>
                    <a:pt x="1821753" y="59347"/>
                  </a:lnTo>
                  <a:lnTo>
                    <a:pt x="1829538" y="59431"/>
                  </a:lnTo>
                  <a:lnTo>
                    <a:pt x="1837323" y="59513"/>
                  </a:lnTo>
                  <a:lnTo>
                    <a:pt x="1845109" y="59621"/>
                  </a:lnTo>
                  <a:lnTo>
                    <a:pt x="1852894" y="59701"/>
                  </a:lnTo>
                  <a:lnTo>
                    <a:pt x="1860679" y="59772"/>
                  </a:lnTo>
                  <a:lnTo>
                    <a:pt x="1868464" y="59860"/>
                  </a:lnTo>
                  <a:lnTo>
                    <a:pt x="1876250" y="59943"/>
                  </a:lnTo>
                  <a:lnTo>
                    <a:pt x="1884035" y="60013"/>
                  </a:lnTo>
                  <a:lnTo>
                    <a:pt x="1891820" y="60097"/>
                  </a:lnTo>
                  <a:lnTo>
                    <a:pt x="1899605" y="60180"/>
                  </a:lnTo>
                  <a:lnTo>
                    <a:pt x="1907391" y="60265"/>
                  </a:lnTo>
                  <a:lnTo>
                    <a:pt x="1915176" y="60345"/>
                  </a:lnTo>
                  <a:lnTo>
                    <a:pt x="1922961" y="60424"/>
                  </a:lnTo>
                  <a:lnTo>
                    <a:pt x="1930747" y="60503"/>
                  </a:lnTo>
                  <a:lnTo>
                    <a:pt x="1938532" y="60582"/>
                  </a:lnTo>
                  <a:lnTo>
                    <a:pt x="1946317" y="60649"/>
                  </a:lnTo>
                  <a:lnTo>
                    <a:pt x="1954102" y="60725"/>
                  </a:lnTo>
                  <a:lnTo>
                    <a:pt x="1961888" y="60791"/>
                  </a:lnTo>
                  <a:lnTo>
                    <a:pt x="1969673" y="60859"/>
                  </a:lnTo>
                  <a:lnTo>
                    <a:pt x="1977458" y="60940"/>
                  </a:lnTo>
                  <a:lnTo>
                    <a:pt x="1985243" y="61014"/>
                  </a:lnTo>
                  <a:lnTo>
                    <a:pt x="1993029" y="61086"/>
                  </a:lnTo>
                  <a:lnTo>
                    <a:pt x="2000814" y="61151"/>
                  </a:lnTo>
                  <a:lnTo>
                    <a:pt x="2008599" y="61221"/>
                  </a:lnTo>
                  <a:lnTo>
                    <a:pt x="2016385" y="6130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6049435" y="4896819"/>
              <a:ext cx="2016385" cy="51433"/>
            </a:xfrm>
            <a:custGeom>
              <a:avLst/>
              <a:pathLst>
                <a:path w="2016385" h="51433">
                  <a:moveTo>
                    <a:pt x="0" y="0"/>
                  </a:moveTo>
                  <a:lnTo>
                    <a:pt x="7785" y="472"/>
                  </a:lnTo>
                  <a:lnTo>
                    <a:pt x="15570" y="915"/>
                  </a:lnTo>
                  <a:lnTo>
                    <a:pt x="23355" y="1351"/>
                  </a:lnTo>
                  <a:lnTo>
                    <a:pt x="31141" y="1765"/>
                  </a:lnTo>
                  <a:lnTo>
                    <a:pt x="38926" y="2261"/>
                  </a:lnTo>
                  <a:lnTo>
                    <a:pt x="46711" y="2804"/>
                  </a:lnTo>
                  <a:lnTo>
                    <a:pt x="54496" y="3169"/>
                  </a:lnTo>
                  <a:lnTo>
                    <a:pt x="62282" y="3531"/>
                  </a:lnTo>
                  <a:lnTo>
                    <a:pt x="70067" y="3908"/>
                  </a:lnTo>
                  <a:lnTo>
                    <a:pt x="77852" y="4214"/>
                  </a:lnTo>
                  <a:lnTo>
                    <a:pt x="85637" y="4545"/>
                  </a:lnTo>
                  <a:lnTo>
                    <a:pt x="93423" y="4910"/>
                  </a:lnTo>
                  <a:lnTo>
                    <a:pt x="101208" y="5245"/>
                  </a:lnTo>
                  <a:lnTo>
                    <a:pt x="108993" y="5666"/>
                  </a:lnTo>
                  <a:lnTo>
                    <a:pt x="116779" y="6043"/>
                  </a:lnTo>
                  <a:lnTo>
                    <a:pt x="124564" y="6385"/>
                  </a:lnTo>
                  <a:lnTo>
                    <a:pt x="132349" y="6699"/>
                  </a:lnTo>
                  <a:lnTo>
                    <a:pt x="140134" y="7032"/>
                  </a:lnTo>
                  <a:lnTo>
                    <a:pt x="147920" y="7439"/>
                  </a:lnTo>
                  <a:lnTo>
                    <a:pt x="155705" y="7771"/>
                  </a:lnTo>
                  <a:lnTo>
                    <a:pt x="163490" y="8073"/>
                  </a:lnTo>
                  <a:lnTo>
                    <a:pt x="171275" y="8500"/>
                  </a:lnTo>
                  <a:lnTo>
                    <a:pt x="179061" y="8857"/>
                  </a:lnTo>
                  <a:lnTo>
                    <a:pt x="186846" y="9195"/>
                  </a:lnTo>
                  <a:lnTo>
                    <a:pt x="194631" y="9618"/>
                  </a:lnTo>
                  <a:lnTo>
                    <a:pt x="202417" y="9914"/>
                  </a:lnTo>
                  <a:lnTo>
                    <a:pt x="210202" y="10276"/>
                  </a:lnTo>
                  <a:lnTo>
                    <a:pt x="217987" y="10627"/>
                  </a:lnTo>
                  <a:lnTo>
                    <a:pt x="225772" y="10898"/>
                  </a:lnTo>
                  <a:lnTo>
                    <a:pt x="233558" y="11220"/>
                  </a:lnTo>
                  <a:lnTo>
                    <a:pt x="241343" y="11565"/>
                  </a:lnTo>
                  <a:lnTo>
                    <a:pt x="249128" y="11885"/>
                  </a:lnTo>
                  <a:lnTo>
                    <a:pt x="256913" y="12204"/>
                  </a:lnTo>
                  <a:lnTo>
                    <a:pt x="264699" y="12554"/>
                  </a:lnTo>
                  <a:lnTo>
                    <a:pt x="272484" y="12907"/>
                  </a:lnTo>
                  <a:lnTo>
                    <a:pt x="280269" y="13238"/>
                  </a:lnTo>
                  <a:lnTo>
                    <a:pt x="288055" y="13670"/>
                  </a:lnTo>
                  <a:lnTo>
                    <a:pt x="295840" y="14064"/>
                  </a:lnTo>
                  <a:lnTo>
                    <a:pt x="303625" y="14344"/>
                  </a:lnTo>
                  <a:lnTo>
                    <a:pt x="311410" y="14641"/>
                  </a:lnTo>
                  <a:lnTo>
                    <a:pt x="319196" y="15062"/>
                  </a:lnTo>
                  <a:lnTo>
                    <a:pt x="326981" y="15503"/>
                  </a:lnTo>
                  <a:lnTo>
                    <a:pt x="334766" y="15858"/>
                  </a:lnTo>
                  <a:lnTo>
                    <a:pt x="342551" y="16115"/>
                  </a:lnTo>
                  <a:lnTo>
                    <a:pt x="350337" y="16383"/>
                  </a:lnTo>
                  <a:lnTo>
                    <a:pt x="358122" y="16636"/>
                  </a:lnTo>
                  <a:lnTo>
                    <a:pt x="365907" y="16981"/>
                  </a:lnTo>
                  <a:lnTo>
                    <a:pt x="373692" y="17281"/>
                  </a:lnTo>
                  <a:lnTo>
                    <a:pt x="381478" y="17504"/>
                  </a:lnTo>
                  <a:lnTo>
                    <a:pt x="389263" y="17849"/>
                  </a:lnTo>
                  <a:lnTo>
                    <a:pt x="397048" y="18155"/>
                  </a:lnTo>
                  <a:lnTo>
                    <a:pt x="404834" y="18453"/>
                  </a:lnTo>
                  <a:lnTo>
                    <a:pt x="412619" y="18721"/>
                  </a:lnTo>
                  <a:lnTo>
                    <a:pt x="420404" y="18989"/>
                  </a:lnTo>
                  <a:lnTo>
                    <a:pt x="428189" y="19222"/>
                  </a:lnTo>
                  <a:lnTo>
                    <a:pt x="435975" y="19550"/>
                  </a:lnTo>
                  <a:lnTo>
                    <a:pt x="443760" y="19871"/>
                  </a:lnTo>
                  <a:lnTo>
                    <a:pt x="451545" y="20157"/>
                  </a:lnTo>
                  <a:lnTo>
                    <a:pt x="459330" y="20388"/>
                  </a:lnTo>
                  <a:lnTo>
                    <a:pt x="467116" y="20689"/>
                  </a:lnTo>
                  <a:lnTo>
                    <a:pt x="474901" y="21003"/>
                  </a:lnTo>
                  <a:lnTo>
                    <a:pt x="482686" y="21275"/>
                  </a:lnTo>
                  <a:lnTo>
                    <a:pt x="490472" y="21520"/>
                  </a:lnTo>
                  <a:lnTo>
                    <a:pt x="498257" y="21819"/>
                  </a:lnTo>
                  <a:lnTo>
                    <a:pt x="506042" y="22061"/>
                  </a:lnTo>
                  <a:lnTo>
                    <a:pt x="513827" y="22325"/>
                  </a:lnTo>
                  <a:lnTo>
                    <a:pt x="521613" y="22625"/>
                  </a:lnTo>
                  <a:lnTo>
                    <a:pt x="529398" y="22938"/>
                  </a:lnTo>
                  <a:lnTo>
                    <a:pt x="537183" y="23196"/>
                  </a:lnTo>
                  <a:lnTo>
                    <a:pt x="544968" y="23472"/>
                  </a:lnTo>
                  <a:lnTo>
                    <a:pt x="552754" y="23750"/>
                  </a:lnTo>
                  <a:lnTo>
                    <a:pt x="560539" y="23960"/>
                  </a:lnTo>
                  <a:lnTo>
                    <a:pt x="568324" y="24224"/>
                  </a:lnTo>
                  <a:lnTo>
                    <a:pt x="576110" y="24438"/>
                  </a:lnTo>
                  <a:lnTo>
                    <a:pt x="583895" y="24736"/>
                  </a:lnTo>
                  <a:lnTo>
                    <a:pt x="591680" y="24979"/>
                  </a:lnTo>
                  <a:lnTo>
                    <a:pt x="599465" y="25264"/>
                  </a:lnTo>
                  <a:lnTo>
                    <a:pt x="607251" y="25555"/>
                  </a:lnTo>
                  <a:lnTo>
                    <a:pt x="615036" y="25850"/>
                  </a:lnTo>
                  <a:lnTo>
                    <a:pt x="622821" y="26108"/>
                  </a:lnTo>
                  <a:lnTo>
                    <a:pt x="630606" y="26347"/>
                  </a:lnTo>
                  <a:lnTo>
                    <a:pt x="638392" y="26601"/>
                  </a:lnTo>
                  <a:lnTo>
                    <a:pt x="646177" y="26855"/>
                  </a:lnTo>
                  <a:lnTo>
                    <a:pt x="653962" y="27087"/>
                  </a:lnTo>
                  <a:lnTo>
                    <a:pt x="661747" y="27357"/>
                  </a:lnTo>
                  <a:lnTo>
                    <a:pt x="669533" y="27637"/>
                  </a:lnTo>
                  <a:lnTo>
                    <a:pt x="677318" y="27814"/>
                  </a:lnTo>
                  <a:lnTo>
                    <a:pt x="685103" y="28051"/>
                  </a:lnTo>
                  <a:lnTo>
                    <a:pt x="692889" y="28333"/>
                  </a:lnTo>
                  <a:lnTo>
                    <a:pt x="700674" y="28543"/>
                  </a:lnTo>
                  <a:lnTo>
                    <a:pt x="708459" y="28839"/>
                  </a:lnTo>
                  <a:lnTo>
                    <a:pt x="716244" y="29121"/>
                  </a:lnTo>
                  <a:lnTo>
                    <a:pt x="724030" y="29426"/>
                  </a:lnTo>
                  <a:lnTo>
                    <a:pt x="731815" y="29677"/>
                  </a:lnTo>
                  <a:lnTo>
                    <a:pt x="739600" y="29916"/>
                  </a:lnTo>
                  <a:lnTo>
                    <a:pt x="747385" y="30130"/>
                  </a:lnTo>
                  <a:lnTo>
                    <a:pt x="755171" y="30383"/>
                  </a:lnTo>
                  <a:lnTo>
                    <a:pt x="762956" y="30583"/>
                  </a:lnTo>
                  <a:lnTo>
                    <a:pt x="770741" y="30797"/>
                  </a:lnTo>
                  <a:lnTo>
                    <a:pt x="778527" y="30973"/>
                  </a:lnTo>
                  <a:lnTo>
                    <a:pt x="786312" y="31178"/>
                  </a:lnTo>
                  <a:lnTo>
                    <a:pt x="794097" y="31403"/>
                  </a:lnTo>
                  <a:lnTo>
                    <a:pt x="801882" y="31599"/>
                  </a:lnTo>
                  <a:lnTo>
                    <a:pt x="809668" y="31799"/>
                  </a:lnTo>
                  <a:lnTo>
                    <a:pt x="817453" y="31998"/>
                  </a:lnTo>
                  <a:lnTo>
                    <a:pt x="825238" y="32230"/>
                  </a:lnTo>
                  <a:lnTo>
                    <a:pt x="833023" y="32418"/>
                  </a:lnTo>
                  <a:lnTo>
                    <a:pt x="840809" y="32626"/>
                  </a:lnTo>
                  <a:lnTo>
                    <a:pt x="848594" y="32826"/>
                  </a:lnTo>
                  <a:lnTo>
                    <a:pt x="856379" y="33044"/>
                  </a:lnTo>
                  <a:lnTo>
                    <a:pt x="864165" y="33252"/>
                  </a:lnTo>
                  <a:lnTo>
                    <a:pt x="871950" y="33433"/>
                  </a:lnTo>
                  <a:lnTo>
                    <a:pt x="879735" y="33655"/>
                  </a:lnTo>
                  <a:lnTo>
                    <a:pt x="887520" y="33872"/>
                  </a:lnTo>
                  <a:lnTo>
                    <a:pt x="895306" y="34081"/>
                  </a:lnTo>
                  <a:lnTo>
                    <a:pt x="903091" y="34267"/>
                  </a:lnTo>
                  <a:lnTo>
                    <a:pt x="910876" y="34448"/>
                  </a:lnTo>
                  <a:lnTo>
                    <a:pt x="918661" y="34630"/>
                  </a:lnTo>
                  <a:lnTo>
                    <a:pt x="926447" y="34806"/>
                  </a:lnTo>
                  <a:lnTo>
                    <a:pt x="934232" y="34968"/>
                  </a:lnTo>
                  <a:lnTo>
                    <a:pt x="942017" y="35159"/>
                  </a:lnTo>
                  <a:lnTo>
                    <a:pt x="949802" y="35352"/>
                  </a:lnTo>
                  <a:lnTo>
                    <a:pt x="957588" y="35541"/>
                  </a:lnTo>
                  <a:lnTo>
                    <a:pt x="965373" y="35745"/>
                  </a:lnTo>
                  <a:lnTo>
                    <a:pt x="973158" y="35911"/>
                  </a:lnTo>
                  <a:lnTo>
                    <a:pt x="980944" y="36105"/>
                  </a:lnTo>
                  <a:lnTo>
                    <a:pt x="988729" y="36299"/>
                  </a:lnTo>
                  <a:lnTo>
                    <a:pt x="996514" y="36494"/>
                  </a:lnTo>
                  <a:lnTo>
                    <a:pt x="1004299" y="36695"/>
                  </a:lnTo>
                  <a:lnTo>
                    <a:pt x="1012085" y="36882"/>
                  </a:lnTo>
                  <a:lnTo>
                    <a:pt x="1019870" y="37034"/>
                  </a:lnTo>
                  <a:lnTo>
                    <a:pt x="1027655" y="37197"/>
                  </a:lnTo>
                  <a:lnTo>
                    <a:pt x="1035440" y="37378"/>
                  </a:lnTo>
                  <a:lnTo>
                    <a:pt x="1043226" y="37548"/>
                  </a:lnTo>
                  <a:lnTo>
                    <a:pt x="1051011" y="37740"/>
                  </a:lnTo>
                  <a:lnTo>
                    <a:pt x="1058796" y="37900"/>
                  </a:lnTo>
                  <a:lnTo>
                    <a:pt x="1066582" y="38052"/>
                  </a:lnTo>
                  <a:lnTo>
                    <a:pt x="1074367" y="38204"/>
                  </a:lnTo>
                  <a:lnTo>
                    <a:pt x="1082152" y="38366"/>
                  </a:lnTo>
                  <a:lnTo>
                    <a:pt x="1089937" y="38527"/>
                  </a:lnTo>
                  <a:lnTo>
                    <a:pt x="1097723" y="38686"/>
                  </a:lnTo>
                  <a:lnTo>
                    <a:pt x="1105508" y="38865"/>
                  </a:lnTo>
                  <a:lnTo>
                    <a:pt x="1113293" y="39009"/>
                  </a:lnTo>
                  <a:lnTo>
                    <a:pt x="1121078" y="39169"/>
                  </a:lnTo>
                  <a:lnTo>
                    <a:pt x="1128864" y="39328"/>
                  </a:lnTo>
                  <a:lnTo>
                    <a:pt x="1136649" y="39470"/>
                  </a:lnTo>
                  <a:lnTo>
                    <a:pt x="1144434" y="39608"/>
                  </a:lnTo>
                  <a:lnTo>
                    <a:pt x="1152220" y="39759"/>
                  </a:lnTo>
                  <a:lnTo>
                    <a:pt x="1160005" y="39924"/>
                  </a:lnTo>
                  <a:lnTo>
                    <a:pt x="1167790" y="40052"/>
                  </a:lnTo>
                  <a:lnTo>
                    <a:pt x="1175575" y="40221"/>
                  </a:lnTo>
                  <a:lnTo>
                    <a:pt x="1183361" y="40361"/>
                  </a:lnTo>
                  <a:lnTo>
                    <a:pt x="1191146" y="40495"/>
                  </a:lnTo>
                  <a:lnTo>
                    <a:pt x="1198931" y="40646"/>
                  </a:lnTo>
                  <a:lnTo>
                    <a:pt x="1206716" y="40765"/>
                  </a:lnTo>
                  <a:lnTo>
                    <a:pt x="1214502" y="40898"/>
                  </a:lnTo>
                  <a:lnTo>
                    <a:pt x="1222287" y="41040"/>
                  </a:lnTo>
                  <a:lnTo>
                    <a:pt x="1230072" y="41158"/>
                  </a:lnTo>
                  <a:lnTo>
                    <a:pt x="1237857" y="41316"/>
                  </a:lnTo>
                  <a:lnTo>
                    <a:pt x="1245643" y="41472"/>
                  </a:lnTo>
                  <a:lnTo>
                    <a:pt x="1253428" y="41632"/>
                  </a:lnTo>
                  <a:lnTo>
                    <a:pt x="1261213" y="41762"/>
                  </a:lnTo>
                  <a:lnTo>
                    <a:pt x="1268999" y="41908"/>
                  </a:lnTo>
                  <a:lnTo>
                    <a:pt x="1276784" y="42031"/>
                  </a:lnTo>
                  <a:lnTo>
                    <a:pt x="1284569" y="42174"/>
                  </a:lnTo>
                  <a:lnTo>
                    <a:pt x="1292354" y="42298"/>
                  </a:lnTo>
                  <a:lnTo>
                    <a:pt x="1300140" y="42426"/>
                  </a:lnTo>
                  <a:lnTo>
                    <a:pt x="1307925" y="42571"/>
                  </a:lnTo>
                  <a:lnTo>
                    <a:pt x="1315710" y="42705"/>
                  </a:lnTo>
                  <a:lnTo>
                    <a:pt x="1323495" y="42823"/>
                  </a:lnTo>
                  <a:lnTo>
                    <a:pt x="1331281" y="42936"/>
                  </a:lnTo>
                  <a:lnTo>
                    <a:pt x="1339066" y="43085"/>
                  </a:lnTo>
                  <a:lnTo>
                    <a:pt x="1346851" y="43209"/>
                  </a:lnTo>
                  <a:lnTo>
                    <a:pt x="1354637" y="43323"/>
                  </a:lnTo>
                  <a:lnTo>
                    <a:pt x="1362422" y="43452"/>
                  </a:lnTo>
                  <a:lnTo>
                    <a:pt x="1370207" y="43570"/>
                  </a:lnTo>
                  <a:lnTo>
                    <a:pt x="1377992" y="43713"/>
                  </a:lnTo>
                  <a:lnTo>
                    <a:pt x="1385778" y="43837"/>
                  </a:lnTo>
                  <a:lnTo>
                    <a:pt x="1393563" y="43955"/>
                  </a:lnTo>
                  <a:lnTo>
                    <a:pt x="1401348" y="44074"/>
                  </a:lnTo>
                  <a:lnTo>
                    <a:pt x="1409133" y="44184"/>
                  </a:lnTo>
                  <a:lnTo>
                    <a:pt x="1416919" y="44301"/>
                  </a:lnTo>
                  <a:lnTo>
                    <a:pt x="1424704" y="44420"/>
                  </a:lnTo>
                  <a:lnTo>
                    <a:pt x="1432489" y="44524"/>
                  </a:lnTo>
                  <a:lnTo>
                    <a:pt x="1440275" y="44652"/>
                  </a:lnTo>
                  <a:lnTo>
                    <a:pt x="1448060" y="44773"/>
                  </a:lnTo>
                  <a:lnTo>
                    <a:pt x="1455845" y="44906"/>
                  </a:lnTo>
                  <a:lnTo>
                    <a:pt x="1463630" y="45026"/>
                  </a:lnTo>
                  <a:lnTo>
                    <a:pt x="1471416" y="45138"/>
                  </a:lnTo>
                  <a:lnTo>
                    <a:pt x="1479201" y="45255"/>
                  </a:lnTo>
                  <a:lnTo>
                    <a:pt x="1486986" y="45388"/>
                  </a:lnTo>
                  <a:lnTo>
                    <a:pt x="1494771" y="45499"/>
                  </a:lnTo>
                  <a:lnTo>
                    <a:pt x="1502557" y="45604"/>
                  </a:lnTo>
                  <a:lnTo>
                    <a:pt x="1510342" y="45731"/>
                  </a:lnTo>
                  <a:lnTo>
                    <a:pt x="1518127" y="45850"/>
                  </a:lnTo>
                  <a:lnTo>
                    <a:pt x="1525912" y="45956"/>
                  </a:lnTo>
                  <a:lnTo>
                    <a:pt x="1533698" y="46057"/>
                  </a:lnTo>
                  <a:lnTo>
                    <a:pt x="1541483" y="46165"/>
                  </a:lnTo>
                  <a:lnTo>
                    <a:pt x="1549268" y="46258"/>
                  </a:lnTo>
                  <a:lnTo>
                    <a:pt x="1557054" y="46351"/>
                  </a:lnTo>
                  <a:lnTo>
                    <a:pt x="1564839" y="46451"/>
                  </a:lnTo>
                  <a:lnTo>
                    <a:pt x="1572624" y="46538"/>
                  </a:lnTo>
                  <a:lnTo>
                    <a:pt x="1580409" y="46630"/>
                  </a:lnTo>
                  <a:lnTo>
                    <a:pt x="1588195" y="46745"/>
                  </a:lnTo>
                  <a:lnTo>
                    <a:pt x="1595980" y="46866"/>
                  </a:lnTo>
                  <a:lnTo>
                    <a:pt x="1603765" y="46969"/>
                  </a:lnTo>
                  <a:lnTo>
                    <a:pt x="1611550" y="47068"/>
                  </a:lnTo>
                  <a:lnTo>
                    <a:pt x="1619336" y="47141"/>
                  </a:lnTo>
                  <a:lnTo>
                    <a:pt x="1627121" y="47235"/>
                  </a:lnTo>
                  <a:lnTo>
                    <a:pt x="1634906" y="47340"/>
                  </a:lnTo>
                  <a:lnTo>
                    <a:pt x="1642692" y="47476"/>
                  </a:lnTo>
                  <a:lnTo>
                    <a:pt x="1650477" y="47581"/>
                  </a:lnTo>
                  <a:lnTo>
                    <a:pt x="1658262" y="47673"/>
                  </a:lnTo>
                  <a:lnTo>
                    <a:pt x="1666047" y="47774"/>
                  </a:lnTo>
                  <a:lnTo>
                    <a:pt x="1673833" y="47877"/>
                  </a:lnTo>
                  <a:lnTo>
                    <a:pt x="1681618" y="47972"/>
                  </a:lnTo>
                  <a:lnTo>
                    <a:pt x="1689403" y="48070"/>
                  </a:lnTo>
                  <a:lnTo>
                    <a:pt x="1697188" y="48155"/>
                  </a:lnTo>
                  <a:lnTo>
                    <a:pt x="1704974" y="48260"/>
                  </a:lnTo>
                  <a:lnTo>
                    <a:pt x="1712759" y="48346"/>
                  </a:lnTo>
                  <a:lnTo>
                    <a:pt x="1720544" y="48432"/>
                  </a:lnTo>
                  <a:lnTo>
                    <a:pt x="1728330" y="48538"/>
                  </a:lnTo>
                  <a:lnTo>
                    <a:pt x="1736115" y="48632"/>
                  </a:lnTo>
                  <a:lnTo>
                    <a:pt x="1743900" y="48728"/>
                  </a:lnTo>
                  <a:lnTo>
                    <a:pt x="1751685" y="48828"/>
                  </a:lnTo>
                  <a:lnTo>
                    <a:pt x="1759471" y="48927"/>
                  </a:lnTo>
                  <a:lnTo>
                    <a:pt x="1767256" y="49020"/>
                  </a:lnTo>
                  <a:lnTo>
                    <a:pt x="1775041" y="49106"/>
                  </a:lnTo>
                  <a:lnTo>
                    <a:pt x="1782826" y="49162"/>
                  </a:lnTo>
                  <a:lnTo>
                    <a:pt x="1790612" y="49241"/>
                  </a:lnTo>
                  <a:lnTo>
                    <a:pt x="1798397" y="49320"/>
                  </a:lnTo>
                  <a:lnTo>
                    <a:pt x="1806182" y="49412"/>
                  </a:lnTo>
                  <a:lnTo>
                    <a:pt x="1813967" y="49473"/>
                  </a:lnTo>
                  <a:lnTo>
                    <a:pt x="1821753" y="49544"/>
                  </a:lnTo>
                  <a:lnTo>
                    <a:pt x="1829538" y="49628"/>
                  </a:lnTo>
                  <a:lnTo>
                    <a:pt x="1837323" y="49711"/>
                  </a:lnTo>
                  <a:lnTo>
                    <a:pt x="1845109" y="49797"/>
                  </a:lnTo>
                  <a:lnTo>
                    <a:pt x="1852894" y="49877"/>
                  </a:lnTo>
                  <a:lnTo>
                    <a:pt x="1860679" y="49957"/>
                  </a:lnTo>
                  <a:lnTo>
                    <a:pt x="1868464" y="50044"/>
                  </a:lnTo>
                  <a:lnTo>
                    <a:pt x="1876250" y="50127"/>
                  </a:lnTo>
                  <a:lnTo>
                    <a:pt x="1884035" y="50210"/>
                  </a:lnTo>
                  <a:lnTo>
                    <a:pt x="1891820" y="50272"/>
                  </a:lnTo>
                  <a:lnTo>
                    <a:pt x="1899605" y="50336"/>
                  </a:lnTo>
                  <a:lnTo>
                    <a:pt x="1907391" y="50407"/>
                  </a:lnTo>
                  <a:lnTo>
                    <a:pt x="1915176" y="50469"/>
                  </a:lnTo>
                  <a:lnTo>
                    <a:pt x="1922961" y="50548"/>
                  </a:lnTo>
                  <a:lnTo>
                    <a:pt x="1930747" y="50619"/>
                  </a:lnTo>
                  <a:lnTo>
                    <a:pt x="1938532" y="50699"/>
                  </a:lnTo>
                  <a:lnTo>
                    <a:pt x="1946317" y="50769"/>
                  </a:lnTo>
                  <a:lnTo>
                    <a:pt x="1954102" y="50852"/>
                  </a:lnTo>
                  <a:lnTo>
                    <a:pt x="1961888" y="50926"/>
                  </a:lnTo>
                  <a:lnTo>
                    <a:pt x="1969673" y="50992"/>
                  </a:lnTo>
                  <a:lnTo>
                    <a:pt x="1977458" y="51073"/>
                  </a:lnTo>
                  <a:lnTo>
                    <a:pt x="1985243" y="51154"/>
                  </a:lnTo>
                  <a:lnTo>
                    <a:pt x="1993029" y="51242"/>
                  </a:lnTo>
                  <a:lnTo>
                    <a:pt x="2000814" y="51307"/>
                  </a:lnTo>
                  <a:lnTo>
                    <a:pt x="2008599" y="51370"/>
                  </a:lnTo>
                  <a:lnTo>
                    <a:pt x="2016385" y="51433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6049435" y="4894357"/>
              <a:ext cx="2016385" cy="52543"/>
            </a:xfrm>
            <a:custGeom>
              <a:avLst/>
              <a:pathLst>
                <a:path w="2016385" h="52543">
                  <a:moveTo>
                    <a:pt x="0" y="0"/>
                  </a:moveTo>
                  <a:lnTo>
                    <a:pt x="7785" y="381"/>
                  </a:lnTo>
                  <a:lnTo>
                    <a:pt x="15570" y="755"/>
                  </a:lnTo>
                  <a:lnTo>
                    <a:pt x="23355" y="1172"/>
                  </a:lnTo>
                  <a:lnTo>
                    <a:pt x="31141" y="1489"/>
                  </a:lnTo>
                  <a:lnTo>
                    <a:pt x="38926" y="1893"/>
                  </a:lnTo>
                  <a:lnTo>
                    <a:pt x="46711" y="2252"/>
                  </a:lnTo>
                  <a:lnTo>
                    <a:pt x="54496" y="2621"/>
                  </a:lnTo>
                  <a:lnTo>
                    <a:pt x="62282" y="3083"/>
                  </a:lnTo>
                  <a:lnTo>
                    <a:pt x="70067" y="3435"/>
                  </a:lnTo>
                  <a:lnTo>
                    <a:pt x="77852" y="3777"/>
                  </a:lnTo>
                  <a:lnTo>
                    <a:pt x="85637" y="4186"/>
                  </a:lnTo>
                  <a:lnTo>
                    <a:pt x="93423" y="4594"/>
                  </a:lnTo>
                  <a:lnTo>
                    <a:pt x="101208" y="4991"/>
                  </a:lnTo>
                  <a:lnTo>
                    <a:pt x="108993" y="5411"/>
                  </a:lnTo>
                  <a:lnTo>
                    <a:pt x="116779" y="5816"/>
                  </a:lnTo>
                  <a:lnTo>
                    <a:pt x="124564" y="6138"/>
                  </a:lnTo>
                  <a:lnTo>
                    <a:pt x="132349" y="6619"/>
                  </a:lnTo>
                  <a:lnTo>
                    <a:pt x="140134" y="6992"/>
                  </a:lnTo>
                  <a:lnTo>
                    <a:pt x="147920" y="7373"/>
                  </a:lnTo>
                  <a:lnTo>
                    <a:pt x="155705" y="7778"/>
                  </a:lnTo>
                  <a:lnTo>
                    <a:pt x="163490" y="8063"/>
                  </a:lnTo>
                  <a:lnTo>
                    <a:pt x="171275" y="8501"/>
                  </a:lnTo>
                  <a:lnTo>
                    <a:pt x="179061" y="8937"/>
                  </a:lnTo>
                  <a:lnTo>
                    <a:pt x="186846" y="9365"/>
                  </a:lnTo>
                  <a:lnTo>
                    <a:pt x="194631" y="9707"/>
                  </a:lnTo>
                  <a:lnTo>
                    <a:pt x="202417" y="9978"/>
                  </a:lnTo>
                  <a:lnTo>
                    <a:pt x="210202" y="10336"/>
                  </a:lnTo>
                  <a:lnTo>
                    <a:pt x="217987" y="10641"/>
                  </a:lnTo>
                  <a:lnTo>
                    <a:pt x="225772" y="10954"/>
                  </a:lnTo>
                  <a:lnTo>
                    <a:pt x="233558" y="11297"/>
                  </a:lnTo>
                  <a:lnTo>
                    <a:pt x="241343" y="11652"/>
                  </a:lnTo>
                  <a:lnTo>
                    <a:pt x="249128" y="11988"/>
                  </a:lnTo>
                  <a:lnTo>
                    <a:pt x="256913" y="12393"/>
                  </a:lnTo>
                  <a:lnTo>
                    <a:pt x="264699" y="12818"/>
                  </a:lnTo>
                  <a:lnTo>
                    <a:pt x="272484" y="13135"/>
                  </a:lnTo>
                  <a:lnTo>
                    <a:pt x="280269" y="13491"/>
                  </a:lnTo>
                  <a:lnTo>
                    <a:pt x="288055" y="13823"/>
                  </a:lnTo>
                  <a:lnTo>
                    <a:pt x="295840" y="14109"/>
                  </a:lnTo>
                  <a:lnTo>
                    <a:pt x="303625" y="14422"/>
                  </a:lnTo>
                  <a:lnTo>
                    <a:pt x="311410" y="14833"/>
                  </a:lnTo>
                  <a:lnTo>
                    <a:pt x="319196" y="15162"/>
                  </a:lnTo>
                  <a:lnTo>
                    <a:pt x="326981" y="15537"/>
                  </a:lnTo>
                  <a:lnTo>
                    <a:pt x="334766" y="15916"/>
                  </a:lnTo>
                  <a:lnTo>
                    <a:pt x="342551" y="16354"/>
                  </a:lnTo>
                  <a:lnTo>
                    <a:pt x="350337" y="16759"/>
                  </a:lnTo>
                  <a:lnTo>
                    <a:pt x="358122" y="17086"/>
                  </a:lnTo>
                  <a:lnTo>
                    <a:pt x="365907" y="17447"/>
                  </a:lnTo>
                  <a:lnTo>
                    <a:pt x="373692" y="17754"/>
                  </a:lnTo>
                  <a:lnTo>
                    <a:pt x="381478" y="18022"/>
                  </a:lnTo>
                  <a:lnTo>
                    <a:pt x="389263" y="18326"/>
                  </a:lnTo>
                  <a:lnTo>
                    <a:pt x="397048" y="18634"/>
                  </a:lnTo>
                  <a:lnTo>
                    <a:pt x="404834" y="18892"/>
                  </a:lnTo>
                  <a:lnTo>
                    <a:pt x="412619" y="19171"/>
                  </a:lnTo>
                  <a:lnTo>
                    <a:pt x="420404" y="19438"/>
                  </a:lnTo>
                  <a:lnTo>
                    <a:pt x="428189" y="19771"/>
                  </a:lnTo>
                  <a:lnTo>
                    <a:pt x="435975" y="20143"/>
                  </a:lnTo>
                  <a:lnTo>
                    <a:pt x="443760" y="20466"/>
                  </a:lnTo>
                  <a:lnTo>
                    <a:pt x="451545" y="20744"/>
                  </a:lnTo>
                  <a:lnTo>
                    <a:pt x="459330" y="21050"/>
                  </a:lnTo>
                  <a:lnTo>
                    <a:pt x="467116" y="21344"/>
                  </a:lnTo>
                  <a:lnTo>
                    <a:pt x="474901" y="21597"/>
                  </a:lnTo>
                  <a:lnTo>
                    <a:pt x="482686" y="21851"/>
                  </a:lnTo>
                  <a:lnTo>
                    <a:pt x="490472" y="22098"/>
                  </a:lnTo>
                  <a:lnTo>
                    <a:pt x="498257" y="22446"/>
                  </a:lnTo>
                  <a:lnTo>
                    <a:pt x="506042" y="22708"/>
                  </a:lnTo>
                  <a:lnTo>
                    <a:pt x="513827" y="22880"/>
                  </a:lnTo>
                  <a:lnTo>
                    <a:pt x="521613" y="23258"/>
                  </a:lnTo>
                  <a:lnTo>
                    <a:pt x="529398" y="23566"/>
                  </a:lnTo>
                  <a:lnTo>
                    <a:pt x="537183" y="23845"/>
                  </a:lnTo>
                  <a:lnTo>
                    <a:pt x="544968" y="24088"/>
                  </a:lnTo>
                  <a:lnTo>
                    <a:pt x="552754" y="24321"/>
                  </a:lnTo>
                  <a:lnTo>
                    <a:pt x="560539" y="24594"/>
                  </a:lnTo>
                  <a:lnTo>
                    <a:pt x="568324" y="24915"/>
                  </a:lnTo>
                  <a:lnTo>
                    <a:pt x="576110" y="25192"/>
                  </a:lnTo>
                  <a:lnTo>
                    <a:pt x="583895" y="25428"/>
                  </a:lnTo>
                  <a:lnTo>
                    <a:pt x="591680" y="25746"/>
                  </a:lnTo>
                  <a:lnTo>
                    <a:pt x="599465" y="26014"/>
                  </a:lnTo>
                  <a:lnTo>
                    <a:pt x="607251" y="26254"/>
                  </a:lnTo>
                  <a:lnTo>
                    <a:pt x="615036" y="26433"/>
                  </a:lnTo>
                  <a:lnTo>
                    <a:pt x="622821" y="26633"/>
                  </a:lnTo>
                  <a:lnTo>
                    <a:pt x="630606" y="26839"/>
                  </a:lnTo>
                  <a:lnTo>
                    <a:pt x="638392" y="27118"/>
                  </a:lnTo>
                  <a:lnTo>
                    <a:pt x="646177" y="27374"/>
                  </a:lnTo>
                  <a:lnTo>
                    <a:pt x="653962" y="27604"/>
                  </a:lnTo>
                  <a:lnTo>
                    <a:pt x="661747" y="27776"/>
                  </a:lnTo>
                  <a:lnTo>
                    <a:pt x="669533" y="27999"/>
                  </a:lnTo>
                  <a:lnTo>
                    <a:pt x="677318" y="28186"/>
                  </a:lnTo>
                  <a:lnTo>
                    <a:pt x="685103" y="28419"/>
                  </a:lnTo>
                  <a:lnTo>
                    <a:pt x="692889" y="28723"/>
                  </a:lnTo>
                  <a:lnTo>
                    <a:pt x="700674" y="28944"/>
                  </a:lnTo>
                  <a:lnTo>
                    <a:pt x="708459" y="29151"/>
                  </a:lnTo>
                  <a:lnTo>
                    <a:pt x="716244" y="29341"/>
                  </a:lnTo>
                  <a:lnTo>
                    <a:pt x="724030" y="29582"/>
                  </a:lnTo>
                  <a:lnTo>
                    <a:pt x="731815" y="29784"/>
                  </a:lnTo>
                  <a:lnTo>
                    <a:pt x="739600" y="30009"/>
                  </a:lnTo>
                  <a:lnTo>
                    <a:pt x="747385" y="30254"/>
                  </a:lnTo>
                  <a:lnTo>
                    <a:pt x="755171" y="30485"/>
                  </a:lnTo>
                  <a:lnTo>
                    <a:pt x="762956" y="30602"/>
                  </a:lnTo>
                  <a:lnTo>
                    <a:pt x="770741" y="30861"/>
                  </a:lnTo>
                  <a:lnTo>
                    <a:pt x="778527" y="31117"/>
                  </a:lnTo>
                  <a:lnTo>
                    <a:pt x="786312" y="31386"/>
                  </a:lnTo>
                  <a:lnTo>
                    <a:pt x="794097" y="31568"/>
                  </a:lnTo>
                  <a:lnTo>
                    <a:pt x="801882" y="31797"/>
                  </a:lnTo>
                  <a:lnTo>
                    <a:pt x="809668" y="32057"/>
                  </a:lnTo>
                  <a:lnTo>
                    <a:pt x="817453" y="32329"/>
                  </a:lnTo>
                  <a:lnTo>
                    <a:pt x="825238" y="32512"/>
                  </a:lnTo>
                  <a:lnTo>
                    <a:pt x="833023" y="32721"/>
                  </a:lnTo>
                  <a:lnTo>
                    <a:pt x="840809" y="32955"/>
                  </a:lnTo>
                  <a:lnTo>
                    <a:pt x="848594" y="33145"/>
                  </a:lnTo>
                  <a:lnTo>
                    <a:pt x="856379" y="33358"/>
                  </a:lnTo>
                  <a:lnTo>
                    <a:pt x="864165" y="33605"/>
                  </a:lnTo>
                  <a:lnTo>
                    <a:pt x="871950" y="33733"/>
                  </a:lnTo>
                  <a:lnTo>
                    <a:pt x="879735" y="33921"/>
                  </a:lnTo>
                  <a:lnTo>
                    <a:pt x="887520" y="34131"/>
                  </a:lnTo>
                  <a:lnTo>
                    <a:pt x="895306" y="34337"/>
                  </a:lnTo>
                  <a:lnTo>
                    <a:pt x="903091" y="34527"/>
                  </a:lnTo>
                  <a:lnTo>
                    <a:pt x="910876" y="34692"/>
                  </a:lnTo>
                  <a:lnTo>
                    <a:pt x="918661" y="34874"/>
                  </a:lnTo>
                  <a:lnTo>
                    <a:pt x="926447" y="35086"/>
                  </a:lnTo>
                  <a:lnTo>
                    <a:pt x="934232" y="35276"/>
                  </a:lnTo>
                  <a:lnTo>
                    <a:pt x="942017" y="35519"/>
                  </a:lnTo>
                  <a:lnTo>
                    <a:pt x="949802" y="35718"/>
                  </a:lnTo>
                  <a:lnTo>
                    <a:pt x="957588" y="35938"/>
                  </a:lnTo>
                  <a:lnTo>
                    <a:pt x="965373" y="36125"/>
                  </a:lnTo>
                  <a:lnTo>
                    <a:pt x="973158" y="36242"/>
                  </a:lnTo>
                  <a:lnTo>
                    <a:pt x="980944" y="36395"/>
                  </a:lnTo>
                  <a:lnTo>
                    <a:pt x="988729" y="36583"/>
                  </a:lnTo>
                  <a:lnTo>
                    <a:pt x="996514" y="36699"/>
                  </a:lnTo>
                  <a:lnTo>
                    <a:pt x="1004299" y="36899"/>
                  </a:lnTo>
                  <a:lnTo>
                    <a:pt x="1012085" y="37104"/>
                  </a:lnTo>
                  <a:lnTo>
                    <a:pt x="1019870" y="37269"/>
                  </a:lnTo>
                  <a:lnTo>
                    <a:pt x="1027655" y="37478"/>
                  </a:lnTo>
                  <a:lnTo>
                    <a:pt x="1035440" y="37691"/>
                  </a:lnTo>
                  <a:lnTo>
                    <a:pt x="1043226" y="37843"/>
                  </a:lnTo>
                  <a:lnTo>
                    <a:pt x="1051011" y="38061"/>
                  </a:lnTo>
                  <a:lnTo>
                    <a:pt x="1058796" y="38185"/>
                  </a:lnTo>
                  <a:lnTo>
                    <a:pt x="1066582" y="38379"/>
                  </a:lnTo>
                  <a:lnTo>
                    <a:pt x="1074367" y="38506"/>
                  </a:lnTo>
                  <a:lnTo>
                    <a:pt x="1082152" y="38642"/>
                  </a:lnTo>
                  <a:lnTo>
                    <a:pt x="1089937" y="38817"/>
                  </a:lnTo>
                  <a:lnTo>
                    <a:pt x="1097723" y="39000"/>
                  </a:lnTo>
                  <a:lnTo>
                    <a:pt x="1105508" y="39200"/>
                  </a:lnTo>
                  <a:lnTo>
                    <a:pt x="1113293" y="39371"/>
                  </a:lnTo>
                  <a:lnTo>
                    <a:pt x="1121078" y="39542"/>
                  </a:lnTo>
                  <a:lnTo>
                    <a:pt x="1128864" y="39697"/>
                  </a:lnTo>
                  <a:lnTo>
                    <a:pt x="1136649" y="39822"/>
                  </a:lnTo>
                  <a:lnTo>
                    <a:pt x="1144434" y="40022"/>
                  </a:lnTo>
                  <a:lnTo>
                    <a:pt x="1152220" y="40154"/>
                  </a:lnTo>
                  <a:lnTo>
                    <a:pt x="1160005" y="40315"/>
                  </a:lnTo>
                  <a:lnTo>
                    <a:pt x="1167790" y="40477"/>
                  </a:lnTo>
                  <a:lnTo>
                    <a:pt x="1175575" y="40643"/>
                  </a:lnTo>
                  <a:lnTo>
                    <a:pt x="1183361" y="40837"/>
                  </a:lnTo>
                  <a:lnTo>
                    <a:pt x="1191146" y="41017"/>
                  </a:lnTo>
                  <a:lnTo>
                    <a:pt x="1198931" y="41207"/>
                  </a:lnTo>
                  <a:lnTo>
                    <a:pt x="1206716" y="41391"/>
                  </a:lnTo>
                  <a:lnTo>
                    <a:pt x="1214502" y="41526"/>
                  </a:lnTo>
                  <a:lnTo>
                    <a:pt x="1222287" y="41649"/>
                  </a:lnTo>
                  <a:lnTo>
                    <a:pt x="1230072" y="41798"/>
                  </a:lnTo>
                  <a:lnTo>
                    <a:pt x="1237857" y="41928"/>
                  </a:lnTo>
                  <a:lnTo>
                    <a:pt x="1245643" y="42083"/>
                  </a:lnTo>
                  <a:lnTo>
                    <a:pt x="1253428" y="42248"/>
                  </a:lnTo>
                  <a:lnTo>
                    <a:pt x="1261213" y="42421"/>
                  </a:lnTo>
                  <a:lnTo>
                    <a:pt x="1268999" y="42533"/>
                  </a:lnTo>
                  <a:lnTo>
                    <a:pt x="1276784" y="42670"/>
                  </a:lnTo>
                  <a:lnTo>
                    <a:pt x="1284569" y="42810"/>
                  </a:lnTo>
                  <a:lnTo>
                    <a:pt x="1292354" y="42935"/>
                  </a:lnTo>
                  <a:lnTo>
                    <a:pt x="1300140" y="43074"/>
                  </a:lnTo>
                  <a:lnTo>
                    <a:pt x="1307925" y="43212"/>
                  </a:lnTo>
                  <a:lnTo>
                    <a:pt x="1315710" y="43339"/>
                  </a:lnTo>
                  <a:lnTo>
                    <a:pt x="1323495" y="43490"/>
                  </a:lnTo>
                  <a:lnTo>
                    <a:pt x="1331281" y="43615"/>
                  </a:lnTo>
                  <a:lnTo>
                    <a:pt x="1339066" y="43715"/>
                  </a:lnTo>
                  <a:lnTo>
                    <a:pt x="1346851" y="43835"/>
                  </a:lnTo>
                  <a:lnTo>
                    <a:pt x="1354637" y="43946"/>
                  </a:lnTo>
                  <a:lnTo>
                    <a:pt x="1362422" y="44061"/>
                  </a:lnTo>
                  <a:lnTo>
                    <a:pt x="1370207" y="44191"/>
                  </a:lnTo>
                  <a:lnTo>
                    <a:pt x="1377992" y="44303"/>
                  </a:lnTo>
                  <a:lnTo>
                    <a:pt x="1385778" y="44462"/>
                  </a:lnTo>
                  <a:lnTo>
                    <a:pt x="1393563" y="44603"/>
                  </a:lnTo>
                  <a:lnTo>
                    <a:pt x="1401348" y="44745"/>
                  </a:lnTo>
                  <a:lnTo>
                    <a:pt x="1409133" y="44898"/>
                  </a:lnTo>
                  <a:lnTo>
                    <a:pt x="1416919" y="45043"/>
                  </a:lnTo>
                  <a:lnTo>
                    <a:pt x="1424704" y="45168"/>
                  </a:lnTo>
                  <a:lnTo>
                    <a:pt x="1432489" y="45305"/>
                  </a:lnTo>
                  <a:lnTo>
                    <a:pt x="1440275" y="45408"/>
                  </a:lnTo>
                  <a:lnTo>
                    <a:pt x="1448060" y="45549"/>
                  </a:lnTo>
                  <a:lnTo>
                    <a:pt x="1455845" y="45666"/>
                  </a:lnTo>
                  <a:lnTo>
                    <a:pt x="1463630" y="45794"/>
                  </a:lnTo>
                  <a:lnTo>
                    <a:pt x="1471416" y="45925"/>
                  </a:lnTo>
                  <a:lnTo>
                    <a:pt x="1479201" y="46054"/>
                  </a:lnTo>
                  <a:lnTo>
                    <a:pt x="1486986" y="46153"/>
                  </a:lnTo>
                  <a:lnTo>
                    <a:pt x="1494771" y="46244"/>
                  </a:lnTo>
                  <a:lnTo>
                    <a:pt x="1502557" y="46356"/>
                  </a:lnTo>
                  <a:lnTo>
                    <a:pt x="1510342" y="46466"/>
                  </a:lnTo>
                  <a:lnTo>
                    <a:pt x="1518127" y="46598"/>
                  </a:lnTo>
                  <a:lnTo>
                    <a:pt x="1525912" y="46700"/>
                  </a:lnTo>
                  <a:lnTo>
                    <a:pt x="1533698" y="46782"/>
                  </a:lnTo>
                  <a:lnTo>
                    <a:pt x="1541483" y="46914"/>
                  </a:lnTo>
                  <a:lnTo>
                    <a:pt x="1549268" y="47004"/>
                  </a:lnTo>
                  <a:lnTo>
                    <a:pt x="1557054" y="47112"/>
                  </a:lnTo>
                  <a:lnTo>
                    <a:pt x="1564839" y="47232"/>
                  </a:lnTo>
                  <a:lnTo>
                    <a:pt x="1572624" y="47328"/>
                  </a:lnTo>
                  <a:lnTo>
                    <a:pt x="1580409" y="47418"/>
                  </a:lnTo>
                  <a:lnTo>
                    <a:pt x="1588195" y="47523"/>
                  </a:lnTo>
                  <a:lnTo>
                    <a:pt x="1595980" y="47628"/>
                  </a:lnTo>
                  <a:lnTo>
                    <a:pt x="1603765" y="47733"/>
                  </a:lnTo>
                  <a:lnTo>
                    <a:pt x="1611550" y="47851"/>
                  </a:lnTo>
                  <a:lnTo>
                    <a:pt x="1619336" y="47959"/>
                  </a:lnTo>
                  <a:lnTo>
                    <a:pt x="1627121" y="48068"/>
                  </a:lnTo>
                  <a:lnTo>
                    <a:pt x="1634906" y="48174"/>
                  </a:lnTo>
                  <a:lnTo>
                    <a:pt x="1642692" y="48263"/>
                  </a:lnTo>
                  <a:lnTo>
                    <a:pt x="1650477" y="48368"/>
                  </a:lnTo>
                  <a:lnTo>
                    <a:pt x="1658262" y="48466"/>
                  </a:lnTo>
                  <a:lnTo>
                    <a:pt x="1666047" y="48580"/>
                  </a:lnTo>
                  <a:lnTo>
                    <a:pt x="1673833" y="48697"/>
                  </a:lnTo>
                  <a:lnTo>
                    <a:pt x="1681618" y="48805"/>
                  </a:lnTo>
                  <a:lnTo>
                    <a:pt x="1689403" y="48897"/>
                  </a:lnTo>
                  <a:lnTo>
                    <a:pt x="1697188" y="48978"/>
                  </a:lnTo>
                  <a:lnTo>
                    <a:pt x="1704974" y="49062"/>
                  </a:lnTo>
                  <a:lnTo>
                    <a:pt x="1712759" y="49150"/>
                  </a:lnTo>
                  <a:lnTo>
                    <a:pt x="1720544" y="49253"/>
                  </a:lnTo>
                  <a:lnTo>
                    <a:pt x="1728330" y="49358"/>
                  </a:lnTo>
                  <a:lnTo>
                    <a:pt x="1736115" y="49456"/>
                  </a:lnTo>
                  <a:lnTo>
                    <a:pt x="1743900" y="49553"/>
                  </a:lnTo>
                  <a:lnTo>
                    <a:pt x="1751685" y="49661"/>
                  </a:lnTo>
                  <a:lnTo>
                    <a:pt x="1759471" y="49765"/>
                  </a:lnTo>
                  <a:lnTo>
                    <a:pt x="1767256" y="49865"/>
                  </a:lnTo>
                  <a:lnTo>
                    <a:pt x="1775041" y="49956"/>
                  </a:lnTo>
                  <a:lnTo>
                    <a:pt x="1782826" y="50021"/>
                  </a:lnTo>
                  <a:lnTo>
                    <a:pt x="1790612" y="50120"/>
                  </a:lnTo>
                  <a:lnTo>
                    <a:pt x="1798397" y="50195"/>
                  </a:lnTo>
                  <a:lnTo>
                    <a:pt x="1806182" y="50289"/>
                  </a:lnTo>
                  <a:lnTo>
                    <a:pt x="1813967" y="50379"/>
                  </a:lnTo>
                  <a:lnTo>
                    <a:pt x="1821753" y="50460"/>
                  </a:lnTo>
                  <a:lnTo>
                    <a:pt x="1829538" y="50558"/>
                  </a:lnTo>
                  <a:lnTo>
                    <a:pt x="1837323" y="50668"/>
                  </a:lnTo>
                  <a:lnTo>
                    <a:pt x="1845109" y="50759"/>
                  </a:lnTo>
                  <a:lnTo>
                    <a:pt x="1852894" y="50854"/>
                  </a:lnTo>
                  <a:lnTo>
                    <a:pt x="1860679" y="50948"/>
                  </a:lnTo>
                  <a:lnTo>
                    <a:pt x="1868464" y="51036"/>
                  </a:lnTo>
                  <a:lnTo>
                    <a:pt x="1876250" y="51127"/>
                  </a:lnTo>
                  <a:lnTo>
                    <a:pt x="1884035" y="51205"/>
                  </a:lnTo>
                  <a:lnTo>
                    <a:pt x="1891820" y="51289"/>
                  </a:lnTo>
                  <a:lnTo>
                    <a:pt x="1899605" y="51379"/>
                  </a:lnTo>
                  <a:lnTo>
                    <a:pt x="1907391" y="51462"/>
                  </a:lnTo>
                  <a:lnTo>
                    <a:pt x="1915176" y="51539"/>
                  </a:lnTo>
                  <a:lnTo>
                    <a:pt x="1922961" y="51618"/>
                  </a:lnTo>
                  <a:lnTo>
                    <a:pt x="1930747" y="51701"/>
                  </a:lnTo>
                  <a:lnTo>
                    <a:pt x="1938532" y="51772"/>
                  </a:lnTo>
                  <a:lnTo>
                    <a:pt x="1946317" y="51845"/>
                  </a:lnTo>
                  <a:lnTo>
                    <a:pt x="1954102" y="51919"/>
                  </a:lnTo>
                  <a:lnTo>
                    <a:pt x="1961888" y="52005"/>
                  </a:lnTo>
                  <a:lnTo>
                    <a:pt x="1969673" y="52087"/>
                  </a:lnTo>
                  <a:lnTo>
                    <a:pt x="1977458" y="52158"/>
                  </a:lnTo>
                  <a:lnTo>
                    <a:pt x="1985243" y="52229"/>
                  </a:lnTo>
                  <a:lnTo>
                    <a:pt x="1993029" y="52304"/>
                  </a:lnTo>
                  <a:lnTo>
                    <a:pt x="2000814" y="52395"/>
                  </a:lnTo>
                  <a:lnTo>
                    <a:pt x="2008599" y="52469"/>
                  </a:lnTo>
                  <a:lnTo>
                    <a:pt x="2016385" y="52543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6049435" y="4847336"/>
              <a:ext cx="2016385" cy="27368"/>
            </a:xfrm>
            <a:custGeom>
              <a:avLst/>
              <a:pathLst>
                <a:path w="2016385" h="27368">
                  <a:moveTo>
                    <a:pt x="0" y="27368"/>
                  </a:moveTo>
                  <a:lnTo>
                    <a:pt x="7785" y="27226"/>
                  </a:lnTo>
                  <a:lnTo>
                    <a:pt x="15570" y="27150"/>
                  </a:lnTo>
                  <a:lnTo>
                    <a:pt x="23355" y="26765"/>
                  </a:lnTo>
                  <a:lnTo>
                    <a:pt x="31141" y="26900"/>
                  </a:lnTo>
                  <a:lnTo>
                    <a:pt x="38926" y="27067"/>
                  </a:lnTo>
                  <a:lnTo>
                    <a:pt x="46711" y="27201"/>
                  </a:lnTo>
                  <a:lnTo>
                    <a:pt x="54496" y="27060"/>
                  </a:lnTo>
                  <a:lnTo>
                    <a:pt x="62282" y="26985"/>
                  </a:lnTo>
                  <a:lnTo>
                    <a:pt x="70067" y="26946"/>
                  </a:lnTo>
                  <a:lnTo>
                    <a:pt x="77852" y="26878"/>
                  </a:lnTo>
                  <a:lnTo>
                    <a:pt x="85637" y="26717"/>
                  </a:lnTo>
                  <a:lnTo>
                    <a:pt x="93423" y="26684"/>
                  </a:lnTo>
                  <a:lnTo>
                    <a:pt x="101208" y="26458"/>
                  </a:lnTo>
                  <a:lnTo>
                    <a:pt x="108993" y="26275"/>
                  </a:lnTo>
                  <a:lnTo>
                    <a:pt x="116779" y="25969"/>
                  </a:lnTo>
                  <a:lnTo>
                    <a:pt x="124564" y="25727"/>
                  </a:lnTo>
                  <a:lnTo>
                    <a:pt x="132349" y="25548"/>
                  </a:lnTo>
                  <a:lnTo>
                    <a:pt x="140134" y="25348"/>
                  </a:lnTo>
                  <a:lnTo>
                    <a:pt x="147920" y="25513"/>
                  </a:lnTo>
                  <a:lnTo>
                    <a:pt x="155705" y="25170"/>
                  </a:lnTo>
                  <a:lnTo>
                    <a:pt x="163490" y="25460"/>
                  </a:lnTo>
                  <a:lnTo>
                    <a:pt x="171275" y="25339"/>
                  </a:lnTo>
                  <a:lnTo>
                    <a:pt x="179061" y="25264"/>
                  </a:lnTo>
                  <a:lnTo>
                    <a:pt x="186846" y="25194"/>
                  </a:lnTo>
                  <a:lnTo>
                    <a:pt x="194631" y="25041"/>
                  </a:lnTo>
                  <a:lnTo>
                    <a:pt x="202417" y="24887"/>
                  </a:lnTo>
                  <a:lnTo>
                    <a:pt x="210202" y="24814"/>
                  </a:lnTo>
                  <a:lnTo>
                    <a:pt x="217987" y="24457"/>
                  </a:lnTo>
                  <a:lnTo>
                    <a:pt x="225772" y="24442"/>
                  </a:lnTo>
                  <a:lnTo>
                    <a:pt x="233558" y="24273"/>
                  </a:lnTo>
                  <a:lnTo>
                    <a:pt x="241343" y="24023"/>
                  </a:lnTo>
                  <a:lnTo>
                    <a:pt x="249128" y="23849"/>
                  </a:lnTo>
                  <a:lnTo>
                    <a:pt x="256913" y="23906"/>
                  </a:lnTo>
                  <a:lnTo>
                    <a:pt x="264699" y="23784"/>
                  </a:lnTo>
                  <a:lnTo>
                    <a:pt x="272484" y="23853"/>
                  </a:lnTo>
                  <a:lnTo>
                    <a:pt x="280269" y="23744"/>
                  </a:lnTo>
                  <a:lnTo>
                    <a:pt x="288055" y="23654"/>
                  </a:lnTo>
                  <a:lnTo>
                    <a:pt x="295840" y="23433"/>
                  </a:lnTo>
                  <a:lnTo>
                    <a:pt x="303625" y="23410"/>
                  </a:lnTo>
                  <a:lnTo>
                    <a:pt x="311410" y="23352"/>
                  </a:lnTo>
                  <a:lnTo>
                    <a:pt x="319196" y="23423"/>
                  </a:lnTo>
                  <a:lnTo>
                    <a:pt x="326981" y="23169"/>
                  </a:lnTo>
                  <a:lnTo>
                    <a:pt x="334766" y="22913"/>
                  </a:lnTo>
                  <a:lnTo>
                    <a:pt x="342551" y="22760"/>
                  </a:lnTo>
                  <a:lnTo>
                    <a:pt x="350337" y="22914"/>
                  </a:lnTo>
                  <a:lnTo>
                    <a:pt x="358122" y="22792"/>
                  </a:lnTo>
                  <a:lnTo>
                    <a:pt x="365907" y="22839"/>
                  </a:lnTo>
                  <a:lnTo>
                    <a:pt x="373692" y="22758"/>
                  </a:lnTo>
                  <a:lnTo>
                    <a:pt x="381478" y="22488"/>
                  </a:lnTo>
                  <a:lnTo>
                    <a:pt x="389263" y="22663"/>
                  </a:lnTo>
                  <a:lnTo>
                    <a:pt x="397048" y="22650"/>
                  </a:lnTo>
                  <a:lnTo>
                    <a:pt x="404834" y="22827"/>
                  </a:lnTo>
                  <a:lnTo>
                    <a:pt x="412619" y="22808"/>
                  </a:lnTo>
                  <a:lnTo>
                    <a:pt x="420404" y="22711"/>
                  </a:lnTo>
                  <a:lnTo>
                    <a:pt x="428189" y="22996"/>
                  </a:lnTo>
                  <a:lnTo>
                    <a:pt x="435975" y="23016"/>
                  </a:lnTo>
                  <a:lnTo>
                    <a:pt x="443760" y="22840"/>
                  </a:lnTo>
                  <a:lnTo>
                    <a:pt x="451545" y="22673"/>
                  </a:lnTo>
                  <a:lnTo>
                    <a:pt x="459330" y="22600"/>
                  </a:lnTo>
                  <a:lnTo>
                    <a:pt x="467116" y="22275"/>
                  </a:lnTo>
                  <a:lnTo>
                    <a:pt x="474901" y="22240"/>
                  </a:lnTo>
                  <a:lnTo>
                    <a:pt x="482686" y="21974"/>
                  </a:lnTo>
                  <a:lnTo>
                    <a:pt x="490472" y="22116"/>
                  </a:lnTo>
                  <a:lnTo>
                    <a:pt x="498257" y="22297"/>
                  </a:lnTo>
                  <a:lnTo>
                    <a:pt x="506042" y="22290"/>
                  </a:lnTo>
                  <a:lnTo>
                    <a:pt x="513827" y="21930"/>
                  </a:lnTo>
                  <a:lnTo>
                    <a:pt x="521613" y="21610"/>
                  </a:lnTo>
                  <a:lnTo>
                    <a:pt x="529398" y="21859"/>
                  </a:lnTo>
                  <a:lnTo>
                    <a:pt x="537183" y="21928"/>
                  </a:lnTo>
                  <a:lnTo>
                    <a:pt x="544968" y="21642"/>
                  </a:lnTo>
                  <a:lnTo>
                    <a:pt x="552754" y="21575"/>
                  </a:lnTo>
                  <a:lnTo>
                    <a:pt x="560539" y="21649"/>
                  </a:lnTo>
                  <a:lnTo>
                    <a:pt x="568324" y="21490"/>
                  </a:lnTo>
                  <a:lnTo>
                    <a:pt x="576110" y="21470"/>
                  </a:lnTo>
                  <a:lnTo>
                    <a:pt x="583895" y="21474"/>
                  </a:lnTo>
                  <a:lnTo>
                    <a:pt x="591680" y="21277"/>
                  </a:lnTo>
                  <a:lnTo>
                    <a:pt x="599465" y="21117"/>
                  </a:lnTo>
                  <a:lnTo>
                    <a:pt x="607251" y="21157"/>
                  </a:lnTo>
                  <a:lnTo>
                    <a:pt x="615036" y="21197"/>
                  </a:lnTo>
                  <a:lnTo>
                    <a:pt x="622821" y="20993"/>
                  </a:lnTo>
                  <a:lnTo>
                    <a:pt x="630606" y="20782"/>
                  </a:lnTo>
                  <a:lnTo>
                    <a:pt x="638392" y="20481"/>
                  </a:lnTo>
                  <a:lnTo>
                    <a:pt x="646177" y="19931"/>
                  </a:lnTo>
                  <a:lnTo>
                    <a:pt x="653962" y="19402"/>
                  </a:lnTo>
                  <a:lnTo>
                    <a:pt x="661747" y="19087"/>
                  </a:lnTo>
                  <a:lnTo>
                    <a:pt x="669533" y="18932"/>
                  </a:lnTo>
                  <a:lnTo>
                    <a:pt x="677318" y="18628"/>
                  </a:lnTo>
                  <a:lnTo>
                    <a:pt x="685103" y="18465"/>
                  </a:lnTo>
                  <a:lnTo>
                    <a:pt x="692889" y="18525"/>
                  </a:lnTo>
                  <a:lnTo>
                    <a:pt x="700674" y="18391"/>
                  </a:lnTo>
                  <a:lnTo>
                    <a:pt x="708459" y="17952"/>
                  </a:lnTo>
                  <a:lnTo>
                    <a:pt x="716244" y="18016"/>
                  </a:lnTo>
                  <a:lnTo>
                    <a:pt x="724030" y="17875"/>
                  </a:lnTo>
                  <a:lnTo>
                    <a:pt x="731815" y="17587"/>
                  </a:lnTo>
                  <a:lnTo>
                    <a:pt x="739600" y="17346"/>
                  </a:lnTo>
                  <a:lnTo>
                    <a:pt x="747385" y="17514"/>
                  </a:lnTo>
                  <a:lnTo>
                    <a:pt x="755171" y="17514"/>
                  </a:lnTo>
                  <a:lnTo>
                    <a:pt x="762956" y="17464"/>
                  </a:lnTo>
                  <a:lnTo>
                    <a:pt x="770741" y="17466"/>
                  </a:lnTo>
                  <a:lnTo>
                    <a:pt x="778527" y="17482"/>
                  </a:lnTo>
                  <a:lnTo>
                    <a:pt x="786312" y="17401"/>
                  </a:lnTo>
                  <a:lnTo>
                    <a:pt x="794097" y="17124"/>
                  </a:lnTo>
                  <a:lnTo>
                    <a:pt x="801882" y="17017"/>
                  </a:lnTo>
                  <a:lnTo>
                    <a:pt x="809668" y="16918"/>
                  </a:lnTo>
                  <a:lnTo>
                    <a:pt x="817453" y="16799"/>
                  </a:lnTo>
                  <a:lnTo>
                    <a:pt x="825238" y="16809"/>
                  </a:lnTo>
                  <a:lnTo>
                    <a:pt x="833023" y="16925"/>
                  </a:lnTo>
                  <a:lnTo>
                    <a:pt x="840809" y="16900"/>
                  </a:lnTo>
                  <a:lnTo>
                    <a:pt x="848594" y="16718"/>
                  </a:lnTo>
                  <a:lnTo>
                    <a:pt x="856379" y="16452"/>
                  </a:lnTo>
                  <a:lnTo>
                    <a:pt x="864165" y="16445"/>
                  </a:lnTo>
                  <a:lnTo>
                    <a:pt x="871950" y="16182"/>
                  </a:lnTo>
                  <a:lnTo>
                    <a:pt x="879735" y="16015"/>
                  </a:lnTo>
                  <a:lnTo>
                    <a:pt x="887520" y="16009"/>
                  </a:lnTo>
                  <a:lnTo>
                    <a:pt x="895306" y="16005"/>
                  </a:lnTo>
                  <a:lnTo>
                    <a:pt x="903091" y="15977"/>
                  </a:lnTo>
                  <a:lnTo>
                    <a:pt x="910876" y="15957"/>
                  </a:lnTo>
                  <a:lnTo>
                    <a:pt x="918661" y="15990"/>
                  </a:lnTo>
                  <a:lnTo>
                    <a:pt x="926447" y="16159"/>
                  </a:lnTo>
                  <a:lnTo>
                    <a:pt x="934232" y="16102"/>
                  </a:lnTo>
                  <a:lnTo>
                    <a:pt x="942017" y="15944"/>
                  </a:lnTo>
                  <a:lnTo>
                    <a:pt x="949802" y="15884"/>
                  </a:lnTo>
                  <a:lnTo>
                    <a:pt x="957588" y="15779"/>
                  </a:lnTo>
                  <a:lnTo>
                    <a:pt x="965373" y="15777"/>
                  </a:lnTo>
                  <a:lnTo>
                    <a:pt x="973158" y="15551"/>
                  </a:lnTo>
                  <a:lnTo>
                    <a:pt x="980944" y="15724"/>
                  </a:lnTo>
                  <a:lnTo>
                    <a:pt x="988729" y="15512"/>
                  </a:lnTo>
                  <a:lnTo>
                    <a:pt x="996514" y="15419"/>
                  </a:lnTo>
                  <a:lnTo>
                    <a:pt x="1004299" y="15092"/>
                  </a:lnTo>
                  <a:lnTo>
                    <a:pt x="1012085" y="14994"/>
                  </a:lnTo>
                  <a:lnTo>
                    <a:pt x="1019870" y="15064"/>
                  </a:lnTo>
                  <a:lnTo>
                    <a:pt x="1027655" y="15049"/>
                  </a:lnTo>
                  <a:lnTo>
                    <a:pt x="1035440" y="15074"/>
                  </a:lnTo>
                  <a:lnTo>
                    <a:pt x="1043226" y="15082"/>
                  </a:lnTo>
                  <a:lnTo>
                    <a:pt x="1051011" y="15162"/>
                  </a:lnTo>
                  <a:lnTo>
                    <a:pt x="1058796" y="15331"/>
                  </a:lnTo>
                  <a:lnTo>
                    <a:pt x="1066582" y="15053"/>
                  </a:lnTo>
                  <a:lnTo>
                    <a:pt x="1074367" y="14956"/>
                  </a:lnTo>
                  <a:lnTo>
                    <a:pt x="1082152" y="14926"/>
                  </a:lnTo>
                  <a:lnTo>
                    <a:pt x="1089937" y="14809"/>
                  </a:lnTo>
                  <a:lnTo>
                    <a:pt x="1097723" y="14463"/>
                  </a:lnTo>
                  <a:lnTo>
                    <a:pt x="1105508" y="14371"/>
                  </a:lnTo>
                  <a:lnTo>
                    <a:pt x="1113293" y="14099"/>
                  </a:lnTo>
                  <a:lnTo>
                    <a:pt x="1121078" y="13747"/>
                  </a:lnTo>
                  <a:lnTo>
                    <a:pt x="1128864" y="13353"/>
                  </a:lnTo>
                  <a:lnTo>
                    <a:pt x="1136649" y="13293"/>
                  </a:lnTo>
                  <a:lnTo>
                    <a:pt x="1144434" y="13214"/>
                  </a:lnTo>
                  <a:lnTo>
                    <a:pt x="1152220" y="12809"/>
                  </a:lnTo>
                  <a:lnTo>
                    <a:pt x="1160005" y="12744"/>
                  </a:lnTo>
                  <a:lnTo>
                    <a:pt x="1167790" y="12666"/>
                  </a:lnTo>
                  <a:lnTo>
                    <a:pt x="1175575" y="12637"/>
                  </a:lnTo>
                  <a:lnTo>
                    <a:pt x="1183361" y="12721"/>
                  </a:lnTo>
                  <a:lnTo>
                    <a:pt x="1191146" y="12387"/>
                  </a:lnTo>
                  <a:lnTo>
                    <a:pt x="1198931" y="12243"/>
                  </a:lnTo>
                  <a:lnTo>
                    <a:pt x="1206716" y="12168"/>
                  </a:lnTo>
                  <a:lnTo>
                    <a:pt x="1214502" y="12017"/>
                  </a:lnTo>
                  <a:lnTo>
                    <a:pt x="1222287" y="11970"/>
                  </a:lnTo>
                  <a:lnTo>
                    <a:pt x="1230072" y="12041"/>
                  </a:lnTo>
                  <a:lnTo>
                    <a:pt x="1237857" y="12024"/>
                  </a:lnTo>
                  <a:lnTo>
                    <a:pt x="1245643" y="11941"/>
                  </a:lnTo>
                  <a:lnTo>
                    <a:pt x="1253428" y="11937"/>
                  </a:lnTo>
                  <a:lnTo>
                    <a:pt x="1261213" y="11720"/>
                  </a:lnTo>
                  <a:lnTo>
                    <a:pt x="1268999" y="11564"/>
                  </a:lnTo>
                  <a:lnTo>
                    <a:pt x="1276784" y="11437"/>
                  </a:lnTo>
                  <a:lnTo>
                    <a:pt x="1284569" y="11220"/>
                  </a:lnTo>
                  <a:lnTo>
                    <a:pt x="1292354" y="11235"/>
                  </a:lnTo>
                  <a:lnTo>
                    <a:pt x="1300140" y="11354"/>
                  </a:lnTo>
                  <a:lnTo>
                    <a:pt x="1307925" y="11063"/>
                  </a:lnTo>
                  <a:lnTo>
                    <a:pt x="1315710" y="11034"/>
                  </a:lnTo>
                  <a:lnTo>
                    <a:pt x="1323495" y="10916"/>
                  </a:lnTo>
                  <a:lnTo>
                    <a:pt x="1331281" y="10884"/>
                  </a:lnTo>
                  <a:lnTo>
                    <a:pt x="1339066" y="10915"/>
                  </a:lnTo>
                  <a:lnTo>
                    <a:pt x="1346851" y="10909"/>
                  </a:lnTo>
                  <a:lnTo>
                    <a:pt x="1354637" y="10976"/>
                  </a:lnTo>
                  <a:lnTo>
                    <a:pt x="1362422" y="10816"/>
                  </a:lnTo>
                  <a:lnTo>
                    <a:pt x="1370207" y="10886"/>
                  </a:lnTo>
                  <a:lnTo>
                    <a:pt x="1377992" y="10889"/>
                  </a:lnTo>
                  <a:lnTo>
                    <a:pt x="1385778" y="11017"/>
                  </a:lnTo>
                  <a:lnTo>
                    <a:pt x="1393563" y="11039"/>
                  </a:lnTo>
                  <a:lnTo>
                    <a:pt x="1401348" y="10903"/>
                  </a:lnTo>
                  <a:lnTo>
                    <a:pt x="1409133" y="10637"/>
                  </a:lnTo>
                  <a:lnTo>
                    <a:pt x="1416919" y="10535"/>
                  </a:lnTo>
                  <a:lnTo>
                    <a:pt x="1424704" y="10335"/>
                  </a:lnTo>
                  <a:lnTo>
                    <a:pt x="1432489" y="10242"/>
                  </a:lnTo>
                  <a:lnTo>
                    <a:pt x="1440275" y="10016"/>
                  </a:lnTo>
                  <a:lnTo>
                    <a:pt x="1448060" y="9834"/>
                  </a:lnTo>
                  <a:lnTo>
                    <a:pt x="1455845" y="9753"/>
                  </a:lnTo>
                  <a:lnTo>
                    <a:pt x="1463630" y="9675"/>
                  </a:lnTo>
                  <a:lnTo>
                    <a:pt x="1471416" y="9677"/>
                  </a:lnTo>
                  <a:lnTo>
                    <a:pt x="1479201" y="9496"/>
                  </a:lnTo>
                  <a:lnTo>
                    <a:pt x="1486986" y="9302"/>
                  </a:lnTo>
                  <a:lnTo>
                    <a:pt x="1494771" y="8996"/>
                  </a:lnTo>
                  <a:lnTo>
                    <a:pt x="1502557" y="8885"/>
                  </a:lnTo>
                  <a:lnTo>
                    <a:pt x="1510342" y="8889"/>
                  </a:lnTo>
                  <a:lnTo>
                    <a:pt x="1518127" y="8873"/>
                  </a:lnTo>
                  <a:lnTo>
                    <a:pt x="1525912" y="8857"/>
                  </a:lnTo>
                  <a:lnTo>
                    <a:pt x="1533698" y="8666"/>
                  </a:lnTo>
                  <a:lnTo>
                    <a:pt x="1541483" y="8463"/>
                  </a:lnTo>
                  <a:lnTo>
                    <a:pt x="1549268" y="8404"/>
                  </a:lnTo>
                  <a:lnTo>
                    <a:pt x="1557054" y="8170"/>
                  </a:lnTo>
                  <a:lnTo>
                    <a:pt x="1564839" y="8035"/>
                  </a:lnTo>
                  <a:lnTo>
                    <a:pt x="1572624" y="8016"/>
                  </a:lnTo>
                  <a:lnTo>
                    <a:pt x="1580409" y="8048"/>
                  </a:lnTo>
                  <a:lnTo>
                    <a:pt x="1588195" y="8060"/>
                  </a:lnTo>
                  <a:lnTo>
                    <a:pt x="1595980" y="8095"/>
                  </a:lnTo>
                  <a:lnTo>
                    <a:pt x="1603765" y="7994"/>
                  </a:lnTo>
                  <a:lnTo>
                    <a:pt x="1611550" y="8006"/>
                  </a:lnTo>
                  <a:lnTo>
                    <a:pt x="1619336" y="8046"/>
                  </a:lnTo>
                  <a:lnTo>
                    <a:pt x="1627121" y="7839"/>
                  </a:lnTo>
                  <a:lnTo>
                    <a:pt x="1634906" y="7635"/>
                  </a:lnTo>
                  <a:lnTo>
                    <a:pt x="1642692" y="7247"/>
                  </a:lnTo>
                  <a:lnTo>
                    <a:pt x="1650477" y="6744"/>
                  </a:lnTo>
                  <a:lnTo>
                    <a:pt x="1658262" y="6447"/>
                  </a:lnTo>
                  <a:lnTo>
                    <a:pt x="1666047" y="6043"/>
                  </a:lnTo>
                  <a:lnTo>
                    <a:pt x="1673833" y="5717"/>
                  </a:lnTo>
                  <a:lnTo>
                    <a:pt x="1681618" y="5263"/>
                  </a:lnTo>
                  <a:lnTo>
                    <a:pt x="1689403" y="4819"/>
                  </a:lnTo>
                  <a:lnTo>
                    <a:pt x="1697188" y="4419"/>
                  </a:lnTo>
                  <a:lnTo>
                    <a:pt x="1704974" y="4027"/>
                  </a:lnTo>
                  <a:lnTo>
                    <a:pt x="1712759" y="3708"/>
                  </a:lnTo>
                  <a:lnTo>
                    <a:pt x="1720544" y="3644"/>
                  </a:lnTo>
                  <a:lnTo>
                    <a:pt x="1728330" y="3662"/>
                  </a:lnTo>
                  <a:lnTo>
                    <a:pt x="1736115" y="3680"/>
                  </a:lnTo>
                  <a:lnTo>
                    <a:pt x="1743900" y="3698"/>
                  </a:lnTo>
                  <a:lnTo>
                    <a:pt x="1751685" y="3606"/>
                  </a:lnTo>
                  <a:lnTo>
                    <a:pt x="1759471" y="3451"/>
                  </a:lnTo>
                  <a:lnTo>
                    <a:pt x="1767256" y="3297"/>
                  </a:lnTo>
                  <a:lnTo>
                    <a:pt x="1775041" y="3142"/>
                  </a:lnTo>
                  <a:lnTo>
                    <a:pt x="1782826" y="3076"/>
                  </a:lnTo>
                  <a:lnTo>
                    <a:pt x="1790612" y="3130"/>
                  </a:lnTo>
                  <a:lnTo>
                    <a:pt x="1798397" y="3209"/>
                  </a:lnTo>
                  <a:lnTo>
                    <a:pt x="1806182" y="3349"/>
                  </a:lnTo>
                  <a:lnTo>
                    <a:pt x="1813967" y="3351"/>
                  </a:lnTo>
                  <a:lnTo>
                    <a:pt x="1821753" y="3329"/>
                  </a:lnTo>
                  <a:lnTo>
                    <a:pt x="1829538" y="3307"/>
                  </a:lnTo>
                  <a:lnTo>
                    <a:pt x="1837323" y="3187"/>
                  </a:lnTo>
                  <a:lnTo>
                    <a:pt x="1845109" y="3039"/>
                  </a:lnTo>
                  <a:lnTo>
                    <a:pt x="1852894" y="2964"/>
                  </a:lnTo>
                  <a:lnTo>
                    <a:pt x="1860679" y="2962"/>
                  </a:lnTo>
                  <a:lnTo>
                    <a:pt x="1868464" y="2888"/>
                  </a:lnTo>
                  <a:lnTo>
                    <a:pt x="1876250" y="2719"/>
                  </a:lnTo>
                  <a:lnTo>
                    <a:pt x="1884035" y="2511"/>
                  </a:lnTo>
                  <a:lnTo>
                    <a:pt x="1891820" y="2131"/>
                  </a:lnTo>
                  <a:lnTo>
                    <a:pt x="1899605" y="1906"/>
                  </a:lnTo>
                  <a:lnTo>
                    <a:pt x="1907391" y="1793"/>
                  </a:lnTo>
                  <a:lnTo>
                    <a:pt x="1915176" y="1773"/>
                  </a:lnTo>
                  <a:lnTo>
                    <a:pt x="1922961" y="1611"/>
                  </a:lnTo>
                  <a:lnTo>
                    <a:pt x="1930747" y="1444"/>
                  </a:lnTo>
                  <a:lnTo>
                    <a:pt x="1938532" y="1497"/>
                  </a:lnTo>
                  <a:lnTo>
                    <a:pt x="1946317" y="1364"/>
                  </a:lnTo>
                  <a:lnTo>
                    <a:pt x="1954102" y="1158"/>
                  </a:lnTo>
                  <a:lnTo>
                    <a:pt x="1961888" y="919"/>
                  </a:lnTo>
                  <a:lnTo>
                    <a:pt x="1969673" y="666"/>
                  </a:lnTo>
                  <a:lnTo>
                    <a:pt x="1977458" y="396"/>
                  </a:lnTo>
                  <a:lnTo>
                    <a:pt x="1985243" y="462"/>
                  </a:lnTo>
                  <a:lnTo>
                    <a:pt x="1993029" y="528"/>
                  </a:lnTo>
                  <a:lnTo>
                    <a:pt x="2000814" y="486"/>
                  </a:lnTo>
                  <a:lnTo>
                    <a:pt x="2008599" y="174"/>
                  </a:lnTo>
                  <a:lnTo>
                    <a:pt x="2016385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rc292"/>
            <p:cNvSpPr/>
            <p:nvPr/>
          </p:nvSpPr>
          <p:spPr>
            <a:xfrm>
              <a:off x="5948615" y="4247864"/>
              <a:ext cx="2218023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rc293"/>
            <p:cNvSpPr/>
            <p:nvPr/>
          </p:nvSpPr>
          <p:spPr>
            <a:xfrm>
              <a:off x="1146808" y="2180049"/>
              <a:ext cx="2218023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tx294"/>
            <p:cNvSpPr/>
            <p:nvPr/>
          </p:nvSpPr>
          <p:spPr>
            <a:xfrm>
              <a:off x="1951509" y="2222487"/>
              <a:ext cx="608622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Bray-Curtis</a:t>
              </a:r>
            </a:p>
          </p:txBody>
        </p:sp>
        <p:sp>
          <p:nvSpPr>
            <p:cNvPr id="296" name="rc295"/>
            <p:cNvSpPr/>
            <p:nvPr/>
          </p:nvSpPr>
          <p:spPr>
            <a:xfrm>
              <a:off x="3547712" y="2180049"/>
              <a:ext cx="2218023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tx296"/>
            <p:cNvSpPr/>
            <p:nvPr/>
          </p:nvSpPr>
          <p:spPr>
            <a:xfrm>
              <a:off x="4445455" y="2246007"/>
              <a:ext cx="42253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Jaccard</a:t>
              </a:r>
            </a:p>
          </p:txBody>
        </p:sp>
        <p:sp>
          <p:nvSpPr>
            <p:cNvPr id="298" name="rc297"/>
            <p:cNvSpPr/>
            <p:nvPr/>
          </p:nvSpPr>
          <p:spPr>
            <a:xfrm>
              <a:off x="5948615" y="2180049"/>
              <a:ext cx="2218023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6802975" y="2243660"/>
              <a:ext cx="509304" cy="848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Sorensen</a:t>
              </a:r>
            </a:p>
          </p:txBody>
        </p:sp>
        <p:sp>
          <p:nvSpPr>
            <p:cNvPr id="300" name="rc299"/>
            <p:cNvSpPr/>
            <p:nvPr/>
          </p:nvSpPr>
          <p:spPr>
            <a:xfrm>
              <a:off x="8166639" y="2396548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5400000">
              <a:off x="8142446" y="2726682"/>
              <a:ext cx="26695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Total</a:t>
              </a:r>
            </a:p>
          </p:txBody>
        </p:sp>
        <p:sp>
          <p:nvSpPr>
            <p:cNvPr id="302" name="rc301"/>
            <p:cNvSpPr/>
            <p:nvPr/>
          </p:nvSpPr>
          <p:spPr>
            <a:xfrm>
              <a:off x="8166639" y="3322206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 rot="5400000">
              <a:off x="8033742" y="3652340"/>
              <a:ext cx="484366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Turnover</a:t>
              </a:r>
            </a:p>
          </p:txBody>
        </p:sp>
        <p:sp>
          <p:nvSpPr>
            <p:cNvPr id="304" name="rc303"/>
            <p:cNvSpPr/>
            <p:nvPr/>
          </p:nvSpPr>
          <p:spPr>
            <a:xfrm>
              <a:off x="8166639" y="4247864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5400000">
              <a:off x="7652814" y="4576934"/>
              <a:ext cx="1248350" cy="84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Gradient or nestedness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164969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68000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219503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271006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3225101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tx310"/>
            <p:cNvSpPr/>
            <p:nvPr/>
          </p:nvSpPr>
          <p:spPr>
            <a:xfrm>
              <a:off x="1115283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12" name="tx311"/>
            <p:cNvSpPr/>
            <p:nvPr/>
          </p:nvSpPr>
          <p:spPr>
            <a:xfrm>
              <a:off x="1648925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3" name="tx312"/>
            <p:cNvSpPr/>
            <p:nvPr/>
          </p:nvSpPr>
          <p:spPr>
            <a:xfrm>
              <a:off x="2163957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4" name="tx313"/>
            <p:cNvSpPr/>
            <p:nvPr/>
          </p:nvSpPr>
          <p:spPr>
            <a:xfrm>
              <a:off x="2678990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3194023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6" name="pl315"/>
            <p:cNvSpPr/>
            <p:nvPr/>
          </p:nvSpPr>
          <p:spPr>
            <a:xfrm>
              <a:off x="3565873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6"/>
            <p:cNvSpPr/>
            <p:nvPr/>
          </p:nvSpPr>
          <p:spPr>
            <a:xfrm>
              <a:off x="4080906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7"/>
            <p:cNvSpPr/>
            <p:nvPr/>
          </p:nvSpPr>
          <p:spPr>
            <a:xfrm>
              <a:off x="4595939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8"/>
            <p:cNvSpPr/>
            <p:nvPr/>
          </p:nvSpPr>
          <p:spPr>
            <a:xfrm>
              <a:off x="511097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562600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tx320"/>
            <p:cNvSpPr/>
            <p:nvPr/>
          </p:nvSpPr>
          <p:spPr>
            <a:xfrm>
              <a:off x="3516187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4049828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4564861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079894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594927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6" name="pl325"/>
            <p:cNvSpPr/>
            <p:nvPr/>
          </p:nvSpPr>
          <p:spPr>
            <a:xfrm>
              <a:off x="5966776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6481809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699684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751187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29"/>
            <p:cNvSpPr/>
            <p:nvPr/>
          </p:nvSpPr>
          <p:spPr>
            <a:xfrm>
              <a:off x="802690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tx330"/>
            <p:cNvSpPr/>
            <p:nvPr/>
          </p:nvSpPr>
          <p:spPr>
            <a:xfrm>
              <a:off x="5917090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32" name="tx331"/>
            <p:cNvSpPr/>
            <p:nvPr/>
          </p:nvSpPr>
          <p:spPr>
            <a:xfrm>
              <a:off x="6450732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3" name="tx332"/>
            <p:cNvSpPr/>
            <p:nvPr/>
          </p:nvSpPr>
          <p:spPr>
            <a:xfrm>
              <a:off x="6965764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4" name="tx333"/>
            <p:cNvSpPr/>
            <p:nvPr/>
          </p:nvSpPr>
          <p:spPr>
            <a:xfrm>
              <a:off x="7480797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5" name="tx334"/>
            <p:cNvSpPr/>
            <p:nvPr/>
          </p:nvSpPr>
          <p:spPr>
            <a:xfrm>
              <a:off x="7995830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6" name="tx335"/>
            <p:cNvSpPr/>
            <p:nvPr/>
          </p:nvSpPr>
          <p:spPr>
            <a:xfrm>
              <a:off x="866661" y="3065849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866661" y="2895352"/>
              <a:ext cx="217517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866661" y="2725401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866661" y="2555177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866661" y="2384953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41" name="pl340"/>
            <p:cNvSpPr/>
            <p:nvPr/>
          </p:nvSpPr>
          <p:spPr>
            <a:xfrm>
              <a:off x="1112014" y="31060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1"/>
            <p:cNvSpPr/>
            <p:nvPr/>
          </p:nvSpPr>
          <p:spPr>
            <a:xfrm>
              <a:off x="1112014" y="29358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2"/>
            <p:cNvSpPr/>
            <p:nvPr/>
          </p:nvSpPr>
          <p:spPr>
            <a:xfrm>
              <a:off x="1112014" y="27655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3"/>
            <p:cNvSpPr/>
            <p:nvPr/>
          </p:nvSpPr>
          <p:spPr>
            <a:xfrm>
              <a:off x="1112014" y="25953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4"/>
            <p:cNvSpPr/>
            <p:nvPr/>
          </p:nvSpPr>
          <p:spPr>
            <a:xfrm>
              <a:off x="1112014" y="24251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tx345"/>
            <p:cNvSpPr/>
            <p:nvPr/>
          </p:nvSpPr>
          <p:spPr>
            <a:xfrm>
              <a:off x="866661" y="3991507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47" name="tx346"/>
            <p:cNvSpPr/>
            <p:nvPr/>
          </p:nvSpPr>
          <p:spPr>
            <a:xfrm>
              <a:off x="866661" y="3821010"/>
              <a:ext cx="217517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866661" y="3651059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866661" y="3480835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866661" y="3310611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112014" y="40316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112014" y="38614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112014" y="36912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112014" y="35210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112014" y="3350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tx355"/>
            <p:cNvSpPr/>
            <p:nvPr/>
          </p:nvSpPr>
          <p:spPr>
            <a:xfrm>
              <a:off x="866661" y="4917165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57" name="tx356"/>
            <p:cNvSpPr/>
            <p:nvPr/>
          </p:nvSpPr>
          <p:spPr>
            <a:xfrm>
              <a:off x="866661" y="4746668"/>
              <a:ext cx="217517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58" name="tx357"/>
            <p:cNvSpPr/>
            <p:nvPr/>
          </p:nvSpPr>
          <p:spPr>
            <a:xfrm>
              <a:off x="866661" y="4576717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59" name="tx358"/>
            <p:cNvSpPr/>
            <p:nvPr/>
          </p:nvSpPr>
          <p:spPr>
            <a:xfrm>
              <a:off x="866661" y="4406493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866661" y="4236269"/>
              <a:ext cx="217517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61" name="pl360"/>
            <p:cNvSpPr/>
            <p:nvPr/>
          </p:nvSpPr>
          <p:spPr>
            <a:xfrm>
              <a:off x="1112014" y="49573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1"/>
            <p:cNvSpPr/>
            <p:nvPr/>
          </p:nvSpPr>
          <p:spPr>
            <a:xfrm>
              <a:off x="1112014" y="47871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2"/>
            <p:cNvSpPr/>
            <p:nvPr/>
          </p:nvSpPr>
          <p:spPr>
            <a:xfrm>
              <a:off x="1112014" y="4616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3"/>
            <p:cNvSpPr/>
            <p:nvPr/>
          </p:nvSpPr>
          <p:spPr>
            <a:xfrm>
              <a:off x="1112014" y="44466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4"/>
            <p:cNvSpPr/>
            <p:nvPr/>
          </p:nvSpPr>
          <p:spPr>
            <a:xfrm>
              <a:off x="1112014" y="42764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tx365"/>
            <p:cNvSpPr/>
            <p:nvPr/>
          </p:nvSpPr>
          <p:spPr>
            <a:xfrm>
              <a:off x="3344410" y="5238121"/>
              <a:ext cx="2624627" cy="1315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Mean temperature anomaly of the site pair</a:t>
              </a:r>
            </a:p>
          </p:txBody>
        </p:sp>
        <p:sp>
          <p:nvSpPr>
            <p:cNvPr id="367" name="tx366"/>
            <p:cNvSpPr/>
            <p:nvPr/>
          </p:nvSpPr>
          <p:spPr>
            <a:xfrm rot="-5400000">
              <a:off x="-569621" y="3627702"/>
              <a:ext cx="2476537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compositional dissimilarity (D)</a:t>
              </a:r>
            </a:p>
          </p:txBody>
        </p:sp>
        <p:sp>
          <p:nvSpPr>
            <p:cNvPr id="368" name="rc367"/>
            <p:cNvSpPr/>
            <p:nvPr/>
          </p:nvSpPr>
          <p:spPr>
            <a:xfrm>
              <a:off x="1807155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8"/>
            <p:cNvSpPr/>
            <p:nvPr/>
          </p:nvSpPr>
          <p:spPr>
            <a:xfrm>
              <a:off x="1807155" y="5634677"/>
              <a:ext cx="219455" cy="219455"/>
            </a:xfrm>
            <a:prstGeom prst="rect">
              <a:avLst/>
            </a:pr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1829100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0"/>
            <p:cNvSpPr/>
            <p:nvPr/>
          </p:nvSpPr>
          <p:spPr>
            <a:xfrm>
              <a:off x="3097522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1"/>
            <p:cNvSpPr/>
            <p:nvPr/>
          </p:nvSpPr>
          <p:spPr>
            <a:xfrm>
              <a:off x="3097522" y="5634677"/>
              <a:ext cx="219455" cy="219455"/>
            </a:xfrm>
            <a:prstGeom prst="rect">
              <a:avLst/>
            </a:pr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3119468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rc373"/>
            <p:cNvSpPr/>
            <p:nvPr/>
          </p:nvSpPr>
          <p:spPr>
            <a:xfrm>
              <a:off x="4537249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4"/>
            <p:cNvSpPr/>
            <p:nvPr/>
          </p:nvSpPr>
          <p:spPr>
            <a:xfrm>
              <a:off x="4537249" y="5634677"/>
              <a:ext cx="219455" cy="219455"/>
            </a:xfrm>
            <a:prstGeom prst="rect">
              <a:avLst/>
            </a:pr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4559194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rc376"/>
            <p:cNvSpPr/>
            <p:nvPr/>
          </p:nvSpPr>
          <p:spPr>
            <a:xfrm>
              <a:off x="5703251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7"/>
            <p:cNvSpPr/>
            <p:nvPr/>
          </p:nvSpPr>
          <p:spPr>
            <a:xfrm>
              <a:off x="5703251" y="5634677"/>
              <a:ext cx="219455" cy="219455"/>
            </a:xfrm>
            <a:prstGeom prst="rect">
              <a:avLst/>
            </a:pr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25196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rc379"/>
            <p:cNvSpPr/>
            <p:nvPr/>
          </p:nvSpPr>
          <p:spPr>
            <a:xfrm>
              <a:off x="6912854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0"/>
            <p:cNvSpPr/>
            <p:nvPr/>
          </p:nvSpPr>
          <p:spPr>
            <a:xfrm>
              <a:off x="6912854" y="5634677"/>
              <a:ext cx="219455" cy="219455"/>
            </a:xfrm>
            <a:prstGeom prst="rect">
              <a:avLst/>
            </a:pr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934800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tx382"/>
            <p:cNvSpPr/>
            <p:nvPr/>
          </p:nvSpPr>
          <p:spPr>
            <a:xfrm>
              <a:off x="2096200" y="5679602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384" name="tx383"/>
            <p:cNvSpPr/>
            <p:nvPr/>
          </p:nvSpPr>
          <p:spPr>
            <a:xfrm>
              <a:off x="3386567" y="5677420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385" name="tx384"/>
            <p:cNvSpPr/>
            <p:nvPr/>
          </p:nvSpPr>
          <p:spPr>
            <a:xfrm>
              <a:off x="4826294" y="5678293"/>
              <a:ext cx="807367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(low)</a:t>
              </a:r>
            </a:p>
          </p:txBody>
        </p:sp>
        <p:sp>
          <p:nvSpPr>
            <p:cNvPr id="386" name="tx385"/>
            <p:cNvSpPr/>
            <p:nvPr/>
          </p:nvSpPr>
          <p:spPr>
            <a:xfrm>
              <a:off x="5992296" y="5678293"/>
              <a:ext cx="850969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(high)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7201899" y="5701922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388" name="tx387"/>
            <p:cNvSpPr/>
            <p:nvPr/>
          </p:nvSpPr>
          <p:spPr>
            <a:xfrm>
              <a:off x="1146808" y="1945726"/>
              <a:ext cx="7493186" cy="133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Nine-panel summary across Bray-Curtis, Jaccard, and Sorensen total, turnover, and gradient or nestedness components.</a:t>
              </a:r>
            </a:p>
          </p:txBody>
        </p:sp>
        <p:sp>
          <p:nvSpPr>
            <p:cNvPr id="389" name="tx388"/>
            <p:cNvSpPr/>
            <p:nvPr/>
          </p:nvSpPr>
          <p:spPr>
            <a:xfrm>
              <a:off x="1146808" y="1713231"/>
              <a:ext cx="6595340" cy="1594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Compositional dissimilarity responds differently to warming across land-use types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2026-03-26T19:00:03Z</dcterms:modified>
  <cp:category/>
</cp:coreProperties>
</file>