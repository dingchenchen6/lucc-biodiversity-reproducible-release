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Compositional Bray main predictions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547267" y="745738"/>
              <a:ext cx="2760139" cy="517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547267" y="5693439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547267" y="4503633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547267" y="3313828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47267" y="2124023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547267" y="934218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69867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210781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851695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492610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3133524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672728" y="1470762"/>
              <a:ext cx="2509217" cy="2644249"/>
            </a:xfrm>
            <a:custGeom>
              <a:avLst/>
              <a:pathLst>
                <a:path w="2509217" h="2644249">
                  <a:moveTo>
                    <a:pt x="0" y="0"/>
                  </a:moveTo>
                  <a:lnTo>
                    <a:pt x="9688" y="3103"/>
                  </a:lnTo>
                  <a:lnTo>
                    <a:pt x="19376" y="6341"/>
                  </a:lnTo>
                  <a:lnTo>
                    <a:pt x="29064" y="9044"/>
                  </a:lnTo>
                  <a:lnTo>
                    <a:pt x="38752" y="12145"/>
                  </a:lnTo>
                  <a:lnTo>
                    <a:pt x="48440" y="16732"/>
                  </a:lnTo>
                  <a:lnTo>
                    <a:pt x="58128" y="21361"/>
                  </a:lnTo>
                  <a:lnTo>
                    <a:pt x="67816" y="26036"/>
                  </a:lnTo>
                  <a:lnTo>
                    <a:pt x="77504" y="28696"/>
                  </a:lnTo>
                  <a:lnTo>
                    <a:pt x="87192" y="31295"/>
                  </a:lnTo>
                  <a:lnTo>
                    <a:pt x="96880" y="33775"/>
                  </a:lnTo>
                  <a:lnTo>
                    <a:pt x="106569" y="37807"/>
                  </a:lnTo>
                  <a:lnTo>
                    <a:pt x="116257" y="42432"/>
                  </a:lnTo>
                  <a:lnTo>
                    <a:pt x="125945" y="44631"/>
                  </a:lnTo>
                  <a:lnTo>
                    <a:pt x="135633" y="46838"/>
                  </a:lnTo>
                  <a:lnTo>
                    <a:pt x="145321" y="50781"/>
                  </a:lnTo>
                  <a:lnTo>
                    <a:pt x="155009" y="54620"/>
                  </a:lnTo>
                  <a:lnTo>
                    <a:pt x="164697" y="57779"/>
                  </a:lnTo>
                  <a:lnTo>
                    <a:pt x="174385" y="61546"/>
                  </a:lnTo>
                  <a:lnTo>
                    <a:pt x="184073" y="64152"/>
                  </a:lnTo>
                  <a:lnTo>
                    <a:pt x="193761" y="67012"/>
                  </a:lnTo>
                  <a:lnTo>
                    <a:pt x="203450" y="71734"/>
                  </a:lnTo>
                  <a:lnTo>
                    <a:pt x="213138" y="74138"/>
                  </a:lnTo>
                  <a:lnTo>
                    <a:pt x="222826" y="76484"/>
                  </a:lnTo>
                  <a:lnTo>
                    <a:pt x="232514" y="78858"/>
                  </a:lnTo>
                  <a:lnTo>
                    <a:pt x="242202" y="81967"/>
                  </a:lnTo>
                  <a:lnTo>
                    <a:pt x="251890" y="85116"/>
                  </a:lnTo>
                  <a:lnTo>
                    <a:pt x="261578" y="88431"/>
                  </a:lnTo>
                  <a:lnTo>
                    <a:pt x="271266" y="94493"/>
                  </a:lnTo>
                  <a:lnTo>
                    <a:pt x="280954" y="97258"/>
                  </a:lnTo>
                  <a:lnTo>
                    <a:pt x="290642" y="100780"/>
                  </a:lnTo>
                  <a:lnTo>
                    <a:pt x="300331" y="103221"/>
                  </a:lnTo>
                  <a:lnTo>
                    <a:pt x="310019" y="106313"/>
                  </a:lnTo>
                  <a:lnTo>
                    <a:pt x="319707" y="109056"/>
                  </a:lnTo>
                  <a:lnTo>
                    <a:pt x="329395" y="114001"/>
                  </a:lnTo>
                  <a:lnTo>
                    <a:pt x="339083" y="116768"/>
                  </a:lnTo>
                  <a:lnTo>
                    <a:pt x="348771" y="121475"/>
                  </a:lnTo>
                  <a:lnTo>
                    <a:pt x="358459" y="124915"/>
                  </a:lnTo>
                  <a:lnTo>
                    <a:pt x="368147" y="128530"/>
                  </a:lnTo>
                  <a:lnTo>
                    <a:pt x="377835" y="131359"/>
                  </a:lnTo>
                  <a:lnTo>
                    <a:pt x="387523" y="135231"/>
                  </a:lnTo>
                  <a:lnTo>
                    <a:pt x="397212" y="139050"/>
                  </a:lnTo>
                  <a:lnTo>
                    <a:pt x="406900" y="141996"/>
                  </a:lnTo>
                  <a:lnTo>
                    <a:pt x="416588" y="145618"/>
                  </a:lnTo>
                  <a:lnTo>
                    <a:pt x="426276" y="148442"/>
                  </a:lnTo>
                  <a:lnTo>
                    <a:pt x="435964" y="150033"/>
                  </a:lnTo>
                  <a:lnTo>
                    <a:pt x="445652" y="151849"/>
                  </a:lnTo>
                  <a:lnTo>
                    <a:pt x="455340" y="153608"/>
                  </a:lnTo>
                  <a:lnTo>
                    <a:pt x="465028" y="156975"/>
                  </a:lnTo>
                  <a:lnTo>
                    <a:pt x="474716" y="160154"/>
                  </a:lnTo>
                  <a:lnTo>
                    <a:pt x="484404" y="163066"/>
                  </a:lnTo>
                  <a:lnTo>
                    <a:pt x="494093" y="166098"/>
                  </a:lnTo>
                  <a:lnTo>
                    <a:pt x="503781" y="168022"/>
                  </a:lnTo>
                  <a:lnTo>
                    <a:pt x="513469" y="169711"/>
                  </a:lnTo>
                  <a:lnTo>
                    <a:pt x="523157" y="173734"/>
                  </a:lnTo>
                  <a:lnTo>
                    <a:pt x="532845" y="177776"/>
                  </a:lnTo>
                  <a:lnTo>
                    <a:pt x="542533" y="181035"/>
                  </a:lnTo>
                  <a:lnTo>
                    <a:pt x="552221" y="183753"/>
                  </a:lnTo>
                  <a:lnTo>
                    <a:pt x="561909" y="185890"/>
                  </a:lnTo>
                  <a:lnTo>
                    <a:pt x="571597" y="188739"/>
                  </a:lnTo>
                  <a:lnTo>
                    <a:pt x="581285" y="191427"/>
                  </a:lnTo>
                  <a:lnTo>
                    <a:pt x="590974" y="193753"/>
                  </a:lnTo>
                  <a:lnTo>
                    <a:pt x="600662" y="196090"/>
                  </a:lnTo>
                  <a:lnTo>
                    <a:pt x="610350" y="198434"/>
                  </a:lnTo>
                  <a:lnTo>
                    <a:pt x="620038" y="200805"/>
                  </a:lnTo>
                  <a:lnTo>
                    <a:pt x="629726" y="203184"/>
                  </a:lnTo>
                  <a:lnTo>
                    <a:pt x="639414" y="205834"/>
                  </a:lnTo>
                  <a:lnTo>
                    <a:pt x="649102" y="209316"/>
                  </a:lnTo>
                  <a:lnTo>
                    <a:pt x="658790" y="212900"/>
                  </a:lnTo>
                  <a:lnTo>
                    <a:pt x="668478" y="215182"/>
                  </a:lnTo>
                  <a:lnTo>
                    <a:pt x="678166" y="218299"/>
                  </a:lnTo>
                  <a:lnTo>
                    <a:pt x="687855" y="221425"/>
                  </a:lnTo>
                  <a:lnTo>
                    <a:pt x="697543" y="224594"/>
                  </a:lnTo>
                  <a:lnTo>
                    <a:pt x="707231" y="227776"/>
                  </a:lnTo>
                  <a:lnTo>
                    <a:pt x="716919" y="229289"/>
                  </a:lnTo>
                  <a:lnTo>
                    <a:pt x="726607" y="231705"/>
                  </a:lnTo>
                  <a:lnTo>
                    <a:pt x="736295" y="232426"/>
                  </a:lnTo>
                  <a:lnTo>
                    <a:pt x="745983" y="233147"/>
                  </a:lnTo>
                  <a:lnTo>
                    <a:pt x="755671" y="234665"/>
                  </a:lnTo>
                  <a:lnTo>
                    <a:pt x="765359" y="237983"/>
                  </a:lnTo>
                  <a:lnTo>
                    <a:pt x="775047" y="241341"/>
                  </a:lnTo>
                  <a:lnTo>
                    <a:pt x="784736" y="242948"/>
                  </a:lnTo>
                  <a:lnTo>
                    <a:pt x="794424" y="244270"/>
                  </a:lnTo>
                  <a:lnTo>
                    <a:pt x="804112" y="246355"/>
                  </a:lnTo>
                  <a:lnTo>
                    <a:pt x="813800" y="248795"/>
                  </a:lnTo>
                  <a:lnTo>
                    <a:pt x="823488" y="249496"/>
                  </a:lnTo>
                  <a:lnTo>
                    <a:pt x="833176" y="251591"/>
                  </a:lnTo>
                  <a:lnTo>
                    <a:pt x="842864" y="254374"/>
                  </a:lnTo>
                  <a:lnTo>
                    <a:pt x="852552" y="256914"/>
                  </a:lnTo>
                  <a:lnTo>
                    <a:pt x="862240" y="258212"/>
                  </a:lnTo>
                  <a:lnTo>
                    <a:pt x="871928" y="260684"/>
                  </a:lnTo>
                  <a:lnTo>
                    <a:pt x="881617" y="262967"/>
                  </a:lnTo>
                  <a:lnTo>
                    <a:pt x="891305" y="266780"/>
                  </a:lnTo>
                  <a:lnTo>
                    <a:pt x="900993" y="270637"/>
                  </a:lnTo>
                  <a:lnTo>
                    <a:pt x="910681" y="274446"/>
                  </a:lnTo>
                  <a:lnTo>
                    <a:pt x="920369" y="276838"/>
                  </a:lnTo>
                  <a:lnTo>
                    <a:pt x="930057" y="278976"/>
                  </a:lnTo>
                  <a:lnTo>
                    <a:pt x="939745" y="280955"/>
                  </a:lnTo>
                  <a:lnTo>
                    <a:pt x="949433" y="284516"/>
                  </a:lnTo>
                  <a:lnTo>
                    <a:pt x="959121" y="286160"/>
                  </a:lnTo>
                  <a:lnTo>
                    <a:pt x="968809" y="287351"/>
                  </a:lnTo>
                  <a:lnTo>
                    <a:pt x="978498" y="288542"/>
                  </a:lnTo>
                  <a:lnTo>
                    <a:pt x="988186" y="291171"/>
                  </a:lnTo>
                  <a:lnTo>
                    <a:pt x="997874" y="294248"/>
                  </a:lnTo>
                  <a:lnTo>
                    <a:pt x="1007562" y="297333"/>
                  </a:lnTo>
                  <a:lnTo>
                    <a:pt x="1017250" y="299374"/>
                  </a:lnTo>
                  <a:lnTo>
                    <a:pt x="1026938" y="300986"/>
                  </a:lnTo>
                  <a:lnTo>
                    <a:pt x="1036626" y="302686"/>
                  </a:lnTo>
                  <a:lnTo>
                    <a:pt x="1046314" y="304730"/>
                  </a:lnTo>
                  <a:lnTo>
                    <a:pt x="1056002" y="306497"/>
                  </a:lnTo>
                  <a:lnTo>
                    <a:pt x="1065690" y="308267"/>
                  </a:lnTo>
                  <a:lnTo>
                    <a:pt x="1075379" y="309464"/>
                  </a:lnTo>
                  <a:lnTo>
                    <a:pt x="1085067" y="311639"/>
                  </a:lnTo>
                  <a:lnTo>
                    <a:pt x="1094755" y="313871"/>
                  </a:lnTo>
                  <a:lnTo>
                    <a:pt x="1104443" y="316230"/>
                  </a:lnTo>
                  <a:lnTo>
                    <a:pt x="1114131" y="318594"/>
                  </a:lnTo>
                  <a:lnTo>
                    <a:pt x="1123819" y="319205"/>
                  </a:lnTo>
                  <a:lnTo>
                    <a:pt x="1133507" y="321287"/>
                  </a:lnTo>
                  <a:lnTo>
                    <a:pt x="1143195" y="323170"/>
                  </a:lnTo>
                  <a:lnTo>
                    <a:pt x="1152883" y="325027"/>
                  </a:lnTo>
                  <a:lnTo>
                    <a:pt x="1162571" y="326563"/>
                  </a:lnTo>
                  <a:lnTo>
                    <a:pt x="1172260" y="328100"/>
                  </a:lnTo>
                  <a:lnTo>
                    <a:pt x="1181948" y="329842"/>
                  </a:lnTo>
                  <a:lnTo>
                    <a:pt x="1191636" y="331650"/>
                  </a:lnTo>
                  <a:lnTo>
                    <a:pt x="1201324" y="333460"/>
                  </a:lnTo>
                  <a:lnTo>
                    <a:pt x="1211012" y="335274"/>
                  </a:lnTo>
                  <a:lnTo>
                    <a:pt x="1220700" y="337112"/>
                  </a:lnTo>
                  <a:lnTo>
                    <a:pt x="1230388" y="339371"/>
                  </a:lnTo>
                  <a:lnTo>
                    <a:pt x="1240076" y="340733"/>
                  </a:lnTo>
                  <a:lnTo>
                    <a:pt x="1249764" y="342564"/>
                  </a:lnTo>
                  <a:lnTo>
                    <a:pt x="1259452" y="343381"/>
                  </a:lnTo>
                  <a:lnTo>
                    <a:pt x="1269141" y="344308"/>
                  </a:lnTo>
                  <a:lnTo>
                    <a:pt x="1278829" y="346006"/>
                  </a:lnTo>
                  <a:lnTo>
                    <a:pt x="1288517" y="346621"/>
                  </a:lnTo>
                  <a:lnTo>
                    <a:pt x="1298205" y="348188"/>
                  </a:lnTo>
                  <a:lnTo>
                    <a:pt x="1307893" y="351233"/>
                  </a:lnTo>
                  <a:lnTo>
                    <a:pt x="1317581" y="353040"/>
                  </a:lnTo>
                  <a:lnTo>
                    <a:pt x="1327269" y="352877"/>
                  </a:lnTo>
                  <a:lnTo>
                    <a:pt x="1336957" y="354414"/>
                  </a:lnTo>
                  <a:lnTo>
                    <a:pt x="1346645" y="356922"/>
                  </a:lnTo>
                  <a:lnTo>
                    <a:pt x="1356333" y="358565"/>
                  </a:lnTo>
                  <a:lnTo>
                    <a:pt x="1366022" y="358982"/>
                  </a:lnTo>
                  <a:lnTo>
                    <a:pt x="1375710" y="358979"/>
                  </a:lnTo>
                  <a:lnTo>
                    <a:pt x="1385398" y="359869"/>
                  </a:lnTo>
                  <a:lnTo>
                    <a:pt x="1395086" y="360230"/>
                  </a:lnTo>
                  <a:lnTo>
                    <a:pt x="1404774" y="361102"/>
                  </a:lnTo>
                  <a:lnTo>
                    <a:pt x="1414462" y="364167"/>
                  </a:lnTo>
                  <a:lnTo>
                    <a:pt x="1424150" y="364567"/>
                  </a:lnTo>
                  <a:lnTo>
                    <a:pt x="1433838" y="365839"/>
                  </a:lnTo>
                  <a:lnTo>
                    <a:pt x="1443526" y="367385"/>
                  </a:lnTo>
                  <a:lnTo>
                    <a:pt x="1453214" y="368933"/>
                  </a:lnTo>
                  <a:lnTo>
                    <a:pt x="1462903" y="367389"/>
                  </a:lnTo>
                  <a:lnTo>
                    <a:pt x="1472591" y="367748"/>
                  </a:lnTo>
                  <a:lnTo>
                    <a:pt x="1482279" y="370019"/>
                  </a:lnTo>
                  <a:lnTo>
                    <a:pt x="1491967" y="372432"/>
                  </a:lnTo>
                  <a:lnTo>
                    <a:pt x="1501655" y="374984"/>
                  </a:lnTo>
                  <a:lnTo>
                    <a:pt x="1511343" y="374159"/>
                  </a:lnTo>
                  <a:lnTo>
                    <a:pt x="1521031" y="373013"/>
                  </a:lnTo>
                  <a:lnTo>
                    <a:pt x="1530719" y="370827"/>
                  </a:lnTo>
                  <a:lnTo>
                    <a:pt x="1540407" y="371190"/>
                  </a:lnTo>
                  <a:lnTo>
                    <a:pt x="1550095" y="370185"/>
                  </a:lnTo>
                  <a:lnTo>
                    <a:pt x="1559784" y="369630"/>
                  </a:lnTo>
                  <a:lnTo>
                    <a:pt x="1569472" y="369854"/>
                  </a:lnTo>
                  <a:lnTo>
                    <a:pt x="1579160" y="368319"/>
                  </a:lnTo>
                  <a:lnTo>
                    <a:pt x="1588848" y="369409"/>
                  </a:lnTo>
                  <a:lnTo>
                    <a:pt x="1598536" y="370545"/>
                  </a:lnTo>
                  <a:lnTo>
                    <a:pt x="1608224" y="370494"/>
                  </a:lnTo>
                  <a:lnTo>
                    <a:pt x="1617912" y="368909"/>
                  </a:lnTo>
                  <a:lnTo>
                    <a:pt x="1627600" y="367216"/>
                  </a:lnTo>
                  <a:lnTo>
                    <a:pt x="1637288" y="365525"/>
                  </a:lnTo>
                  <a:lnTo>
                    <a:pt x="1646976" y="363837"/>
                  </a:lnTo>
                  <a:lnTo>
                    <a:pt x="1656665" y="362151"/>
                  </a:lnTo>
                  <a:lnTo>
                    <a:pt x="1666353" y="360739"/>
                  </a:lnTo>
                  <a:lnTo>
                    <a:pt x="1676041" y="363288"/>
                  </a:lnTo>
                  <a:lnTo>
                    <a:pt x="1685729" y="365855"/>
                  </a:lnTo>
                  <a:lnTo>
                    <a:pt x="1695417" y="368428"/>
                  </a:lnTo>
                  <a:lnTo>
                    <a:pt x="1705105" y="371006"/>
                  </a:lnTo>
                  <a:lnTo>
                    <a:pt x="1714793" y="373591"/>
                  </a:lnTo>
                  <a:lnTo>
                    <a:pt x="1724481" y="376181"/>
                  </a:lnTo>
                  <a:lnTo>
                    <a:pt x="1734169" y="378365"/>
                  </a:lnTo>
                  <a:lnTo>
                    <a:pt x="1743857" y="376838"/>
                  </a:lnTo>
                  <a:lnTo>
                    <a:pt x="1753546" y="375313"/>
                  </a:lnTo>
                  <a:lnTo>
                    <a:pt x="1763234" y="373791"/>
                  </a:lnTo>
                  <a:lnTo>
                    <a:pt x="1772922" y="372270"/>
                  </a:lnTo>
                  <a:lnTo>
                    <a:pt x="1782610" y="370752"/>
                  </a:lnTo>
                  <a:lnTo>
                    <a:pt x="1792298" y="371536"/>
                  </a:lnTo>
                  <a:lnTo>
                    <a:pt x="1801986" y="373399"/>
                  </a:lnTo>
                  <a:lnTo>
                    <a:pt x="1811674" y="375342"/>
                  </a:lnTo>
                  <a:lnTo>
                    <a:pt x="1821362" y="374833"/>
                  </a:lnTo>
                  <a:lnTo>
                    <a:pt x="1831050" y="375790"/>
                  </a:lnTo>
                  <a:lnTo>
                    <a:pt x="1840738" y="378211"/>
                  </a:lnTo>
                  <a:lnTo>
                    <a:pt x="1850427" y="379976"/>
                  </a:lnTo>
                  <a:lnTo>
                    <a:pt x="1860115" y="380095"/>
                  </a:lnTo>
                  <a:lnTo>
                    <a:pt x="1869803" y="380214"/>
                  </a:lnTo>
                  <a:lnTo>
                    <a:pt x="1879491" y="380333"/>
                  </a:lnTo>
                  <a:lnTo>
                    <a:pt x="1889179" y="380452"/>
                  </a:lnTo>
                  <a:lnTo>
                    <a:pt x="1898867" y="381163"/>
                  </a:lnTo>
                  <a:lnTo>
                    <a:pt x="1908555" y="381984"/>
                  </a:lnTo>
                  <a:lnTo>
                    <a:pt x="1918243" y="381767"/>
                  </a:lnTo>
                  <a:lnTo>
                    <a:pt x="1927931" y="381169"/>
                  </a:lnTo>
                  <a:lnTo>
                    <a:pt x="1937619" y="380903"/>
                  </a:lnTo>
                  <a:lnTo>
                    <a:pt x="1947308" y="380975"/>
                  </a:lnTo>
                  <a:lnTo>
                    <a:pt x="1956996" y="381047"/>
                  </a:lnTo>
                  <a:lnTo>
                    <a:pt x="1966684" y="381119"/>
                  </a:lnTo>
                  <a:lnTo>
                    <a:pt x="1976372" y="381190"/>
                  </a:lnTo>
                  <a:lnTo>
                    <a:pt x="1986060" y="381262"/>
                  </a:lnTo>
                  <a:lnTo>
                    <a:pt x="1995748" y="381334"/>
                  </a:lnTo>
                  <a:lnTo>
                    <a:pt x="2005436" y="381325"/>
                  </a:lnTo>
                  <a:lnTo>
                    <a:pt x="2015124" y="381286"/>
                  </a:lnTo>
                  <a:lnTo>
                    <a:pt x="2024812" y="380727"/>
                  </a:lnTo>
                  <a:lnTo>
                    <a:pt x="2034500" y="379177"/>
                  </a:lnTo>
                  <a:lnTo>
                    <a:pt x="2044188" y="378988"/>
                  </a:lnTo>
                  <a:lnTo>
                    <a:pt x="2053877" y="379625"/>
                  </a:lnTo>
                  <a:lnTo>
                    <a:pt x="2063565" y="380262"/>
                  </a:lnTo>
                  <a:lnTo>
                    <a:pt x="2073253" y="380992"/>
                  </a:lnTo>
                  <a:lnTo>
                    <a:pt x="2082941" y="381512"/>
                  </a:lnTo>
                  <a:lnTo>
                    <a:pt x="2092629" y="382123"/>
                  </a:lnTo>
                  <a:lnTo>
                    <a:pt x="2102317" y="382392"/>
                  </a:lnTo>
                  <a:lnTo>
                    <a:pt x="2112005" y="382478"/>
                  </a:lnTo>
                  <a:lnTo>
                    <a:pt x="2121693" y="382564"/>
                  </a:lnTo>
                  <a:lnTo>
                    <a:pt x="2131381" y="382569"/>
                  </a:lnTo>
                  <a:lnTo>
                    <a:pt x="2141069" y="382478"/>
                  </a:lnTo>
                  <a:lnTo>
                    <a:pt x="2150758" y="382844"/>
                  </a:lnTo>
                  <a:lnTo>
                    <a:pt x="2160446" y="382909"/>
                  </a:lnTo>
                  <a:lnTo>
                    <a:pt x="2170134" y="382993"/>
                  </a:lnTo>
                  <a:lnTo>
                    <a:pt x="2179822" y="383079"/>
                  </a:lnTo>
                  <a:lnTo>
                    <a:pt x="2189510" y="383165"/>
                  </a:lnTo>
                  <a:lnTo>
                    <a:pt x="2199198" y="383250"/>
                  </a:lnTo>
                  <a:lnTo>
                    <a:pt x="2208886" y="383336"/>
                  </a:lnTo>
                  <a:lnTo>
                    <a:pt x="2218574" y="383422"/>
                  </a:lnTo>
                  <a:lnTo>
                    <a:pt x="2228262" y="383508"/>
                  </a:lnTo>
                  <a:lnTo>
                    <a:pt x="2237950" y="383594"/>
                  </a:lnTo>
                  <a:lnTo>
                    <a:pt x="2247639" y="383680"/>
                  </a:lnTo>
                  <a:lnTo>
                    <a:pt x="2257327" y="383765"/>
                  </a:lnTo>
                  <a:lnTo>
                    <a:pt x="2267015" y="383851"/>
                  </a:lnTo>
                  <a:lnTo>
                    <a:pt x="2276703" y="383937"/>
                  </a:lnTo>
                  <a:lnTo>
                    <a:pt x="2286391" y="384023"/>
                  </a:lnTo>
                  <a:lnTo>
                    <a:pt x="2296079" y="384115"/>
                  </a:lnTo>
                  <a:lnTo>
                    <a:pt x="2305767" y="384236"/>
                  </a:lnTo>
                  <a:lnTo>
                    <a:pt x="2315455" y="384356"/>
                  </a:lnTo>
                  <a:lnTo>
                    <a:pt x="2325143" y="384477"/>
                  </a:lnTo>
                  <a:lnTo>
                    <a:pt x="2334831" y="385306"/>
                  </a:lnTo>
                  <a:lnTo>
                    <a:pt x="2344520" y="386612"/>
                  </a:lnTo>
                  <a:lnTo>
                    <a:pt x="2354208" y="387918"/>
                  </a:lnTo>
                  <a:lnTo>
                    <a:pt x="2363896" y="389226"/>
                  </a:lnTo>
                  <a:lnTo>
                    <a:pt x="2373584" y="390536"/>
                  </a:lnTo>
                  <a:lnTo>
                    <a:pt x="2383272" y="391847"/>
                  </a:lnTo>
                  <a:lnTo>
                    <a:pt x="2392960" y="393159"/>
                  </a:lnTo>
                  <a:lnTo>
                    <a:pt x="2402648" y="394473"/>
                  </a:lnTo>
                  <a:lnTo>
                    <a:pt x="2412336" y="393705"/>
                  </a:lnTo>
                  <a:lnTo>
                    <a:pt x="2422024" y="392884"/>
                  </a:lnTo>
                  <a:lnTo>
                    <a:pt x="2431712" y="392063"/>
                  </a:lnTo>
                  <a:lnTo>
                    <a:pt x="2441401" y="391243"/>
                  </a:lnTo>
                  <a:lnTo>
                    <a:pt x="2451089" y="390423"/>
                  </a:lnTo>
                  <a:lnTo>
                    <a:pt x="2460777" y="389604"/>
                  </a:lnTo>
                  <a:lnTo>
                    <a:pt x="2470465" y="388785"/>
                  </a:lnTo>
                  <a:lnTo>
                    <a:pt x="2480153" y="387967"/>
                  </a:lnTo>
                  <a:lnTo>
                    <a:pt x="2489841" y="387149"/>
                  </a:lnTo>
                  <a:lnTo>
                    <a:pt x="2499529" y="386333"/>
                  </a:lnTo>
                  <a:lnTo>
                    <a:pt x="2509217" y="386175"/>
                  </a:lnTo>
                  <a:lnTo>
                    <a:pt x="2509217" y="2644249"/>
                  </a:lnTo>
                  <a:lnTo>
                    <a:pt x="2499529" y="2636546"/>
                  </a:lnTo>
                  <a:lnTo>
                    <a:pt x="2489841" y="2628824"/>
                  </a:lnTo>
                  <a:lnTo>
                    <a:pt x="2480153" y="2621083"/>
                  </a:lnTo>
                  <a:lnTo>
                    <a:pt x="2470465" y="2613324"/>
                  </a:lnTo>
                  <a:lnTo>
                    <a:pt x="2460777" y="2605546"/>
                  </a:lnTo>
                  <a:lnTo>
                    <a:pt x="2451089" y="2597750"/>
                  </a:lnTo>
                  <a:lnTo>
                    <a:pt x="2441401" y="2587864"/>
                  </a:lnTo>
                  <a:lnTo>
                    <a:pt x="2431712" y="2577891"/>
                  </a:lnTo>
                  <a:lnTo>
                    <a:pt x="2422024" y="2567890"/>
                  </a:lnTo>
                  <a:lnTo>
                    <a:pt x="2412336" y="2557860"/>
                  </a:lnTo>
                  <a:lnTo>
                    <a:pt x="2402648" y="2548863"/>
                  </a:lnTo>
                  <a:lnTo>
                    <a:pt x="2392960" y="2541466"/>
                  </a:lnTo>
                  <a:lnTo>
                    <a:pt x="2383272" y="2534049"/>
                  </a:lnTo>
                  <a:lnTo>
                    <a:pt x="2373584" y="2526618"/>
                  </a:lnTo>
                  <a:lnTo>
                    <a:pt x="2363896" y="2519135"/>
                  </a:lnTo>
                  <a:lnTo>
                    <a:pt x="2354208" y="2509760"/>
                  </a:lnTo>
                  <a:lnTo>
                    <a:pt x="2344520" y="2498908"/>
                  </a:lnTo>
                  <a:lnTo>
                    <a:pt x="2334831" y="2489538"/>
                  </a:lnTo>
                  <a:lnTo>
                    <a:pt x="2325143" y="2481363"/>
                  </a:lnTo>
                  <a:lnTo>
                    <a:pt x="2315455" y="2473155"/>
                  </a:lnTo>
                  <a:lnTo>
                    <a:pt x="2305767" y="2463106"/>
                  </a:lnTo>
                  <a:lnTo>
                    <a:pt x="2296079" y="2452533"/>
                  </a:lnTo>
                  <a:lnTo>
                    <a:pt x="2286391" y="2441909"/>
                  </a:lnTo>
                  <a:lnTo>
                    <a:pt x="2276703" y="2431246"/>
                  </a:lnTo>
                  <a:lnTo>
                    <a:pt x="2267015" y="2420548"/>
                  </a:lnTo>
                  <a:lnTo>
                    <a:pt x="2257327" y="2409825"/>
                  </a:lnTo>
                  <a:lnTo>
                    <a:pt x="2247639" y="2401136"/>
                  </a:lnTo>
                  <a:lnTo>
                    <a:pt x="2237950" y="2392431"/>
                  </a:lnTo>
                  <a:lnTo>
                    <a:pt x="2228262" y="2383711"/>
                  </a:lnTo>
                  <a:lnTo>
                    <a:pt x="2218574" y="2374108"/>
                  </a:lnTo>
                  <a:lnTo>
                    <a:pt x="2208886" y="2363578"/>
                  </a:lnTo>
                  <a:lnTo>
                    <a:pt x="2199198" y="2353027"/>
                  </a:lnTo>
                  <a:lnTo>
                    <a:pt x="2189510" y="2342454"/>
                  </a:lnTo>
                  <a:lnTo>
                    <a:pt x="2179822" y="2331861"/>
                  </a:lnTo>
                  <a:lnTo>
                    <a:pt x="2170134" y="2321198"/>
                  </a:lnTo>
                  <a:lnTo>
                    <a:pt x="2160446" y="2310462"/>
                  </a:lnTo>
                  <a:lnTo>
                    <a:pt x="2150758" y="2299707"/>
                  </a:lnTo>
                  <a:lnTo>
                    <a:pt x="2141069" y="2288933"/>
                  </a:lnTo>
                  <a:lnTo>
                    <a:pt x="2131381" y="2277736"/>
                  </a:lnTo>
                  <a:lnTo>
                    <a:pt x="2121693" y="2266632"/>
                  </a:lnTo>
                  <a:lnTo>
                    <a:pt x="2112005" y="2256658"/>
                  </a:lnTo>
                  <a:lnTo>
                    <a:pt x="2102317" y="2245926"/>
                  </a:lnTo>
                  <a:lnTo>
                    <a:pt x="2092629" y="2235176"/>
                  </a:lnTo>
                  <a:lnTo>
                    <a:pt x="2082941" y="2224410"/>
                  </a:lnTo>
                  <a:lnTo>
                    <a:pt x="2073253" y="2213628"/>
                  </a:lnTo>
                  <a:lnTo>
                    <a:pt x="2063565" y="2202830"/>
                  </a:lnTo>
                  <a:lnTo>
                    <a:pt x="2053877" y="2192018"/>
                  </a:lnTo>
                  <a:lnTo>
                    <a:pt x="2044188" y="2181142"/>
                  </a:lnTo>
                  <a:lnTo>
                    <a:pt x="2034500" y="2170247"/>
                  </a:lnTo>
                  <a:lnTo>
                    <a:pt x="2024812" y="2159337"/>
                  </a:lnTo>
                  <a:lnTo>
                    <a:pt x="2015124" y="2148414"/>
                  </a:lnTo>
                  <a:lnTo>
                    <a:pt x="2005436" y="2137463"/>
                  </a:lnTo>
                  <a:lnTo>
                    <a:pt x="1995748" y="2126498"/>
                  </a:lnTo>
                  <a:lnTo>
                    <a:pt x="1986060" y="2115475"/>
                  </a:lnTo>
                  <a:lnTo>
                    <a:pt x="1976372" y="2107227"/>
                  </a:lnTo>
                  <a:lnTo>
                    <a:pt x="1966684" y="2099127"/>
                  </a:lnTo>
                  <a:lnTo>
                    <a:pt x="1956996" y="2088309"/>
                  </a:lnTo>
                  <a:lnTo>
                    <a:pt x="1947308" y="2076658"/>
                  </a:lnTo>
                  <a:lnTo>
                    <a:pt x="1937619" y="2069040"/>
                  </a:lnTo>
                  <a:lnTo>
                    <a:pt x="1927931" y="2059802"/>
                  </a:lnTo>
                  <a:lnTo>
                    <a:pt x="1918243" y="2050041"/>
                  </a:lnTo>
                  <a:lnTo>
                    <a:pt x="1908555" y="2039282"/>
                  </a:lnTo>
                  <a:lnTo>
                    <a:pt x="1898867" y="2028746"/>
                  </a:lnTo>
                  <a:lnTo>
                    <a:pt x="1889179" y="2017335"/>
                  </a:lnTo>
                  <a:lnTo>
                    <a:pt x="1879491" y="2006489"/>
                  </a:lnTo>
                  <a:lnTo>
                    <a:pt x="1869803" y="1999636"/>
                  </a:lnTo>
                  <a:lnTo>
                    <a:pt x="1860115" y="1988740"/>
                  </a:lnTo>
                  <a:lnTo>
                    <a:pt x="1850427" y="1977471"/>
                  </a:lnTo>
                  <a:lnTo>
                    <a:pt x="1840738" y="1966177"/>
                  </a:lnTo>
                  <a:lnTo>
                    <a:pt x="1831050" y="1954878"/>
                  </a:lnTo>
                  <a:lnTo>
                    <a:pt x="1821362" y="1943827"/>
                  </a:lnTo>
                  <a:lnTo>
                    <a:pt x="1811674" y="1935066"/>
                  </a:lnTo>
                  <a:lnTo>
                    <a:pt x="1801986" y="1926296"/>
                  </a:lnTo>
                  <a:lnTo>
                    <a:pt x="1792298" y="1916740"/>
                  </a:lnTo>
                  <a:lnTo>
                    <a:pt x="1782610" y="1906806"/>
                  </a:lnTo>
                  <a:lnTo>
                    <a:pt x="1772922" y="1896009"/>
                  </a:lnTo>
                  <a:lnTo>
                    <a:pt x="1763234" y="1885408"/>
                  </a:lnTo>
                  <a:lnTo>
                    <a:pt x="1753546" y="1879347"/>
                  </a:lnTo>
                  <a:lnTo>
                    <a:pt x="1743857" y="1873286"/>
                  </a:lnTo>
                  <a:lnTo>
                    <a:pt x="1734169" y="1865285"/>
                  </a:lnTo>
                  <a:lnTo>
                    <a:pt x="1724481" y="1856553"/>
                  </a:lnTo>
                  <a:lnTo>
                    <a:pt x="1714793" y="1845301"/>
                  </a:lnTo>
                  <a:lnTo>
                    <a:pt x="1705105" y="1832551"/>
                  </a:lnTo>
                  <a:lnTo>
                    <a:pt x="1695417" y="1819802"/>
                  </a:lnTo>
                  <a:lnTo>
                    <a:pt x="1685729" y="1806952"/>
                  </a:lnTo>
                  <a:lnTo>
                    <a:pt x="1676041" y="1796905"/>
                  </a:lnTo>
                  <a:lnTo>
                    <a:pt x="1666353" y="1787926"/>
                  </a:lnTo>
                  <a:lnTo>
                    <a:pt x="1656665" y="1780261"/>
                  </a:lnTo>
                  <a:lnTo>
                    <a:pt x="1646976" y="1772030"/>
                  </a:lnTo>
                  <a:lnTo>
                    <a:pt x="1637288" y="1763800"/>
                  </a:lnTo>
                  <a:lnTo>
                    <a:pt x="1627600" y="1755561"/>
                  </a:lnTo>
                  <a:lnTo>
                    <a:pt x="1617912" y="1745838"/>
                  </a:lnTo>
                  <a:lnTo>
                    <a:pt x="1608224" y="1736203"/>
                  </a:lnTo>
                  <a:lnTo>
                    <a:pt x="1598536" y="1724081"/>
                  </a:lnTo>
                  <a:lnTo>
                    <a:pt x="1588848" y="1710590"/>
                  </a:lnTo>
                  <a:lnTo>
                    <a:pt x="1579160" y="1701576"/>
                  </a:lnTo>
                  <a:lnTo>
                    <a:pt x="1569472" y="1692801"/>
                  </a:lnTo>
                  <a:lnTo>
                    <a:pt x="1559784" y="1683933"/>
                  </a:lnTo>
                  <a:lnTo>
                    <a:pt x="1550095" y="1675069"/>
                  </a:lnTo>
                  <a:lnTo>
                    <a:pt x="1540407" y="1666211"/>
                  </a:lnTo>
                  <a:lnTo>
                    <a:pt x="1530719" y="1654682"/>
                  </a:lnTo>
                  <a:lnTo>
                    <a:pt x="1521031" y="1642612"/>
                  </a:lnTo>
                  <a:lnTo>
                    <a:pt x="1511343" y="1630552"/>
                  </a:lnTo>
                  <a:lnTo>
                    <a:pt x="1501655" y="1619943"/>
                  </a:lnTo>
                  <a:lnTo>
                    <a:pt x="1491967" y="1613312"/>
                  </a:lnTo>
                  <a:lnTo>
                    <a:pt x="1482279" y="1608886"/>
                  </a:lnTo>
                  <a:lnTo>
                    <a:pt x="1472591" y="1597658"/>
                  </a:lnTo>
                  <a:lnTo>
                    <a:pt x="1462903" y="1587536"/>
                  </a:lnTo>
                  <a:lnTo>
                    <a:pt x="1453214" y="1583072"/>
                  </a:lnTo>
                  <a:lnTo>
                    <a:pt x="1443526" y="1578649"/>
                  </a:lnTo>
                  <a:lnTo>
                    <a:pt x="1433838" y="1570114"/>
                  </a:lnTo>
                  <a:lnTo>
                    <a:pt x="1424150" y="1561382"/>
                  </a:lnTo>
                  <a:lnTo>
                    <a:pt x="1414462" y="1552535"/>
                  </a:lnTo>
                  <a:lnTo>
                    <a:pt x="1404774" y="1542617"/>
                  </a:lnTo>
                  <a:lnTo>
                    <a:pt x="1395086" y="1532709"/>
                  </a:lnTo>
                  <a:lnTo>
                    <a:pt x="1385398" y="1523788"/>
                  </a:lnTo>
                  <a:lnTo>
                    <a:pt x="1375710" y="1516345"/>
                  </a:lnTo>
                  <a:lnTo>
                    <a:pt x="1366022" y="1508907"/>
                  </a:lnTo>
                  <a:lnTo>
                    <a:pt x="1356333" y="1500697"/>
                  </a:lnTo>
                  <a:lnTo>
                    <a:pt x="1346645" y="1492095"/>
                  </a:lnTo>
                  <a:lnTo>
                    <a:pt x="1336957" y="1482935"/>
                  </a:lnTo>
                  <a:lnTo>
                    <a:pt x="1327269" y="1474809"/>
                  </a:lnTo>
                  <a:lnTo>
                    <a:pt x="1317581" y="1466680"/>
                  </a:lnTo>
                  <a:lnTo>
                    <a:pt x="1307893" y="1458291"/>
                  </a:lnTo>
                  <a:lnTo>
                    <a:pt x="1298205" y="1449075"/>
                  </a:lnTo>
                  <a:lnTo>
                    <a:pt x="1288517" y="1440518"/>
                  </a:lnTo>
                  <a:lnTo>
                    <a:pt x="1278829" y="1434568"/>
                  </a:lnTo>
                  <a:lnTo>
                    <a:pt x="1269141" y="1426555"/>
                  </a:lnTo>
                  <a:lnTo>
                    <a:pt x="1259452" y="1417512"/>
                  </a:lnTo>
                  <a:lnTo>
                    <a:pt x="1249764" y="1408470"/>
                  </a:lnTo>
                  <a:lnTo>
                    <a:pt x="1240076" y="1402536"/>
                  </a:lnTo>
                  <a:lnTo>
                    <a:pt x="1230388" y="1395100"/>
                  </a:lnTo>
                  <a:lnTo>
                    <a:pt x="1220700" y="1386212"/>
                  </a:lnTo>
                  <a:lnTo>
                    <a:pt x="1211012" y="1378816"/>
                  </a:lnTo>
                  <a:lnTo>
                    <a:pt x="1201324" y="1371429"/>
                  </a:lnTo>
                  <a:lnTo>
                    <a:pt x="1191636" y="1364265"/>
                  </a:lnTo>
                  <a:lnTo>
                    <a:pt x="1181948" y="1356793"/>
                  </a:lnTo>
                  <a:lnTo>
                    <a:pt x="1172260" y="1349513"/>
                  </a:lnTo>
                  <a:lnTo>
                    <a:pt x="1162571" y="1342241"/>
                  </a:lnTo>
                  <a:lnTo>
                    <a:pt x="1152883" y="1335613"/>
                  </a:lnTo>
                  <a:lnTo>
                    <a:pt x="1143195" y="1329613"/>
                  </a:lnTo>
                  <a:lnTo>
                    <a:pt x="1133507" y="1323558"/>
                  </a:lnTo>
                  <a:lnTo>
                    <a:pt x="1123819" y="1317994"/>
                  </a:lnTo>
                  <a:lnTo>
                    <a:pt x="1114131" y="1311546"/>
                  </a:lnTo>
                  <a:lnTo>
                    <a:pt x="1104443" y="1305558"/>
                  </a:lnTo>
                  <a:lnTo>
                    <a:pt x="1094755" y="1299408"/>
                  </a:lnTo>
                  <a:lnTo>
                    <a:pt x="1085067" y="1287888"/>
                  </a:lnTo>
                  <a:lnTo>
                    <a:pt x="1075379" y="1282906"/>
                  </a:lnTo>
                  <a:lnTo>
                    <a:pt x="1065690" y="1274726"/>
                  </a:lnTo>
                  <a:lnTo>
                    <a:pt x="1056002" y="1266495"/>
                  </a:lnTo>
                  <a:lnTo>
                    <a:pt x="1046314" y="1259227"/>
                  </a:lnTo>
                  <a:lnTo>
                    <a:pt x="1036626" y="1252641"/>
                  </a:lnTo>
                  <a:lnTo>
                    <a:pt x="1026938" y="1245023"/>
                  </a:lnTo>
                  <a:lnTo>
                    <a:pt x="1017250" y="1239535"/>
                  </a:lnTo>
                  <a:lnTo>
                    <a:pt x="1007562" y="1228302"/>
                  </a:lnTo>
                  <a:lnTo>
                    <a:pt x="997874" y="1222554"/>
                  </a:lnTo>
                  <a:lnTo>
                    <a:pt x="988186" y="1215951"/>
                  </a:lnTo>
                  <a:lnTo>
                    <a:pt x="978498" y="1212344"/>
                  </a:lnTo>
                  <a:lnTo>
                    <a:pt x="968809" y="1207005"/>
                  </a:lnTo>
                  <a:lnTo>
                    <a:pt x="959121" y="1197355"/>
                  </a:lnTo>
                  <a:lnTo>
                    <a:pt x="949433" y="1187377"/>
                  </a:lnTo>
                  <a:lnTo>
                    <a:pt x="939745" y="1180500"/>
                  </a:lnTo>
                  <a:lnTo>
                    <a:pt x="930057" y="1173014"/>
                  </a:lnTo>
                  <a:lnTo>
                    <a:pt x="920369" y="1163458"/>
                  </a:lnTo>
                  <a:lnTo>
                    <a:pt x="910681" y="1155304"/>
                  </a:lnTo>
                  <a:lnTo>
                    <a:pt x="900993" y="1148304"/>
                  </a:lnTo>
                  <a:lnTo>
                    <a:pt x="891305" y="1141282"/>
                  </a:lnTo>
                  <a:lnTo>
                    <a:pt x="881617" y="1134271"/>
                  </a:lnTo>
                  <a:lnTo>
                    <a:pt x="871928" y="1127274"/>
                  </a:lnTo>
                  <a:lnTo>
                    <a:pt x="862240" y="1120279"/>
                  </a:lnTo>
                  <a:lnTo>
                    <a:pt x="852552" y="1115733"/>
                  </a:lnTo>
                  <a:lnTo>
                    <a:pt x="842864" y="1109036"/>
                  </a:lnTo>
                  <a:lnTo>
                    <a:pt x="833176" y="1100784"/>
                  </a:lnTo>
                  <a:lnTo>
                    <a:pt x="823488" y="1096077"/>
                  </a:lnTo>
                  <a:lnTo>
                    <a:pt x="813800" y="1088744"/>
                  </a:lnTo>
                  <a:lnTo>
                    <a:pt x="804112" y="1081325"/>
                  </a:lnTo>
                  <a:lnTo>
                    <a:pt x="794424" y="1074366"/>
                  </a:lnTo>
                  <a:lnTo>
                    <a:pt x="784736" y="1068695"/>
                  </a:lnTo>
                  <a:lnTo>
                    <a:pt x="775047" y="1061423"/>
                  </a:lnTo>
                  <a:lnTo>
                    <a:pt x="765359" y="1055774"/>
                  </a:lnTo>
                  <a:lnTo>
                    <a:pt x="755671" y="1050142"/>
                  </a:lnTo>
                  <a:lnTo>
                    <a:pt x="745983" y="1043224"/>
                  </a:lnTo>
                  <a:lnTo>
                    <a:pt x="736295" y="1035125"/>
                  </a:lnTo>
                  <a:lnTo>
                    <a:pt x="726607" y="1031242"/>
                  </a:lnTo>
                  <a:lnTo>
                    <a:pt x="716919" y="1027592"/>
                  </a:lnTo>
                  <a:lnTo>
                    <a:pt x="707231" y="1020307"/>
                  </a:lnTo>
                  <a:lnTo>
                    <a:pt x="697543" y="1014440"/>
                  </a:lnTo>
                  <a:lnTo>
                    <a:pt x="687855" y="1006254"/>
                  </a:lnTo>
                  <a:lnTo>
                    <a:pt x="678166" y="999806"/>
                  </a:lnTo>
                  <a:lnTo>
                    <a:pt x="668478" y="998817"/>
                  </a:lnTo>
                  <a:lnTo>
                    <a:pt x="658790" y="992432"/>
                  </a:lnTo>
                  <a:lnTo>
                    <a:pt x="649102" y="987471"/>
                  </a:lnTo>
                  <a:lnTo>
                    <a:pt x="639414" y="981879"/>
                  </a:lnTo>
                  <a:lnTo>
                    <a:pt x="629726" y="978438"/>
                  </a:lnTo>
                  <a:lnTo>
                    <a:pt x="620038" y="973994"/>
                  </a:lnTo>
                  <a:lnTo>
                    <a:pt x="610350" y="971050"/>
                  </a:lnTo>
                  <a:lnTo>
                    <a:pt x="600662" y="965870"/>
                  </a:lnTo>
                  <a:lnTo>
                    <a:pt x="590974" y="962780"/>
                  </a:lnTo>
                  <a:lnTo>
                    <a:pt x="581285" y="958014"/>
                  </a:lnTo>
                  <a:lnTo>
                    <a:pt x="571597" y="954557"/>
                  </a:lnTo>
                  <a:lnTo>
                    <a:pt x="561909" y="948293"/>
                  </a:lnTo>
                  <a:lnTo>
                    <a:pt x="552221" y="942339"/>
                  </a:lnTo>
                  <a:lnTo>
                    <a:pt x="542533" y="936399"/>
                  </a:lnTo>
                  <a:lnTo>
                    <a:pt x="532845" y="932782"/>
                  </a:lnTo>
                  <a:lnTo>
                    <a:pt x="523157" y="930883"/>
                  </a:lnTo>
                  <a:lnTo>
                    <a:pt x="513469" y="930442"/>
                  </a:lnTo>
                  <a:lnTo>
                    <a:pt x="503781" y="924366"/>
                  </a:lnTo>
                  <a:lnTo>
                    <a:pt x="494093" y="921471"/>
                  </a:lnTo>
                  <a:lnTo>
                    <a:pt x="484404" y="917402"/>
                  </a:lnTo>
                  <a:lnTo>
                    <a:pt x="474716" y="912712"/>
                  </a:lnTo>
                  <a:lnTo>
                    <a:pt x="465028" y="908263"/>
                  </a:lnTo>
                  <a:lnTo>
                    <a:pt x="455340" y="903782"/>
                  </a:lnTo>
                  <a:lnTo>
                    <a:pt x="445652" y="896513"/>
                  </a:lnTo>
                  <a:lnTo>
                    <a:pt x="435964" y="891100"/>
                  </a:lnTo>
                  <a:lnTo>
                    <a:pt x="426276" y="890023"/>
                  </a:lnTo>
                  <a:lnTo>
                    <a:pt x="416588" y="884466"/>
                  </a:lnTo>
                  <a:lnTo>
                    <a:pt x="406900" y="879039"/>
                  </a:lnTo>
                  <a:lnTo>
                    <a:pt x="397212" y="872900"/>
                  </a:lnTo>
                  <a:lnTo>
                    <a:pt x="387523" y="867435"/>
                  </a:lnTo>
                  <a:lnTo>
                    <a:pt x="377835" y="865697"/>
                  </a:lnTo>
                  <a:lnTo>
                    <a:pt x="368147" y="864919"/>
                  </a:lnTo>
                  <a:lnTo>
                    <a:pt x="358459" y="861057"/>
                  </a:lnTo>
                  <a:lnTo>
                    <a:pt x="348771" y="859711"/>
                  </a:lnTo>
                  <a:lnTo>
                    <a:pt x="339083" y="856659"/>
                  </a:lnTo>
                  <a:lnTo>
                    <a:pt x="329395" y="854258"/>
                  </a:lnTo>
                  <a:lnTo>
                    <a:pt x="319707" y="851004"/>
                  </a:lnTo>
                  <a:lnTo>
                    <a:pt x="310019" y="847789"/>
                  </a:lnTo>
                  <a:lnTo>
                    <a:pt x="300331" y="844614"/>
                  </a:lnTo>
                  <a:lnTo>
                    <a:pt x="290642" y="839740"/>
                  </a:lnTo>
                  <a:lnTo>
                    <a:pt x="280954" y="838228"/>
                  </a:lnTo>
                  <a:lnTo>
                    <a:pt x="271266" y="835115"/>
                  </a:lnTo>
                  <a:lnTo>
                    <a:pt x="261578" y="832275"/>
                  </a:lnTo>
                  <a:lnTo>
                    <a:pt x="251890" y="828707"/>
                  </a:lnTo>
                  <a:lnTo>
                    <a:pt x="242202" y="825560"/>
                  </a:lnTo>
                  <a:lnTo>
                    <a:pt x="232514" y="822417"/>
                  </a:lnTo>
                  <a:lnTo>
                    <a:pt x="222826" y="819279"/>
                  </a:lnTo>
                  <a:lnTo>
                    <a:pt x="213138" y="816137"/>
                  </a:lnTo>
                  <a:lnTo>
                    <a:pt x="203450" y="814085"/>
                  </a:lnTo>
                  <a:lnTo>
                    <a:pt x="193761" y="810087"/>
                  </a:lnTo>
                  <a:lnTo>
                    <a:pt x="184073" y="807565"/>
                  </a:lnTo>
                  <a:lnTo>
                    <a:pt x="174385" y="805046"/>
                  </a:lnTo>
                  <a:lnTo>
                    <a:pt x="164697" y="802529"/>
                  </a:lnTo>
                  <a:lnTo>
                    <a:pt x="155009" y="800016"/>
                  </a:lnTo>
                  <a:lnTo>
                    <a:pt x="145321" y="797505"/>
                  </a:lnTo>
                  <a:lnTo>
                    <a:pt x="135633" y="798806"/>
                  </a:lnTo>
                  <a:lnTo>
                    <a:pt x="125945" y="800524"/>
                  </a:lnTo>
                  <a:lnTo>
                    <a:pt x="116257" y="798282"/>
                  </a:lnTo>
                  <a:lnTo>
                    <a:pt x="106569" y="796006"/>
                  </a:lnTo>
                  <a:lnTo>
                    <a:pt x="96880" y="793537"/>
                  </a:lnTo>
                  <a:lnTo>
                    <a:pt x="87192" y="791503"/>
                  </a:lnTo>
                  <a:lnTo>
                    <a:pt x="77504" y="789222"/>
                  </a:lnTo>
                  <a:lnTo>
                    <a:pt x="67816" y="786117"/>
                  </a:lnTo>
                  <a:lnTo>
                    <a:pt x="58128" y="783016"/>
                  </a:lnTo>
                  <a:lnTo>
                    <a:pt x="48440" y="779916"/>
                  </a:lnTo>
                  <a:lnTo>
                    <a:pt x="38752" y="776781"/>
                  </a:lnTo>
                  <a:lnTo>
                    <a:pt x="29064" y="774252"/>
                  </a:lnTo>
                  <a:lnTo>
                    <a:pt x="19376" y="770569"/>
                  </a:lnTo>
                  <a:lnTo>
                    <a:pt x="9688" y="767849"/>
                  </a:lnTo>
                  <a:lnTo>
                    <a:pt x="0" y="765668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72728" y="1470762"/>
              <a:ext cx="2509217" cy="394473"/>
            </a:xfrm>
            <a:custGeom>
              <a:avLst/>
              <a:pathLst>
                <a:path w="2509217" h="394473">
                  <a:moveTo>
                    <a:pt x="0" y="0"/>
                  </a:moveTo>
                  <a:lnTo>
                    <a:pt x="9688" y="3103"/>
                  </a:lnTo>
                  <a:lnTo>
                    <a:pt x="19376" y="6341"/>
                  </a:lnTo>
                  <a:lnTo>
                    <a:pt x="29064" y="9044"/>
                  </a:lnTo>
                  <a:lnTo>
                    <a:pt x="38752" y="12145"/>
                  </a:lnTo>
                  <a:lnTo>
                    <a:pt x="48440" y="16732"/>
                  </a:lnTo>
                  <a:lnTo>
                    <a:pt x="58128" y="21361"/>
                  </a:lnTo>
                  <a:lnTo>
                    <a:pt x="67816" y="26036"/>
                  </a:lnTo>
                  <a:lnTo>
                    <a:pt x="77504" y="28696"/>
                  </a:lnTo>
                  <a:lnTo>
                    <a:pt x="87192" y="31295"/>
                  </a:lnTo>
                  <a:lnTo>
                    <a:pt x="96880" y="33775"/>
                  </a:lnTo>
                  <a:lnTo>
                    <a:pt x="106569" y="37807"/>
                  </a:lnTo>
                  <a:lnTo>
                    <a:pt x="116257" y="42432"/>
                  </a:lnTo>
                  <a:lnTo>
                    <a:pt x="125945" y="44631"/>
                  </a:lnTo>
                  <a:lnTo>
                    <a:pt x="135633" y="46838"/>
                  </a:lnTo>
                  <a:lnTo>
                    <a:pt x="145321" y="50781"/>
                  </a:lnTo>
                  <a:lnTo>
                    <a:pt x="155009" y="54620"/>
                  </a:lnTo>
                  <a:lnTo>
                    <a:pt x="164697" y="57779"/>
                  </a:lnTo>
                  <a:lnTo>
                    <a:pt x="174385" y="61546"/>
                  </a:lnTo>
                  <a:lnTo>
                    <a:pt x="184073" y="64152"/>
                  </a:lnTo>
                  <a:lnTo>
                    <a:pt x="193761" y="67012"/>
                  </a:lnTo>
                  <a:lnTo>
                    <a:pt x="203450" y="71734"/>
                  </a:lnTo>
                  <a:lnTo>
                    <a:pt x="213138" y="74138"/>
                  </a:lnTo>
                  <a:lnTo>
                    <a:pt x="222826" y="76484"/>
                  </a:lnTo>
                  <a:lnTo>
                    <a:pt x="232514" y="78858"/>
                  </a:lnTo>
                  <a:lnTo>
                    <a:pt x="242202" y="81967"/>
                  </a:lnTo>
                  <a:lnTo>
                    <a:pt x="251890" y="85116"/>
                  </a:lnTo>
                  <a:lnTo>
                    <a:pt x="261578" y="88431"/>
                  </a:lnTo>
                  <a:lnTo>
                    <a:pt x="271266" y="94493"/>
                  </a:lnTo>
                  <a:lnTo>
                    <a:pt x="280954" y="97258"/>
                  </a:lnTo>
                  <a:lnTo>
                    <a:pt x="290642" y="100780"/>
                  </a:lnTo>
                  <a:lnTo>
                    <a:pt x="300331" y="103221"/>
                  </a:lnTo>
                  <a:lnTo>
                    <a:pt x="310019" y="106313"/>
                  </a:lnTo>
                  <a:lnTo>
                    <a:pt x="319707" y="109056"/>
                  </a:lnTo>
                  <a:lnTo>
                    <a:pt x="329395" y="114001"/>
                  </a:lnTo>
                  <a:lnTo>
                    <a:pt x="339083" y="116768"/>
                  </a:lnTo>
                  <a:lnTo>
                    <a:pt x="348771" y="121475"/>
                  </a:lnTo>
                  <a:lnTo>
                    <a:pt x="358459" y="124915"/>
                  </a:lnTo>
                  <a:lnTo>
                    <a:pt x="368147" y="128530"/>
                  </a:lnTo>
                  <a:lnTo>
                    <a:pt x="377835" y="131359"/>
                  </a:lnTo>
                  <a:lnTo>
                    <a:pt x="387523" y="135231"/>
                  </a:lnTo>
                  <a:lnTo>
                    <a:pt x="397212" y="139050"/>
                  </a:lnTo>
                  <a:lnTo>
                    <a:pt x="406900" y="141996"/>
                  </a:lnTo>
                  <a:lnTo>
                    <a:pt x="416588" y="145618"/>
                  </a:lnTo>
                  <a:lnTo>
                    <a:pt x="426276" y="148442"/>
                  </a:lnTo>
                  <a:lnTo>
                    <a:pt x="435964" y="150033"/>
                  </a:lnTo>
                  <a:lnTo>
                    <a:pt x="445652" y="151849"/>
                  </a:lnTo>
                  <a:lnTo>
                    <a:pt x="455340" y="153608"/>
                  </a:lnTo>
                  <a:lnTo>
                    <a:pt x="465028" y="156975"/>
                  </a:lnTo>
                  <a:lnTo>
                    <a:pt x="474716" y="160154"/>
                  </a:lnTo>
                  <a:lnTo>
                    <a:pt x="484404" y="163066"/>
                  </a:lnTo>
                  <a:lnTo>
                    <a:pt x="494093" y="166098"/>
                  </a:lnTo>
                  <a:lnTo>
                    <a:pt x="503781" y="168022"/>
                  </a:lnTo>
                  <a:lnTo>
                    <a:pt x="513469" y="169711"/>
                  </a:lnTo>
                  <a:lnTo>
                    <a:pt x="523157" y="173734"/>
                  </a:lnTo>
                  <a:lnTo>
                    <a:pt x="532845" y="177776"/>
                  </a:lnTo>
                  <a:lnTo>
                    <a:pt x="542533" y="181035"/>
                  </a:lnTo>
                  <a:lnTo>
                    <a:pt x="552221" y="183753"/>
                  </a:lnTo>
                  <a:lnTo>
                    <a:pt x="561909" y="185890"/>
                  </a:lnTo>
                  <a:lnTo>
                    <a:pt x="571597" y="188739"/>
                  </a:lnTo>
                  <a:lnTo>
                    <a:pt x="581285" y="191427"/>
                  </a:lnTo>
                  <a:lnTo>
                    <a:pt x="590974" y="193753"/>
                  </a:lnTo>
                  <a:lnTo>
                    <a:pt x="600662" y="196090"/>
                  </a:lnTo>
                  <a:lnTo>
                    <a:pt x="610350" y="198434"/>
                  </a:lnTo>
                  <a:lnTo>
                    <a:pt x="620038" y="200805"/>
                  </a:lnTo>
                  <a:lnTo>
                    <a:pt x="629726" y="203184"/>
                  </a:lnTo>
                  <a:lnTo>
                    <a:pt x="639414" y="205834"/>
                  </a:lnTo>
                  <a:lnTo>
                    <a:pt x="649102" y="209316"/>
                  </a:lnTo>
                  <a:lnTo>
                    <a:pt x="658790" y="212900"/>
                  </a:lnTo>
                  <a:lnTo>
                    <a:pt x="668478" y="215182"/>
                  </a:lnTo>
                  <a:lnTo>
                    <a:pt x="678166" y="218299"/>
                  </a:lnTo>
                  <a:lnTo>
                    <a:pt x="687855" y="221425"/>
                  </a:lnTo>
                  <a:lnTo>
                    <a:pt x="697543" y="224594"/>
                  </a:lnTo>
                  <a:lnTo>
                    <a:pt x="707231" y="227776"/>
                  </a:lnTo>
                  <a:lnTo>
                    <a:pt x="716919" y="229289"/>
                  </a:lnTo>
                  <a:lnTo>
                    <a:pt x="726607" y="231705"/>
                  </a:lnTo>
                  <a:lnTo>
                    <a:pt x="736295" y="232426"/>
                  </a:lnTo>
                  <a:lnTo>
                    <a:pt x="745983" y="233147"/>
                  </a:lnTo>
                  <a:lnTo>
                    <a:pt x="755671" y="234665"/>
                  </a:lnTo>
                  <a:lnTo>
                    <a:pt x="765359" y="237983"/>
                  </a:lnTo>
                  <a:lnTo>
                    <a:pt x="775047" y="241341"/>
                  </a:lnTo>
                  <a:lnTo>
                    <a:pt x="784736" y="242948"/>
                  </a:lnTo>
                  <a:lnTo>
                    <a:pt x="794424" y="244270"/>
                  </a:lnTo>
                  <a:lnTo>
                    <a:pt x="804112" y="246355"/>
                  </a:lnTo>
                  <a:lnTo>
                    <a:pt x="813800" y="248795"/>
                  </a:lnTo>
                  <a:lnTo>
                    <a:pt x="823488" y="249496"/>
                  </a:lnTo>
                  <a:lnTo>
                    <a:pt x="833176" y="251591"/>
                  </a:lnTo>
                  <a:lnTo>
                    <a:pt x="842864" y="254374"/>
                  </a:lnTo>
                  <a:lnTo>
                    <a:pt x="852552" y="256914"/>
                  </a:lnTo>
                  <a:lnTo>
                    <a:pt x="862240" y="258212"/>
                  </a:lnTo>
                  <a:lnTo>
                    <a:pt x="871928" y="260684"/>
                  </a:lnTo>
                  <a:lnTo>
                    <a:pt x="881617" y="262967"/>
                  </a:lnTo>
                  <a:lnTo>
                    <a:pt x="891305" y="266780"/>
                  </a:lnTo>
                  <a:lnTo>
                    <a:pt x="900993" y="270637"/>
                  </a:lnTo>
                  <a:lnTo>
                    <a:pt x="910681" y="274446"/>
                  </a:lnTo>
                  <a:lnTo>
                    <a:pt x="920369" y="276838"/>
                  </a:lnTo>
                  <a:lnTo>
                    <a:pt x="930057" y="278976"/>
                  </a:lnTo>
                  <a:lnTo>
                    <a:pt x="939745" y="280955"/>
                  </a:lnTo>
                  <a:lnTo>
                    <a:pt x="949433" y="284516"/>
                  </a:lnTo>
                  <a:lnTo>
                    <a:pt x="959121" y="286160"/>
                  </a:lnTo>
                  <a:lnTo>
                    <a:pt x="968809" y="287351"/>
                  </a:lnTo>
                  <a:lnTo>
                    <a:pt x="978498" y="288542"/>
                  </a:lnTo>
                  <a:lnTo>
                    <a:pt x="988186" y="291171"/>
                  </a:lnTo>
                  <a:lnTo>
                    <a:pt x="997874" y="294248"/>
                  </a:lnTo>
                  <a:lnTo>
                    <a:pt x="1007562" y="297333"/>
                  </a:lnTo>
                  <a:lnTo>
                    <a:pt x="1017250" y="299374"/>
                  </a:lnTo>
                  <a:lnTo>
                    <a:pt x="1026938" y="300986"/>
                  </a:lnTo>
                  <a:lnTo>
                    <a:pt x="1036626" y="302686"/>
                  </a:lnTo>
                  <a:lnTo>
                    <a:pt x="1046314" y="304730"/>
                  </a:lnTo>
                  <a:lnTo>
                    <a:pt x="1056002" y="306497"/>
                  </a:lnTo>
                  <a:lnTo>
                    <a:pt x="1065690" y="308267"/>
                  </a:lnTo>
                  <a:lnTo>
                    <a:pt x="1075379" y="309464"/>
                  </a:lnTo>
                  <a:lnTo>
                    <a:pt x="1085067" y="311639"/>
                  </a:lnTo>
                  <a:lnTo>
                    <a:pt x="1094755" y="313871"/>
                  </a:lnTo>
                  <a:lnTo>
                    <a:pt x="1104443" y="316230"/>
                  </a:lnTo>
                  <a:lnTo>
                    <a:pt x="1114131" y="318594"/>
                  </a:lnTo>
                  <a:lnTo>
                    <a:pt x="1123819" y="319205"/>
                  </a:lnTo>
                  <a:lnTo>
                    <a:pt x="1133507" y="321287"/>
                  </a:lnTo>
                  <a:lnTo>
                    <a:pt x="1143195" y="323170"/>
                  </a:lnTo>
                  <a:lnTo>
                    <a:pt x="1152883" y="325027"/>
                  </a:lnTo>
                  <a:lnTo>
                    <a:pt x="1162571" y="326563"/>
                  </a:lnTo>
                  <a:lnTo>
                    <a:pt x="1172260" y="328100"/>
                  </a:lnTo>
                  <a:lnTo>
                    <a:pt x="1181948" y="329842"/>
                  </a:lnTo>
                  <a:lnTo>
                    <a:pt x="1191636" y="331650"/>
                  </a:lnTo>
                  <a:lnTo>
                    <a:pt x="1201324" y="333460"/>
                  </a:lnTo>
                  <a:lnTo>
                    <a:pt x="1211012" y="335274"/>
                  </a:lnTo>
                  <a:lnTo>
                    <a:pt x="1220700" y="337112"/>
                  </a:lnTo>
                  <a:lnTo>
                    <a:pt x="1230388" y="339371"/>
                  </a:lnTo>
                  <a:lnTo>
                    <a:pt x="1240076" y="340733"/>
                  </a:lnTo>
                  <a:lnTo>
                    <a:pt x="1249764" y="342564"/>
                  </a:lnTo>
                  <a:lnTo>
                    <a:pt x="1259452" y="343381"/>
                  </a:lnTo>
                  <a:lnTo>
                    <a:pt x="1269141" y="344308"/>
                  </a:lnTo>
                  <a:lnTo>
                    <a:pt x="1278829" y="346006"/>
                  </a:lnTo>
                  <a:lnTo>
                    <a:pt x="1288517" y="346621"/>
                  </a:lnTo>
                  <a:lnTo>
                    <a:pt x="1298205" y="348188"/>
                  </a:lnTo>
                  <a:lnTo>
                    <a:pt x="1307893" y="351233"/>
                  </a:lnTo>
                  <a:lnTo>
                    <a:pt x="1317581" y="353040"/>
                  </a:lnTo>
                  <a:lnTo>
                    <a:pt x="1327269" y="352877"/>
                  </a:lnTo>
                  <a:lnTo>
                    <a:pt x="1336957" y="354414"/>
                  </a:lnTo>
                  <a:lnTo>
                    <a:pt x="1346645" y="356922"/>
                  </a:lnTo>
                  <a:lnTo>
                    <a:pt x="1356333" y="358565"/>
                  </a:lnTo>
                  <a:lnTo>
                    <a:pt x="1366022" y="358982"/>
                  </a:lnTo>
                  <a:lnTo>
                    <a:pt x="1375710" y="358979"/>
                  </a:lnTo>
                  <a:lnTo>
                    <a:pt x="1385398" y="359869"/>
                  </a:lnTo>
                  <a:lnTo>
                    <a:pt x="1395086" y="360230"/>
                  </a:lnTo>
                  <a:lnTo>
                    <a:pt x="1404774" y="361102"/>
                  </a:lnTo>
                  <a:lnTo>
                    <a:pt x="1414462" y="364167"/>
                  </a:lnTo>
                  <a:lnTo>
                    <a:pt x="1424150" y="364567"/>
                  </a:lnTo>
                  <a:lnTo>
                    <a:pt x="1433838" y="365839"/>
                  </a:lnTo>
                  <a:lnTo>
                    <a:pt x="1443526" y="367385"/>
                  </a:lnTo>
                  <a:lnTo>
                    <a:pt x="1453214" y="368933"/>
                  </a:lnTo>
                  <a:lnTo>
                    <a:pt x="1462903" y="367389"/>
                  </a:lnTo>
                  <a:lnTo>
                    <a:pt x="1472591" y="367748"/>
                  </a:lnTo>
                  <a:lnTo>
                    <a:pt x="1482279" y="370019"/>
                  </a:lnTo>
                  <a:lnTo>
                    <a:pt x="1491967" y="372432"/>
                  </a:lnTo>
                  <a:lnTo>
                    <a:pt x="1501655" y="374984"/>
                  </a:lnTo>
                  <a:lnTo>
                    <a:pt x="1511343" y="374159"/>
                  </a:lnTo>
                  <a:lnTo>
                    <a:pt x="1521031" y="373013"/>
                  </a:lnTo>
                  <a:lnTo>
                    <a:pt x="1530719" y="370827"/>
                  </a:lnTo>
                  <a:lnTo>
                    <a:pt x="1540407" y="371190"/>
                  </a:lnTo>
                  <a:lnTo>
                    <a:pt x="1550095" y="370185"/>
                  </a:lnTo>
                  <a:lnTo>
                    <a:pt x="1559784" y="369630"/>
                  </a:lnTo>
                  <a:lnTo>
                    <a:pt x="1569472" y="369854"/>
                  </a:lnTo>
                  <a:lnTo>
                    <a:pt x="1579160" y="368319"/>
                  </a:lnTo>
                  <a:lnTo>
                    <a:pt x="1588848" y="369409"/>
                  </a:lnTo>
                  <a:lnTo>
                    <a:pt x="1598536" y="370545"/>
                  </a:lnTo>
                  <a:lnTo>
                    <a:pt x="1608224" y="370494"/>
                  </a:lnTo>
                  <a:lnTo>
                    <a:pt x="1617912" y="368909"/>
                  </a:lnTo>
                  <a:lnTo>
                    <a:pt x="1627600" y="367216"/>
                  </a:lnTo>
                  <a:lnTo>
                    <a:pt x="1637288" y="365525"/>
                  </a:lnTo>
                  <a:lnTo>
                    <a:pt x="1646976" y="363837"/>
                  </a:lnTo>
                  <a:lnTo>
                    <a:pt x="1656665" y="362151"/>
                  </a:lnTo>
                  <a:lnTo>
                    <a:pt x="1666353" y="360739"/>
                  </a:lnTo>
                  <a:lnTo>
                    <a:pt x="1676041" y="363288"/>
                  </a:lnTo>
                  <a:lnTo>
                    <a:pt x="1685729" y="365855"/>
                  </a:lnTo>
                  <a:lnTo>
                    <a:pt x="1695417" y="368428"/>
                  </a:lnTo>
                  <a:lnTo>
                    <a:pt x="1705105" y="371006"/>
                  </a:lnTo>
                  <a:lnTo>
                    <a:pt x="1714793" y="373591"/>
                  </a:lnTo>
                  <a:lnTo>
                    <a:pt x="1724481" y="376181"/>
                  </a:lnTo>
                  <a:lnTo>
                    <a:pt x="1734169" y="378365"/>
                  </a:lnTo>
                  <a:lnTo>
                    <a:pt x="1743857" y="376838"/>
                  </a:lnTo>
                  <a:lnTo>
                    <a:pt x="1753546" y="375313"/>
                  </a:lnTo>
                  <a:lnTo>
                    <a:pt x="1763234" y="373791"/>
                  </a:lnTo>
                  <a:lnTo>
                    <a:pt x="1772922" y="372270"/>
                  </a:lnTo>
                  <a:lnTo>
                    <a:pt x="1782610" y="370752"/>
                  </a:lnTo>
                  <a:lnTo>
                    <a:pt x="1792298" y="371536"/>
                  </a:lnTo>
                  <a:lnTo>
                    <a:pt x="1801986" y="373399"/>
                  </a:lnTo>
                  <a:lnTo>
                    <a:pt x="1811674" y="375342"/>
                  </a:lnTo>
                  <a:lnTo>
                    <a:pt x="1821362" y="374833"/>
                  </a:lnTo>
                  <a:lnTo>
                    <a:pt x="1831050" y="375790"/>
                  </a:lnTo>
                  <a:lnTo>
                    <a:pt x="1840738" y="378211"/>
                  </a:lnTo>
                  <a:lnTo>
                    <a:pt x="1850427" y="379976"/>
                  </a:lnTo>
                  <a:lnTo>
                    <a:pt x="1860115" y="380095"/>
                  </a:lnTo>
                  <a:lnTo>
                    <a:pt x="1869803" y="380214"/>
                  </a:lnTo>
                  <a:lnTo>
                    <a:pt x="1879491" y="380333"/>
                  </a:lnTo>
                  <a:lnTo>
                    <a:pt x="1889179" y="380452"/>
                  </a:lnTo>
                  <a:lnTo>
                    <a:pt x="1898867" y="381163"/>
                  </a:lnTo>
                  <a:lnTo>
                    <a:pt x="1908555" y="381984"/>
                  </a:lnTo>
                  <a:lnTo>
                    <a:pt x="1918243" y="381767"/>
                  </a:lnTo>
                  <a:lnTo>
                    <a:pt x="1927931" y="381169"/>
                  </a:lnTo>
                  <a:lnTo>
                    <a:pt x="1937619" y="380903"/>
                  </a:lnTo>
                  <a:lnTo>
                    <a:pt x="1947308" y="380975"/>
                  </a:lnTo>
                  <a:lnTo>
                    <a:pt x="1956996" y="381047"/>
                  </a:lnTo>
                  <a:lnTo>
                    <a:pt x="1966684" y="381119"/>
                  </a:lnTo>
                  <a:lnTo>
                    <a:pt x="1976372" y="381190"/>
                  </a:lnTo>
                  <a:lnTo>
                    <a:pt x="1986060" y="381262"/>
                  </a:lnTo>
                  <a:lnTo>
                    <a:pt x="1995748" y="381334"/>
                  </a:lnTo>
                  <a:lnTo>
                    <a:pt x="2005436" y="381325"/>
                  </a:lnTo>
                  <a:lnTo>
                    <a:pt x="2015124" y="381286"/>
                  </a:lnTo>
                  <a:lnTo>
                    <a:pt x="2024812" y="380727"/>
                  </a:lnTo>
                  <a:lnTo>
                    <a:pt x="2034500" y="379177"/>
                  </a:lnTo>
                  <a:lnTo>
                    <a:pt x="2044188" y="378988"/>
                  </a:lnTo>
                  <a:lnTo>
                    <a:pt x="2053877" y="379625"/>
                  </a:lnTo>
                  <a:lnTo>
                    <a:pt x="2063565" y="380262"/>
                  </a:lnTo>
                  <a:lnTo>
                    <a:pt x="2073253" y="380992"/>
                  </a:lnTo>
                  <a:lnTo>
                    <a:pt x="2082941" y="381512"/>
                  </a:lnTo>
                  <a:lnTo>
                    <a:pt x="2092629" y="382123"/>
                  </a:lnTo>
                  <a:lnTo>
                    <a:pt x="2102317" y="382392"/>
                  </a:lnTo>
                  <a:lnTo>
                    <a:pt x="2112005" y="382478"/>
                  </a:lnTo>
                  <a:lnTo>
                    <a:pt x="2121693" y="382564"/>
                  </a:lnTo>
                  <a:lnTo>
                    <a:pt x="2131381" y="382569"/>
                  </a:lnTo>
                  <a:lnTo>
                    <a:pt x="2141069" y="382478"/>
                  </a:lnTo>
                  <a:lnTo>
                    <a:pt x="2150758" y="382844"/>
                  </a:lnTo>
                  <a:lnTo>
                    <a:pt x="2160446" y="382909"/>
                  </a:lnTo>
                  <a:lnTo>
                    <a:pt x="2170134" y="382993"/>
                  </a:lnTo>
                  <a:lnTo>
                    <a:pt x="2179822" y="383079"/>
                  </a:lnTo>
                  <a:lnTo>
                    <a:pt x="2189510" y="383165"/>
                  </a:lnTo>
                  <a:lnTo>
                    <a:pt x="2199198" y="383250"/>
                  </a:lnTo>
                  <a:lnTo>
                    <a:pt x="2208886" y="383336"/>
                  </a:lnTo>
                  <a:lnTo>
                    <a:pt x="2218574" y="383422"/>
                  </a:lnTo>
                  <a:lnTo>
                    <a:pt x="2228262" y="383508"/>
                  </a:lnTo>
                  <a:lnTo>
                    <a:pt x="2237950" y="383594"/>
                  </a:lnTo>
                  <a:lnTo>
                    <a:pt x="2247639" y="383680"/>
                  </a:lnTo>
                  <a:lnTo>
                    <a:pt x="2257327" y="383765"/>
                  </a:lnTo>
                  <a:lnTo>
                    <a:pt x="2267015" y="383851"/>
                  </a:lnTo>
                  <a:lnTo>
                    <a:pt x="2276703" y="383937"/>
                  </a:lnTo>
                  <a:lnTo>
                    <a:pt x="2286391" y="384023"/>
                  </a:lnTo>
                  <a:lnTo>
                    <a:pt x="2296079" y="384115"/>
                  </a:lnTo>
                  <a:lnTo>
                    <a:pt x="2305767" y="384236"/>
                  </a:lnTo>
                  <a:lnTo>
                    <a:pt x="2315455" y="384356"/>
                  </a:lnTo>
                  <a:lnTo>
                    <a:pt x="2325143" y="384477"/>
                  </a:lnTo>
                  <a:lnTo>
                    <a:pt x="2334831" y="385306"/>
                  </a:lnTo>
                  <a:lnTo>
                    <a:pt x="2344520" y="386612"/>
                  </a:lnTo>
                  <a:lnTo>
                    <a:pt x="2354208" y="387918"/>
                  </a:lnTo>
                  <a:lnTo>
                    <a:pt x="2363896" y="389226"/>
                  </a:lnTo>
                  <a:lnTo>
                    <a:pt x="2373584" y="390536"/>
                  </a:lnTo>
                  <a:lnTo>
                    <a:pt x="2383272" y="391847"/>
                  </a:lnTo>
                  <a:lnTo>
                    <a:pt x="2392960" y="393159"/>
                  </a:lnTo>
                  <a:lnTo>
                    <a:pt x="2402648" y="394473"/>
                  </a:lnTo>
                  <a:lnTo>
                    <a:pt x="2412336" y="393705"/>
                  </a:lnTo>
                  <a:lnTo>
                    <a:pt x="2422024" y="392884"/>
                  </a:lnTo>
                  <a:lnTo>
                    <a:pt x="2431712" y="392063"/>
                  </a:lnTo>
                  <a:lnTo>
                    <a:pt x="2441401" y="391243"/>
                  </a:lnTo>
                  <a:lnTo>
                    <a:pt x="2451089" y="390423"/>
                  </a:lnTo>
                  <a:lnTo>
                    <a:pt x="2460777" y="389604"/>
                  </a:lnTo>
                  <a:lnTo>
                    <a:pt x="2470465" y="388785"/>
                  </a:lnTo>
                  <a:lnTo>
                    <a:pt x="2480153" y="387967"/>
                  </a:lnTo>
                  <a:lnTo>
                    <a:pt x="2489841" y="387149"/>
                  </a:lnTo>
                  <a:lnTo>
                    <a:pt x="2499529" y="386333"/>
                  </a:lnTo>
                  <a:lnTo>
                    <a:pt x="2509217" y="3861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672728" y="2236430"/>
              <a:ext cx="2509217" cy="1878580"/>
            </a:xfrm>
            <a:custGeom>
              <a:avLst/>
              <a:pathLst>
                <a:path w="2509217" h="1878580">
                  <a:moveTo>
                    <a:pt x="2509217" y="1878580"/>
                  </a:moveTo>
                  <a:lnTo>
                    <a:pt x="2499529" y="1870877"/>
                  </a:lnTo>
                  <a:lnTo>
                    <a:pt x="2489841" y="1863155"/>
                  </a:lnTo>
                  <a:lnTo>
                    <a:pt x="2480153" y="1855414"/>
                  </a:lnTo>
                  <a:lnTo>
                    <a:pt x="2470465" y="1847655"/>
                  </a:lnTo>
                  <a:lnTo>
                    <a:pt x="2460777" y="1839877"/>
                  </a:lnTo>
                  <a:lnTo>
                    <a:pt x="2451089" y="1832081"/>
                  </a:lnTo>
                  <a:lnTo>
                    <a:pt x="2441401" y="1822195"/>
                  </a:lnTo>
                  <a:lnTo>
                    <a:pt x="2431712" y="1812222"/>
                  </a:lnTo>
                  <a:lnTo>
                    <a:pt x="2422024" y="1802221"/>
                  </a:lnTo>
                  <a:lnTo>
                    <a:pt x="2412336" y="1792191"/>
                  </a:lnTo>
                  <a:lnTo>
                    <a:pt x="2402648" y="1783194"/>
                  </a:lnTo>
                  <a:lnTo>
                    <a:pt x="2392960" y="1775797"/>
                  </a:lnTo>
                  <a:lnTo>
                    <a:pt x="2383272" y="1768380"/>
                  </a:lnTo>
                  <a:lnTo>
                    <a:pt x="2373584" y="1760949"/>
                  </a:lnTo>
                  <a:lnTo>
                    <a:pt x="2363896" y="1753466"/>
                  </a:lnTo>
                  <a:lnTo>
                    <a:pt x="2354208" y="1744092"/>
                  </a:lnTo>
                  <a:lnTo>
                    <a:pt x="2344520" y="1733240"/>
                  </a:lnTo>
                  <a:lnTo>
                    <a:pt x="2334831" y="1723869"/>
                  </a:lnTo>
                  <a:lnTo>
                    <a:pt x="2325143" y="1715694"/>
                  </a:lnTo>
                  <a:lnTo>
                    <a:pt x="2315455" y="1707486"/>
                  </a:lnTo>
                  <a:lnTo>
                    <a:pt x="2305767" y="1697437"/>
                  </a:lnTo>
                  <a:lnTo>
                    <a:pt x="2296079" y="1686864"/>
                  </a:lnTo>
                  <a:lnTo>
                    <a:pt x="2286391" y="1676240"/>
                  </a:lnTo>
                  <a:lnTo>
                    <a:pt x="2276703" y="1665577"/>
                  </a:lnTo>
                  <a:lnTo>
                    <a:pt x="2267015" y="1654879"/>
                  </a:lnTo>
                  <a:lnTo>
                    <a:pt x="2257327" y="1644156"/>
                  </a:lnTo>
                  <a:lnTo>
                    <a:pt x="2247639" y="1635467"/>
                  </a:lnTo>
                  <a:lnTo>
                    <a:pt x="2237950" y="1626762"/>
                  </a:lnTo>
                  <a:lnTo>
                    <a:pt x="2228262" y="1618042"/>
                  </a:lnTo>
                  <a:lnTo>
                    <a:pt x="2218574" y="1608439"/>
                  </a:lnTo>
                  <a:lnTo>
                    <a:pt x="2208886" y="1597909"/>
                  </a:lnTo>
                  <a:lnTo>
                    <a:pt x="2199198" y="1587358"/>
                  </a:lnTo>
                  <a:lnTo>
                    <a:pt x="2189510" y="1576786"/>
                  </a:lnTo>
                  <a:lnTo>
                    <a:pt x="2179822" y="1566192"/>
                  </a:lnTo>
                  <a:lnTo>
                    <a:pt x="2170134" y="1555529"/>
                  </a:lnTo>
                  <a:lnTo>
                    <a:pt x="2160446" y="1544793"/>
                  </a:lnTo>
                  <a:lnTo>
                    <a:pt x="2150758" y="1534038"/>
                  </a:lnTo>
                  <a:lnTo>
                    <a:pt x="2141069" y="1523264"/>
                  </a:lnTo>
                  <a:lnTo>
                    <a:pt x="2131381" y="1512067"/>
                  </a:lnTo>
                  <a:lnTo>
                    <a:pt x="2121693" y="1500963"/>
                  </a:lnTo>
                  <a:lnTo>
                    <a:pt x="2112005" y="1490990"/>
                  </a:lnTo>
                  <a:lnTo>
                    <a:pt x="2102317" y="1480257"/>
                  </a:lnTo>
                  <a:lnTo>
                    <a:pt x="2092629" y="1469507"/>
                  </a:lnTo>
                  <a:lnTo>
                    <a:pt x="2082941" y="1458741"/>
                  </a:lnTo>
                  <a:lnTo>
                    <a:pt x="2073253" y="1447959"/>
                  </a:lnTo>
                  <a:lnTo>
                    <a:pt x="2063565" y="1437162"/>
                  </a:lnTo>
                  <a:lnTo>
                    <a:pt x="2053877" y="1426349"/>
                  </a:lnTo>
                  <a:lnTo>
                    <a:pt x="2044188" y="1415473"/>
                  </a:lnTo>
                  <a:lnTo>
                    <a:pt x="2034500" y="1404578"/>
                  </a:lnTo>
                  <a:lnTo>
                    <a:pt x="2024812" y="1393668"/>
                  </a:lnTo>
                  <a:lnTo>
                    <a:pt x="2015124" y="1382745"/>
                  </a:lnTo>
                  <a:lnTo>
                    <a:pt x="2005436" y="1371795"/>
                  </a:lnTo>
                  <a:lnTo>
                    <a:pt x="1995748" y="1360829"/>
                  </a:lnTo>
                  <a:lnTo>
                    <a:pt x="1986060" y="1349806"/>
                  </a:lnTo>
                  <a:lnTo>
                    <a:pt x="1976372" y="1341558"/>
                  </a:lnTo>
                  <a:lnTo>
                    <a:pt x="1966684" y="1333458"/>
                  </a:lnTo>
                  <a:lnTo>
                    <a:pt x="1956996" y="1322640"/>
                  </a:lnTo>
                  <a:lnTo>
                    <a:pt x="1947308" y="1310989"/>
                  </a:lnTo>
                  <a:lnTo>
                    <a:pt x="1937619" y="1303371"/>
                  </a:lnTo>
                  <a:lnTo>
                    <a:pt x="1927931" y="1294134"/>
                  </a:lnTo>
                  <a:lnTo>
                    <a:pt x="1918243" y="1284372"/>
                  </a:lnTo>
                  <a:lnTo>
                    <a:pt x="1908555" y="1273613"/>
                  </a:lnTo>
                  <a:lnTo>
                    <a:pt x="1898867" y="1263077"/>
                  </a:lnTo>
                  <a:lnTo>
                    <a:pt x="1889179" y="1251666"/>
                  </a:lnTo>
                  <a:lnTo>
                    <a:pt x="1879491" y="1240820"/>
                  </a:lnTo>
                  <a:lnTo>
                    <a:pt x="1869803" y="1233967"/>
                  </a:lnTo>
                  <a:lnTo>
                    <a:pt x="1860115" y="1223071"/>
                  </a:lnTo>
                  <a:lnTo>
                    <a:pt x="1850427" y="1211802"/>
                  </a:lnTo>
                  <a:lnTo>
                    <a:pt x="1840738" y="1200508"/>
                  </a:lnTo>
                  <a:lnTo>
                    <a:pt x="1831050" y="1189209"/>
                  </a:lnTo>
                  <a:lnTo>
                    <a:pt x="1821362" y="1178158"/>
                  </a:lnTo>
                  <a:lnTo>
                    <a:pt x="1811674" y="1169398"/>
                  </a:lnTo>
                  <a:lnTo>
                    <a:pt x="1801986" y="1160627"/>
                  </a:lnTo>
                  <a:lnTo>
                    <a:pt x="1792298" y="1151071"/>
                  </a:lnTo>
                  <a:lnTo>
                    <a:pt x="1782610" y="1141137"/>
                  </a:lnTo>
                  <a:lnTo>
                    <a:pt x="1772922" y="1130340"/>
                  </a:lnTo>
                  <a:lnTo>
                    <a:pt x="1763234" y="1119739"/>
                  </a:lnTo>
                  <a:lnTo>
                    <a:pt x="1753546" y="1113678"/>
                  </a:lnTo>
                  <a:lnTo>
                    <a:pt x="1743857" y="1107617"/>
                  </a:lnTo>
                  <a:lnTo>
                    <a:pt x="1734169" y="1099616"/>
                  </a:lnTo>
                  <a:lnTo>
                    <a:pt x="1724481" y="1090884"/>
                  </a:lnTo>
                  <a:lnTo>
                    <a:pt x="1714793" y="1079632"/>
                  </a:lnTo>
                  <a:lnTo>
                    <a:pt x="1705105" y="1066882"/>
                  </a:lnTo>
                  <a:lnTo>
                    <a:pt x="1695417" y="1054133"/>
                  </a:lnTo>
                  <a:lnTo>
                    <a:pt x="1685729" y="1041283"/>
                  </a:lnTo>
                  <a:lnTo>
                    <a:pt x="1676041" y="1031236"/>
                  </a:lnTo>
                  <a:lnTo>
                    <a:pt x="1666353" y="1022257"/>
                  </a:lnTo>
                  <a:lnTo>
                    <a:pt x="1656665" y="1014592"/>
                  </a:lnTo>
                  <a:lnTo>
                    <a:pt x="1646976" y="1006361"/>
                  </a:lnTo>
                  <a:lnTo>
                    <a:pt x="1637288" y="998132"/>
                  </a:lnTo>
                  <a:lnTo>
                    <a:pt x="1627600" y="989892"/>
                  </a:lnTo>
                  <a:lnTo>
                    <a:pt x="1617912" y="980169"/>
                  </a:lnTo>
                  <a:lnTo>
                    <a:pt x="1608224" y="970534"/>
                  </a:lnTo>
                  <a:lnTo>
                    <a:pt x="1598536" y="958413"/>
                  </a:lnTo>
                  <a:lnTo>
                    <a:pt x="1588848" y="944921"/>
                  </a:lnTo>
                  <a:lnTo>
                    <a:pt x="1579160" y="935908"/>
                  </a:lnTo>
                  <a:lnTo>
                    <a:pt x="1569472" y="927132"/>
                  </a:lnTo>
                  <a:lnTo>
                    <a:pt x="1559784" y="918264"/>
                  </a:lnTo>
                  <a:lnTo>
                    <a:pt x="1550095" y="909401"/>
                  </a:lnTo>
                  <a:lnTo>
                    <a:pt x="1540407" y="900542"/>
                  </a:lnTo>
                  <a:lnTo>
                    <a:pt x="1530719" y="889013"/>
                  </a:lnTo>
                  <a:lnTo>
                    <a:pt x="1521031" y="876943"/>
                  </a:lnTo>
                  <a:lnTo>
                    <a:pt x="1511343" y="864884"/>
                  </a:lnTo>
                  <a:lnTo>
                    <a:pt x="1501655" y="854274"/>
                  </a:lnTo>
                  <a:lnTo>
                    <a:pt x="1491967" y="847643"/>
                  </a:lnTo>
                  <a:lnTo>
                    <a:pt x="1482279" y="843217"/>
                  </a:lnTo>
                  <a:lnTo>
                    <a:pt x="1472591" y="831989"/>
                  </a:lnTo>
                  <a:lnTo>
                    <a:pt x="1462903" y="821867"/>
                  </a:lnTo>
                  <a:lnTo>
                    <a:pt x="1453214" y="817403"/>
                  </a:lnTo>
                  <a:lnTo>
                    <a:pt x="1443526" y="812980"/>
                  </a:lnTo>
                  <a:lnTo>
                    <a:pt x="1433838" y="804445"/>
                  </a:lnTo>
                  <a:lnTo>
                    <a:pt x="1424150" y="795713"/>
                  </a:lnTo>
                  <a:lnTo>
                    <a:pt x="1414462" y="786866"/>
                  </a:lnTo>
                  <a:lnTo>
                    <a:pt x="1404774" y="776948"/>
                  </a:lnTo>
                  <a:lnTo>
                    <a:pt x="1395086" y="767040"/>
                  </a:lnTo>
                  <a:lnTo>
                    <a:pt x="1385398" y="758120"/>
                  </a:lnTo>
                  <a:lnTo>
                    <a:pt x="1375710" y="750676"/>
                  </a:lnTo>
                  <a:lnTo>
                    <a:pt x="1366022" y="743238"/>
                  </a:lnTo>
                  <a:lnTo>
                    <a:pt x="1356333" y="735028"/>
                  </a:lnTo>
                  <a:lnTo>
                    <a:pt x="1346645" y="726426"/>
                  </a:lnTo>
                  <a:lnTo>
                    <a:pt x="1336957" y="717266"/>
                  </a:lnTo>
                  <a:lnTo>
                    <a:pt x="1327269" y="709140"/>
                  </a:lnTo>
                  <a:lnTo>
                    <a:pt x="1317581" y="701012"/>
                  </a:lnTo>
                  <a:lnTo>
                    <a:pt x="1307893" y="692622"/>
                  </a:lnTo>
                  <a:lnTo>
                    <a:pt x="1298205" y="683406"/>
                  </a:lnTo>
                  <a:lnTo>
                    <a:pt x="1288517" y="674849"/>
                  </a:lnTo>
                  <a:lnTo>
                    <a:pt x="1278829" y="668899"/>
                  </a:lnTo>
                  <a:lnTo>
                    <a:pt x="1269141" y="660886"/>
                  </a:lnTo>
                  <a:lnTo>
                    <a:pt x="1259452" y="651844"/>
                  </a:lnTo>
                  <a:lnTo>
                    <a:pt x="1249764" y="642801"/>
                  </a:lnTo>
                  <a:lnTo>
                    <a:pt x="1240076" y="636868"/>
                  </a:lnTo>
                  <a:lnTo>
                    <a:pt x="1230388" y="629431"/>
                  </a:lnTo>
                  <a:lnTo>
                    <a:pt x="1220700" y="620543"/>
                  </a:lnTo>
                  <a:lnTo>
                    <a:pt x="1211012" y="613147"/>
                  </a:lnTo>
                  <a:lnTo>
                    <a:pt x="1201324" y="605760"/>
                  </a:lnTo>
                  <a:lnTo>
                    <a:pt x="1191636" y="598596"/>
                  </a:lnTo>
                  <a:lnTo>
                    <a:pt x="1181948" y="591124"/>
                  </a:lnTo>
                  <a:lnTo>
                    <a:pt x="1172260" y="583844"/>
                  </a:lnTo>
                  <a:lnTo>
                    <a:pt x="1162571" y="576572"/>
                  </a:lnTo>
                  <a:lnTo>
                    <a:pt x="1152883" y="569944"/>
                  </a:lnTo>
                  <a:lnTo>
                    <a:pt x="1143195" y="563944"/>
                  </a:lnTo>
                  <a:lnTo>
                    <a:pt x="1133507" y="557889"/>
                  </a:lnTo>
                  <a:lnTo>
                    <a:pt x="1123819" y="552325"/>
                  </a:lnTo>
                  <a:lnTo>
                    <a:pt x="1114131" y="545877"/>
                  </a:lnTo>
                  <a:lnTo>
                    <a:pt x="1104443" y="539889"/>
                  </a:lnTo>
                  <a:lnTo>
                    <a:pt x="1094755" y="533739"/>
                  </a:lnTo>
                  <a:lnTo>
                    <a:pt x="1085067" y="522219"/>
                  </a:lnTo>
                  <a:lnTo>
                    <a:pt x="1075379" y="517237"/>
                  </a:lnTo>
                  <a:lnTo>
                    <a:pt x="1065690" y="509057"/>
                  </a:lnTo>
                  <a:lnTo>
                    <a:pt x="1056002" y="500826"/>
                  </a:lnTo>
                  <a:lnTo>
                    <a:pt x="1046314" y="493559"/>
                  </a:lnTo>
                  <a:lnTo>
                    <a:pt x="1036626" y="486973"/>
                  </a:lnTo>
                  <a:lnTo>
                    <a:pt x="1026938" y="479354"/>
                  </a:lnTo>
                  <a:lnTo>
                    <a:pt x="1017250" y="473866"/>
                  </a:lnTo>
                  <a:lnTo>
                    <a:pt x="1007562" y="462633"/>
                  </a:lnTo>
                  <a:lnTo>
                    <a:pt x="997874" y="456885"/>
                  </a:lnTo>
                  <a:lnTo>
                    <a:pt x="988186" y="450282"/>
                  </a:lnTo>
                  <a:lnTo>
                    <a:pt x="978498" y="446676"/>
                  </a:lnTo>
                  <a:lnTo>
                    <a:pt x="968809" y="441337"/>
                  </a:lnTo>
                  <a:lnTo>
                    <a:pt x="959121" y="431686"/>
                  </a:lnTo>
                  <a:lnTo>
                    <a:pt x="949433" y="421708"/>
                  </a:lnTo>
                  <a:lnTo>
                    <a:pt x="939745" y="414831"/>
                  </a:lnTo>
                  <a:lnTo>
                    <a:pt x="930057" y="407345"/>
                  </a:lnTo>
                  <a:lnTo>
                    <a:pt x="920369" y="397790"/>
                  </a:lnTo>
                  <a:lnTo>
                    <a:pt x="910681" y="389636"/>
                  </a:lnTo>
                  <a:lnTo>
                    <a:pt x="900993" y="382635"/>
                  </a:lnTo>
                  <a:lnTo>
                    <a:pt x="891305" y="375613"/>
                  </a:lnTo>
                  <a:lnTo>
                    <a:pt x="881617" y="368602"/>
                  </a:lnTo>
                  <a:lnTo>
                    <a:pt x="871928" y="361605"/>
                  </a:lnTo>
                  <a:lnTo>
                    <a:pt x="862240" y="354610"/>
                  </a:lnTo>
                  <a:lnTo>
                    <a:pt x="852552" y="350064"/>
                  </a:lnTo>
                  <a:lnTo>
                    <a:pt x="842864" y="343368"/>
                  </a:lnTo>
                  <a:lnTo>
                    <a:pt x="833176" y="335115"/>
                  </a:lnTo>
                  <a:lnTo>
                    <a:pt x="823488" y="330409"/>
                  </a:lnTo>
                  <a:lnTo>
                    <a:pt x="813800" y="323075"/>
                  </a:lnTo>
                  <a:lnTo>
                    <a:pt x="804112" y="315656"/>
                  </a:lnTo>
                  <a:lnTo>
                    <a:pt x="794424" y="308697"/>
                  </a:lnTo>
                  <a:lnTo>
                    <a:pt x="784736" y="303026"/>
                  </a:lnTo>
                  <a:lnTo>
                    <a:pt x="775047" y="295755"/>
                  </a:lnTo>
                  <a:lnTo>
                    <a:pt x="765359" y="290105"/>
                  </a:lnTo>
                  <a:lnTo>
                    <a:pt x="755671" y="284474"/>
                  </a:lnTo>
                  <a:lnTo>
                    <a:pt x="745983" y="277555"/>
                  </a:lnTo>
                  <a:lnTo>
                    <a:pt x="736295" y="269457"/>
                  </a:lnTo>
                  <a:lnTo>
                    <a:pt x="726607" y="265573"/>
                  </a:lnTo>
                  <a:lnTo>
                    <a:pt x="716919" y="261924"/>
                  </a:lnTo>
                  <a:lnTo>
                    <a:pt x="707231" y="254638"/>
                  </a:lnTo>
                  <a:lnTo>
                    <a:pt x="697543" y="248771"/>
                  </a:lnTo>
                  <a:lnTo>
                    <a:pt x="687855" y="240585"/>
                  </a:lnTo>
                  <a:lnTo>
                    <a:pt x="678166" y="234137"/>
                  </a:lnTo>
                  <a:lnTo>
                    <a:pt x="668478" y="233148"/>
                  </a:lnTo>
                  <a:lnTo>
                    <a:pt x="658790" y="226763"/>
                  </a:lnTo>
                  <a:lnTo>
                    <a:pt x="649102" y="221802"/>
                  </a:lnTo>
                  <a:lnTo>
                    <a:pt x="639414" y="216210"/>
                  </a:lnTo>
                  <a:lnTo>
                    <a:pt x="629726" y="212769"/>
                  </a:lnTo>
                  <a:lnTo>
                    <a:pt x="620038" y="208325"/>
                  </a:lnTo>
                  <a:lnTo>
                    <a:pt x="610350" y="205381"/>
                  </a:lnTo>
                  <a:lnTo>
                    <a:pt x="600662" y="200201"/>
                  </a:lnTo>
                  <a:lnTo>
                    <a:pt x="590974" y="197111"/>
                  </a:lnTo>
                  <a:lnTo>
                    <a:pt x="581285" y="192345"/>
                  </a:lnTo>
                  <a:lnTo>
                    <a:pt x="571597" y="188888"/>
                  </a:lnTo>
                  <a:lnTo>
                    <a:pt x="561909" y="182624"/>
                  </a:lnTo>
                  <a:lnTo>
                    <a:pt x="552221" y="176670"/>
                  </a:lnTo>
                  <a:lnTo>
                    <a:pt x="542533" y="170730"/>
                  </a:lnTo>
                  <a:lnTo>
                    <a:pt x="532845" y="167114"/>
                  </a:lnTo>
                  <a:lnTo>
                    <a:pt x="523157" y="165214"/>
                  </a:lnTo>
                  <a:lnTo>
                    <a:pt x="513469" y="164773"/>
                  </a:lnTo>
                  <a:lnTo>
                    <a:pt x="503781" y="158697"/>
                  </a:lnTo>
                  <a:lnTo>
                    <a:pt x="494093" y="155803"/>
                  </a:lnTo>
                  <a:lnTo>
                    <a:pt x="484404" y="151734"/>
                  </a:lnTo>
                  <a:lnTo>
                    <a:pt x="474716" y="147043"/>
                  </a:lnTo>
                  <a:lnTo>
                    <a:pt x="465028" y="142594"/>
                  </a:lnTo>
                  <a:lnTo>
                    <a:pt x="455340" y="138113"/>
                  </a:lnTo>
                  <a:lnTo>
                    <a:pt x="445652" y="130844"/>
                  </a:lnTo>
                  <a:lnTo>
                    <a:pt x="435964" y="125431"/>
                  </a:lnTo>
                  <a:lnTo>
                    <a:pt x="426276" y="124354"/>
                  </a:lnTo>
                  <a:lnTo>
                    <a:pt x="416588" y="118797"/>
                  </a:lnTo>
                  <a:lnTo>
                    <a:pt x="406900" y="113370"/>
                  </a:lnTo>
                  <a:lnTo>
                    <a:pt x="397212" y="107231"/>
                  </a:lnTo>
                  <a:lnTo>
                    <a:pt x="387523" y="101766"/>
                  </a:lnTo>
                  <a:lnTo>
                    <a:pt x="377835" y="100028"/>
                  </a:lnTo>
                  <a:lnTo>
                    <a:pt x="368147" y="99251"/>
                  </a:lnTo>
                  <a:lnTo>
                    <a:pt x="358459" y="95388"/>
                  </a:lnTo>
                  <a:lnTo>
                    <a:pt x="348771" y="94042"/>
                  </a:lnTo>
                  <a:lnTo>
                    <a:pt x="339083" y="90991"/>
                  </a:lnTo>
                  <a:lnTo>
                    <a:pt x="329395" y="88589"/>
                  </a:lnTo>
                  <a:lnTo>
                    <a:pt x="319707" y="85335"/>
                  </a:lnTo>
                  <a:lnTo>
                    <a:pt x="310019" y="82120"/>
                  </a:lnTo>
                  <a:lnTo>
                    <a:pt x="300331" y="78945"/>
                  </a:lnTo>
                  <a:lnTo>
                    <a:pt x="290642" y="74071"/>
                  </a:lnTo>
                  <a:lnTo>
                    <a:pt x="280954" y="72559"/>
                  </a:lnTo>
                  <a:lnTo>
                    <a:pt x="271266" y="69447"/>
                  </a:lnTo>
                  <a:lnTo>
                    <a:pt x="261578" y="66607"/>
                  </a:lnTo>
                  <a:lnTo>
                    <a:pt x="251890" y="63038"/>
                  </a:lnTo>
                  <a:lnTo>
                    <a:pt x="242202" y="59891"/>
                  </a:lnTo>
                  <a:lnTo>
                    <a:pt x="232514" y="56748"/>
                  </a:lnTo>
                  <a:lnTo>
                    <a:pt x="222826" y="53610"/>
                  </a:lnTo>
                  <a:lnTo>
                    <a:pt x="213138" y="50469"/>
                  </a:lnTo>
                  <a:lnTo>
                    <a:pt x="203450" y="48416"/>
                  </a:lnTo>
                  <a:lnTo>
                    <a:pt x="193761" y="44418"/>
                  </a:lnTo>
                  <a:lnTo>
                    <a:pt x="184073" y="41896"/>
                  </a:lnTo>
                  <a:lnTo>
                    <a:pt x="174385" y="39377"/>
                  </a:lnTo>
                  <a:lnTo>
                    <a:pt x="164697" y="36860"/>
                  </a:lnTo>
                  <a:lnTo>
                    <a:pt x="155009" y="34347"/>
                  </a:lnTo>
                  <a:lnTo>
                    <a:pt x="145321" y="31836"/>
                  </a:lnTo>
                  <a:lnTo>
                    <a:pt x="135633" y="33138"/>
                  </a:lnTo>
                  <a:lnTo>
                    <a:pt x="125945" y="34855"/>
                  </a:lnTo>
                  <a:lnTo>
                    <a:pt x="116257" y="32613"/>
                  </a:lnTo>
                  <a:lnTo>
                    <a:pt x="106569" y="30337"/>
                  </a:lnTo>
                  <a:lnTo>
                    <a:pt x="96880" y="27868"/>
                  </a:lnTo>
                  <a:lnTo>
                    <a:pt x="87192" y="25834"/>
                  </a:lnTo>
                  <a:lnTo>
                    <a:pt x="77504" y="23553"/>
                  </a:lnTo>
                  <a:lnTo>
                    <a:pt x="67816" y="20448"/>
                  </a:lnTo>
                  <a:lnTo>
                    <a:pt x="58128" y="17347"/>
                  </a:lnTo>
                  <a:lnTo>
                    <a:pt x="48440" y="14247"/>
                  </a:lnTo>
                  <a:lnTo>
                    <a:pt x="38752" y="11112"/>
                  </a:lnTo>
                  <a:lnTo>
                    <a:pt x="29064" y="8584"/>
                  </a:lnTo>
                  <a:lnTo>
                    <a:pt x="19376" y="4901"/>
                  </a:lnTo>
                  <a:lnTo>
                    <a:pt x="9688" y="21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672728" y="1306101"/>
              <a:ext cx="2509217" cy="2470408"/>
            </a:xfrm>
            <a:custGeom>
              <a:avLst/>
              <a:pathLst>
                <a:path w="2509217" h="2470408">
                  <a:moveTo>
                    <a:pt x="0" y="17803"/>
                  </a:moveTo>
                  <a:lnTo>
                    <a:pt x="9688" y="19840"/>
                  </a:lnTo>
                  <a:lnTo>
                    <a:pt x="19376" y="21886"/>
                  </a:lnTo>
                  <a:lnTo>
                    <a:pt x="29064" y="23953"/>
                  </a:lnTo>
                  <a:lnTo>
                    <a:pt x="38752" y="26067"/>
                  </a:lnTo>
                  <a:lnTo>
                    <a:pt x="48440" y="28170"/>
                  </a:lnTo>
                  <a:lnTo>
                    <a:pt x="58128" y="30304"/>
                  </a:lnTo>
                  <a:lnTo>
                    <a:pt x="67816" y="32892"/>
                  </a:lnTo>
                  <a:lnTo>
                    <a:pt x="77504" y="35635"/>
                  </a:lnTo>
                  <a:lnTo>
                    <a:pt x="87192" y="36651"/>
                  </a:lnTo>
                  <a:lnTo>
                    <a:pt x="96880" y="39426"/>
                  </a:lnTo>
                  <a:lnTo>
                    <a:pt x="106569" y="42720"/>
                  </a:lnTo>
                  <a:lnTo>
                    <a:pt x="116257" y="44388"/>
                  </a:lnTo>
                  <a:lnTo>
                    <a:pt x="125945" y="46490"/>
                  </a:lnTo>
                  <a:lnTo>
                    <a:pt x="135633" y="48380"/>
                  </a:lnTo>
                  <a:lnTo>
                    <a:pt x="145321" y="50281"/>
                  </a:lnTo>
                  <a:lnTo>
                    <a:pt x="155009" y="52191"/>
                  </a:lnTo>
                  <a:lnTo>
                    <a:pt x="164697" y="55320"/>
                  </a:lnTo>
                  <a:lnTo>
                    <a:pt x="174385" y="57620"/>
                  </a:lnTo>
                  <a:lnTo>
                    <a:pt x="184073" y="58988"/>
                  </a:lnTo>
                  <a:lnTo>
                    <a:pt x="193761" y="60721"/>
                  </a:lnTo>
                  <a:lnTo>
                    <a:pt x="203450" y="63011"/>
                  </a:lnTo>
                  <a:lnTo>
                    <a:pt x="213138" y="65257"/>
                  </a:lnTo>
                  <a:lnTo>
                    <a:pt x="222826" y="67536"/>
                  </a:lnTo>
                  <a:lnTo>
                    <a:pt x="232514" y="70028"/>
                  </a:lnTo>
                  <a:lnTo>
                    <a:pt x="242202" y="73954"/>
                  </a:lnTo>
                  <a:lnTo>
                    <a:pt x="251890" y="76906"/>
                  </a:lnTo>
                  <a:lnTo>
                    <a:pt x="261578" y="79613"/>
                  </a:lnTo>
                  <a:lnTo>
                    <a:pt x="271266" y="80565"/>
                  </a:lnTo>
                  <a:lnTo>
                    <a:pt x="280954" y="81450"/>
                  </a:lnTo>
                  <a:lnTo>
                    <a:pt x="290642" y="83763"/>
                  </a:lnTo>
                  <a:lnTo>
                    <a:pt x="300331" y="86095"/>
                  </a:lnTo>
                  <a:lnTo>
                    <a:pt x="310019" y="88451"/>
                  </a:lnTo>
                  <a:lnTo>
                    <a:pt x="319707" y="89294"/>
                  </a:lnTo>
                  <a:lnTo>
                    <a:pt x="329395" y="91728"/>
                  </a:lnTo>
                  <a:lnTo>
                    <a:pt x="339083" y="93246"/>
                  </a:lnTo>
                  <a:lnTo>
                    <a:pt x="348771" y="95335"/>
                  </a:lnTo>
                  <a:lnTo>
                    <a:pt x="358459" y="96236"/>
                  </a:lnTo>
                  <a:lnTo>
                    <a:pt x="368147" y="98238"/>
                  </a:lnTo>
                  <a:lnTo>
                    <a:pt x="377835" y="99243"/>
                  </a:lnTo>
                  <a:lnTo>
                    <a:pt x="387523" y="100207"/>
                  </a:lnTo>
                  <a:lnTo>
                    <a:pt x="397212" y="101369"/>
                  </a:lnTo>
                  <a:lnTo>
                    <a:pt x="406900" y="101076"/>
                  </a:lnTo>
                  <a:lnTo>
                    <a:pt x="416588" y="102718"/>
                  </a:lnTo>
                  <a:lnTo>
                    <a:pt x="426276" y="104363"/>
                  </a:lnTo>
                  <a:lnTo>
                    <a:pt x="435964" y="105991"/>
                  </a:lnTo>
                  <a:lnTo>
                    <a:pt x="445652" y="107160"/>
                  </a:lnTo>
                  <a:lnTo>
                    <a:pt x="455340" y="108854"/>
                  </a:lnTo>
                  <a:lnTo>
                    <a:pt x="465028" y="111274"/>
                  </a:lnTo>
                  <a:lnTo>
                    <a:pt x="474716" y="112666"/>
                  </a:lnTo>
                  <a:lnTo>
                    <a:pt x="484404" y="114316"/>
                  </a:lnTo>
                  <a:lnTo>
                    <a:pt x="494093" y="115119"/>
                  </a:lnTo>
                  <a:lnTo>
                    <a:pt x="503781" y="115800"/>
                  </a:lnTo>
                  <a:lnTo>
                    <a:pt x="513469" y="116907"/>
                  </a:lnTo>
                  <a:lnTo>
                    <a:pt x="523157" y="120280"/>
                  </a:lnTo>
                  <a:lnTo>
                    <a:pt x="532845" y="121086"/>
                  </a:lnTo>
                  <a:lnTo>
                    <a:pt x="542533" y="119849"/>
                  </a:lnTo>
                  <a:lnTo>
                    <a:pt x="552221" y="121073"/>
                  </a:lnTo>
                  <a:lnTo>
                    <a:pt x="561909" y="124093"/>
                  </a:lnTo>
                  <a:lnTo>
                    <a:pt x="571597" y="127097"/>
                  </a:lnTo>
                  <a:lnTo>
                    <a:pt x="581285" y="127860"/>
                  </a:lnTo>
                  <a:lnTo>
                    <a:pt x="590974" y="128166"/>
                  </a:lnTo>
                  <a:lnTo>
                    <a:pt x="600662" y="129300"/>
                  </a:lnTo>
                  <a:lnTo>
                    <a:pt x="610350" y="130036"/>
                  </a:lnTo>
                  <a:lnTo>
                    <a:pt x="620038" y="130994"/>
                  </a:lnTo>
                  <a:lnTo>
                    <a:pt x="629726" y="131895"/>
                  </a:lnTo>
                  <a:lnTo>
                    <a:pt x="639414" y="132449"/>
                  </a:lnTo>
                  <a:lnTo>
                    <a:pt x="649102" y="133472"/>
                  </a:lnTo>
                  <a:lnTo>
                    <a:pt x="658790" y="135152"/>
                  </a:lnTo>
                  <a:lnTo>
                    <a:pt x="668478" y="137487"/>
                  </a:lnTo>
                  <a:lnTo>
                    <a:pt x="678166" y="138438"/>
                  </a:lnTo>
                  <a:lnTo>
                    <a:pt x="687855" y="138480"/>
                  </a:lnTo>
                  <a:lnTo>
                    <a:pt x="697543" y="138591"/>
                  </a:lnTo>
                  <a:lnTo>
                    <a:pt x="707231" y="139593"/>
                  </a:lnTo>
                  <a:lnTo>
                    <a:pt x="716919" y="140262"/>
                  </a:lnTo>
                  <a:lnTo>
                    <a:pt x="726607" y="141692"/>
                  </a:lnTo>
                  <a:lnTo>
                    <a:pt x="736295" y="142196"/>
                  </a:lnTo>
                  <a:lnTo>
                    <a:pt x="745983" y="143574"/>
                  </a:lnTo>
                  <a:lnTo>
                    <a:pt x="755671" y="144292"/>
                  </a:lnTo>
                  <a:lnTo>
                    <a:pt x="765359" y="143402"/>
                  </a:lnTo>
                  <a:lnTo>
                    <a:pt x="775047" y="142368"/>
                  </a:lnTo>
                  <a:lnTo>
                    <a:pt x="784736" y="143080"/>
                  </a:lnTo>
                  <a:lnTo>
                    <a:pt x="794424" y="144003"/>
                  </a:lnTo>
                  <a:lnTo>
                    <a:pt x="804112" y="144571"/>
                  </a:lnTo>
                  <a:lnTo>
                    <a:pt x="813800" y="145266"/>
                  </a:lnTo>
                  <a:lnTo>
                    <a:pt x="823488" y="145195"/>
                  </a:lnTo>
                  <a:lnTo>
                    <a:pt x="833176" y="143355"/>
                  </a:lnTo>
                  <a:lnTo>
                    <a:pt x="842864" y="143009"/>
                  </a:lnTo>
                  <a:lnTo>
                    <a:pt x="852552" y="145200"/>
                  </a:lnTo>
                  <a:lnTo>
                    <a:pt x="862240" y="144728"/>
                  </a:lnTo>
                  <a:lnTo>
                    <a:pt x="871928" y="143254"/>
                  </a:lnTo>
                  <a:lnTo>
                    <a:pt x="881617" y="144013"/>
                  </a:lnTo>
                  <a:lnTo>
                    <a:pt x="891305" y="143847"/>
                  </a:lnTo>
                  <a:lnTo>
                    <a:pt x="900993" y="143148"/>
                  </a:lnTo>
                  <a:lnTo>
                    <a:pt x="910681" y="145267"/>
                  </a:lnTo>
                  <a:lnTo>
                    <a:pt x="920369" y="146004"/>
                  </a:lnTo>
                  <a:lnTo>
                    <a:pt x="930057" y="147170"/>
                  </a:lnTo>
                  <a:lnTo>
                    <a:pt x="939745" y="147725"/>
                  </a:lnTo>
                  <a:lnTo>
                    <a:pt x="949433" y="146958"/>
                  </a:lnTo>
                  <a:lnTo>
                    <a:pt x="959121" y="145802"/>
                  </a:lnTo>
                  <a:lnTo>
                    <a:pt x="968809" y="145808"/>
                  </a:lnTo>
                  <a:lnTo>
                    <a:pt x="978498" y="146408"/>
                  </a:lnTo>
                  <a:lnTo>
                    <a:pt x="988186" y="147076"/>
                  </a:lnTo>
                  <a:lnTo>
                    <a:pt x="997874" y="146616"/>
                  </a:lnTo>
                  <a:lnTo>
                    <a:pt x="1007562" y="147675"/>
                  </a:lnTo>
                  <a:lnTo>
                    <a:pt x="1017250" y="146241"/>
                  </a:lnTo>
                  <a:lnTo>
                    <a:pt x="1026938" y="147061"/>
                  </a:lnTo>
                  <a:lnTo>
                    <a:pt x="1036626" y="146526"/>
                  </a:lnTo>
                  <a:lnTo>
                    <a:pt x="1046314" y="146018"/>
                  </a:lnTo>
                  <a:lnTo>
                    <a:pt x="1056002" y="145704"/>
                  </a:lnTo>
                  <a:lnTo>
                    <a:pt x="1065690" y="144968"/>
                  </a:lnTo>
                  <a:lnTo>
                    <a:pt x="1075379" y="143333"/>
                  </a:lnTo>
                  <a:lnTo>
                    <a:pt x="1085067" y="141552"/>
                  </a:lnTo>
                  <a:lnTo>
                    <a:pt x="1094755" y="140971"/>
                  </a:lnTo>
                  <a:lnTo>
                    <a:pt x="1104443" y="140406"/>
                  </a:lnTo>
                  <a:lnTo>
                    <a:pt x="1114131" y="139987"/>
                  </a:lnTo>
                  <a:lnTo>
                    <a:pt x="1123819" y="139892"/>
                  </a:lnTo>
                  <a:lnTo>
                    <a:pt x="1133507" y="138796"/>
                  </a:lnTo>
                  <a:lnTo>
                    <a:pt x="1143195" y="138217"/>
                  </a:lnTo>
                  <a:lnTo>
                    <a:pt x="1152883" y="137707"/>
                  </a:lnTo>
                  <a:lnTo>
                    <a:pt x="1162571" y="137164"/>
                  </a:lnTo>
                  <a:lnTo>
                    <a:pt x="1172260" y="136596"/>
                  </a:lnTo>
                  <a:lnTo>
                    <a:pt x="1181948" y="135978"/>
                  </a:lnTo>
                  <a:lnTo>
                    <a:pt x="1191636" y="133719"/>
                  </a:lnTo>
                  <a:lnTo>
                    <a:pt x="1201324" y="131470"/>
                  </a:lnTo>
                  <a:lnTo>
                    <a:pt x="1211012" y="130042"/>
                  </a:lnTo>
                  <a:lnTo>
                    <a:pt x="1220700" y="128654"/>
                  </a:lnTo>
                  <a:lnTo>
                    <a:pt x="1230388" y="127266"/>
                  </a:lnTo>
                  <a:lnTo>
                    <a:pt x="1240076" y="126771"/>
                  </a:lnTo>
                  <a:lnTo>
                    <a:pt x="1249764" y="126716"/>
                  </a:lnTo>
                  <a:lnTo>
                    <a:pt x="1259452" y="126263"/>
                  </a:lnTo>
                  <a:lnTo>
                    <a:pt x="1269141" y="125688"/>
                  </a:lnTo>
                  <a:lnTo>
                    <a:pt x="1278829" y="125026"/>
                  </a:lnTo>
                  <a:lnTo>
                    <a:pt x="1288517" y="124965"/>
                  </a:lnTo>
                  <a:lnTo>
                    <a:pt x="1298205" y="125313"/>
                  </a:lnTo>
                  <a:lnTo>
                    <a:pt x="1307893" y="125481"/>
                  </a:lnTo>
                  <a:lnTo>
                    <a:pt x="1317581" y="125435"/>
                  </a:lnTo>
                  <a:lnTo>
                    <a:pt x="1327269" y="123683"/>
                  </a:lnTo>
                  <a:lnTo>
                    <a:pt x="1336957" y="122175"/>
                  </a:lnTo>
                  <a:lnTo>
                    <a:pt x="1346645" y="121714"/>
                  </a:lnTo>
                  <a:lnTo>
                    <a:pt x="1356333" y="121254"/>
                  </a:lnTo>
                  <a:lnTo>
                    <a:pt x="1366022" y="120365"/>
                  </a:lnTo>
                  <a:lnTo>
                    <a:pt x="1375710" y="118791"/>
                  </a:lnTo>
                  <a:lnTo>
                    <a:pt x="1385398" y="117798"/>
                  </a:lnTo>
                  <a:lnTo>
                    <a:pt x="1395086" y="117121"/>
                  </a:lnTo>
                  <a:lnTo>
                    <a:pt x="1404774" y="116447"/>
                  </a:lnTo>
                  <a:lnTo>
                    <a:pt x="1414462" y="115801"/>
                  </a:lnTo>
                  <a:lnTo>
                    <a:pt x="1424150" y="115163"/>
                  </a:lnTo>
                  <a:lnTo>
                    <a:pt x="1433838" y="114524"/>
                  </a:lnTo>
                  <a:lnTo>
                    <a:pt x="1443526" y="113887"/>
                  </a:lnTo>
                  <a:lnTo>
                    <a:pt x="1453214" y="113250"/>
                  </a:lnTo>
                  <a:lnTo>
                    <a:pt x="1462903" y="112614"/>
                  </a:lnTo>
                  <a:lnTo>
                    <a:pt x="1472591" y="112104"/>
                  </a:lnTo>
                  <a:lnTo>
                    <a:pt x="1482279" y="111331"/>
                  </a:lnTo>
                  <a:lnTo>
                    <a:pt x="1491967" y="110680"/>
                  </a:lnTo>
                  <a:lnTo>
                    <a:pt x="1501655" y="110031"/>
                  </a:lnTo>
                  <a:lnTo>
                    <a:pt x="1511343" y="109382"/>
                  </a:lnTo>
                  <a:lnTo>
                    <a:pt x="1521031" y="108734"/>
                  </a:lnTo>
                  <a:lnTo>
                    <a:pt x="1530719" y="108086"/>
                  </a:lnTo>
                  <a:lnTo>
                    <a:pt x="1540407" y="107331"/>
                  </a:lnTo>
                  <a:lnTo>
                    <a:pt x="1550095" y="105825"/>
                  </a:lnTo>
                  <a:lnTo>
                    <a:pt x="1559784" y="104323"/>
                  </a:lnTo>
                  <a:lnTo>
                    <a:pt x="1569472" y="104170"/>
                  </a:lnTo>
                  <a:lnTo>
                    <a:pt x="1579160" y="104652"/>
                  </a:lnTo>
                  <a:lnTo>
                    <a:pt x="1588848" y="104080"/>
                  </a:lnTo>
                  <a:lnTo>
                    <a:pt x="1598536" y="102940"/>
                  </a:lnTo>
                  <a:lnTo>
                    <a:pt x="1608224" y="102743"/>
                  </a:lnTo>
                  <a:lnTo>
                    <a:pt x="1617912" y="101107"/>
                  </a:lnTo>
                  <a:lnTo>
                    <a:pt x="1627600" y="99491"/>
                  </a:lnTo>
                  <a:lnTo>
                    <a:pt x="1637288" y="98321"/>
                  </a:lnTo>
                  <a:lnTo>
                    <a:pt x="1646976" y="97182"/>
                  </a:lnTo>
                  <a:lnTo>
                    <a:pt x="1656665" y="96046"/>
                  </a:lnTo>
                  <a:lnTo>
                    <a:pt x="1666353" y="94912"/>
                  </a:lnTo>
                  <a:lnTo>
                    <a:pt x="1676041" y="93450"/>
                  </a:lnTo>
                  <a:lnTo>
                    <a:pt x="1685729" y="92472"/>
                  </a:lnTo>
                  <a:lnTo>
                    <a:pt x="1695417" y="91491"/>
                  </a:lnTo>
                  <a:lnTo>
                    <a:pt x="1705105" y="90388"/>
                  </a:lnTo>
                  <a:lnTo>
                    <a:pt x="1714793" y="88948"/>
                  </a:lnTo>
                  <a:lnTo>
                    <a:pt x="1724481" y="86756"/>
                  </a:lnTo>
                  <a:lnTo>
                    <a:pt x="1734169" y="85622"/>
                  </a:lnTo>
                  <a:lnTo>
                    <a:pt x="1743857" y="85305"/>
                  </a:lnTo>
                  <a:lnTo>
                    <a:pt x="1753546" y="83901"/>
                  </a:lnTo>
                  <a:lnTo>
                    <a:pt x="1763234" y="82070"/>
                  </a:lnTo>
                  <a:lnTo>
                    <a:pt x="1772922" y="80248"/>
                  </a:lnTo>
                  <a:lnTo>
                    <a:pt x="1782610" y="78433"/>
                  </a:lnTo>
                  <a:lnTo>
                    <a:pt x="1792298" y="76625"/>
                  </a:lnTo>
                  <a:lnTo>
                    <a:pt x="1801986" y="74823"/>
                  </a:lnTo>
                  <a:lnTo>
                    <a:pt x="1811674" y="73050"/>
                  </a:lnTo>
                  <a:lnTo>
                    <a:pt x="1821362" y="71295"/>
                  </a:lnTo>
                  <a:lnTo>
                    <a:pt x="1831050" y="69546"/>
                  </a:lnTo>
                  <a:lnTo>
                    <a:pt x="1840738" y="67804"/>
                  </a:lnTo>
                  <a:lnTo>
                    <a:pt x="1850427" y="66206"/>
                  </a:lnTo>
                  <a:lnTo>
                    <a:pt x="1860115" y="64599"/>
                  </a:lnTo>
                  <a:lnTo>
                    <a:pt x="1869803" y="63665"/>
                  </a:lnTo>
                  <a:lnTo>
                    <a:pt x="1879491" y="62841"/>
                  </a:lnTo>
                  <a:lnTo>
                    <a:pt x="1889179" y="62185"/>
                  </a:lnTo>
                  <a:lnTo>
                    <a:pt x="1898867" y="61562"/>
                  </a:lnTo>
                  <a:lnTo>
                    <a:pt x="1908555" y="60944"/>
                  </a:lnTo>
                  <a:lnTo>
                    <a:pt x="1918243" y="60326"/>
                  </a:lnTo>
                  <a:lnTo>
                    <a:pt x="1927931" y="59715"/>
                  </a:lnTo>
                  <a:lnTo>
                    <a:pt x="1937619" y="59107"/>
                  </a:lnTo>
                  <a:lnTo>
                    <a:pt x="1947308" y="58500"/>
                  </a:lnTo>
                  <a:lnTo>
                    <a:pt x="1956996" y="57894"/>
                  </a:lnTo>
                  <a:lnTo>
                    <a:pt x="1966684" y="57289"/>
                  </a:lnTo>
                  <a:lnTo>
                    <a:pt x="1976372" y="56684"/>
                  </a:lnTo>
                  <a:lnTo>
                    <a:pt x="1986060" y="56081"/>
                  </a:lnTo>
                  <a:lnTo>
                    <a:pt x="1995748" y="55478"/>
                  </a:lnTo>
                  <a:lnTo>
                    <a:pt x="2005436" y="54875"/>
                  </a:lnTo>
                  <a:lnTo>
                    <a:pt x="2015124" y="54274"/>
                  </a:lnTo>
                  <a:lnTo>
                    <a:pt x="2024812" y="53673"/>
                  </a:lnTo>
                  <a:lnTo>
                    <a:pt x="2034500" y="53073"/>
                  </a:lnTo>
                  <a:lnTo>
                    <a:pt x="2044188" y="52259"/>
                  </a:lnTo>
                  <a:lnTo>
                    <a:pt x="2053877" y="51285"/>
                  </a:lnTo>
                  <a:lnTo>
                    <a:pt x="2063565" y="50228"/>
                  </a:lnTo>
                  <a:lnTo>
                    <a:pt x="2073253" y="49173"/>
                  </a:lnTo>
                  <a:lnTo>
                    <a:pt x="2082941" y="48121"/>
                  </a:lnTo>
                  <a:lnTo>
                    <a:pt x="2092629" y="47092"/>
                  </a:lnTo>
                  <a:lnTo>
                    <a:pt x="2102317" y="46065"/>
                  </a:lnTo>
                  <a:lnTo>
                    <a:pt x="2112005" y="45041"/>
                  </a:lnTo>
                  <a:lnTo>
                    <a:pt x="2121693" y="44020"/>
                  </a:lnTo>
                  <a:lnTo>
                    <a:pt x="2131381" y="43000"/>
                  </a:lnTo>
                  <a:lnTo>
                    <a:pt x="2141069" y="41937"/>
                  </a:lnTo>
                  <a:lnTo>
                    <a:pt x="2150758" y="40553"/>
                  </a:lnTo>
                  <a:lnTo>
                    <a:pt x="2160446" y="39172"/>
                  </a:lnTo>
                  <a:lnTo>
                    <a:pt x="2170134" y="37796"/>
                  </a:lnTo>
                  <a:lnTo>
                    <a:pt x="2179822" y="36946"/>
                  </a:lnTo>
                  <a:lnTo>
                    <a:pt x="2189510" y="36156"/>
                  </a:lnTo>
                  <a:lnTo>
                    <a:pt x="2199198" y="35368"/>
                  </a:lnTo>
                  <a:lnTo>
                    <a:pt x="2208886" y="34581"/>
                  </a:lnTo>
                  <a:lnTo>
                    <a:pt x="2218574" y="33707"/>
                  </a:lnTo>
                  <a:lnTo>
                    <a:pt x="2228262" y="32536"/>
                  </a:lnTo>
                  <a:lnTo>
                    <a:pt x="2237950" y="31369"/>
                  </a:lnTo>
                  <a:lnTo>
                    <a:pt x="2247639" y="30205"/>
                  </a:lnTo>
                  <a:lnTo>
                    <a:pt x="2257327" y="29044"/>
                  </a:lnTo>
                  <a:lnTo>
                    <a:pt x="2267015" y="27885"/>
                  </a:lnTo>
                  <a:lnTo>
                    <a:pt x="2276703" y="26730"/>
                  </a:lnTo>
                  <a:lnTo>
                    <a:pt x="2286391" y="25184"/>
                  </a:lnTo>
                  <a:lnTo>
                    <a:pt x="2296079" y="23297"/>
                  </a:lnTo>
                  <a:lnTo>
                    <a:pt x="2305767" y="21275"/>
                  </a:lnTo>
                  <a:lnTo>
                    <a:pt x="2315455" y="19553"/>
                  </a:lnTo>
                  <a:lnTo>
                    <a:pt x="2325143" y="17680"/>
                  </a:lnTo>
                  <a:lnTo>
                    <a:pt x="2334831" y="16066"/>
                  </a:lnTo>
                  <a:lnTo>
                    <a:pt x="2344520" y="15401"/>
                  </a:lnTo>
                  <a:lnTo>
                    <a:pt x="2354208" y="14756"/>
                  </a:lnTo>
                  <a:lnTo>
                    <a:pt x="2363896" y="14124"/>
                  </a:lnTo>
                  <a:lnTo>
                    <a:pt x="2373584" y="13493"/>
                  </a:lnTo>
                  <a:lnTo>
                    <a:pt x="2383272" y="12863"/>
                  </a:lnTo>
                  <a:lnTo>
                    <a:pt x="2392960" y="11842"/>
                  </a:lnTo>
                  <a:lnTo>
                    <a:pt x="2402648" y="10399"/>
                  </a:lnTo>
                  <a:lnTo>
                    <a:pt x="2412336" y="9077"/>
                  </a:lnTo>
                  <a:lnTo>
                    <a:pt x="2422024" y="8258"/>
                  </a:lnTo>
                  <a:lnTo>
                    <a:pt x="2431712" y="6715"/>
                  </a:lnTo>
                  <a:lnTo>
                    <a:pt x="2441401" y="5178"/>
                  </a:lnTo>
                  <a:lnTo>
                    <a:pt x="2451089" y="3653"/>
                  </a:lnTo>
                  <a:lnTo>
                    <a:pt x="2460777" y="2986"/>
                  </a:lnTo>
                  <a:lnTo>
                    <a:pt x="2470465" y="2528"/>
                  </a:lnTo>
                  <a:lnTo>
                    <a:pt x="2480153" y="2070"/>
                  </a:lnTo>
                  <a:lnTo>
                    <a:pt x="2489841" y="1613"/>
                  </a:lnTo>
                  <a:lnTo>
                    <a:pt x="2499529" y="1073"/>
                  </a:lnTo>
                  <a:lnTo>
                    <a:pt x="2509217" y="0"/>
                  </a:lnTo>
                  <a:lnTo>
                    <a:pt x="2509217" y="2470408"/>
                  </a:lnTo>
                  <a:lnTo>
                    <a:pt x="2499529" y="2459738"/>
                  </a:lnTo>
                  <a:lnTo>
                    <a:pt x="2489841" y="2449048"/>
                  </a:lnTo>
                  <a:lnTo>
                    <a:pt x="2480153" y="2438340"/>
                  </a:lnTo>
                  <a:lnTo>
                    <a:pt x="2470465" y="2427614"/>
                  </a:lnTo>
                  <a:lnTo>
                    <a:pt x="2460777" y="2416870"/>
                  </a:lnTo>
                  <a:lnTo>
                    <a:pt x="2451089" y="2406109"/>
                  </a:lnTo>
                  <a:lnTo>
                    <a:pt x="2441401" y="2395331"/>
                  </a:lnTo>
                  <a:lnTo>
                    <a:pt x="2431712" y="2384536"/>
                  </a:lnTo>
                  <a:lnTo>
                    <a:pt x="2422024" y="2373726"/>
                  </a:lnTo>
                  <a:lnTo>
                    <a:pt x="2412336" y="2362901"/>
                  </a:lnTo>
                  <a:lnTo>
                    <a:pt x="2402648" y="2352060"/>
                  </a:lnTo>
                  <a:lnTo>
                    <a:pt x="2392960" y="2341205"/>
                  </a:lnTo>
                  <a:lnTo>
                    <a:pt x="2383272" y="2330335"/>
                  </a:lnTo>
                  <a:lnTo>
                    <a:pt x="2373584" y="2319452"/>
                  </a:lnTo>
                  <a:lnTo>
                    <a:pt x="2363896" y="2308489"/>
                  </a:lnTo>
                  <a:lnTo>
                    <a:pt x="2354208" y="2297510"/>
                  </a:lnTo>
                  <a:lnTo>
                    <a:pt x="2344520" y="2286519"/>
                  </a:lnTo>
                  <a:lnTo>
                    <a:pt x="2334831" y="2275515"/>
                  </a:lnTo>
                  <a:lnTo>
                    <a:pt x="2325143" y="2264967"/>
                  </a:lnTo>
                  <a:lnTo>
                    <a:pt x="2315455" y="2256231"/>
                  </a:lnTo>
                  <a:lnTo>
                    <a:pt x="2305767" y="2247488"/>
                  </a:lnTo>
                  <a:lnTo>
                    <a:pt x="2296079" y="2238738"/>
                  </a:lnTo>
                  <a:lnTo>
                    <a:pt x="2286391" y="2229970"/>
                  </a:lnTo>
                  <a:lnTo>
                    <a:pt x="2276703" y="2220925"/>
                  </a:lnTo>
                  <a:lnTo>
                    <a:pt x="2267015" y="2207739"/>
                  </a:lnTo>
                  <a:lnTo>
                    <a:pt x="2257327" y="2194522"/>
                  </a:lnTo>
                  <a:lnTo>
                    <a:pt x="2247639" y="2181294"/>
                  </a:lnTo>
                  <a:lnTo>
                    <a:pt x="2237950" y="2168054"/>
                  </a:lnTo>
                  <a:lnTo>
                    <a:pt x="2228262" y="2154805"/>
                  </a:lnTo>
                  <a:lnTo>
                    <a:pt x="2218574" y="2143106"/>
                  </a:lnTo>
                  <a:lnTo>
                    <a:pt x="2208886" y="2133026"/>
                  </a:lnTo>
                  <a:lnTo>
                    <a:pt x="2199198" y="2120523"/>
                  </a:lnTo>
                  <a:lnTo>
                    <a:pt x="2189510" y="2109389"/>
                  </a:lnTo>
                  <a:lnTo>
                    <a:pt x="2179822" y="2096411"/>
                  </a:lnTo>
                  <a:lnTo>
                    <a:pt x="2170134" y="2082779"/>
                  </a:lnTo>
                  <a:lnTo>
                    <a:pt x="2160446" y="2069528"/>
                  </a:lnTo>
                  <a:lnTo>
                    <a:pt x="2150758" y="2059643"/>
                  </a:lnTo>
                  <a:lnTo>
                    <a:pt x="2141069" y="2050196"/>
                  </a:lnTo>
                  <a:lnTo>
                    <a:pt x="2131381" y="2040357"/>
                  </a:lnTo>
                  <a:lnTo>
                    <a:pt x="2121693" y="2027769"/>
                  </a:lnTo>
                  <a:lnTo>
                    <a:pt x="2112005" y="2015179"/>
                  </a:lnTo>
                  <a:lnTo>
                    <a:pt x="2102317" y="2003897"/>
                  </a:lnTo>
                  <a:lnTo>
                    <a:pt x="2092629" y="1994266"/>
                  </a:lnTo>
                  <a:lnTo>
                    <a:pt x="2082941" y="1984635"/>
                  </a:lnTo>
                  <a:lnTo>
                    <a:pt x="2073253" y="1975006"/>
                  </a:lnTo>
                  <a:lnTo>
                    <a:pt x="2063565" y="1964960"/>
                  </a:lnTo>
                  <a:lnTo>
                    <a:pt x="2053877" y="1953912"/>
                  </a:lnTo>
                  <a:lnTo>
                    <a:pt x="2044188" y="1942817"/>
                  </a:lnTo>
                  <a:lnTo>
                    <a:pt x="2034500" y="1931724"/>
                  </a:lnTo>
                  <a:lnTo>
                    <a:pt x="2024812" y="1920635"/>
                  </a:lnTo>
                  <a:lnTo>
                    <a:pt x="2015124" y="1910229"/>
                  </a:lnTo>
                  <a:lnTo>
                    <a:pt x="2005436" y="1900132"/>
                  </a:lnTo>
                  <a:lnTo>
                    <a:pt x="1995748" y="1889319"/>
                  </a:lnTo>
                  <a:lnTo>
                    <a:pt x="1986060" y="1877551"/>
                  </a:lnTo>
                  <a:lnTo>
                    <a:pt x="1976372" y="1866808"/>
                  </a:lnTo>
                  <a:lnTo>
                    <a:pt x="1966684" y="1856989"/>
                  </a:lnTo>
                  <a:lnTo>
                    <a:pt x="1956996" y="1846271"/>
                  </a:lnTo>
                  <a:lnTo>
                    <a:pt x="1947308" y="1835561"/>
                  </a:lnTo>
                  <a:lnTo>
                    <a:pt x="1937619" y="1824857"/>
                  </a:lnTo>
                  <a:lnTo>
                    <a:pt x="1927931" y="1816253"/>
                  </a:lnTo>
                  <a:lnTo>
                    <a:pt x="1918243" y="1807942"/>
                  </a:lnTo>
                  <a:lnTo>
                    <a:pt x="1908555" y="1799635"/>
                  </a:lnTo>
                  <a:lnTo>
                    <a:pt x="1898867" y="1791334"/>
                  </a:lnTo>
                  <a:lnTo>
                    <a:pt x="1889179" y="1783039"/>
                  </a:lnTo>
                  <a:lnTo>
                    <a:pt x="1879491" y="1774748"/>
                  </a:lnTo>
                  <a:lnTo>
                    <a:pt x="1869803" y="1766464"/>
                  </a:lnTo>
                  <a:lnTo>
                    <a:pt x="1860115" y="1758183"/>
                  </a:lnTo>
                  <a:lnTo>
                    <a:pt x="1850427" y="1749884"/>
                  </a:lnTo>
                  <a:lnTo>
                    <a:pt x="1840738" y="1741593"/>
                  </a:lnTo>
                  <a:lnTo>
                    <a:pt x="1831050" y="1733307"/>
                  </a:lnTo>
                  <a:lnTo>
                    <a:pt x="1821362" y="1724993"/>
                  </a:lnTo>
                  <a:lnTo>
                    <a:pt x="1811674" y="1714258"/>
                  </a:lnTo>
                  <a:lnTo>
                    <a:pt x="1801986" y="1703273"/>
                  </a:lnTo>
                  <a:lnTo>
                    <a:pt x="1792298" y="1692290"/>
                  </a:lnTo>
                  <a:lnTo>
                    <a:pt x="1782610" y="1681320"/>
                  </a:lnTo>
                  <a:lnTo>
                    <a:pt x="1772922" y="1670364"/>
                  </a:lnTo>
                  <a:lnTo>
                    <a:pt x="1763234" y="1660812"/>
                  </a:lnTo>
                  <a:lnTo>
                    <a:pt x="1753546" y="1653122"/>
                  </a:lnTo>
                  <a:lnTo>
                    <a:pt x="1743857" y="1645438"/>
                  </a:lnTo>
                  <a:lnTo>
                    <a:pt x="1734169" y="1637763"/>
                  </a:lnTo>
                  <a:lnTo>
                    <a:pt x="1724481" y="1630095"/>
                  </a:lnTo>
                  <a:lnTo>
                    <a:pt x="1714793" y="1622436"/>
                  </a:lnTo>
                  <a:lnTo>
                    <a:pt x="1705105" y="1613837"/>
                  </a:lnTo>
                  <a:lnTo>
                    <a:pt x="1695417" y="1604495"/>
                  </a:lnTo>
                  <a:lnTo>
                    <a:pt x="1685729" y="1595047"/>
                  </a:lnTo>
                  <a:lnTo>
                    <a:pt x="1676041" y="1582301"/>
                  </a:lnTo>
                  <a:lnTo>
                    <a:pt x="1666353" y="1569478"/>
                  </a:lnTo>
                  <a:lnTo>
                    <a:pt x="1656665" y="1556652"/>
                  </a:lnTo>
                  <a:lnTo>
                    <a:pt x="1646976" y="1543852"/>
                  </a:lnTo>
                  <a:lnTo>
                    <a:pt x="1637288" y="1531482"/>
                  </a:lnTo>
                  <a:lnTo>
                    <a:pt x="1627600" y="1522775"/>
                  </a:lnTo>
                  <a:lnTo>
                    <a:pt x="1617912" y="1513350"/>
                  </a:lnTo>
                  <a:lnTo>
                    <a:pt x="1608224" y="1504553"/>
                  </a:lnTo>
                  <a:lnTo>
                    <a:pt x="1598536" y="1496563"/>
                  </a:lnTo>
                  <a:lnTo>
                    <a:pt x="1588848" y="1488369"/>
                  </a:lnTo>
                  <a:lnTo>
                    <a:pt x="1579160" y="1479833"/>
                  </a:lnTo>
                  <a:lnTo>
                    <a:pt x="1569472" y="1471439"/>
                  </a:lnTo>
                  <a:lnTo>
                    <a:pt x="1559784" y="1464799"/>
                  </a:lnTo>
                  <a:lnTo>
                    <a:pt x="1550095" y="1456942"/>
                  </a:lnTo>
                  <a:lnTo>
                    <a:pt x="1540407" y="1449005"/>
                  </a:lnTo>
                  <a:lnTo>
                    <a:pt x="1530719" y="1441077"/>
                  </a:lnTo>
                  <a:lnTo>
                    <a:pt x="1521031" y="1431802"/>
                  </a:lnTo>
                  <a:lnTo>
                    <a:pt x="1511343" y="1422397"/>
                  </a:lnTo>
                  <a:lnTo>
                    <a:pt x="1501655" y="1413011"/>
                  </a:lnTo>
                  <a:lnTo>
                    <a:pt x="1491967" y="1403676"/>
                  </a:lnTo>
                  <a:lnTo>
                    <a:pt x="1482279" y="1395292"/>
                  </a:lnTo>
                  <a:lnTo>
                    <a:pt x="1472591" y="1386922"/>
                  </a:lnTo>
                  <a:lnTo>
                    <a:pt x="1462903" y="1378528"/>
                  </a:lnTo>
                  <a:lnTo>
                    <a:pt x="1453214" y="1371099"/>
                  </a:lnTo>
                  <a:lnTo>
                    <a:pt x="1443526" y="1363485"/>
                  </a:lnTo>
                  <a:lnTo>
                    <a:pt x="1433838" y="1355103"/>
                  </a:lnTo>
                  <a:lnTo>
                    <a:pt x="1424150" y="1349365"/>
                  </a:lnTo>
                  <a:lnTo>
                    <a:pt x="1414462" y="1340540"/>
                  </a:lnTo>
                  <a:lnTo>
                    <a:pt x="1404774" y="1330978"/>
                  </a:lnTo>
                  <a:lnTo>
                    <a:pt x="1395086" y="1320358"/>
                  </a:lnTo>
                  <a:lnTo>
                    <a:pt x="1385398" y="1311945"/>
                  </a:lnTo>
                  <a:lnTo>
                    <a:pt x="1375710" y="1300732"/>
                  </a:lnTo>
                  <a:lnTo>
                    <a:pt x="1366022" y="1289883"/>
                  </a:lnTo>
                  <a:lnTo>
                    <a:pt x="1356333" y="1283216"/>
                  </a:lnTo>
                  <a:lnTo>
                    <a:pt x="1346645" y="1276555"/>
                  </a:lnTo>
                  <a:lnTo>
                    <a:pt x="1336957" y="1269899"/>
                  </a:lnTo>
                  <a:lnTo>
                    <a:pt x="1327269" y="1261760"/>
                  </a:lnTo>
                  <a:lnTo>
                    <a:pt x="1317581" y="1253127"/>
                  </a:lnTo>
                  <a:lnTo>
                    <a:pt x="1307893" y="1244517"/>
                  </a:lnTo>
                  <a:lnTo>
                    <a:pt x="1298205" y="1235843"/>
                  </a:lnTo>
                  <a:lnTo>
                    <a:pt x="1288517" y="1227281"/>
                  </a:lnTo>
                  <a:lnTo>
                    <a:pt x="1278829" y="1217330"/>
                  </a:lnTo>
                  <a:lnTo>
                    <a:pt x="1269141" y="1210491"/>
                  </a:lnTo>
                  <a:lnTo>
                    <a:pt x="1259452" y="1201735"/>
                  </a:lnTo>
                  <a:lnTo>
                    <a:pt x="1249764" y="1191453"/>
                  </a:lnTo>
                  <a:lnTo>
                    <a:pt x="1240076" y="1180910"/>
                  </a:lnTo>
                  <a:lnTo>
                    <a:pt x="1230388" y="1171220"/>
                  </a:lnTo>
                  <a:lnTo>
                    <a:pt x="1220700" y="1164892"/>
                  </a:lnTo>
                  <a:lnTo>
                    <a:pt x="1211012" y="1155050"/>
                  </a:lnTo>
                  <a:lnTo>
                    <a:pt x="1201324" y="1146613"/>
                  </a:lnTo>
                  <a:lnTo>
                    <a:pt x="1191636" y="1138076"/>
                  </a:lnTo>
                  <a:lnTo>
                    <a:pt x="1181948" y="1130706"/>
                  </a:lnTo>
                  <a:lnTo>
                    <a:pt x="1172260" y="1123077"/>
                  </a:lnTo>
                  <a:lnTo>
                    <a:pt x="1162571" y="1115769"/>
                  </a:lnTo>
                  <a:lnTo>
                    <a:pt x="1152883" y="1108671"/>
                  </a:lnTo>
                  <a:lnTo>
                    <a:pt x="1143195" y="1101414"/>
                  </a:lnTo>
                  <a:lnTo>
                    <a:pt x="1133507" y="1093881"/>
                  </a:lnTo>
                  <a:lnTo>
                    <a:pt x="1123819" y="1087712"/>
                  </a:lnTo>
                  <a:lnTo>
                    <a:pt x="1114131" y="1080816"/>
                  </a:lnTo>
                  <a:lnTo>
                    <a:pt x="1104443" y="1073820"/>
                  </a:lnTo>
                  <a:lnTo>
                    <a:pt x="1094755" y="1066875"/>
                  </a:lnTo>
                  <a:lnTo>
                    <a:pt x="1085067" y="1058968"/>
                  </a:lnTo>
                  <a:lnTo>
                    <a:pt x="1075379" y="1050735"/>
                  </a:lnTo>
                  <a:lnTo>
                    <a:pt x="1065690" y="1043562"/>
                  </a:lnTo>
                  <a:lnTo>
                    <a:pt x="1056002" y="1034047"/>
                  </a:lnTo>
                  <a:lnTo>
                    <a:pt x="1046314" y="1028433"/>
                  </a:lnTo>
                  <a:lnTo>
                    <a:pt x="1036626" y="1022308"/>
                  </a:lnTo>
                  <a:lnTo>
                    <a:pt x="1026938" y="1017332"/>
                  </a:lnTo>
                  <a:lnTo>
                    <a:pt x="1017250" y="1009863"/>
                  </a:lnTo>
                  <a:lnTo>
                    <a:pt x="1007562" y="1001333"/>
                  </a:lnTo>
                  <a:lnTo>
                    <a:pt x="997874" y="994359"/>
                  </a:lnTo>
                  <a:lnTo>
                    <a:pt x="988186" y="988978"/>
                  </a:lnTo>
                  <a:lnTo>
                    <a:pt x="978498" y="984834"/>
                  </a:lnTo>
                  <a:lnTo>
                    <a:pt x="968809" y="978755"/>
                  </a:lnTo>
                  <a:lnTo>
                    <a:pt x="959121" y="970263"/>
                  </a:lnTo>
                  <a:lnTo>
                    <a:pt x="949433" y="963195"/>
                  </a:lnTo>
                  <a:lnTo>
                    <a:pt x="939745" y="955758"/>
                  </a:lnTo>
                  <a:lnTo>
                    <a:pt x="930057" y="948821"/>
                  </a:lnTo>
                  <a:lnTo>
                    <a:pt x="920369" y="941336"/>
                  </a:lnTo>
                  <a:lnTo>
                    <a:pt x="910681" y="934146"/>
                  </a:lnTo>
                  <a:lnTo>
                    <a:pt x="900993" y="926961"/>
                  </a:lnTo>
                  <a:lnTo>
                    <a:pt x="891305" y="919119"/>
                  </a:lnTo>
                  <a:lnTo>
                    <a:pt x="881617" y="912172"/>
                  </a:lnTo>
                  <a:lnTo>
                    <a:pt x="871928" y="907167"/>
                  </a:lnTo>
                  <a:lnTo>
                    <a:pt x="862240" y="901216"/>
                  </a:lnTo>
                  <a:lnTo>
                    <a:pt x="852552" y="894554"/>
                  </a:lnTo>
                  <a:lnTo>
                    <a:pt x="842864" y="886940"/>
                  </a:lnTo>
                  <a:lnTo>
                    <a:pt x="833176" y="879516"/>
                  </a:lnTo>
                  <a:lnTo>
                    <a:pt x="823488" y="872386"/>
                  </a:lnTo>
                  <a:lnTo>
                    <a:pt x="813800" y="869172"/>
                  </a:lnTo>
                  <a:lnTo>
                    <a:pt x="804112" y="863954"/>
                  </a:lnTo>
                  <a:lnTo>
                    <a:pt x="794424" y="858918"/>
                  </a:lnTo>
                  <a:lnTo>
                    <a:pt x="784736" y="854920"/>
                  </a:lnTo>
                  <a:lnTo>
                    <a:pt x="775047" y="847957"/>
                  </a:lnTo>
                  <a:lnTo>
                    <a:pt x="765359" y="841094"/>
                  </a:lnTo>
                  <a:lnTo>
                    <a:pt x="755671" y="835423"/>
                  </a:lnTo>
                  <a:lnTo>
                    <a:pt x="745983" y="829769"/>
                  </a:lnTo>
                  <a:lnTo>
                    <a:pt x="736295" y="824133"/>
                  </a:lnTo>
                  <a:lnTo>
                    <a:pt x="726607" y="819146"/>
                  </a:lnTo>
                  <a:lnTo>
                    <a:pt x="716919" y="816046"/>
                  </a:lnTo>
                  <a:lnTo>
                    <a:pt x="707231" y="812134"/>
                  </a:lnTo>
                  <a:lnTo>
                    <a:pt x="697543" y="808219"/>
                  </a:lnTo>
                  <a:lnTo>
                    <a:pt x="687855" y="806223"/>
                  </a:lnTo>
                  <a:lnTo>
                    <a:pt x="678166" y="803629"/>
                  </a:lnTo>
                  <a:lnTo>
                    <a:pt x="668478" y="802689"/>
                  </a:lnTo>
                  <a:lnTo>
                    <a:pt x="658790" y="800574"/>
                  </a:lnTo>
                  <a:lnTo>
                    <a:pt x="649102" y="794912"/>
                  </a:lnTo>
                  <a:lnTo>
                    <a:pt x="639414" y="789407"/>
                  </a:lnTo>
                  <a:lnTo>
                    <a:pt x="629726" y="785544"/>
                  </a:lnTo>
                  <a:lnTo>
                    <a:pt x="620038" y="780423"/>
                  </a:lnTo>
                  <a:lnTo>
                    <a:pt x="610350" y="773285"/>
                  </a:lnTo>
                  <a:lnTo>
                    <a:pt x="600662" y="770596"/>
                  </a:lnTo>
                  <a:lnTo>
                    <a:pt x="590974" y="766433"/>
                  </a:lnTo>
                  <a:lnTo>
                    <a:pt x="581285" y="762647"/>
                  </a:lnTo>
                  <a:lnTo>
                    <a:pt x="571597" y="758868"/>
                  </a:lnTo>
                  <a:lnTo>
                    <a:pt x="561909" y="753925"/>
                  </a:lnTo>
                  <a:lnTo>
                    <a:pt x="552221" y="749613"/>
                  </a:lnTo>
                  <a:lnTo>
                    <a:pt x="542533" y="744181"/>
                  </a:lnTo>
                  <a:lnTo>
                    <a:pt x="532845" y="741996"/>
                  </a:lnTo>
                  <a:lnTo>
                    <a:pt x="523157" y="740645"/>
                  </a:lnTo>
                  <a:lnTo>
                    <a:pt x="513469" y="734497"/>
                  </a:lnTo>
                  <a:lnTo>
                    <a:pt x="503781" y="730657"/>
                  </a:lnTo>
                  <a:lnTo>
                    <a:pt x="494093" y="728407"/>
                  </a:lnTo>
                  <a:lnTo>
                    <a:pt x="484404" y="725952"/>
                  </a:lnTo>
                  <a:lnTo>
                    <a:pt x="474716" y="723360"/>
                  </a:lnTo>
                  <a:lnTo>
                    <a:pt x="465028" y="719168"/>
                  </a:lnTo>
                  <a:lnTo>
                    <a:pt x="455340" y="718207"/>
                  </a:lnTo>
                  <a:lnTo>
                    <a:pt x="445652" y="717958"/>
                  </a:lnTo>
                  <a:lnTo>
                    <a:pt x="435964" y="717101"/>
                  </a:lnTo>
                  <a:lnTo>
                    <a:pt x="426276" y="714836"/>
                  </a:lnTo>
                  <a:lnTo>
                    <a:pt x="416588" y="715017"/>
                  </a:lnTo>
                  <a:lnTo>
                    <a:pt x="406900" y="713212"/>
                  </a:lnTo>
                  <a:lnTo>
                    <a:pt x="397212" y="712786"/>
                  </a:lnTo>
                  <a:lnTo>
                    <a:pt x="387523" y="707390"/>
                  </a:lnTo>
                  <a:lnTo>
                    <a:pt x="377835" y="705279"/>
                  </a:lnTo>
                  <a:lnTo>
                    <a:pt x="368147" y="706779"/>
                  </a:lnTo>
                  <a:lnTo>
                    <a:pt x="358459" y="706475"/>
                  </a:lnTo>
                  <a:lnTo>
                    <a:pt x="348771" y="705529"/>
                  </a:lnTo>
                  <a:lnTo>
                    <a:pt x="339083" y="703892"/>
                  </a:lnTo>
                  <a:lnTo>
                    <a:pt x="329395" y="702113"/>
                  </a:lnTo>
                  <a:lnTo>
                    <a:pt x="319707" y="702363"/>
                  </a:lnTo>
                  <a:lnTo>
                    <a:pt x="310019" y="701720"/>
                  </a:lnTo>
                  <a:lnTo>
                    <a:pt x="300331" y="701709"/>
                  </a:lnTo>
                  <a:lnTo>
                    <a:pt x="290642" y="702129"/>
                  </a:lnTo>
                  <a:lnTo>
                    <a:pt x="280954" y="700984"/>
                  </a:lnTo>
                  <a:lnTo>
                    <a:pt x="271266" y="701052"/>
                  </a:lnTo>
                  <a:lnTo>
                    <a:pt x="261578" y="700360"/>
                  </a:lnTo>
                  <a:lnTo>
                    <a:pt x="251890" y="699253"/>
                  </a:lnTo>
                  <a:lnTo>
                    <a:pt x="242202" y="701610"/>
                  </a:lnTo>
                  <a:lnTo>
                    <a:pt x="232514" y="702293"/>
                  </a:lnTo>
                  <a:lnTo>
                    <a:pt x="222826" y="702415"/>
                  </a:lnTo>
                  <a:lnTo>
                    <a:pt x="213138" y="700867"/>
                  </a:lnTo>
                  <a:lnTo>
                    <a:pt x="203450" y="699320"/>
                  </a:lnTo>
                  <a:lnTo>
                    <a:pt x="193761" y="697776"/>
                  </a:lnTo>
                  <a:lnTo>
                    <a:pt x="184073" y="698288"/>
                  </a:lnTo>
                  <a:lnTo>
                    <a:pt x="174385" y="701205"/>
                  </a:lnTo>
                  <a:lnTo>
                    <a:pt x="164697" y="697563"/>
                  </a:lnTo>
                  <a:lnTo>
                    <a:pt x="155009" y="696618"/>
                  </a:lnTo>
                  <a:lnTo>
                    <a:pt x="145321" y="697554"/>
                  </a:lnTo>
                  <a:lnTo>
                    <a:pt x="135633" y="698645"/>
                  </a:lnTo>
                  <a:lnTo>
                    <a:pt x="125945" y="699584"/>
                  </a:lnTo>
                  <a:lnTo>
                    <a:pt x="116257" y="700524"/>
                  </a:lnTo>
                  <a:lnTo>
                    <a:pt x="106569" y="700858"/>
                  </a:lnTo>
                  <a:lnTo>
                    <a:pt x="96880" y="701398"/>
                  </a:lnTo>
                  <a:lnTo>
                    <a:pt x="87192" y="700526"/>
                  </a:lnTo>
                  <a:lnTo>
                    <a:pt x="77504" y="700110"/>
                  </a:lnTo>
                  <a:lnTo>
                    <a:pt x="67816" y="698879"/>
                  </a:lnTo>
                  <a:lnTo>
                    <a:pt x="58128" y="697183"/>
                  </a:lnTo>
                  <a:lnTo>
                    <a:pt x="48440" y="695854"/>
                  </a:lnTo>
                  <a:lnTo>
                    <a:pt x="38752" y="693240"/>
                  </a:lnTo>
                  <a:lnTo>
                    <a:pt x="29064" y="692063"/>
                  </a:lnTo>
                  <a:lnTo>
                    <a:pt x="19376" y="690447"/>
                  </a:lnTo>
                  <a:lnTo>
                    <a:pt x="9688" y="688768"/>
                  </a:lnTo>
                  <a:lnTo>
                    <a:pt x="0" y="687091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672728" y="1306101"/>
              <a:ext cx="2509217" cy="147725"/>
            </a:xfrm>
            <a:custGeom>
              <a:avLst/>
              <a:pathLst>
                <a:path w="2509217" h="147725">
                  <a:moveTo>
                    <a:pt x="0" y="17803"/>
                  </a:moveTo>
                  <a:lnTo>
                    <a:pt x="9688" y="19840"/>
                  </a:lnTo>
                  <a:lnTo>
                    <a:pt x="19376" y="21886"/>
                  </a:lnTo>
                  <a:lnTo>
                    <a:pt x="29064" y="23953"/>
                  </a:lnTo>
                  <a:lnTo>
                    <a:pt x="38752" y="26067"/>
                  </a:lnTo>
                  <a:lnTo>
                    <a:pt x="48440" y="28170"/>
                  </a:lnTo>
                  <a:lnTo>
                    <a:pt x="58128" y="30304"/>
                  </a:lnTo>
                  <a:lnTo>
                    <a:pt x="67816" y="32892"/>
                  </a:lnTo>
                  <a:lnTo>
                    <a:pt x="77504" y="35635"/>
                  </a:lnTo>
                  <a:lnTo>
                    <a:pt x="87192" y="36651"/>
                  </a:lnTo>
                  <a:lnTo>
                    <a:pt x="96880" y="39426"/>
                  </a:lnTo>
                  <a:lnTo>
                    <a:pt x="106569" y="42720"/>
                  </a:lnTo>
                  <a:lnTo>
                    <a:pt x="116257" y="44388"/>
                  </a:lnTo>
                  <a:lnTo>
                    <a:pt x="125945" y="46490"/>
                  </a:lnTo>
                  <a:lnTo>
                    <a:pt x="135633" y="48380"/>
                  </a:lnTo>
                  <a:lnTo>
                    <a:pt x="145321" y="50281"/>
                  </a:lnTo>
                  <a:lnTo>
                    <a:pt x="155009" y="52191"/>
                  </a:lnTo>
                  <a:lnTo>
                    <a:pt x="164697" y="55320"/>
                  </a:lnTo>
                  <a:lnTo>
                    <a:pt x="174385" y="57620"/>
                  </a:lnTo>
                  <a:lnTo>
                    <a:pt x="184073" y="58988"/>
                  </a:lnTo>
                  <a:lnTo>
                    <a:pt x="193761" y="60721"/>
                  </a:lnTo>
                  <a:lnTo>
                    <a:pt x="203450" y="63011"/>
                  </a:lnTo>
                  <a:lnTo>
                    <a:pt x="213138" y="65257"/>
                  </a:lnTo>
                  <a:lnTo>
                    <a:pt x="222826" y="67536"/>
                  </a:lnTo>
                  <a:lnTo>
                    <a:pt x="232514" y="70028"/>
                  </a:lnTo>
                  <a:lnTo>
                    <a:pt x="242202" y="73954"/>
                  </a:lnTo>
                  <a:lnTo>
                    <a:pt x="251890" y="76906"/>
                  </a:lnTo>
                  <a:lnTo>
                    <a:pt x="261578" y="79613"/>
                  </a:lnTo>
                  <a:lnTo>
                    <a:pt x="271266" y="80565"/>
                  </a:lnTo>
                  <a:lnTo>
                    <a:pt x="280954" y="81450"/>
                  </a:lnTo>
                  <a:lnTo>
                    <a:pt x="290642" y="83763"/>
                  </a:lnTo>
                  <a:lnTo>
                    <a:pt x="300331" y="86095"/>
                  </a:lnTo>
                  <a:lnTo>
                    <a:pt x="310019" y="88451"/>
                  </a:lnTo>
                  <a:lnTo>
                    <a:pt x="319707" y="89294"/>
                  </a:lnTo>
                  <a:lnTo>
                    <a:pt x="329395" y="91728"/>
                  </a:lnTo>
                  <a:lnTo>
                    <a:pt x="339083" y="93246"/>
                  </a:lnTo>
                  <a:lnTo>
                    <a:pt x="348771" y="95335"/>
                  </a:lnTo>
                  <a:lnTo>
                    <a:pt x="358459" y="96236"/>
                  </a:lnTo>
                  <a:lnTo>
                    <a:pt x="368147" y="98238"/>
                  </a:lnTo>
                  <a:lnTo>
                    <a:pt x="377835" y="99243"/>
                  </a:lnTo>
                  <a:lnTo>
                    <a:pt x="387523" y="100207"/>
                  </a:lnTo>
                  <a:lnTo>
                    <a:pt x="397212" y="101369"/>
                  </a:lnTo>
                  <a:lnTo>
                    <a:pt x="406900" y="101076"/>
                  </a:lnTo>
                  <a:lnTo>
                    <a:pt x="416588" y="102718"/>
                  </a:lnTo>
                  <a:lnTo>
                    <a:pt x="426276" y="104363"/>
                  </a:lnTo>
                  <a:lnTo>
                    <a:pt x="435964" y="105991"/>
                  </a:lnTo>
                  <a:lnTo>
                    <a:pt x="445652" y="107160"/>
                  </a:lnTo>
                  <a:lnTo>
                    <a:pt x="455340" y="108854"/>
                  </a:lnTo>
                  <a:lnTo>
                    <a:pt x="465028" y="111274"/>
                  </a:lnTo>
                  <a:lnTo>
                    <a:pt x="474716" y="112666"/>
                  </a:lnTo>
                  <a:lnTo>
                    <a:pt x="484404" y="114316"/>
                  </a:lnTo>
                  <a:lnTo>
                    <a:pt x="494093" y="115119"/>
                  </a:lnTo>
                  <a:lnTo>
                    <a:pt x="503781" y="115800"/>
                  </a:lnTo>
                  <a:lnTo>
                    <a:pt x="513469" y="116907"/>
                  </a:lnTo>
                  <a:lnTo>
                    <a:pt x="523157" y="120280"/>
                  </a:lnTo>
                  <a:lnTo>
                    <a:pt x="532845" y="121086"/>
                  </a:lnTo>
                  <a:lnTo>
                    <a:pt x="542533" y="119849"/>
                  </a:lnTo>
                  <a:lnTo>
                    <a:pt x="552221" y="121073"/>
                  </a:lnTo>
                  <a:lnTo>
                    <a:pt x="561909" y="124093"/>
                  </a:lnTo>
                  <a:lnTo>
                    <a:pt x="571597" y="127097"/>
                  </a:lnTo>
                  <a:lnTo>
                    <a:pt x="581285" y="127860"/>
                  </a:lnTo>
                  <a:lnTo>
                    <a:pt x="590974" y="128166"/>
                  </a:lnTo>
                  <a:lnTo>
                    <a:pt x="600662" y="129300"/>
                  </a:lnTo>
                  <a:lnTo>
                    <a:pt x="610350" y="130036"/>
                  </a:lnTo>
                  <a:lnTo>
                    <a:pt x="620038" y="130994"/>
                  </a:lnTo>
                  <a:lnTo>
                    <a:pt x="629726" y="131895"/>
                  </a:lnTo>
                  <a:lnTo>
                    <a:pt x="639414" y="132449"/>
                  </a:lnTo>
                  <a:lnTo>
                    <a:pt x="649102" y="133472"/>
                  </a:lnTo>
                  <a:lnTo>
                    <a:pt x="658790" y="135152"/>
                  </a:lnTo>
                  <a:lnTo>
                    <a:pt x="668478" y="137487"/>
                  </a:lnTo>
                  <a:lnTo>
                    <a:pt x="678166" y="138438"/>
                  </a:lnTo>
                  <a:lnTo>
                    <a:pt x="687855" y="138480"/>
                  </a:lnTo>
                  <a:lnTo>
                    <a:pt x="697543" y="138591"/>
                  </a:lnTo>
                  <a:lnTo>
                    <a:pt x="707231" y="139593"/>
                  </a:lnTo>
                  <a:lnTo>
                    <a:pt x="716919" y="140262"/>
                  </a:lnTo>
                  <a:lnTo>
                    <a:pt x="726607" y="141692"/>
                  </a:lnTo>
                  <a:lnTo>
                    <a:pt x="736295" y="142196"/>
                  </a:lnTo>
                  <a:lnTo>
                    <a:pt x="745983" y="143574"/>
                  </a:lnTo>
                  <a:lnTo>
                    <a:pt x="755671" y="144292"/>
                  </a:lnTo>
                  <a:lnTo>
                    <a:pt x="765359" y="143402"/>
                  </a:lnTo>
                  <a:lnTo>
                    <a:pt x="775047" y="142368"/>
                  </a:lnTo>
                  <a:lnTo>
                    <a:pt x="784736" y="143080"/>
                  </a:lnTo>
                  <a:lnTo>
                    <a:pt x="794424" y="144003"/>
                  </a:lnTo>
                  <a:lnTo>
                    <a:pt x="804112" y="144571"/>
                  </a:lnTo>
                  <a:lnTo>
                    <a:pt x="813800" y="145266"/>
                  </a:lnTo>
                  <a:lnTo>
                    <a:pt x="823488" y="145195"/>
                  </a:lnTo>
                  <a:lnTo>
                    <a:pt x="833176" y="143355"/>
                  </a:lnTo>
                  <a:lnTo>
                    <a:pt x="842864" y="143009"/>
                  </a:lnTo>
                  <a:lnTo>
                    <a:pt x="852552" y="145200"/>
                  </a:lnTo>
                  <a:lnTo>
                    <a:pt x="862240" y="144728"/>
                  </a:lnTo>
                  <a:lnTo>
                    <a:pt x="871928" y="143254"/>
                  </a:lnTo>
                  <a:lnTo>
                    <a:pt x="881617" y="144013"/>
                  </a:lnTo>
                  <a:lnTo>
                    <a:pt x="891305" y="143847"/>
                  </a:lnTo>
                  <a:lnTo>
                    <a:pt x="900993" y="143148"/>
                  </a:lnTo>
                  <a:lnTo>
                    <a:pt x="910681" y="145267"/>
                  </a:lnTo>
                  <a:lnTo>
                    <a:pt x="920369" y="146004"/>
                  </a:lnTo>
                  <a:lnTo>
                    <a:pt x="930057" y="147170"/>
                  </a:lnTo>
                  <a:lnTo>
                    <a:pt x="939745" y="147725"/>
                  </a:lnTo>
                  <a:lnTo>
                    <a:pt x="949433" y="146958"/>
                  </a:lnTo>
                  <a:lnTo>
                    <a:pt x="959121" y="145802"/>
                  </a:lnTo>
                  <a:lnTo>
                    <a:pt x="968809" y="145808"/>
                  </a:lnTo>
                  <a:lnTo>
                    <a:pt x="978498" y="146408"/>
                  </a:lnTo>
                  <a:lnTo>
                    <a:pt x="988186" y="147076"/>
                  </a:lnTo>
                  <a:lnTo>
                    <a:pt x="997874" y="146616"/>
                  </a:lnTo>
                  <a:lnTo>
                    <a:pt x="1007562" y="147675"/>
                  </a:lnTo>
                  <a:lnTo>
                    <a:pt x="1017250" y="146241"/>
                  </a:lnTo>
                  <a:lnTo>
                    <a:pt x="1026938" y="147061"/>
                  </a:lnTo>
                  <a:lnTo>
                    <a:pt x="1036626" y="146526"/>
                  </a:lnTo>
                  <a:lnTo>
                    <a:pt x="1046314" y="146018"/>
                  </a:lnTo>
                  <a:lnTo>
                    <a:pt x="1056002" y="145704"/>
                  </a:lnTo>
                  <a:lnTo>
                    <a:pt x="1065690" y="144968"/>
                  </a:lnTo>
                  <a:lnTo>
                    <a:pt x="1075379" y="143333"/>
                  </a:lnTo>
                  <a:lnTo>
                    <a:pt x="1085067" y="141552"/>
                  </a:lnTo>
                  <a:lnTo>
                    <a:pt x="1094755" y="140971"/>
                  </a:lnTo>
                  <a:lnTo>
                    <a:pt x="1104443" y="140406"/>
                  </a:lnTo>
                  <a:lnTo>
                    <a:pt x="1114131" y="139987"/>
                  </a:lnTo>
                  <a:lnTo>
                    <a:pt x="1123819" y="139892"/>
                  </a:lnTo>
                  <a:lnTo>
                    <a:pt x="1133507" y="138796"/>
                  </a:lnTo>
                  <a:lnTo>
                    <a:pt x="1143195" y="138217"/>
                  </a:lnTo>
                  <a:lnTo>
                    <a:pt x="1152883" y="137707"/>
                  </a:lnTo>
                  <a:lnTo>
                    <a:pt x="1162571" y="137164"/>
                  </a:lnTo>
                  <a:lnTo>
                    <a:pt x="1172260" y="136596"/>
                  </a:lnTo>
                  <a:lnTo>
                    <a:pt x="1181948" y="135978"/>
                  </a:lnTo>
                  <a:lnTo>
                    <a:pt x="1191636" y="133719"/>
                  </a:lnTo>
                  <a:lnTo>
                    <a:pt x="1201324" y="131470"/>
                  </a:lnTo>
                  <a:lnTo>
                    <a:pt x="1211012" y="130042"/>
                  </a:lnTo>
                  <a:lnTo>
                    <a:pt x="1220700" y="128654"/>
                  </a:lnTo>
                  <a:lnTo>
                    <a:pt x="1230388" y="127266"/>
                  </a:lnTo>
                  <a:lnTo>
                    <a:pt x="1240076" y="126771"/>
                  </a:lnTo>
                  <a:lnTo>
                    <a:pt x="1249764" y="126716"/>
                  </a:lnTo>
                  <a:lnTo>
                    <a:pt x="1259452" y="126263"/>
                  </a:lnTo>
                  <a:lnTo>
                    <a:pt x="1269141" y="125688"/>
                  </a:lnTo>
                  <a:lnTo>
                    <a:pt x="1278829" y="125026"/>
                  </a:lnTo>
                  <a:lnTo>
                    <a:pt x="1288517" y="124965"/>
                  </a:lnTo>
                  <a:lnTo>
                    <a:pt x="1298205" y="125313"/>
                  </a:lnTo>
                  <a:lnTo>
                    <a:pt x="1307893" y="125481"/>
                  </a:lnTo>
                  <a:lnTo>
                    <a:pt x="1317581" y="125435"/>
                  </a:lnTo>
                  <a:lnTo>
                    <a:pt x="1327269" y="123683"/>
                  </a:lnTo>
                  <a:lnTo>
                    <a:pt x="1336957" y="122175"/>
                  </a:lnTo>
                  <a:lnTo>
                    <a:pt x="1346645" y="121714"/>
                  </a:lnTo>
                  <a:lnTo>
                    <a:pt x="1356333" y="121254"/>
                  </a:lnTo>
                  <a:lnTo>
                    <a:pt x="1366022" y="120365"/>
                  </a:lnTo>
                  <a:lnTo>
                    <a:pt x="1375710" y="118791"/>
                  </a:lnTo>
                  <a:lnTo>
                    <a:pt x="1385398" y="117798"/>
                  </a:lnTo>
                  <a:lnTo>
                    <a:pt x="1395086" y="117121"/>
                  </a:lnTo>
                  <a:lnTo>
                    <a:pt x="1404774" y="116447"/>
                  </a:lnTo>
                  <a:lnTo>
                    <a:pt x="1414462" y="115801"/>
                  </a:lnTo>
                  <a:lnTo>
                    <a:pt x="1424150" y="115163"/>
                  </a:lnTo>
                  <a:lnTo>
                    <a:pt x="1433838" y="114524"/>
                  </a:lnTo>
                  <a:lnTo>
                    <a:pt x="1443526" y="113887"/>
                  </a:lnTo>
                  <a:lnTo>
                    <a:pt x="1453214" y="113250"/>
                  </a:lnTo>
                  <a:lnTo>
                    <a:pt x="1462903" y="112614"/>
                  </a:lnTo>
                  <a:lnTo>
                    <a:pt x="1472591" y="112104"/>
                  </a:lnTo>
                  <a:lnTo>
                    <a:pt x="1482279" y="111331"/>
                  </a:lnTo>
                  <a:lnTo>
                    <a:pt x="1491967" y="110680"/>
                  </a:lnTo>
                  <a:lnTo>
                    <a:pt x="1501655" y="110031"/>
                  </a:lnTo>
                  <a:lnTo>
                    <a:pt x="1511343" y="109382"/>
                  </a:lnTo>
                  <a:lnTo>
                    <a:pt x="1521031" y="108734"/>
                  </a:lnTo>
                  <a:lnTo>
                    <a:pt x="1530719" y="108086"/>
                  </a:lnTo>
                  <a:lnTo>
                    <a:pt x="1540407" y="107331"/>
                  </a:lnTo>
                  <a:lnTo>
                    <a:pt x="1550095" y="105825"/>
                  </a:lnTo>
                  <a:lnTo>
                    <a:pt x="1559784" y="104323"/>
                  </a:lnTo>
                  <a:lnTo>
                    <a:pt x="1569472" y="104170"/>
                  </a:lnTo>
                  <a:lnTo>
                    <a:pt x="1579160" y="104652"/>
                  </a:lnTo>
                  <a:lnTo>
                    <a:pt x="1588848" y="104080"/>
                  </a:lnTo>
                  <a:lnTo>
                    <a:pt x="1598536" y="102940"/>
                  </a:lnTo>
                  <a:lnTo>
                    <a:pt x="1608224" y="102743"/>
                  </a:lnTo>
                  <a:lnTo>
                    <a:pt x="1617912" y="101107"/>
                  </a:lnTo>
                  <a:lnTo>
                    <a:pt x="1627600" y="99491"/>
                  </a:lnTo>
                  <a:lnTo>
                    <a:pt x="1637288" y="98321"/>
                  </a:lnTo>
                  <a:lnTo>
                    <a:pt x="1646976" y="97182"/>
                  </a:lnTo>
                  <a:lnTo>
                    <a:pt x="1656665" y="96046"/>
                  </a:lnTo>
                  <a:lnTo>
                    <a:pt x="1666353" y="94912"/>
                  </a:lnTo>
                  <a:lnTo>
                    <a:pt x="1676041" y="93450"/>
                  </a:lnTo>
                  <a:lnTo>
                    <a:pt x="1685729" y="92472"/>
                  </a:lnTo>
                  <a:lnTo>
                    <a:pt x="1695417" y="91491"/>
                  </a:lnTo>
                  <a:lnTo>
                    <a:pt x="1705105" y="90388"/>
                  </a:lnTo>
                  <a:lnTo>
                    <a:pt x="1714793" y="88948"/>
                  </a:lnTo>
                  <a:lnTo>
                    <a:pt x="1724481" y="86756"/>
                  </a:lnTo>
                  <a:lnTo>
                    <a:pt x="1734169" y="85622"/>
                  </a:lnTo>
                  <a:lnTo>
                    <a:pt x="1743857" y="85305"/>
                  </a:lnTo>
                  <a:lnTo>
                    <a:pt x="1753546" y="83901"/>
                  </a:lnTo>
                  <a:lnTo>
                    <a:pt x="1763234" y="82070"/>
                  </a:lnTo>
                  <a:lnTo>
                    <a:pt x="1772922" y="80248"/>
                  </a:lnTo>
                  <a:lnTo>
                    <a:pt x="1782610" y="78433"/>
                  </a:lnTo>
                  <a:lnTo>
                    <a:pt x="1792298" y="76625"/>
                  </a:lnTo>
                  <a:lnTo>
                    <a:pt x="1801986" y="74823"/>
                  </a:lnTo>
                  <a:lnTo>
                    <a:pt x="1811674" y="73050"/>
                  </a:lnTo>
                  <a:lnTo>
                    <a:pt x="1821362" y="71295"/>
                  </a:lnTo>
                  <a:lnTo>
                    <a:pt x="1831050" y="69546"/>
                  </a:lnTo>
                  <a:lnTo>
                    <a:pt x="1840738" y="67804"/>
                  </a:lnTo>
                  <a:lnTo>
                    <a:pt x="1850427" y="66206"/>
                  </a:lnTo>
                  <a:lnTo>
                    <a:pt x="1860115" y="64599"/>
                  </a:lnTo>
                  <a:lnTo>
                    <a:pt x="1869803" y="63665"/>
                  </a:lnTo>
                  <a:lnTo>
                    <a:pt x="1879491" y="62841"/>
                  </a:lnTo>
                  <a:lnTo>
                    <a:pt x="1889179" y="62185"/>
                  </a:lnTo>
                  <a:lnTo>
                    <a:pt x="1898867" y="61562"/>
                  </a:lnTo>
                  <a:lnTo>
                    <a:pt x="1908555" y="60944"/>
                  </a:lnTo>
                  <a:lnTo>
                    <a:pt x="1918243" y="60326"/>
                  </a:lnTo>
                  <a:lnTo>
                    <a:pt x="1927931" y="59715"/>
                  </a:lnTo>
                  <a:lnTo>
                    <a:pt x="1937619" y="59107"/>
                  </a:lnTo>
                  <a:lnTo>
                    <a:pt x="1947308" y="58500"/>
                  </a:lnTo>
                  <a:lnTo>
                    <a:pt x="1956996" y="57894"/>
                  </a:lnTo>
                  <a:lnTo>
                    <a:pt x="1966684" y="57289"/>
                  </a:lnTo>
                  <a:lnTo>
                    <a:pt x="1976372" y="56684"/>
                  </a:lnTo>
                  <a:lnTo>
                    <a:pt x="1986060" y="56081"/>
                  </a:lnTo>
                  <a:lnTo>
                    <a:pt x="1995748" y="55478"/>
                  </a:lnTo>
                  <a:lnTo>
                    <a:pt x="2005436" y="54875"/>
                  </a:lnTo>
                  <a:lnTo>
                    <a:pt x="2015124" y="54274"/>
                  </a:lnTo>
                  <a:lnTo>
                    <a:pt x="2024812" y="53673"/>
                  </a:lnTo>
                  <a:lnTo>
                    <a:pt x="2034500" y="53073"/>
                  </a:lnTo>
                  <a:lnTo>
                    <a:pt x="2044188" y="52259"/>
                  </a:lnTo>
                  <a:lnTo>
                    <a:pt x="2053877" y="51285"/>
                  </a:lnTo>
                  <a:lnTo>
                    <a:pt x="2063565" y="50228"/>
                  </a:lnTo>
                  <a:lnTo>
                    <a:pt x="2073253" y="49173"/>
                  </a:lnTo>
                  <a:lnTo>
                    <a:pt x="2082941" y="48121"/>
                  </a:lnTo>
                  <a:lnTo>
                    <a:pt x="2092629" y="47092"/>
                  </a:lnTo>
                  <a:lnTo>
                    <a:pt x="2102317" y="46065"/>
                  </a:lnTo>
                  <a:lnTo>
                    <a:pt x="2112005" y="45041"/>
                  </a:lnTo>
                  <a:lnTo>
                    <a:pt x="2121693" y="44020"/>
                  </a:lnTo>
                  <a:lnTo>
                    <a:pt x="2131381" y="43000"/>
                  </a:lnTo>
                  <a:lnTo>
                    <a:pt x="2141069" y="41937"/>
                  </a:lnTo>
                  <a:lnTo>
                    <a:pt x="2150758" y="40553"/>
                  </a:lnTo>
                  <a:lnTo>
                    <a:pt x="2160446" y="39172"/>
                  </a:lnTo>
                  <a:lnTo>
                    <a:pt x="2170134" y="37796"/>
                  </a:lnTo>
                  <a:lnTo>
                    <a:pt x="2179822" y="36946"/>
                  </a:lnTo>
                  <a:lnTo>
                    <a:pt x="2189510" y="36156"/>
                  </a:lnTo>
                  <a:lnTo>
                    <a:pt x="2199198" y="35368"/>
                  </a:lnTo>
                  <a:lnTo>
                    <a:pt x="2208886" y="34581"/>
                  </a:lnTo>
                  <a:lnTo>
                    <a:pt x="2218574" y="33707"/>
                  </a:lnTo>
                  <a:lnTo>
                    <a:pt x="2228262" y="32536"/>
                  </a:lnTo>
                  <a:lnTo>
                    <a:pt x="2237950" y="31369"/>
                  </a:lnTo>
                  <a:lnTo>
                    <a:pt x="2247639" y="30205"/>
                  </a:lnTo>
                  <a:lnTo>
                    <a:pt x="2257327" y="29044"/>
                  </a:lnTo>
                  <a:lnTo>
                    <a:pt x="2267015" y="27885"/>
                  </a:lnTo>
                  <a:lnTo>
                    <a:pt x="2276703" y="26730"/>
                  </a:lnTo>
                  <a:lnTo>
                    <a:pt x="2286391" y="25184"/>
                  </a:lnTo>
                  <a:lnTo>
                    <a:pt x="2296079" y="23297"/>
                  </a:lnTo>
                  <a:lnTo>
                    <a:pt x="2305767" y="21275"/>
                  </a:lnTo>
                  <a:lnTo>
                    <a:pt x="2315455" y="19553"/>
                  </a:lnTo>
                  <a:lnTo>
                    <a:pt x="2325143" y="17680"/>
                  </a:lnTo>
                  <a:lnTo>
                    <a:pt x="2334831" y="16066"/>
                  </a:lnTo>
                  <a:lnTo>
                    <a:pt x="2344520" y="15401"/>
                  </a:lnTo>
                  <a:lnTo>
                    <a:pt x="2354208" y="14756"/>
                  </a:lnTo>
                  <a:lnTo>
                    <a:pt x="2363896" y="14124"/>
                  </a:lnTo>
                  <a:lnTo>
                    <a:pt x="2373584" y="13493"/>
                  </a:lnTo>
                  <a:lnTo>
                    <a:pt x="2383272" y="12863"/>
                  </a:lnTo>
                  <a:lnTo>
                    <a:pt x="2392960" y="11842"/>
                  </a:lnTo>
                  <a:lnTo>
                    <a:pt x="2402648" y="10399"/>
                  </a:lnTo>
                  <a:lnTo>
                    <a:pt x="2412336" y="9077"/>
                  </a:lnTo>
                  <a:lnTo>
                    <a:pt x="2422024" y="8258"/>
                  </a:lnTo>
                  <a:lnTo>
                    <a:pt x="2431712" y="6715"/>
                  </a:lnTo>
                  <a:lnTo>
                    <a:pt x="2441401" y="5178"/>
                  </a:lnTo>
                  <a:lnTo>
                    <a:pt x="2451089" y="3653"/>
                  </a:lnTo>
                  <a:lnTo>
                    <a:pt x="2460777" y="2986"/>
                  </a:lnTo>
                  <a:lnTo>
                    <a:pt x="2470465" y="2528"/>
                  </a:lnTo>
                  <a:lnTo>
                    <a:pt x="2480153" y="2070"/>
                  </a:lnTo>
                  <a:lnTo>
                    <a:pt x="2489841" y="1613"/>
                  </a:lnTo>
                  <a:lnTo>
                    <a:pt x="2499529" y="1073"/>
                  </a:lnTo>
                  <a:lnTo>
                    <a:pt x="25092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672728" y="1993192"/>
              <a:ext cx="2509217" cy="1783317"/>
            </a:xfrm>
            <a:custGeom>
              <a:avLst/>
              <a:pathLst>
                <a:path w="2509217" h="1783317">
                  <a:moveTo>
                    <a:pt x="2509217" y="1783317"/>
                  </a:moveTo>
                  <a:lnTo>
                    <a:pt x="2499529" y="1772646"/>
                  </a:lnTo>
                  <a:lnTo>
                    <a:pt x="2489841" y="1761957"/>
                  </a:lnTo>
                  <a:lnTo>
                    <a:pt x="2480153" y="1751248"/>
                  </a:lnTo>
                  <a:lnTo>
                    <a:pt x="2470465" y="1740522"/>
                  </a:lnTo>
                  <a:lnTo>
                    <a:pt x="2460777" y="1729778"/>
                  </a:lnTo>
                  <a:lnTo>
                    <a:pt x="2451089" y="1719017"/>
                  </a:lnTo>
                  <a:lnTo>
                    <a:pt x="2441401" y="1708239"/>
                  </a:lnTo>
                  <a:lnTo>
                    <a:pt x="2431712" y="1697445"/>
                  </a:lnTo>
                  <a:lnTo>
                    <a:pt x="2422024" y="1686635"/>
                  </a:lnTo>
                  <a:lnTo>
                    <a:pt x="2412336" y="1675809"/>
                  </a:lnTo>
                  <a:lnTo>
                    <a:pt x="2402648" y="1664969"/>
                  </a:lnTo>
                  <a:lnTo>
                    <a:pt x="2392960" y="1654113"/>
                  </a:lnTo>
                  <a:lnTo>
                    <a:pt x="2383272" y="1643244"/>
                  </a:lnTo>
                  <a:lnTo>
                    <a:pt x="2373584" y="1632361"/>
                  </a:lnTo>
                  <a:lnTo>
                    <a:pt x="2363896" y="1621398"/>
                  </a:lnTo>
                  <a:lnTo>
                    <a:pt x="2354208" y="1610419"/>
                  </a:lnTo>
                  <a:lnTo>
                    <a:pt x="2344520" y="1599427"/>
                  </a:lnTo>
                  <a:lnTo>
                    <a:pt x="2334831" y="1588424"/>
                  </a:lnTo>
                  <a:lnTo>
                    <a:pt x="2325143" y="1577876"/>
                  </a:lnTo>
                  <a:lnTo>
                    <a:pt x="2315455" y="1569139"/>
                  </a:lnTo>
                  <a:lnTo>
                    <a:pt x="2305767" y="1560396"/>
                  </a:lnTo>
                  <a:lnTo>
                    <a:pt x="2296079" y="1551647"/>
                  </a:lnTo>
                  <a:lnTo>
                    <a:pt x="2286391" y="1542879"/>
                  </a:lnTo>
                  <a:lnTo>
                    <a:pt x="2276703" y="1533834"/>
                  </a:lnTo>
                  <a:lnTo>
                    <a:pt x="2267015" y="1520648"/>
                  </a:lnTo>
                  <a:lnTo>
                    <a:pt x="2257327" y="1507431"/>
                  </a:lnTo>
                  <a:lnTo>
                    <a:pt x="2247639" y="1494202"/>
                  </a:lnTo>
                  <a:lnTo>
                    <a:pt x="2237950" y="1480963"/>
                  </a:lnTo>
                  <a:lnTo>
                    <a:pt x="2228262" y="1467713"/>
                  </a:lnTo>
                  <a:lnTo>
                    <a:pt x="2218574" y="1456014"/>
                  </a:lnTo>
                  <a:lnTo>
                    <a:pt x="2208886" y="1445934"/>
                  </a:lnTo>
                  <a:lnTo>
                    <a:pt x="2199198" y="1433431"/>
                  </a:lnTo>
                  <a:lnTo>
                    <a:pt x="2189510" y="1422298"/>
                  </a:lnTo>
                  <a:lnTo>
                    <a:pt x="2179822" y="1409320"/>
                  </a:lnTo>
                  <a:lnTo>
                    <a:pt x="2170134" y="1395688"/>
                  </a:lnTo>
                  <a:lnTo>
                    <a:pt x="2160446" y="1382437"/>
                  </a:lnTo>
                  <a:lnTo>
                    <a:pt x="2150758" y="1372551"/>
                  </a:lnTo>
                  <a:lnTo>
                    <a:pt x="2141069" y="1363104"/>
                  </a:lnTo>
                  <a:lnTo>
                    <a:pt x="2131381" y="1353266"/>
                  </a:lnTo>
                  <a:lnTo>
                    <a:pt x="2121693" y="1340678"/>
                  </a:lnTo>
                  <a:lnTo>
                    <a:pt x="2112005" y="1328088"/>
                  </a:lnTo>
                  <a:lnTo>
                    <a:pt x="2102317" y="1316805"/>
                  </a:lnTo>
                  <a:lnTo>
                    <a:pt x="2092629" y="1307174"/>
                  </a:lnTo>
                  <a:lnTo>
                    <a:pt x="2082941" y="1297544"/>
                  </a:lnTo>
                  <a:lnTo>
                    <a:pt x="2073253" y="1287914"/>
                  </a:lnTo>
                  <a:lnTo>
                    <a:pt x="2063565" y="1277869"/>
                  </a:lnTo>
                  <a:lnTo>
                    <a:pt x="2053877" y="1266821"/>
                  </a:lnTo>
                  <a:lnTo>
                    <a:pt x="2044188" y="1255725"/>
                  </a:lnTo>
                  <a:lnTo>
                    <a:pt x="2034500" y="1244633"/>
                  </a:lnTo>
                  <a:lnTo>
                    <a:pt x="2024812" y="1233543"/>
                  </a:lnTo>
                  <a:lnTo>
                    <a:pt x="2015124" y="1223137"/>
                  </a:lnTo>
                  <a:lnTo>
                    <a:pt x="2005436" y="1213041"/>
                  </a:lnTo>
                  <a:lnTo>
                    <a:pt x="1995748" y="1202227"/>
                  </a:lnTo>
                  <a:lnTo>
                    <a:pt x="1986060" y="1190460"/>
                  </a:lnTo>
                  <a:lnTo>
                    <a:pt x="1976372" y="1179717"/>
                  </a:lnTo>
                  <a:lnTo>
                    <a:pt x="1966684" y="1169897"/>
                  </a:lnTo>
                  <a:lnTo>
                    <a:pt x="1956996" y="1159180"/>
                  </a:lnTo>
                  <a:lnTo>
                    <a:pt x="1947308" y="1148469"/>
                  </a:lnTo>
                  <a:lnTo>
                    <a:pt x="1937619" y="1137766"/>
                  </a:lnTo>
                  <a:lnTo>
                    <a:pt x="1927931" y="1129161"/>
                  </a:lnTo>
                  <a:lnTo>
                    <a:pt x="1918243" y="1120850"/>
                  </a:lnTo>
                  <a:lnTo>
                    <a:pt x="1908555" y="1112544"/>
                  </a:lnTo>
                  <a:lnTo>
                    <a:pt x="1898867" y="1104243"/>
                  </a:lnTo>
                  <a:lnTo>
                    <a:pt x="1889179" y="1095947"/>
                  </a:lnTo>
                  <a:lnTo>
                    <a:pt x="1879491" y="1087657"/>
                  </a:lnTo>
                  <a:lnTo>
                    <a:pt x="1869803" y="1079373"/>
                  </a:lnTo>
                  <a:lnTo>
                    <a:pt x="1860115" y="1071091"/>
                  </a:lnTo>
                  <a:lnTo>
                    <a:pt x="1850427" y="1062793"/>
                  </a:lnTo>
                  <a:lnTo>
                    <a:pt x="1840738" y="1054501"/>
                  </a:lnTo>
                  <a:lnTo>
                    <a:pt x="1831050" y="1046216"/>
                  </a:lnTo>
                  <a:lnTo>
                    <a:pt x="1821362" y="1037901"/>
                  </a:lnTo>
                  <a:lnTo>
                    <a:pt x="1811674" y="1027166"/>
                  </a:lnTo>
                  <a:lnTo>
                    <a:pt x="1801986" y="1016182"/>
                  </a:lnTo>
                  <a:lnTo>
                    <a:pt x="1792298" y="1005198"/>
                  </a:lnTo>
                  <a:lnTo>
                    <a:pt x="1782610" y="994229"/>
                  </a:lnTo>
                  <a:lnTo>
                    <a:pt x="1772922" y="983273"/>
                  </a:lnTo>
                  <a:lnTo>
                    <a:pt x="1763234" y="973721"/>
                  </a:lnTo>
                  <a:lnTo>
                    <a:pt x="1753546" y="966030"/>
                  </a:lnTo>
                  <a:lnTo>
                    <a:pt x="1743857" y="958347"/>
                  </a:lnTo>
                  <a:lnTo>
                    <a:pt x="1734169" y="950671"/>
                  </a:lnTo>
                  <a:lnTo>
                    <a:pt x="1724481" y="943004"/>
                  </a:lnTo>
                  <a:lnTo>
                    <a:pt x="1714793" y="935344"/>
                  </a:lnTo>
                  <a:lnTo>
                    <a:pt x="1705105" y="926745"/>
                  </a:lnTo>
                  <a:lnTo>
                    <a:pt x="1695417" y="917403"/>
                  </a:lnTo>
                  <a:lnTo>
                    <a:pt x="1685729" y="907956"/>
                  </a:lnTo>
                  <a:lnTo>
                    <a:pt x="1676041" y="895209"/>
                  </a:lnTo>
                  <a:lnTo>
                    <a:pt x="1666353" y="882387"/>
                  </a:lnTo>
                  <a:lnTo>
                    <a:pt x="1656665" y="869560"/>
                  </a:lnTo>
                  <a:lnTo>
                    <a:pt x="1646976" y="856761"/>
                  </a:lnTo>
                  <a:lnTo>
                    <a:pt x="1637288" y="844391"/>
                  </a:lnTo>
                  <a:lnTo>
                    <a:pt x="1627600" y="835683"/>
                  </a:lnTo>
                  <a:lnTo>
                    <a:pt x="1617912" y="826258"/>
                  </a:lnTo>
                  <a:lnTo>
                    <a:pt x="1608224" y="817461"/>
                  </a:lnTo>
                  <a:lnTo>
                    <a:pt x="1598536" y="809471"/>
                  </a:lnTo>
                  <a:lnTo>
                    <a:pt x="1588848" y="801277"/>
                  </a:lnTo>
                  <a:lnTo>
                    <a:pt x="1579160" y="792742"/>
                  </a:lnTo>
                  <a:lnTo>
                    <a:pt x="1569472" y="784348"/>
                  </a:lnTo>
                  <a:lnTo>
                    <a:pt x="1559784" y="777708"/>
                  </a:lnTo>
                  <a:lnTo>
                    <a:pt x="1550095" y="769851"/>
                  </a:lnTo>
                  <a:lnTo>
                    <a:pt x="1540407" y="761913"/>
                  </a:lnTo>
                  <a:lnTo>
                    <a:pt x="1530719" y="753986"/>
                  </a:lnTo>
                  <a:lnTo>
                    <a:pt x="1521031" y="744710"/>
                  </a:lnTo>
                  <a:lnTo>
                    <a:pt x="1511343" y="735305"/>
                  </a:lnTo>
                  <a:lnTo>
                    <a:pt x="1501655" y="725920"/>
                  </a:lnTo>
                  <a:lnTo>
                    <a:pt x="1491967" y="716585"/>
                  </a:lnTo>
                  <a:lnTo>
                    <a:pt x="1482279" y="708201"/>
                  </a:lnTo>
                  <a:lnTo>
                    <a:pt x="1472591" y="699830"/>
                  </a:lnTo>
                  <a:lnTo>
                    <a:pt x="1462903" y="691437"/>
                  </a:lnTo>
                  <a:lnTo>
                    <a:pt x="1453214" y="684008"/>
                  </a:lnTo>
                  <a:lnTo>
                    <a:pt x="1443526" y="676394"/>
                  </a:lnTo>
                  <a:lnTo>
                    <a:pt x="1433838" y="668011"/>
                  </a:lnTo>
                  <a:lnTo>
                    <a:pt x="1424150" y="662274"/>
                  </a:lnTo>
                  <a:lnTo>
                    <a:pt x="1414462" y="653449"/>
                  </a:lnTo>
                  <a:lnTo>
                    <a:pt x="1404774" y="643887"/>
                  </a:lnTo>
                  <a:lnTo>
                    <a:pt x="1395086" y="633266"/>
                  </a:lnTo>
                  <a:lnTo>
                    <a:pt x="1385398" y="624853"/>
                  </a:lnTo>
                  <a:lnTo>
                    <a:pt x="1375710" y="613640"/>
                  </a:lnTo>
                  <a:lnTo>
                    <a:pt x="1366022" y="602792"/>
                  </a:lnTo>
                  <a:lnTo>
                    <a:pt x="1356333" y="596125"/>
                  </a:lnTo>
                  <a:lnTo>
                    <a:pt x="1346645" y="589464"/>
                  </a:lnTo>
                  <a:lnTo>
                    <a:pt x="1336957" y="582808"/>
                  </a:lnTo>
                  <a:lnTo>
                    <a:pt x="1327269" y="574668"/>
                  </a:lnTo>
                  <a:lnTo>
                    <a:pt x="1317581" y="566036"/>
                  </a:lnTo>
                  <a:lnTo>
                    <a:pt x="1307893" y="557426"/>
                  </a:lnTo>
                  <a:lnTo>
                    <a:pt x="1298205" y="548751"/>
                  </a:lnTo>
                  <a:lnTo>
                    <a:pt x="1288517" y="540189"/>
                  </a:lnTo>
                  <a:lnTo>
                    <a:pt x="1278829" y="530239"/>
                  </a:lnTo>
                  <a:lnTo>
                    <a:pt x="1269141" y="523400"/>
                  </a:lnTo>
                  <a:lnTo>
                    <a:pt x="1259452" y="514644"/>
                  </a:lnTo>
                  <a:lnTo>
                    <a:pt x="1249764" y="504362"/>
                  </a:lnTo>
                  <a:lnTo>
                    <a:pt x="1240076" y="493818"/>
                  </a:lnTo>
                  <a:lnTo>
                    <a:pt x="1230388" y="484129"/>
                  </a:lnTo>
                  <a:lnTo>
                    <a:pt x="1220700" y="477801"/>
                  </a:lnTo>
                  <a:lnTo>
                    <a:pt x="1211012" y="467959"/>
                  </a:lnTo>
                  <a:lnTo>
                    <a:pt x="1201324" y="459522"/>
                  </a:lnTo>
                  <a:lnTo>
                    <a:pt x="1191636" y="450985"/>
                  </a:lnTo>
                  <a:lnTo>
                    <a:pt x="1181948" y="443615"/>
                  </a:lnTo>
                  <a:lnTo>
                    <a:pt x="1172260" y="435986"/>
                  </a:lnTo>
                  <a:lnTo>
                    <a:pt x="1162571" y="428678"/>
                  </a:lnTo>
                  <a:lnTo>
                    <a:pt x="1152883" y="421580"/>
                  </a:lnTo>
                  <a:lnTo>
                    <a:pt x="1143195" y="414322"/>
                  </a:lnTo>
                  <a:lnTo>
                    <a:pt x="1133507" y="406789"/>
                  </a:lnTo>
                  <a:lnTo>
                    <a:pt x="1123819" y="400620"/>
                  </a:lnTo>
                  <a:lnTo>
                    <a:pt x="1114131" y="393725"/>
                  </a:lnTo>
                  <a:lnTo>
                    <a:pt x="1104443" y="386729"/>
                  </a:lnTo>
                  <a:lnTo>
                    <a:pt x="1094755" y="379784"/>
                  </a:lnTo>
                  <a:lnTo>
                    <a:pt x="1085067" y="371877"/>
                  </a:lnTo>
                  <a:lnTo>
                    <a:pt x="1075379" y="363644"/>
                  </a:lnTo>
                  <a:lnTo>
                    <a:pt x="1065690" y="356470"/>
                  </a:lnTo>
                  <a:lnTo>
                    <a:pt x="1056002" y="346956"/>
                  </a:lnTo>
                  <a:lnTo>
                    <a:pt x="1046314" y="341342"/>
                  </a:lnTo>
                  <a:lnTo>
                    <a:pt x="1036626" y="335216"/>
                  </a:lnTo>
                  <a:lnTo>
                    <a:pt x="1026938" y="330241"/>
                  </a:lnTo>
                  <a:lnTo>
                    <a:pt x="1017250" y="322772"/>
                  </a:lnTo>
                  <a:lnTo>
                    <a:pt x="1007562" y="314242"/>
                  </a:lnTo>
                  <a:lnTo>
                    <a:pt x="997874" y="307268"/>
                  </a:lnTo>
                  <a:lnTo>
                    <a:pt x="988186" y="301887"/>
                  </a:lnTo>
                  <a:lnTo>
                    <a:pt x="978498" y="297743"/>
                  </a:lnTo>
                  <a:lnTo>
                    <a:pt x="968809" y="291663"/>
                  </a:lnTo>
                  <a:lnTo>
                    <a:pt x="959121" y="283172"/>
                  </a:lnTo>
                  <a:lnTo>
                    <a:pt x="949433" y="276104"/>
                  </a:lnTo>
                  <a:lnTo>
                    <a:pt x="939745" y="268667"/>
                  </a:lnTo>
                  <a:lnTo>
                    <a:pt x="930057" y="261730"/>
                  </a:lnTo>
                  <a:lnTo>
                    <a:pt x="920369" y="254245"/>
                  </a:lnTo>
                  <a:lnTo>
                    <a:pt x="910681" y="247054"/>
                  </a:lnTo>
                  <a:lnTo>
                    <a:pt x="900993" y="239870"/>
                  </a:lnTo>
                  <a:lnTo>
                    <a:pt x="891305" y="232028"/>
                  </a:lnTo>
                  <a:lnTo>
                    <a:pt x="881617" y="225080"/>
                  </a:lnTo>
                  <a:lnTo>
                    <a:pt x="871928" y="220076"/>
                  </a:lnTo>
                  <a:lnTo>
                    <a:pt x="862240" y="214125"/>
                  </a:lnTo>
                  <a:lnTo>
                    <a:pt x="852552" y="207463"/>
                  </a:lnTo>
                  <a:lnTo>
                    <a:pt x="842864" y="199848"/>
                  </a:lnTo>
                  <a:lnTo>
                    <a:pt x="833176" y="192424"/>
                  </a:lnTo>
                  <a:lnTo>
                    <a:pt x="823488" y="185295"/>
                  </a:lnTo>
                  <a:lnTo>
                    <a:pt x="813800" y="182081"/>
                  </a:lnTo>
                  <a:lnTo>
                    <a:pt x="804112" y="176862"/>
                  </a:lnTo>
                  <a:lnTo>
                    <a:pt x="794424" y="171826"/>
                  </a:lnTo>
                  <a:lnTo>
                    <a:pt x="784736" y="167829"/>
                  </a:lnTo>
                  <a:lnTo>
                    <a:pt x="775047" y="160865"/>
                  </a:lnTo>
                  <a:lnTo>
                    <a:pt x="765359" y="154003"/>
                  </a:lnTo>
                  <a:lnTo>
                    <a:pt x="755671" y="148332"/>
                  </a:lnTo>
                  <a:lnTo>
                    <a:pt x="745983" y="142678"/>
                  </a:lnTo>
                  <a:lnTo>
                    <a:pt x="736295" y="137042"/>
                  </a:lnTo>
                  <a:lnTo>
                    <a:pt x="726607" y="132055"/>
                  </a:lnTo>
                  <a:lnTo>
                    <a:pt x="716919" y="128954"/>
                  </a:lnTo>
                  <a:lnTo>
                    <a:pt x="707231" y="125043"/>
                  </a:lnTo>
                  <a:lnTo>
                    <a:pt x="697543" y="121127"/>
                  </a:lnTo>
                  <a:lnTo>
                    <a:pt x="687855" y="119132"/>
                  </a:lnTo>
                  <a:lnTo>
                    <a:pt x="678166" y="116538"/>
                  </a:lnTo>
                  <a:lnTo>
                    <a:pt x="668478" y="115598"/>
                  </a:lnTo>
                  <a:lnTo>
                    <a:pt x="658790" y="113483"/>
                  </a:lnTo>
                  <a:lnTo>
                    <a:pt x="649102" y="107820"/>
                  </a:lnTo>
                  <a:lnTo>
                    <a:pt x="639414" y="102316"/>
                  </a:lnTo>
                  <a:lnTo>
                    <a:pt x="629726" y="98452"/>
                  </a:lnTo>
                  <a:lnTo>
                    <a:pt x="620038" y="93332"/>
                  </a:lnTo>
                  <a:lnTo>
                    <a:pt x="610350" y="86194"/>
                  </a:lnTo>
                  <a:lnTo>
                    <a:pt x="600662" y="83504"/>
                  </a:lnTo>
                  <a:lnTo>
                    <a:pt x="590974" y="79341"/>
                  </a:lnTo>
                  <a:lnTo>
                    <a:pt x="581285" y="75556"/>
                  </a:lnTo>
                  <a:lnTo>
                    <a:pt x="571597" y="71777"/>
                  </a:lnTo>
                  <a:lnTo>
                    <a:pt x="561909" y="66833"/>
                  </a:lnTo>
                  <a:lnTo>
                    <a:pt x="552221" y="62522"/>
                  </a:lnTo>
                  <a:lnTo>
                    <a:pt x="542533" y="57090"/>
                  </a:lnTo>
                  <a:lnTo>
                    <a:pt x="532845" y="54905"/>
                  </a:lnTo>
                  <a:lnTo>
                    <a:pt x="523157" y="53553"/>
                  </a:lnTo>
                  <a:lnTo>
                    <a:pt x="513469" y="47406"/>
                  </a:lnTo>
                  <a:lnTo>
                    <a:pt x="503781" y="43566"/>
                  </a:lnTo>
                  <a:lnTo>
                    <a:pt x="494093" y="41315"/>
                  </a:lnTo>
                  <a:lnTo>
                    <a:pt x="484404" y="38860"/>
                  </a:lnTo>
                  <a:lnTo>
                    <a:pt x="474716" y="36268"/>
                  </a:lnTo>
                  <a:lnTo>
                    <a:pt x="465028" y="32077"/>
                  </a:lnTo>
                  <a:lnTo>
                    <a:pt x="455340" y="31115"/>
                  </a:lnTo>
                  <a:lnTo>
                    <a:pt x="445652" y="30866"/>
                  </a:lnTo>
                  <a:lnTo>
                    <a:pt x="435964" y="30009"/>
                  </a:lnTo>
                  <a:lnTo>
                    <a:pt x="426276" y="27744"/>
                  </a:lnTo>
                  <a:lnTo>
                    <a:pt x="416588" y="27926"/>
                  </a:lnTo>
                  <a:lnTo>
                    <a:pt x="406900" y="26121"/>
                  </a:lnTo>
                  <a:lnTo>
                    <a:pt x="397212" y="25695"/>
                  </a:lnTo>
                  <a:lnTo>
                    <a:pt x="387523" y="20299"/>
                  </a:lnTo>
                  <a:lnTo>
                    <a:pt x="377835" y="18187"/>
                  </a:lnTo>
                  <a:lnTo>
                    <a:pt x="368147" y="19688"/>
                  </a:lnTo>
                  <a:lnTo>
                    <a:pt x="358459" y="19384"/>
                  </a:lnTo>
                  <a:lnTo>
                    <a:pt x="348771" y="18438"/>
                  </a:lnTo>
                  <a:lnTo>
                    <a:pt x="339083" y="16800"/>
                  </a:lnTo>
                  <a:lnTo>
                    <a:pt x="329395" y="15022"/>
                  </a:lnTo>
                  <a:lnTo>
                    <a:pt x="319707" y="15272"/>
                  </a:lnTo>
                  <a:lnTo>
                    <a:pt x="310019" y="14629"/>
                  </a:lnTo>
                  <a:lnTo>
                    <a:pt x="300331" y="14618"/>
                  </a:lnTo>
                  <a:lnTo>
                    <a:pt x="290642" y="15038"/>
                  </a:lnTo>
                  <a:lnTo>
                    <a:pt x="280954" y="13893"/>
                  </a:lnTo>
                  <a:lnTo>
                    <a:pt x="271266" y="13961"/>
                  </a:lnTo>
                  <a:lnTo>
                    <a:pt x="261578" y="13269"/>
                  </a:lnTo>
                  <a:lnTo>
                    <a:pt x="251890" y="12162"/>
                  </a:lnTo>
                  <a:lnTo>
                    <a:pt x="242202" y="14519"/>
                  </a:lnTo>
                  <a:lnTo>
                    <a:pt x="232514" y="15202"/>
                  </a:lnTo>
                  <a:lnTo>
                    <a:pt x="222826" y="15324"/>
                  </a:lnTo>
                  <a:lnTo>
                    <a:pt x="213138" y="13776"/>
                  </a:lnTo>
                  <a:lnTo>
                    <a:pt x="203450" y="12229"/>
                  </a:lnTo>
                  <a:lnTo>
                    <a:pt x="193761" y="10684"/>
                  </a:lnTo>
                  <a:lnTo>
                    <a:pt x="184073" y="11196"/>
                  </a:lnTo>
                  <a:lnTo>
                    <a:pt x="174385" y="14114"/>
                  </a:lnTo>
                  <a:lnTo>
                    <a:pt x="164697" y="10472"/>
                  </a:lnTo>
                  <a:lnTo>
                    <a:pt x="155009" y="9526"/>
                  </a:lnTo>
                  <a:lnTo>
                    <a:pt x="145321" y="10463"/>
                  </a:lnTo>
                  <a:lnTo>
                    <a:pt x="135633" y="11553"/>
                  </a:lnTo>
                  <a:lnTo>
                    <a:pt x="125945" y="12493"/>
                  </a:lnTo>
                  <a:lnTo>
                    <a:pt x="116257" y="13432"/>
                  </a:lnTo>
                  <a:lnTo>
                    <a:pt x="106569" y="13766"/>
                  </a:lnTo>
                  <a:lnTo>
                    <a:pt x="96880" y="14307"/>
                  </a:lnTo>
                  <a:lnTo>
                    <a:pt x="87192" y="13435"/>
                  </a:lnTo>
                  <a:lnTo>
                    <a:pt x="77504" y="13019"/>
                  </a:lnTo>
                  <a:lnTo>
                    <a:pt x="67816" y="11788"/>
                  </a:lnTo>
                  <a:lnTo>
                    <a:pt x="58128" y="10091"/>
                  </a:lnTo>
                  <a:lnTo>
                    <a:pt x="48440" y="8762"/>
                  </a:lnTo>
                  <a:lnTo>
                    <a:pt x="38752" y="6149"/>
                  </a:lnTo>
                  <a:lnTo>
                    <a:pt x="29064" y="4972"/>
                  </a:lnTo>
                  <a:lnTo>
                    <a:pt x="19376" y="3356"/>
                  </a:lnTo>
                  <a:lnTo>
                    <a:pt x="9688" y="167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672728" y="1283062"/>
              <a:ext cx="2509217" cy="2947950"/>
            </a:xfrm>
            <a:custGeom>
              <a:avLst/>
              <a:pathLst>
                <a:path w="2509217" h="2947950">
                  <a:moveTo>
                    <a:pt x="0" y="0"/>
                  </a:moveTo>
                  <a:lnTo>
                    <a:pt x="9688" y="2944"/>
                  </a:lnTo>
                  <a:lnTo>
                    <a:pt x="19376" y="5911"/>
                  </a:lnTo>
                  <a:lnTo>
                    <a:pt x="29064" y="8901"/>
                  </a:lnTo>
                  <a:lnTo>
                    <a:pt x="38752" y="11915"/>
                  </a:lnTo>
                  <a:lnTo>
                    <a:pt x="48440" y="15427"/>
                  </a:lnTo>
                  <a:lnTo>
                    <a:pt x="58128" y="18120"/>
                  </a:lnTo>
                  <a:lnTo>
                    <a:pt x="67816" y="21101"/>
                  </a:lnTo>
                  <a:lnTo>
                    <a:pt x="77504" y="24294"/>
                  </a:lnTo>
                  <a:lnTo>
                    <a:pt x="87192" y="27512"/>
                  </a:lnTo>
                  <a:lnTo>
                    <a:pt x="96880" y="30756"/>
                  </a:lnTo>
                  <a:lnTo>
                    <a:pt x="106569" y="34025"/>
                  </a:lnTo>
                  <a:lnTo>
                    <a:pt x="116257" y="37320"/>
                  </a:lnTo>
                  <a:lnTo>
                    <a:pt x="125945" y="40640"/>
                  </a:lnTo>
                  <a:lnTo>
                    <a:pt x="135633" y="43729"/>
                  </a:lnTo>
                  <a:lnTo>
                    <a:pt x="145321" y="47365"/>
                  </a:lnTo>
                  <a:lnTo>
                    <a:pt x="155009" y="50246"/>
                  </a:lnTo>
                  <a:lnTo>
                    <a:pt x="164697" y="53230"/>
                  </a:lnTo>
                  <a:lnTo>
                    <a:pt x="174385" y="56575"/>
                  </a:lnTo>
                  <a:lnTo>
                    <a:pt x="184073" y="59904"/>
                  </a:lnTo>
                  <a:lnTo>
                    <a:pt x="193761" y="62483"/>
                  </a:lnTo>
                  <a:lnTo>
                    <a:pt x="203450" y="65100"/>
                  </a:lnTo>
                  <a:lnTo>
                    <a:pt x="213138" y="68309"/>
                  </a:lnTo>
                  <a:lnTo>
                    <a:pt x="222826" y="71765"/>
                  </a:lnTo>
                  <a:lnTo>
                    <a:pt x="232514" y="74882"/>
                  </a:lnTo>
                  <a:lnTo>
                    <a:pt x="242202" y="78367"/>
                  </a:lnTo>
                  <a:lnTo>
                    <a:pt x="251890" y="82010"/>
                  </a:lnTo>
                  <a:lnTo>
                    <a:pt x="261578" y="84674"/>
                  </a:lnTo>
                  <a:lnTo>
                    <a:pt x="271266" y="87205"/>
                  </a:lnTo>
                  <a:lnTo>
                    <a:pt x="280954" y="89750"/>
                  </a:lnTo>
                  <a:lnTo>
                    <a:pt x="290642" y="92308"/>
                  </a:lnTo>
                  <a:lnTo>
                    <a:pt x="300331" y="94888"/>
                  </a:lnTo>
                  <a:lnTo>
                    <a:pt x="310019" y="98671"/>
                  </a:lnTo>
                  <a:lnTo>
                    <a:pt x="319707" y="102503"/>
                  </a:lnTo>
                  <a:lnTo>
                    <a:pt x="329395" y="106074"/>
                  </a:lnTo>
                  <a:lnTo>
                    <a:pt x="339083" y="109550"/>
                  </a:lnTo>
                  <a:lnTo>
                    <a:pt x="348771" y="112571"/>
                  </a:lnTo>
                  <a:lnTo>
                    <a:pt x="358459" y="117070"/>
                  </a:lnTo>
                  <a:lnTo>
                    <a:pt x="368147" y="121265"/>
                  </a:lnTo>
                  <a:lnTo>
                    <a:pt x="377835" y="124161"/>
                  </a:lnTo>
                  <a:lnTo>
                    <a:pt x="387523" y="128411"/>
                  </a:lnTo>
                  <a:lnTo>
                    <a:pt x="397212" y="132120"/>
                  </a:lnTo>
                  <a:lnTo>
                    <a:pt x="406900" y="136270"/>
                  </a:lnTo>
                  <a:lnTo>
                    <a:pt x="416588" y="140139"/>
                  </a:lnTo>
                  <a:lnTo>
                    <a:pt x="426276" y="142618"/>
                  </a:lnTo>
                  <a:lnTo>
                    <a:pt x="435964" y="147251"/>
                  </a:lnTo>
                  <a:lnTo>
                    <a:pt x="445652" y="151383"/>
                  </a:lnTo>
                  <a:lnTo>
                    <a:pt x="455340" y="154630"/>
                  </a:lnTo>
                  <a:lnTo>
                    <a:pt x="465028" y="157896"/>
                  </a:lnTo>
                  <a:lnTo>
                    <a:pt x="474716" y="161181"/>
                  </a:lnTo>
                  <a:lnTo>
                    <a:pt x="484404" y="164796"/>
                  </a:lnTo>
                  <a:lnTo>
                    <a:pt x="494093" y="167735"/>
                  </a:lnTo>
                  <a:lnTo>
                    <a:pt x="503781" y="171035"/>
                  </a:lnTo>
                  <a:lnTo>
                    <a:pt x="513469" y="175666"/>
                  </a:lnTo>
                  <a:lnTo>
                    <a:pt x="523157" y="178827"/>
                  </a:lnTo>
                  <a:lnTo>
                    <a:pt x="532845" y="182005"/>
                  </a:lnTo>
                  <a:lnTo>
                    <a:pt x="542533" y="185199"/>
                  </a:lnTo>
                  <a:lnTo>
                    <a:pt x="552221" y="188411"/>
                  </a:lnTo>
                  <a:lnTo>
                    <a:pt x="561909" y="191639"/>
                  </a:lnTo>
                  <a:lnTo>
                    <a:pt x="571597" y="194884"/>
                  </a:lnTo>
                  <a:lnTo>
                    <a:pt x="581285" y="198485"/>
                  </a:lnTo>
                  <a:lnTo>
                    <a:pt x="590974" y="201417"/>
                  </a:lnTo>
                  <a:lnTo>
                    <a:pt x="600662" y="204657"/>
                  </a:lnTo>
                  <a:lnTo>
                    <a:pt x="610350" y="207929"/>
                  </a:lnTo>
                  <a:lnTo>
                    <a:pt x="620038" y="211341"/>
                  </a:lnTo>
                  <a:lnTo>
                    <a:pt x="629726" y="215287"/>
                  </a:lnTo>
                  <a:lnTo>
                    <a:pt x="639414" y="219288"/>
                  </a:lnTo>
                  <a:lnTo>
                    <a:pt x="649102" y="221902"/>
                  </a:lnTo>
                  <a:lnTo>
                    <a:pt x="658790" y="225227"/>
                  </a:lnTo>
                  <a:lnTo>
                    <a:pt x="668478" y="227824"/>
                  </a:lnTo>
                  <a:lnTo>
                    <a:pt x="678166" y="230289"/>
                  </a:lnTo>
                  <a:lnTo>
                    <a:pt x="687855" y="232825"/>
                  </a:lnTo>
                  <a:lnTo>
                    <a:pt x="697543" y="235370"/>
                  </a:lnTo>
                  <a:lnTo>
                    <a:pt x="707231" y="239861"/>
                  </a:lnTo>
                  <a:lnTo>
                    <a:pt x="716919" y="242312"/>
                  </a:lnTo>
                  <a:lnTo>
                    <a:pt x="726607" y="246661"/>
                  </a:lnTo>
                  <a:lnTo>
                    <a:pt x="736295" y="251098"/>
                  </a:lnTo>
                  <a:lnTo>
                    <a:pt x="745983" y="254469"/>
                  </a:lnTo>
                  <a:lnTo>
                    <a:pt x="755671" y="257249"/>
                  </a:lnTo>
                  <a:lnTo>
                    <a:pt x="765359" y="261760"/>
                  </a:lnTo>
                  <a:lnTo>
                    <a:pt x="775047" y="265875"/>
                  </a:lnTo>
                  <a:lnTo>
                    <a:pt x="784736" y="268382"/>
                  </a:lnTo>
                  <a:lnTo>
                    <a:pt x="794424" y="272545"/>
                  </a:lnTo>
                  <a:lnTo>
                    <a:pt x="804112" y="276024"/>
                  </a:lnTo>
                  <a:lnTo>
                    <a:pt x="813800" y="279868"/>
                  </a:lnTo>
                  <a:lnTo>
                    <a:pt x="823488" y="282450"/>
                  </a:lnTo>
                  <a:lnTo>
                    <a:pt x="833176" y="286407"/>
                  </a:lnTo>
                  <a:lnTo>
                    <a:pt x="842864" y="291214"/>
                  </a:lnTo>
                  <a:lnTo>
                    <a:pt x="852552" y="296166"/>
                  </a:lnTo>
                  <a:lnTo>
                    <a:pt x="862240" y="299666"/>
                  </a:lnTo>
                  <a:lnTo>
                    <a:pt x="871928" y="302873"/>
                  </a:lnTo>
                  <a:lnTo>
                    <a:pt x="881617" y="306505"/>
                  </a:lnTo>
                  <a:lnTo>
                    <a:pt x="891305" y="310240"/>
                  </a:lnTo>
                  <a:lnTo>
                    <a:pt x="900993" y="314733"/>
                  </a:lnTo>
                  <a:lnTo>
                    <a:pt x="910681" y="317590"/>
                  </a:lnTo>
                  <a:lnTo>
                    <a:pt x="920369" y="320194"/>
                  </a:lnTo>
                  <a:lnTo>
                    <a:pt x="930057" y="322766"/>
                  </a:lnTo>
                  <a:lnTo>
                    <a:pt x="939745" y="325349"/>
                  </a:lnTo>
                  <a:lnTo>
                    <a:pt x="949433" y="330533"/>
                  </a:lnTo>
                  <a:lnTo>
                    <a:pt x="959121" y="334609"/>
                  </a:lnTo>
                  <a:lnTo>
                    <a:pt x="968809" y="337595"/>
                  </a:lnTo>
                  <a:lnTo>
                    <a:pt x="978498" y="341140"/>
                  </a:lnTo>
                  <a:lnTo>
                    <a:pt x="988186" y="343518"/>
                  </a:lnTo>
                  <a:lnTo>
                    <a:pt x="997874" y="345265"/>
                  </a:lnTo>
                  <a:lnTo>
                    <a:pt x="1007562" y="346285"/>
                  </a:lnTo>
                  <a:lnTo>
                    <a:pt x="1017250" y="348158"/>
                  </a:lnTo>
                  <a:lnTo>
                    <a:pt x="1026938" y="352756"/>
                  </a:lnTo>
                  <a:lnTo>
                    <a:pt x="1036626" y="356499"/>
                  </a:lnTo>
                  <a:lnTo>
                    <a:pt x="1046314" y="360701"/>
                  </a:lnTo>
                  <a:lnTo>
                    <a:pt x="1056002" y="364665"/>
                  </a:lnTo>
                  <a:lnTo>
                    <a:pt x="1065690" y="369166"/>
                  </a:lnTo>
                  <a:lnTo>
                    <a:pt x="1075379" y="372541"/>
                  </a:lnTo>
                  <a:lnTo>
                    <a:pt x="1085067" y="374243"/>
                  </a:lnTo>
                  <a:lnTo>
                    <a:pt x="1094755" y="376965"/>
                  </a:lnTo>
                  <a:lnTo>
                    <a:pt x="1104443" y="380772"/>
                  </a:lnTo>
                  <a:lnTo>
                    <a:pt x="1114131" y="383854"/>
                  </a:lnTo>
                  <a:lnTo>
                    <a:pt x="1123819" y="386317"/>
                  </a:lnTo>
                  <a:lnTo>
                    <a:pt x="1133507" y="388676"/>
                  </a:lnTo>
                  <a:lnTo>
                    <a:pt x="1143195" y="391265"/>
                  </a:lnTo>
                  <a:lnTo>
                    <a:pt x="1152883" y="393969"/>
                  </a:lnTo>
                  <a:lnTo>
                    <a:pt x="1162571" y="397600"/>
                  </a:lnTo>
                  <a:lnTo>
                    <a:pt x="1172260" y="399572"/>
                  </a:lnTo>
                  <a:lnTo>
                    <a:pt x="1181948" y="403166"/>
                  </a:lnTo>
                  <a:lnTo>
                    <a:pt x="1191636" y="406901"/>
                  </a:lnTo>
                  <a:lnTo>
                    <a:pt x="1201324" y="408198"/>
                  </a:lnTo>
                  <a:lnTo>
                    <a:pt x="1211012" y="410339"/>
                  </a:lnTo>
                  <a:lnTo>
                    <a:pt x="1220700" y="413141"/>
                  </a:lnTo>
                  <a:lnTo>
                    <a:pt x="1230388" y="417356"/>
                  </a:lnTo>
                  <a:lnTo>
                    <a:pt x="1240076" y="421721"/>
                  </a:lnTo>
                  <a:lnTo>
                    <a:pt x="1249764" y="426038"/>
                  </a:lnTo>
                  <a:lnTo>
                    <a:pt x="1259452" y="430375"/>
                  </a:lnTo>
                  <a:lnTo>
                    <a:pt x="1269141" y="433284"/>
                  </a:lnTo>
                  <a:lnTo>
                    <a:pt x="1278829" y="435048"/>
                  </a:lnTo>
                  <a:lnTo>
                    <a:pt x="1288517" y="438621"/>
                  </a:lnTo>
                  <a:lnTo>
                    <a:pt x="1298205" y="440458"/>
                  </a:lnTo>
                  <a:lnTo>
                    <a:pt x="1307893" y="444188"/>
                  </a:lnTo>
                  <a:lnTo>
                    <a:pt x="1317581" y="446795"/>
                  </a:lnTo>
                  <a:lnTo>
                    <a:pt x="1327269" y="449354"/>
                  </a:lnTo>
                  <a:lnTo>
                    <a:pt x="1336957" y="450743"/>
                  </a:lnTo>
                  <a:lnTo>
                    <a:pt x="1346645" y="451716"/>
                  </a:lnTo>
                  <a:lnTo>
                    <a:pt x="1356333" y="455595"/>
                  </a:lnTo>
                  <a:lnTo>
                    <a:pt x="1366022" y="459949"/>
                  </a:lnTo>
                  <a:lnTo>
                    <a:pt x="1375710" y="459684"/>
                  </a:lnTo>
                  <a:lnTo>
                    <a:pt x="1385398" y="461324"/>
                  </a:lnTo>
                  <a:lnTo>
                    <a:pt x="1395086" y="464272"/>
                  </a:lnTo>
                  <a:lnTo>
                    <a:pt x="1404774" y="467190"/>
                  </a:lnTo>
                  <a:lnTo>
                    <a:pt x="1414462" y="469060"/>
                  </a:lnTo>
                  <a:lnTo>
                    <a:pt x="1424150" y="471431"/>
                  </a:lnTo>
                  <a:lnTo>
                    <a:pt x="1433838" y="474721"/>
                  </a:lnTo>
                  <a:lnTo>
                    <a:pt x="1443526" y="476623"/>
                  </a:lnTo>
                  <a:lnTo>
                    <a:pt x="1453214" y="480103"/>
                  </a:lnTo>
                  <a:lnTo>
                    <a:pt x="1462903" y="481434"/>
                  </a:lnTo>
                  <a:lnTo>
                    <a:pt x="1472591" y="482769"/>
                  </a:lnTo>
                  <a:lnTo>
                    <a:pt x="1482279" y="484144"/>
                  </a:lnTo>
                  <a:lnTo>
                    <a:pt x="1491967" y="486754"/>
                  </a:lnTo>
                  <a:lnTo>
                    <a:pt x="1501655" y="489819"/>
                  </a:lnTo>
                  <a:lnTo>
                    <a:pt x="1511343" y="492576"/>
                  </a:lnTo>
                  <a:lnTo>
                    <a:pt x="1521031" y="493560"/>
                  </a:lnTo>
                  <a:lnTo>
                    <a:pt x="1530719" y="495953"/>
                  </a:lnTo>
                  <a:lnTo>
                    <a:pt x="1540407" y="498697"/>
                  </a:lnTo>
                  <a:lnTo>
                    <a:pt x="1550095" y="501485"/>
                  </a:lnTo>
                  <a:lnTo>
                    <a:pt x="1559784" y="503661"/>
                  </a:lnTo>
                  <a:lnTo>
                    <a:pt x="1569472" y="507085"/>
                  </a:lnTo>
                  <a:lnTo>
                    <a:pt x="1579160" y="509791"/>
                  </a:lnTo>
                  <a:lnTo>
                    <a:pt x="1588848" y="511335"/>
                  </a:lnTo>
                  <a:lnTo>
                    <a:pt x="1598536" y="512949"/>
                  </a:lnTo>
                  <a:lnTo>
                    <a:pt x="1608224" y="514566"/>
                  </a:lnTo>
                  <a:lnTo>
                    <a:pt x="1617912" y="517668"/>
                  </a:lnTo>
                  <a:lnTo>
                    <a:pt x="1627600" y="520795"/>
                  </a:lnTo>
                  <a:lnTo>
                    <a:pt x="1637288" y="521831"/>
                  </a:lnTo>
                  <a:lnTo>
                    <a:pt x="1646976" y="523146"/>
                  </a:lnTo>
                  <a:lnTo>
                    <a:pt x="1656665" y="525282"/>
                  </a:lnTo>
                  <a:lnTo>
                    <a:pt x="1666353" y="526856"/>
                  </a:lnTo>
                  <a:lnTo>
                    <a:pt x="1676041" y="529843"/>
                  </a:lnTo>
                  <a:lnTo>
                    <a:pt x="1685729" y="532854"/>
                  </a:lnTo>
                  <a:lnTo>
                    <a:pt x="1695417" y="535846"/>
                  </a:lnTo>
                  <a:lnTo>
                    <a:pt x="1705105" y="538809"/>
                  </a:lnTo>
                  <a:lnTo>
                    <a:pt x="1714793" y="541413"/>
                  </a:lnTo>
                  <a:lnTo>
                    <a:pt x="1724481" y="543416"/>
                  </a:lnTo>
                  <a:lnTo>
                    <a:pt x="1734169" y="545437"/>
                  </a:lnTo>
                  <a:lnTo>
                    <a:pt x="1743857" y="548718"/>
                  </a:lnTo>
                  <a:lnTo>
                    <a:pt x="1753546" y="552758"/>
                  </a:lnTo>
                  <a:lnTo>
                    <a:pt x="1763234" y="554708"/>
                  </a:lnTo>
                  <a:lnTo>
                    <a:pt x="1772922" y="555071"/>
                  </a:lnTo>
                  <a:lnTo>
                    <a:pt x="1782610" y="555436"/>
                  </a:lnTo>
                  <a:lnTo>
                    <a:pt x="1792298" y="558235"/>
                  </a:lnTo>
                  <a:lnTo>
                    <a:pt x="1801986" y="561086"/>
                  </a:lnTo>
                  <a:lnTo>
                    <a:pt x="1811674" y="563945"/>
                  </a:lnTo>
                  <a:lnTo>
                    <a:pt x="1821362" y="566499"/>
                  </a:lnTo>
                  <a:lnTo>
                    <a:pt x="1831050" y="567565"/>
                  </a:lnTo>
                  <a:lnTo>
                    <a:pt x="1840738" y="568642"/>
                  </a:lnTo>
                  <a:lnTo>
                    <a:pt x="1850427" y="572005"/>
                  </a:lnTo>
                  <a:lnTo>
                    <a:pt x="1860115" y="576255"/>
                  </a:lnTo>
                  <a:lnTo>
                    <a:pt x="1869803" y="579756"/>
                  </a:lnTo>
                  <a:lnTo>
                    <a:pt x="1879491" y="580544"/>
                  </a:lnTo>
                  <a:lnTo>
                    <a:pt x="1889179" y="581493"/>
                  </a:lnTo>
                  <a:lnTo>
                    <a:pt x="1898867" y="582321"/>
                  </a:lnTo>
                  <a:lnTo>
                    <a:pt x="1908555" y="583149"/>
                  </a:lnTo>
                  <a:lnTo>
                    <a:pt x="1918243" y="583994"/>
                  </a:lnTo>
                  <a:lnTo>
                    <a:pt x="1927931" y="585509"/>
                  </a:lnTo>
                  <a:lnTo>
                    <a:pt x="1937619" y="587548"/>
                  </a:lnTo>
                  <a:lnTo>
                    <a:pt x="1947308" y="590168"/>
                  </a:lnTo>
                  <a:lnTo>
                    <a:pt x="1956996" y="592120"/>
                  </a:lnTo>
                  <a:lnTo>
                    <a:pt x="1966684" y="593660"/>
                  </a:lnTo>
                  <a:lnTo>
                    <a:pt x="1976372" y="595659"/>
                  </a:lnTo>
                  <a:lnTo>
                    <a:pt x="1986060" y="597741"/>
                  </a:lnTo>
                  <a:lnTo>
                    <a:pt x="1995748" y="599839"/>
                  </a:lnTo>
                  <a:lnTo>
                    <a:pt x="2005436" y="602347"/>
                  </a:lnTo>
                  <a:lnTo>
                    <a:pt x="2015124" y="605951"/>
                  </a:lnTo>
                  <a:lnTo>
                    <a:pt x="2024812" y="607652"/>
                  </a:lnTo>
                  <a:lnTo>
                    <a:pt x="2034500" y="608126"/>
                  </a:lnTo>
                  <a:lnTo>
                    <a:pt x="2044188" y="610151"/>
                  </a:lnTo>
                  <a:lnTo>
                    <a:pt x="2053877" y="612179"/>
                  </a:lnTo>
                  <a:lnTo>
                    <a:pt x="2063565" y="614210"/>
                  </a:lnTo>
                  <a:lnTo>
                    <a:pt x="2073253" y="616245"/>
                  </a:lnTo>
                  <a:lnTo>
                    <a:pt x="2082941" y="617064"/>
                  </a:lnTo>
                  <a:lnTo>
                    <a:pt x="2092629" y="616982"/>
                  </a:lnTo>
                  <a:lnTo>
                    <a:pt x="2102317" y="616936"/>
                  </a:lnTo>
                  <a:lnTo>
                    <a:pt x="2112005" y="616957"/>
                  </a:lnTo>
                  <a:lnTo>
                    <a:pt x="2121693" y="617785"/>
                  </a:lnTo>
                  <a:lnTo>
                    <a:pt x="2131381" y="621891"/>
                  </a:lnTo>
                  <a:lnTo>
                    <a:pt x="2141069" y="623139"/>
                  </a:lnTo>
                  <a:lnTo>
                    <a:pt x="2150758" y="622813"/>
                  </a:lnTo>
                  <a:lnTo>
                    <a:pt x="2160446" y="622519"/>
                  </a:lnTo>
                  <a:lnTo>
                    <a:pt x="2170134" y="624908"/>
                  </a:lnTo>
                  <a:lnTo>
                    <a:pt x="2179822" y="628058"/>
                  </a:lnTo>
                  <a:lnTo>
                    <a:pt x="2189510" y="631215"/>
                  </a:lnTo>
                  <a:lnTo>
                    <a:pt x="2199198" y="634380"/>
                  </a:lnTo>
                  <a:lnTo>
                    <a:pt x="2208886" y="635305"/>
                  </a:lnTo>
                  <a:lnTo>
                    <a:pt x="2218574" y="635430"/>
                  </a:lnTo>
                  <a:lnTo>
                    <a:pt x="2228262" y="637825"/>
                  </a:lnTo>
                  <a:lnTo>
                    <a:pt x="2237950" y="640259"/>
                  </a:lnTo>
                  <a:lnTo>
                    <a:pt x="2247639" y="642708"/>
                  </a:lnTo>
                  <a:lnTo>
                    <a:pt x="2257327" y="645162"/>
                  </a:lnTo>
                  <a:lnTo>
                    <a:pt x="2267015" y="648150"/>
                  </a:lnTo>
                  <a:lnTo>
                    <a:pt x="2276703" y="651362"/>
                  </a:lnTo>
                  <a:lnTo>
                    <a:pt x="2286391" y="654582"/>
                  </a:lnTo>
                  <a:lnTo>
                    <a:pt x="2296079" y="657809"/>
                  </a:lnTo>
                  <a:lnTo>
                    <a:pt x="2305767" y="659744"/>
                  </a:lnTo>
                  <a:lnTo>
                    <a:pt x="2315455" y="661570"/>
                  </a:lnTo>
                  <a:lnTo>
                    <a:pt x="2325143" y="665054"/>
                  </a:lnTo>
                  <a:lnTo>
                    <a:pt x="2334831" y="666370"/>
                  </a:lnTo>
                  <a:lnTo>
                    <a:pt x="2344520" y="667260"/>
                  </a:lnTo>
                  <a:lnTo>
                    <a:pt x="2354208" y="669700"/>
                  </a:lnTo>
                  <a:lnTo>
                    <a:pt x="2363896" y="672183"/>
                  </a:lnTo>
                  <a:lnTo>
                    <a:pt x="2373584" y="674670"/>
                  </a:lnTo>
                  <a:lnTo>
                    <a:pt x="2383272" y="677161"/>
                  </a:lnTo>
                  <a:lnTo>
                    <a:pt x="2392960" y="679657"/>
                  </a:lnTo>
                  <a:lnTo>
                    <a:pt x="2402648" y="682158"/>
                  </a:lnTo>
                  <a:lnTo>
                    <a:pt x="2412336" y="684662"/>
                  </a:lnTo>
                  <a:lnTo>
                    <a:pt x="2422024" y="687171"/>
                  </a:lnTo>
                  <a:lnTo>
                    <a:pt x="2431712" y="689685"/>
                  </a:lnTo>
                  <a:lnTo>
                    <a:pt x="2441401" y="692203"/>
                  </a:lnTo>
                  <a:lnTo>
                    <a:pt x="2451089" y="694725"/>
                  </a:lnTo>
                  <a:lnTo>
                    <a:pt x="2460777" y="697252"/>
                  </a:lnTo>
                  <a:lnTo>
                    <a:pt x="2470465" y="699783"/>
                  </a:lnTo>
                  <a:lnTo>
                    <a:pt x="2480153" y="702318"/>
                  </a:lnTo>
                  <a:lnTo>
                    <a:pt x="2489841" y="704858"/>
                  </a:lnTo>
                  <a:lnTo>
                    <a:pt x="2499529" y="707402"/>
                  </a:lnTo>
                  <a:lnTo>
                    <a:pt x="2509217" y="709951"/>
                  </a:lnTo>
                  <a:lnTo>
                    <a:pt x="2509217" y="2947950"/>
                  </a:lnTo>
                  <a:lnTo>
                    <a:pt x="2499529" y="2937779"/>
                  </a:lnTo>
                  <a:lnTo>
                    <a:pt x="2489841" y="2926415"/>
                  </a:lnTo>
                  <a:lnTo>
                    <a:pt x="2480153" y="2915003"/>
                  </a:lnTo>
                  <a:lnTo>
                    <a:pt x="2470465" y="2903511"/>
                  </a:lnTo>
                  <a:lnTo>
                    <a:pt x="2460777" y="2891939"/>
                  </a:lnTo>
                  <a:lnTo>
                    <a:pt x="2451089" y="2880320"/>
                  </a:lnTo>
                  <a:lnTo>
                    <a:pt x="2441401" y="2868359"/>
                  </a:lnTo>
                  <a:lnTo>
                    <a:pt x="2431712" y="2856808"/>
                  </a:lnTo>
                  <a:lnTo>
                    <a:pt x="2422024" y="2845213"/>
                  </a:lnTo>
                  <a:lnTo>
                    <a:pt x="2412336" y="2833506"/>
                  </a:lnTo>
                  <a:lnTo>
                    <a:pt x="2402648" y="2821696"/>
                  </a:lnTo>
                  <a:lnTo>
                    <a:pt x="2392960" y="2809841"/>
                  </a:lnTo>
                  <a:lnTo>
                    <a:pt x="2383272" y="2797942"/>
                  </a:lnTo>
                  <a:lnTo>
                    <a:pt x="2373584" y="2786001"/>
                  </a:lnTo>
                  <a:lnTo>
                    <a:pt x="2363896" y="2774756"/>
                  </a:lnTo>
                  <a:lnTo>
                    <a:pt x="2354208" y="2763613"/>
                  </a:lnTo>
                  <a:lnTo>
                    <a:pt x="2344520" y="2753070"/>
                  </a:lnTo>
                  <a:lnTo>
                    <a:pt x="2334831" y="2742519"/>
                  </a:lnTo>
                  <a:lnTo>
                    <a:pt x="2325143" y="2731919"/>
                  </a:lnTo>
                  <a:lnTo>
                    <a:pt x="2315455" y="2721305"/>
                  </a:lnTo>
                  <a:lnTo>
                    <a:pt x="2305767" y="2710661"/>
                  </a:lnTo>
                  <a:lnTo>
                    <a:pt x="2296079" y="2699988"/>
                  </a:lnTo>
                  <a:lnTo>
                    <a:pt x="2286391" y="2689285"/>
                  </a:lnTo>
                  <a:lnTo>
                    <a:pt x="2276703" y="2678513"/>
                  </a:lnTo>
                  <a:lnTo>
                    <a:pt x="2267015" y="2667463"/>
                  </a:lnTo>
                  <a:lnTo>
                    <a:pt x="2257327" y="2656597"/>
                  </a:lnTo>
                  <a:lnTo>
                    <a:pt x="2247639" y="2644450"/>
                  </a:lnTo>
                  <a:lnTo>
                    <a:pt x="2237950" y="2633144"/>
                  </a:lnTo>
                  <a:lnTo>
                    <a:pt x="2228262" y="2622195"/>
                  </a:lnTo>
                  <a:lnTo>
                    <a:pt x="2218574" y="2610207"/>
                  </a:lnTo>
                  <a:lnTo>
                    <a:pt x="2208886" y="2598997"/>
                  </a:lnTo>
                  <a:lnTo>
                    <a:pt x="2199198" y="2587759"/>
                  </a:lnTo>
                  <a:lnTo>
                    <a:pt x="2189510" y="2576496"/>
                  </a:lnTo>
                  <a:lnTo>
                    <a:pt x="2179822" y="2565188"/>
                  </a:lnTo>
                  <a:lnTo>
                    <a:pt x="2170134" y="2553797"/>
                  </a:lnTo>
                  <a:lnTo>
                    <a:pt x="2160446" y="2541346"/>
                  </a:lnTo>
                  <a:lnTo>
                    <a:pt x="2150758" y="2528865"/>
                  </a:lnTo>
                  <a:lnTo>
                    <a:pt x="2141069" y="2516348"/>
                  </a:lnTo>
                  <a:lnTo>
                    <a:pt x="2131381" y="2503952"/>
                  </a:lnTo>
                  <a:lnTo>
                    <a:pt x="2121693" y="2492887"/>
                  </a:lnTo>
                  <a:lnTo>
                    <a:pt x="2112005" y="2481126"/>
                  </a:lnTo>
                  <a:lnTo>
                    <a:pt x="2102317" y="2470504"/>
                  </a:lnTo>
                  <a:lnTo>
                    <a:pt x="2092629" y="2459726"/>
                  </a:lnTo>
                  <a:lnTo>
                    <a:pt x="2082941" y="2448646"/>
                  </a:lnTo>
                  <a:lnTo>
                    <a:pt x="2073253" y="2434827"/>
                  </a:lnTo>
                  <a:lnTo>
                    <a:pt x="2063565" y="2422503"/>
                  </a:lnTo>
                  <a:lnTo>
                    <a:pt x="2053877" y="2412055"/>
                  </a:lnTo>
                  <a:lnTo>
                    <a:pt x="2044188" y="2401593"/>
                  </a:lnTo>
                  <a:lnTo>
                    <a:pt x="2034500" y="2391116"/>
                  </a:lnTo>
                  <a:lnTo>
                    <a:pt x="2024812" y="2380605"/>
                  </a:lnTo>
                  <a:lnTo>
                    <a:pt x="2015124" y="2368782"/>
                  </a:lnTo>
                  <a:lnTo>
                    <a:pt x="2005436" y="2356612"/>
                  </a:lnTo>
                  <a:lnTo>
                    <a:pt x="1995748" y="2345661"/>
                  </a:lnTo>
                  <a:lnTo>
                    <a:pt x="1986060" y="2334640"/>
                  </a:lnTo>
                  <a:lnTo>
                    <a:pt x="1976372" y="2322943"/>
                  </a:lnTo>
                  <a:lnTo>
                    <a:pt x="1966684" y="2311218"/>
                  </a:lnTo>
                  <a:lnTo>
                    <a:pt x="1956996" y="2299439"/>
                  </a:lnTo>
                  <a:lnTo>
                    <a:pt x="1947308" y="2287183"/>
                  </a:lnTo>
                  <a:lnTo>
                    <a:pt x="1937619" y="2273133"/>
                  </a:lnTo>
                  <a:lnTo>
                    <a:pt x="1927931" y="2259066"/>
                  </a:lnTo>
                  <a:lnTo>
                    <a:pt x="1918243" y="2246733"/>
                  </a:lnTo>
                  <a:lnTo>
                    <a:pt x="1908555" y="2233950"/>
                  </a:lnTo>
                  <a:lnTo>
                    <a:pt x="1898867" y="2221654"/>
                  </a:lnTo>
                  <a:lnTo>
                    <a:pt x="1889179" y="2209347"/>
                  </a:lnTo>
                  <a:lnTo>
                    <a:pt x="1879491" y="2197030"/>
                  </a:lnTo>
                  <a:lnTo>
                    <a:pt x="1869803" y="2184697"/>
                  </a:lnTo>
                  <a:lnTo>
                    <a:pt x="1860115" y="2172333"/>
                  </a:lnTo>
                  <a:lnTo>
                    <a:pt x="1850427" y="2159962"/>
                  </a:lnTo>
                  <a:lnTo>
                    <a:pt x="1840738" y="2147561"/>
                  </a:lnTo>
                  <a:lnTo>
                    <a:pt x="1831050" y="2136727"/>
                  </a:lnTo>
                  <a:lnTo>
                    <a:pt x="1821362" y="2128068"/>
                  </a:lnTo>
                  <a:lnTo>
                    <a:pt x="1811674" y="2113782"/>
                  </a:lnTo>
                  <a:lnTo>
                    <a:pt x="1801986" y="2098890"/>
                  </a:lnTo>
                  <a:lnTo>
                    <a:pt x="1792298" y="2085353"/>
                  </a:lnTo>
                  <a:lnTo>
                    <a:pt x="1782610" y="2072997"/>
                  </a:lnTo>
                  <a:lnTo>
                    <a:pt x="1772922" y="2060640"/>
                  </a:lnTo>
                  <a:lnTo>
                    <a:pt x="1763234" y="2048280"/>
                  </a:lnTo>
                  <a:lnTo>
                    <a:pt x="1753546" y="2035920"/>
                  </a:lnTo>
                  <a:lnTo>
                    <a:pt x="1743857" y="2023559"/>
                  </a:lnTo>
                  <a:lnTo>
                    <a:pt x="1734169" y="2011377"/>
                  </a:lnTo>
                  <a:lnTo>
                    <a:pt x="1724481" y="1999613"/>
                  </a:lnTo>
                  <a:lnTo>
                    <a:pt x="1714793" y="1987818"/>
                  </a:lnTo>
                  <a:lnTo>
                    <a:pt x="1705105" y="1975975"/>
                  </a:lnTo>
                  <a:lnTo>
                    <a:pt x="1695417" y="1964135"/>
                  </a:lnTo>
                  <a:lnTo>
                    <a:pt x="1685729" y="1952298"/>
                  </a:lnTo>
                  <a:lnTo>
                    <a:pt x="1676041" y="1940465"/>
                  </a:lnTo>
                  <a:lnTo>
                    <a:pt x="1666353" y="1925669"/>
                  </a:lnTo>
                  <a:lnTo>
                    <a:pt x="1656665" y="1911598"/>
                  </a:lnTo>
                  <a:lnTo>
                    <a:pt x="1646976" y="1900475"/>
                  </a:lnTo>
                  <a:lnTo>
                    <a:pt x="1637288" y="1893269"/>
                  </a:lnTo>
                  <a:lnTo>
                    <a:pt x="1627600" y="1881910"/>
                  </a:lnTo>
                  <a:lnTo>
                    <a:pt x="1617912" y="1870205"/>
                  </a:lnTo>
                  <a:lnTo>
                    <a:pt x="1608224" y="1858413"/>
                  </a:lnTo>
                  <a:lnTo>
                    <a:pt x="1598536" y="1844428"/>
                  </a:lnTo>
                  <a:lnTo>
                    <a:pt x="1588848" y="1829351"/>
                  </a:lnTo>
                  <a:lnTo>
                    <a:pt x="1579160" y="1816942"/>
                  </a:lnTo>
                  <a:lnTo>
                    <a:pt x="1569472" y="1806027"/>
                  </a:lnTo>
                  <a:lnTo>
                    <a:pt x="1559784" y="1795122"/>
                  </a:lnTo>
                  <a:lnTo>
                    <a:pt x="1550095" y="1784226"/>
                  </a:lnTo>
                  <a:lnTo>
                    <a:pt x="1540407" y="1773341"/>
                  </a:lnTo>
                  <a:lnTo>
                    <a:pt x="1530719" y="1762466"/>
                  </a:lnTo>
                  <a:lnTo>
                    <a:pt x="1521031" y="1751603"/>
                  </a:lnTo>
                  <a:lnTo>
                    <a:pt x="1511343" y="1740752"/>
                  </a:lnTo>
                  <a:lnTo>
                    <a:pt x="1501655" y="1729913"/>
                  </a:lnTo>
                  <a:lnTo>
                    <a:pt x="1491967" y="1718755"/>
                  </a:lnTo>
                  <a:lnTo>
                    <a:pt x="1482279" y="1703870"/>
                  </a:lnTo>
                  <a:lnTo>
                    <a:pt x="1472591" y="1691886"/>
                  </a:lnTo>
                  <a:lnTo>
                    <a:pt x="1462903" y="1679755"/>
                  </a:lnTo>
                  <a:lnTo>
                    <a:pt x="1453214" y="1671748"/>
                  </a:lnTo>
                  <a:lnTo>
                    <a:pt x="1443526" y="1661184"/>
                  </a:lnTo>
                  <a:lnTo>
                    <a:pt x="1433838" y="1649759"/>
                  </a:lnTo>
                  <a:lnTo>
                    <a:pt x="1424150" y="1638352"/>
                  </a:lnTo>
                  <a:lnTo>
                    <a:pt x="1414462" y="1628279"/>
                  </a:lnTo>
                  <a:lnTo>
                    <a:pt x="1404774" y="1618611"/>
                  </a:lnTo>
                  <a:lnTo>
                    <a:pt x="1395086" y="1608957"/>
                  </a:lnTo>
                  <a:lnTo>
                    <a:pt x="1385398" y="1598541"/>
                  </a:lnTo>
                  <a:lnTo>
                    <a:pt x="1375710" y="1584455"/>
                  </a:lnTo>
                  <a:lnTo>
                    <a:pt x="1366022" y="1570391"/>
                  </a:lnTo>
                  <a:lnTo>
                    <a:pt x="1356333" y="1558860"/>
                  </a:lnTo>
                  <a:lnTo>
                    <a:pt x="1346645" y="1547569"/>
                  </a:lnTo>
                  <a:lnTo>
                    <a:pt x="1336957" y="1536258"/>
                  </a:lnTo>
                  <a:lnTo>
                    <a:pt x="1327269" y="1528069"/>
                  </a:lnTo>
                  <a:lnTo>
                    <a:pt x="1317581" y="1517030"/>
                  </a:lnTo>
                  <a:lnTo>
                    <a:pt x="1307893" y="1507822"/>
                  </a:lnTo>
                  <a:lnTo>
                    <a:pt x="1298205" y="1498590"/>
                  </a:lnTo>
                  <a:lnTo>
                    <a:pt x="1288517" y="1488596"/>
                  </a:lnTo>
                  <a:lnTo>
                    <a:pt x="1278829" y="1477302"/>
                  </a:lnTo>
                  <a:lnTo>
                    <a:pt x="1269141" y="1466076"/>
                  </a:lnTo>
                  <a:lnTo>
                    <a:pt x="1259452" y="1451249"/>
                  </a:lnTo>
                  <a:lnTo>
                    <a:pt x="1249764" y="1443635"/>
                  </a:lnTo>
                  <a:lnTo>
                    <a:pt x="1240076" y="1433683"/>
                  </a:lnTo>
                  <a:lnTo>
                    <a:pt x="1230388" y="1424960"/>
                  </a:lnTo>
                  <a:lnTo>
                    <a:pt x="1220700" y="1416151"/>
                  </a:lnTo>
                  <a:lnTo>
                    <a:pt x="1211012" y="1407360"/>
                  </a:lnTo>
                  <a:lnTo>
                    <a:pt x="1201324" y="1398587"/>
                  </a:lnTo>
                  <a:lnTo>
                    <a:pt x="1191636" y="1389791"/>
                  </a:lnTo>
                  <a:lnTo>
                    <a:pt x="1181948" y="1379925"/>
                  </a:lnTo>
                  <a:lnTo>
                    <a:pt x="1172260" y="1367575"/>
                  </a:lnTo>
                  <a:lnTo>
                    <a:pt x="1162571" y="1355200"/>
                  </a:lnTo>
                  <a:lnTo>
                    <a:pt x="1152883" y="1344704"/>
                  </a:lnTo>
                  <a:lnTo>
                    <a:pt x="1143195" y="1337265"/>
                  </a:lnTo>
                  <a:lnTo>
                    <a:pt x="1133507" y="1325548"/>
                  </a:lnTo>
                  <a:lnTo>
                    <a:pt x="1123819" y="1313767"/>
                  </a:lnTo>
                  <a:lnTo>
                    <a:pt x="1114131" y="1302063"/>
                  </a:lnTo>
                  <a:lnTo>
                    <a:pt x="1104443" y="1290397"/>
                  </a:lnTo>
                  <a:lnTo>
                    <a:pt x="1094755" y="1280080"/>
                  </a:lnTo>
                  <a:lnTo>
                    <a:pt x="1085067" y="1273530"/>
                  </a:lnTo>
                  <a:lnTo>
                    <a:pt x="1075379" y="1262831"/>
                  </a:lnTo>
                  <a:lnTo>
                    <a:pt x="1065690" y="1255685"/>
                  </a:lnTo>
                  <a:lnTo>
                    <a:pt x="1056002" y="1248599"/>
                  </a:lnTo>
                  <a:lnTo>
                    <a:pt x="1046314" y="1238675"/>
                  </a:lnTo>
                  <a:lnTo>
                    <a:pt x="1036626" y="1228896"/>
                  </a:lnTo>
                  <a:lnTo>
                    <a:pt x="1026938" y="1218605"/>
                  </a:lnTo>
                  <a:lnTo>
                    <a:pt x="1017250" y="1211571"/>
                  </a:lnTo>
                  <a:lnTo>
                    <a:pt x="1007562" y="1200937"/>
                  </a:lnTo>
                  <a:lnTo>
                    <a:pt x="997874" y="1193142"/>
                  </a:lnTo>
                  <a:lnTo>
                    <a:pt x="988186" y="1185406"/>
                  </a:lnTo>
                  <a:lnTo>
                    <a:pt x="978498" y="1177020"/>
                  </a:lnTo>
                  <a:lnTo>
                    <a:pt x="968809" y="1167267"/>
                  </a:lnTo>
                  <a:lnTo>
                    <a:pt x="959121" y="1157185"/>
                  </a:lnTo>
                  <a:lnTo>
                    <a:pt x="949433" y="1147139"/>
                  </a:lnTo>
                  <a:lnTo>
                    <a:pt x="939745" y="1138476"/>
                  </a:lnTo>
                  <a:lnTo>
                    <a:pt x="930057" y="1130720"/>
                  </a:lnTo>
                  <a:lnTo>
                    <a:pt x="920369" y="1122221"/>
                  </a:lnTo>
                  <a:lnTo>
                    <a:pt x="910681" y="1114094"/>
                  </a:lnTo>
                  <a:lnTo>
                    <a:pt x="900993" y="1104385"/>
                  </a:lnTo>
                  <a:lnTo>
                    <a:pt x="891305" y="1093997"/>
                  </a:lnTo>
                  <a:lnTo>
                    <a:pt x="881617" y="1083611"/>
                  </a:lnTo>
                  <a:lnTo>
                    <a:pt x="871928" y="1072950"/>
                  </a:lnTo>
                  <a:lnTo>
                    <a:pt x="862240" y="1061540"/>
                  </a:lnTo>
                  <a:lnTo>
                    <a:pt x="852552" y="1053317"/>
                  </a:lnTo>
                  <a:lnTo>
                    <a:pt x="842864" y="1044245"/>
                  </a:lnTo>
                  <a:lnTo>
                    <a:pt x="833176" y="1037281"/>
                  </a:lnTo>
                  <a:lnTo>
                    <a:pt x="823488" y="1031085"/>
                  </a:lnTo>
                  <a:lnTo>
                    <a:pt x="813800" y="1025102"/>
                  </a:lnTo>
                  <a:lnTo>
                    <a:pt x="804112" y="1014682"/>
                  </a:lnTo>
                  <a:lnTo>
                    <a:pt x="794424" y="1003000"/>
                  </a:lnTo>
                  <a:lnTo>
                    <a:pt x="784736" y="997780"/>
                  </a:lnTo>
                  <a:lnTo>
                    <a:pt x="775047" y="992572"/>
                  </a:lnTo>
                  <a:lnTo>
                    <a:pt x="765359" y="984805"/>
                  </a:lnTo>
                  <a:lnTo>
                    <a:pt x="755671" y="974443"/>
                  </a:lnTo>
                  <a:lnTo>
                    <a:pt x="745983" y="963750"/>
                  </a:lnTo>
                  <a:lnTo>
                    <a:pt x="736295" y="955796"/>
                  </a:lnTo>
                  <a:lnTo>
                    <a:pt x="726607" y="948175"/>
                  </a:lnTo>
                  <a:lnTo>
                    <a:pt x="716919" y="941858"/>
                  </a:lnTo>
                  <a:lnTo>
                    <a:pt x="707231" y="935414"/>
                  </a:lnTo>
                  <a:lnTo>
                    <a:pt x="697543" y="929227"/>
                  </a:lnTo>
                  <a:lnTo>
                    <a:pt x="687855" y="919446"/>
                  </a:lnTo>
                  <a:lnTo>
                    <a:pt x="678166" y="914351"/>
                  </a:lnTo>
                  <a:lnTo>
                    <a:pt x="668478" y="907643"/>
                  </a:lnTo>
                  <a:lnTo>
                    <a:pt x="658790" y="903049"/>
                  </a:lnTo>
                  <a:lnTo>
                    <a:pt x="649102" y="896951"/>
                  </a:lnTo>
                  <a:lnTo>
                    <a:pt x="639414" y="891750"/>
                  </a:lnTo>
                  <a:lnTo>
                    <a:pt x="629726" y="884494"/>
                  </a:lnTo>
                  <a:lnTo>
                    <a:pt x="620038" y="875920"/>
                  </a:lnTo>
                  <a:lnTo>
                    <a:pt x="610350" y="867386"/>
                  </a:lnTo>
                  <a:lnTo>
                    <a:pt x="600662" y="861144"/>
                  </a:lnTo>
                  <a:lnTo>
                    <a:pt x="590974" y="855863"/>
                  </a:lnTo>
                  <a:lnTo>
                    <a:pt x="581285" y="849966"/>
                  </a:lnTo>
                  <a:lnTo>
                    <a:pt x="571597" y="843101"/>
                  </a:lnTo>
                  <a:lnTo>
                    <a:pt x="561909" y="836241"/>
                  </a:lnTo>
                  <a:lnTo>
                    <a:pt x="552221" y="832689"/>
                  </a:lnTo>
                  <a:lnTo>
                    <a:pt x="542533" y="825788"/>
                  </a:lnTo>
                  <a:lnTo>
                    <a:pt x="532845" y="821573"/>
                  </a:lnTo>
                  <a:lnTo>
                    <a:pt x="523157" y="817435"/>
                  </a:lnTo>
                  <a:lnTo>
                    <a:pt x="513469" y="813691"/>
                  </a:lnTo>
                  <a:lnTo>
                    <a:pt x="503781" y="809400"/>
                  </a:lnTo>
                  <a:lnTo>
                    <a:pt x="494093" y="804307"/>
                  </a:lnTo>
                  <a:lnTo>
                    <a:pt x="484404" y="799260"/>
                  </a:lnTo>
                  <a:lnTo>
                    <a:pt x="474716" y="794167"/>
                  </a:lnTo>
                  <a:lnTo>
                    <a:pt x="465028" y="787670"/>
                  </a:lnTo>
                  <a:lnTo>
                    <a:pt x="455340" y="782698"/>
                  </a:lnTo>
                  <a:lnTo>
                    <a:pt x="445652" y="776323"/>
                  </a:lnTo>
                  <a:lnTo>
                    <a:pt x="435964" y="769572"/>
                  </a:lnTo>
                  <a:lnTo>
                    <a:pt x="426276" y="763042"/>
                  </a:lnTo>
                  <a:lnTo>
                    <a:pt x="416588" y="758553"/>
                  </a:lnTo>
                  <a:lnTo>
                    <a:pt x="406900" y="754134"/>
                  </a:lnTo>
                  <a:lnTo>
                    <a:pt x="397212" y="751629"/>
                  </a:lnTo>
                  <a:lnTo>
                    <a:pt x="387523" y="746589"/>
                  </a:lnTo>
                  <a:lnTo>
                    <a:pt x="377835" y="740026"/>
                  </a:lnTo>
                  <a:lnTo>
                    <a:pt x="368147" y="734922"/>
                  </a:lnTo>
                  <a:lnTo>
                    <a:pt x="358459" y="731439"/>
                  </a:lnTo>
                  <a:lnTo>
                    <a:pt x="348771" y="725814"/>
                  </a:lnTo>
                  <a:lnTo>
                    <a:pt x="339083" y="721240"/>
                  </a:lnTo>
                  <a:lnTo>
                    <a:pt x="329395" y="716769"/>
                  </a:lnTo>
                  <a:lnTo>
                    <a:pt x="319707" y="712252"/>
                  </a:lnTo>
                  <a:lnTo>
                    <a:pt x="310019" y="707750"/>
                  </a:lnTo>
                  <a:lnTo>
                    <a:pt x="300331" y="703212"/>
                  </a:lnTo>
                  <a:lnTo>
                    <a:pt x="290642" y="699866"/>
                  </a:lnTo>
                  <a:lnTo>
                    <a:pt x="280954" y="696418"/>
                  </a:lnTo>
                  <a:lnTo>
                    <a:pt x="271266" y="692714"/>
                  </a:lnTo>
                  <a:lnTo>
                    <a:pt x="261578" y="688278"/>
                  </a:lnTo>
                  <a:lnTo>
                    <a:pt x="251890" y="686211"/>
                  </a:lnTo>
                  <a:lnTo>
                    <a:pt x="242202" y="682587"/>
                  </a:lnTo>
                  <a:lnTo>
                    <a:pt x="232514" y="677885"/>
                  </a:lnTo>
                  <a:lnTo>
                    <a:pt x="222826" y="673050"/>
                  </a:lnTo>
                  <a:lnTo>
                    <a:pt x="213138" y="669446"/>
                  </a:lnTo>
                  <a:lnTo>
                    <a:pt x="203450" y="665850"/>
                  </a:lnTo>
                  <a:lnTo>
                    <a:pt x="193761" y="663249"/>
                  </a:lnTo>
                  <a:lnTo>
                    <a:pt x="184073" y="659644"/>
                  </a:lnTo>
                  <a:lnTo>
                    <a:pt x="174385" y="656047"/>
                  </a:lnTo>
                  <a:lnTo>
                    <a:pt x="164697" y="652461"/>
                  </a:lnTo>
                  <a:lnTo>
                    <a:pt x="155009" y="648857"/>
                  </a:lnTo>
                  <a:lnTo>
                    <a:pt x="145321" y="645241"/>
                  </a:lnTo>
                  <a:lnTo>
                    <a:pt x="135633" y="641634"/>
                  </a:lnTo>
                  <a:lnTo>
                    <a:pt x="125945" y="638038"/>
                  </a:lnTo>
                  <a:lnTo>
                    <a:pt x="116257" y="634535"/>
                  </a:lnTo>
                  <a:lnTo>
                    <a:pt x="106569" y="630898"/>
                  </a:lnTo>
                  <a:lnTo>
                    <a:pt x="96880" y="627363"/>
                  </a:lnTo>
                  <a:lnTo>
                    <a:pt x="87192" y="624001"/>
                  </a:lnTo>
                  <a:lnTo>
                    <a:pt x="77504" y="620285"/>
                  </a:lnTo>
                  <a:lnTo>
                    <a:pt x="67816" y="613825"/>
                  </a:lnTo>
                  <a:lnTo>
                    <a:pt x="58128" y="609770"/>
                  </a:lnTo>
                  <a:lnTo>
                    <a:pt x="48440" y="608226"/>
                  </a:lnTo>
                  <a:lnTo>
                    <a:pt x="38752" y="606707"/>
                  </a:lnTo>
                  <a:lnTo>
                    <a:pt x="29064" y="602840"/>
                  </a:lnTo>
                  <a:lnTo>
                    <a:pt x="19376" y="599856"/>
                  </a:lnTo>
                  <a:lnTo>
                    <a:pt x="9688" y="597861"/>
                  </a:lnTo>
                  <a:lnTo>
                    <a:pt x="0" y="595159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672728" y="1283062"/>
              <a:ext cx="2509217" cy="709951"/>
            </a:xfrm>
            <a:custGeom>
              <a:avLst/>
              <a:pathLst>
                <a:path w="2509217" h="709951">
                  <a:moveTo>
                    <a:pt x="0" y="0"/>
                  </a:moveTo>
                  <a:lnTo>
                    <a:pt x="9688" y="2944"/>
                  </a:lnTo>
                  <a:lnTo>
                    <a:pt x="19376" y="5911"/>
                  </a:lnTo>
                  <a:lnTo>
                    <a:pt x="29064" y="8901"/>
                  </a:lnTo>
                  <a:lnTo>
                    <a:pt x="38752" y="11915"/>
                  </a:lnTo>
                  <a:lnTo>
                    <a:pt x="48440" y="15427"/>
                  </a:lnTo>
                  <a:lnTo>
                    <a:pt x="58128" y="18120"/>
                  </a:lnTo>
                  <a:lnTo>
                    <a:pt x="67816" y="21101"/>
                  </a:lnTo>
                  <a:lnTo>
                    <a:pt x="77504" y="24294"/>
                  </a:lnTo>
                  <a:lnTo>
                    <a:pt x="87192" y="27512"/>
                  </a:lnTo>
                  <a:lnTo>
                    <a:pt x="96880" y="30756"/>
                  </a:lnTo>
                  <a:lnTo>
                    <a:pt x="106569" y="34025"/>
                  </a:lnTo>
                  <a:lnTo>
                    <a:pt x="116257" y="37320"/>
                  </a:lnTo>
                  <a:lnTo>
                    <a:pt x="125945" y="40640"/>
                  </a:lnTo>
                  <a:lnTo>
                    <a:pt x="135633" y="43729"/>
                  </a:lnTo>
                  <a:lnTo>
                    <a:pt x="145321" y="47365"/>
                  </a:lnTo>
                  <a:lnTo>
                    <a:pt x="155009" y="50246"/>
                  </a:lnTo>
                  <a:lnTo>
                    <a:pt x="164697" y="53230"/>
                  </a:lnTo>
                  <a:lnTo>
                    <a:pt x="174385" y="56575"/>
                  </a:lnTo>
                  <a:lnTo>
                    <a:pt x="184073" y="59904"/>
                  </a:lnTo>
                  <a:lnTo>
                    <a:pt x="193761" y="62483"/>
                  </a:lnTo>
                  <a:lnTo>
                    <a:pt x="203450" y="65100"/>
                  </a:lnTo>
                  <a:lnTo>
                    <a:pt x="213138" y="68309"/>
                  </a:lnTo>
                  <a:lnTo>
                    <a:pt x="222826" y="71765"/>
                  </a:lnTo>
                  <a:lnTo>
                    <a:pt x="232514" y="74882"/>
                  </a:lnTo>
                  <a:lnTo>
                    <a:pt x="242202" y="78367"/>
                  </a:lnTo>
                  <a:lnTo>
                    <a:pt x="251890" y="82010"/>
                  </a:lnTo>
                  <a:lnTo>
                    <a:pt x="261578" y="84674"/>
                  </a:lnTo>
                  <a:lnTo>
                    <a:pt x="271266" y="87205"/>
                  </a:lnTo>
                  <a:lnTo>
                    <a:pt x="280954" y="89750"/>
                  </a:lnTo>
                  <a:lnTo>
                    <a:pt x="290642" y="92308"/>
                  </a:lnTo>
                  <a:lnTo>
                    <a:pt x="300331" y="94888"/>
                  </a:lnTo>
                  <a:lnTo>
                    <a:pt x="310019" y="98671"/>
                  </a:lnTo>
                  <a:lnTo>
                    <a:pt x="319707" y="102503"/>
                  </a:lnTo>
                  <a:lnTo>
                    <a:pt x="329395" y="106074"/>
                  </a:lnTo>
                  <a:lnTo>
                    <a:pt x="339083" y="109550"/>
                  </a:lnTo>
                  <a:lnTo>
                    <a:pt x="348771" y="112571"/>
                  </a:lnTo>
                  <a:lnTo>
                    <a:pt x="358459" y="117070"/>
                  </a:lnTo>
                  <a:lnTo>
                    <a:pt x="368147" y="121265"/>
                  </a:lnTo>
                  <a:lnTo>
                    <a:pt x="377835" y="124161"/>
                  </a:lnTo>
                  <a:lnTo>
                    <a:pt x="387523" y="128411"/>
                  </a:lnTo>
                  <a:lnTo>
                    <a:pt x="397212" y="132120"/>
                  </a:lnTo>
                  <a:lnTo>
                    <a:pt x="406900" y="136270"/>
                  </a:lnTo>
                  <a:lnTo>
                    <a:pt x="416588" y="140139"/>
                  </a:lnTo>
                  <a:lnTo>
                    <a:pt x="426276" y="142618"/>
                  </a:lnTo>
                  <a:lnTo>
                    <a:pt x="435964" y="147251"/>
                  </a:lnTo>
                  <a:lnTo>
                    <a:pt x="445652" y="151383"/>
                  </a:lnTo>
                  <a:lnTo>
                    <a:pt x="455340" y="154630"/>
                  </a:lnTo>
                  <a:lnTo>
                    <a:pt x="465028" y="157896"/>
                  </a:lnTo>
                  <a:lnTo>
                    <a:pt x="474716" y="161181"/>
                  </a:lnTo>
                  <a:lnTo>
                    <a:pt x="484404" y="164796"/>
                  </a:lnTo>
                  <a:lnTo>
                    <a:pt x="494093" y="167735"/>
                  </a:lnTo>
                  <a:lnTo>
                    <a:pt x="503781" y="171035"/>
                  </a:lnTo>
                  <a:lnTo>
                    <a:pt x="513469" y="175666"/>
                  </a:lnTo>
                  <a:lnTo>
                    <a:pt x="523157" y="178827"/>
                  </a:lnTo>
                  <a:lnTo>
                    <a:pt x="532845" y="182005"/>
                  </a:lnTo>
                  <a:lnTo>
                    <a:pt x="542533" y="185199"/>
                  </a:lnTo>
                  <a:lnTo>
                    <a:pt x="552221" y="188411"/>
                  </a:lnTo>
                  <a:lnTo>
                    <a:pt x="561909" y="191639"/>
                  </a:lnTo>
                  <a:lnTo>
                    <a:pt x="571597" y="194884"/>
                  </a:lnTo>
                  <a:lnTo>
                    <a:pt x="581285" y="198485"/>
                  </a:lnTo>
                  <a:lnTo>
                    <a:pt x="590974" y="201417"/>
                  </a:lnTo>
                  <a:lnTo>
                    <a:pt x="600662" y="204657"/>
                  </a:lnTo>
                  <a:lnTo>
                    <a:pt x="610350" y="207929"/>
                  </a:lnTo>
                  <a:lnTo>
                    <a:pt x="620038" y="211341"/>
                  </a:lnTo>
                  <a:lnTo>
                    <a:pt x="629726" y="215287"/>
                  </a:lnTo>
                  <a:lnTo>
                    <a:pt x="639414" y="219288"/>
                  </a:lnTo>
                  <a:lnTo>
                    <a:pt x="649102" y="221902"/>
                  </a:lnTo>
                  <a:lnTo>
                    <a:pt x="658790" y="225227"/>
                  </a:lnTo>
                  <a:lnTo>
                    <a:pt x="668478" y="227824"/>
                  </a:lnTo>
                  <a:lnTo>
                    <a:pt x="678166" y="230289"/>
                  </a:lnTo>
                  <a:lnTo>
                    <a:pt x="687855" y="232825"/>
                  </a:lnTo>
                  <a:lnTo>
                    <a:pt x="697543" y="235370"/>
                  </a:lnTo>
                  <a:lnTo>
                    <a:pt x="707231" y="239861"/>
                  </a:lnTo>
                  <a:lnTo>
                    <a:pt x="716919" y="242312"/>
                  </a:lnTo>
                  <a:lnTo>
                    <a:pt x="726607" y="246661"/>
                  </a:lnTo>
                  <a:lnTo>
                    <a:pt x="736295" y="251098"/>
                  </a:lnTo>
                  <a:lnTo>
                    <a:pt x="745983" y="254469"/>
                  </a:lnTo>
                  <a:lnTo>
                    <a:pt x="755671" y="257249"/>
                  </a:lnTo>
                  <a:lnTo>
                    <a:pt x="765359" y="261760"/>
                  </a:lnTo>
                  <a:lnTo>
                    <a:pt x="775047" y="265875"/>
                  </a:lnTo>
                  <a:lnTo>
                    <a:pt x="784736" y="268382"/>
                  </a:lnTo>
                  <a:lnTo>
                    <a:pt x="794424" y="272545"/>
                  </a:lnTo>
                  <a:lnTo>
                    <a:pt x="804112" y="276024"/>
                  </a:lnTo>
                  <a:lnTo>
                    <a:pt x="813800" y="279868"/>
                  </a:lnTo>
                  <a:lnTo>
                    <a:pt x="823488" y="282450"/>
                  </a:lnTo>
                  <a:lnTo>
                    <a:pt x="833176" y="286407"/>
                  </a:lnTo>
                  <a:lnTo>
                    <a:pt x="842864" y="291214"/>
                  </a:lnTo>
                  <a:lnTo>
                    <a:pt x="852552" y="296166"/>
                  </a:lnTo>
                  <a:lnTo>
                    <a:pt x="862240" y="299666"/>
                  </a:lnTo>
                  <a:lnTo>
                    <a:pt x="871928" y="302873"/>
                  </a:lnTo>
                  <a:lnTo>
                    <a:pt x="881617" y="306505"/>
                  </a:lnTo>
                  <a:lnTo>
                    <a:pt x="891305" y="310240"/>
                  </a:lnTo>
                  <a:lnTo>
                    <a:pt x="900993" y="314733"/>
                  </a:lnTo>
                  <a:lnTo>
                    <a:pt x="910681" y="317590"/>
                  </a:lnTo>
                  <a:lnTo>
                    <a:pt x="920369" y="320194"/>
                  </a:lnTo>
                  <a:lnTo>
                    <a:pt x="930057" y="322766"/>
                  </a:lnTo>
                  <a:lnTo>
                    <a:pt x="939745" y="325349"/>
                  </a:lnTo>
                  <a:lnTo>
                    <a:pt x="949433" y="330533"/>
                  </a:lnTo>
                  <a:lnTo>
                    <a:pt x="959121" y="334609"/>
                  </a:lnTo>
                  <a:lnTo>
                    <a:pt x="968809" y="337595"/>
                  </a:lnTo>
                  <a:lnTo>
                    <a:pt x="978498" y="341140"/>
                  </a:lnTo>
                  <a:lnTo>
                    <a:pt x="988186" y="343518"/>
                  </a:lnTo>
                  <a:lnTo>
                    <a:pt x="997874" y="345265"/>
                  </a:lnTo>
                  <a:lnTo>
                    <a:pt x="1007562" y="346285"/>
                  </a:lnTo>
                  <a:lnTo>
                    <a:pt x="1017250" y="348158"/>
                  </a:lnTo>
                  <a:lnTo>
                    <a:pt x="1026938" y="352756"/>
                  </a:lnTo>
                  <a:lnTo>
                    <a:pt x="1036626" y="356499"/>
                  </a:lnTo>
                  <a:lnTo>
                    <a:pt x="1046314" y="360701"/>
                  </a:lnTo>
                  <a:lnTo>
                    <a:pt x="1056002" y="364665"/>
                  </a:lnTo>
                  <a:lnTo>
                    <a:pt x="1065690" y="369166"/>
                  </a:lnTo>
                  <a:lnTo>
                    <a:pt x="1075379" y="372541"/>
                  </a:lnTo>
                  <a:lnTo>
                    <a:pt x="1085067" y="374243"/>
                  </a:lnTo>
                  <a:lnTo>
                    <a:pt x="1094755" y="376965"/>
                  </a:lnTo>
                  <a:lnTo>
                    <a:pt x="1104443" y="380772"/>
                  </a:lnTo>
                  <a:lnTo>
                    <a:pt x="1114131" y="383854"/>
                  </a:lnTo>
                  <a:lnTo>
                    <a:pt x="1123819" y="386317"/>
                  </a:lnTo>
                  <a:lnTo>
                    <a:pt x="1133507" y="388676"/>
                  </a:lnTo>
                  <a:lnTo>
                    <a:pt x="1143195" y="391265"/>
                  </a:lnTo>
                  <a:lnTo>
                    <a:pt x="1152883" y="393969"/>
                  </a:lnTo>
                  <a:lnTo>
                    <a:pt x="1162571" y="397600"/>
                  </a:lnTo>
                  <a:lnTo>
                    <a:pt x="1172260" y="399572"/>
                  </a:lnTo>
                  <a:lnTo>
                    <a:pt x="1181948" y="403166"/>
                  </a:lnTo>
                  <a:lnTo>
                    <a:pt x="1191636" y="406901"/>
                  </a:lnTo>
                  <a:lnTo>
                    <a:pt x="1201324" y="408198"/>
                  </a:lnTo>
                  <a:lnTo>
                    <a:pt x="1211012" y="410339"/>
                  </a:lnTo>
                  <a:lnTo>
                    <a:pt x="1220700" y="413141"/>
                  </a:lnTo>
                  <a:lnTo>
                    <a:pt x="1230388" y="417356"/>
                  </a:lnTo>
                  <a:lnTo>
                    <a:pt x="1240076" y="421721"/>
                  </a:lnTo>
                  <a:lnTo>
                    <a:pt x="1249764" y="426038"/>
                  </a:lnTo>
                  <a:lnTo>
                    <a:pt x="1259452" y="430375"/>
                  </a:lnTo>
                  <a:lnTo>
                    <a:pt x="1269141" y="433284"/>
                  </a:lnTo>
                  <a:lnTo>
                    <a:pt x="1278829" y="435048"/>
                  </a:lnTo>
                  <a:lnTo>
                    <a:pt x="1288517" y="438621"/>
                  </a:lnTo>
                  <a:lnTo>
                    <a:pt x="1298205" y="440458"/>
                  </a:lnTo>
                  <a:lnTo>
                    <a:pt x="1307893" y="444188"/>
                  </a:lnTo>
                  <a:lnTo>
                    <a:pt x="1317581" y="446795"/>
                  </a:lnTo>
                  <a:lnTo>
                    <a:pt x="1327269" y="449354"/>
                  </a:lnTo>
                  <a:lnTo>
                    <a:pt x="1336957" y="450743"/>
                  </a:lnTo>
                  <a:lnTo>
                    <a:pt x="1346645" y="451716"/>
                  </a:lnTo>
                  <a:lnTo>
                    <a:pt x="1356333" y="455595"/>
                  </a:lnTo>
                  <a:lnTo>
                    <a:pt x="1366022" y="459949"/>
                  </a:lnTo>
                  <a:lnTo>
                    <a:pt x="1375710" y="459684"/>
                  </a:lnTo>
                  <a:lnTo>
                    <a:pt x="1385398" y="461324"/>
                  </a:lnTo>
                  <a:lnTo>
                    <a:pt x="1395086" y="464272"/>
                  </a:lnTo>
                  <a:lnTo>
                    <a:pt x="1404774" y="467190"/>
                  </a:lnTo>
                  <a:lnTo>
                    <a:pt x="1414462" y="469060"/>
                  </a:lnTo>
                  <a:lnTo>
                    <a:pt x="1424150" y="471431"/>
                  </a:lnTo>
                  <a:lnTo>
                    <a:pt x="1433838" y="474721"/>
                  </a:lnTo>
                  <a:lnTo>
                    <a:pt x="1443526" y="476623"/>
                  </a:lnTo>
                  <a:lnTo>
                    <a:pt x="1453214" y="480103"/>
                  </a:lnTo>
                  <a:lnTo>
                    <a:pt x="1462903" y="481434"/>
                  </a:lnTo>
                  <a:lnTo>
                    <a:pt x="1472591" y="482769"/>
                  </a:lnTo>
                  <a:lnTo>
                    <a:pt x="1482279" y="484144"/>
                  </a:lnTo>
                  <a:lnTo>
                    <a:pt x="1491967" y="486754"/>
                  </a:lnTo>
                  <a:lnTo>
                    <a:pt x="1501655" y="489819"/>
                  </a:lnTo>
                  <a:lnTo>
                    <a:pt x="1511343" y="492576"/>
                  </a:lnTo>
                  <a:lnTo>
                    <a:pt x="1521031" y="493560"/>
                  </a:lnTo>
                  <a:lnTo>
                    <a:pt x="1530719" y="495953"/>
                  </a:lnTo>
                  <a:lnTo>
                    <a:pt x="1540407" y="498697"/>
                  </a:lnTo>
                  <a:lnTo>
                    <a:pt x="1550095" y="501485"/>
                  </a:lnTo>
                  <a:lnTo>
                    <a:pt x="1559784" y="503661"/>
                  </a:lnTo>
                  <a:lnTo>
                    <a:pt x="1569472" y="507085"/>
                  </a:lnTo>
                  <a:lnTo>
                    <a:pt x="1579160" y="509791"/>
                  </a:lnTo>
                  <a:lnTo>
                    <a:pt x="1588848" y="511335"/>
                  </a:lnTo>
                  <a:lnTo>
                    <a:pt x="1598536" y="512949"/>
                  </a:lnTo>
                  <a:lnTo>
                    <a:pt x="1608224" y="514566"/>
                  </a:lnTo>
                  <a:lnTo>
                    <a:pt x="1617912" y="517668"/>
                  </a:lnTo>
                  <a:lnTo>
                    <a:pt x="1627600" y="520795"/>
                  </a:lnTo>
                  <a:lnTo>
                    <a:pt x="1637288" y="521831"/>
                  </a:lnTo>
                  <a:lnTo>
                    <a:pt x="1646976" y="523146"/>
                  </a:lnTo>
                  <a:lnTo>
                    <a:pt x="1656665" y="525282"/>
                  </a:lnTo>
                  <a:lnTo>
                    <a:pt x="1666353" y="526856"/>
                  </a:lnTo>
                  <a:lnTo>
                    <a:pt x="1676041" y="529843"/>
                  </a:lnTo>
                  <a:lnTo>
                    <a:pt x="1685729" y="532854"/>
                  </a:lnTo>
                  <a:lnTo>
                    <a:pt x="1695417" y="535846"/>
                  </a:lnTo>
                  <a:lnTo>
                    <a:pt x="1705105" y="538809"/>
                  </a:lnTo>
                  <a:lnTo>
                    <a:pt x="1714793" y="541413"/>
                  </a:lnTo>
                  <a:lnTo>
                    <a:pt x="1724481" y="543416"/>
                  </a:lnTo>
                  <a:lnTo>
                    <a:pt x="1734169" y="545437"/>
                  </a:lnTo>
                  <a:lnTo>
                    <a:pt x="1743857" y="548718"/>
                  </a:lnTo>
                  <a:lnTo>
                    <a:pt x="1753546" y="552758"/>
                  </a:lnTo>
                  <a:lnTo>
                    <a:pt x="1763234" y="554708"/>
                  </a:lnTo>
                  <a:lnTo>
                    <a:pt x="1772922" y="555071"/>
                  </a:lnTo>
                  <a:lnTo>
                    <a:pt x="1782610" y="555436"/>
                  </a:lnTo>
                  <a:lnTo>
                    <a:pt x="1792298" y="558235"/>
                  </a:lnTo>
                  <a:lnTo>
                    <a:pt x="1801986" y="561086"/>
                  </a:lnTo>
                  <a:lnTo>
                    <a:pt x="1811674" y="563945"/>
                  </a:lnTo>
                  <a:lnTo>
                    <a:pt x="1821362" y="566499"/>
                  </a:lnTo>
                  <a:lnTo>
                    <a:pt x="1831050" y="567565"/>
                  </a:lnTo>
                  <a:lnTo>
                    <a:pt x="1840738" y="568642"/>
                  </a:lnTo>
                  <a:lnTo>
                    <a:pt x="1850427" y="572005"/>
                  </a:lnTo>
                  <a:lnTo>
                    <a:pt x="1860115" y="576255"/>
                  </a:lnTo>
                  <a:lnTo>
                    <a:pt x="1869803" y="579756"/>
                  </a:lnTo>
                  <a:lnTo>
                    <a:pt x="1879491" y="580544"/>
                  </a:lnTo>
                  <a:lnTo>
                    <a:pt x="1889179" y="581493"/>
                  </a:lnTo>
                  <a:lnTo>
                    <a:pt x="1898867" y="582321"/>
                  </a:lnTo>
                  <a:lnTo>
                    <a:pt x="1908555" y="583149"/>
                  </a:lnTo>
                  <a:lnTo>
                    <a:pt x="1918243" y="583994"/>
                  </a:lnTo>
                  <a:lnTo>
                    <a:pt x="1927931" y="585509"/>
                  </a:lnTo>
                  <a:lnTo>
                    <a:pt x="1937619" y="587548"/>
                  </a:lnTo>
                  <a:lnTo>
                    <a:pt x="1947308" y="590168"/>
                  </a:lnTo>
                  <a:lnTo>
                    <a:pt x="1956996" y="592120"/>
                  </a:lnTo>
                  <a:lnTo>
                    <a:pt x="1966684" y="593660"/>
                  </a:lnTo>
                  <a:lnTo>
                    <a:pt x="1976372" y="595659"/>
                  </a:lnTo>
                  <a:lnTo>
                    <a:pt x="1986060" y="597741"/>
                  </a:lnTo>
                  <a:lnTo>
                    <a:pt x="1995748" y="599839"/>
                  </a:lnTo>
                  <a:lnTo>
                    <a:pt x="2005436" y="602347"/>
                  </a:lnTo>
                  <a:lnTo>
                    <a:pt x="2015124" y="605951"/>
                  </a:lnTo>
                  <a:lnTo>
                    <a:pt x="2024812" y="607652"/>
                  </a:lnTo>
                  <a:lnTo>
                    <a:pt x="2034500" y="608126"/>
                  </a:lnTo>
                  <a:lnTo>
                    <a:pt x="2044188" y="610151"/>
                  </a:lnTo>
                  <a:lnTo>
                    <a:pt x="2053877" y="612179"/>
                  </a:lnTo>
                  <a:lnTo>
                    <a:pt x="2063565" y="614210"/>
                  </a:lnTo>
                  <a:lnTo>
                    <a:pt x="2073253" y="616245"/>
                  </a:lnTo>
                  <a:lnTo>
                    <a:pt x="2082941" y="617064"/>
                  </a:lnTo>
                  <a:lnTo>
                    <a:pt x="2092629" y="616982"/>
                  </a:lnTo>
                  <a:lnTo>
                    <a:pt x="2102317" y="616936"/>
                  </a:lnTo>
                  <a:lnTo>
                    <a:pt x="2112005" y="616957"/>
                  </a:lnTo>
                  <a:lnTo>
                    <a:pt x="2121693" y="617785"/>
                  </a:lnTo>
                  <a:lnTo>
                    <a:pt x="2131381" y="621891"/>
                  </a:lnTo>
                  <a:lnTo>
                    <a:pt x="2141069" y="623139"/>
                  </a:lnTo>
                  <a:lnTo>
                    <a:pt x="2150758" y="622813"/>
                  </a:lnTo>
                  <a:lnTo>
                    <a:pt x="2160446" y="622519"/>
                  </a:lnTo>
                  <a:lnTo>
                    <a:pt x="2170134" y="624908"/>
                  </a:lnTo>
                  <a:lnTo>
                    <a:pt x="2179822" y="628058"/>
                  </a:lnTo>
                  <a:lnTo>
                    <a:pt x="2189510" y="631215"/>
                  </a:lnTo>
                  <a:lnTo>
                    <a:pt x="2199198" y="634380"/>
                  </a:lnTo>
                  <a:lnTo>
                    <a:pt x="2208886" y="635305"/>
                  </a:lnTo>
                  <a:lnTo>
                    <a:pt x="2218574" y="635430"/>
                  </a:lnTo>
                  <a:lnTo>
                    <a:pt x="2228262" y="637825"/>
                  </a:lnTo>
                  <a:lnTo>
                    <a:pt x="2237950" y="640259"/>
                  </a:lnTo>
                  <a:lnTo>
                    <a:pt x="2247639" y="642708"/>
                  </a:lnTo>
                  <a:lnTo>
                    <a:pt x="2257327" y="645162"/>
                  </a:lnTo>
                  <a:lnTo>
                    <a:pt x="2267015" y="648150"/>
                  </a:lnTo>
                  <a:lnTo>
                    <a:pt x="2276703" y="651362"/>
                  </a:lnTo>
                  <a:lnTo>
                    <a:pt x="2286391" y="654582"/>
                  </a:lnTo>
                  <a:lnTo>
                    <a:pt x="2296079" y="657809"/>
                  </a:lnTo>
                  <a:lnTo>
                    <a:pt x="2305767" y="659744"/>
                  </a:lnTo>
                  <a:lnTo>
                    <a:pt x="2315455" y="661570"/>
                  </a:lnTo>
                  <a:lnTo>
                    <a:pt x="2325143" y="665054"/>
                  </a:lnTo>
                  <a:lnTo>
                    <a:pt x="2334831" y="666370"/>
                  </a:lnTo>
                  <a:lnTo>
                    <a:pt x="2344520" y="667260"/>
                  </a:lnTo>
                  <a:lnTo>
                    <a:pt x="2354208" y="669700"/>
                  </a:lnTo>
                  <a:lnTo>
                    <a:pt x="2363896" y="672183"/>
                  </a:lnTo>
                  <a:lnTo>
                    <a:pt x="2373584" y="674670"/>
                  </a:lnTo>
                  <a:lnTo>
                    <a:pt x="2383272" y="677161"/>
                  </a:lnTo>
                  <a:lnTo>
                    <a:pt x="2392960" y="679657"/>
                  </a:lnTo>
                  <a:lnTo>
                    <a:pt x="2402648" y="682158"/>
                  </a:lnTo>
                  <a:lnTo>
                    <a:pt x="2412336" y="684662"/>
                  </a:lnTo>
                  <a:lnTo>
                    <a:pt x="2422024" y="687171"/>
                  </a:lnTo>
                  <a:lnTo>
                    <a:pt x="2431712" y="689685"/>
                  </a:lnTo>
                  <a:lnTo>
                    <a:pt x="2441401" y="692203"/>
                  </a:lnTo>
                  <a:lnTo>
                    <a:pt x="2451089" y="694725"/>
                  </a:lnTo>
                  <a:lnTo>
                    <a:pt x="2460777" y="697252"/>
                  </a:lnTo>
                  <a:lnTo>
                    <a:pt x="2470465" y="699783"/>
                  </a:lnTo>
                  <a:lnTo>
                    <a:pt x="2480153" y="702318"/>
                  </a:lnTo>
                  <a:lnTo>
                    <a:pt x="2489841" y="704858"/>
                  </a:lnTo>
                  <a:lnTo>
                    <a:pt x="2499529" y="707402"/>
                  </a:lnTo>
                  <a:lnTo>
                    <a:pt x="2509217" y="7099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672728" y="1878221"/>
              <a:ext cx="2509217" cy="2352791"/>
            </a:xfrm>
            <a:custGeom>
              <a:avLst/>
              <a:pathLst>
                <a:path w="2509217" h="2352791">
                  <a:moveTo>
                    <a:pt x="2509217" y="2352791"/>
                  </a:moveTo>
                  <a:lnTo>
                    <a:pt x="2499529" y="2342620"/>
                  </a:lnTo>
                  <a:lnTo>
                    <a:pt x="2489841" y="2331256"/>
                  </a:lnTo>
                  <a:lnTo>
                    <a:pt x="2480153" y="2319844"/>
                  </a:lnTo>
                  <a:lnTo>
                    <a:pt x="2470465" y="2308352"/>
                  </a:lnTo>
                  <a:lnTo>
                    <a:pt x="2460777" y="2296780"/>
                  </a:lnTo>
                  <a:lnTo>
                    <a:pt x="2451089" y="2285161"/>
                  </a:lnTo>
                  <a:lnTo>
                    <a:pt x="2441401" y="2273200"/>
                  </a:lnTo>
                  <a:lnTo>
                    <a:pt x="2431712" y="2261649"/>
                  </a:lnTo>
                  <a:lnTo>
                    <a:pt x="2422024" y="2250053"/>
                  </a:lnTo>
                  <a:lnTo>
                    <a:pt x="2412336" y="2238347"/>
                  </a:lnTo>
                  <a:lnTo>
                    <a:pt x="2402648" y="2226536"/>
                  </a:lnTo>
                  <a:lnTo>
                    <a:pt x="2392960" y="2214681"/>
                  </a:lnTo>
                  <a:lnTo>
                    <a:pt x="2383272" y="2202783"/>
                  </a:lnTo>
                  <a:lnTo>
                    <a:pt x="2373584" y="2190842"/>
                  </a:lnTo>
                  <a:lnTo>
                    <a:pt x="2363896" y="2179597"/>
                  </a:lnTo>
                  <a:lnTo>
                    <a:pt x="2354208" y="2168454"/>
                  </a:lnTo>
                  <a:lnTo>
                    <a:pt x="2344520" y="2157911"/>
                  </a:lnTo>
                  <a:lnTo>
                    <a:pt x="2334831" y="2147360"/>
                  </a:lnTo>
                  <a:lnTo>
                    <a:pt x="2325143" y="2136759"/>
                  </a:lnTo>
                  <a:lnTo>
                    <a:pt x="2315455" y="2126146"/>
                  </a:lnTo>
                  <a:lnTo>
                    <a:pt x="2305767" y="2115502"/>
                  </a:lnTo>
                  <a:lnTo>
                    <a:pt x="2296079" y="2104829"/>
                  </a:lnTo>
                  <a:lnTo>
                    <a:pt x="2286391" y="2094126"/>
                  </a:lnTo>
                  <a:lnTo>
                    <a:pt x="2276703" y="2083354"/>
                  </a:lnTo>
                  <a:lnTo>
                    <a:pt x="2267015" y="2072304"/>
                  </a:lnTo>
                  <a:lnTo>
                    <a:pt x="2257327" y="2061438"/>
                  </a:lnTo>
                  <a:lnTo>
                    <a:pt x="2247639" y="2049291"/>
                  </a:lnTo>
                  <a:lnTo>
                    <a:pt x="2237950" y="2037985"/>
                  </a:lnTo>
                  <a:lnTo>
                    <a:pt x="2228262" y="2027036"/>
                  </a:lnTo>
                  <a:lnTo>
                    <a:pt x="2218574" y="2015048"/>
                  </a:lnTo>
                  <a:lnTo>
                    <a:pt x="2208886" y="2003838"/>
                  </a:lnTo>
                  <a:lnTo>
                    <a:pt x="2199198" y="1992600"/>
                  </a:lnTo>
                  <a:lnTo>
                    <a:pt x="2189510" y="1981337"/>
                  </a:lnTo>
                  <a:lnTo>
                    <a:pt x="2179822" y="1970029"/>
                  </a:lnTo>
                  <a:lnTo>
                    <a:pt x="2170134" y="1958638"/>
                  </a:lnTo>
                  <a:lnTo>
                    <a:pt x="2160446" y="1946186"/>
                  </a:lnTo>
                  <a:lnTo>
                    <a:pt x="2150758" y="1933706"/>
                  </a:lnTo>
                  <a:lnTo>
                    <a:pt x="2141069" y="1921188"/>
                  </a:lnTo>
                  <a:lnTo>
                    <a:pt x="2131381" y="1908793"/>
                  </a:lnTo>
                  <a:lnTo>
                    <a:pt x="2121693" y="1897728"/>
                  </a:lnTo>
                  <a:lnTo>
                    <a:pt x="2112005" y="1885966"/>
                  </a:lnTo>
                  <a:lnTo>
                    <a:pt x="2102317" y="1875345"/>
                  </a:lnTo>
                  <a:lnTo>
                    <a:pt x="2092629" y="1864567"/>
                  </a:lnTo>
                  <a:lnTo>
                    <a:pt x="2082941" y="1853487"/>
                  </a:lnTo>
                  <a:lnTo>
                    <a:pt x="2073253" y="1839668"/>
                  </a:lnTo>
                  <a:lnTo>
                    <a:pt x="2063565" y="1827344"/>
                  </a:lnTo>
                  <a:lnTo>
                    <a:pt x="2053877" y="1816896"/>
                  </a:lnTo>
                  <a:lnTo>
                    <a:pt x="2044188" y="1806434"/>
                  </a:lnTo>
                  <a:lnTo>
                    <a:pt x="2034500" y="1795957"/>
                  </a:lnTo>
                  <a:lnTo>
                    <a:pt x="2024812" y="1785446"/>
                  </a:lnTo>
                  <a:lnTo>
                    <a:pt x="2015124" y="1773623"/>
                  </a:lnTo>
                  <a:lnTo>
                    <a:pt x="2005436" y="1761453"/>
                  </a:lnTo>
                  <a:lnTo>
                    <a:pt x="1995748" y="1750501"/>
                  </a:lnTo>
                  <a:lnTo>
                    <a:pt x="1986060" y="1739481"/>
                  </a:lnTo>
                  <a:lnTo>
                    <a:pt x="1976372" y="1727784"/>
                  </a:lnTo>
                  <a:lnTo>
                    <a:pt x="1966684" y="1716059"/>
                  </a:lnTo>
                  <a:lnTo>
                    <a:pt x="1956996" y="1704280"/>
                  </a:lnTo>
                  <a:lnTo>
                    <a:pt x="1947308" y="1692024"/>
                  </a:lnTo>
                  <a:lnTo>
                    <a:pt x="1937619" y="1677974"/>
                  </a:lnTo>
                  <a:lnTo>
                    <a:pt x="1927931" y="1663907"/>
                  </a:lnTo>
                  <a:lnTo>
                    <a:pt x="1918243" y="1651574"/>
                  </a:lnTo>
                  <a:lnTo>
                    <a:pt x="1908555" y="1638791"/>
                  </a:lnTo>
                  <a:lnTo>
                    <a:pt x="1898867" y="1626495"/>
                  </a:lnTo>
                  <a:lnTo>
                    <a:pt x="1889179" y="1614187"/>
                  </a:lnTo>
                  <a:lnTo>
                    <a:pt x="1879491" y="1601871"/>
                  </a:lnTo>
                  <a:lnTo>
                    <a:pt x="1869803" y="1589538"/>
                  </a:lnTo>
                  <a:lnTo>
                    <a:pt x="1860115" y="1577174"/>
                  </a:lnTo>
                  <a:lnTo>
                    <a:pt x="1850427" y="1564803"/>
                  </a:lnTo>
                  <a:lnTo>
                    <a:pt x="1840738" y="1552402"/>
                  </a:lnTo>
                  <a:lnTo>
                    <a:pt x="1831050" y="1541567"/>
                  </a:lnTo>
                  <a:lnTo>
                    <a:pt x="1821362" y="1532909"/>
                  </a:lnTo>
                  <a:lnTo>
                    <a:pt x="1811674" y="1518623"/>
                  </a:lnTo>
                  <a:lnTo>
                    <a:pt x="1801986" y="1503731"/>
                  </a:lnTo>
                  <a:lnTo>
                    <a:pt x="1792298" y="1490194"/>
                  </a:lnTo>
                  <a:lnTo>
                    <a:pt x="1782610" y="1477838"/>
                  </a:lnTo>
                  <a:lnTo>
                    <a:pt x="1772922" y="1465480"/>
                  </a:lnTo>
                  <a:lnTo>
                    <a:pt x="1763234" y="1453121"/>
                  </a:lnTo>
                  <a:lnTo>
                    <a:pt x="1753546" y="1440761"/>
                  </a:lnTo>
                  <a:lnTo>
                    <a:pt x="1743857" y="1428400"/>
                  </a:lnTo>
                  <a:lnTo>
                    <a:pt x="1734169" y="1416218"/>
                  </a:lnTo>
                  <a:lnTo>
                    <a:pt x="1724481" y="1404454"/>
                  </a:lnTo>
                  <a:lnTo>
                    <a:pt x="1714793" y="1392658"/>
                  </a:lnTo>
                  <a:lnTo>
                    <a:pt x="1705105" y="1380816"/>
                  </a:lnTo>
                  <a:lnTo>
                    <a:pt x="1695417" y="1368976"/>
                  </a:lnTo>
                  <a:lnTo>
                    <a:pt x="1685729" y="1357139"/>
                  </a:lnTo>
                  <a:lnTo>
                    <a:pt x="1676041" y="1345306"/>
                  </a:lnTo>
                  <a:lnTo>
                    <a:pt x="1666353" y="1330510"/>
                  </a:lnTo>
                  <a:lnTo>
                    <a:pt x="1656665" y="1316439"/>
                  </a:lnTo>
                  <a:lnTo>
                    <a:pt x="1646976" y="1305315"/>
                  </a:lnTo>
                  <a:lnTo>
                    <a:pt x="1637288" y="1298110"/>
                  </a:lnTo>
                  <a:lnTo>
                    <a:pt x="1627600" y="1286750"/>
                  </a:lnTo>
                  <a:lnTo>
                    <a:pt x="1617912" y="1275045"/>
                  </a:lnTo>
                  <a:lnTo>
                    <a:pt x="1608224" y="1263254"/>
                  </a:lnTo>
                  <a:lnTo>
                    <a:pt x="1598536" y="1249269"/>
                  </a:lnTo>
                  <a:lnTo>
                    <a:pt x="1588848" y="1234191"/>
                  </a:lnTo>
                  <a:lnTo>
                    <a:pt x="1579160" y="1221783"/>
                  </a:lnTo>
                  <a:lnTo>
                    <a:pt x="1569472" y="1210868"/>
                  </a:lnTo>
                  <a:lnTo>
                    <a:pt x="1559784" y="1199962"/>
                  </a:lnTo>
                  <a:lnTo>
                    <a:pt x="1550095" y="1189067"/>
                  </a:lnTo>
                  <a:lnTo>
                    <a:pt x="1540407" y="1178182"/>
                  </a:lnTo>
                  <a:lnTo>
                    <a:pt x="1530719" y="1167307"/>
                  </a:lnTo>
                  <a:lnTo>
                    <a:pt x="1521031" y="1156444"/>
                  </a:lnTo>
                  <a:lnTo>
                    <a:pt x="1511343" y="1145593"/>
                  </a:lnTo>
                  <a:lnTo>
                    <a:pt x="1501655" y="1134754"/>
                  </a:lnTo>
                  <a:lnTo>
                    <a:pt x="1491967" y="1123596"/>
                  </a:lnTo>
                  <a:lnTo>
                    <a:pt x="1482279" y="1108711"/>
                  </a:lnTo>
                  <a:lnTo>
                    <a:pt x="1472591" y="1096727"/>
                  </a:lnTo>
                  <a:lnTo>
                    <a:pt x="1462903" y="1084595"/>
                  </a:lnTo>
                  <a:lnTo>
                    <a:pt x="1453214" y="1076589"/>
                  </a:lnTo>
                  <a:lnTo>
                    <a:pt x="1443526" y="1066025"/>
                  </a:lnTo>
                  <a:lnTo>
                    <a:pt x="1433838" y="1054600"/>
                  </a:lnTo>
                  <a:lnTo>
                    <a:pt x="1424150" y="1043192"/>
                  </a:lnTo>
                  <a:lnTo>
                    <a:pt x="1414462" y="1033120"/>
                  </a:lnTo>
                  <a:lnTo>
                    <a:pt x="1404774" y="1023452"/>
                  </a:lnTo>
                  <a:lnTo>
                    <a:pt x="1395086" y="1013798"/>
                  </a:lnTo>
                  <a:lnTo>
                    <a:pt x="1385398" y="1003382"/>
                  </a:lnTo>
                  <a:lnTo>
                    <a:pt x="1375710" y="989296"/>
                  </a:lnTo>
                  <a:lnTo>
                    <a:pt x="1366022" y="975232"/>
                  </a:lnTo>
                  <a:lnTo>
                    <a:pt x="1356333" y="963701"/>
                  </a:lnTo>
                  <a:lnTo>
                    <a:pt x="1346645" y="952409"/>
                  </a:lnTo>
                  <a:lnTo>
                    <a:pt x="1336957" y="941099"/>
                  </a:lnTo>
                  <a:lnTo>
                    <a:pt x="1327269" y="932909"/>
                  </a:lnTo>
                  <a:lnTo>
                    <a:pt x="1317581" y="921871"/>
                  </a:lnTo>
                  <a:lnTo>
                    <a:pt x="1307893" y="912663"/>
                  </a:lnTo>
                  <a:lnTo>
                    <a:pt x="1298205" y="903431"/>
                  </a:lnTo>
                  <a:lnTo>
                    <a:pt x="1288517" y="893437"/>
                  </a:lnTo>
                  <a:lnTo>
                    <a:pt x="1278829" y="882143"/>
                  </a:lnTo>
                  <a:lnTo>
                    <a:pt x="1269141" y="870917"/>
                  </a:lnTo>
                  <a:lnTo>
                    <a:pt x="1259452" y="856090"/>
                  </a:lnTo>
                  <a:lnTo>
                    <a:pt x="1249764" y="848475"/>
                  </a:lnTo>
                  <a:lnTo>
                    <a:pt x="1240076" y="838524"/>
                  </a:lnTo>
                  <a:lnTo>
                    <a:pt x="1230388" y="829801"/>
                  </a:lnTo>
                  <a:lnTo>
                    <a:pt x="1220700" y="820992"/>
                  </a:lnTo>
                  <a:lnTo>
                    <a:pt x="1211012" y="812201"/>
                  </a:lnTo>
                  <a:lnTo>
                    <a:pt x="1201324" y="803428"/>
                  </a:lnTo>
                  <a:lnTo>
                    <a:pt x="1191636" y="794632"/>
                  </a:lnTo>
                  <a:lnTo>
                    <a:pt x="1181948" y="784766"/>
                  </a:lnTo>
                  <a:lnTo>
                    <a:pt x="1172260" y="772416"/>
                  </a:lnTo>
                  <a:lnTo>
                    <a:pt x="1162571" y="760040"/>
                  </a:lnTo>
                  <a:lnTo>
                    <a:pt x="1152883" y="749544"/>
                  </a:lnTo>
                  <a:lnTo>
                    <a:pt x="1143195" y="742106"/>
                  </a:lnTo>
                  <a:lnTo>
                    <a:pt x="1133507" y="730389"/>
                  </a:lnTo>
                  <a:lnTo>
                    <a:pt x="1123819" y="718608"/>
                  </a:lnTo>
                  <a:lnTo>
                    <a:pt x="1114131" y="706904"/>
                  </a:lnTo>
                  <a:lnTo>
                    <a:pt x="1104443" y="695238"/>
                  </a:lnTo>
                  <a:lnTo>
                    <a:pt x="1094755" y="684921"/>
                  </a:lnTo>
                  <a:lnTo>
                    <a:pt x="1085067" y="678370"/>
                  </a:lnTo>
                  <a:lnTo>
                    <a:pt x="1075379" y="667672"/>
                  </a:lnTo>
                  <a:lnTo>
                    <a:pt x="1065690" y="660526"/>
                  </a:lnTo>
                  <a:lnTo>
                    <a:pt x="1056002" y="653440"/>
                  </a:lnTo>
                  <a:lnTo>
                    <a:pt x="1046314" y="643516"/>
                  </a:lnTo>
                  <a:lnTo>
                    <a:pt x="1036626" y="633737"/>
                  </a:lnTo>
                  <a:lnTo>
                    <a:pt x="1026938" y="623446"/>
                  </a:lnTo>
                  <a:lnTo>
                    <a:pt x="1017250" y="616412"/>
                  </a:lnTo>
                  <a:lnTo>
                    <a:pt x="1007562" y="605778"/>
                  </a:lnTo>
                  <a:lnTo>
                    <a:pt x="997874" y="597983"/>
                  </a:lnTo>
                  <a:lnTo>
                    <a:pt x="988186" y="590247"/>
                  </a:lnTo>
                  <a:lnTo>
                    <a:pt x="978498" y="581861"/>
                  </a:lnTo>
                  <a:lnTo>
                    <a:pt x="968809" y="572107"/>
                  </a:lnTo>
                  <a:lnTo>
                    <a:pt x="959121" y="562025"/>
                  </a:lnTo>
                  <a:lnTo>
                    <a:pt x="949433" y="551980"/>
                  </a:lnTo>
                  <a:lnTo>
                    <a:pt x="939745" y="543317"/>
                  </a:lnTo>
                  <a:lnTo>
                    <a:pt x="930057" y="535561"/>
                  </a:lnTo>
                  <a:lnTo>
                    <a:pt x="920369" y="527062"/>
                  </a:lnTo>
                  <a:lnTo>
                    <a:pt x="910681" y="518934"/>
                  </a:lnTo>
                  <a:lnTo>
                    <a:pt x="900993" y="509225"/>
                  </a:lnTo>
                  <a:lnTo>
                    <a:pt x="891305" y="498838"/>
                  </a:lnTo>
                  <a:lnTo>
                    <a:pt x="881617" y="488452"/>
                  </a:lnTo>
                  <a:lnTo>
                    <a:pt x="871928" y="477791"/>
                  </a:lnTo>
                  <a:lnTo>
                    <a:pt x="862240" y="466381"/>
                  </a:lnTo>
                  <a:lnTo>
                    <a:pt x="852552" y="458158"/>
                  </a:lnTo>
                  <a:lnTo>
                    <a:pt x="842864" y="449086"/>
                  </a:lnTo>
                  <a:lnTo>
                    <a:pt x="833176" y="442121"/>
                  </a:lnTo>
                  <a:lnTo>
                    <a:pt x="823488" y="435926"/>
                  </a:lnTo>
                  <a:lnTo>
                    <a:pt x="813800" y="429943"/>
                  </a:lnTo>
                  <a:lnTo>
                    <a:pt x="804112" y="419523"/>
                  </a:lnTo>
                  <a:lnTo>
                    <a:pt x="794424" y="407840"/>
                  </a:lnTo>
                  <a:lnTo>
                    <a:pt x="784736" y="402620"/>
                  </a:lnTo>
                  <a:lnTo>
                    <a:pt x="775047" y="397413"/>
                  </a:lnTo>
                  <a:lnTo>
                    <a:pt x="765359" y="389646"/>
                  </a:lnTo>
                  <a:lnTo>
                    <a:pt x="755671" y="379284"/>
                  </a:lnTo>
                  <a:lnTo>
                    <a:pt x="745983" y="368591"/>
                  </a:lnTo>
                  <a:lnTo>
                    <a:pt x="736295" y="360637"/>
                  </a:lnTo>
                  <a:lnTo>
                    <a:pt x="726607" y="353016"/>
                  </a:lnTo>
                  <a:lnTo>
                    <a:pt x="716919" y="346699"/>
                  </a:lnTo>
                  <a:lnTo>
                    <a:pt x="707231" y="340255"/>
                  </a:lnTo>
                  <a:lnTo>
                    <a:pt x="697543" y="334067"/>
                  </a:lnTo>
                  <a:lnTo>
                    <a:pt x="687855" y="324287"/>
                  </a:lnTo>
                  <a:lnTo>
                    <a:pt x="678166" y="319192"/>
                  </a:lnTo>
                  <a:lnTo>
                    <a:pt x="668478" y="312484"/>
                  </a:lnTo>
                  <a:lnTo>
                    <a:pt x="658790" y="307890"/>
                  </a:lnTo>
                  <a:lnTo>
                    <a:pt x="649102" y="301792"/>
                  </a:lnTo>
                  <a:lnTo>
                    <a:pt x="639414" y="296591"/>
                  </a:lnTo>
                  <a:lnTo>
                    <a:pt x="629726" y="289335"/>
                  </a:lnTo>
                  <a:lnTo>
                    <a:pt x="620038" y="280761"/>
                  </a:lnTo>
                  <a:lnTo>
                    <a:pt x="610350" y="272227"/>
                  </a:lnTo>
                  <a:lnTo>
                    <a:pt x="600662" y="265985"/>
                  </a:lnTo>
                  <a:lnTo>
                    <a:pt x="590974" y="260704"/>
                  </a:lnTo>
                  <a:lnTo>
                    <a:pt x="581285" y="254807"/>
                  </a:lnTo>
                  <a:lnTo>
                    <a:pt x="571597" y="247942"/>
                  </a:lnTo>
                  <a:lnTo>
                    <a:pt x="561909" y="241082"/>
                  </a:lnTo>
                  <a:lnTo>
                    <a:pt x="552221" y="237530"/>
                  </a:lnTo>
                  <a:lnTo>
                    <a:pt x="542533" y="230628"/>
                  </a:lnTo>
                  <a:lnTo>
                    <a:pt x="532845" y="226413"/>
                  </a:lnTo>
                  <a:lnTo>
                    <a:pt x="523157" y="222276"/>
                  </a:lnTo>
                  <a:lnTo>
                    <a:pt x="513469" y="218531"/>
                  </a:lnTo>
                  <a:lnTo>
                    <a:pt x="503781" y="214241"/>
                  </a:lnTo>
                  <a:lnTo>
                    <a:pt x="494093" y="209148"/>
                  </a:lnTo>
                  <a:lnTo>
                    <a:pt x="484404" y="204101"/>
                  </a:lnTo>
                  <a:lnTo>
                    <a:pt x="474716" y="199008"/>
                  </a:lnTo>
                  <a:lnTo>
                    <a:pt x="465028" y="192511"/>
                  </a:lnTo>
                  <a:lnTo>
                    <a:pt x="455340" y="187538"/>
                  </a:lnTo>
                  <a:lnTo>
                    <a:pt x="445652" y="181164"/>
                  </a:lnTo>
                  <a:lnTo>
                    <a:pt x="435964" y="174413"/>
                  </a:lnTo>
                  <a:lnTo>
                    <a:pt x="426276" y="167883"/>
                  </a:lnTo>
                  <a:lnTo>
                    <a:pt x="416588" y="163394"/>
                  </a:lnTo>
                  <a:lnTo>
                    <a:pt x="406900" y="158975"/>
                  </a:lnTo>
                  <a:lnTo>
                    <a:pt x="397212" y="156470"/>
                  </a:lnTo>
                  <a:lnTo>
                    <a:pt x="387523" y="151430"/>
                  </a:lnTo>
                  <a:lnTo>
                    <a:pt x="377835" y="144866"/>
                  </a:lnTo>
                  <a:lnTo>
                    <a:pt x="368147" y="139763"/>
                  </a:lnTo>
                  <a:lnTo>
                    <a:pt x="358459" y="136280"/>
                  </a:lnTo>
                  <a:lnTo>
                    <a:pt x="348771" y="130655"/>
                  </a:lnTo>
                  <a:lnTo>
                    <a:pt x="339083" y="126081"/>
                  </a:lnTo>
                  <a:lnTo>
                    <a:pt x="329395" y="121609"/>
                  </a:lnTo>
                  <a:lnTo>
                    <a:pt x="319707" y="117093"/>
                  </a:lnTo>
                  <a:lnTo>
                    <a:pt x="310019" y="112590"/>
                  </a:lnTo>
                  <a:lnTo>
                    <a:pt x="300331" y="108053"/>
                  </a:lnTo>
                  <a:lnTo>
                    <a:pt x="290642" y="104707"/>
                  </a:lnTo>
                  <a:lnTo>
                    <a:pt x="280954" y="101258"/>
                  </a:lnTo>
                  <a:lnTo>
                    <a:pt x="271266" y="97555"/>
                  </a:lnTo>
                  <a:lnTo>
                    <a:pt x="261578" y="93119"/>
                  </a:lnTo>
                  <a:lnTo>
                    <a:pt x="251890" y="91052"/>
                  </a:lnTo>
                  <a:lnTo>
                    <a:pt x="242202" y="87428"/>
                  </a:lnTo>
                  <a:lnTo>
                    <a:pt x="232514" y="82725"/>
                  </a:lnTo>
                  <a:lnTo>
                    <a:pt x="222826" y="77891"/>
                  </a:lnTo>
                  <a:lnTo>
                    <a:pt x="213138" y="74286"/>
                  </a:lnTo>
                  <a:lnTo>
                    <a:pt x="203450" y="70691"/>
                  </a:lnTo>
                  <a:lnTo>
                    <a:pt x="193761" y="68090"/>
                  </a:lnTo>
                  <a:lnTo>
                    <a:pt x="184073" y="64484"/>
                  </a:lnTo>
                  <a:lnTo>
                    <a:pt x="174385" y="60888"/>
                  </a:lnTo>
                  <a:lnTo>
                    <a:pt x="164697" y="57301"/>
                  </a:lnTo>
                  <a:lnTo>
                    <a:pt x="155009" y="53697"/>
                  </a:lnTo>
                  <a:lnTo>
                    <a:pt x="145321" y="50081"/>
                  </a:lnTo>
                  <a:lnTo>
                    <a:pt x="135633" y="46475"/>
                  </a:lnTo>
                  <a:lnTo>
                    <a:pt x="125945" y="42879"/>
                  </a:lnTo>
                  <a:lnTo>
                    <a:pt x="116257" y="39376"/>
                  </a:lnTo>
                  <a:lnTo>
                    <a:pt x="106569" y="35739"/>
                  </a:lnTo>
                  <a:lnTo>
                    <a:pt x="96880" y="32204"/>
                  </a:lnTo>
                  <a:lnTo>
                    <a:pt x="87192" y="28842"/>
                  </a:lnTo>
                  <a:lnTo>
                    <a:pt x="77504" y="25126"/>
                  </a:lnTo>
                  <a:lnTo>
                    <a:pt x="67816" y="18666"/>
                  </a:lnTo>
                  <a:lnTo>
                    <a:pt x="58128" y="14611"/>
                  </a:lnTo>
                  <a:lnTo>
                    <a:pt x="48440" y="13067"/>
                  </a:lnTo>
                  <a:lnTo>
                    <a:pt x="38752" y="11548"/>
                  </a:lnTo>
                  <a:lnTo>
                    <a:pt x="29064" y="7681"/>
                  </a:lnTo>
                  <a:lnTo>
                    <a:pt x="19376" y="4697"/>
                  </a:lnTo>
                  <a:lnTo>
                    <a:pt x="9688" y="27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672728" y="1341219"/>
              <a:ext cx="2509217" cy="2594321"/>
            </a:xfrm>
            <a:custGeom>
              <a:avLst/>
              <a:pathLst>
                <a:path w="2509217" h="2594321">
                  <a:moveTo>
                    <a:pt x="0" y="0"/>
                  </a:moveTo>
                  <a:lnTo>
                    <a:pt x="9688" y="3219"/>
                  </a:lnTo>
                  <a:lnTo>
                    <a:pt x="19376" y="6143"/>
                  </a:lnTo>
                  <a:lnTo>
                    <a:pt x="29064" y="8850"/>
                  </a:lnTo>
                  <a:lnTo>
                    <a:pt x="38752" y="11613"/>
                  </a:lnTo>
                  <a:lnTo>
                    <a:pt x="48440" y="15693"/>
                  </a:lnTo>
                  <a:lnTo>
                    <a:pt x="58128" y="18956"/>
                  </a:lnTo>
                  <a:lnTo>
                    <a:pt x="67816" y="20389"/>
                  </a:lnTo>
                  <a:lnTo>
                    <a:pt x="77504" y="24864"/>
                  </a:lnTo>
                  <a:lnTo>
                    <a:pt x="87192" y="29900"/>
                  </a:lnTo>
                  <a:lnTo>
                    <a:pt x="96880" y="32641"/>
                  </a:lnTo>
                  <a:lnTo>
                    <a:pt x="106569" y="35358"/>
                  </a:lnTo>
                  <a:lnTo>
                    <a:pt x="116257" y="38090"/>
                  </a:lnTo>
                  <a:lnTo>
                    <a:pt x="125945" y="40838"/>
                  </a:lnTo>
                  <a:lnTo>
                    <a:pt x="135633" y="43366"/>
                  </a:lnTo>
                  <a:lnTo>
                    <a:pt x="145321" y="45162"/>
                  </a:lnTo>
                  <a:lnTo>
                    <a:pt x="155009" y="46972"/>
                  </a:lnTo>
                  <a:lnTo>
                    <a:pt x="164697" y="50634"/>
                  </a:lnTo>
                  <a:lnTo>
                    <a:pt x="174385" y="54805"/>
                  </a:lnTo>
                  <a:lnTo>
                    <a:pt x="184073" y="57644"/>
                  </a:lnTo>
                  <a:lnTo>
                    <a:pt x="193761" y="60078"/>
                  </a:lnTo>
                  <a:lnTo>
                    <a:pt x="203450" y="63370"/>
                  </a:lnTo>
                  <a:lnTo>
                    <a:pt x="213138" y="66257"/>
                  </a:lnTo>
                  <a:lnTo>
                    <a:pt x="222826" y="69238"/>
                  </a:lnTo>
                  <a:lnTo>
                    <a:pt x="232514" y="72688"/>
                  </a:lnTo>
                  <a:lnTo>
                    <a:pt x="242202" y="76539"/>
                  </a:lnTo>
                  <a:lnTo>
                    <a:pt x="251890" y="79547"/>
                  </a:lnTo>
                  <a:lnTo>
                    <a:pt x="261578" y="80849"/>
                  </a:lnTo>
                  <a:lnTo>
                    <a:pt x="271266" y="82659"/>
                  </a:lnTo>
                  <a:lnTo>
                    <a:pt x="280954" y="84787"/>
                  </a:lnTo>
                  <a:lnTo>
                    <a:pt x="290642" y="88837"/>
                  </a:lnTo>
                  <a:lnTo>
                    <a:pt x="300331" y="91069"/>
                  </a:lnTo>
                  <a:lnTo>
                    <a:pt x="310019" y="94551"/>
                  </a:lnTo>
                  <a:lnTo>
                    <a:pt x="319707" y="97357"/>
                  </a:lnTo>
                  <a:lnTo>
                    <a:pt x="329395" y="99365"/>
                  </a:lnTo>
                  <a:lnTo>
                    <a:pt x="339083" y="102535"/>
                  </a:lnTo>
                  <a:lnTo>
                    <a:pt x="348771" y="105691"/>
                  </a:lnTo>
                  <a:lnTo>
                    <a:pt x="358459" y="108166"/>
                  </a:lnTo>
                  <a:lnTo>
                    <a:pt x="368147" y="110388"/>
                  </a:lnTo>
                  <a:lnTo>
                    <a:pt x="377835" y="112619"/>
                  </a:lnTo>
                  <a:lnTo>
                    <a:pt x="387523" y="114859"/>
                  </a:lnTo>
                  <a:lnTo>
                    <a:pt x="397212" y="117106"/>
                  </a:lnTo>
                  <a:lnTo>
                    <a:pt x="406900" y="119378"/>
                  </a:lnTo>
                  <a:lnTo>
                    <a:pt x="416588" y="122212"/>
                  </a:lnTo>
                  <a:lnTo>
                    <a:pt x="426276" y="125574"/>
                  </a:lnTo>
                  <a:lnTo>
                    <a:pt x="435964" y="128960"/>
                  </a:lnTo>
                  <a:lnTo>
                    <a:pt x="445652" y="131990"/>
                  </a:lnTo>
                  <a:lnTo>
                    <a:pt x="455340" y="135256"/>
                  </a:lnTo>
                  <a:lnTo>
                    <a:pt x="465028" y="139138"/>
                  </a:lnTo>
                  <a:lnTo>
                    <a:pt x="474716" y="140454"/>
                  </a:lnTo>
                  <a:lnTo>
                    <a:pt x="484404" y="141813"/>
                  </a:lnTo>
                  <a:lnTo>
                    <a:pt x="494093" y="143135"/>
                  </a:lnTo>
                  <a:lnTo>
                    <a:pt x="503781" y="144459"/>
                  </a:lnTo>
                  <a:lnTo>
                    <a:pt x="513469" y="148146"/>
                  </a:lnTo>
                  <a:lnTo>
                    <a:pt x="523157" y="151741"/>
                  </a:lnTo>
                  <a:lnTo>
                    <a:pt x="532845" y="154179"/>
                  </a:lnTo>
                  <a:lnTo>
                    <a:pt x="542533" y="156626"/>
                  </a:lnTo>
                  <a:lnTo>
                    <a:pt x="552221" y="158757"/>
                  </a:lnTo>
                  <a:lnTo>
                    <a:pt x="561909" y="161513"/>
                  </a:lnTo>
                  <a:lnTo>
                    <a:pt x="571597" y="164557"/>
                  </a:lnTo>
                  <a:lnTo>
                    <a:pt x="581285" y="168091"/>
                  </a:lnTo>
                  <a:lnTo>
                    <a:pt x="590974" y="170068"/>
                  </a:lnTo>
                  <a:lnTo>
                    <a:pt x="600662" y="173075"/>
                  </a:lnTo>
                  <a:lnTo>
                    <a:pt x="610350" y="173786"/>
                  </a:lnTo>
                  <a:lnTo>
                    <a:pt x="620038" y="176292"/>
                  </a:lnTo>
                  <a:lnTo>
                    <a:pt x="629726" y="178664"/>
                  </a:lnTo>
                  <a:lnTo>
                    <a:pt x="639414" y="181275"/>
                  </a:lnTo>
                  <a:lnTo>
                    <a:pt x="649102" y="183794"/>
                  </a:lnTo>
                  <a:lnTo>
                    <a:pt x="658790" y="186421"/>
                  </a:lnTo>
                  <a:lnTo>
                    <a:pt x="668478" y="189171"/>
                  </a:lnTo>
                  <a:lnTo>
                    <a:pt x="678166" y="192437"/>
                  </a:lnTo>
                  <a:lnTo>
                    <a:pt x="687855" y="195357"/>
                  </a:lnTo>
                  <a:lnTo>
                    <a:pt x="697543" y="198507"/>
                  </a:lnTo>
                  <a:lnTo>
                    <a:pt x="707231" y="200382"/>
                  </a:lnTo>
                  <a:lnTo>
                    <a:pt x="716919" y="203430"/>
                  </a:lnTo>
                  <a:lnTo>
                    <a:pt x="726607" y="205925"/>
                  </a:lnTo>
                  <a:lnTo>
                    <a:pt x="736295" y="208390"/>
                  </a:lnTo>
                  <a:lnTo>
                    <a:pt x="745983" y="211638"/>
                  </a:lnTo>
                  <a:lnTo>
                    <a:pt x="755671" y="213529"/>
                  </a:lnTo>
                  <a:lnTo>
                    <a:pt x="765359" y="215763"/>
                  </a:lnTo>
                  <a:lnTo>
                    <a:pt x="775047" y="217850"/>
                  </a:lnTo>
                  <a:lnTo>
                    <a:pt x="784736" y="219924"/>
                  </a:lnTo>
                  <a:lnTo>
                    <a:pt x="794424" y="222019"/>
                  </a:lnTo>
                  <a:lnTo>
                    <a:pt x="804112" y="224119"/>
                  </a:lnTo>
                  <a:lnTo>
                    <a:pt x="813800" y="226467"/>
                  </a:lnTo>
                  <a:lnTo>
                    <a:pt x="823488" y="228906"/>
                  </a:lnTo>
                  <a:lnTo>
                    <a:pt x="833176" y="231353"/>
                  </a:lnTo>
                  <a:lnTo>
                    <a:pt x="842864" y="233808"/>
                  </a:lnTo>
                  <a:lnTo>
                    <a:pt x="852552" y="236271"/>
                  </a:lnTo>
                  <a:lnTo>
                    <a:pt x="862240" y="238188"/>
                  </a:lnTo>
                  <a:lnTo>
                    <a:pt x="871928" y="241015"/>
                  </a:lnTo>
                  <a:lnTo>
                    <a:pt x="881617" y="243098"/>
                  </a:lnTo>
                  <a:lnTo>
                    <a:pt x="891305" y="244457"/>
                  </a:lnTo>
                  <a:lnTo>
                    <a:pt x="900993" y="246345"/>
                  </a:lnTo>
                  <a:lnTo>
                    <a:pt x="910681" y="249016"/>
                  </a:lnTo>
                  <a:lnTo>
                    <a:pt x="920369" y="250680"/>
                  </a:lnTo>
                  <a:lnTo>
                    <a:pt x="930057" y="251845"/>
                  </a:lnTo>
                  <a:lnTo>
                    <a:pt x="939745" y="253981"/>
                  </a:lnTo>
                  <a:lnTo>
                    <a:pt x="949433" y="255796"/>
                  </a:lnTo>
                  <a:lnTo>
                    <a:pt x="959121" y="258370"/>
                  </a:lnTo>
                  <a:lnTo>
                    <a:pt x="968809" y="260441"/>
                  </a:lnTo>
                  <a:lnTo>
                    <a:pt x="978498" y="262197"/>
                  </a:lnTo>
                  <a:lnTo>
                    <a:pt x="988186" y="264296"/>
                  </a:lnTo>
                  <a:lnTo>
                    <a:pt x="997874" y="266971"/>
                  </a:lnTo>
                  <a:lnTo>
                    <a:pt x="1007562" y="269384"/>
                  </a:lnTo>
                  <a:lnTo>
                    <a:pt x="1017250" y="271596"/>
                  </a:lnTo>
                  <a:lnTo>
                    <a:pt x="1026938" y="271990"/>
                  </a:lnTo>
                  <a:lnTo>
                    <a:pt x="1036626" y="274915"/>
                  </a:lnTo>
                  <a:lnTo>
                    <a:pt x="1046314" y="276905"/>
                  </a:lnTo>
                  <a:lnTo>
                    <a:pt x="1056002" y="278242"/>
                  </a:lnTo>
                  <a:lnTo>
                    <a:pt x="1065690" y="279320"/>
                  </a:lnTo>
                  <a:lnTo>
                    <a:pt x="1075379" y="280203"/>
                  </a:lnTo>
                  <a:lnTo>
                    <a:pt x="1085067" y="281476"/>
                  </a:lnTo>
                  <a:lnTo>
                    <a:pt x="1094755" y="283695"/>
                  </a:lnTo>
                  <a:lnTo>
                    <a:pt x="1104443" y="285039"/>
                  </a:lnTo>
                  <a:lnTo>
                    <a:pt x="1114131" y="284779"/>
                  </a:lnTo>
                  <a:lnTo>
                    <a:pt x="1123819" y="286121"/>
                  </a:lnTo>
                  <a:lnTo>
                    <a:pt x="1133507" y="287594"/>
                  </a:lnTo>
                  <a:lnTo>
                    <a:pt x="1143195" y="288879"/>
                  </a:lnTo>
                  <a:lnTo>
                    <a:pt x="1152883" y="291173"/>
                  </a:lnTo>
                  <a:lnTo>
                    <a:pt x="1162571" y="293421"/>
                  </a:lnTo>
                  <a:lnTo>
                    <a:pt x="1172260" y="297535"/>
                  </a:lnTo>
                  <a:lnTo>
                    <a:pt x="1181948" y="299364"/>
                  </a:lnTo>
                  <a:lnTo>
                    <a:pt x="1191636" y="301214"/>
                  </a:lnTo>
                  <a:lnTo>
                    <a:pt x="1201324" y="303067"/>
                  </a:lnTo>
                  <a:lnTo>
                    <a:pt x="1211012" y="304940"/>
                  </a:lnTo>
                  <a:lnTo>
                    <a:pt x="1220700" y="306747"/>
                  </a:lnTo>
                  <a:lnTo>
                    <a:pt x="1230388" y="307731"/>
                  </a:lnTo>
                  <a:lnTo>
                    <a:pt x="1240076" y="308656"/>
                  </a:lnTo>
                  <a:lnTo>
                    <a:pt x="1249764" y="309761"/>
                  </a:lnTo>
                  <a:lnTo>
                    <a:pt x="1259452" y="312014"/>
                  </a:lnTo>
                  <a:lnTo>
                    <a:pt x="1269141" y="312585"/>
                  </a:lnTo>
                  <a:lnTo>
                    <a:pt x="1278829" y="313005"/>
                  </a:lnTo>
                  <a:lnTo>
                    <a:pt x="1288517" y="314061"/>
                  </a:lnTo>
                  <a:lnTo>
                    <a:pt x="1298205" y="315119"/>
                  </a:lnTo>
                  <a:lnTo>
                    <a:pt x="1307893" y="316214"/>
                  </a:lnTo>
                  <a:lnTo>
                    <a:pt x="1317581" y="317318"/>
                  </a:lnTo>
                  <a:lnTo>
                    <a:pt x="1327269" y="318382"/>
                  </a:lnTo>
                  <a:lnTo>
                    <a:pt x="1336957" y="319432"/>
                  </a:lnTo>
                  <a:lnTo>
                    <a:pt x="1346645" y="321902"/>
                  </a:lnTo>
                  <a:lnTo>
                    <a:pt x="1356333" y="322734"/>
                  </a:lnTo>
                  <a:lnTo>
                    <a:pt x="1366022" y="323543"/>
                  </a:lnTo>
                  <a:lnTo>
                    <a:pt x="1375710" y="324832"/>
                  </a:lnTo>
                  <a:lnTo>
                    <a:pt x="1385398" y="326486"/>
                  </a:lnTo>
                  <a:lnTo>
                    <a:pt x="1395086" y="328929"/>
                  </a:lnTo>
                  <a:lnTo>
                    <a:pt x="1404774" y="329674"/>
                  </a:lnTo>
                  <a:lnTo>
                    <a:pt x="1414462" y="330419"/>
                  </a:lnTo>
                  <a:lnTo>
                    <a:pt x="1424150" y="331173"/>
                  </a:lnTo>
                  <a:lnTo>
                    <a:pt x="1433838" y="331933"/>
                  </a:lnTo>
                  <a:lnTo>
                    <a:pt x="1443526" y="332693"/>
                  </a:lnTo>
                  <a:lnTo>
                    <a:pt x="1453214" y="333454"/>
                  </a:lnTo>
                  <a:lnTo>
                    <a:pt x="1462903" y="334216"/>
                  </a:lnTo>
                  <a:lnTo>
                    <a:pt x="1472591" y="334978"/>
                  </a:lnTo>
                  <a:lnTo>
                    <a:pt x="1482279" y="335936"/>
                  </a:lnTo>
                  <a:lnTo>
                    <a:pt x="1491967" y="336484"/>
                  </a:lnTo>
                  <a:lnTo>
                    <a:pt x="1501655" y="337244"/>
                  </a:lnTo>
                  <a:lnTo>
                    <a:pt x="1511343" y="339233"/>
                  </a:lnTo>
                  <a:lnTo>
                    <a:pt x="1521031" y="340344"/>
                  </a:lnTo>
                  <a:lnTo>
                    <a:pt x="1530719" y="341477"/>
                  </a:lnTo>
                  <a:lnTo>
                    <a:pt x="1540407" y="342543"/>
                  </a:lnTo>
                  <a:lnTo>
                    <a:pt x="1550095" y="343649"/>
                  </a:lnTo>
                  <a:lnTo>
                    <a:pt x="1559784" y="344756"/>
                  </a:lnTo>
                  <a:lnTo>
                    <a:pt x="1569472" y="345882"/>
                  </a:lnTo>
                  <a:lnTo>
                    <a:pt x="1579160" y="347010"/>
                  </a:lnTo>
                  <a:lnTo>
                    <a:pt x="1588848" y="348140"/>
                  </a:lnTo>
                  <a:lnTo>
                    <a:pt x="1598536" y="349271"/>
                  </a:lnTo>
                  <a:lnTo>
                    <a:pt x="1608224" y="350403"/>
                  </a:lnTo>
                  <a:lnTo>
                    <a:pt x="1617912" y="351537"/>
                  </a:lnTo>
                  <a:lnTo>
                    <a:pt x="1627600" y="352672"/>
                  </a:lnTo>
                  <a:lnTo>
                    <a:pt x="1637288" y="354456"/>
                  </a:lnTo>
                  <a:lnTo>
                    <a:pt x="1646976" y="355229"/>
                  </a:lnTo>
                  <a:lnTo>
                    <a:pt x="1656665" y="356043"/>
                  </a:lnTo>
                  <a:lnTo>
                    <a:pt x="1666353" y="357142"/>
                  </a:lnTo>
                  <a:lnTo>
                    <a:pt x="1676041" y="358242"/>
                  </a:lnTo>
                  <a:lnTo>
                    <a:pt x="1685729" y="359372"/>
                  </a:lnTo>
                  <a:lnTo>
                    <a:pt x="1695417" y="360527"/>
                  </a:lnTo>
                  <a:lnTo>
                    <a:pt x="1705105" y="361682"/>
                  </a:lnTo>
                  <a:lnTo>
                    <a:pt x="1714793" y="362839"/>
                  </a:lnTo>
                  <a:lnTo>
                    <a:pt x="1724481" y="363998"/>
                  </a:lnTo>
                  <a:lnTo>
                    <a:pt x="1734169" y="365124"/>
                  </a:lnTo>
                  <a:lnTo>
                    <a:pt x="1743857" y="366237"/>
                  </a:lnTo>
                  <a:lnTo>
                    <a:pt x="1753546" y="367378"/>
                  </a:lnTo>
                  <a:lnTo>
                    <a:pt x="1763234" y="367229"/>
                  </a:lnTo>
                  <a:lnTo>
                    <a:pt x="1772922" y="368468"/>
                  </a:lnTo>
                  <a:lnTo>
                    <a:pt x="1782610" y="370200"/>
                  </a:lnTo>
                  <a:lnTo>
                    <a:pt x="1792298" y="371223"/>
                  </a:lnTo>
                  <a:lnTo>
                    <a:pt x="1801986" y="373040"/>
                  </a:lnTo>
                  <a:lnTo>
                    <a:pt x="1811674" y="374165"/>
                  </a:lnTo>
                  <a:lnTo>
                    <a:pt x="1821362" y="375322"/>
                  </a:lnTo>
                  <a:lnTo>
                    <a:pt x="1831050" y="376481"/>
                  </a:lnTo>
                  <a:lnTo>
                    <a:pt x="1840738" y="377641"/>
                  </a:lnTo>
                  <a:lnTo>
                    <a:pt x="1850427" y="378808"/>
                  </a:lnTo>
                  <a:lnTo>
                    <a:pt x="1860115" y="380010"/>
                  </a:lnTo>
                  <a:lnTo>
                    <a:pt x="1869803" y="381213"/>
                  </a:lnTo>
                  <a:lnTo>
                    <a:pt x="1879491" y="382417"/>
                  </a:lnTo>
                  <a:lnTo>
                    <a:pt x="1889179" y="383790"/>
                  </a:lnTo>
                  <a:lnTo>
                    <a:pt x="1898867" y="384689"/>
                  </a:lnTo>
                  <a:lnTo>
                    <a:pt x="1908555" y="385010"/>
                  </a:lnTo>
                  <a:lnTo>
                    <a:pt x="1918243" y="385331"/>
                  </a:lnTo>
                  <a:lnTo>
                    <a:pt x="1927931" y="385658"/>
                  </a:lnTo>
                  <a:lnTo>
                    <a:pt x="1937619" y="385749"/>
                  </a:lnTo>
                  <a:lnTo>
                    <a:pt x="1947308" y="386337"/>
                  </a:lnTo>
                  <a:lnTo>
                    <a:pt x="1956996" y="386312"/>
                  </a:lnTo>
                  <a:lnTo>
                    <a:pt x="1966684" y="386626"/>
                  </a:lnTo>
                  <a:lnTo>
                    <a:pt x="1976372" y="386421"/>
                  </a:lnTo>
                  <a:lnTo>
                    <a:pt x="1986060" y="386437"/>
                  </a:lnTo>
                  <a:lnTo>
                    <a:pt x="1995748" y="387597"/>
                  </a:lnTo>
                  <a:lnTo>
                    <a:pt x="2005436" y="388266"/>
                  </a:lnTo>
                  <a:lnTo>
                    <a:pt x="2015124" y="388628"/>
                  </a:lnTo>
                  <a:lnTo>
                    <a:pt x="2024812" y="389230"/>
                  </a:lnTo>
                  <a:lnTo>
                    <a:pt x="2034500" y="390853"/>
                  </a:lnTo>
                  <a:lnTo>
                    <a:pt x="2044188" y="390227"/>
                  </a:lnTo>
                  <a:lnTo>
                    <a:pt x="2053877" y="389968"/>
                  </a:lnTo>
                  <a:lnTo>
                    <a:pt x="2063565" y="390867"/>
                  </a:lnTo>
                  <a:lnTo>
                    <a:pt x="2073253" y="391175"/>
                  </a:lnTo>
                  <a:lnTo>
                    <a:pt x="2082941" y="392059"/>
                  </a:lnTo>
                  <a:lnTo>
                    <a:pt x="2092629" y="392021"/>
                  </a:lnTo>
                  <a:lnTo>
                    <a:pt x="2102317" y="391982"/>
                  </a:lnTo>
                  <a:lnTo>
                    <a:pt x="2112005" y="391937"/>
                  </a:lnTo>
                  <a:lnTo>
                    <a:pt x="2121693" y="391879"/>
                  </a:lnTo>
                  <a:lnTo>
                    <a:pt x="2131381" y="391821"/>
                  </a:lnTo>
                  <a:lnTo>
                    <a:pt x="2141069" y="391763"/>
                  </a:lnTo>
                  <a:lnTo>
                    <a:pt x="2150758" y="392323"/>
                  </a:lnTo>
                  <a:lnTo>
                    <a:pt x="2160446" y="393590"/>
                  </a:lnTo>
                  <a:lnTo>
                    <a:pt x="2170134" y="394891"/>
                  </a:lnTo>
                  <a:lnTo>
                    <a:pt x="2179822" y="397107"/>
                  </a:lnTo>
                  <a:lnTo>
                    <a:pt x="2189510" y="399190"/>
                  </a:lnTo>
                  <a:lnTo>
                    <a:pt x="2199198" y="397980"/>
                  </a:lnTo>
                  <a:lnTo>
                    <a:pt x="2208886" y="396770"/>
                  </a:lnTo>
                  <a:lnTo>
                    <a:pt x="2218574" y="395621"/>
                  </a:lnTo>
                  <a:lnTo>
                    <a:pt x="2228262" y="396459"/>
                  </a:lnTo>
                  <a:lnTo>
                    <a:pt x="2237950" y="397303"/>
                  </a:lnTo>
                  <a:lnTo>
                    <a:pt x="2247639" y="398154"/>
                  </a:lnTo>
                  <a:lnTo>
                    <a:pt x="2257327" y="399006"/>
                  </a:lnTo>
                  <a:lnTo>
                    <a:pt x="2267015" y="398977"/>
                  </a:lnTo>
                  <a:lnTo>
                    <a:pt x="2276703" y="399698"/>
                  </a:lnTo>
                  <a:lnTo>
                    <a:pt x="2286391" y="400483"/>
                  </a:lnTo>
                  <a:lnTo>
                    <a:pt x="2296079" y="401214"/>
                  </a:lnTo>
                  <a:lnTo>
                    <a:pt x="2305767" y="400981"/>
                  </a:lnTo>
                  <a:lnTo>
                    <a:pt x="2315455" y="400754"/>
                  </a:lnTo>
                  <a:lnTo>
                    <a:pt x="2325143" y="400531"/>
                  </a:lnTo>
                  <a:lnTo>
                    <a:pt x="2334831" y="400308"/>
                  </a:lnTo>
                  <a:lnTo>
                    <a:pt x="2344520" y="400085"/>
                  </a:lnTo>
                  <a:lnTo>
                    <a:pt x="2354208" y="400249"/>
                  </a:lnTo>
                  <a:lnTo>
                    <a:pt x="2363896" y="400569"/>
                  </a:lnTo>
                  <a:lnTo>
                    <a:pt x="2373584" y="400888"/>
                  </a:lnTo>
                  <a:lnTo>
                    <a:pt x="2383272" y="401207"/>
                  </a:lnTo>
                  <a:lnTo>
                    <a:pt x="2392960" y="401527"/>
                  </a:lnTo>
                  <a:lnTo>
                    <a:pt x="2402648" y="401846"/>
                  </a:lnTo>
                  <a:lnTo>
                    <a:pt x="2412336" y="402166"/>
                  </a:lnTo>
                  <a:lnTo>
                    <a:pt x="2422024" y="402486"/>
                  </a:lnTo>
                  <a:lnTo>
                    <a:pt x="2431712" y="402806"/>
                  </a:lnTo>
                  <a:lnTo>
                    <a:pt x="2441401" y="403130"/>
                  </a:lnTo>
                  <a:lnTo>
                    <a:pt x="2451089" y="403455"/>
                  </a:lnTo>
                  <a:lnTo>
                    <a:pt x="2460777" y="403779"/>
                  </a:lnTo>
                  <a:lnTo>
                    <a:pt x="2470465" y="404104"/>
                  </a:lnTo>
                  <a:lnTo>
                    <a:pt x="2480153" y="404429"/>
                  </a:lnTo>
                  <a:lnTo>
                    <a:pt x="2489841" y="404754"/>
                  </a:lnTo>
                  <a:lnTo>
                    <a:pt x="2499529" y="405079"/>
                  </a:lnTo>
                  <a:lnTo>
                    <a:pt x="2509217" y="405404"/>
                  </a:lnTo>
                  <a:lnTo>
                    <a:pt x="2509217" y="2594321"/>
                  </a:lnTo>
                  <a:lnTo>
                    <a:pt x="2499529" y="2581656"/>
                  </a:lnTo>
                  <a:lnTo>
                    <a:pt x="2489841" y="2568954"/>
                  </a:lnTo>
                  <a:lnTo>
                    <a:pt x="2480153" y="2556215"/>
                  </a:lnTo>
                  <a:lnTo>
                    <a:pt x="2470465" y="2543441"/>
                  </a:lnTo>
                  <a:lnTo>
                    <a:pt x="2460777" y="2532472"/>
                  </a:lnTo>
                  <a:lnTo>
                    <a:pt x="2451089" y="2524163"/>
                  </a:lnTo>
                  <a:lnTo>
                    <a:pt x="2441401" y="2515841"/>
                  </a:lnTo>
                  <a:lnTo>
                    <a:pt x="2431712" y="2507495"/>
                  </a:lnTo>
                  <a:lnTo>
                    <a:pt x="2422024" y="2499083"/>
                  </a:lnTo>
                  <a:lnTo>
                    <a:pt x="2412336" y="2490656"/>
                  </a:lnTo>
                  <a:lnTo>
                    <a:pt x="2402648" y="2478220"/>
                  </a:lnTo>
                  <a:lnTo>
                    <a:pt x="2392960" y="2465543"/>
                  </a:lnTo>
                  <a:lnTo>
                    <a:pt x="2383272" y="2452793"/>
                  </a:lnTo>
                  <a:lnTo>
                    <a:pt x="2373584" y="2442986"/>
                  </a:lnTo>
                  <a:lnTo>
                    <a:pt x="2363896" y="2434398"/>
                  </a:lnTo>
                  <a:lnTo>
                    <a:pt x="2354208" y="2425797"/>
                  </a:lnTo>
                  <a:lnTo>
                    <a:pt x="2344520" y="2416058"/>
                  </a:lnTo>
                  <a:lnTo>
                    <a:pt x="2334831" y="2404715"/>
                  </a:lnTo>
                  <a:lnTo>
                    <a:pt x="2325143" y="2393343"/>
                  </a:lnTo>
                  <a:lnTo>
                    <a:pt x="2315455" y="2381897"/>
                  </a:lnTo>
                  <a:lnTo>
                    <a:pt x="2305767" y="2370432"/>
                  </a:lnTo>
                  <a:lnTo>
                    <a:pt x="2296079" y="2358948"/>
                  </a:lnTo>
                  <a:lnTo>
                    <a:pt x="2286391" y="2347445"/>
                  </a:lnTo>
                  <a:lnTo>
                    <a:pt x="2276703" y="2335925"/>
                  </a:lnTo>
                  <a:lnTo>
                    <a:pt x="2267015" y="2324387"/>
                  </a:lnTo>
                  <a:lnTo>
                    <a:pt x="2257327" y="2312832"/>
                  </a:lnTo>
                  <a:lnTo>
                    <a:pt x="2247639" y="2303879"/>
                  </a:lnTo>
                  <a:lnTo>
                    <a:pt x="2237950" y="2295500"/>
                  </a:lnTo>
                  <a:lnTo>
                    <a:pt x="2228262" y="2287113"/>
                  </a:lnTo>
                  <a:lnTo>
                    <a:pt x="2218574" y="2277201"/>
                  </a:lnTo>
                  <a:lnTo>
                    <a:pt x="2208886" y="2266038"/>
                  </a:lnTo>
                  <a:lnTo>
                    <a:pt x="2199198" y="2254853"/>
                  </a:lnTo>
                  <a:lnTo>
                    <a:pt x="2189510" y="2243544"/>
                  </a:lnTo>
                  <a:lnTo>
                    <a:pt x="2179822" y="2232223"/>
                  </a:lnTo>
                  <a:lnTo>
                    <a:pt x="2170134" y="2220889"/>
                  </a:lnTo>
                  <a:lnTo>
                    <a:pt x="2160446" y="2209034"/>
                  </a:lnTo>
                  <a:lnTo>
                    <a:pt x="2150758" y="2195867"/>
                  </a:lnTo>
                  <a:lnTo>
                    <a:pt x="2141069" y="2186942"/>
                  </a:lnTo>
                  <a:lnTo>
                    <a:pt x="2131381" y="2175688"/>
                  </a:lnTo>
                  <a:lnTo>
                    <a:pt x="2121693" y="2164425"/>
                  </a:lnTo>
                  <a:lnTo>
                    <a:pt x="2112005" y="2154927"/>
                  </a:lnTo>
                  <a:lnTo>
                    <a:pt x="2102317" y="2147948"/>
                  </a:lnTo>
                  <a:lnTo>
                    <a:pt x="2092629" y="2140967"/>
                  </a:lnTo>
                  <a:lnTo>
                    <a:pt x="2082941" y="2133983"/>
                  </a:lnTo>
                  <a:lnTo>
                    <a:pt x="2073253" y="2126143"/>
                  </a:lnTo>
                  <a:lnTo>
                    <a:pt x="2063565" y="2112809"/>
                  </a:lnTo>
                  <a:lnTo>
                    <a:pt x="2053877" y="2099420"/>
                  </a:lnTo>
                  <a:lnTo>
                    <a:pt x="2044188" y="2086022"/>
                  </a:lnTo>
                  <a:lnTo>
                    <a:pt x="2034500" y="2072617"/>
                  </a:lnTo>
                  <a:lnTo>
                    <a:pt x="2024812" y="2059206"/>
                  </a:lnTo>
                  <a:lnTo>
                    <a:pt x="2015124" y="2048527"/>
                  </a:lnTo>
                  <a:lnTo>
                    <a:pt x="2005436" y="2038716"/>
                  </a:lnTo>
                  <a:lnTo>
                    <a:pt x="1995748" y="2028904"/>
                  </a:lnTo>
                  <a:lnTo>
                    <a:pt x="1986060" y="2019090"/>
                  </a:lnTo>
                  <a:lnTo>
                    <a:pt x="1976372" y="2009274"/>
                  </a:lnTo>
                  <a:lnTo>
                    <a:pt x="1966684" y="1999456"/>
                  </a:lnTo>
                  <a:lnTo>
                    <a:pt x="1956996" y="1989638"/>
                  </a:lnTo>
                  <a:lnTo>
                    <a:pt x="1947308" y="1979820"/>
                  </a:lnTo>
                  <a:lnTo>
                    <a:pt x="1937619" y="1970001"/>
                  </a:lnTo>
                  <a:lnTo>
                    <a:pt x="1927931" y="1960182"/>
                  </a:lnTo>
                  <a:lnTo>
                    <a:pt x="1918243" y="1950363"/>
                  </a:lnTo>
                  <a:lnTo>
                    <a:pt x="1908555" y="1940546"/>
                  </a:lnTo>
                  <a:lnTo>
                    <a:pt x="1898867" y="1930729"/>
                  </a:lnTo>
                  <a:lnTo>
                    <a:pt x="1889179" y="1920914"/>
                  </a:lnTo>
                  <a:lnTo>
                    <a:pt x="1879491" y="1911101"/>
                  </a:lnTo>
                  <a:lnTo>
                    <a:pt x="1869803" y="1901289"/>
                  </a:lnTo>
                  <a:lnTo>
                    <a:pt x="1860115" y="1891480"/>
                  </a:lnTo>
                  <a:lnTo>
                    <a:pt x="1850427" y="1881674"/>
                  </a:lnTo>
                  <a:lnTo>
                    <a:pt x="1840738" y="1871415"/>
                  </a:lnTo>
                  <a:lnTo>
                    <a:pt x="1831050" y="1860722"/>
                  </a:lnTo>
                  <a:lnTo>
                    <a:pt x="1821362" y="1849140"/>
                  </a:lnTo>
                  <a:lnTo>
                    <a:pt x="1811674" y="1835831"/>
                  </a:lnTo>
                  <a:lnTo>
                    <a:pt x="1801986" y="1822530"/>
                  </a:lnTo>
                  <a:lnTo>
                    <a:pt x="1792298" y="1809239"/>
                  </a:lnTo>
                  <a:lnTo>
                    <a:pt x="1782610" y="1795958"/>
                  </a:lnTo>
                  <a:lnTo>
                    <a:pt x="1772922" y="1784617"/>
                  </a:lnTo>
                  <a:lnTo>
                    <a:pt x="1763234" y="1776857"/>
                  </a:lnTo>
                  <a:lnTo>
                    <a:pt x="1753546" y="1769067"/>
                  </a:lnTo>
                  <a:lnTo>
                    <a:pt x="1743857" y="1760159"/>
                  </a:lnTo>
                  <a:lnTo>
                    <a:pt x="1734169" y="1746674"/>
                  </a:lnTo>
                  <a:lnTo>
                    <a:pt x="1724481" y="1733135"/>
                  </a:lnTo>
                  <a:lnTo>
                    <a:pt x="1714793" y="1722689"/>
                  </a:lnTo>
                  <a:lnTo>
                    <a:pt x="1705105" y="1716970"/>
                  </a:lnTo>
                  <a:lnTo>
                    <a:pt x="1695417" y="1711254"/>
                  </a:lnTo>
                  <a:lnTo>
                    <a:pt x="1685729" y="1700802"/>
                  </a:lnTo>
                  <a:lnTo>
                    <a:pt x="1676041" y="1690161"/>
                  </a:lnTo>
                  <a:lnTo>
                    <a:pt x="1666353" y="1678484"/>
                  </a:lnTo>
                  <a:lnTo>
                    <a:pt x="1656665" y="1666009"/>
                  </a:lnTo>
                  <a:lnTo>
                    <a:pt x="1646976" y="1657925"/>
                  </a:lnTo>
                  <a:lnTo>
                    <a:pt x="1637288" y="1647938"/>
                  </a:lnTo>
                  <a:lnTo>
                    <a:pt x="1627600" y="1637470"/>
                  </a:lnTo>
                  <a:lnTo>
                    <a:pt x="1617912" y="1627015"/>
                  </a:lnTo>
                  <a:lnTo>
                    <a:pt x="1608224" y="1616574"/>
                  </a:lnTo>
                  <a:lnTo>
                    <a:pt x="1598536" y="1607527"/>
                  </a:lnTo>
                  <a:lnTo>
                    <a:pt x="1588848" y="1600009"/>
                  </a:lnTo>
                  <a:lnTo>
                    <a:pt x="1579160" y="1592382"/>
                  </a:lnTo>
                  <a:lnTo>
                    <a:pt x="1569472" y="1583961"/>
                  </a:lnTo>
                  <a:lnTo>
                    <a:pt x="1559784" y="1577283"/>
                  </a:lnTo>
                  <a:lnTo>
                    <a:pt x="1550095" y="1568713"/>
                  </a:lnTo>
                  <a:lnTo>
                    <a:pt x="1540407" y="1558042"/>
                  </a:lnTo>
                  <a:lnTo>
                    <a:pt x="1530719" y="1547108"/>
                  </a:lnTo>
                  <a:lnTo>
                    <a:pt x="1521031" y="1532848"/>
                  </a:lnTo>
                  <a:lnTo>
                    <a:pt x="1511343" y="1518620"/>
                  </a:lnTo>
                  <a:lnTo>
                    <a:pt x="1501655" y="1509683"/>
                  </a:lnTo>
                  <a:lnTo>
                    <a:pt x="1491967" y="1503331"/>
                  </a:lnTo>
                  <a:lnTo>
                    <a:pt x="1482279" y="1491803"/>
                  </a:lnTo>
                  <a:lnTo>
                    <a:pt x="1472591" y="1483343"/>
                  </a:lnTo>
                  <a:lnTo>
                    <a:pt x="1462903" y="1473134"/>
                  </a:lnTo>
                  <a:lnTo>
                    <a:pt x="1453214" y="1462225"/>
                  </a:lnTo>
                  <a:lnTo>
                    <a:pt x="1443526" y="1454181"/>
                  </a:lnTo>
                  <a:lnTo>
                    <a:pt x="1433838" y="1448307"/>
                  </a:lnTo>
                  <a:lnTo>
                    <a:pt x="1424150" y="1441558"/>
                  </a:lnTo>
                  <a:lnTo>
                    <a:pt x="1414462" y="1431389"/>
                  </a:lnTo>
                  <a:lnTo>
                    <a:pt x="1404774" y="1421303"/>
                  </a:lnTo>
                  <a:lnTo>
                    <a:pt x="1395086" y="1412016"/>
                  </a:lnTo>
                  <a:lnTo>
                    <a:pt x="1385398" y="1401646"/>
                  </a:lnTo>
                  <a:lnTo>
                    <a:pt x="1375710" y="1391197"/>
                  </a:lnTo>
                  <a:lnTo>
                    <a:pt x="1366022" y="1380695"/>
                  </a:lnTo>
                  <a:lnTo>
                    <a:pt x="1356333" y="1370327"/>
                  </a:lnTo>
                  <a:lnTo>
                    <a:pt x="1346645" y="1358646"/>
                  </a:lnTo>
                  <a:lnTo>
                    <a:pt x="1336957" y="1349664"/>
                  </a:lnTo>
                  <a:lnTo>
                    <a:pt x="1327269" y="1339369"/>
                  </a:lnTo>
                  <a:lnTo>
                    <a:pt x="1317581" y="1329650"/>
                  </a:lnTo>
                  <a:lnTo>
                    <a:pt x="1307893" y="1320844"/>
                  </a:lnTo>
                  <a:lnTo>
                    <a:pt x="1298205" y="1311023"/>
                  </a:lnTo>
                  <a:lnTo>
                    <a:pt x="1288517" y="1302846"/>
                  </a:lnTo>
                  <a:lnTo>
                    <a:pt x="1278829" y="1295710"/>
                  </a:lnTo>
                  <a:lnTo>
                    <a:pt x="1269141" y="1285724"/>
                  </a:lnTo>
                  <a:lnTo>
                    <a:pt x="1259452" y="1274129"/>
                  </a:lnTo>
                  <a:lnTo>
                    <a:pt x="1249764" y="1265659"/>
                  </a:lnTo>
                  <a:lnTo>
                    <a:pt x="1240076" y="1260126"/>
                  </a:lnTo>
                  <a:lnTo>
                    <a:pt x="1230388" y="1254601"/>
                  </a:lnTo>
                  <a:lnTo>
                    <a:pt x="1220700" y="1249085"/>
                  </a:lnTo>
                  <a:lnTo>
                    <a:pt x="1211012" y="1243578"/>
                  </a:lnTo>
                  <a:lnTo>
                    <a:pt x="1201324" y="1238032"/>
                  </a:lnTo>
                  <a:lnTo>
                    <a:pt x="1191636" y="1231735"/>
                  </a:lnTo>
                  <a:lnTo>
                    <a:pt x="1181948" y="1221042"/>
                  </a:lnTo>
                  <a:lnTo>
                    <a:pt x="1172260" y="1210382"/>
                  </a:lnTo>
                  <a:lnTo>
                    <a:pt x="1162571" y="1209221"/>
                  </a:lnTo>
                  <a:lnTo>
                    <a:pt x="1152883" y="1204869"/>
                  </a:lnTo>
                  <a:lnTo>
                    <a:pt x="1143195" y="1196070"/>
                  </a:lnTo>
                  <a:lnTo>
                    <a:pt x="1133507" y="1187534"/>
                  </a:lnTo>
                  <a:lnTo>
                    <a:pt x="1123819" y="1179527"/>
                  </a:lnTo>
                  <a:lnTo>
                    <a:pt x="1114131" y="1172830"/>
                  </a:lnTo>
                  <a:lnTo>
                    <a:pt x="1104443" y="1163574"/>
                  </a:lnTo>
                  <a:lnTo>
                    <a:pt x="1094755" y="1154612"/>
                  </a:lnTo>
                  <a:lnTo>
                    <a:pt x="1085067" y="1150220"/>
                  </a:lnTo>
                  <a:lnTo>
                    <a:pt x="1075379" y="1146621"/>
                  </a:lnTo>
                  <a:lnTo>
                    <a:pt x="1065690" y="1134667"/>
                  </a:lnTo>
                  <a:lnTo>
                    <a:pt x="1056002" y="1130473"/>
                  </a:lnTo>
                  <a:lnTo>
                    <a:pt x="1046314" y="1126120"/>
                  </a:lnTo>
                  <a:lnTo>
                    <a:pt x="1036626" y="1116916"/>
                  </a:lnTo>
                  <a:lnTo>
                    <a:pt x="1026938" y="1110889"/>
                  </a:lnTo>
                  <a:lnTo>
                    <a:pt x="1017250" y="1103568"/>
                  </a:lnTo>
                  <a:lnTo>
                    <a:pt x="1007562" y="1098855"/>
                  </a:lnTo>
                  <a:lnTo>
                    <a:pt x="997874" y="1097962"/>
                  </a:lnTo>
                  <a:lnTo>
                    <a:pt x="988186" y="1090158"/>
                  </a:lnTo>
                  <a:lnTo>
                    <a:pt x="978498" y="1083581"/>
                  </a:lnTo>
                  <a:lnTo>
                    <a:pt x="968809" y="1076223"/>
                  </a:lnTo>
                  <a:lnTo>
                    <a:pt x="959121" y="1066489"/>
                  </a:lnTo>
                  <a:lnTo>
                    <a:pt x="949433" y="1061064"/>
                  </a:lnTo>
                  <a:lnTo>
                    <a:pt x="939745" y="1055724"/>
                  </a:lnTo>
                  <a:lnTo>
                    <a:pt x="930057" y="1049907"/>
                  </a:lnTo>
                  <a:lnTo>
                    <a:pt x="920369" y="1044221"/>
                  </a:lnTo>
                  <a:lnTo>
                    <a:pt x="910681" y="1039031"/>
                  </a:lnTo>
                  <a:lnTo>
                    <a:pt x="900993" y="1034818"/>
                  </a:lnTo>
                  <a:lnTo>
                    <a:pt x="891305" y="1030612"/>
                  </a:lnTo>
                  <a:lnTo>
                    <a:pt x="881617" y="1024952"/>
                  </a:lnTo>
                  <a:lnTo>
                    <a:pt x="871928" y="1020999"/>
                  </a:lnTo>
                  <a:lnTo>
                    <a:pt x="862240" y="1013208"/>
                  </a:lnTo>
                  <a:lnTo>
                    <a:pt x="852552" y="1006053"/>
                  </a:lnTo>
                  <a:lnTo>
                    <a:pt x="842864" y="1001532"/>
                  </a:lnTo>
                  <a:lnTo>
                    <a:pt x="833176" y="993521"/>
                  </a:lnTo>
                  <a:lnTo>
                    <a:pt x="823488" y="988004"/>
                  </a:lnTo>
                  <a:lnTo>
                    <a:pt x="813800" y="983926"/>
                  </a:lnTo>
                  <a:lnTo>
                    <a:pt x="804112" y="977001"/>
                  </a:lnTo>
                  <a:lnTo>
                    <a:pt x="794424" y="972328"/>
                  </a:lnTo>
                  <a:lnTo>
                    <a:pt x="784736" y="969452"/>
                  </a:lnTo>
                  <a:lnTo>
                    <a:pt x="775047" y="968567"/>
                  </a:lnTo>
                  <a:lnTo>
                    <a:pt x="765359" y="963703"/>
                  </a:lnTo>
                  <a:lnTo>
                    <a:pt x="755671" y="954639"/>
                  </a:lnTo>
                  <a:lnTo>
                    <a:pt x="745983" y="953436"/>
                  </a:lnTo>
                  <a:lnTo>
                    <a:pt x="736295" y="950891"/>
                  </a:lnTo>
                  <a:lnTo>
                    <a:pt x="726607" y="945106"/>
                  </a:lnTo>
                  <a:lnTo>
                    <a:pt x="716919" y="939406"/>
                  </a:lnTo>
                  <a:lnTo>
                    <a:pt x="707231" y="933684"/>
                  </a:lnTo>
                  <a:lnTo>
                    <a:pt x="697543" y="931114"/>
                  </a:lnTo>
                  <a:lnTo>
                    <a:pt x="687855" y="925108"/>
                  </a:lnTo>
                  <a:lnTo>
                    <a:pt x="678166" y="918550"/>
                  </a:lnTo>
                  <a:lnTo>
                    <a:pt x="668478" y="912004"/>
                  </a:lnTo>
                  <a:lnTo>
                    <a:pt x="658790" y="905764"/>
                  </a:lnTo>
                  <a:lnTo>
                    <a:pt x="649102" y="899502"/>
                  </a:lnTo>
                  <a:lnTo>
                    <a:pt x="639414" y="895758"/>
                  </a:lnTo>
                  <a:lnTo>
                    <a:pt x="629726" y="889273"/>
                  </a:lnTo>
                  <a:lnTo>
                    <a:pt x="620038" y="882690"/>
                  </a:lnTo>
                  <a:lnTo>
                    <a:pt x="610350" y="877141"/>
                  </a:lnTo>
                  <a:lnTo>
                    <a:pt x="600662" y="872149"/>
                  </a:lnTo>
                  <a:lnTo>
                    <a:pt x="590974" y="869241"/>
                  </a:lnTo>
                  <a:lnTo>
                    <a:pt x="581285" y="866338"/>
                  </a:lnTo>
                  <a:lnTo>
                    <a:pt x="571597" y="865418"/>
                  </a:lnTo>
                  <a:lnTo>
                    <a:pt x="561909" y="860544"/>
                  </a:lnTo>
                  <a:lnTo>
                    <a:pt x="552221" y="857654"/>
                  </a:lnTo>
                  <a:lnTo>
                    <a:pt x="542533" y="853391"/>
                  </a:lnTo>
                  <a:lnTo>
                    <a:pt x="532845" y="849185"/>
                  </a:lnTo>
                  <a:lnTo>
                    <a:pt x="523157" y="844555"/>
                  </a:lnTo>
                  <a:lnTo>
                    <a:pt x="513469" y="840115"/>
                  </a:lnTo>
                  <a:lnTo>
                    <a:pt x="503781" y="835669"/>
                  </a:lnTo>
                  <a:lnTo>
                    <a:pt x="494093" y="831297"/>
                  </a:lnTo>
                  <a:lnTo>
                    <a:pt x="484404" y="825731"/>
                  </a:lnTo>
                  <a:lnTo>
                    <a:pt x="474716" y="822871"/>
                  </a:lnTo>
                  <a:lnTo>
                    <a:pt x="465028" y="821215"/>
                  </a:lnTo>
                  <a:lnTo>
                    <a:pt x="455340" y="816103"/>
                  </a:lnTo>
                  <a:lnTo>
                    <a:pt x="445652" y="811801"/>
                  </a:lnTo>
                  <a:lnTo>
                    <a:pt x="435964" y="808448"/>
                  </a:lnTo>
                  <a:lnTo>
                    <a:pt x="426276" y="804724"/>
                  </a:lnTo>
                  <a:lnTo>
                    <a:pt x="416588" y="803653"/>
                  </a:lnTo>
                  <a:lnTo>
                    <a:pt x="406900" y="801591"/>
                  </a:lnTo>
                  <a:lnTo>
                    <a:pt x="397212" y="799023"/>
                  </a:lnTo>
                  <a:lnTo>
                    <a:pt x="387523" y="795630"/>
                  </a:lnTo>
                  <a:lnTo>
                    <a:pt x="377835" y="793925"/>
                  </a:lnTo>
                  <a:lnTo>
                    <a:pt x="368147" y="791391"/>
                  </a:lnTo>
                  <a:lnTo>
                    <a:pt x="358459" y="785263"/>
                  </a:lnTo>
                  <a:lnTo>
                    <a:pt x="348771" y="778988"/>
                  </a:lnTo>
                  <a:lnTo>
                    <a:pt x="339083" y="776649"/>
                  </a:lnTo>
                  <a:lnTo>
                    <a:pt x="329395" y="770817"/>
                  </a:lnTo>
                  <a:lnTo>
                    <a:pt x="319707" y="768284"/>
                  </a:lnTo>
                  <a:lnTo>
                    <a:pt x="310019" y="766369"/>
                  </a:lnTo>
                  <a:lnTo>
                    <a:pt x="300331" y="764416"/>
                  </a:lnTo>
                  <a:lnTo>
                    <a:pt x="290642" y="762075"/>
                  </a:lnTo>
                  <a:lnTo>
                    <a:pt x="280954" y="759477"/>
                  </a:lnTo>
                  <a:lnTo>
                    <a:pt x="271266" y="758335"/>
                  </a:lnTo>
                  <a:lnTo>
                    <a:pt x="261578" y="753938"/>
                  </a:lnTo>
                  <a:lnTo>
                    <a:pt x="251890" y="749547"/>
                  </a:lnTo>
                  <a:lnTo>
                    <a:pt x="242202" y="748207"/>
                  </a:lnTo>
                  <a:lnTo>
                    <a:pt x="232514" y="748871"/>
                  </a:lnTo>
                  <a:lnTo>
                    <a:pt x="222826" y="745959"/>
                  </a:lnTo>
                  <a:lnTo>
                    <a:pt x="213138" y="742654"/>
                  </a:lnTo>
                  <a:lnTo>
                    <a:pt x="203450" y="739355"/>
                  </a:lnTo>
                  <a:lnTo>
                    <a:pt x="193761" y="737009"/>
                  </a:lnTo>
                  <a:lnTo>
                    <a:pt x="184073" y="736053"/>
                  </a:lnTo>
                  <a:lnTo>
                    <a:pt x="174385" y="735092"/>
                  </a:lnTo>
                  <a:lnTo>
                    <a:pt x="164697" y="734105"/>
                  </a:lnTo>
                  <a:lnTo>
                    <a:pt x="155009" y="732998"/>
                  </a:lnTo>
                  <a:lnTo>
                    <a:pt x="145321" y="732079"/>
                  </a:lnTo>
                  <a:lnTo>
                    <a:pt x="135633" y="728838"/>
                  </a:lnTo>
                  <a:lnTo>
                    <a:pt x="125945" y="728467"/>
                  </a:lnTo>
                  <a:lnTo>
                    <a:pt x="116257" y="726402"/>
                  </a:lnTo>
                  <a:lnTo>
                    <a:pt x="106569" y="724155"/>
                  </a:lnTo>
                  <a:lnTo>
                    <a:pt x="96880" y="721723"/>
                  </a:lnTo>
                  <a:lnTo>
                    <a:pt x="87192" y="718800"/>
                  </a:lnTo>
                  <a:lnTo>
                    <a:pt x="77504" y="714311"/>
                  </a:lnTo>
                  <a:lnTo>
                    <a:pt x="67816" y="711903"/>
                  </a:lnTo>
                  <a:lnTo>
                    <a:pt x="58128" y="712225"/>
                  </a:lnTo>
                  <a:lnTo>
                    <a:pt x="48440" y="708452"/>
                  </a:lnTo>
                  <a:lnTo>
                    <a:pt x="38752" y="705608"/>
                  </a:lnTo>
                  <a:lnTo>
                    <a:pt x="29064" y="704279"/>
                  </a:lnTo>
                  <a:lnTo>
                    <a:pt x="19376" y="701308"/>
                  </a:lnTo>
                  <a:lnTo>
                    <a:pt x="9688" y="699753"/>
                  </a:lnTo>
                  <a:lnTo>
                    <a:pt x="0" y="697835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72728" y="1341219"/>
              <a:ext cx="2509217" cy="405404"/>
            </a:xfrm>
            <a:custGeom>
              <a:avLst/>
              <a:pathLst>
                <a:path w="2509217" h="405404">
                  <a:moveTo>
                    <a:pt x="0" y="0"/>
                  </a:moveTo>
                  <a:lnTo>
                    <a:pt x="9688" y="3219"/>
                  </a:lnTo>
                  <a:lnTo>
                    <a:pt x="19376" y="6143"/>
                  </a:lnTo>
                  <a:lnTo>
                    <a:pt x="29064" y="8850"/>
                  </a:lnTo>
                  <a:lnTo>
                    <a:pt x="38752" y="11613"/>
                  </a:lnTo>
                  <a:lnTo>
                    <a:pt x="48440" y="15693"/>
                  </a:lnTo>
                  <a:lnTo>
                    <a:pt x="58128" y="18956"/>
                  </a:lnTo>
                  <a:lnTo>
                    <a:pt x="67816" y="20389"/>
                  </a:lnTo>
                  <a:lnTo>
                    <a:pt x="77504" y="24864"/>
                  </a:lnTo>
                  <a:lnTo>
                    <a:pt x="87192" y="29900"/>
                  </a:lnTo>
                  <a:lnTo>
                    <a:pt x="96880" y="32641"/>
                  </a:lnTo>
                  <a:lnTo>
                    <a:pt x="106569" y="35358"/>
                  </a:lnTo>
                  <a:lnTo>
                    <a:pt x="116257" y="38090"/>
                  </a:lnTo>
                  <a:lnTo>
                    <a:pt x="125945" y="40838"/>
                  </a:lnTo>
                  <a:lnTo>
                    <a:pt x="135633" y="43366"/>
                  </a:lnTo>
                  <a:lnTo>
                    <a:pt x="145321" y="45162"/>
                  </a:lnTo>
                  <a:lnTo>
                    <a:pt x="155009" y="46972"/>
                  </a:lnTo>
                  <a:lnTo>
                    <a:pt x="164697" y="50634"/>
                  </a:lnTo>
                  <a:lnTo>
                    <a:pt x="174385" y="54805"/>
                  </a:lnTo>
                  <a:lnTo>
                    <a:pt x="184073" y="57644"/>
                  </a:lnTo>
                  <a:lnTo>
                    <a:pt x="193761" y="60078"/>
                  </a:lnTo>
                  <a:lnTo>
                    <a:pt x="203450" y="63370"/>
                  </a:lnTo>
                  <a:lnTo>
                    <a:pt x="213138" y="66257"/>
                  </a:lnTo>
                  <a:lnTo>
                    <a:pt x="222826" y="69238"/>
                  </a:lnTo>
                  <a:lnTo>
                    <a:pt x="232514" y="72688"/>
                  </a:lnTo>
                  <a:lnTo>
                    <a:pt x="242202" y="76539"/>
                  </a:lnTo>
                  <a:lnTo>
                    <a:pt x="251890" y="79547"/>
                  </a:lnTo>
                  <a:lnTo>
                    <a:pt x="261578" y="80849"/>
                  </a:lnTo>
                  <a:lnTo>
                    <a:pt x="271266" y="82659"/>
                  </a:lnTo>
                  <a:lnTo>
                    <a:pt x="280954" y="84787"/>
                  </a:lnTo>
                  <a:lnTo>
                    <a:pt x="290642" y="88837"/>
                  </a:lnTo>
                  <a:lnTo>
                    <a:pt x="300331" y="91069"/>
                  </a:lnTo>
                  <a:lnTo>
                    <a:pt x="310019" y="94551"/>
                  </a:lnTo>
                  <a:lnTo>
                    <a:pt x="319707" y="97357"/>
                  </a:lnTo>
                  <a:lnTo>
                    <a:pt x="329395" y="99365"/>
                  </a:lnTo>
                  <a:lnTo>
                    <a:pt x="339083" y="102535"/>
                  </a:lnTo>
                  <a:lnTo>
                    <a:pt x="348771" y="105691"/>
                  </a:lnTo>
                  <a:lnTo>
                    <a:pt x="358459" y="108166"/>
                  </a:lnTo>
                  <a:lnTo>
                    <a:pt x="368147" y="110388"/>
                  </a:lnTo>
                  <a:lnTo>
                    <a:pt x="377835" y="112619"/>
                  </a:lnTo>
                  <a:lnTo>
                    <a:pt x="387523" y="114859"/>
                  </a:lnTo>
                  <a:lnTo>
                    <a:pt x="397212" y="117106"/>
                  </a:lnTo>
                  <a:lnTo>
                    <a:pt x="406900" y="119378"/>
                  </a:lnTo>
                  <a:lnTo>
                    <a:pt x="416588" y="122212"/>
                  </a:lnTo>
                  <a:lnTo>
                    <a:pt x="426276" y="125574"/>
                  </a:lnTo>
                  <a:lnTo>
                    <a:pt x="435964" y="128960"/>
                  </a:lnTo>
                  <a:lnTo>
                    <a:pt x="445652" y="131990"/>
                  </a:lnTo>
                  <a:lnTo>
                    <a:pt x="455340" y="135256"/>
                  </a:lnTo>
                  <a:lnTo>
                    <a:pt x="465028" y="139138"/>
                  </a:lnTo>
                  <a:lnTo>
                    <a:pt x="474716" y="140454"/>
                  </a:lnTo>
                  <a:lnTo>
                    <a:pt x="484404" y="141813"/>
                  </a:lnTo>
                  <a:lnTo>
                    <a:pt x="494093" y="143135"/>
                  </a:lnTo>
                  <a:lnTo>
                    <a:pt x="503781" y="144459"/>
                  </a:lnTo>
                  <a:lnTo>
                    <a:pt x="513469" y="148146"/>
                  </a:lnTo>
                  <a:lnTo>
                    <a:pt x="523157" y="151741"/>
                  </a:lnTo>
                  <a:lnTo>
                    <a:pt x="532845" y="154179"/>
                  </a:lnTo>
                  <a:lnTo>
                    <a:pt x="542533" y="156626"/>
                  </a:lnTo>
                  <a:lnTo>
                    <a:pt x="552221" y="158757"/>
                  </a:lnTo>
                  <a:lnTo>
                    <a:pt x="561909" y="161513"/>
                  </a:lnTo>
                  <a:lnTo>
                    <a:pt x="571597" y="164557"/>
                  </a:lnTo>
                  <a:lnTo>
                    <a:pt x="581285" y="168091"/>
                  </a:lnTo>
                  <a:lnTo>
                    <a:pt x="590974" y="170068"/>
                  </a:lnTo>
                  <a:lnTo>
                    <a:pt x="600662" y="173075"/>
                  </a:lnTo>
                  <a:lnTo>
                    <a:pt x="610350" y="173786"/>
                  </a:lnTo>
                  <a:lnTo>
                    <a:pt x="620038" y="176292"/>
                  </a:lnTo>
                  <a:lnTo>
                    <a:pt x="629726" y="178664"/>
                  </a:lnTo>
                  <a:lnTo>
                    <a:pt x="639414" y="181275"/>
                  </a:lnTo>
                  <a:lnTo>
                    <a:pt x="649102" y="183794"/>
                  </a:lnTo>
                  <a:lnTo>
                    <a:pt x="658790" y="186421"/>
                  </a:lnTo>
                  <a:lnTo>
                    <a:pt x="668478" y="189171"/>
                  </a:lnTo>
                  <a:lnTo>
                    <a:pt x="678166" y="192437"/>
                  </a:lnTo>
                  <a:lnTo>
                    <a:pt x="687855" y="195357"/>
                  </a:lnTo>
                  <a:lnTo>
                    <a:pt x="697543" y="198507"/>
                  </a:lnTo>
                  <a:lnTo>
                    <a:pt x="707231" y="200382"/>
                  </a:lnTo>
                  <a:lnTo>
                    <a:pt x="716919" y="203430"/>
                  </a:lnTo>
                  <a:lnTo>
                    <a:pt x="726607" y="205925"/>
                  </a:lnTo>
                  <a:lnTo>
                    <a:pt x="736295" y="208390"/>
                  </a:lnTo>
                  <a:lnTo>
                    <a:pt x="745983" y="211638"/>
                  </a:lnTo>
                  <a:lnTo>
                    <a:pt x="755671" y="213529"/>
                  </a:lnTo>
                  <a:lnTo>
                    <a:pt x="765359" y="215763"/>
                  </a:lnTo>
                  <a:lnTo>
                    <a:pt x="775047" y="217850"/>
                  </a:lnTo>
                  <a:lnTo>
                    <a:pt x="784736" y="219924"/>
                  </a:lnTo>
                  <a:lnTo>
                    <a:pt x="794424" y="222019"/>
                  </a:lnTo>
                  <a:lnTo>
                    <a:pt x="804112" y="224119"/>
                  </a:lnTo>
                  <a:lnTo>
                    <a:pt x="813800" y="226467"/>
                  </a:lnTo>
                  <a:lnTo>
                    <a:pt x="823488" y="228906"/>
                  </a:lnTo>
                  <a:lnTo>
                    <a:pt x="833176" y="231353"/>
                  </a:lnTo>
                  <a:lnTo>
                    <a:pt x="842864" y="233808"/>
                  </a:lnTo>
                  <a:lnTo>
                    <a:pt x="852552" y="236271"/>
                  </a:lnTo>
                  <a:lnTo>
                    <a:pt x="862240" y="238188"/>
                  </a:lnTo>
                  <a:lnTo>
                    <a:pt x="871928" y="241015"/>
                  </a:lnTo>
                  <a:lnTo>
                    <a:pt x="881617" y="243098"/>
                  </a:lnTo>
                  <a:lnTo>
                    <a:pt x="891305" y="244457"/>
                  </a:lnTo>
                  <a:lnTo>
                    <a:pt x="900993" y="246345"/>
                  </a:lnTo>
                  <a:lnTo>
                    <a:pt x="910681" y="249016"/>
                  </a:lnTo>
                  <a:lnTo>
                    <a:pt x="920369" y="250680"/>
                  </a:lnTo>
                  <a:lnTo>
                    <a:pt x="930057" y="251845"/>
                  </a:lnTo>
                  <a:lnTo>
                    <a:pt x="939745" y="253981"/>
                  </a:lnTo>
                  <a:lnTo>
                    <a:pt x="949433" y="255796"/>
                  </a:lnTo>
                  <a:lnTo>
                    <a:pt x="959121" y="258370"/>
                  </a:lnTo>
                  <a:lnTo>
                    <a:pt x="968809" y="260441"/>
                  </a:lnTo>
                  <a:lnTo>
                    <a:pt x="978498" y="262197"/>
                  </a:lnTo>
                  <a:lnTo>
                    <a:pt x="988186" y="264296"/>
                  </a:lnTo>
                  <a:lnTo>
                    <a:pt x="997874" y="266971"/>
                  </a:lnTo>
                  <a:lnTo>
                    <a:pt x="1007562" y="269384"/>
                  </a:lnTo>
                  <a:lnTo>
                    <a:pt x="1017250" y="271596"/>
                  </a:lnTo>
                  <a:lnTo>
                    <a:pt x="1026938" y="271990"/>
                  </a:lnTo>
                  <a:lnTo>
                    <a:pt x="1036626" y="274915"/>
                  </a:lnTo>
                  <a:lnTo>
                    <a:pt x="1046314" y="276905"/>
                  </a:lnTo>
                  <a:lnTo>
                    <a:pt x="1056002" y="278242"/>
                  </a:lnTo>
                  <a:lnTo>
                    <a:pt x="1065690" y="279320"/>
                  </a:lnTo>
                  <a:lnTo>
                    <a:pt x="1075379" y="280203"/>
                  </a:lnTo>
                  <a:lnTo>
                    <a:pt x="1085067" y="281476"/>
                  </a:lnTo>
                  <a:lnTo>
                    <a:pt x="1094755" y="283695"/>
                  </a:lnTo>
                  <a:lnTo>
                    <a:pt x="1104443" y="285039"/>
                  </a:lnTo>
                  <a:lnTo>
                    <a:pt x="1114131" y="284779"/>
                  </a:lnTo>
                  <a:lnTo>
                    <a:pt x="1123819" y="286121"/>
                  </a:lnTo>
                  <a:lnTo>
                    <a:pt x="1133507" y="287594"/>
                  </a:lnTo>
                  <a:lnTo>
                    <a:pt x="1143195" y="288879"/>
                  </a:lnTo>
                  <a:lnTo>
                    <a:pt x="1152883" y="291173"/>
                  </a:lnTo>
                  <a:lnTo>
                    <a:pt x="1162571" y="293421"/>
                  </a:lnTo>
                  <a:lnTo>
                    <a:pt x="1172260" y="297535"/>
                  </a:lnTo>
                  <a:lnTo>
                    <a:pt x="1181948" y="299364"/>
                  </a:lnTo>
                  <a:lnTo>
                    <a:pt x="1191636" y="301214"/>
                  </a:lnTo>
                  <a:lnTo>
                    <a:pt x="1201324" y="303067"/>
                  </a:lnTo>
                  <a:lnTo>
                    <a:pt x="1211012" y="304940"/>
                  </a:lnTo>
                  <a:lnTo>
                    <a:pt x="1220700" y="306747"/>
                  </a:lnTo>
                  <a:lnTo>
                    <a:pt x="1230388" y="307731"/>
                  </a:lnTo>
                  <a:lnTo>
                    <a:pt x="1240076" y="308656"/>
                  </a:lnTo>
                  <a:lnTo>
                    <a:pt x="1249764" y="309761"/>
                  </a:lnTo>
                  <a:lnTo>
                    <a:pt x="1259452" y="312014"/>
                  </a:lnTo>
                  <a:lnTo>
                    <a:pt x="1269141" y="312585"/>
                  </a:lnTo>
                  <a:lnTo>
                    <a:pt x="1278829" y="313005"/>
                  </a:lnTo>
                  <a:lnTo>
                    <a:pt x="1288517" y="314061"/>
                  </a:lnTo>
                  <a:lnTo>
                    <a:pt x="1298205" y="315119"/>
                  </a:lnTo>
                  <a:lnTo>
                    <a:pt x="1307893" y="316214"/>
                  </a:lnTo>
                  <a:lnTo>
                    <a:pt x="1317581" y="317318"/>
                  </a:lnTo>
                  <a:lnTo>
                    <a:pt x="1327269" y="318382"/>
                  </a:lnTo>
                  <a:lnTo>
                    <a:pt x="1336957" y="319432"/>
                  </a:lnTo>
                  <a:lnTo>
                    <a:pt x="1346645" y="321902"/>
                  </a:lnTo>
                  <a:lnTo>
                    <a:pt x="1356333" y="322734"/>
                  </a:lnTo>
                  <a:lnTo>
                    <a:pt x="1366022" y="323543"/>
                  </a:lnTo>
                  <a:lnTo>
                    <a:pt x="1375710" y="324832"/>
                  </a:lnTo>
                  <a:lnTo>
                    <a:pt x="1385398" y="326486"/>
                  </a:lnTo>
                  <a:lnTo>
                    <a:pt x="1395086" y="328929"/>
                  </a:lnTo>
                  <a:lnTo>
                    <a:pt x="1404774" y="329674"/>
                  </a:lnTo>
                  <a:lnTo>
                    <a:pt x="1414462" y="330419"/>
                  </a:lnTo>
                  <a:lnTo>
                    <a:pt x="1424150" y="331173"/>
                  </a:lnTo>
                  <a:lnTo>
                    <a:pt x="1433838" y="331933"/>
                  </a:lnTo>
                  <a:lnTo>
                    <a:pt x="1443526" y="332693"/>
                  </a:lnTo>
                  <a:lnTo>
                    <a:pt x="1453214" y="333454"/>
                  </a:lnTo>
                  <a:lnTo>
                    <a:pt x="1462903" y="334216"/>
                  </a:lnTo>
                  <a:lnTo>
                    <a:pt x="1472591" y="334978"/>
                  </a:lnTo>
                  <a:lnTo>
                    <a:pt x="1482279" y="335936"/>
                  </a:lnTo>
                  <a:lnTo>
                    <a:pt x="1491967" y="336484"/>
                  </a:lnTo>
                  <a:lnTo>
                    <a:pt x="1501655" y="337244"/>
                  </a:lnTo>
                  <a:lnTo>
                    <a:pt x="1511343" y="339233"/>
                  </a:lnTo>
                  <a:lnTo>
                    <a:pt x="1521031" y="340344"/>
                  </a:lnTo>
                  <a:lnTo>
                    <a:pt x="1530719" y="341477"/>
                  </a:lnTo>
                  <a:lnTo>
                    <a:pt x="1540407" y="342543"/>
                  </a:lnTo>
                  <a:lnTo>
                    <a:pt x="1550095" y="343649"/>
                  </a:lnTo>
                  <a:lnTo>
                    <a:pt x="1559784" y="344756"/>
                  </a:lnTo>
                  <a:lnTo>
                    <a:pt x="1569472" y="345882"/>
                  </a:lnTo>
                  <a:lnTo>
                    <a:pt x="1579160" y="347010"/>
                  </a:lnTo>
                  <a:lnTo>
                    <a:pt x="1588848" y="348140"/>
                  </a:lnTo>
                  <a:lnTo>
                    <a:pt x="1598536" y="349271"/>
                  </a:lnTo>
                  <a:lnTo>
                    <a:pt x="1608224" y="350403"/>
                  </a:lnTo>
                  <a:lnTo>
                    <a:pt x="1617912" y="351537"/>
                  </a:lnTo>
                  <a:lnTo>
                    <a:pt x="1627600" y="352672"/>
                  </a:lnTo>
                  <a:lnTo>
                    <a:pt x="1637288" y="354456"/>
                  </a:lnTo>
                  <a:lnTo>
                    <a:pt x="1646976" y="355229"/>
                  </a:lnTo>
                  <a:lnTo>
                    <a:pt x="1656665" y="356043"/>
                  </a:lnTo>
                  <a:lnTo>
                    <a:pt x="1666353" y="357142"/>
                  </a:lnTo>
                  <a:lnTo>
                    <a:pt x="1676041" y="358242"/>
                  </a:lnTo>
                  <a:lnTo>
                    <a:pt x="1685729" y="359372"/>
                  </a:lnTo>
                  <a:lnTo>
                    <a:pt x="1695417" y="360527"/>
                  </a:lnTo>
                  <a:lnTo>
                    <a:pt x="1705105" y="361682"/>
                  </a:lnTo>
                  <a:lnTo>
                    <a:pt x="1714793" y="362839"/>
                  </a:lnTo>
                  <a:lnTo>
                    <a:pt x="1724481" y="363998"/>
                  </a:lnTo>
                  <a:lnTo>
                    <a:pt x="1734169" y="365124"/>
                  </a:lnTo>
                  <a:lnTo>
                    <a:pt x="1743857" y="366237"/>
                  </a:lnTo>
                  <a:lnTo>
                    <a:pt x="1753546" y="367378"/>
                  </a:lnTo>
                  <a:lnTo>
                    <a:pt x="1763234" y="367229"/>
                  </a:lnTo>
                  <a:lnTo>
                    <a:pt x="1772922" y="368468"/>
                  </a:lnTo>
                  <a:lnTo>
                    <a:pt x="1782610" y="370200"/>
                  </a:lnTo>
                  <a:lnTo>
                    <a:pt x="1792298" y="371223"/>
                  </a:lnTo>
                  <a:lnTo>
                    <a:pt x="1801986" y="373040"/>
                  </a:lnTo>
                  <a:lnTo>
                    <a:pt x="1811674" y="374165"/>
                  </a:lnTo>
                  <a:lnTo>
                    <a:pt x="1821362" y="375322"/>
                  </a:lnTo>
                  <a:lnTo>
                    <a:pt x="1831050" y="376481"/>
                  </a:lnTo>
                  <a:lnTo>
                    <a:pt x="1840738" y="377641"/>
                  </a:lnTo>
                  <a:lnTo>
                    <a:pt x="1850427" y="378808"/>
                  </a:lnTo>
                  <a:lnTo>
                    <a:pt x="1860115" y="380010"/>
                  </a:lnTo>
                  <a:lnTo>
                    <a:pt x="1869803" y="381213"/>
                  </a:lnTo>
                  <a:lnTo>
                    <a:pt x="1879491" y="382417"/>
                  </a:lnTo>
                  <a:lnTo>
                    <a:pt x="1889179" y="383790"/>
                  </a:lnTo>
                  <a:lnTo>
                    <a:pt x="1898867" y="384689"/>
                  </a:lnTo>
                  <a:lnTo>
                    <a:pt x="1908555" y="385010"/>
                  </a:lnTo>
                  <a:lnTo>
                    <a:pt x="1918243" y="385331"/>
                  </a:lnTo>
                  <a:lnTo>
                    <a:pt x="1927931" y="385658"/>
                  </a:lnTo>
                  <a:lnTo>
                    <a:pt x="1937619" y="385749"/>
                  </a:lnTo>
                  <a:lnTo>
                    <a:pt x="1947308" y="386337"/>
                  </a:lnTo>
                  <a:lnTo>
                    <a:pt x="1956996" y="386312"/>
                  </a:lnTo>
                  <a:lnTo>
                    <a:pt x="1966684" y="386626"/>
                  </a:lnTo>
                  <a:lnTo>
                    <a:pt x="1976372" y="386421"/>
                  </a:lnTo>
                  <a:lnTo>
                    <a:pt x="1986060" y="386437"/>
                  </a:lnTo>
                  <a:lnTo>
                    <a:pt x="1995748" y="387597"/>
                  </a:lnTo>
                  <a:lnTo>
                    <a:pt x="2005436" y="388266"/>
                  </a:lnTo>
                  <a:lnTo>
                    <a:pt x="2015124" y="388628"/>
                  </a:lnTo>
                  <a:lnTo>
                    <a:pt x="2024812" y="389230"/>
                  </a:lnTo>
                  <a:lnTo>
                    <a:pt x="2034500" y="390853"/>
                  </a:lnTo>
                  <a:lnTo>
                    <a:pt x="2044188" y="390227"/>
                  </a:lnTo>
                  <a:lnTo>
                    <a:pt x="2053877" y="389968"/>
                  </a:lnTo>
                  <a:lnTo>
                    <a:pt x="2063565" y="390867"/>
                  </a:lnTo>
                  <a:lnTo>
                    <a:pt x="2073253" y="391175"/>
                  </a:lnTo>
                  <a:lnTo>
                    <a:pt x="2082941" y="392059"/>
                  </a:lnTo>
                  <a:lnTo>
                    <a:pt x="2092629" y="392021"/>
                  </a:lnTo>
                  <a:lnTo>
                    <a:pt x="2102317" y="391982"/>
                  </a:lnTo>
                  <a:lnTo>
                    <a:pt x="2112005" y="391937"/>
                  </a:lnTo>
                  <a:lnTo>
                    <a:pt x="2121693" y="391879"/>
                  </a:lnTo>
                  <a:lnTo>
                    <a:pt x="2131381" y="391821"/>
                  </a:lnTo>
                  <a:lnTo>
                    <a:pt x="2141069" y="391763"/>
                  </a:lnTo>
                  <a:lnTo>
                    <a:pt x="2150758" y="392323"/>
                  </a:lnTo>
                  <a:lnTo>
                    <a:pt x="2160446" y="393590"/>
                  </a:lnTo>
                  <a:lnTo>
                    <a:pt x="2170134" y="394891"/>
                  </a:lnTo>
                  <a:lnTo>
                    <a:pt x="2179822" y="397107"/>
                  </a:lnTo>
                  <a:lnTo>
                    <a:pt x="2189510" y="399190"/>
                  </a:lnTo>
                  <a:lnTo>
                    <a:pt x="2199198" y="397980"/>
                  </a:lnTo>
                  <a:lnTo>
                    <a:pt x="2208886" y="396770"/>
                  </a:lnTo>
                  <a:lnTo>
                    <a:pt x="2218574" y="395621"/>
                  </a:lnTo>
                  <a:lnTo>
                    <a:pt x="2228262" y="396459"/>
                  </a:lnTo>
                  <a:lnTo>
                    <a:pt x="2237950" y="397303"/>
                  </a:lnTo>
                  <a:lnTo>
                    <a:pt x="2247639" y="398154"/>
                  </a:lnTo>
                  <a:lnTo>
                    <a:pt x="2257327" y="399006"/>
                  </a:lnTo>
                  <a:lnTo>
                    <a:pt x="2267015" y="398977"/>
                  </a:lnTo>
                  <a:lnTo>
                    <a:pt x="2276703" y="399698"/>
                  </a:lnTo>
                  <a:lnTo>
                    <a:pt x="2286391" y="400483"/>
                  </a:lnTo>
                  <a:lnTo>
                    <a:pt x="2296079" y="401214"/>
                  </a:lnTo>
                  <a:lnTo>
                    <a:pt x="2305767" y="400981"/>
                  </a:lnTo>
                  <a:lnTo>
                    <a:pt x="2315455" y="400754"/>
                  </a:lnTo>
                  <a:lnTo>
                    <a:pt x="2325143" y="400531"/>
                  </a:lnTo>
                  <a:lnTo>
                    <a:pt x="2334831" y="400308"/>
                  </a:lnTo>
                  <a:lnTo>
                    <a:pt x="2344520" y="400085"/>
                  </a:lnTo>
                  <a:lnTo>
                    <a:pt x="2354208" y="400249"/>
                  </a:lnTo>
                  <a:lnTo>
                    <a:pt x="2363896" y="400569"/>
                  </a:lnTo>
                  <a:lnTo>
                    <a:pt x="2373584" y="400888"/>
                  </a:lnTo>
                  <a:lnTo>
                    <a:pt x="2383272" y="401207"/>
                  </a:lnTo>
                  <a:lnTo>
                    <a:pt x="2392960" y="401527"/>
                  </a:lnTo>
                  <a:lnTo>
                    <a:pt x="2402648" y="401846"/>
                  </a:lnTo>
                  <a:lnTo>
                    <a:pt x="2412336" y="402166"/>
                  </a:lnTo>
                  <a:lnTo>
                    <a:pt x="2422024" y="402486"/>
                  </a:lnTo>
                  <a:lnTo>
                    <a:pt x="2431712" y="402806"/>
                  </a:lnTo>
                  <a:lnTo>
                    <a:pt x="2441401" y="403130"/>
                  </a:lnTo>
                  <a:lnTo>
                    <a:pt x="2451089" y="403455"/>
                  </a:lnTo>
                  <a:lnTo>
                    <a:pt x="2460777" y="403779"/>
                  </a:lnTo>
                  <a:lnTo>
                    <a:pt x="2470465" y="404104"/>
                  </a:lnTo>
                  <a:lnTo>
                    <a:pt x="2480153" y="404429"/>
                  </a:lnTo>
                  <a:lnTo>
                    <a:pt x="2489841" y="404754"/>
                  </a:lnTo>
                  <a:lnTo>
                    <a:pt x="2499529" y="405079"/>
                  </a:lnTo>
                  <a:lnTo>
                    <a:pt x="2509217" y="4054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672728" y="2039054"/>
              <a:ext cx="2509217" cy="1896486"/>
            </a:xfrm>
            <a:custGeom>
              <a:avLst/>
              <a:pathLst>
                <a:path w="2509217" h="1896486">
                  <a:moveTo>
                    <a:pt x="2509217" y="1896486"/>
                  </a:moveTo>
                  <a:lnTo>
                    <a:pt x="2499529" y="1883821"/>
                  </a:lnTo>
                  <a:lnTo>
                    <a:pt x="2489841" y="1871119"/>
                  </a:lnTo>
                  <a:lnTo>
                    <a:pt x="2480153" y="1858380"/>
                  </a:lnTo>
                  <a:lnTo>
                    <a:pt x="2470465" y="1845606"/>
                  </a:lnTo>
                  <a:lnTo>
                    <a:pt x="2460777" y="1834636"/>
                  </a:lnTo>
                  <a:lnTo>
                    <a:pt x="2451089" y="1826328"/>
                  </a:lnTo>
                  <a:lnTo>
                    <a:pt x="2441401" y="1818006"/>
                  </a:lnTo>
                  <a:lnTo>
                    <a:pt x="2431712" y="1809660"/>
                  </a:lnTo>
                  <a:lnTo>
                    <a:pt x="2422024" y="1801248"/>
                  </a:lnTo>
                  <a:lnTo>
                    <a:pt x="2412336" y="1792821"/>
                  </a:lnTo>
                  <a:lnTo>
                    <a:pt x="2402648" y="1780385"/>
                  </a:lnTo>
                  <a:lnTo>
                    <a:pt x="2392960" y="1767708"/>
                  </a:lnTo>
                  <a:lnTo>
                    <a:pt x="2383272" y="1754958"/>
                  </a:lnTo>
                  <a:lnTo>
                    <a:pt x="2373584" y="1745150"/>
                  </a:lnTo>
                  <a:lnTo>
                    <a:pt x="2363896" y="1736562"/>
                  </a:lnTo>
                  <a:lnTo>
                    <a:pt x="2354208" y="1727962"/>
                  </a:lnTo>
                  <a:lnTo>
                    <a:pt x="2344520" y="1718223"/>
                  </a:lnTo>
                  <a:lnTo>
                    <a:pt x="2334831" y="1706880"/>
                  </a:lnTo>
                  <a:lnTo>
                    <a:pt x="2325143" y="1695507"/>
                  </a:lnTo>
                  <a:lnTo>
                    <a:pt x="2315455" y="1684062"/>
                  </a:lnTo>
                  <a:lnTo>
                    <a:pt x="2305767" y="1672597"/>
                  </a:lnTo>
                  <a:lnTo>
                    <a:pt x="2296079" y="1661113"/>
                  </a:lnTo>
                  <a:lnTo>
                    <a:pt x="2286391" y="1649610"/>
                  </a:lnTo>
                  <a:lnTo>
                    <a:pt x="2276703" y="1638090"/>
                  </a:lnTo>
                  <a:lnTo>
                    <a:pt x="2267015" y="1626552"/>
                  </a:lnTo>
                  <a:lnTo>
                    <a:pt x="2257327" y="1614997"/>
                  </a:lnTo>
                  <a:lnTo>
                    <a:pt x="2247639" y="1606044"/>
                  </a:lnTo>
                  <a:lnTo>
                    <a:pt x="2237950" y="1597664"/>
                  </a:lnTo>
                  <a:lnTo>
                    <a:pt x="2228262" y="1589277"/>
                  </a:lnTo>
                  <a:lnTo>
                    <a:pt x="2218574" y="1579366"/>
                  </a:lnTo>
                  <a:lnTo>
                    <a:pt x="2208886" y="1568203"/>
                  </a:lnTo>
                  <a:lnTo>
                    <a:pt x="2199198" y="1557017"/>
                  </a:lnTo>
                  <a:lnTo>
                    <a:pt x="2189510" y="1545709"/>
                  </a:lnTo>
                  <a:lnTo>
                    <a:pt x="2179822" y="1534387"/>
                  </a:lnTo>
                  <a:lnTo>
                    <a:pt x="2170134" y="1523054"/>
                  </a:lnTo>
                  <a:lnTo>
                    <a:pt x="2160446" y="1511199"/>
                  </a:lnTo>
                  <a:lnTo>
                    <a:pt x="2150758" y="1498032"/>
                  </a:lnTo>
                  <a:lnTo>
                    <a:pt x="2141069" y="1489107"/>
                  </a:lnTo>
                  <a:lnTo>
                    <a:pt x="2131381" y="1477853"/>
                  </a:lnTo>
                  <a:lnTo>
                    <a:pt x="2121693" y="1466590"/>
                  </a:lnTo>
                  <a:lnTo>
                    <a:pt x="2112005" y="1457091"/>
                  </a:lnTo>
                  <a:lnTo>
                    <a:pt x="2102317" y="1450113"/>
                  </a:lnTo>
                  <a:lnTo>
                    <a:pt x="2092629" y="1443132"/>
                  </a:lnTo>
                  <a:lnTo>
                    <a:pt x="2082941" y="1436147"/>
                  </a:lnTo>
                  <a:lnTo>
                    <a:pt x="2073253" y="1428308"/>
                  </a:lnTo>
                  <a:lnTo>
                    <a:pt x="2063565" y="1414974"/>
                  </a:lnTo>
                  <a:lnTo>
                    <a:pt x="2053877" y="1401584"/>
                  </a:lnTo>
                  <a:lnTo>
                    <a:pt x="2044188" y="1388187"/>
                  </a:lnTo>
                  <a:lnTo>
                    <a:pt x="2034500" y="1374782"/>
                  </a:lnTo>
                  <a:lnTo>
                    <a:pt x="2024812" y="1361371"/>
                  </a:lnTo>
                  <a:lnTo>
                    <a:pt x="2015124" y="1350691"/>
                  </a:lnTo>
                  <a:lnTo>
                    <a:pt x="2005436" y="1340881"/>
                  </a:lnTo>
                  <a:lnTo>
                    <a:pt x="1995748" y="1331069"/>
                  </a:lnTo>
                  <a:lnTo>
                    <a:pt x="1986060" y="1321254"/>
                  </a:lnTo>
                  <a:lnTo>
                    <a:pt x="1976372" y="1311438"/>
                  </a:lnTo>
                  <a:lnTo>
                    <a:pt x="1966684" y="1301621"/>
                  </a:lnTo>
                  <a:lnTo>
                    <a:pt x="1956996" y="1291803"/>
                  </a:lnTo>
                  <a:lnTo>
                    <a:pt x="1947308" y="1281984"/>
                  </a:lnTo>
                  <a:lnTo>
                    <a:pt x="1937619" y="1272165"/>
                  </a:lnTo>
                  <a:lnTo>
                    <a:pt x="1927931" y="1262347"/>
                  </a:lnTo>
                  <a:lnTo>
                    <a:pt x="1918243" y="1252528"/>
                  </a:lnTo>
                  <a:lnTo>
                    <a:pt x="1908555" y="1242710"/>
                  </a:lnTo>
                  <a:lnTo>
                    <a:pt x="1898867" y="1232894"/>
                  </a:lnTo>
                  <a:lnTo>
                    <a:pt x="1889179" y="1223079"/>
                  </a:lnTo>
                  <a:lnTo>
                    <a:pt x="1879491" y="1213265"/>
                  </a:lnTo>
                  <a:lnTo>
                    <a:pt x="1869803" y="1203454"/>
                  </a:lnTo>
                  <a:lnTo>
                    <a:pt x="1860115" y="1193645"/>
                  </a:lnTo>
                  <a:lnTo>
                    <a:pt x="1850427" y="1183839"/>
                  </a:lnTo>
                  <a:lnTo>
                    <a:pt x="1840738" y="1173580"/>
                  </a:lnTo>
                  <a:lnTo>
                    <a:pt x="1831050" y="1162887"/>
                  </a:lnTo>
                  <a:lnTo>
                    <a:pt x="1821362" y="1151305"/>
                  </a:lnTo>
                  <a:lnTo>
                    <a:pt x="1811674" y="1137995"/>
                  </a:lnTo>
                  <a:lnTo>
                    <a:pt x="1801986" y="1124695"/>
                  </a:lnTo>
                  <a:lnTo>
                    <a:pt x="1792298" y="1111403"/>
                  </a:lnTo>
                  <a:lnTo>
                    <a:pt x="1782610" y="1098122"/>
                  </a:lnTo>
                  <a:lnTo>
                    <a:pt x="1772922" y="1086781"/>
                  </a:lnTo>
                  <a:lnTo>
                    <a:pt x="1763234" y="1079022"/>
                  </a:lnTo>
                  <a:lnTo>
                    <a:pt x="1753546" y="1071232"/>
                  </a:lnTo>
                  <a:lnTo>
                    <a:pt x="1743857" y="1062324"/>
                  </a:lnTo>
                  <a:lnTo>
                    <a:pt x="1734169" y="1048839"/>
                  </a:lnTo>
                  <a:lnTo>
                    <a:pt x="1724481" y="1035300"/>
                  </a:lnTo>
                  <a:lnTo>
                    <a:pt x="1714793" y="1024854"/>
                  </a:lnTo>
                  <a:lnTo>
                    <a:pt x="1705105" y="1019135"/>
                  </a:lnTo>
                  <a:lnTo>
                    <a:pt x="1695417" y="1013419"/>
                  </a:lnTo>
                  <a:lnTo>
                    <a:pt x="1685729" y="1002967"/>
                  </a:lnTo>
                  <a:lnTo>
                    <a:pt x="1676041" y="992325"/>
                  </a:lnTo>
                  <a:lnTo>
                    <a:pt x="1666353" y="980649"/>
                  </a:lnTo>
                  <a:lnTo>
                    <a:pt x="1656665" y="968174"/>
                  </a:lnTo>
                  <a:lnTo>
                    <a:pt x="1646976" y="960089"/>
                  </a:lnTo>
                  <a:lnTo>
                    <a:pt x="1637288" y="950103"/>
                  </a:lnTo>
                  <a:lnTo>
                    <a:pt x="1627600" y="939635"/>
                  </a:lnTo>
                  <a:lnTo>
                    <a:pt x="1617912" y="929180"/>
                  </a:lnTo>
                  <a:lnTo>
                    <a:pt x="1608224" y="918739"/>
                  </a:lnTo>
                  <a:lnTo>
                    <a:pt x="1598536" y="909692"/>
                  </a:lnTo>
                  <a:lnTo>
                    <a:pt x="1588848" y="902174"/>
                  </a:lnTo>
                  <a:lnTo>
                    <a:pt x="1579160" y="894546"/>
                  </a:lnTo>
                  <a:lnTo>
                    <a:pt x="1569472" y="886126"/>
                  </a:lnTo>
                  <a:lnTo>
                    <a:pt x="1559784" y="879448"/>
                  </a:lnTo>
                  <a:lnTo>
                    <a:pt x="1550095" y="870878"/>
                  </a:lnTo>
                  <a:lnTo>
                    <a:pt x="1540407" y="860207"/>
                  </a:lnTo>
                  <a:lnTo>
                    <a:pt x="1530719" y="849273"/>
                  </a:lnTo>
                  <a:lnTo>
                    <a:pt x="1521031" y="835012"/>
                  </a:lnTo>
                  <a:lnTo>
                    <a:pt x="1511343" y="820784"/>
                  </a:lnTo>
                  <a:lnTo>
                    <a:pt x="1501655" y="811848"/>
                  </a:lnTo>
                  <a:lnTo>
                    <a:pt x="1491967" y="805496"/>
                  </a:lnTo>
                  <a:lnTo>
                    <a:pt x="1482279" y="793968"/>
                  </a:lnTo>
                  <a:lnTo>
                    <a:pt x="1472591" y="785508"/>
                  </a:lnTo>
                  <a:lnTo>
                    <a:pt x="1462903" y="775299"/>
                  </a:lnTo>
                  <a:lnTo>
                    <a:pt x="1453214" y="764390"/>
                  </a:lnTo>
                  <a:lnTo>
                    <a:pt x="1443526" y="756346"/>
                  </a:lnTo>
                  <a:lnTo>
                    <a:pt x="1433838" y="750471"/>
                  </a:lnTo>
                  <a:lnTo>
                    <a:pt x="1424150" y="743723"/>
                  </a:lnTo>
                  <a:lnTo>
                    <a:pt x="1414462" y="733553"/>
                  </a:lnTo>
                  <a:lnTo>
                    <a:pt x="1404774" y="723467"/>
                  </a:lnTo>
                  <a:lnTo>
                    <a:pt x="1395086" y="714180"/>
                  </a:lnTo>
                  <a:lnTo>
                    <a:pt x="1385398" y="703811"/>
                  </a:lnTo>
                  <a:lnTo>
                    <a:pt x="1375710" y="693362"/>
                  </a:lnTo>
                  <a:lnTo>
                    <a:pt x="1366022" y="682860"/>
                  </a:lnTo>
                  <a:lnTo>
                    <a:pt x="1356333" y="672492"/>
                  </a:lnTo>
                  <a:lnTo>
                    <a:pt x="1346645" y="660811"/>
                  </a:lnTo>
                  <a:lnTo>
                    <a:pt x="1336957" y="651828"/>
                  </a:lnTo>
                  <a:lnTo>
                    <a:pt x="1327269" y="641534"/>
                  </a:lnTo>
                  <a:lnTo>
                    <a:pt x="1317581" y="631815"/>
                  </a:lnTo>
                  <a:lnTo>
                    <a:pt x="1307893" y="623009"/>
                  </a:lnTo>
                  <a:lnTo>
                    <a:pt x="1298205" y="613188"/>
                  </a:lnTo>
                  <a:lnTo>
                    <a:pt x="1288517" y="605010"/>
                  </a:lnTo>
                  <a:lnTo>
                    <a:pt x="1278829" y="597875"/>
                  </a:lnTo>
                  <a:lnTo>
                    <a:pt x="1269141" y="587889"/>
                  </a:lnTo>
                  <a:lnTo>
                    <a:pt x="1259452" y="576294"/>
                  </a:lnTo>
                  <a:lnTo>
                    <a:pt x="1249764" y="567824"/>
                  </a:lnTo>
                  <a:lnTo>
                    <a:pt x="1240076" y="562291"/>
                  </a:lnTo>
                  <a:lnTo>
                    <a:pt x="1230388" y="556766"/>
                  </a:lnTo>
                  <a:lnTo>
                    <a:pt x="1220700" y="551250"/>
                  </a:lnTo>
                  <a:lnTo>
                    <a:pt x="1211012" y="545743"/>
                  </a:lnTo>
                  <a:lnTo>
                    <a:pt x="1201324" y="540197"/>
                  </a:lnTo>
                  <a:lnTo>
                    <a:pt x="1191636" y="533900"/>
                  </a:lnTo>
                  <a:lnTo>
                    <a:pt x="1181948" y="523207"/>
                  </a:lnTo>
                  <a:lnTo>
                    <a:pt x="1172260" y="512547"/>
                  </a:lnTo>
                  <a:lnTo>
                    <a:pt x="1162571" y="511386"/>
                  </a:lnTo>
                  <a:lnTo>
                    <a:pt x="1152883" y="507033"/>
                  </a:lnTo>
                  <a:lnTo>
                    <a:pt x="1143195" y="498235"/>
                  </a:lnTo>
                  <a:lnTo>
                    <a:pt x="1133507" y="489699"/>
                  </a:lnTo>
                  <a:lnTo>
                    <a:pt x="1123819" y="481692"/>
                  </a:lnTo>
                  <a:lnTo>
                    <a:pt x="1114131" y="474995"/>
                  </a:lnTo>
                  <a:lnTo>
                    <a:pt x="1104443" y="465739"/>
                  </a:lnTo>
                  <a:lnTo>
                    <a:pt x="1094755" y="456777"/>
                  </a:lnTo>
                  <a:lnTo>
                    <a:pt x="1085067" y="452385"/>
                  </a:lnTo>
                  <a:lnTo>
                    <a:pt x="1075379" y="448786"/>
                  </a:lnTo>
                  <a:lnTo>
                    <a:pt x="1065690" y="436832"/>
                  </a:lnTo>
                  <a:lnTo>
                    <a:pt x="1056002" y="432637"/>
                  </a:lnTo>
                  <a:lnTo>
                    <a:pt x="1046314" y="428285"/>
                  </a:lnTo>
                  <a:lnTo>
                    <a:pt x="1036626" y="419081"/>
                  </a:lnTo>
                  <a:lnTo>
                    <a:pt x="1026938" y="413054"/>
                  </a:lnTo>
                  <a:lnTo>
                    <a:pt x="1017250" y="405733"/>
                  </a:lnTo>
                  <a:lnTo>
                    <a:pt x="1007562" y="401019"/>
                  </a:lnTo>
                  <a:lnTo>
                    <a:pt x="997874" y="400127"/>
                  </a:lnTo>
                  <a:lnTo>
                    <a:pt x="988186" y="392323"/>
                  </a:lnTo>
                  <a:lnTo>
                    <a:pt x="978498" y="385746"/>
                  </a:lnTo>
                  <a:lnTo>
                    <a:pt x="968809" y="378388"/>
                  </a:lnTo>
                  <a:lnTo>
                    <a:pt x="959121" y="368654"/>
                  </a:lnTo>
                  <a:lnTo>
                    <a:pt x="949433" y="363229"/>
                  </a:lnTo>
                  <a:lnTo>
                    <a:pt x="939745" y="357888"/>
                  </a:lnTo>
                  <a:lnTo>
                    <a:pt x="930057" y="352071"/>
                  </a:lnTo>
                  <a:lnTo>
                    <a:pt x="920369" y="346386"/>
                  </a:lnTo>
                  <a:lnTo>
                    <a:pt x="910681" y="341196"/>
                  </a:lnTo>
                  <a:lnTo>
                    <a:pt x="900993" y="336983"/>
                  </a:lnTo>
                  <a:lnTo>
                    <a:pt x="891305" y="332776"/>
                  </a:lnTo>
                  <a:lnTo>
                    <a:pt x="881617" y="327117"/>
                  </a:lnTo>
                  <a:lnTo>
                    <a:pt x="871928" y="323163"/>
                  </a:lnTo>
                  <a:lnTo>
                    <a:pt x="862240" y="315373"/>
                  </a:lnTo>
                  <a:lnTo>
                    <a:pt x="852552" y="308218"/>
                  </a:lnTo>
                  <a:lnTo>
                    <a:pt x="842864" y="303697"/>
                  </a:lnTo>
                  <a:lnTo>
                    <a:pt x="833176" y="295686"/>
                  </a:lnTo>
                  <a:lnTo>
                    <a:pt x="823488" y="290169"/>
                  </a:lnTo>
                  <a:lnTo>
                    <a:pt x="813800" y="286091"/>
                  </a:lnTo>
                  <a:lnTo>
                    <a:pt x="804112" y="279166"/>
                  </a:lnTo>
                  <a:lnTo>
                    <a:pt x="794424" y="274493"/>
                  </a:lnTo>
                  <a:lnTo>
                    <a:pt x="784736" y="271616"/>
                  </a:lnTo>
                  <a:lnTo>
                    <a:pt x="775047" y="270732"/>
                  </a:lnTo>
                  <a:lnTo>
                    <a:pt x="765359" y="265867"/>
                  </a:lnTo>
                  <a:lnTo>
                    <a:pt x="755671" y="256804"/>
                  </a:lnTo>
                  <a:lnTo>
                    <a:pt x="745983" y="255601"/>
                  </a:lnTo>
                  <a:lnTo>
                    <a:pt x="736295" y="253056"/>
                  </a:lnTo>
                  <a:lnTo>
                    <a:pt x="726607" y="247270"/>
                  </a:lnTo>
                  <a:lnTo>
                    <a:pt x="716919" y="241570"/>
                  </a:lnTo>
                  <a:lnTo>
                    <a:pt x="707231" y="235848"/>
                  </a:lnTo>
                  <a:lnTo>
                    <a:pt x="697543" y="233279"/>
                  </a:lnTo>
                  <a:lnTo>
                    <a:pt x="687855" y="227273"/>
                  </a:lnTo>
                  <a:lnTo>
                    <a:pt x="678166" y="220715"/>
                  </a:lnTo>
                  <a:lnTo>
                    <a:pt x="668478" y="214168"/>
                  </a:lnTo>
                  <a:lnTo>
                    <a:pt x="658790" y="207929"/>
                  </a:lnTo>
                  <a:lnTo>
                    <a:pt x="649102" y="201667"/>
                  </a:lnTo>
                  <a:lnTo>
                    <a:pt x="639414" y="197923"/>
                  </a:lnTo>
                  <a:lnTo>
                    <a:pt x="629726" y="191438"/>
                  </a:lnTo>
                  <a:lnTo>
                    <a:pt x="620038" y="184855"/>
                  </a:lnTo>
                  <a:lnTo>
                    <a:pt x="610350" y="179306"/>
                  </a:lnTo>
                  <a:lnTo>
                    <a:pt x="600662" y="174313"/>
                  </a:lnTo>
                  <a:lnTo>
                    <a:pt x="590974" y="171406"/>
                  </a:lnTo>
                  <a:lnTo>
                    <a:pt x="581285" y="168503"/>
                  </a:lnTo>
                  <a:lnTo>
                    <a:pt x="571597" y="167583"/>
                  </a:lnTo>
                  <a:lnTo>
                    <a:pt x="561909" y="162709"/>
                  </a:lnTo>
                  <a:lnTo>
                    <a:pt x="552221" y="159819"/>
                  </a:lnTo>
                  <a:lnTo>
                    <a:pt x="542533" y="155556"/>
                  </a:lnTo>
                  <a:lnTo>
                    <a:pt x="532845" y="151350"/>
                  </a:lnTo>
                  <a:lnTo>
                    <a:pt x="523157" y="146719"/>
                  </a:lnTo>
                  <a:lnTo>
                    <a:pt x="513469" y="142280"/>
                  </a:lnTo>
                  <a:lnTo>
                    <a:pt x="503781" y="137834"/>
                  </a:lnTo>
                  <a:lnTo>
                    <a:pt x="494093" y="133462"/>
                  </a:lnTo>
                  <a:lnTo>
                    <a:pt x="484404" y="127896"/>
                  </a:lnTo>
                  <a:lnTo>
                    <a:pt x="474716" y="125036"/>
                  </a:lnTo>
                  <a:lnTo>
                    <a:pt x="465028" y="123379"/>
                  </a:lnTo>
                  <a:lnTo>
                    <a:pt x="455340" y="118268"/>
                  </a:lnTo>
                  <a:lnTo>
                    <a:pt x="445652" y="113966"/>
                  </a:lnTo>
                  <a:lnTo>
                    <a:pt x="435964" y="110612"/>
                  </a:lnTo>
                  <a:lnTo>
                    <a:pt x="426276" y="106889"/>
                  </a:lnTo>
                  <a:lnTo>
                    <a:pt x="416588" y="105818"/>
                  </a:lnTo>
                  <a:lnTo>
                    <a:pt x="406900" y="103756"/>
                  </a:lnTo>
                  <a:lnTo>
                    <a:pt x="397212" y="101188"/>
                  </a:lnTo>
                  <a:lnTo>
                    <a:pt x="387523" y="97795"/>
                  </a:lnTo>
                  <a:lnTo>
                    <a:pt x="377835" y="96090"/>
                  </a:lnTo>
                  <a:lnTo>
                    <a:pt x="368147" y="93555"/>
                  </a:lnTo>
                  <a:lnTo>
                    <a:pt x="358459" y="87428"/>
                  </a:lnTo>
                  <a:lnTo>
                    <a:pt x="348771" y="81153"/>
                  </a:lnTo>
                  <a:lnTo>
                    <a:pt x="339083" y="78814"/>
                  </a:lnTo>
                  <a:lnTo>
                    <a:pt x="329395" y="72982"/>
                  </a:lnTo>
                  <a:lnTo>
                    <a:pt x="319707" y="70449"/>
                  </a:lnTo>
                  <a:lnTo>
                    <a:pt x="310019" y="68533"/>
                  </a:lnTo>
                  <a:lnTo>
                    <a:pt x="300331" y="66581"/>
                  </a:lnTo>
                  <a:lnTo>
                    <a:pt x="290642" y="64240"/>
                  </a:lnTo>
                  <a:lnTo>
                    <a:pt x="280954" y="61642"/>
                  </a:lnTo>
                  <a:lnTo>
                    <a:pt x="271266" y="60499"/>
                  </a:lnTo>
                  <a:lnTo>
                    <a:pt x="261578" y="56103"/>
                  </a:lnTo>
                  <a:lnTo>
                    <a:pt x="251890" y="51712"/>
                  </a:lnTo>
                  <a:lnTo>
                    <a:pt x="242202" y="50372"/>
                  </a:lnTo>
                  <a:lnTo>
                    <a:pt x="232514" y="51035"/>
                  </a:lnTo>
                  <a:lnTo>
                    <a:pt x="222826" y="48123"/>
                  </a:lnTo>
                  <a:lnTo>
                    <a:pt x="213138" y="44818"/>
                  </a:lnTo>
                  <a:lnTo>
                    <a:pt x="203450" y="41520"/>
                  </a:lnTo>
                  <a:lnTo>
                    <a:pt x="193761" y="39174"/>
                  </a:lnTo>
                  <a:lnTo>
                    <a:pt x="184073" y="38217"/>
                  </a:lnTo>
                  <a:lnTo>
                    <a:pt x="174385" y="37257"/>
                  </a:lnTo>
                  <a:lnTo>
                    <a:pt x="164697" y="36270"/>
                  </a:lnTo>
                  <a:lnTo>
                    <a:pt x="155009" y="35163"/>
                  </a:lnTo>
                  <a:lnTo>
                    <a:pt x="145321" y="34244"/>
                  </a:lnTo>
                  <a:lnTo>
                    <a:pt x="135633" y="31002"/>
                  </a:lnTo>
                  <a:lnTo>
                    <a:pt x="125945" y="30631"/>
                  </a:lnTo>
                  <a:lnTo>
                    <a:pt x="116257" y="28567"/>
                  </a:lnTo>
                  <a:lnTo>
                    <a:pt x="106569" y="26319"/>
                  </a:lnTo>
                  <a:lnTo>
                    <a:pt x="96880" y="23888"/>
                  </a:lnTo>
                  <a:lnTo>
                    <a:pt x="87192" y="20965"/>
                  </a:lnTo>
                  <a:lnTo>
                    <a:pt x="77504" y="16476"/>
                  </a:lnTo>
                  <a:lnTo>
                    <a:pt x="67816" y="14068"/>
                  </a:lnTo>
                  <a:lnTo>
                    <a:pt x="58128" y="14389"/>
                  </a:lnTo>
                  <a:lnTo>
                    <a:pt x="48440" y="10617"/>
                  </a:lnTo>
                  <a:lnTo>
                    <a:pt x="38752" y="7772"/>
                  </a:lnTo>
                  <a:lnTo>
                    <a:pt x="29064" y="6444"/>
                  </a:lnTo>
                  <a:lnTo>
                    <a:pt x="19376" y="3473"/>
                  </a:lnTo>
                  <a:lnTo>
                    <a:pt x="9688" y="191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672728" y="981184"/>
              <a:ext cx="2509217" cy="4398672"/>
            </a:xfrm>
            <a:custGeom>
              <a:avLst/>
              <a:pathLst>
                <a:path w="2509217" h="4398672">
                  <a:moveTo>
                    <a:pt x="0" y="819499"/>
                  </a:moveTo>
                  <a:lnTo>
                    <a:pt x="9688" y="820413"/>
                  </a:lnTo>
                  <a:lnTo>
                    <a:pt x="19376" y="823477"/>
                  </a:lnTo>
                  <a:lnTo>
                    <a:pt x="29064" y="828372"/>
                  </a:lnTo>
                  <a:lnTo>
                    <a:pt x="38752" y="834255"/>
                  </a:lnTo>
                  <a:lnTo>
                    <a:pt x="48440" y="839844"/>
                  </a:lnTo>
                  <a:lnTo>
                    <a:pt x="58128" y="842454"/>
                  </a:lnTo>
                  <a:lnTo>
                    <a:pt x="67816" y="847402"/>
                  </a:lnTo>
                  <a:lnTo>
                    <a:pt x="77504" y="844159"/>
                  </a:lnTo>
                  <a:lnTo>
                    <a:pt x="87192" y="846935"/>
                  </a:lnTo>
                  <a:lnTo>
                    <a:pt x="96880" y="853906"/>
                  </a:lnTo>
                  <a:lnTo>
                    <a:pt x="106569" y="852536"/>
                  </a:lnTo>
                  <a:lnTo>
                    <a:pt x="116257" y="852589"/>
                  </a:lnTo>
                  <a:lnTo>
                    <a:pt x="125945" y="856235"/>
                  </a:lnTo>
                  <a:lnTo>
                    <a:pt x="135633" y="854046"/>
                  </a:lnTo>
                  <a:lnTo>
                    <a:pt x="145321" y="856747"/>
                  </a:lnTo>
                  <a:lnTo>
                    <a:pt x="155009" y="851280"/>
                  </a:lnTo>
                  <a:lnTo>
                    <a:pt x="164697" y="850038"/>
                  </a:lnTo>
                  <a:lnTo>
                    <a:pt x="174385" y="851044"/>
                  </a:lnTo>
                  <a:lnTo>
                    <a:pt x="184073" y="844653"/>
                  </a:lnTo>
                  <a:lnTo>
                    <a:pt x="193761" y="844540"/>
                  </a:lnTo>
                  <a:lnTo>
                    <a:pt x="203450" y="847248"/>
                  </a:lnTo>
                  <a:lnTo>
                    <a:pt x="213138" y="843884"/>
                  </a:lnTo>
                  <a:lnTo>
                    <a:pt x="222826" y="840521"/>
                  </a:lnTo>
                  <a:lnTo>
                    <a:pt x="232514" y="840224"/>
                  </a:lnTo>
                  <a:lnTo>
                    <a:pt x="242202" y="838645"/>
                  </a:lnTo>
                  <a:lnTo>
                    <a:pt x="251890" y="833790"/>
                  </a:lnTo>
                  <a:lnTo>
                    <a:pt x="261578" y="829711"/>
                  </a:lnTo>
                  <a:lnTo>
                    <a:pt x="271266" y="831463"/>
                  </a:lnTo>
                  <a:lnTo>
                    <a:pt x="280954" y="823985"/>
                  </a:lnTo>
                  <a:lnTo>
                    <a:pt x="290642" y="816931"/>
                  </a:lnTo>
                  <a:lnTo>
                    <a:pt x="300331" y="809800"/>
                  </a:lnTo>
                  <a:lnTo>
                    <a:pt x="310019" y="806810"/>
                  </a:lnTo>
                  <a:lnTo>
                    <a:pt x="319707" y="807122"/>
                  </a:lnTo>
                  <a:lnTo>
                    <a:pt x="329395" y="800989"/>
                  </a:lnTo>
                  <a:lnTo>
                    <a:pt x="339083" y="794889"/>
                  </a:lnTo>
                  <a:lnTo>
                    <a:pt x="348771" y="787267"/>
                  </a:lnTo>
                  <a:lnTo>
                    <a:pt x="358459" y="782842"/>
                  </a:lnTo>
                  <a:lnTo>
                    <a:pt x="368147" y="777072"/>
                  </a:lnTo>
                  <a:lnTo>
                    <a:pt x="377835" y="772463"/>
                  </a:lnTo>
                  <a:lnTo>
                    <a:pt x="387523" y="770262"/>
                  </a:lnTo>
                  <a:lnTo>
                    <a:pt x="397212" y="766280"/>
                  </a:lnTo>
                  <a:lnTo>
                    <a:pt x="406900" y="759508"/>
                  </a:lnTo>
                  <a:lnTo>
                    <a:pt x="416588" y="754259"/>
                  </a:lnTo>
                  <a:lnTo>
                    <a:pt x="426276" y="749804"/>
                  </a:lnTo>
                  <a:lnTo>
                    <a:pt x="435964" y="745527"/>
                  </a:lnTo>
                  <a:lnTo>
                    <a:pt x="445652" y="740736"/>
                  </a:lnTo>
                  <a:lnTo>
                    <a:pt x="455340" y="734488"/>
                  </a:lnTo>
                  <a:lnTo>
                    <a:pt x="465028" y="725299"/>
                  </a:lnTo>
                  <a:lnTo>
                    <a:pt x="474716" y="719516"/>
                  </a:lnTo>
                  <a:lnTo>
                    <a:pt x="484404" y="714686"/>
                  </a:lnTo>
                  <a:lnTo>
                    <a:pt x="494093" y="710005"/>
                  </a:lnTo>
                  <a:lnTo>
                    <a:pt x="503781" y="705459"/>
                  </a:lnTo>
                  <a:lnTo>
                    <a:pt x="513469" y="702310"/>
                  </a:lnTo>
                  <a:lnTo>
                    <a:pt x="523157" y="698210"/>
                  </a:lnTo>
                  <a:lnTo>
                    <a:pt x="532845" y="691709"/>
                  </a:lnTo>
                  <a:lnTo>
                    <a:pt x="542533" y="685538"/>
                  </a:lnTo>
                  <a:lnTo>
                    <a:pt x="552221" y="675495"/>
                  </a:lnTo>
                  <a:lnTo>
                    <a:pt x="561909" y="672186"/>
                  </a:lnTo>
                  <a:lnTo>
                    <a:pt x="571597" y="669806"/>
                  </a:lnTo>
                  <a:lnTo>
                    <a:pt x="581285" y="667439"/>
                  </a:lnTo>
                  <a:lnTo>
                    <a:pt x="590974" y="664751"/>
                  </a:lnTo>
                  <a:lnTo>
                    <a:pt x="600662" y="658240"/>
                  </a:lnTo>
                  <a:lnTo>
                    <a:pt x="610350" y="647759"/>
                  </a:lnTo>
                  <a:lnTo>
                    <a:pt x="620038" y="637566"/>
                  </a:lnTo>
                  <a:lnTo>
                    <a:pt x="629726" y="630199"/>
                  </a:lnTo>
                  <a:lnTo>
                    <a:pt x="639414" y="625739"/>
                  </a:lnTo>
                  <a:lnTo>
                    <a:pt x="649102" y="617664"/>
                  </a:lnTo>
                  <a:lnTo>
                    <a:pt x="658790" y="613297"/>
                  </a:lnTo>
                  <a:lnTo>
                    <a:pt x="668478" y="609470"/>
                  </a:lnTo>
                  <a:lnTo>
                    <a:pt x="678166" y="605380"/>
                  </a:lnTo>
                  <a:lnTo>
                    <a:pt x="687855" y="600853"/>
                  </a:lnTo>
                  <a:lnTo>
                    <a:pt x="697543" y="593309"/>
                  </a:lnTo>
                  <a:lnTo>
                    <a:pt x="707231" y="584362"/>
                  </a:lnTo>
                  <a:lnTo>
                    <a:pt x="716919" y="574054"/>
                  </a:lnTo>
                  <a:lnTo>
                    <a:pt x="726607" y="568689"/>
                  </a:lnTo>
                  <a:lnTo>
                    <a:pt x="736295" y="561772"/>
                  </a:lnTo>
                  <a:lnTo>
                    <a:pt x="745983" y="552852"/>
                  </a:lnTo>
                  <a:lnTo>
                    <a:pt x="755671" y="544101"/>
                  </a:lnTo>
                  <a:lnTo>
                    <a:pt x="765359" y="537200"/>
                  </a:lnTo>
                  <a:lnTo>
                    <a:pt x="775047" y="532101"/>
                  </a:lnTo>
                  <a:lnTo>
                    <a:pt x="784736" y="524118"/>
                  </a:lnTo>
                  <a:lnTo>
                    <a:pt x="794424" y="514493"/>
                  </a:lnTo>
                  <a:lnTo>
                    <a:pt x="804112" y="506055"/>
                  </a:lnTo>
                  <a:lnTo>
                    <a:pt x="813800" y="497213"/>
                  </a:lnTo>
                  <a:lnTo>
                    <a:pt x="823488" y="490419"/>
                  </a:lnTo>
                  <a:lnTo>
                    <a:pt x="833176" y="488662"/>
                  </a:lnTo>
                  <a:lnTo>
                    <a:pt x="842864" y="486911"/>
                  </a:lnTo>
                  <a:lnTo>
                    <a:pt x="852552" y="485165"/>
                  </a:lnTo>
                  <a:lnTo>
                    <a:pt x="862240" y="483292"/>
                  </a:lnTo>
                  <a:lnTo>
                    <a:pt x="871928" y="473612"/>
                  </a:lnTo>
                  <a:lnTo>
                    <a:pt x="881617" y="464089"/>
                  </a:lnTo>
                  <a:lnTo>
                    <a:pt x="891305" y="454720"/>
                  </a:lnTo>
                  <a:lnTo>
                    <a:pt x="900993" y="450236"/>
                  </a:lnTo>
                  <a:lnTo>
                    <a:pt x="910681" y="447326"/>
                  </a:lnTo>
                  <a:lnTo>
                    <a:pt x="920369" y="442651"/>
                  </a:lnTo>
                  <a:lnTo>
                    <a:pt x="930057" y="437253"/>
                  </a:lnTo>
                  <a:lnTo>
                    <a:pt x="939745" y="432049"/>
                  </a:lnTo>
                  <a:lnTo>
                    <a:pt x="949433" y="425675"/>
                  </a:lnTo>
                  <a:lnTo>
                    <a:pt x="959121" y="420297"/>
                  </a:lnTo>
                  <a:lnTo>
                    <a:pt x="968809" y="414114"/>
                  </a:lnTo>
                  <a:lnTo>
                    <a:pt x="978498" y="408065"/>
                  </a:lnTo>
                  <a:lnTo>
                    <a:pt x="988186" y="402108"/>
                  </a:lnTo>
                  <a:lnTo>
                    <a:pt x="997874" y="396251"/>
                  </a:lnTo>
                  <a:lnTo>
                    <a:pt x="1007562" y="392500"/>
                  </a:lnTo>
                  <a:lnTo>
                    <a:pt x="1017250" y="385326"/>
                  </a:lnTo>
                  <a:lnTo>
                    <a:pt x="1026938" y="379765"/>
                  </a:lnTo>
                  <a:lnTo>
                    <a:pt x="1036626" y="375372"/>
                  </a:lnTo>
                  <a:lnTo>
                    <a:pt x="1046314" y="370508"/>
                  </a:lnTo>
                  <a:lnTo>
                    <a:pt x="1056002" y="363574"/>
                  </a:lnTo>
                  <a:lnTo>
                    <a:pt x="1065690" y="358274"/>
                  </a:lnTo>
                  <a:lnTo>
                    <a:pt x="1075379" y="353744"/>
                  </a:lnTo>
                  <a:lnTo>
                    <a:pt x="1085067" y="347706"/>
                  </a:lnTo>
                  <a:lnTo>
                    <a:pt x="1094755" y="343321"/>
                  </a:lnTo>
                  <a:lnTo>
                    <a:pt x="1104443" y="339237"/>
                  </a:lnTo>
                  <a:lnTo>
                    <a:pt x="1114131" y="335207"/>
                  </a:lnTo>
                  <a:lnTo>
                    <a:pt x="1123819" y="331218"/>
                  </a:lnTo>
                  <a:lnTo>
                    <a:pt x="1133507" y="325207"/>
                  </a:lnTo>
                  <a:lnTo>
                    <a:pt x="1143195" y="318036"/>
                  </a:lnTo>
                  <a:lnTo>
                    <a:pt x="1152883" y="310992"/>
                  </a:lnTo>
                  <a:lnTo>
                    <a:pt x="1162571" y="305814"/>
                  </a:lnTo>
                  <a:lnTo>
                    <a:pt x="1172260" y="301008"/>
                  </a:lnTo>
                  <a:lnTo>
                    <a:pt x="1181948" y="296284"/>
                  </a:lnTo>
                  <a:lnTo>
                    <a:pt x="1191636" y="291633"/>
                  </a:lnTo>
                  <a:lnTo>
                    <a:pt x="1201324" y="287041"/>
                  </a:lnTo>
                  <a:lnTo>
                    <a:pt x="1211012" y="282506"/>
                  </a:lnTo>
                  <a:lnTo>
                    <a:pt x="1220700" y="277589"/>
                  </a:lnTo>
                  <a:lnTo>
                    <a:pt x="1230388" y="272262"/>
                  </a:lnTo>
                  <a:lnTo>
                    <a:pt x="1240076" y="267015"/>
                  </a:lnTo>
                  <a:lnTo>
                    <a:pt x="1249764" y="261876"/>
                  </a:lnTo>
                  <a:lnTo>
                    <a:pt x="1259452" y="256822"/>
                  </a:lnTo>
                  <a:lnTo>
                    <a:pt x="1269141" y="251846"/>
                  </a:lnTo>
                  <a:lnTo>
                    <a:pt x="1278829" y="247441"/>
                  </a:lnTo>
                  <a:lnTo>
                    <a:pt x="1288517" y="242982"/>
                  </a:lnTo>
                  <a:lnTo>
                    <a:pt x="1298205" y="238931"/>
                  </a:lnTo>
                  <a:lnTo>
                    <a:pt x="1307893" y="235702"/>
                  </a:lnTo>
                  <a:lnTo>
                    <a:pt x="1317581" y="232484"/>
                  </a:lnTo>
                  <a:lnTo>
                    <a:pt x="1327269" y="228108"/>
                  </a:lnTo>
                  <a:lnTo>
                    <a:pt x="1336957" y="223796"/>
                  </a:lnTo>
                  <a:lnTo>
                    <a:pt x="1346645" y="219548"/>
                  </a:lnTo>
                  <a:lnTo>
                    <a:pt x="1356333" y="214809"/>
                  </a:lnTo>
                  <a:lnTo>
                    <a:pt x="1366022" y="210048"/>
                  </a:lnTo>
                  <a:lnTo>
                    <a:pt x="1375710" y="205393"/>
                  </a:lnTo>
                  <a:lnTo>
                    <a:pt x="1385398" y="200951"/>
                  </a:lnTo>
                  <a:lnTo>
                    <a:pt x="1395086" y="197855"/>
                  </a:lnTo>
                  <a:lnTo>
                    <a:pt x="1404774" y="194796"/>
                  </a:lnTo>
                  <a:lnTo>
                    <a:pt x="1414462" y="191533"/>
                  </a:lnTo>
                  <a:lnTo>
                    <a:pt x="1424150" y="187754"/>
                  </a:lnTo>
                  <a:lnTo>
                    <a:pt x="1433838" y="184043"/>
                  </a:lnTo>
                  <a:lnTo>
                    <a:pt x="1443526" y="180386"/>
                  </a:lnTo>
                  <a:lnTo>
                    <a:pt x="1453214" y="176785"/>
                  </a:lnTo>
                  <a:lnTo>
                    <a:pt x="1462903" y="173255"/>
                  </a:lnTo>
                  <a:lnTo>
                    <a:pt x="1472591" y="169802"/>
                  </a:lnTo>
                  <a:lnTo>
                    <a:pt x="1482279" y="166401"/>
                  </a:lnTo>
                  <a:lnTo>
                    <a:pt x="1491967" y="163209"/>
                  </a:lnTo>
                  <a:lnTo>
                    <a:pt x="1501655" y="161271"/>
                  </a:lnTo>
                  <a:lnTo>
                    <a:pt x="1511343" y="159351"/>
                  </a:lnTo>
                  <a:lnTo>
                    <a:pt x="1521031" y="157447"/>
                  </a:lnTo>
                  <a:lnTo>
                    <a:pt x="1530719" y="155564"/>
                  </a:lnTo>
                  <a:lnTo>
                    <a:pt x="1540407" y="153719"/>
                  </a:lnTo>
                  <a:lnTo>
                    <a:pt x="1550095" y="151890"/>
                  </a:lnTo>
                  <a:lnTo>
                    <a:pt x="1559784" y="150077"/>
                  </a:lnTo>
                  <a:lnTo>
                    <a:pt x="1569472" y="148280"/>
                  </a:lnTo>
                  <a:lnTo>
                    <a:pt x="1579160" y="145992"/>
                  </a:lnTo>
                  <a:lnTo>
                    <a:pt x="1588848" y="143589"/>
                  </a:lnTo>
                  <a:lnTo>
                    <a:pt x="1598536" y="141216"/>
                  </a:lnTo>
                  <a:lnTo>
                    <a:pt x="1608224" y="138871"/>
                  </a:lnTo>
                  <a:lnTo>
                    <a:pt x="1617912" y="136554"/>
                  </a:lnTo>
                  <a:lnTo>
                    <a:pt x="1627600" y="134265"/>
                  </a:lnTo>
                  <a:lnTo>
                    <a:pt x="1637288" y="131755"/>
                  </a:lnTo>
                  <a:lnTo>
                    <a:pt x="1646976" y="129041"/>
                  </a:lnTo>
                  <a:lnTo>
                    <a:pt x="1656665" y="126366"/>
                  </a:lnTo>
                  <a:lnTo>
                    <a:pt x="1666353" y="123731"/>
                  </a:lnTo>
                  <a:lnTo>
                    <a:pt x="1676041" y="121134"/>
                  </a:lnTo>
                  <a:lnTo>
                    <a:pt x="1685729" y="118576"/>
                  </a:lnTo>
                  <a:lnTo>
                    <a:pt x="1695417" y="116141"/>
                  </a:lnTo>
                  <a:lnTo>
                    <a:pt x="1705105" y="113639"/>
                  </a:lnTo>
                  <a:lnTo>
                    <a:pt x="1714793" y="111174"/>
                  </a:lnTo>
                  <a:lnTo>
                    <a:pt x="1724481" y="108745"/>
                  </a:lnTo>
                  <a:lnTo>
                    <a:pt x="1734169" y="106355"/>
                  </a:lnTo>
                  <a:lnTo>
                    <a:pt x="1743857" y="104550"/>
                  </a:lnTo>
                  <a:lnTo>
                    <a:pt x="1753546" y="102771"/>
                  </a:lnTo>
                  <a:lnTo>
                    <a:pt x="1763234" y="101013"/>
                  </a:lnTo>
                  <a:lnTo>
                    <a:pt x="1772922" y="99275"/>
                  </a:lnTo>
                  <a:lnTo>
                    <a:pt x="1782610" y="97557"/>
                  </a:lnTo>
                  <a:lnTo>
                    <a:pt x="1792298" y="95657"/>
                  </a:lnTo>
                  <a:lnTo>
                    <a:pt x="1801986" y="93641"/>
                  </a:lnTo>
                  <a:lnTo>
                    <a:pt x="1811674" y="91652"/>
                  </a:lnTo>
                  <a:lnTo>
                    <a:pt x="1821362" y="89690"/>
                  </a:lnTo>
                  <a:lnTo>
                    <a:pt x="1831050" y="87756"/>
                  </a:lnTo>
                  <a:lnTo>
                    <a:pt x="1840738" y="85848"/>
                  </a:lnTo>
                  <a:lnTo>
                    <a:pt x="1850427" y="83966"/>
                  </a:lnTo>
                  <a:lnTo>
                    <a:pt x="1860115" y="82110"/>
                  </a:lnTo>
                  <a:lnTo>
                    <a:pt x="1869803" y="80280"/>
                  </a:lnTo>
                  <a:lnTo>
                    <a:pt x="1879491" y="78475"/>
                  </a:lnTo>
                  <a:lnTo>
                    <a:pt x="1889179" y="76695"/>
                  </a:lnTo>
                  <a:lnTo>
                    <a:pt x="1898867" y="74939"/>
                  </a:lnTo>
                  <a:lnTo>
                    <a:pt x="1908555" y="73208"/>
                  </a:lnTo>
                  <a:lnTo>
                    <a:pt x="1918243" y="71501"/>
                  </a:lnTo>
                  <a:lnTo>
                    <a:pt x="1927931" y="69707"/>
                  </a:lnTo>
                  <a:lnTo>
                    <a:pt x="1937619" y="67914"/>
                  </a:lnTo>
                  <a:lnTo>
                    <a:pt x="1947308" y="66148"/>
                  </a:lnTo>
                  <a:lnTo>
                    <a:pt x="1956996" y="64408"/>
                  </a:lnTo>
                  <a:lnTo>
                    <a:pt x="1966684" y="62602"/>
                  </a:lnTo>
                  <a:lnTo>
                    <a:pt x="1976372" y="60791"/>
                  </a:lnTo>
                  <a:lnTo>
                    <a:pt x="1986060" y="59004"/>
                  </a:lnTo>
                  <a:lnTo>
                    <a:pt x="1995748" y="57210"/>
                  </a:lnTo>
                  <a:lnTo>
                    <a:pt x="2005436" y="55445"/>
                  </a:lnTo>
                  <a:lnTo>
                    <a:pt x="2015124" y="53709"/>
                  </a:lnTo>
                  <a:lnTo>
                    <a:pt x="2024812" y="52007"/>
                  </a:lnTo>
                  <a:lnTo>
                    <a:pt x="2034500" y="50337"/>
                  </a:lnTo>
                  <a:lnTo>
                    <a:pt x="2044188" y="48695"/>
                  </a:lnTo>
                  <a:lnTo>
                    <a:pt x="2053877" y="47080"/>
                  </a:lnTo>
                  <a:lnTo>
                    <a:pt x="2063565" y="45492"/>
                  </a:lnTo>
                  <a:lnTo>
                    <a:pt x="2073253" y="43930"/>
                  </a:lnTo>
                  <a:lnTo>
                    <a:pt x="2082941" y="42558"/>
                  </a:lnTo>
                  <a:lnTo>
                    <a:pt x="2092629" y="41256"/>
                  </a:lnTo>
                  <a:lnTo>
                    <a:pt x="2102317" y="39787"/>
                  </a:lnTo>
                  <a:lnTo>
                    <a:pt x="2112005" y="38343"/>
                  </a:lnTo>
                  <a:lnTo>
                    <a:pt x="2121693" y="36930"/>
                  </a:lnTo>
                  <a:lnTo>
                    <a:pt x="2131381" y="35757"/>
                  </a:lnTo>
                  <a:lnTo>
                    <a:pt x="2141069" y="34767"/>
                  </a:lnTo>
                  <a:lnTo>
                    <a:pt x="2150758" y="33788"/>
                  </a:lnTo>
                  <a:lnTo>
                    <a:pt x="2160446" y="32822"/>
                  </a:lnTo>
                  <a:lnTo>
                    <a:pt x="2170134" y="31866"/>
                  </a:lnTo>
                  <a:lnTo>
                    <a:pt x="2179822" y="30922"/>
                  </a:lnTo>
                  <a:lnTo>
                    <a:pt x="2189510" y="29718"/>
                  </a:lnTo>
                  <a:lnTo>
                    <a:pt x="2199198" y="28527"/>
                  </a:lnTo>
                  <a:lnTo>
                    <a:pt x="2208886" y="27355"/>
                  </a:lnTo>
                  <a:lnTo>
                    <a:pt x="2218574" y="26200"/>
                  </a:lnTo>
                  <a:lnTo>
                    <a:pt x="2228262" y="25066"/>
                  </a:lnTo>
                  <a:lnTo>
                    <a:pt x="2237950" y="23953"/>
                  </a:lnTo>
                  <a:lnTo>
                    <a:pt x="2247639" y="22858"/>
                  </a:lnTo>
                  <a:lnTo>
                    <a:pt x="2257327" y="21779"/>
                  </a:lnTo>
                  <a:lnTo>
                    <a:pt x="2267015" y="20716"/>
                  </a:lnTo>
                  <a:lnTo>
                    <a:pt x="2276703" y="19669"/>
                  </a:lnTo>
                  <a:lnTo>
                    <a:pt x="2286391" y="18639"/>
                  </a:lnTo>
                  <a:lnTo>
                    <a:pt x="2296079" y="17624"/>
                  </a:lnTo>
                  <a:lnTo>
                    <a:pt x="2305767" y="16625"/>
                  </a:lnTo>
                  <a:lnTo>
                    <a:pt x="2315455" y="15641"/>
                  </a:lnTo>
                  <a:lnTo>
                    <a:pt x="2325143" y="14672"/>
                  </a:lnTo>
                  <a:lnTo>
                    <a:pt x="2334831" y="13718"/>
                  </a:lnTo>
                  <a:lnTo>
                    <a:pt x="2344520" y="12797"/>
                  </a:lnTo>
                  <a:lnTo>
                    <a:pt x="2354208" y="11850"/>
                  </a:lnTo>
                  <a:lnTo>
                    <a:pt x="2363896" y="10931"/>
                  </a:lnTo>
                  <a:lnTo>
                    <a:pt x="2373584" y="10027"/>
                  </a:lnTo>
                  <a:lnTo>
                    <a:pt x="2383272" y="9144"/>
                  </a:lnTo>
                  <a:lnTo>
                    <a:pt x="2392960" y="8391"/>
                  </a:lnTo>
                  <a:lnTo>
                    <a:pt x="2402648" y="7711"/>
                  </a:lnTo>
                  <a:lnTo>
                    <a:pt x="2412336" y="7039"/>
                  </a:lnTo>
                  <a:lnTo>
                    <a:pt x="2422024" y="6376"/>
                  </a:lnTo>
                  <a:lnTo>
                    <a:pt x="2431712" y="5720"/>
                  </a:lnTo>
                  <a:lnTo>
                    <a:pt x="2441401" y="5073"/>
                  </a:lnTo>
                  <a:lnTo>
                    <a:pt x="2451089" y="4433"/>
                  </a:lnTo>
                  <a:lnTo>
                    <a:pt x="2460777" y="3801"/>
                  </a:lnTo>
                  <a:lnTo>
                    <a:pt x="2470465" y="3177"/>
                  </a:lnTo>
                  <a:lnTo>
                    <a:pt x="2480153" y="2366"/>
                  </a:lnTo>
                  <a:lnTo>
                    <a:pt x="2489841" y="1565"/>
                  </a:lnTo>
                  <a:lnTo>
                    <a:pt x="2499529" y="776"/>
                  </a:lnTo>
                  <a:lnTo>
                    <a:pt x="2509217" y="0"/>
                  </a:lnTo>
                  <a:lnTo>
                    <a:pt x="2509217" y="4398672"/>
                  </a:lnTo>
                  <a:lnTo>
                    <a:pt x="2499529" y="4394369"/>
                  </a:lnTo>
                  <a:lnTo>
                    <a:pt x="2489841" y="4391149"/>
                  </a:lnTo>
                  <a:lnTo>
                    <a:pt x="2480153" y="4387898"/>
                  </a:lnTo>
                  <a:lnTo>
                    <a:pt x="2470465" y="4384617"/>
                  </a:lnTo>
                  <a:lnTo>
                    <a:pt x="2460777" y="4381305"/>
                  </a:lnTo>
                  <a:lnTo>
                    <a:pt x="2451089" y="4377962"/>
                  </a:lnTo>
                  <a:lnTo>
                    <a:pt x="2441401" y="4374587"/>
                  </a:lnTo>
                  <a:lnTo>
                    <a:pt x="2431712" y="4371181"/>
                  </a:lnTo>
                  <a:lnTo>
                    <a:pt x="2422024" y="4367743"/>
                  </a:lnTo>
                  <a:lnTo>
                    <a:pt x="2412336" y="4363683"/>
                  </a:lnTo>
                  <a:lnTo>
                    <a:pt x="2402648" y="4358777"/>
                  </a:lnTo>
                  <a:lnTo>
                    <a:pt x="2392960" y="4353807"/>
                  </a:lnTo>
                  <a:lnTo>
                    <a:pt x="2383272" y="4348774"/>
                  </a:lnTo>
                  <a:lnTo>
                    <a:pt x="2373584" y="4343675"/>
                  </a:lnTo>
                  <a:lnTo>
                    <a:pt x="2363896" y="4338511"/>
                  </a:lnTo>
                  <a:lnTo>
                    <a:pt x="2354208" y="4333280"/>
                  </a:lnTo>
                  <a:lnTo>
                    <a:pt x="2344520" y="4327983"/>
                  </a:lnTo>
                  <a:lnTo>
                    <a:pt x="2334831" y="4322591"/>
                  </a:lnTo>
                  <a:lnTo>
                    <a:pt x="2325143" y="4317118"/>
                  </a:lnTo>
                  <a:lnTo>
                    <a:pt x="2315455" y="4311575"/>
                  </a:lnTo>
                  <a:lnTo>
                    <a:pt x="2305767" y="4305962"/>
                  </a:lnTo>
                  <a:lnTo>
                    <a:pt x="2296079" y="4300647"/>
                  </a:lnTo>
                  <a:lnTo>
                    <a:pt x="2286391" y="4296085"/>
                  </a:lnTo>
                  <a:lnTo>
                    <a:pt x="2276703" y="4291478"/>
                  </a:lnTo>
                  <a:lnTo>
                    <a:pt x="2267015" y="4286825"/>
                  </a:lnTo>
                  <a:lnTo>
                    <a:pt x="2257327" y="4282126"/>
                  </a:lnTo>
                  <a:lnTo>
                    <a:pt x="2247639" y="4277379"/>
                  </a:lnTo>
                  <a:lnTo>
                    <a:pt x="2237950" y="4272586"/>
                  </a:lnTo>
                  <a:lnTo>
                    <a:pt x="2228262" y="4267745"/>
                  </a:lnTo>
                  <a:lnTo>
                    <a:pt x="2218574" y="4262856"/>
                  </a:lnTo>
                  <a:lnTo>
                    <a:pt x="2208886" y="4257919"/>
                  </a:lnTo>
                  <a:lnTo>
                    <a:pt x="2199198" y="4252933"/>
                  </a:lnTo>
                  <a:lnTo>
                    <a:pt x="2189510" y="4247355"/>
                  </a:lnTo>
                  <a:lnTo>
                    <a:pt x="2179822" y="4240974"/>
                  </a:lnTo>
                  <a:lnTo>
                    <a:pt x="2170134" y="4234516"/>
                  </a:lnTo>
                  <a:lnTo>
                    <a:pt x="2160446" y="4227979"/>
                  </a:lnTo>
                  <a:lnTo>
                    <a:pt x="2150758" y="4221362"/>
                  </a:lnTo>
                  <a:lnTo>
                    <a:pt x="2141069" y="4214666"/>
                  </a:lnTo>
                  <a:lnTo>
                    <a:pt x="2131381" y="4207889"/>
                  </a:lnTo>
                  <a:lnTo>
                    <a:pt x="2121693" y="4201030"/>
                  </a:lnTo>
                  <a:lnTo>
                    <a:pt x="2112005" y="4194056"/>
                  </a:lnTo>
                  <a:lnTo>
                    <a:pt x="2102317" y="4186970"/>
                  </a:lnTo>
                  <a:lnTo>
                    <a:pt x="2092629" y="4179799"/>
                  </a:lnTo>
                  <a:lnTo>
                    <a:pt x="2082941" y="4172543"/>
                  </a:lnTo>
                  <a:lnTo>
                    <a:pt x="2073253" y="4165201"/>
                  </a:lnTo>
                  <a:lnTo>
                    <a:pt x="2063565" y="4157772"/>
                  </a:lnTo>
                  <a:lnTo>
                    <a:pt x="2053877" y="4152028"/>
                  </a:lnTo>
                  <a:lnTo>
                    <a:pt x="2044188" y="4146349"/>
                  </a:lnTo>
                  <a:lnTo>
                    <a:pt x="2034500" y="4138041"/>
                  </a:lnTo>
                  <a:lnTo>
                    <a:pt x="2024812" y="4129257"/>
                  </a:lnTo>
                  <a:lnTo>
                    <a:pt x="2015124" y="4120342"/>
                  </a:lnTo>
                  <a:lnTo>
                    <a:pt x="2005436" y="4111559"/>
                  </a:lnTo>
                  <a:lnTo>
                    <a:pt x="1995748" y="4103546"/>
                  </a:lnTo>
                  <a:lnTo>
                    <a:pt x="1986060" y="4097491"/>
                  </a:lnTo>
                  <a:lnTo>
                    <a:pt x="1976372" y="4091385"/>
                  </a:lnTo>
                  <a:lnTo>
                    <a:pt x="1966684" y="4083812"/>
                  </a:lnTo>
                  <a:lnTo>
                    <a:pt x="1956996" y="4074589"/>
                  </a:lnTo>
                  <a:lnTo>
                    <a:pt x="1947308" y="4065251"/>
                  </a:lnTo>
                  <a:lnTo>
                    <a:pt x="1937619" y="4056000"/>
                  </a:lnTo>
                  <a:lnTo>
                    <a:pt x="1927931" y="4048739"/>
                  </a:lnTo>
                  <a:lnTo>
                    <a:pt x="1918243" y="4041410"/>
                  </a:lnTo>
                  <a:lnTo>
                    <a:pt x="1908555" y="4034015"/>
                  </a:lnTo>
                  <a:lnTo>
                    <a:pt x="1898867" y="4026551"/>
                  </a:lnTo>
                  <a:lnTo>
                    <a:pt x="1889179" y="4019019"/>
                  </a:lnTo>
                  <a:lnTo>
                    <a:pt x="1879491" y="4011419"/>
                  </a:lnTo>
                  <a:lnTo>
                    <a:pt x="1869803" y="4003706"/>
                  </a:lnTo>
                  <a:lnTo>
                    <a:pt x="1860115" y="3995917"/>
                  </a:lnTo>
                  <a:lnTo>
                    <a:pt x="1850427" y="3988057"/>
                  </a:lnTo>
                  <a:lnTo>
                    <a:pt x="1840738" y="3980126"/>
                  </a:lnTo>
                  <a:lnTo>
                    <a:pt x="1831050" y="3972125"/>
                  </a:lnTo>
                  <a:lnTo>
                    <a:pt x="1821362" y="3964052"/>
                  </a:lnTo>
                  <a:lnTo>
                    <a:pt x="1811674" y="3955908"/>
                  </a:lnTo>
                  <a:lnTo>
                    <a:pt x="1801986" y="3947692"/>
                  </a:lnTo>
                  <a:lnTo>
                    <a:pt x="1792298" y="3939404"/>
                  </a:lnTo>
                  <a:lnTo>
                    <a:pt x="1782610" y="3931044"/>
                  </a:lnTo>
                  <a:lnTo>
                    <a:pt x="1772922" y="3922733"/>
                  </a:lnTo>
                  <a:lnTo>
                    <a:pt x="1763234" y="3915121"/>
                  </a:lnTo>
                  <a:lnTo>
                    <a:pt x="1753546" y="3907450"/>
                  </a:lnTo>
                  <a:lnTo>
                    <a:pt x="1743857" y="3899720"/>
                  </a:lnTo>
                  <a:lnTo>
                    <a:pt x="1734169" y="3889960"/>
                  </a:lnTo>
                  <a:lnTo>
                    <a:pt x="1724481" y="3880027"/>
                  </a:lnTo>
                  <a:lnTo>
                    <a:pt x="1714793" y="3870639"/>
                  </a:lnTo>
                  <a:lnTo>
                    <a:pt x="1705105" y="3861749"/>
                  </a:lnTo>
                  <a:lnTo>
                    <a:pt x="1695417" y="3852739"/>
                  </a:lnTo>
                  <a:lnTo>
                    <a:pt x="1685729" y="3843652"/>
                  </a:lnTo>
                  <a:lnTo>
                    <a:pt x="1676041" y="3834491"/>
                  </a:lnTo>
                  <a:lnTo>
                    <a:pt x="1666353" y="3825254"/>
                  </a:lnTo>
                  <a:lnTo>
                    <a:pt x="1656665" y="3815943"/>
                  </a:lnTo>
                  <a:lnTo>
                    <a:pt x="1646976" y="3806558"/>
                  </a:lnTo>
                  <a:lnTo>
                    <a:pt x="1637288" y="3797097"/>
                  </a:lnTo>
                  <a:lnTo>
                    <a:pt x="1627600" y="3786584"/>
                  </a:lnTo>
                  <a:lnTo>
                    <a:pt x="1617912" y="3775948"/>
                  </a:lnTo>
                  <a:lnTo>
                    <a:pt x="1608224" y="3765220"/>
                  </a:lnTo>
                  <a:lnTo>
                    <a:pt x="1598536" y="3754355"/>
                  </a:lnTo>
                  <a:lnTo>
                    <a:pt x="1588848" y="3743371"/>
                  </a:lnTo>
                  <a:lnTo>
                    <a:pt x="1579160" y="3731390"/>
                  </a:lnTo>
                  <a:lnTo>
                    <a:pt x="1569472" y="3718516"/>
                  </a:lnTo>
                  <a:lnTo>
                    <a:pt x="1559784" y="3705517"/>
                  </a:lnTo>
                  <a:lnTo>
                    <a:pt x="1550095" y="3692395"/>
                  </a:lnTo>
                  <a:lnTo>
                    <a:pt x="1540407" y="3679149"/>
                  </a:lnTo>
                  <a:lnTo>
                    <a:pt x="1530719" y="3665769"/>
                  </a:lnTo>
                  <a:lnTo>
                    <a:pt x="1521031" y="3652212"/>
                  </a:lnTo>
                  <a:lnTo>
                    <a:pt x="1511343" y="3638530"/>
                  </a:lnTo>
                  <a:lnTo>
                    <a:pt x="1501655" y="3624724"/>
                  </a:lnTo>
                  <a:lnTo>
                    <a:pt x="1491967" y="3611344"/>
                  </a:lnTo>
                  <a:lnTo>
                    <a:pt x="1482279" y="3598872"/>
                  </a:lnTo>
                  <a:lnTo>
                    <a:pt x="1472591" y="3586303"/>
                  </a:lnTo>
                  <a:lnTo>
                    <a:pt x="1462903" y="3573635"/>
                  </a:lnTo>
                  <a:lnTo>
                    <a:pt x="1453214" y="3558750"/>
                  </a:lnTo>
                  <a:lnTo>
                    <a:pt x="1443526" y="3543619"/>
                  </a:lnTo>
                  <a:lnTo>
                    <a:pt x="1433838" y="3528354"/>
                  </a:lnTo>
                  <a:lnTo>
                    <a:pt x="1424150" y="3512956"/>
                  </a:lnTo>
                  <a:lnTo>
                    <a:pt x="1414462" y="3500179"/>
                  </a:lnTo>
                  <a:lnTo>
                    <a:pt x="1404774" y="3492794"/>
                  </a:lnTo>
                  <a:lnTo>
                    <a:pt x="1395086" y="3482750"/>
                  </a:lnTo>
                  <a:lnTo>
                    <a:pt x="1385398" y="3469478"/>
                  </a:lnTo>
                  <a:lnTo>
                    <a:pt x="1375710" y="3457310"/>
                  </a:lnTo>
                  <a:lnTo>
                    <a:pt x="1366022" y="3444149"/>
                  </a:lnTo>
                  <a:lnTo>
                    <a:pt x="1356333" y="3432895"/>
                  </a:lnTo>
                  <a:lnTo>
                    <a:pt x="1346645" y="3423462"/>
                  </a:lnTo>
                  <a:lnTo>
                    <a:pt x="1336957" y="3413985"/>
                  </a:lnTo>
                  <a:lnTo>
                    <a:pt x="1327269" y="3400531"/>
                  </a:lnTo>
                  <a:lnTo>
                    <a:pt x="1317581" y="3386255"/>
                  </a:lnTo>
                  <a:lnTo>
                    <a:pt x="1307893" y="3371649"/>
                  </a:lnTo>
                  <a:lnTo>
                    <a:pt x="1298205" y="3351406"/>
                  </a:lnTo>
                  <a:lnTo>
                    <a:pt x="1288517" y="3339559"/>
                  </a:lnTo>
                  <a:lnTo>
                    <a:pt x="1278829" y="3327683"/>
                  </a:lnTo>
                  <a:lnTo>
                    <a:pt x="1269141" y="3312923"/>
                  </a:lnTo>
                  <a:lnTo>
                    <a:pt x="1259452" y="3301189"/>
                  </a:lnTo>
                  <a:lnTo>
                    <a:pt x="1249764" y="3292432"/>
                  </a:lnTo>
                  <a:lnTo>
                    <a:pt x="1240076" y="3280619"/>
                  </a:lnTo>
                  <a:lnTo>
                    <a:pt x="1230388" y="3268678"/>
                  </a:lnTo>
                  <a:lnTo>
                    <a:pt x="1220700" y="3256801"/>
                  </a:lnTo>
                  <a:lnTo>
                    <a:pt x="1211012" y="3245694"/>
                  </a:lnTo>
                  <a:lnTo>
                    <a:pt x="1201324" y="3232413"/>
                  </a:lnTo>
                  <a:lnTo>
                    <a:pt x="1191636" y="3220282"/>
                  </a:lnTo>
                  <a:lnTo>
                    <a:pt x="1181948" y="3208097"/>
                  </a:lnTo>
                  <a:lnTo>
                    <a:pt x="1172260" y="3195859"/>
                  </a:lnTo>
                  <a:lnTo>
                    <a:pt x="1162571" y="3183568"/>
                  </a:lnTo>
                  <a:lnTo>
                    <a:pt x="1152883" y="3171224"/>
                  </a:lnTo>
                  <a:lnTo>
                    <a:pt x="1143195" y="3158789"/>
                  </a:lnTo>
                  <a:lnTo>
                    <a:pt x="1133507" y="3146199"/>
                  </a:lnTo>
                  <a:lnTo>
                    <a:pt x="1123819" y="3134112"/>
                  </a:lnTo>
                  <a:lnTo>
                    <a:pt x="1114131" y="3123809"/>
                  </a:lnTo>
                  <a:lnTo>
                    <a:pt x="1104443" y="3113528"/>
                  </a:lnTo>
                  <a:lnTo>
                    <a:pt x="1094755" y="3103364"/>
                  </a:lnTo>
                  <a:lnTo>
                    <a:pt x="1085067" y="3091923"/>
                  </a:lnTo>
                  <a:lnTo>
                    <a:pt x="1075379" y="3076536"/>
                  </a:lnTo>
                  <a:lnTo>
                    <a:pt x="1065690" y="3061051"/>
                  </a:lnTo>
                  <a:lnTo>
                    <a:pt x="1056002" y="3045384"/>
                  </a:lnTo>
                  <a:lnTo>
                    <a:pt x="1046314" y="3031219"/>
                  </a:lnTo>
                  <a:lnTo>
                    <a:pt x="1036626" y="3018147"/>
                  </a:lnTo>
                  <a:lnTo>
                    <a:pt x="1026938" y="3005024"/>
                  </a:lnTo>
                  <a:lnTo>
                    <a:pt x="1017250" y="2985759"/>
                  </a:lnTo>
                  <a:lnTo>
                    <a:pt x="1007562" y="2966054"/>
                  </a:lnTo>
                  <a:lnTo>
                    <a:pt x="997874" y="2951682"/>
                  </a:lnTo>
                  <a:lnTo>
                    <a:pt x="988186" y="2938729"/>
                  </a:lnTo>
                  <a:lnTo>
                    <a:pt x="978498" y="2924723"/>
                  </a:lnTo>
                  <a:lnTo>
                    <a:pt x="968809" y="2908206"/>
                  </a:lnTo>
                  <a:lnTo>
                    <a:pt x="959121" y="2893475"/>
                  </a:lnTo>
                  <a:lnTo>
                    <a:pt x="949433" y="2881508"/>
                  </a:lnTo>
                  <a:lnTo>
                    <a:pt x="939745" y="2869488"/>
                  </a:lnTo>
                  <a:lnTo>
                    <a:pt x="930057" y="2860800"/>
                  </a:lnTo>
                  <a:lnTo>
                    <a:pt x="920369" y="2847888"/>
                  </a:lnTo>
                  <a:lnTo>
                    <a:pt x="910681" y="2835890"/>
                  </a:lnTo>
                  <a:lnTo>
                    <a:pt x="900993" y="2824890"/>
                  </a:lnTo>
                  <a:lnTo>
                    <a:pt x="891305" y="2813869"/>
                  </a:lnTo>
                  <a:lnTo>
                    <a:pt x="881617" y="2802826"/>
                  </a:lnTo>
                  <a:lnTo>
                    <a:pt x="871928" y="2790933"/>
                  </a:lnTo>
                  <a:lnTo>
                    <a:pt x="862240" y="2778350"/>
                  </a:lnTo>
                  <a:lnTo>
                    <a:pt x="852552" y="2769032"/>
                  </a:lnTo>
                  <a:lnTo>
                    <a:pt x="842864" y="2758678"/>
                  </a:lnTo>
                  <a:lnTo>
                    <a:pt x="833176" y="2746247"/>
                  </a:lnTo>
                  <a:lnTo>
                    <a:pt x="823488" y="2733582"/>
                  </a:lnTo>
                  <a:lnTo>
                    <a:pt x="813800" y="2711759"/>
                  </a:lnTo>
                  <a:lnTo>
                    <a:pt x="804112" y="2699475"/>
                  </a:lnTo>
                  <a:lnTo>
                    <a:pt x="794424" y="2692048"/>
                  </a:lnTo>
                  <a:lnTo>
                    <a:pt x="784736" y="2690777"/>
                  </a:lnTo>
                  <a:lnTo>
                    <a:pt x="775047" y="2680762"/>
                  </a:lnTo>
                  <a:lnTo>
                    <a:pt x="765359" y="2665941"/>
                  </a:lnTo>
                  <a:lnTo>
                    <a:pt x="755671" y="2651069"/>
                  </a:lnTo>
                  <a:lnTo>
                    <a:pt x="745983" y="2635940"/>
                  </a:lnTo>
                  <a:lnTo>
                    <a:pt x="736295" y="2621657"/>
                  </a:lnTo>
                  <a:lnTo>
                    <a:pt x="726607" y="2614976"/>
                  </a:lnTo>
                  <a:lnTo>
                    <a:pt x="716919" y="2605688"/>
                  </a:lnTo>
                  <a:lnTo>
                    <a:pt x="707231" y="2595942"/>
                  </a:lnTo>
                  <a:lnTo>
                    <a:pt x="697543" y="2583702"/>
                  </a:lnTo>
                  <a:lnTo>
                    <a:pt x="687855" y="2561484"/>
                  </a:lnTo>
                  <a:lnTo>
                    <a:pt x="678166" y="2539623"/>
                  </a:lnTo>
                  <a:lnTo>
                    <a:pt x="668478" y="2525471"/>
                  </a:lnTo>
                  <a:lnTo>
                    <a:pt x="658790" y="2512697"/>
                  </a:lnTo>
                  <a:lnTo>
                    <a:pt x="649102" y="2499837"/>
                  </a:lnTo>
                  <a:lnTo>
                    <a:pt x="639414" y="2487288"/>
                  </a:lnTo>
                  <a:lnTo>
                    <a:pt x="629726" y="2480845"/>
                  </a:lnTo>
                  <a:lnTo>
                    <a:pt x="620038" y="2462032"/>
                  </a:lnTo>
                  <a:lnTo>
                    <a:pt x="610350" y="2449457"/>
                  </a:lnTo>
                  <a:lnTo>
                    <a:pt x="600662" y="2442725"/>
                  </a:lnTo>
                  <a:lnTo>
                    <a:pt x="590974" y="2426531"/>
                  </a:lnTo>
                  <a:lnTo>
                    <a:pt x="581285" y="2411990"/>
                  </a:lnTo>
                  <a:lnTo>
                    <a:pt x="571597" y="2413828"/>
                  </a:lnTo>
                  <a:lnTo>
                    <a:pt x="561909" y="2410517"/>
                  </a:lnTo>
                  <a:lnTo>
                    <a:pt x="552221" y="2395460"/>
                  </a:lnTo>
                  <a:lnTo>
                    <a:pt x="542533" y="2376135"/>
                  </a:lnTo>
                  <a:lnTo>
                    <a:pt x="532845" y="2367915"/>
                  </a:lnTo>
                  <a:lnTo>
                    <a:pt x="523157" y="2349628"/>
                  </a:lnTo>
                  <a:lnTo>
                    <a:pt x="513469" y="2334148"/>
                  </a:lnTo>
                  <a:lnTo>
                    <a:pt x="503781" y="2318667"/>
                  </a:lnTo>
                  <a:lnTo>
                    <a:pt x="494093" y="2315565"/>
                  </a:lnTo>
                  <a:lnTo>
                    <a:pt x="484404" y="2302098"/>
                  </a:lnTo>
                  <a:lnTo>
                    <a:pt x="474716" y="2288490"/>
                  </a:lnTo>
                  <a:lnTo>
                    <a:pt x="465028" y="2280081"/>
                  </a:lnTo>
                  <a:lnTo>
                    <a:pt x="455340" y="2264271"/>
                  </a:lnTo>
                  <a:lnTo>
                    <a:pt x="445652" y="2253774"/>
                  </a:lnTo>
                  <a:lnTo>
                    <a:pt x="435964" y="2239062"/>
                  </a:lnTo>
                  <a:lnTo>
                    <a:pt x="426276" y="2244560"/>
                  </a:lnTo>
                  <a:lnTo>
                    <a:pt x="416588" y="2245959"/>
                  </a:lnTo>
                  <a:lnTo>
                    <a:pt x="406900" y="2248904"/>
                  </a:lnTo>
                  <a:lnTo>
                    <a:pt x="397212" y="2237878"/>
                  </a:lnTo>
                  <a:lnTo>
                    <a:pt x="387523" y="2233619"/>
                  </a:lnTo>
                  <a:lnTo>
                    <a:pt x="377835" y="2230018"/>
                  </a:lnTo>
                  <a:lnTo>
                    <a:pt x="368147" y="2222209"/>
                  </a:lnTo>
                  <a:lnTo>
                    <a:pt x="358459" y="2219031"/>
                  </a:lnTo>
                  <a:lnTo>
                    <a:pt x="348771" y="2218812"/>
                  </a:lnTo>
                  <a:lnTo>
                    <a:pt x="339083" y="2215711"/>
                  </a:lnTo>
                  <a:lnTo>
                    <a:pt x="329395" y="2205806"/>
                  </a:lnTo>
                  <a:lnTo>
                    <a:pt x="319707" y="2198773"/>
                  </a:lnTo>
                  <a:lnTo>
                    <a:pt x="310019" y="2185576"/>
                  </a:lnTo>
                  <a:lnTo>
                    <a:pt x="300331" y="2171382"/>
                  </a:lnTo>
                  <a:lnTo>
                    <a:pt x="290642" y="2165564"/>
                  </a:lnTo>
                  <a:lnTo>
                    <a:pt x="280954" y="2158807"/>
                  </a:lnTo>
                  <a:lnTo>
                    <a:pt x="271266" y="2152114"/>
                  </a:lnTo>
                  <a:lnTo>
                    <a:pt x="261578" y="2148318"/>
                  </a:lnTo>
                  <a:lnTo>
                    <a:pt x="251890" y="2148899"/>
                  </a:lnTo>
                  <a:lnTo>
                    <a:pt x="242202" y="2150872"/>
                  </a:lnTo>
                  <a:lnTo>
                    <a:pt x="232514" y="2151527"/>
                  </a:lnTo>
                  <a:lnTo>
                    <a:pt x="222826" y="2152449"/>
                  </a:lnTo>
                  <a:lnTo>
                    <a:pt x="213138" y="2150774"/>
                  </a:lnTo>
                  <a:lnTo>
                    <a:pt x="203450" y="2149345"/>
                  </a:lnTo>
                  <a:lnTo>
                    <a:pt x="193761" y="2151129"/>
                  </a:lnTo>
                  <a:lnTo>
                    <a:pt x="184073" y="2157627"/>
                  </a:lnTo>
                  <a:lnTo>
                    <a:pt x="174385" y="2158366"/>
                  </a:lnTo>
                  <a:lnTo>
                    <a:pt x="164697" y="2168517"/>
                  </a:lnTo>
                  <a:lnTo>
                    <a:pt x="155009" y="2169454"/>
                  </a:lnTo>
                  <a:lnTo>
                    <a:pt x="145321" y="2176786"/>
                  </a:lnTo>
                  <a:lnTo>
                    <a:pt x="135633" y="2173346"/>
                  </a:lnTo>
                  <a:lnTo>
                    <a:pt x="125945" y="2173509"/>
                  </a:lnTo>
                  <a:lnTo>
                    <a:pt x="116257" y="2178804"/>
                  </a:lnTo>
                  <a:lnTo>
                    <a:pt x="106569" y="2189364"/>
                  </a:lnTo>
                  <a:lnTo>
                    <a:pt x="96880" y="2182282"/>
                  </a:lnTo>
                  <a:lnTo>
                    <a:pt x="87192" y="2194076"/>
                  </a:lnTo>
                  <a:lnTo>
                    <a:pt x="77504" y="2201959"/>
                  </a:lnTo>
                  <a:lnTo>
                    <a:pt x="67816" y="2205299"/>
                  </a:lnTo>
                  <a:lnTo>
                    <a:pt x="58128" y="2210180"/>
                  </a:lnTo>
                  <a:lnTo>
                    <a:pt x="48440" y="2215101"/>
                  </a:lnTo>
                  <a:lnTo>
                    <a:pt x="38752" y="2219868"/>
                  </a:lnTo>
                  <a:lnTo>
                    <a:pt x="29064" y="2229224"/>
                  </a:lnTo>
                  <a:lnTo>
                    <a:pt x="19376" y="2239029"/>
                  </a:lnTo>
                  <a:lnTo>
                    <a:pt x="9688" y="2243435"/>
                  </a:lnTo>
                  <a:lnTo>
                    <a:pt x="0" y="2256773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672728" y="981184"/>
              <a:ext cx="2509217" cy="856747"/>
            </a:xfrm>
            <a:custGeom>
              <a:avLst/>
              <a:pathLst>
                <a:path w="2509217" h="856747">
                  <a:moveTo>
                    <a:pt x="0" y="819499"/>
                  </a:moveTo>
                  <a:lnTo>
                    <a:pt x="9688" y="820413"/>
                  </a:lnTo>
                  <a:lnTo>
                    <a:pt x="19376" y="823477"/>
                  </a:lnTo>
                  <a:lnTo>
                    <a:pt x="29064" y="828372"/>
                  </a:lnTo>
                  <a:lnTo>
                    <a:pt x="38752" y="834255"/>
                  </a:lnTo>
                  <a:lnTo>
                    <a:pt x="48440" y="839844"/>
                  </a:lnTo>
                  <a:lnTo>
                    <a:pt x="58128" y="842454"/>
                  </a:lnTo>
                  <a:lnTo>
                    <a:pt x="67816" y="847402"/>
                  </a:lnTo>
                  <a:lnTo>
                    <a:pt x="77504" y="844159"/>
                  </a:lnTo>
                  <a:lnTo>
                    <a:pt x="87192" y="846935"/>
                  </a:lnTo>
                  <a:lnTo>
                    <a:pt x="96880" y="853906"/>
                  </a:lnTo>
                  <a:lnTo>
                    <a:pt x="106569" y="852536"/>
                  </a:lnTo>
                  <a:lnTo>
                    <a:pt x="116257" y="852589"/>
                  </a:lnTo>
                  <a:lnTo>
                    <a:pt x="125945" y="856235"/>
                  </a:lnTo>
                  <a:lnTo>
                    <a:pt x="135633" y="854046"/>
                  </a:lnTo>
                  <a:lnTo>
                    <a:pt x="145321" y="856747"/>
                  </a:lnTo>
                  <a:lnTo>
                    <a:pt x="155009" y="851280"/>
                  </a:lnTo>
                  <a:lnTo>
                    <a:pt x="164697" y="850038"/>
                  </a:lnTo>
                  <a:lnTo>
                    <a:pt x="174385" y="851044"/>
                  </a:lnTo>
                  <a:lnTo>
                    <a:pt x="184073" y="844653"/>
                  </a:lnTo>
                  <a:lnTo>
                    <a:pt x="193761" y="844540"/>
                  </a:lnTo>
                  <a:lnTo>
                    <a:pt x="203450" y="847248"/>
                  </a:lnTo>
                  <a:lnTo>
                    <a:pt x="213138" y="843884"/>
                  </a:lnTo>
                  <a:lnTo>
                    <a:pt x="222826" y="840521"/>
                  </a:lnTo>
                  <a:lnTo>
                    <a:pt x="232514" y="840224"/>
                  </a:lnTo>
                  <a:lnTo>
                    <a:pt x="242202" y="838645"/>
                  </a:lnTo>
                  <a:lnTo>
                    <a:pt x="251890" y="833790"/>
                  </a:lnTo>
                  <a:lnTo>
                    <a:pt x="261578" y="829711"/>
                  </a:lnTo>
                  <a:lnTo>
                    <a:pt x="271266" y="831463"/>
                  </a:lnTo>
                  <a:lnTo>
                    <a:pt x="280954" y="823985"/>
                  </a:lnTo>
                  <a:lnTo>
                    <a:pt x="290642" y="816931"/>
                  </a:lnTo>
                  <a:lnTo>
                    <a:pt x="300331" y="809800"/>
                  </a:lnTo>
                  <a:lnTo>
                    <a:pt x="310019" y="806810"/>
                  </a:lnTo>
                  <a:lnTo>
                    <a:pt x="319707" y="807122"/>
                  </a:lnTo>
                  <a:lnTo>
                    <a:pt x="329395" y="800989"/>
                  </a:lnTo>
                  <a:lnTo>
                    <a:pt x="339083" y="794889"/>
                  </a:lnTo>
                  <a:lnTo>
                    <a:pt x="348771" y="787267"/>
                  </a:lnTo>
                  <a:lnTo>
                    <a:pt x="358459" y="782842"/>
                  </a:lnTo>
                  <a:lnTo>
                    <a:pt x="368147" y="777072"/>
                  </a:lnTo>
                  <a:lnTo>
                    <a:pt x="377835" y="772463"/>
                  </a:lnTo>
                  <a:lnTo>
                    <a:pt x="387523" y="770262"/>
                  </a:lnTo>
                  <a:lnTo>
                    <a:pt x="397212" y="766280"/>
                  </a:lnTo>
                  <a:lnTo>
                    <a:pt x="406900" y="759508"/>
                  </a:lnTo>
                  <a:lnTo>
                    <a:pt x="416588" y="754259"/>
                  </a:lnTo>
                  <a:lnTo>
                    <a:pt x="426276" y="749804"/>
                  </a:lnTo>
                  <a:lnTo>
                    <a:pt x="435964" y="745527"/>
                  </a:lnTo>
                  <a:lnTo>
                    <a:pt x="445652" y="740736"/>
                  </a:lnTo>
                  <a:lnTo>
                    <a:pt x="455340" y="734488"/>
                  </a:lnTo>
                  <a:lnTo>
                    <a:pt x="465028" y="725299"/>
                  </a:lnTo>
                  <a:lnTo>
                    <a:pt x="474716" y="719516"/>
                  </a:lnTo>
                  <a:lnTo>
                    <a:pt x="484404" y="714686"/>
                  </a:lnTo>
                  <a:lnTo>
                    <a:pt x="494093" y="710005"/>
                  </a:lnTo>
                  <a:lnTo>
                    <a:pt x="503781" y="705459"/>
                  </a:lnTo>
                  <a:lnTo>
                    <a:pt x="513469" y="702310"/>
                  </a:lnTo>
                  <a:lnTo>
                    <a:pt x="523157" y="698210"/>
                  </a:lnTo>
                  <a:lnTo>
                    <a:pt x="532845" y="691709"/>
                  </a:lnTo>
                  <a:lnTo>
                    <a:pt x="542533" y="685538"/>
                  </a:lnTo>
                  <a:lnTo>
                    <a:pt x="552221" y="675495"/>
                  </a:lnTo>
                  <a:lnTo>
                    <a:pt x="561909" y="672186"/>
                  </a:lnTo>
                  <a:lnTo>
                    <a:pt x="571597" y="669806"/>
                  </a:lnTo>
                  <a:lnTo>
                    <a:pt x="581285" y="667439"/>
                  </a:lnTo>
                  <a:lnTo>
                    <a:pt x="590974" y="664751"/>
                  </a:lnTo>
                  <a:lnTo>
                    <a:pt x="600662" y="658240"/>
                  </a:lnTo>
                  <a:lnTo>
                    <a:pt x="610350" y="647759"/>
                  </a:lnTo>
                  <a:lnTo>
                    <a:pt x="620038" y="637566"/>
                  </a:lnTo>
                  <a:lnTo>
                    <a:pt x="629726" y="630199"/>
                  </a:lnTo>
                  <a:lnTo>
                    <a:pt x="639414" y="625739"/>
                  </a:lnTo>
                  <a:lnTo>
                    <a:pt x="649102" y="617664"/>
                  </a:lnTo>
                  <a:lnTo>
                    <a:pt x="658790" y="613297"/>
                  </a:lnTo>
                  <a:lnTo>
                    <a:pt x="668478" y="609470"/>
                  </a:lnTo>
                  <a:lnTo>
                    <a:pt x="678166" y="605380"/>
                  </a:lnTo>
                  <a:lnTo>
                    <a:pt x="687855" y="600853"/>
                  </a:lnTo>
                  <a:lnTo>
                    <a:pt x="697543" y="593309"/>
                  </a:lnTo>
                  <a:lnTo>
                    <a:pt x="707231" y="584362"/>
                  </a:lnTo>
                  <a:lnTo>
                    <a:pt x="716919" y="574054"/>
                  </a:lnTo>
                  <a:lnTo>
                    <a:pt x="726607" y="568689"/>
                  </a:lnTo>
                  <a:lnTo>
                    <a:pt x="736295" y="561772"/>
                  </a:lnTo>
                  <a:lnTo>
                    <a:pt x="745983" y="552852"/>
                  </a:lnTo>
                  <a:lnTo>
                    <a:pt x="755671" y="544101"/>
                  </a:lnTo>
                  <a:lnTo>
                    <a:pt x="765359" y="537200"/>
                  </a:lnTo>
                  <a:lnTo>
                    <a:pt x="775047" y="532101"/>
                  </a:lnTo>
                  <a:lnTo>
                    <a:pt x="784736" y="524118"/>
                  </a:lnTo>
                  <a:lnTo>
                    <a:pt x="794424" y="514493"/>
                  </a:lnTo>
                  <a:lnTo>
                    <a:pt x="804112" y="506055"/>
                  </a:lnTo>
                  <a:lnTo>
                    <a:pt x="813800" y="497213"/>
                  </a:lnTo>
                  <a:lnTo>
                    <a:pt x="823488" y="490419"/>
                  </a:lnTo>
                  <a:lnTo>
                    <a:pt x="833176" y="488662"/>
                  </a:lnTo>
                  <a:lnTo>
                    <a:pt x="842864" y="486911"/>
                  </a:lnTo>
                  <a:lnTo>
                    <a:pt x="852552" y="485165"/>
                  </a:lnTo>
                  <a:lnTo>
                    <a:pt x="862240" y="483292"/>
                  </a:lnTo>
                  <a:lnTo>
                    <a:pt x="871928" y="473612"/>
                  </a:lnTo>
                  <a:lnTo>
                    <a:pt x="881617" y="464089"/>
                  </a:lnTo>
                  <a:lnTo>
                    <a:pt x="891305" y="454720"/>
                  </a:lnTo>
                  <a:lnTo>
                    <a:pt x="900993" y="450236"/>
                  </a:lnTo>
                  <a:lnTo>
                    <a:pt x="910681" y="447326"/>
                  </a:lnTo>
                  <a:lnTo>
                    <a:pt x="920369" y="442651"/>
                  </a:lnTo>
                  <a:lnTo>
                    <a:pt x="930057" y="437253"/>
                  </a:lnTo>
                  <a:lnTo>
                    <a:pt x="939745" y="432049"/>
                  </a:lnTo>
                  <a:lnTo>
                    <a:pt x="949433" y="425675"/>
                  </a:lnTo>
                  <a:lnTo>
                    <a:pt x="959121" y="420297"/>
                  </a:lnTo>
                  <a:lnTo>
                    <a:pt x="968809" y="414114"/>
                  </a:lnTo>
                  <a:lnTo>
                    <a:pt x="978498" y="408065"/>
                  </a:lnTo>
                  <a:lnTo>
                    <a:pt x="988186" y="402108"/>
                  </a:lnTo>
                  <a:lnTo>
                    <a:pt x="997874" y="396251"/>
                  </a:lnTo>
                  <a:lnTo>
                    <a:pt x="1007562" y="392500"/>
                  </a:lnTo>
                  <a:lnTo>
                    <a:pt x="1017250" y="385326"/>
                  </a:lnTo>
                  <a:lnTo>
                    <a:pt x="1026938" y="379765"/>
                  </a:lnTo>
                  <a:lnTo>
                    <a:pt x="1036626" y="375372"/>
                  </a:lnTo>
                  <a:lnTo>
                    <a:pt x="1046314" y="370508"/>
                  </a:lnTo>
                  <a:lnTo>
                    <a:pt x="1056002" y="363574"/>
                  </a:lnTo>
                  <a:lnTo>
                    <a:pt x="1065690" y="358274"/>
                  </a:lnTo>
                  <a:lnTo>
                    <a:pt x="1075379" y="353744"/>
                  </a:lnTo>
                  <a:lnTo>
                    <a:pt x="1085067" y="347706"/>
                  </a:lnTo>
                  <a:lnTo>
                    <a:pt x="1094755" y="343321"/>
                  </a:lnTo>
                  <a:lnTo>
                    <a:pt x="1104443" y="339237"/>
                  </a:lnTo>
                  <a:lnTo>
                    <a:pt x="1114131" y="335207"/>
                  </a:lnTo>
                  <a:lnTo>
                    <a:pt x="1123819" y="331218"/>
                  </a:lnTo>
                  <a:lnTo>
                    <a:pt x="1133507" y="325207"/>
                  </a:lnTo>
                  <a:lnTo>
                    <a:pt x="1143195" y="318036"/>
                  </a:lnTo>
                  <a:lnTo>
                    <a:pt x="1152883" y="310992"/>
                  </a:lnTo>
                  <a:lnTo>
                    <a:pt x="1162571" y="305814"/>
                  </a:lnTo>
                  <a:lnTo>
                    <a:pt x="1172260" y="301008"/>
                  </a:lnTo>
                  <a:lnTo>
                    <a:pt x="1181948" y="296284"/>
                  </a:lnTo>
                  <a:lnTo>
                    <a:pt x="1191636" y="291633"/>
                  </a:lnTo>
                  <a:lnTo>
                    <a:pt x="1201324" y="287041"/>
                  </a:lnTo>
                  <a:lnTo>
                    <a:pt x="1211012" y="282506"/>
                  </a:lnTo>
                  <a:lnTo>
                    <a:pt x="1220700" y="277589"/>
                  </a:lnTo>
                  <a:lnTo>
                    <a:pt x="1230388" y="272262"/>
                  </a:lnTo>
                  <a:lnTo>
                    <a:pt x="1240076" y="267015"/>
                  </a:lnTo>
                  <a:lnTo>
                    <a:pt x="1249764" y="261876"/>
                  </a:lnTo>
                  <a:lnTo>
                    <a:pt x="1259452" y="256822"/>
                  </a:lnTo>
                  <a:lnTo>
                    <a:pt x="1269141" y="251846"/>
                  </a:lnTo>
                  <a:lnTo>
                    <a:pt x="1278829" y="247441"/>
                  </a:lnTo>
                  <a:lnTo>
                    <a:pt x="1288517" y="242982"/>
                  </a:lnTo>
                  <a:lnTo>
                    <a:pt x="1298205" y="238931"/>
                  </a:lnTo>
                  <a:lnTo>
                    <a:pt x="1307893" y="235702"/>
                  </a:lnTo>
                  <a:lnTo>
                    <a:pt x="1317581" y="232484"/>
                  </a:lnTo>
                  <a:lnTo>
                    <a:pt x="1327269" y="228108"/>
                  </a:lnTo>
                  <a:lnTo>
                    <a:pt x="1336957" y="223796"/>
                  </a:lnTo>
                  <a:lnTo>
                    <a:pt x="1346645" y="219548"/>
                  </a:lnTo>
                  <a:lnTo>
                    <a:pt x="1356333" y="214809"/>
                  </a:lnTo>
                  <a:lnTo>
                    <a:pt x="1366022" y="210048"/>
                  </a:lnTo>
                  <a:lnTo>
                    <a:pt x="1375710" y="205393"/>
                  </a:lnTo>
                  <a:lnTo>
                    <a:pt x="1385398" y="200951"/>
                  </a:lnTo>
                  <a:lnTo>
                    <a:pt x="1395086" y="197855"/>
                  </a:lnTo>
                  <a:lnTo>
                    <a:pt x="1404774" y="194796"/>
                  </a:lnTo>
                  <a:lnTo>
                    <a:pt x="1414462" y="191533"/>
                  </a:lnTo>
                  <a:lnTo>
                    <a:pt x="1424150" y="187754"/>
                  </a:lnTo>
                  <a:lnTo>
                    <a:pt x="1433838" y="184043"/>
                  </a:lnTo>
                  <a:lnTo>
                    <a:pt x="1443526" y="180386"/>
                  </a:lnTo>
                  <a:lnTo>
                    <a:pt x="1453214" y="176785"/>
                  </a:lnTo>
                  <a:lnTo>
                    <a:pt x="1462903" y="173255"/>
                  </a:lnTo>
                  <a:lnTo>
                    <a:pt x="1472591" y="169802"/>
                  </a:lnTo>
                  <a:lnTo>
                    <a:pt x="1482279" y="166401"/>
                  </a:lnTo>
                  <a:lnTo>
                    <a:pt x="1491967" y="163209"/>
                  </a:lnTo>
                  <a:lnTo>
                    <a:pt x="1501655" y="161271"/>
                  </a:lnTo>
                  <a:lnTo>
                    <a:pt x="1511343" y="159351"/>
                  </a:lnTo>
                  <a:lnTo>
                    <a:pt x="1521031" y="157447"/>
                  </a:lnTo>
                  <a:lnTo>
                    <a:pt x="1530719" y="155564"/>
                  </a:lnTo>
                  <a:lnTo>
                    <a:pt x="1540407" y="153719"/>
                  </a:lnTo>
                  <a:lnTo>
                    <a:pt x="1550095" y="151890"/>
                  </a:lnTo>
                  <a:lnTo>
                    <a:pt x="1559784" y="150077"/>
                  </a:lnTo>
                  <a:lnTo>
                    <a:pt x="1569472" y="148280"/>
                  </a:lnTo>
                  <a:lnTo>
                    <a:pt x="1579160" y="145992"/>
                  </a:lnTo>
                  <a:lnTo>
                    <a:pt x="1588848" y="143589"/>
                  </a:lnTo>
                  <a:lnTo>
                    <a:pt x="1598536" y="141216"/>
                  </a:lnTo>
                  <a:lnTo>
                    <a:pt x="1608224" y="138871"/>
                  </a:lnTo>
                  <a:lnTo>
                    <a:pt x="1617912" y="136554"/>
                  </a:lnTo>
                  <a:lnTo>
                    <a:pt x="1627600" y="134265"/>
                  </a:lnTo>
                  <a:lnTo>
                    <a:pt x="1637288" y="131755"/>
                  </a:lnTo>
                  <a:lnTo>
                    <a:pt x="1646976" y="129041"/>
                  </a:lnTo>
                  <a:lnTo>
                    <a:pt x="1656665" y="126366"/>
                  </a:lnTo>
                  <a:lnTo>
                    <a:pt x="1666353" y="123731"/>
                  </a:lnTo>
                  <a:lnTo>
                    <a:pt x="1676041" y="121134"/>
                  </a:lnTo>
                  <a:lnTo>
                    <a:pt x="1685729" y="118576"/>
                  </a:lnTo>
                  <a:lnTo>
                    <a:pt x="1695417" y="116141"/>
                  </a:lnTo>
                  <a:lnTo>
                    <a:pt x="1705105" y="113639"/>
                  </a:lnTo>
                  <a:lnTo>
                    <a:pt x="1714793" y="111174"/>
                  </a:lnTo>
                  <a:lnTo>
                    <a:pt x="1724481" y="108745"/>
                  </a:lnTo>
                  <a:lnTo>
                    <a:pt x="1734169" y="106355"/>
                  </a:lnTo>
                  <a:lnTo>
                    <a:pt x="1743857" y="104550"/>
                  </a:lnTo>
                  <a:lnTo>
                    <a:pt x="1753546" y="102771"/>
                  </a:lnTo>
                  <a:lnTo>
                    <a:pt x="1763234" y="101013"/>
                  </a:lnTo>
                  <a:lnTo>
                    <a:pt x="1772922" y="99275"/>
                  </a:lnTo>
                  <a:lnTo>
                    <a:pt x="1782610" y="97557"/>
                  </a:lnTo>
                  <a:lnTo>
                    <a:pt x="1792298" y="95657"/>
                  </a:lnTo>
                  <a:lnTo>
                    <a:pt x="1801986" y="93641"/>
                  </a:lnTo>
                  <a:lnTo>
                    <a:pt x="1811674" y="91652"/>
                  </a:lnTo>
                  <a:lnTo>
                    <a:pt x="1821362" y="89690"/>
                  </a:lnTo>
                  <a:lnTo>
                    <a:pt x="1831050" y="87756"/>
                  </a:lnTo>
                  <a:lnTo>
                    <a:pt x="1840738" y="85848"/>
                  </a:lnTo>
                  <a:lnTo>
                    <a:pt x="1850427" y="83966"/>
                  </a:lnTo>
                  <a:lnTo>
                    <a:pt x="1860115" y="82110"/>
                  </a:lnTo>
                  <a:lnTo>
                    <a:pt x="1869803" y="80280"/>
                  </a:lnTo>
                  <a:lnTo>
                    <a:pt x="1879491" y="78475"/>
                  </a:lnTo>
                  <a:lnTo>
                    <a:pt x="1889179" y="76695"/>
                  </a:lnTo>
                  <a:lnTo>
                    <a:pt x="1898867" y="74939"/>
                  </a:lnTo>
                  <a:lnTo>
                    <a:pt x="1908555" y="73208"/>
                  </a:lnTo>
                  <a:lnTo>
                    <a:pt x="1918243" y="71501"/>
                  </a:lnTo>
                  <a:lnTo>
                    <a:pt x="1927931" y="69707"/>
                  </a:lnTo>
                  <a:lnTo>
                    <a:pt x="1937619" y="67914"/>
                  </a:lnTo>
                  <a:lnTo>
                    <a:pt x="1947308" y="66148"/>
                  </a:lnTo>
                  <a:lnTo>
                    <a:pt x="1956996" y="64408"/>
                  </a:lnTo>
                  <a:lnTo>
                    <a:pt x="1966684" y="62602"/>
                  </a:lnTo>
                  <a:lnTo>
                    <a:pt x="1976372" y="60791"/>
                  </a:lnTo>
                  <a:lnTo>
                    <a:pt x="1986060" y="59004"/>
                  </a:lnTo>
                  <a:lnTo>
                    <a:pt x="1995748" y="57210"/>
                  </a:lnTo>
                  <a:lnTo>
                    <a:pt x="2005436" y="55445"/>
                  </a:lnTo>
                  <a:lnTo>
                    <a:pt x="2015124" y="53709"/>
                  </a:lnTo>
                  <a:lnTo>
                    <a:pt x="2024812" y="52007"/>
                  </a:lnTo>
                  <a:lnTo>
                    <a:pt x="2034500" y="50337"/>
                  </a:lnTo>
                  <a:lnTo>
                    <a:pt x="2044188" y="48695"/>
                  </a:lnTo>
                  <a:lnTo>
                    <a:pt x="2053877" y="47080"/>
                  </a:lnTo>
                  <a:lnTo>
                    <a:pt x="2063565" y="45492"/>
                  </a:lnTo>
                  <a:lnTo>
                    <a:pt x="2073253" y="43930"/>
                  </a:lnTo>
                  <a:lnTo>
                    <a:pt x="2082941" y="42558"/>
                  </a:lnTo>
                  <a:lnTo>
                    <a:pt x="2092629" y="41256"/>
                  </a:lnTo>
                  <a:lnTo>
                    <a:pt x="2102317" y="39787"/>
                  </a:lnTo>
                  <a:lnTo>
                    <a:pt x="2112005" y="38343"/>
                  </a:lnTo>
                  <a:lnTo>
                    <a:pt x="2121693" y="36930"/>
                  </a:lnTo>
                  <a:lnTo>
                    <a:pt x="2131381" y="35757"/>
                  </a:lnTo>
                  <a:lnTo>
                    <a:pt x="2141069" y="34767"/>
                  </a:lnTo>
                  <a:lnTo>
                    <a:pt x="2150758" y="33788"/>
                  </a:lnTo>
                  <a:lnTo>
                    <a:pt x="2160446" y="32822"/>
                  </a:lnTo>
                  <a:lnTo>
                    <a:pt x="2170134" y="31866"/>
                  </a:lnTo>
                  <a:lnTo>
                    <a:pt x="2179822" y="30922"/>
                  </a:lnTo>
                  <a:lnTo>
                    <a:pt x="2189510" y="29718"/>
                  </a:lnTo>
                  <a:lnTo>
                    <a:pt x="2199198" y="28527"/>
                  </a:lnTo>
                  <a:lnTo>
                    <a:pt x="2208886" y="27355"/>
                  </a:lnTo>
                  <a:lnTo>
                    <a:pt x="2218574" y="26200"/>
                  </a:lnTo>
                  <a:lnTo>
                    <a:pt x="2228262" y="25066"/>
                  </a:lnTo>
                  <a:lnTo>
                    <a:pt x="2237950" y="23953"/>
                  </a:lnTo>
                  <a:lnTo>
                    <a:pt x="2247639" y="22858"/>
                  </a:lnTo>
                  <a:lnTo>
                    <a:pt x="2257327" y="21779"/>
                  </a:lnTo>
                  <a:lnTo>
                    <a:pt x="2267015" y="20716"/>
                  </a:lnTo>
                  <a:lnTo>
                    <a:pt x="2276703" y="19669"/>
                  </a:lnTo>
                  <a:lnTo>
                    <a:pt x="2286391" y="18639"/>
                  </a:lnTo>
                  <a:lnTo>
                    <a:pt x="2296079" y="17624"/>
                  </a:lnTo>
                  <a:lnTo>
                    <a:pt x="2305767" y="16625"/>
                  </a:lnTo>
                  <a:lnTo>
                    <a:pt x="2315455" y="15641"/>
                  </a:lnTo>
                  <a:lnTo>
                    <a:pt x="2325143" y="14672"/>
                  </a:lnTo>
                  <a:lnTo>
                    <a:pt x="2334831" y="13718"/>
                  </a:lnTo>
                  <a:lnTo>
                    <a:pt x="2344520" y="12797"/>
                  </a:lnTo>
                  <a:lnTo>
                    <a:pt x="2354208" y="11850"/>
                  </a:lnTo>
                  <a:lnTo>
                    <a:pt x="2363896" y="10931"/>
                  </a:lnTo>
                  <a:lnTo>
                    <a:pt x="2373584" y="10027"/>
                  </a:lnTo>
                  <a:lnTo>
                    <a:pt x="2383272" y="9144"/>
                  </a:lnTo>
                  <a:lnTo>
                    <a:pt x="2392960" y="8391"/>
                  </a:lnTo>
                  <a:lnTo>
                    <a:pt x="2402648" y="7711"/>
                  </a:lnTo>
                  <a:lnTo>
                    <a:pt x="2412336" y="7039"/>
                  </a:lnTo>
                  <a:lnTo>
                    <a:pt x="2422024" y="6376"/>
                  </a:lnTo>
                  <a:lnTo>
                    <a:pt x="2431712" y="5720"/>
                  </a:lnTo>
                  <a:lnTo>
                    <a:pt x="2441401" y="5073"/>
                  </a:lnTo>
                  <a:lnTo>
                    <a:pt x="2451089" y="4433"/>
                  </a:lnTo>
                  <a:lnTo>
                    <a:pt x="2460777" y="3801"/>
                  </a:lnTo>
                  <a:lnTo>
                    <a:pt x="2470465" y="3177"/>
                  </a:lnTo>
                  <a:lnTo>
                    <a:pt x="2480153" y="2366"/>
                  </a:lnTo>
                  <a:lnTo>
                    <a:pt x="2489841" y="1565"/>
                  </a:lnTo>
                  <a:lnTo>
                    <a:pt x="2499529" y="776"/>
                  </a:lnTo>
                  <a:lnTo>
                    <a:pt x="25092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672728" y="3129502"/>
              <a:ext cx="2509217" cy="2250353"/>
            </a:xfrm>
            <a:custGeom>
              <a:avLst/>
              <a:pathLst>
                <a:path w="2509217" h="2250353">
                  <a:moveTo>
                    <a:pt x="2509217" y="2250353"/>
                  </a:moveTo>
                  <a:lnTo>
                    <a:pt x="2499529" y="2246051"/>
                  </a:lnTo>
                  <a:lnTo>
                    <a:pt x="2489841" y="2242831"/>
                  </a:lnTo>
                  <a:lnTo>
                    <a:pt x="2480153" y="2239580"/>
                  </a:lnTo>
                  <a:lnTo>
                    <a:pt x="2470465" y="2236299"/>
                  </a:lnTo>
                  <a:lnTo>
                    <a:pt x="2460777" y="2232987"/>
                  </a:lnTo>
                  <a:lnTo>
                    <a:pt x="2451089" y="2229644"/>
                  </a:lnTo>
                  <a:lnTo>
                    <a:pt x="2441401" y="2226269"/>
                  </a:lnTo>
                  <a:lnTo>
                    <a:pt x="2431712" y="2222863"/>
                  </a:lnTo>
                  <a:lnTo>
                    <a:pt x="2422024" y="2219425"/>
                  </a:lnTo>
                  <a:lnTo>
                    <a:pt x="2412336" y="2215365"/>
                  </a:lnTo>
                  <a:lnTo>
                    <a:pt x="2402648" y="2210459"/>
                  </a:lnTo>
                  <a:lnTo>
                    <a:pt x="2392960" y="2205489"/>
                  </a:lnTo>
                  <a:lnTo>
                    <a:pt x="2383272" y="2200456"/>
                  </a:lnTo>
                  <a:lnTo>
                    <a:pt x="2373584" y="2195357"/>
                  </a:lnTo>
                  <a:lnTo>
                    <a:pt x="2363896" y="2190193"/>
                  </a:lnTo>
                  <a:lnTo>
                    <a:pt x="2354208" y="2184962"/>
                  </a:lnTo>
                  <a:lnTo>
                    <a:pt x="2344520" y="2179665"/>
                  </a:lnTo>
                  <a:lnTo>
                    <a:pt x="2334831" y="2174273"/>
                  </a:lnTo>
                  <a:lnTo>
                    <a:pt x="2325143" y="2168800"/>
                  </a:lnTo>
                  <a:lnTo>
                    <a:pt x="2315455" y="2163257"/>
                  </a:lnTo>
                  <a:lnTo>
                    <a:pt x="2305767" y="2157644"/>
                  </a:lnTo>
                  <a:lnTo>
                    <a:pt x="2296079" y="2152329"/>
                  </a:lnTo>
                  <a:lnTo>
                    <a:pt x="2286391" y="2147767"/>
                  </a:lnTo>
                  <a:lnTo>
                    <a:pt x="2276703" y="2143160"/>
                  </a:lnTo>
                  <a:lnTo>
                    <a:pt x="2267015" y="2138507"/>
                  </a:lnTo>
                  <a:lnTo>
                    <a:pt x="2257327" y="2133807"/>
                  </a:lnTo>
                  <a:lnTo>
                    <a:pt x="2247639" y="2129061"/>
                  </a:lnTo>
                  <a:lnTo>
                    <a:pt x="2237950" y="2124267"/>
                  </a:lnTo>
                  <a:lnTo>
                    <a:pt x="2228262" y="2119426"/>
                  </a:lnTo>
                  <a:lnTo>
                    <a:pt x="2218574" y="2114537"/>
                  </a:lnTo>
                  <a:lnTo>
                    <a:pt x="2208886" y="2109600"/>
                  </a:lnTo>
                  <a:lnTo>
                    <a:pt x="2199198" y="2104615"/>
                  </a:lnTo>
                  <a:lnTo>
                    <a:pt x="2189510" y="2099037"/>
                  </a:lnTo>
                  <a:lnTo>
                    <a:pt x="2179822" y="2092656"/>
                  </a:lnTo>
                  <a:lnTo>
                    <a:pt x="2170134" y="2086198"/>
                  </a:lnTo>
                  <a:lnTo>
                    <a:pt x="2160446" y="2079660"/>
                  </a:lnTo>
                  <a:lnTo>
                    <a:pt x="2150758" y="2073044"/>
                  </a:lnTo>
                  <a:lnTo>
                    <a:pt x="2141069" y="2066347"/>
                  </a:lnTo>
                  <a:lnTo>
                    <a:pt x="2131381" y="2059570"/>
                  </a:lnTo>
                  <a:lnTo>
                    <a:pt x="2121693" y="2052712"/>
                  </a:lnTo>
                  <a:lnTo>
                    <a:pt x="2112005" y="2045737"/>
                  </a:lnTo>
                  <a:lnTo>
                    <a:pt x="2102317" y="2038652"/>
                  </a:lnTo>
                  <a:lnTo>
                    <a:pt x="2092629" y="2031481"/>
                  </a:lnTo>
                  <a:lnTo>
                    <a:pt x="2082941" y="2024225"/>
                  </a:lnTo>
                  <a:lnTo>
                    <a:pt x="2073253" y="2016883"/>
                  </a:lnTo>
                  <a:lnTo>
                    <a:pt x="2063565" y="2009454"/>
                  </a:lnTo>
                  <a:lnTo>
                    <a:pt x="2053877" y="2003710"/>
                  </a:lnTo>
                  <a:lnTo>
                    <a:pt x="2044188" y="1998031"/>
                  </a:lnTo>
                  <a:lnTo>
                    <a:pt x="2034500" y="1989722"/>
                  </a:lnTo>
                  <a:lnTo>
                    <a:pt x="2024812" y="1980939"/>
                  </a:lnTo>
                  <a:lnTo>
                    <a:pt x="2015124" y="1972024"/>
                  </a:lnTo>
                  <a:lnTo>
                    <a:pt x="2005436" y="1963240"/>
                  </a:lnTo>
                  <a:lnTo>
                    <a:pt x="1995748" y="1955228"/>
                  </a:lnTo>
                  <a:lnTo>
                    <a:pt x="1986060" y="1949173"/>
                  </a:lnTo>
                  <a:lnTo>
                    <a:pt x="1976372" y="1943067"/>
                  </a:lnTo>
                  <a:lnTo>
                    <a:pt x="1966684" y="1935494"/>
                  </a:lnTo>
                  <a:lnTo>
                    <a:pt x="1956996" y="1926271"/>
                  </a:lnTo>
                  <a:lnTo>
                    <a:pt x="1947308" y="1916932"/>
                  </a:lnTo>
                  <a:lnTo>
                    <a:pt x="1937619" y="1907682"/>
                  </a:lnTo>
                  <a:lnTo>
                    <a:pt x="1927931" y="1900421"/>
                  </a:lnTo>
                  <a:lnTo>
                    <a:pt x="1918243" y="1893092"/>
                  </a:lnTo>
                  <a:lnTo>
                    <a:pt x="1908555" y="1885696"/>
                  </a:lnTo>
                  <a:lnTo>
                    <a:pt x="1898867" y="1878233"/>
                  </a:lnTo>
                  <a:lnTo>
                    <a:pt x="1889179" y="1870701"/>
                  </a:lnTo>
                  <a:lnTo>
                    <a:pt x="1879491" y="1863100"/>
                  </a:lnTo>
                  <a:lnTo>
                    <a:pt x="1869803" y="1855388"/>
                  </a:lnTo>
                  <a:lnTo>
                    <a:pt x="1860115" y="1847598"/>
                  </a:lnTo>
                  <a:lnTo>
                    <a:pt x="1850427" y="1839739"/>
                  </a:lnTo>
                  <a:lnTo>
                    <a:pt x="1840738" y="1831808"/>
                  </a:lnTo>
                  <a:lnTo>
                    <a:pt x="1831050" y="1823807"/>
                  </a:lnTo>
                  <a:lnTo>
                    <a:pt x="1821362" y="1815734"/>
                  </a:lnTo>
                  <a:lnTo>
                    <a:pt x="1811674" y="1807590"/>
                  </a:lnTo>
                  <a:lnTo>
                    <a:pt x="1801986" y="1799374"/>
                  </a:lnTo>
                  <a:lnTo>
                    <a:pt x="1792298" y="1791086"/>
                  </a:lnTo>
                  <a:lnTo>
                    <a:pt x="1782610" y="1782726"/>
                  </a:lnTo>
                  <a:lnTo>
                    <a:pt x="1772922" y="1774415"/>
                  </a:lnTo>
                  <a:lnTo>
                    <a:pt x="1763234" y="1766803"/>
                  </a:lnTo>
                  <a:lnTo>
                    <a:pt x="1753546" y="1759132"/>
                  </a:lnTo>
                  <a:lnTo>
                    <a:pt x="1743857" y="1751402"/>
                  </a:lnTo>
                  <a:lnTo>
                    <a:pt x="1734169" y="1741642"/>
                  </a:lnTo>
                  <a:lnTo>
                    <a:pt x="1724481" y="1731709"/>
                  </a:lnTo>
                  <a:lnTo>
                    <a:pt x="1714793" y="1722321"/>
                  </a:lnTo>
                  <a:lnTo>
                    <a:pt x="1705105" y="1713431"/>
                  </a:lnTo>
                  <a:lnTo>
                    <a:pt x="1695417" y="1704421"/>
                  </a:lnTo>
                  <a:lnTo>
                    <a:pt x="1685729" y="1695334"/>
                  </a:lnTo>
                  <a:lnTo>
                    <a:pt x="1676041" y="1686172"/>
                  </a:lnTo>
                  <a:lnTo>
                    <a:pt x="1666353" y="1676936"/>
                  </a:lnTo>
                  <a:lnTo>
                    <a:pt x="1656665" y="1667625"/>
                  </a:lnTo>
                  <a:lnTo>
                    <a:pt x="1646976" y="1658239"/>
                  </a:lnTo>
                  <a:lnTo>
                    <a:pt x="1637288" y="1648779"/>
                  </a:lnTo>
                  <a:lnTo>
                    <a:pt x="1627600" y="1638266"/>
                  </a:lnTo>
                  <a:lnTo>
                    <a:pt x="1617912" y="1627630"/>
                  </a:lnTo>
                  <a:lnTo>
                    <a:pt x="1608224" y="1616902"/>
                  </a:lnTo>
                  <a:lnTo>
                    <a:pt x="1598536" y="1606037"/>
                  </a:lnTo>
                  <a:lnTo>
                    <a:pt x="1588848" y="1595053"/>
                  </a:lnTo>
                  <a:lnTo>
                    <a:pt x="1579160" y="1583071"/>
                  </a:lnTo>
                  <a:lnTo>
                    <a:pt x="1569472" y="1570197"/>
                  </a:lnTo>
                  <a:lnTo>
                    <a:pt x="1559784" y="1557199"/>
                  </a:lnTo>
                  <a:lnTo>
                    <a:pt x="1550095" y="1544077"/>
                  </a:lnTo>
                  <a:lnTo>
                    <a:pt x="1540407" y="1530831"/>
                  </a:lnTo>
                  <a:lnTo>
                    <a:pt x="1530719" y="1517450"/>
                  </a:lnTo>
                  <a:lnTo>
                    <a:pt x="1521031" y="1503894"/>
                  </a:lnTo>
                  <a:lnTo>
                    <a:pt x="1511343" y="1490212"/>
                  </a:lnTo>
                  <a:lnTo>
                    <a:pt x="1501655" y="1476406"/>
                  </a:lnTo>
                  <a:lnTo>
                    <a:pt x="1491967" y="1463026"/>
                  </a:lnTo>
                  <a:lnTo>
                    <a:pt x="1482279" y="1450554"/>
                  </a:lnTo>
                  <a:lnTo>
                    <a:pt x="1472591" y="1437984"/>
                  </a:lnTo>
                  <a:lnTo>
                    <a:pt x="1462903" y="1425317"/>
                  </a:lnTo>
                  <a:lnTo>
                    <a:pt x="1453214" y="1410432"/>
                  </a:lnTo>
                  <a:lnTo>
                    <a:pt x="1443526" y="1395301"/>
                  </a:lnTo>
                  <a:lnTo>
                    <a:pt x="1433838" y="1380036"/>
                  </a:lnTo>
                  <a:lnTo>
                    <a:pt x="1424150" y="1364638"/>
                  </a:lnTo>
                  <a:lnTo>
                    <a:pt x="1414462" y="1351860"/>
                  </a:lnTo>
                  <a:lnTo>
                    <a:pt x="1404774" y="1344476"/>
                  </a:lnTo>
                  <a:lnTo>
                    <a:pt x="1395086" y="1334432"/>
                  </a:lnTo>
                  <a:lnTo>
                    <a:pt x="1385398" y="1321159"/>
                  </a:lnTo>
                  <a:lnTo>
                    <a:pt x="1375710" y="1308992"/>
                  </a:lnTo>
                  <a:lnTo>
                    <a:pt x="1366022" y="1295831"/>
                  </a:lnTo>
                  <a:lnTo>
                    <a:pt x="1356333" y="1284577"/>
                  </a:lnTo>
                  <a:lnTo>
                    <a:pt x="1346645" y="1275144"/>
                  </a:lnTo>
                  <a:lnTo>
                    <a:pt x="1336957" y="1265667"/>
                  </a:lnTo>
                  <a:lnTo>
                    <a:pt x="1327269" y="1252213"/>
                  </a:lnTo>
                  <a:lnTo>
                    <a:pt x="1317581" y="1237937"/>
                  </a:lnTo>
                  <a:lnTo>
                    <a:pt x="1307893" y="1223331"/>
                  </a:lnTo>
                  <a:lnTo>
                    <a:pt x="1298205" y="1203088"/>
                  </a:lnTo>
                  <a:lnTo>
                    <a:pt x="1288517" y="1191241"/>
                  </a:lnTo>
                  <a:lnTo>
                    <a:pt x="1278829" y="1179365"/>
                  </a:lnTo>
                  <a:lnTo>
                    <a:pt x="1269141" y="1164605"/>
                  </a:lnTo>
                  <a:lnTo>
                    <a:pt x="1259452" y="1152871"/>
                  </a:lnTo>
                  <a:lnTo>
                    <a:pt x="1249764" y="1144113"/>
                  </a:lnTo>
                  <a:lnTo>
                    <a:pt x="1240076" y="1132300"/>
                  </a:lnTo>
                  <a:lnTo>
                    <a:pt x="1230388" y="1120360"/>
                  </a:lnTo>
                  <a:lnTo>
                    <a:pt x="1220700" y="1108482"/>
                  </a:lnTo>
                  <a:lnTo>
                    <a:pt x="1211012" y="1097375"/>
                  </a:lnTo>
                  <a:lnTo>
                    <a:pt x="1201324" y="1084095"/>
                  </a:lnTo>
                  <a:lnTo>
                    <a:pt x="1191636" y="1071964"/>
                  </a:lnTo>
                  <a:lnTo>
                    <a:pt x="1181948" y="1059779"/>
                  </a:lnTo>
                  <a:lnTo>
                    <a:pt x="1172260" y="1047540"/>
                  </a:lnTo>
                  <a:lnTo>
                    <a:pt x="1162571" y="1035249"/>
                  </a:lnTo>
                  <a:lnTo>
                    <a:pt x="1152883" y="1022906"/>
                  </a:lnTo>
                  <a:lnTo>
                    <a:pt x="1143195" y="1010471"/>
                  </a:lnTo>
                  <a:lnTo>
                    <a:pt x="1133507" y="997881"/>
                  </a:lnTo>
                  <a:lnTo>
                    <a:pt x="1123819" y="985794"/>
                  </a:lnTo>
                  <a:lnTo>
                    <a:pt x="1114131" y="975491"/>
                  </a:lnTo>
                  <a:lnTo>
                    <a:pt x="1104443" y="965210"/>
                  </a:lnTo>
                  <a:lnTo>
                    <a:pt x="1094755" y="955046"/>
                  </a:lnTo>
                  <a:lnTo>
                    <a:pt x="1085067" y="943605"/>
                  </a:lnTo>
                  <a:lnTo>
                    <a:pt x="1075379" y="928218"/>
                  </a:lnTo>
                  <a:lnTo>
                    <a:pt x="1065690" y="912732"/>
                  </a:lnTo>
                  <a:lnTo>
                    <a:pt x="1056002" y="897066"/>
                  </a:lnTo>
                  <a:lnTo>
                    <a:pt x="1046314" y="882901"/>
                  </a:lnTo>
                  <a:lnTo>
                    <a:pt x="1036626" y="869829"/>
                  </a:lnTo>
                  <a:lnTo>
                    <a:pt x="1026938" y="856706"/>
                  </a:lnTo>
                  <a:lnTo>
                    <a:pt x="1017250" y="837440"/>
                  </a:lnTo>
                  <a:lnTo>
                    <a:pt x="1007562" y="817736"/>
                  </a:lnTo>
                  <a:lnTo>
                    <a:pt x="997874" y="803364"/>
                  </a:lnTo>
                  <a:lnTo>
                    <a:pt x="988186" y="790411"/>
                  </a:lnTo>
                  <a:lnTo>
                    <a:pt x="978498" y="776405"/>
                  </a:lnTo>
                  <a:lnTo>
                    <a:pt x="968809" y="759888"/>
                  </a:lnTo>
                  <a:lnTo>
                    <a:pt x="959121" y="745156"/>
                  </a:lnTo>
                  <a:lnTo>
                    <a:pt x="949433" y="733190"/>
                  </a:lnTo>
                  <a:lnTo>
                    <a:pt x="939745" y="721169"/>
                  </a:lnTo>
                  <a:lnTo>
                    <a:pt x="930057" y="712482"/>
                  </a:lnTo>
                  <a:lnTo>
                    <a:pt x="920369" y="699569"/>
                  </a:lnTo>
                  <a:lnTo>
                    <a:pt x="910681" y="687571"/>
                  </a:lnTo>
                  <a:lnTo>
                    <a:pt x="900993" y="676572"/>
                  </a:lnTo>
                  <a:lnTo>
                    <a:pt x="891305" y="665551"/>
                  </a:lnTo>
                  <a:lnTo>
                    <a:pt x="881617" y="654508"/>
                  </a:lnTo>
                  <a:lnTo>
                    <a:pt x="871928" y="642614"/>
                  </a:lnTo>
                  <a:lnTo>
                    <a:pt x="862240" y="630032"/>
                  </a:lnTo>
                  <a:lnTo>
                    <a:pt x="852552" y="620714"/>
                  </a:lnTo>
                  <a:lnTo>
                    <a:pt x="842864" y="610360"/>
                  </a:lnTo>
                  <a:lnTo>
                    <a:pt x="833176" y="597929"/>
                  </a:lnTo>
                  <a:lnTo>
                    <a:pt x="823488" y="585263"/>
                  </a:lnTo>
                  <a:lnTo>
                    <a:pt x="813800" y="563441"/>
                  </a:lnTo>
                  <a:lnTo>
                    <a:pt x="804112" y="551157"/>
                  </a:lnTo>
                  <a:lnTo>
                    <a:pt x="794424" y="543729"/>
                  </a:lnTo>
                  <a:lnTo>
                    <a:pt x="784736" y="542459"/>
                  </a:lnTo>
                  <a:lnTo>
                    <a:pt x="775047" y="532444"/>
                  </a:lnTo>
                  <a:lnTo>
                    <a:pt x="765359" y="517623"/>
                  </a:lnTo>
                  <a:lnTo>
                    <a:pt x="755671" y="502751"/>
                  </a:lnTo>
                  <a:lnTo>
                    <a:pt x="745983" y="487622"/>
                  </a:lnTo>
                  <a:lnTo>
                    <a:pt x="736295" y="473339"/>
                  </a:lnTo>
                  <a:lnTo>
                    <a:pt x="726607" y="466658"/>
                  </a:lnTo>
                  <a:lnTo>
                    <a:pt x="716919" y="457370"/>
                  </a:lnTo>
                  <a:lnTo>
                    <a:pt x="707231" y="447623"/>
                  </a:lnTo>
                  <a:lnTo>
                    <a:pt x="697543" y="435384"/>
                  </a:lnTo>
                  <a:lnTo>
                    <a:pt x="687855" y="413166"/>
                  </a:lnTo>
                  <a:lnTo>
                    <a:pt x="678166" y="391305"/>
                  </a:lnTo>
                  <a:lnTo>
                    <a:pt x="668478" y="377153"/>
                  </a:lnTo>
                  <a:lnTo>
                    <a:pt x="658790" y="364379"/>
                  </a:lnTo>
                  <a:lnTo>
                    <a:pt x="649102" y="351518"/>
                  </a:lnTo>
                  <a:lnTo>
                    <a:pt x="639414" y="338970"/>
                  </a:lnTo>
                  <a:lnTo>
                    <a:pt x="629726" y="332527"/>
                  </a:lnTo>
                  <a:lnTo>
                    <a:pt x="620038" y="313714"/>
                  </a:lnTo>
                  <a:lnTo>
                    <a:pt x="610350" y="301139"/>
                  </a:lnTo>
                  <a:lnTo>
                    <a:pt x="600662" y="294406"/>
                  </a:lnTo>
                  <a:lnTo>
                    <a:pt x="590974" y="278213"/>
                  </a:lnTo>
                  <a:lnTo>
                    <a:pt x="581285" y="263672"/>
                  </a:lnTo>
                  <a:lnTo>
                    <a:pt x="571597" y="265510"/>
                  </a:lnTo>
                  <a:lnTo>
                    <a:pt x="561909" y="262198"/>
                  </a:lnTo>
                  <a:lnTo>
                    <a:pt x="552221" y="247141"/>
                  </a:lnTo>
                  <a:lnTo>
                    <a:pt x="542533" y="227817"/>
                  </a:lnTo>
                  <a:lnTo>
                    <a:pt x="532845" y="219597"/>
                  </a:lnTo>
                  <a:lnTo>
                    <a:pt x="523157" y="201310"/>
                  </a:lnTo>
                  <a:lnTo>
                    <a:pt x="513469" y="185829"/>
                  </a:lnTo>
                  <a:lnTo>
                    <a:pt x="503781" y="170349"/>
                  </a:lnTo>
                  <a:lnTo>
                    <a:pt x="494093" y="167247"/>
                  </a:lnTo>
                  <a:lnTo>
                    <a:pt x="484404" y="153779"/>
                  </a:lnTo>
                  <a:lnTo>
                    <a:pt x="474716" y="140172"/>
                  </a:lnTo>
                  <a:lnTo>
                    <a:pt x="465028" y="131763"/>
                  </a:lnTo>
                  <a:lnTo>
                    <a:pt x="455340" y="115953"/>
                  </a:lnTo>
                  <a:lnTo>
                    <a:pt x="445652" y="105455"/>
                  </a:lnTo>
                  <a:lnTo>
                    <a:pt x="435964" y="90744"/>
                  </a:lnTo>
                  <a:lnTo>
                    <a:pt x="426276" y="96242"/>
                  </a:lnTo>
                  <a:lnTo>
                    <a:pt x="416588" y="97641"/>
                  </a:lnTo>
                  <a:lnTo>
                    <a:pt x="406900" y="100586"/>
                  </a:lnTo>
                  <a:lnTo>
                    <a:pt x="397212" y="89560"/>
                  </a:lnTo>
                  <a:lnTo>
                    <a:pt x="387523" y="85300"/>
                  </a:lnTo>
                  <a:lnTo>
                    <a:pt x="377835" y="81700"/>
                  </a:lnTo>
                  <a:lnTo>
                    <a:pt x="368147" y="73891"/>
                  </a:lnTo>
                  <a:lnTo>
                    <a:pt x="358459" y="70713"/>
                  </a:lnTo>
                  <a:lnTo>
                    <a:pt x="348771" y="70494"/>
                  </a:lnTo>
                  <a:lnTo>
                    <a:pt x="339083" y="67393"/>
                  </a:lnTo>
                  <a:lnTo>
                    <a:pt x="329395" y="57488"/>
                  </a:lnTo>
                  <a:lnTo>
                    <a:pt x="319707" y="50455"/>
                  </a:lnTo>
                  <a:lnTo>
                    <a:pt x="310019" y="37257"/>
                  </a:lnTo>
                  <a:lnTo>
                    <a:pt x="300331" y="23063"/>
                  </a:lnTo>
                  <a:lnTo>
                    <a:pt x="290642" y="17246"/>
                  </a:lnTo>
                  <a:lnTo>
                    <a:pt x="280954" y="10489"/>
                  </a:lnTo>
                  <a:lnTo>
                    <a:pt x="271266" y="3796"/>
                  </a:lnTo>
                  <a:lnTo>
                    <a:pt x="261578" y="0"/>
                  </a:lnTo>
                  <a:lnTo>
                    <a:pt x="251890" y="581"/>
                  </a:lnTo>
                  <a:lnTo>
                    <a:pt x="242202" y="2554"/>
                  </a:lnTo>
                  <a:lnTo>
                    <a:pt x="232514" y="3209"/>
                  </a:lnTo>
                  <a:lnTo>
                    <a:pt x="222826" y="4130"/>
                  </a:lnTo>
                  <a:lnTo>
                    <a:pt x="213138" y="2456"/>
                  </a:lnTo>
                  <a:lnTo>
                    <a:pt x="203450" y="1027"/>
                  </a:lnTo>
                  <a:lnTo>
                    <a:pt x="193761" y="2810"/>
                  </a:lnTo>
                  <a:lnTo>
                    <a:pt x="184073" y="9309"/>
                  </a:lnTo>
                  <a:lnTo>
                    <a:pt x="174385" y="10048"/>
                  </a:lnTo>
                  <a:lnTo>
                    <a:pt x="164697" y="20199"/>
                  </a:lnTo>
                  <a:lnTo>
                    <a:pt x="155009" y="21136"/>
                  </a:lnTo>
                  <a:lnTo>
                    <a:pt x="145321" y="28468"/>
                  </a:lnTo>
                  <a:lnTo>
                    <a:pt x="135633" y="25028"/>
                  </a:lnTo>
                  <a:lnTo>
                    <a:pt x="125945" y="25190"/>
                  </a:lnTo>
                  <a:lnTo>
                    <a:pt x="116257" y="30486"/>
                  </a:lnTo>
                  <a:lnTo>
                    <a:pt x="106569" y="41046"/>
                  </a:lnTo>
                  <a:lnTo>
                    <a:pt x="96880" y="33964"/>
                  </a:lnTo>
                  <a:lnTo>
                    <a:pt x="87192" y="45758"/>
                  </a:lnTo>
                  <a:lnTo>
                    <a:pt x="77504" y="53641"/>
                  </a:lnTo>
                  <a:lnTo>
                    <a:pt x="67816" y="56980"/>
                  </a:lnTo>
                  <a:lnTo>
                    <a:pt x="58128" y="61862"/>
                  </a:lnTo>
                  <a:lnTo>
                    <a:pt x="48440" y="66782"/>
                  </a:lnTo>
                  <a:lnTo>
                    <a:pt x="38752" y="71550"/>
                  </a:lnTo>
                  <a:lnTo>
                    <a:pt x="29064" y="80906"/>
                  </a:lnTo>
                  <a:lnTo>
                    <a:pt x="19376" y="90710"/>
                  </a:lnTo>
                  <a:lnTo>
                    <a:pt x="9688" y="95117"/>
                  </a:lnTo>
                  <a:lnTo>
                    <a:pt x="0" y="10845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672728" y="1793969"/>
              <a:ext cx="2509217" cy="1108111"/>
            </a:xfrm>
            <a:custGeom>
              <a:avLst/>
              <a:pathLst>
                <a:path w="2509217" h="1108111">
                  <a:moveTo>
                    <a:pt x="0" y="0"/>
                  </a:moveTo>
                  <a:lnTo>
                    <a:pt x="9688" y="2941"/>
                  </a:lnTo>
                  <a:lnTo>
                    <a:pt x="19376" y="5912"/>
                  </a:lnTo>
                  <a:lnTo>
                    <a:pt x="29064" y="9061"/>
                  </a:lnTo>
                  <a:lnTo>
                    <a:pt x="38752" y="12523"/>
                  </a:lnTo>
                  <a:lnTo>
                    <a:pt x="48440" y="16259"/>
                  </a:lnTo>
                  <a:lnTo>
                    <a:pt x="58128" y="19389"/>
                  </a:lnTo>
                  <a:lnTo>
                    <a:pt x="67816" y="21698"/>
                  </a:lnTo>
                  <a:lnTo>
                    <a:pt x="77504" y="25149"/>
                  </a:lnTo>
                  <a:lnTo>
                    <a:pt x="87192" y="28915"/>
                  </a:lnTo>
                  <a:lnTo>
                    <a:pt x="96880" y="32661"/>
                  </a:lnTo>
                  <a:lnTo>
                    <a:pt x="106569" y="35887"/>
                  </a:lnTo>
                  <a:lnTo>
                    <a:pt x="116257" y="39048"/>
                  </a:lnTo>
                  <a:lnTo>
                    <a:pt x="125945" y="41995"/>
                  </a:lnTo>
                  <a:lnTo>
                    <a:pt x="135633" y="44418"/>
                  </a:lnTo>
                  <a:lnTo>
                    <a:pt x="145321" y="47788"/>
                  </a:lnTo>
                  <a:lnTo>
                    <a:pt x="155009" y="51104"/>
                  </a:lnTo>
                  <a:lnTo>
                    <a:pt x="164697" y="54553"/>
                  </a:lnTo>
                  <a:lnTo>
                    <a:pt x="174385" y="58171"/>
                  </a:lnTo>
                  <a:lnTo>
                    <a:pt x="184073" y="62622"/>
                  </a:lnTo>
                  <a:lnTo>
                    <a:pt x="193761" y="65442"/>
                  </a:lnTo>
                  <a:lnTo>
                    <a:pt x="203450" y="68048"/>
                  </a:lnTo>
                  <a:lnTo>
                    <a:pt x="213138" y="70840"/>
                  </a:lnTo>
                  <a:lnTo>
                    <a:pt x="222826" y="74829"/>
                  </a:lnTo>
                  <a:lnTo>
                    <a:pt x="232514" y="77313"/>
                  </a:lnTo>
                  <a:lnTo>
                    <a:pt x="242202" y="81219"/>
                  </a:lnTo>
                  <a:lnTo>
                    <a:pt x="251890" y="84009"/>
                  </a:lnTo>
                  <a:lnTo>
                    <a:pt x="261578" y="87161"/>
                  </a:lnTo>
                  <a:lnTo>
                    <a:pt x="271266" y="90413"/>
                  </a:lnTo>
                  <a:lnTo>
                    <a:pt x="280954" y="94544"/>
                  </a:lnTo>
                  <a:lnTo>
                    <a:pt x="290642" y="97394"/>
                  </a:lnTo>
                  <a:lnTo>
                    <a:pt x="300331" y="100746"/>
                  </a:lnTo>
                  <a:lnTo>
                    <a:pt x="310019" y="103890"/>
                  </a:lnTo>
                  <a:lnTo>
                    <a:pt x="319707" y="106968"/>
                  </a:lnTo>
                  <a:lnTo>
                    <a:pt x="329395" y="110384"/>
                  </a:lnTo>
                  <a:lnTo>
                    <a:pt x="339083" y="114365"/>
                  </a:lnTo>
                  <a:lnTo>
                    <a:pt x="348771" y="117902"/>
                  </a:lnTo>
                  <a:lnTo>
                    <a:pt x="358459" y="121726"/>
                  </a:lnTo>
                  <a:lnTo>
                    <a:pt x="368147" y="125337"/>
                  </a:lnTo>
                  <a:lnTo>
                    <a:pt x="377835" y="130024"/>
                  </a:lnTo>
                  <a:lnTo>
                    <a:pt x="387523" y="134618"/>
                  </a:lnTo>
                  <a:lnTo>
                    <a:pt x="397212" y="138227"/>
                  </a:lnTo>
                  <a:lnTo>
                    <a:pt x="406900" y="141150"/>
                  </a:lnTo>
                  <a:lnTo>
                    <a:pt x="416588" y="144052"/>
                  </a:lnTo>
                  <a:lnTo>
                    <a:pt x="426276" y="146840"/>
                  </a:lnTo>
                  <a:lnTo>
                    <a:pt x="435964" y="151412"/>
                  </a:lnTo>
                  <a:lnTo>
                    <a:pt x="445652" y="154679"/>
                  </a:lnTo>
                  <a:lnTo>
                    <a:pt x="455340" y="157982"/>
                  </a:lnTo>
                  <a:lnTo>
                    <a:pt x="465028" y="161274"/>
                  </a:lnTo>
                  <a:lnTo>
                    <a:pt x="474716" y="164403"/>
                  </a:lnTo>
                  <a:lnTo>
                    <a:pt x="484404" y="167327"/>
                  </a:lnTo>
                  <a:lnTo>
                    <a:pt x="494093" y="171162"/>
                  </a:lnTo>
                  <a:lnTo>
                    <a:pt x="503781" y="174877"/>
                  </a:lnTo>
                  <a:lnTo>
                    <a:pt x="513469" y="179003"/>
                  </a:lnTo>
                  <a:lnTo>
                    <a:pt x="523157" y="181523"/>
                  </a:lnTo>
                  <a:lnTo>
                    <a:pt x="532845" y="184056"/>
                  </a:lnTo>
                  <a:lnTo>
                    <a:pt x="542533" y="187425"/>
                  </a:lnTo>
                  <a:lnTo>
                    <a:pt x="552221" y="190885"/>
                  </a:lnTo>
                  <a:lnTo>
                    <a:pt x="561909" y="194606"/>
                  </a:lnTo>
                  <a:lnTo>
                    <a:pt x="571597" y="197560"/>
                  </a:lnTo>
                  <a:lnTo>
                    <a:pt x="581285" y="202388"/>
                  </a:lnTo>
                  <a:lnTo>
                    <a:pt x="590974" y="205959"/>
                  </a:lnTo>
                  <a:lnTo>
                    <a:pt x="600662" y="210073"/>
                  </a:lnTo>
                  <a:lnTo>
                    <a:pt x="610350" y="213866"/>
                  </a:lnTo>
                  <a:lnTo>
                    <a:pt x="620038" y="217078"/>
                  </a:lnTo>
                  <a:lnTo>
                    <a:pt x="629726" y="220851"/>
                  </a:lnTo>
                  <a:lnTo>
                    <a:pt x="639414" y="224762"/>
                  </a:lnTo>
                  <a:lnTo>
                    <a:pt x="649102" y="228086"/>
                  </a:lnTo>
                  <a:lnTo>
                    <a:pt x="658790" y="233329"/>
                  </a:lnTo>
                  <a:lnTo>
                    <a:pt x="668478" y="236444"/>
                  </a:lnTo>
                  <a:lnTo>
                    <a:pt x="678166" y="239362"/>
                  </a:lnTo>
                  <a:lnTo>
                    <a:pt x="687855" y="243000"/>
                  </a:lnTo>
                  <a:lnTo>
                    <a:pt x="697543" y="246434"/>
                  </a:lnTo>
                  <a:lnTo>
                    <a:pt x="707231" y="250215"/>
                  </a:lnTo>
                  <a:lnTo>
                    <a:pt x="716919" y="253289"/>
                  </a:lnTo>
                  <a:lnTo>
                    <a:pt x="726607" y="256508"/>
                  </a:lnTo>
                  <a:lnTo>
                    <a:pt x="736295" y="260409"/>
                  </a:lnTo>
                  <a:lnTo>
                    <a:pt x="745983" y="264375"/>
                  </a:lnTo>
                  <a:lnTo>
                    <a:pt x="755671" y="268739"/>
                  </a:lnTo>
                  <a:lnTo>
                    <a:pt x="765359" y="272164"/>
                  </a:lnTo>
                  <a:lnTo>
                    <a:pt x="775047" y="275721"/>
                  </a:lnTo>
                  <a:lnTo>
                    <a:pt x="784736" y="280536"/>
                  </a:lnTo>
                  <a:lnTo>
                    <a:pt x="794424" y="283118"/>
                  </a:lnTo>
                  <a:lnTo>
                    <a:pt x="804112" y="286935"/>
                  </a:lnTo>
                  <a:lnTo>
                    <a:pt x="813800" y="291042"/>
                  </a:lnTo>
                  <a:lnTo>
                    <a:pt x="823488" y="294222"/>
                  </a:lnTo>
                  <a:lnTo>
                    <a:pt x="833176" y="298142"/>
                  </a:lnTo>
                  <a:lnTo>
                    <a:pt x="842864" y="303063"/>
                  </a:lnTo>
                  <a:lnTo>
                    <a:pt x="852552" y="307519"/>
                  </a:lnTo>
                  <a:lnTo>
                    <a:pt x="862240" y="311926"/>
                  </a:lnTo>
                  <a:lnTo>
                    <a:pt x="871928" y="317253"/>
                  </a:lnTo>
                  <a:lnTo>
                    <a:pt x="881617" y="320709"/>
                  </a:lnTo>
                  <a:lnTo>
                    <a:pt x="891305" y="324093"/>
                  </a:lnTo>
                  <a:lnTo>
                    <a:pt x="900993" y="327806"/>
                  </a:lnTo>
                  <a:lnTo>
                    <a:pt x="910681" y="331527"/>
                  </a:lnTo>
                  <a:lnTo>
                    <a:pt x="920369" y="335693"/>
                  </a:lnTo>
                  <a:lnTo>
                    <a:pt x="930057" y="340036"/>
                  </a:lnTo>
                  <a:lnTo>
                    <a:pt x="939745" y="343261"/>
                  </a:lnTo>
                  <a:lnTo>
                    <a:pt x="949433" y="348165"/>
                  </a:lnTo>
                  <a:lnTo>
                    <a:pt x="959121" y="352100"/>
                  </a:lnTo>
                  <a:lnTo>
                    <a:pt x="968809" y="355990"/>
                  </a:lnTo>
                  <a:lnTo>
                    <a:pt x="978498" y="360510"/>
                  </a:lnTo>
                  <a:lnTo>
                    <a:pt x="988186" y="363923"/>
                  </a:lnTo>
                  <a:lnTo>
                    <a:pt x="997874" y="367874"/>
                  </a:lnTo>
                  <a:lnTo>
                    <a:pt x="1007562" y="373488"/>
                  </a:lnTo>
                  <a:lnTo>
                    <a:pt x="1017250" y="377696"/>
                  </a:lnTo>
                  <a:lnTo>
                    <a:pt x="1026938" y="382501"/>
                  </a:lnTo>
                  <a:lnTo>
                    <a:pt x="1036626" y="386869"/>
                  </a:lnTo>
                  <a:lnTo>
                    <a:pt x="1046314" y="390592"/>
                  </a:lnTo>
                  <a:lnTo>
                    <a:pt x="1056002" y="394424"/>
                  </a:lnTo>
                  <a:lnTo>
                    <a:pt x="1065690" y="398801"/>
                  </a:lnTo>
                  <a:lnTo>
                    <a:pt x="1075379" y="403505"/>
                  </a:lnTo>
                  <a:lnTo>
                    <a:pt x="1085067" y="406944"/>
                  </a:lnTo>
                  <a:lnTo>
                    <a:pt x="1094755" y="411633"/>
                  </a:lnTo>
                  <a:lnTo>
                    <a:pt x="1104443" y="415583"/>
                  </a:lnTo>
                  <a:lnTo>
                    <a:pt x="1114131" y="419250"/>
                  </a:lnTo>
                  <a:lnTo>
                    <a:pt x="1123819" y="423098"/>
                  </a:lnTo>
                  <a:lnTo>
                    <a:pt x="1133507" y="427599"/>
                  </a:lnTo>
                  <a:lnTo>
                    <a:pt x="1143195" y="431095"/>
                  </a:lnTo>
                  <a:lnTo>
                    <a:pt x="1152883" y="434629"/>
                  </a:lnTo>
                  <a:lnTo>
                    <a:pt x="1162571" y="439081"/>
                  </a:lnTo>
                  <a:lnTo>
                    <a:pt x="1172260" y="443463"/>
                  </a:lnTo>
                  <a:lnTo>
                    <a:pt x="1181948" y="448182"/>
                  </a:lnTo>
                  <a:lnTo>
                    <a:pt x="1191636" y="451653"/>
                  </a:lnTo>
                  <a:lnTo>
                    <a:pt x="1201324" y="455330"/>
                  </a:lnTo>
                  <a:lnTo>
                    <a:pt x="1211012" y="460479"/>
                  </a:lnTo>
                  <a:lnTo>
                    <a:pt x="1220700" y="463707"/>
                  </a:lnTo>
                  <a:lnTo>
                    <a:pt x="1230388" y="467323"/>
                  </a:lnTo>
                  <a:lnTo>
                    <a:pt x="1240076" y="471366"/>
                  </a:lnTo>
                  <a:lnTo>
                    <a:pt x="1249764" y="475632"/>
                  </a:lnTo>
                  <a:lnTo>
                    <a:pt x="1259452" y="479494"/>
                  </a:lnTo>
                  <a:lnTo>
                    <a:pt x="1269141" y="484412"/>
                  </a:lnTo>
                  <a:lnTo>
                    <a:pt x="1278829" y="488678"/>
                  </a:lnTo>
                  <a:lnTo>
                    <a:pt x="1288517" y="493206"/>
                  </a:lnTo>
                  <a:lnTo>
                    <a:pt x="1298205" y="498608"/>
                  </a:lnTo>
                  <a:lnTo>
                    <a:pt x="1307893" y="503341"/>
                  </a:lnTo>
                  <a:lnTo>
                    <a:pt x="1317581" y="508882"/>
                  </a:lnTo>
                  <a:lnTo>
                    <a:pt x="1327269" y="512631"/>
                  </a:lnTo>
                  <a:lnTo>
                    <a:pt x="1336957" y="516176"/>
                  </a:lnTo>
                  <a:lnTo>
                    <a:pt x="1346645" y="519310"/>
                  </a:lnTo>
                  <a:lnTo>
                    <a:pt x="1356333" y="523582"/>
                  </a:lnTo>
                  <a:lnTo>
                    <a:pt x="1366022" y="529283"/>
                  </a:lnTo>
                  <a:lnTo>
                    <a:pt x="1375710" y="532692"/>
                  </a:lnTo>
                  <a:lnTo>
                    <a:pt x="1385398" y="537143"/>
                  </a:lnTo>
                  <a:lnTo>
                    <a:pt x="1395086" y="541642"/>
                  </a:lnTo>
                  <a:lnTo>
                    <a:pt x="1404774" y="546337"/>
                  </a:lnTo>
                  <a:lnTo>
                    <a:pt x="1414462" y="549231"/>
                  </a:lnTo>
                  <a:lnTo>
                    <a:pt x="1424150" y="552801"/>
                  </a:lnTo>
                  <a:lnTo>
                    <a:pt x="1433838" y="557957"/>
                  </a:lnTo>
                  <a:lnTo>
                    <a:pt x="1443526" y="561363"/>
                  </a:lnTo>
                  <a:lnTo>
                    <a:pt x="1453214" y="565531"/>
                  </a:lnTo>
                  <a:lnTo>
                    <a:pt x="1462903" y="570391"/>
                  </a:lnTo>
                  <a:lnTo>
                    <a:pt x="1472591" y="575535"/>
                  </a:lnTo>
                  <a:lnTo>
                    <a:pt x="1482279" y="581613"/>
                  </a:lnTo>
                  <a:lnTo>
                    <a:pt x="1491967" y="586973"/>
                  </a:lnTo>
                  <a:lnTo>
                    <a:pt x="1501655" y="592277"/>
                  </a:lnTo>
                  <a:lnTo>
                    <a:pt x="1511343" y="597091"/>
                  </a:lnTo>
                  <a:lnTo>
                    <a:pt x="1521031" y="601750"/>
                  </a:lnTo>
                  <a:lnTo>
                    <a:pt x="1530719" y="606962"/>
                  </a:lnTo>
                  <a:lnTo>
                    <a:pt x="1540407" y="612595"/>
                  </a:lnTo>
                  <a:lnTo>
                    <a:pt x="1550095" y="618189"/>
                  </a:lnTo>
                  <a:lnTo>
                    <a:pt x="1559784" y="623868"/>
                  </a:lnTo>
                  <a:lnTo>
                    <a:pt x="1569472" y="630816"/>
                  </a:lnTo>
                  <a:lnTo>
                    <a:pt x="1579160" y="634422"/>
                  </a:lnTo>
                  <a:lnTo>
                    <a:pt x="1588848" y="636304"/>
                  </a:lnTo>
                  <a:lnTo>
                    <a:pt x="1598536" y="640679"/>
                  </a:lnTo>
                  <a:lnTo>
                    <a:pt x="1608224" y="645289"/>
                  </a:lnTo>
                  <a:lnTo>
                    <a:pt x="1617912" y="649958"/>
                  </a:lnTo>
                  <a:lnTo>
                    <a:pt x="1627600" y="654299"/>
                  </a:lnTo>
                  <a:lnTo>
                    <a:pt x="1637288" y="658665"/>
                  </a:lnTo>
                  <a:lnTo>
                    <a:pt x="1646976" y="663195"/>
                  </a:lnTo>
                  <a:lnTo>
                    <a:pt x="1656665" y="668007"/>
                  </a:lnTo>
                  <a:lnTo>
                    <a:pt x="1666353" y="671734"/>
                  </a:lnTo>
                  <a:lnTo>
                    <a:pt x="1676041" y="676962"/>
                  </a:lnTo>
                  <a:lnTo>
                    <a:pt x="1685729" y="681825"/>
                  </a:lnTo>
                  <a:lnTo>
                    <a:pt x="1695417" y="687490"/>
                  </a:lnTo>
                  <a:lnTo>
                    <a:pt x="1705105" y="692448"/>
                  </a:lnTo>
                  <a:lnTo>
                    <a:pt x="1714793" y="698105"/>
                  </a:lnTo>
                  <a:lnTo>
                    <a:pt x="1724481" y="703214"/>
                  </a:lnTo>
                  <a:lnTo>
                    <a:pt x="1734169" y="708681"/>
                  </a:lnTo>
                  <a:lnTo>
                    <a:pt x="1743857" y="713781"/>
                  </a:lnTo>
                  <a:lnTo>
                    <a:pt x="1753546" y="718414"/>
                  </a:lnTo>
                  <a:lnTo>
                    <a:pt x="1763234" y="723490"/>
                  </a:lnTo>
                  <a:lnTo>
                    <a:pt x="1772922" y="728162"/>
                  </a:lnTo>
                  <a:lnTo>
                    <a:pt x="1782610" y="732403"/>
                  </a:lnTo>
                  <a:lnTo>
                    <a:pt x="1792298" y="737177"/>
                  </a:lnTo>
                  <a:lnTo>
                    <a:pt x="1801986" y="741649"/>
                  </a:lnTo>
                  <a:lnTo>
                    <a:pt x="1811674" y="746346"/>
                  </a:lnTo>
                  <a:lnTo>
                    <a:pt x="1821362" y="751737"/>
                  </a:lnTo>
                  <a:lnTo>
                    <a:pt x="1831050" y="757057"/>
                  </a:lnTo>
                  <a:lnTo>
                    <a:pt x="1840738" y="761522"/>
                  </a:lnTo>
                  <a:lnTo>
                    <a:pt x="1850427" y="765167"/>
                  </a:lnTo>
                  <a:lnTo>
                    <a:pt x="1860115" y="768047"/>
                  </a:lnTo>
                  <a:lnTo>
                    <a:pt x="1869803" y="772697"/>
                  </a:lnTo>
                  <a:lnTo>
                    <a:pt x="1879491" y="778700"/>
                  </a:lnTo>
                  <a:lnTo>
                    <a:pt x="1889179" y="783618"/>
                  </a:lnTo>
                  <a:lnTo>
                    <a:pt x="1898867" y="788435"/>
                  </a:lnTo>
                  <a:lnTo>
                    <a:pt x="1908555" y="794178"/>
                  </a:lnTo>
                  <a:lnTo>
                    <a:pt x="1918243" y="798821"/>
                  </a:lnTo>
                  <a:lnTo>
                    <a:pt x="1927931" y="803578"/>
                  </a:lnTo>
                  <a:lnTo>
                    <a:pt x="1937619" y="808259"/>
                  </a:lnTo>
                  <a:lnTo>
                    <a:pt x="1947308" y="813130"/>
                  </a:lnTo>
                  <a:lnTo>
                    <a:pt x="1956996" y="817789"/>
                  </a:lnTo>
                  <a:lnTo>
                    <a:pt x="1966684" y="821761"/>
                  </a:lnTo>
                  <a:lnTo>
                    <a:pt x="1976372" y="826999"/>
                  </a:lnTo>
                  <a:lnTo>
                    <a:pt x="1986060" y="833154"/>
                  </a:lnTo>
                  <a:lnTo>
                    <a:pt x="1995748" y="838943"/>
                  </a:lnTo>
                  <a:lnTo>
                    <a:pt x="2005436" y="842970"/>
                  </a:lnTo>
                  <a:lnTo>
                    <a:pt x="2015124" y="847602"/>
                  </a:lnTo>
                  <a:lnTo>
                    <a:pt x="2024812" y="852624"/>
                  </a:lnTo>
                  <a:lnTo>
                    <a:pt x="2034500" y="858468"/>
                  </a:lnTo>
                  <a:lnTo>
                    <a:pt x="2044188" y="863141"/>
                  </a:lnTo>
                  <a:lnTo>
                    <a:pt x="2053877" y="868992"/>
                  </a:lnTo>
                  <a:lnTo>
                    <a:pt x="2063565" y="873895"/>
                  </a:lnTo>
                  <a:lnTo>
                    <a:pt x="2073253" y="879751"/>
                  </a:lnTo>
                  <a:lnTo>
                    <a:pt x="2082941" y="884468"/>
                  </a:lnTo>
                  <a:lnTo>
                    <a:pt x="2092629" y="889994"/>
                  </a:lnTo>
                  <a:lnTo>
                    <a:pt x="2102317" y="894811"/>
                  </a:lnTo>
                  <a:lnTo>
                    <a:pt x="2112005" y="899758"/>
                  </a:lnTo>
                  <a:lnTo>
                    <a:pt x="2121693" y="905021"/>
                  </a:lnTo>
                  <a:lnTo>
                    <a:pt x="2131381" y="910919"/>
                  </a:lnTo>
                  <a:lnTo>
                    <a:pt x="2141069" y="915834"/>
                  </a:lnTo>
                  <a:lnTo>
                    <a:pt x="2150758" y="921109"/>
                  </a:lnTo>
                  <a:lnTo>
                    <a:pt x="2160446" y="925428"/>
                  </a:lnTo>
                  <a:lnTo>
                    <a:pt x="2170134" y="931349"/>
                  </a:lnTo>
                  <a:lnTo>
                    <a:pt x="2179822" y="937006"/>
                  </a:lnTo>
                  <a:lnTo>
                    <a:pt x="2189510" y="941724"/>
                  </a:lnTo>
                  <a:lnTo>
                    <a:pt x="2199198" y="947933"/>
                  </a:lnTo>
                  <a:lnTo>
                    <a:pt x="2208886" y="954157"/>
                  </a:lnTo>
                  <a:lnTo>
                    <a:pt x="2218574" y="959929"/>
                  </a:lnTo>
                  <a:lnTo>
                    <a:pt x="2228262" y="965285"/>
                  </a:lnTo>
                  <a:lnTo>
                    <a:pt x="2237950" y="969003"/>
                  </a:lnTo>
                  <a:lnTo>
                    <a:pt x="2247639" y="975072"/>
                  </a:lnTo>
                  <a:lnTo>
                    <a:pt x="2257327" y="979742"/>
                  </a:lnTo>
                  <a:lnTo>
                    <a:pt x="2267015" y="984103"/>
                  </a:lnTo>
                  <a:lnTo>
                    <a:pt x="2276703" y="989251"/>
                  </a:lnTo>
                  <a:lnTo>
                    <a:pt x="2286391" y="994458"/>
                  </a:lnTo>
                  <a:lnTo>
                    <a:pt x="2296079" y="999765"/>
                  </a:lnTo>
                  <a:lnTo>
                    <a:pt x="2305767" y="1004799"/>
                  </a:lnTo>
                  <a:lnTo>
                    <a:pt x="2315455" y="1009984"/>
                  </a:lnTo>
                  <a:lnTo>
                    <a:pt x="2325143" y="1015380"/>
                  </a:lnTo>
                  <a:lnTo>
                    <a:pt x="2334831" y="1020665"/>
                  </a:lnTo>
                  <a:lnTo>
                    <a:pt x="2344520" y="1025490"/>
                  </a:lnTo>
                  <a:lnTo>
                    <a:pt x="2354208" y="1030467"/>
                  </a:lnTo>
                  <a:lnTo>
                    <a:pt x="2363896" y="1035848"/>
                  </a:lnTo>
                  <a:lnTo>
                    <a:pt x="2373584" y="1041664"/>
                  </a:lnTo>
                  <a:lnTo>
                    <a:pt x="2383272" y="1047845"/>
                  </a:lnTo>
                  <a:lnTo>
                    <a:pt x="2392960" y="1053267"/>
                  </a:lnTo>
                  <a:lnTo>
                    <a:pt x="2402648" y="1058617"/>
                  </a:lnTo>
                  <a:lnTo>
                    <a:pt x="2412336" y="1063248"/>
                  </a:lnTo>
                  <a:lnTo>
                    <a:pt x="2422024" y="1067904"/>
                  </a:lnTo>
                  <a:lnTo>
                    <a:pt x="2431712" y="1072339"/>
                  </a:lnTo>
                  <a:lnTo>
                    <a:pt x="2441401" y="1076510"/>
                  </a:lnTo>
                  <a:lnTo>
                    <a:pt x="2451089" y="1081857"/>
                  </a:lnTo>
                  <a:lnTo>
                    <a:pt x="2460777" y="1087366"/>
                  </a:lnTo>
                  <a:lnTo>
                    <a:pt x="2470465" y="1091844"/>
                  </a:lnTo>
                  <a:lnTo>
                    <a:pt x="2480153" y="1095864"/>
                  </a:lnTo>
                  <a:lnTo>
                    <a:pt x="2489841" y="1099635"/>
                  </a:lnTo>
                  <a:lnTo>
                    <a:pt x="2499529" y="1103771"/>
                  </a:lnTo>
                  <a:lnTo>
                    <a:pt x="2509217" y="1108111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672728" y="1590505"/>
              <a:ext cx="2509217" cy="612564"/>
            </a:xfrm>
            <a:custGeom>
              <a:avLst/>
              <a:pathLst>
                <a:path w="2509217" h="612564">
                  <a:moveTo>
                    <a:pt x="0" y="0"/>
                  </a:moveTo>
                  <a:lnTo>
                    <a:pt x="9688" y="1887"/>
                  </a:lnTo>
                  <a:lnTo>
                    <a:pt x="19376" y="4600"/>
                  </a:lnTo>
                  <a:lnTo>
                    <a:pt x="29064" y="6061"/>
                  </a:lnTo>
                  <a:lnTo>
                    <a:pt x="38752" y="7556"/>
                  </a:lnTo>
                  <a:lnTo>
                    <a:pt x="48440" y="9483"/>
                  </a:lnTo>
                  <a:lnTo>
                    <a:pt x="58128" y="12160"/>
                  </a:lnTo>
                  <a:lnTo>
                    <a:pt x="67816" y="13998"/>
                  </a:lnTo>
                  <a:lnTo>
                    <a:pt x="77504" y="15822"/>
                  </a:lnTo>
                  <a:lnTo>
                    <a:pt x="87192" y="17066"/>
                  </a:lnTo>
                  <a:lnTo>
                    <a:pt x="96880" y="18556"/>
                  </a:lnTo>
                  <a:lnTo>
                    <a:pt x="106569" y="20762"/>
                  </a:lnTo>
                  <a:lnTo>
                    <a:pt x="116257" y="22391"/>
                  </a:lnTo>
                  <a:lnTo>
                    <a:pt x="125945" y="23727"/>
                  </a:lnTo>
                  <a:lnTo>
                    <a:pt x="135633" y="24966"/>
                  </a:lnTo>
                  <a:lnTo>
                    <a:pt x="145321" y="27804"/>
                  </a:lnTo>
                  <a:lnTo>
                    <a:pt x="155009" y="30117"/>
                  </a:lnTo>
                  <a:lnTo>
                    <a:pt x="164697" y="31460"/>
                  </a:lnTo>
                  <a:lnTo>
                    <a:pt x="174385" y="33463"/>
                  </a:lnTo>
                  <a:lnTo>
                    <a:pt x="184073" y="35406"/>
                  </a:lnTo>
                  <a:lnTo>
                    <a:pt x="193761" y="36782"/>
                  </a:lnTo>
                  <a:lnTo>
                    <a:pt x="203450" y="39311"/>
                  </a:lnTo>
                  <a:lnTo>
                    <a:pt x="213138" y="42064"/>
                  </a:lnTo>
                  <a:lnTo>
                    <a:pt x="222826" y="44219"/>
                  </a:lnTo>
                  <a:lnTo>
                    <a:pt x="232514" y="45674"/>
                  </a:lnTo>
                  <a:lnTo>
                    <a:pt x="242202" y="48131"/>
                  </a:lnTo>
                  <a:lnTo>
                    <a:pt x="251890" y="51075"/>
                  </a:lnTo>
                  <a:lnTo>
                    <a:pt x="261578" y="53609"/>
                  </a:lnTo>
                  <a:lnTo>
                    <a:pt x="271266" y="55619"/>
                  </a:lnTo>
                  <a:lnTo>
                    <a:pt x="280954" y="56417"/>
                  </a:lnTo>
                  <a:lnTo>
                    <a:pt x="290642" y="58342"/>
                  </a:lnTo>
                  <a:lnTo>
                    <a:pt x="300331" y="60924"/>
                  </a:lnTo>
                  <a:lnTo>
                    <a:pt x="310019" y="61933"/>
                  </a:lnTo>
                  <a:lnTo>
                    <a:pt x="319707" y="63693"/>
                  </a:lnTo>
                  <a:lnTo>
                    <a:pt x="329395" y="65785"/>
                  </a:lnTo>
                  <a:lnTo>
                    <a:pt x="339083" y="67472"/>
                  </a:lnTo>
                  <a:lnTo>
                    <a:pt x="348771" y="69126"/>
                  </a:lnTo>
                  <a:lnTo>
                    <a:pt x="358459" y="71401"/>
                  </a:lnTo>
                  <a:lnTo>
                    <a:pt x="368147" y="74203"/>
                  </a:lnTo>
                  <a:lnTo>
                    <a:pt x="377835" y="76447"/>
                  </a:lnTo>
                  <a:lnTo>
                    <a:pt x="387523" y="77942"/>
                  </a:lnTo>
                  <a:lnTo>
                    <a:pt x="397212" y="79890"/>
                  </a:lnTo>
                  <a:lnTo>
                    <a:pt x="406900" y="82502"/>
                  </a:lnTo>
                  <a:lnTo>
                    <a:pt x="416588" y="84807"/>
                  </a:lnTo>
                  <a:lnTo>
                    <a:pt x="426276" y="86705"/>
                  </a:lnTo>
                  <a:lnTo>
                    <a:pt x="435964" y="88216"/>
                  </a:lnTo>
                  <a:lnTo>
                    <a:pt x="445652" y="90578"/>
                  </a:lnTo>
                  <a:lnTo>
                    <a:pt x="455340" y="92844"/>
                  </a:lnTo>
                  <a:lnTo>
                    <a:pt x="465028" y="94800"/>
                  </a:lnTo>
                  <a:lnTo>
                    <a:pt x="474716" y="96461"/>
                  </a:lnTo>
                  <a:lnTo>
                    <a:pt x="484404" y="98226"/>
                  </a:lnTo>
                  <a:lnTo>
                    <a:pt x="494093" y="99694"/>
                  </a:lnTo>
                  <a:lnTo>
                    <a:pt x="503781" y="101262"/>
                  </a:lnTo>
                  <a:lnTo>
                    <a:pt x="513469" y="103366"/>
                  </a:lnTo>
                  <a:lnTo>
                    <a:pt x="523157" y="104715"/>
                  </a:lnTo>
                  <a:lnTo>
                    <a:pt x="532845" y="106505"/>
                  </a:lnTo>
                  <a:lnTo>
                    <a:pt x="542533" y="107564"/>
                  </a:lnTo>
                  <a:lnTo>
                    <a:pt x="552221" y="109388"/>
                  </a:lnTo>
                  <a:lnTo>
                    <a:pt x="561909" y="111742"/>
                  </a:lnTo>
                  <a:lnTo>
                    <a:pt x="571597" y="113996"/>
                  </a:lnTo>
                  <a:lnTo>
                    <a:pt x="581285" y="115670"/>
                  </a:lnTo>
                  <a:lnTo>
                    <a:pt x="590974" y="117225"/>
                  </a:lnTo>
                  <a:lnTo>
                    <a:pt x="600662" y="118432"/>
                  </a:lnTo>
                  <a:lnTo>
                    <a:pt x="610350" y="121001"/>
                  </a:lnTo>
                  <a:lnTo>
                    <a:pt x="620038" y="123502"/>
                  </a:lnTo>
                  <a:lnTo>
                    <a:pt x="629726" y="126287"/>
                  </a:lnTo>
                  <a:lnTo>
                    <a:pt x="639414" y="127380"/>
                  </a:lnTo>
                  <a:lnTo>
                    <a:pt x="649102" y="129432"/>
                  </a:lnTo>
                  <a:lnTo>
                    <a:pt x="658790" y="131099"/>
                  </a:lnTo>
                  <a:lnTo>
                    <a:pt x="668478" y="133429"/>
                  </a:lnTo>
                  <a:lnTo>
                    <a:pt x="678166" y="135257"/>
                  </a:lnTo>
                  <a:lnTo>
                    <a:pt x="687855" y="137608"/>
                  </a:lnTo>
                  <a:lnTo>
                    <a:pt x="697543" y="139239"/>
                  </a:lnTo>
                  <a:lnTo>
                    <a:pt x="707231" y="141143"/>
                  </a:lnTo>
                  <a:lnTo>
                    <a:pt x="716919" y="143546"/>
                  </a:lnTo>
                  <a:lnTo>
                    <a:pt x="726607" y="145358"/>
                  </a:lnTo>
                  <a:lnTo>
                    <a:pt x="736295" y="146101"/>
                  </a:lnTo>
                  <a:lnTo>
                    <a:pt x="745983" y="149662"/>
                  </a:lnTo>
                  <a:lnTo>
                    <a:pt x="755671" y="151063"/>
                  </a:lnTo>
                  <a:lnTo>
                    <a:pt x="765359" y="153220"/>
                  </a:lnTo>
                  <a:lnTo>
                    <a:pt x="775047" y="155558"/>
                  </a:lnTo>
                  <a:lnTo>
                    <a:pt x="784736" y="158253"/>
                  </a:lnTo>
                  <a:lnTo>
                    <a:pt x="794424" y="160353"/>
                  </a:lnTo>
                  <a:lnTo>
                    <a:pt x="804112" y="162925"/>
                  </a:lnTo>
                  <a:lnTo>
                    <a:pt x="813800" y="164722"/>
                  </a:lnTo>
                  <a:lnTo>
                    <a:pt x="823488" y="167105"/>
                  </a:lnTo>
                  <a:lnTo>
                    <a:pt x="833176" y="170340"/>
                  </a:lnTo>
                  <a:lnTo>
                    <a:pt x="842864" y="172995"/>
                  </a:lnTo>
                  <a:lnTo>
                    <a:pt x="852552" y="174773"/>
                  </a:lnTo>
                  <a:lnTo>
                    <a:pt x="862240" y="178316"/>
                  </a:lnTo>
                  <a:lnTo>
                    <a:pt x="871928" y="179885"/>
                  </a:lnTo>
                  <a:lnTo>
                    <a:pt x="881617" y="182173"/>
                  </a:lnTo>
                  <a:lnTo>
                    <a:pt x="891305" y="184038"/>
                  </a:lnTo>
                  <a:lnTo>
                    <a:pt x="900993" y="186834"/>
                  </a:lnTo>
                  <a:lnTo>
                    <a:pt x="910681" y="189331"/>
                  </a:lnTo>
                  <a:lnTo>
                    <a:pt x="920369" y="191356"/>
                  </a:lnTo>
                  <a:lnTo>
                    <a:pt x="930057" y="193887"/>
                  </a:lnTo>
                  <a:lnTo>
                    <a:pt x="939745" y="195998"/>
                  </a:lnTo>
                  <a:lnTo>
                    <a:pt x="949433" y="198097"/>
                  </a:lnTo>
                  <a:lnTo>
                    <a:pt x="959121" y="199676"/>
                  </a:lnTo>
                  <a:lnTo>
                    <a:pt x="968809" y="202238"/>
                  </a:lnTo>
                  <a:lnTo>
                    <a:pt x="978498" y="204912"/>
                  </a:lnTo>
                  <a:lnTo>
                    <a:pt x="988186" y="207725"/>
                  </a:lnTo>
                  <a:lnTo>
                    <a:pt x="997874" y="209846"/>
                  </a:lnTo>
                  <a:lnTo>
                    <a:pt x="1007562" y="212554"/>
                  </a:lnTo>
                  <a:lnTo>
                    <a:pt x="1017250" y="214636"/>
                  </a:lnTo>
                  <a:lnTo>
                    <a:pt x="1026938" y="218159"/>
                  </a:lnTo>
                  <a:lnTo>
                    <a:pt x="1036626" y="221184"/>
                  </a:lnTo>
                  <a:lnTo>
                    <a:pt x="1046314" y="224195"/>
                  </a:lnTo>
                  <a:lnTo>
                    <a:pt x="1056002" y="227311"/>
                  </a:lnTo>
                  <a:lnTo>
                    <a:pt x="1065690" y="229207"/>
                  </a:lnTo>
                  <a:lnTo>
                    <a:pt x="1075379" y="231460"/>
                  </a:lnTo>
                  <a:lnTo>
                    <a:pt x="1085067" y="233042"/>
                  </a:lnTo>
                  <a:lnTo>
                    <a:pt x="1094755" y="236358"/>
                  </a:lnTo>
                  <a:lnTo>
                    <a:pt x="1104443" y="239175"/>
                  </a:lnTo>
                  <a:lnTo>
                    <a:pt x="1114131" y="240963"/>
                  </a:lnTo>
                  <a:lnTo>
                    <a:pt x="1123819" y="243069"/>
                  </a:lnTo>
                  <a:lnTo>
                    <a:pt x="1133507" y="245630"/>
                  </a:lnTo>
                  <a:lnTo>
                    <a:pt x="1143195" y="247857"/>
                  </a:lnTo>
                  <a:lnTo>
                    <a:pt x="1152883" y="250413"/>
                  </a:lnTo>
                  <a:lnTo>
                    <a:pt x="1162571" y="252205"/>
                  </a:lnTo>
                  <a:lnTo>
                    <a:pt x="1172260" y="254393"/>
                  </a:lnTo>
                  <a:lnTo>
                    <a:pt x="1181948" y="256168"/>
                  </a:lnTo>
                  <a:lnTo>
                    <a:pt x="1191636" y="258573"/>
                  </a:lnTo>
                  <a:lnTo>
                    <a:pt x="1201324" y="260358"/>
                  </a:lnTo>
                  <a:lnTo>
                    <a:pt x="1211012" y="262105"/>
                  </a:lnTo>
                  <a:lnTo>
                    <a:pt x="1220700" y="264897"/>
                  </a:lnTo>
                  <a:lnTo>
                    <a:pt x="1230388" y="267003"/>
                  </a:lnTo>
                  <a:lnTo>
                    <a:pt x="1240076" y="268961"/>
                  </a:lnTo>
                  <a:lnTo>
                    <a:pt x="1249764" y="271325"/>
                  </a:lnTo>
                  <a:lnTo>
                    <a:pt x="1259452" y="273174"/>
                  </a:lnTo>
                  <a:lnTo>
                    <a:pt x="1269141" y="274563"/>
                  </a:lnTo>
                  <a:lnTo>
                    <a:pt x="1278829" y="276706"/>
                  </a:lnTo>
                  <a:lnTo>
                    <a:pt x="1288517" y="278382"/>
                  </a:lnTo>
                  <a:lnTo>
                    <a:pt x="1298205" y="280345"/>
                  </a:lnTo>
                  <a:lnTo>
                    <a:pt x="1307893" y="282725"/>
                  </a:lnTo>
                  <a:lnTo>
                    <a:pt x="1317581" y="285321"/>
                  </a:lnTo>
                  <a:lnTo>
                    <a:pt x="1327269" y="287620"/>
                  </a:lnTo>
                  <a:lnTo>
                    <a:pt x="1336957" y="288989"/>
                  </a:lnTo>
                  <a:lnTo>
                    <a:pt x="1346645" y="290921"/>
                  </a:lnTo>
                  <a:lnTo>
                    <a:pt x="1356333" y="292974"/>
                  </a:lnTo>
                  <a:lnTo>
                    <a:pt x="1366022" y="295537"/>
                  </a:lnTo>
                  <a:lnTo>
                    <a:pt x="1375710" y="298658"/>
                  </a:lnTo>
                  <a:lnTo>
                    <a:pt x="1385398" y="299847"/>
                  </a:lnTo>
                  <a:lnTo>
                    <a:pt x="1395086" y="301111"/>
                  </a:lnTo>
                  <a:lnTo>
                    <a:pt x="1404774" y="303631"/>
                  </a:lnTo>
                  <a:lnTo>
                    <a:pt x="1414462" y="305173"/>
                  </a:lnTo>
                  <a:lnTo>
                    <a:pt x="1424150" y="307057"/>
                  </a:lnTo>
                  <a:lnTo>
                    <a:pt x="1433838" y="310224"/>
                  </a:lnTo>
                  <a:lnTo>
                    <a:pt x="1443526" y="313134"/>
                  </a:lnTo>
                  <a:lnTo>
                    <a:pt x="1453214" y="315619"/>
                  </a:lnTo>
                  <a:lnTo>
                    <a:pt x="1462903" y="319287"/>
                  </a:lnTo>
                  <a:lnTo>
                    <a:pt x="1472591" y="321932"/>
                  </a:lnTo>
                  <a:lnTo>
                    <a:pt x="1482279" y="325148"/>
                  </a:lnTo>
                  <a:lnTo>
                    <a:pt x="1491967" y="327712"/>
                  </a:lnTo>
                  <a:lnTo>
                    <a:pt x="1501655" y="330167"/>
                  </a:lnTo>
                  <a:lnTo>
                    <a:pt x="1511343" y="331967"/>
                  </a:lnTo>
                  <a:lnTo>
                    <a:pt x="1521031" y="335571"/>
                  </a:lnTo>
                  <a:lnTo>
                    <a:pt x="1530719" y="337447"/>
                  </a:lnTo>
                  <a:lnTo>
                    <a:pt x="1540407" y="340408"/>
                  </a:lnTo>
                  <a:lnTo>
                    <a:pt x="1550095" y="342062"/>
                  </a:lnTo>
                  <a:lnTo>
                    <a:pt x="1559784" y="344721"/>
                  </a:lnTo>
                  <a:lnTo>
                    <a:pt x="1569472" y="348533"/>
                  </a:lnTo>
                  <a:lnTo>
                    <a:pt x="1579160" y="351951"/>
                  </a:lnTo>
                  <a:lnTo>
                    <a:pt x="1588848" y="353297"/>
                  </a:lnTo>
                  <a:lnTo>
                    <a:pt x="1598536" y="354958"/>
                  </a:lnTo>
                  <a:lnTo>
                    <a:pt x="1608224" y="357724"/>
                  </a:lnTo>
                  <a:lnTo>
                    <a:pt x="1617912" y="360652"/>
                  </a:lnTo>
                  <a:lnTo>
                    <a:pt x="1627600" y="363961"/>
                  </a:lnTo>
                  <a:lnTo>
                    <a:pt x="1637288" y="366137"/>
                  </a:lnTo>
                  <a:lnTo>
                    <a:pt x="1646976" y="367537"/>
                  </a:lnTo>
                  <a:lnTo>
                    <a:pt x="1656665" y="370333"/>
                  </a:lnTo>
                  <a:lnTo>
                    <a:pt x="1666353" y="373821"/>
                  </a:lnTo>
                  <a:lnTo>
                    <a:pt x="1676041" y="375373"/>
                  </a:lnTo>
                  <a:lnTo>
                    <a:pt x="1685729" y="377768"/>
                  </a:lnTo>
                  <a:lnTo>
                    <a:pt x="1695417" y="379437"/>
                  </a:lnTo>
                  <a:lnTo>
                    <a:pt x="1705105" y="381794"/>
                  </a:lnTo>
                  <a:lnTo>
                    <a:pt x="1714793" y="383452"/>
                  </a:lnTo>
                  <a:lnTo>
                    <a:pt x="1724481" y="387039"/>
                  </a:lnTo>
                  <a:lnTo>
                    <a:pt x="1734169" y="389693"/>
                  </a:lnTo>
                  <a:lnTo>
                    <a:pt x="1743857" y="392415"/>
                  </a:lnTo>
                  <a:lnTo>
                    <a:pt x="1753546" y="394508"/>
                  </a:lnTo>
                  <a:lnTo>
                    <a:pt x="1763234" y="396351"/>
                  </a:lnTo>
                  <a:lnTo>
                    <a:pt x="1772922" y="397904"/>
                  </a:lnTo>
                  <a:lnTo>
                    <a:pt x="1782610" y="399681"/>
                  </a:lnTo>
                  <a:lnTo>
                    <a:pt x="1792298" y="401836"/>
                  </a:lnTo>
                  <a:lnTo>
                    <a:pt x="1801986" y="404653"/>
                  </a:lnTo>
                  <a:lnTo>
                    <a:pt x="1811674" y="407948"/>
                  </a:lnTo>
                  <a:lnTo>
                    <a:pt x="1821362" y="411909"/>
                  </a:lnTo>
                  <a:lnTo>
                    <a:pt x="1831050" y="414633"/>
                  </a:lnTo>
                  <a:lnTo>
                    <a:pt x="1840738" y="415860"/>
                  </a:lnTo>
                  <a:lnTo>
                    <a:pt x="1850427" y="418679"/>
                  </a:lnTo>
                  <a:lnTo>
                    <a:pt x="1860115" y="422627"/>
                  </a:lnTo>
                  <a:lnTo>
                    <a:pt x="1869803" y="426483"/>
                  </a:lnTo>
                  <a:lnTo>
                    <a:pt x="1879491" y="428962"/>
                  </a:lnTo>
                  <a:lnTo>
                    <a:pt x="1889179" y="431725"/>
                  </a:lnTo>
                  <a:lnTo>
                    <a:pt x="1898867" y="434744"/>
                  </a:lnTo>
                  <a:lnTo>
                    <a:pt x="1908555" y="438832"/>
                  </a:lnTo>
                  <a:lnTo>
                    <a:pt x="1918243" y="441420"/>
                  </a:lnTo>
                  <a:lnTo>
                    <a:pt x="1927931" y="445188"/>
                  </a:lnTo>
                  <a:lnTo>
                    <a:pt x="1937619" y="448353"/>
                  </a:lnTo>
                  <a:lnTo>
                    <a:pt x="1947308" y="451189"/>
                  </a:lnTo>
                  <a:lnTo>
                    <a:pt x="1956996" y="454040"/>
                  </a:lnTo>
                  <a:lnTo>
                    <a:pt x="1966684" y="456652"/>
                  </a:lnTo>
                  <a:lnTo>
                    <a:pt x="1976372" y="458687"/>
                  </a:lnTo>
                  <a:lnTo>
                    <a:pt x="1986060" y="462417"/>
                  </a:lnTo>
                  <a:lnTo>
                    <a:pt x="1995748" y="465724"/>
                  </a:lnTo>
                  <a:lnTo>
                    <a:pt x="2005436" y="468960"/>
                  </a:lnTo>
                  <a:lnTo>
                    <a:pt x="2015124" y="471672"/>
                  </a:lnTo>
                  <a:lnTo>
                    <a:pt x="2024812" y="473373"/>
                  </a:lnTo>
                  <a:lnTo>
                    <a:pt x="2034500" y="474673"/>
                  </a:lnTo>
                  <a:lnTo>
                    <a:pt x="2044188" y="477989"/>
                  </a:lnTo>
                  <a:lnTo>
                    <a:pt x="2053877" y="480674"/>
                  </a:lnTo>
                  <a:lnTo>
                    <a:pt x="2063565" y="482816"/>
                  </a:lnTo>
                  <a:lnTo>
                    <a:pt x="2073253" y="485175"/>
                  </a:lnTo>
                  <a:lnTo>
                    <a:pt x="2082941" y="488273"/>
                  </a:lnTo>
                  <a:lnTo>
                    <a:pt x="2092629" y="490863"/>
                  </a:lnTo>
                  <a:lnTo>
                    <a:pt x="2102317" y="493526"/>
                  </a:lnTo>
                  <a:lnTo>
                    <a:pt x="2112005" y="495394"/>
                  </a:lnTo>
                  <a:lnTo>
                    <a:pt x="2121693" y="497595"/>
                  </a:lnTo>
                  <a:lnTo>
                    <a:pt x="2131381" y="500466"/>
                  </a:lnTo>
                  <a:lnTo>
                    <a:pt x="2141069" y="503063"/>
                  </a:lnTo>
                  <a:lnTo>
                    <a:pt x="2150758" y="505618"/>
                  </a:lnTo>
                  <a:lnTo>
                    <a:pt x="2160446" y="507586"/>
                  </a:lnTo>
                  <a:lnTo>
                    <a:pt x="2170134" y="510094"/>
                  </a:lnTo>
                  <a:lnTo>
                    <a:pt x="2179822" y="513490"/>
                  </a:lnTo>
                  <a:lnTo>
                    <a:pt x="2189510" y="516501"/>
                  </a:lnTo>
                  <a:lnTo>
                    <a:pt x="2199198" y="518454"/>
                  </a:lnTo>
                  <a:lnTo>
                    <a:pt x="2208886" y="521019"/>
                  </a:lnTo>
                  <a:lnTo>
                    <a:pt x="2218574" y="523972"/>
                  </a:lnTo>
                  <a:lnTo>
                    <a:pt x="2228262" y="527326"/>
                  </a:lnTo>
                  <a:lnTo>
                    <a:pt x="2237950" y="530547"/>
                  </a:lnTo>
                  <a:lnTo>
                    <a:pt x="2247639" y="533624"/>
                  </a:lnTo>
                  <a:lnTo>
                    <a:pt x="2257327" y="536833"/>
                  </a:lnTo>
                  <a:lnTo>
                    <a:pt x="2267015" y="540597"/>
                  </a:lnTo>
                  <a:lnTo>
                    <a:pt x="2276703" y="543109"/>
                  </a:lnTo>
                  <a:lnTo>
                    <a:pt x="2286391" y="545682"/>
                  </a:lnTo>
                  <a:lnTo>
                    <a:pt x="2296079" y="548338"/>
                  </a:lnTo>
                  <a:lnTo>
                    <a:pt x="2305767" y="550736"/>
                  </a:lnTo>
                  <a:lnTo>
                    <a:pt x="2315455" y="553201"/>
                  </a:lnTo>
                  <a:lnTo>
                    <a:pt x="2325143" y="555551"/>
                  </a:lnTo>
                  <a:lnTo>
                    <a:pt x="2334831" y="557938"/>
                  </a:lnTo>
                  <a:lnTo>
                    <a:pt x="2344520" y="561010"/>
                  </a:lnTo>
                  <a:lnTo>
                    <a:pt x="2354208" y="563474"/>
                  </a:lnTo>
                  <a:lnTo>
                    <a:pt x="2363896" y="566148"/>
                  </a:lnTo>
                  <a:lnTo>
                    <a:pt x="2373584" y="568901"/>
                  </a:lnTo>
                  <a:lnTo>
                    <a:pt x="2383272" y="571804"/>
                  </a:lnTo>
                  <a:lnTo>
                    <a:pt x="2392960" y="574712"/>
                  </a:lnTo>
                  <a:lnTo>
                    <a:pt x="2402648" y="577816"/>
                  </a:lnTo>
                  <a:lnTo>
                    <a:pt x="2412336" y="581656"/>
                  </a:lnTo>
                  <a:lnTo>
                    <a:pt x="2422024" y="586108"/>
                  </a:lnTo>
                  <a:lnTo>
                    <a:pt x="2431712" y="590173"/>
                  </a:lnTo>
                  <a:lnTo>
                    <a:pt x="2441401" y="593036"/>
                  </a:lnTo>
                  <a:lnTo>
                    <a:pt x="2451089" y="595779"/>
                  </a:lnTo>
                  <a:lnTo>
                    <a:pt x="2460777" y="599200"/>
                  </a:lnTo>
                  <a:lnTo>
                    <a:pt x="2470465" y="603015"/>
                  </a:lnTo>
                  <a:lnTo>
                    <a:pt x="2480153" y="606713"/>
                  </a:lnTo>
                  <a:lnTo>
                    <a:pt x="2489841" y="609209"/>
                  </a:lnTo>
                  <a:lnTo>
                    <a:pt x="2499529" y="611091"/>
                  </a:lnTo>
                  <a:lnTo>
                    <a:pt x="2509217" y="612564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672728" y="1516083"/>
              <a:ext cx="2509217" cy="1532179"/>
            </a:xfrm>
            <a:custGeom>
              <a:avLst/>
              <a:pathLst>
                <a:path w="2509217" h="1532179">
                  <a:moveTo>
                    <a:pt x="0" y="0"/>
                  </a:moveTo>
                  <a:lnTo>
                    <a:pt x="9688" y="3441"/>
                  </a:lnTo>
                  <a:lnTo>
                    <a:pt x="19376" y="6983"/>
                  </a:lnTo>
                  <a:lnTo>
                    <a:pt x="29064" y="10647"/>
                  </a:lnTo>
                  <a:lnTo>
                    <a:pt x="38752" y="14597"/>
                  </a:lnTo>
                  <a:lnTo>
                    <a:pt x="48440" y="18356"/>
                  </a:lnTo>
                  <a:lnTo>
                    <a:pt x="58128" y="21452"/>
                  </a:lnTo>
                  <a:lnTo>
                    <a:pt x="67816" y="24950"/>
                  </a:lnTo>
                  <a:lnTo>
                    <a:pt x="77504" y="28229"/>
                  </a:lnTo>
                  <a:lnTo>
                    <a:pt x="87192" y="31889"/>
                  </a:lnTo>
                  <a:lnTo>
                    <a:pt x="96880" y="35617"/>
                  </a:lnTo>
                  <a:lnTo>
                    <a:pt x="106569" y="39379"/>
                  </a:lnTo>
                  <a:lnTo>
                    <a:pt x="116257" y="43216"/>
                  </a:lnTo>
                  <a:lnTo>
                    <a:pt x="125945" y="47822"/>
                  </a:lnTo>
                  <a:lnTo>
                    <a:pt x="135633" y="50922"/>
                  </a:lnTo>
                  <a:lnTo>
                    <a:pt x="145321" y="54763"/>
                  </a:lnTo>
                  <a:lnTo>
                    <a:pt x="155009" y="59576"/>
                  </a:lnTo>
                  <a:lnTo>
                    <a:pt x="164697" y="63071"/>
                  </a:lnTo>
                  <a:lnTo>
                    <a:pt x="174385" y="67058"/>
                  </a:lnTo>
                  <a:lnTo>
                    <a:pt x="184073" y="70518"/>
                  </a:lnTo>
                  <a:lnTo>
                    <a:pt x="193761" y="74427"/>
                  </a:lnTo>
                  <a:lnTo>
                    <a:pt x="203450" y="77252"/>
                  </a:lnTo>
                  <a:lnTo>
                    <a:pt x="213138" y="81524"/>
                  </a:lnTo>
                  <a:lnTo>
                    <a:pt x="222826" y="85105"/>
                  </a:lnTo>
                  <a:lnTo>
                    <a:pt x="232514" y="88991"/>
                  </a:lnTo>
                  <a:lnTo>
                    <a:pt x="242202" y="93219"/>
                  </a:lnTo>
                  <a:lnTo>
                    <a:pt x="251890" y="97302"/>
                  </a:lnTo>
                  <a:lnTo>
                    <a:pt x="261578" y="101134"/>
                  </a:lnTo>
                  <a:lnTo>
                    <a:pt x="271266" y="105050"/>
                  </a:lnTo>
                  <a:lnTo>
                    <a:pt x="280954" y="109414"/>
                  </a:lnTo>
                  <a:lnTo>
                    <a:pt x="290642" y="114424"/>
                  </a:lnTo>
                  <a:lnTo>
                    <a:pt x="300331" y="119202"/>
                  </a:lnTo>
                  <a:lnTo>
                    <a:pt x="310019" y="123378"/>
                  </a:lnTo>
                  <a:lnTo>
                    <a:pt x="319707" y="127029"/>
                  </a:lnTo>
                  <a:lnTo>
                    <a:pt x="329395" y="131530"/>
                  </a:lnTo>
                  <a:lnTo>
                    <a:pt x="339083" y="135897"/>
                  </a:lnTo>
                  <a:lnTo>
                    <a:pt x="348771" y="139696"/>
                  </a:lnTo>
                  <a:lnTo>
                    <a:pt x="358459" y="144124"/>
                  </a:lnTo>
                  <a:lnTo>
                    <a:pt x="368147" y="149089"/>
                  </a:lnTo>
                  <a:lnTo>
                    <a:pt x="377835" y="153209"/>
                  </a:lnTo>
                  <a:lnTo>
                    <a:pt x="387523" y="157158"/>
                  </a:lnTo>
                  <a:lnTo>
                    <a:pt x="397212" y="161887"/>
                  </a:lnTo>
                  <a:lnTo>
                    <a:pt x="406900" y="166650"/>
                  </a:lnTo>
                  <a:lnTo>
                    <a:pt x="416588" y="171415"/>
                  </a:lnTo>
                  <a:lnTo>
                    <a:pt x="426276" y="175953"/>
                  </a:lnTo>
                  <a:lnTo>
                    <a:pt x="435964" y="180623"/>
                  </a:lnTo>
                  <a:lnTo>
                    <a:pt x="445652" y="184889"/>
                  </a:lnTo>
                  <a:lnTo>
                    <a:pt x="455340" y="188605"/>
                  </a:lnTo>
                  <a:lnTo>
                    <a:pt x="465028" y="192582"/>
                  </a:lnTo>
                  <a:lnTo>
                    <a:pt x="474716" y="195825"/>
                  </a:lnTo>
                  <a:lnTo>
                    <a:pt x="484404" y="199484"/>
                  </a:lnTo>
                  <a:lnTo>
                    <a:pt x="494093" y="204457"/>
                  </a:lnTo>
                  <a:lnTo>
                    <a:pt x="503781" y="208935"/>
                  </a:lnTo>
                  <a:lnTo>
                    <a:pt x="513469" y="213388"/>
                  </a:lnTo>
                  <a:lnTo>
                    <a:pt x="523157" y="217620"/>
                  </a:lnTo>
                  <a:lnTo>
                    <a:pt x="532845" y="222363"/>
                  </a:lnTo>
                  <a:lnTo>
                    <a:pt x="542533" y="226235"/>
                  </a:lnTo>
                  <a:lnTo>
                    <a:pt x="552221" y="230853"/>
                  </a:lnTo>
                  <a:lnTo>
                    <a:pt x="561909" y="235997"/>
                  </a:lnTo>
                  <a:lnTo>
                    <a:pt x="571597" y="240384"/>
                  </a:lnTo>
                  <a:lnTo>
                    <a:pt x="581285" y="243853"/>
                  </a:lnTo>
                  <a:lnTo>
                    <a:pt x="590974" y="248493"/>
                  </a:lnTo>
                  <a:lnTo>
                    <a:pt x="600662" y="253150"/>
                  </a:lnTo>
                  <a:lnTo>
                    <a:pt x="610350" y="258482"/>
                  </a:lnTo>
                  <a:lnTo>
                    <a:pt x="620038" y="263764"/>
                  </a:lnTo>
                  <a:lnTo>
                    <a:pt x="629726" y="268795"/>
                  </a:lnTo>
                  <a:lnTo>
                    <a:pt x="639414" y="273384"/>
                  </a:lnTo>
                  <a:lnTo>
                    <a:pt x="649102" y="277530"/>
                  </a:lnTo>
                  <a:lnTo>
                    <a:pt x="658790" y="282169"/>
                  </a:lnTo>
                  <a:lnTo>
                    <a:pt x="668478" y="286789"/>
                  </a:lnTo>
                  <a:lnTo>
                    <a:pt x="678166" y="291424"/>
                  </a:lnTo>
                  <a:lnTo>
                    <a:pt x="687855" y="296256"/>
                  </a:lnTo>
                  <a:lnTo>
                    <a:pt x="697543" y="300784"/>
                  </a:lnTo>
                  <a:lnTo>
                    <a:pt x="707231" y="305400"/>
                  </a:lnTo>
                  <a:lnTo>
                    <a:pt x="716919" y="310724"/>
                  </a:lnTo>
                  <a:lnTo>
                    <a:pt x="726607" y="315920"/>
                  </a:lnTo>
                  <a:lnTo>
                    <a:pt x="736295" y="320750"/>
                  </a:lnTo>
                  <a:lnTo>
                    <a:pt x="745983" y="326344"/>
                  </a:lnTo>
                  <a:lnTo>
                    <a:pt x="755671" y="331559"/>
                  </a:lnTo>
                  <a:lnTo>
                    <a:pt x="765359" y="336085"/>
                  </a:lnTo>
                  <a:lnTo>
                    <a:pt x="775047" y="340965"/>
                  </a:lnTo>
                  <a:lnTo>
                    <a:pt x="784736" y="345428"/>
                  </a:lnTo>
                  <a:lnTo>
                    <a:pt x="794424" y="350883"/>
                  </a:lnTo>
                  <a:lnTo>
                    <a:pt x="804112" y="355055"/>
                  </a:lnTo>
                  <a:lnTo>
                    <a:pt x="813800" y="359893"/>
                  </a:lnTo>
                  <a:lnTo>
                    <a:pt x="823488" y="365173"/>
                  </a:lnTo>
                  <a:lnTo>
                    <a:pt x="833176" y="370459"/>
                  </a:lnTo>
                  <a:lnTo>
                    <a:pt x="842864" y="376411"/>
                  </a:lnTo>
                  <a:lnTo>
                    <a:pt x="852552" y="382267"/>
                  </a:lnTo>
                  <a:lnTo>
                    <a:pt x="862240" y="388961"/>
                  </a:lnTo>
                  <a:lnTo>
                    <a:pt x="871928" y="394562"/>
                  </a:lnTo>
                  <a:lnTo>
                    <a:pt x="881617" y="400217"/>
                  </a:lnTo>
                  <a:lnTo>
                    <a:pt x="891305" y="405472"/>
                  </a:lnTo>
                  <a:lnTo>
                    <a:pt x="900993" y="411654"/>
                  </a:lnTo>
                  <a:lnTo>
                    <a:pt x="910681" y="416781"/>
                  </a:lnTo>
                  <a:lnTo>
                    <a:pt x="920369" y="422635"/>
                  </a:lnTo>
                  <a:lnTo>
                    <a:pt x="930057" y="427322"/>
                  </a:lnTo>
                  <a:lnTo>
                    <a:pt x="939745" y="433449"/>
                  </a:lnTo>
                  <a:lnTo>
                    <a:pt x="949433" y="438499"/>
                  </a:lnTo>
                  <a:lnTo>
                    <a:pt x="959121" y="443605"/>
                  </a:lnTo>
                  <a:lnTo>
                    <a:pt x="968809" y="449071"/>
                  </a:lnTo>
                  <a:lnTo>
                    <a:pt x="978498" y="454030"/>
                  </a:lnTo>
                  <a:lnTo>
                    <a:pt x="988186" y="458214"/>
                  </a:lnTo>
                  <a:lnTo>
                    <a:pt x="997874" y="463898"/>
                  </a:lnTo>
                  <a:lnTo>
                    <a:pt x="1007562" y="469937"/>
                  </a:lnTo>
                  <a:lnTo>
                    <a:pt x="1017250" y="474738"/>
                  </a:lnTo>
                  <a:lnTo>
                    <a:pt x="1026938" y="480018"/>
                  </a:lnTo>
                  <a:lnTo>
                    <a:pt x="1036626" y="485968"/>
                  </a:lnTo>
                  <a:lnTo>
                    <a:pt x="1046314" y="490364"/>
                  </a:lnTo>
                  <a:lnTo>
                    <a:pt x="1056002" y="496117"/>
                  </a:lnTo>
                  <a:lnTo>
                    <a:pt x="1065690" y="502693"/>
                  </a:lnTo>
                  <a:lnTo>
                    <a:pt x="1075379" y="507858"/>
                  </a:lnTo>
                  <a:lnTo>
                    <a:pt x="1085067" y="512958"/>
                  </a:lnTo>
                  <a:lnTo>
                    <a:pt x="1094755" y="517659"/>
                  </a:lnTo>
                  <a:lnTo>
                    <a:pt x="1104443" y="523375"/>
                  </a:lnTo>
                  <a:lnTo>
                    <a:pt x="1114131" y="528823"/>
                  </a:lnTo>
                  <a:lnTo>
                    <a:pt x="1123819" y="534094"/>
                  </a:lnTo>
                  <a:lnTo>
                    <a:pt x="1133507" y="539156"/>
                  </a:lnTo>
                  <a:lnTo>
                    <a:pt x="1143195" y="544376"/>
                  </a:lnTo>
                  <a:lnTo>
                    <a:pt x="1152883" y="550078"/>
                  </a:lnTo>
                  <a:lnTo>
                    <a:pt x="1162571" y="556193"/>
                  </a:lnTo>
                  <a:lnTo>
                    <a:pt x="1172260" y="562075"/>
                  </a:lnTo>
                  <a:lnTo>
                    <a:pt x="1181948" y="567743"/>
                  </a:lnTo>
                  <a:lnTo>
                    <a:pt x="1191636" y="574535"/>
                  </a:lnTo>
                  <a:lnTo>
                    <a:pt x="1201324" y="579619"/>
                  </a:lnTo>
                  <a:lnTo>
                    <a:pt x="1211012" y="584521"/>
                  </a:lnTo>
                  <a:lnTo>
                    <a:pt x="1220700" y="589424"/>
                  </a:lnTo>
                  <a:lnTo>
                    <a:pt x="1230388" y="595322"/>
                  </a:lnTo>
                  <a:lnTo>
                    <a:pt x="1240076" y="601831"/>
                  </a:lnTo>
                  <a:lnTo>
                    <a:pt x="1249764" y="608219"/>
                  </a:lnTo>
                  <a:lnTo>
                    <a:pt x="1259452" y="614677"/>
                  </a:lnTo>
                  <a:lnTo>
                    <a:pt x="1269141" y="619937"/>
                  </a:lnTo>
                  <a:lnTo>
                    <a:pt x="1278829" y="626328"/>
                  </a:lnTo>
                  <a:lnTo>
                    <a:pt x="1288517" y="633086"/>
                  </a:lnTo>
                  <a:lnTo>
                    <a:pt x="1298205" y="639013"/>
                  </a:lnTo>
                  <a:lnTo>
                    <a:pt x="1307893" y="645556"/>
                  </a:lnTo>
                  <a:lnTo>
                    <a:pt x="1317581" y="652113"/>
                  </a:lnTo>
                  <a:lnTo>
                    <a:pt x="1327269" y="658537"/>
                  </a:lnTo>
                  <a:lnTo>
                    <a:pt x="1336957" y="664816"/>
                  </a:lnTo>
                  <a:lnTo>
                    <a:pt x="1346645" y="671090"/>
                  </a:lnTo>
                  <a:lnTo>
                    <a:pt x="1356333" y="677455"/>
                  </a:lnTo>
                  <a:lnTo>
                    <a:pt x="1366022" y="683216"/>
                  </a:lnTo>
                  <a:lnTo>
                    <a:pt x="1375710" y="689437"/>
                  </a:lnTo>
                  <a:lnTo>
                    <a:pt x="1385398" y="695908"/>
                  </a:lnTo>
                  <a:lnTo>
                    <a:pt x="1395086" y="702932"/>
                  </a:lnTo>
                  <a:lnTo>
                    <a:pt x="1404774" y="709092"/>
                  </a:lnTo>
                  <a:lnTo>
                    <a:pt x="1414462" y="715618"/>
                  </a:lnTo>
                  <a:lnTo>
                    <a:pt x="1424150" y="722296"/>
                  </a:lnTo>
                  <a:lnTo>
                    <a:pt x="1433838" y="728207"/>
                  </a:lnTo>
                  <a:lnTo>
                    <a:pt x="1443526" y="733651"/>
                  </a:lnTo>
                  <a:lnTo>
                    <a:pt x="1453214" y="740058"/>
                  </a:lnTo>
                  <a:lnTo>
                    <a:pt x="1462903" y="746472"/>
                  </a:lnTo>
                  <a:lnTo>
                    <a:pt x="1472591" y="753410"/>
                  </a:lnTo>
                  <a:lnTo>
                    <a:pt x="1482279" y="760370"/>
                  </a:lnTo>
                  <a:lnTo>
                    <a:pt x="1491967" y="767447"/>
                  </a:lnTo>
                  <a:lnTo>
                    <a:pt x="1501655" y="773860"/>
                  </a:lnTo>
                  <a:lnTo>
                    <a:pt x="1511343" y="779840"/>
                  </a:lnTo>
                  <a:lnTo>
                    <a:pt x="1521031" y="785801"/>
                  </a:lnTo>
                  <a:lnTo>
                    <a:pt x="1530719" y="792691"/>
                  </a:lnTo>
                  <a:lnTo>
                    <a:pt x="1540407" y="800474"/>
                  </a:lnTo>
                  <a:lnTo>
                    <a:pt x="1550095" y="807065"/>
                  </a:lnTo>
                  <a:lnTo>
                    <a:pt x="1559784" y="813551"/>
                  </a:lnTo>
                  <a:lnTo>
                    <a:pt x="1569472" y="818986"/>
                  </a:lnTo>
                  <a:lnTo>
                    <a:pt x="1579160" y="825565"/>
                  </a:lnTo>
                  <a:lnTo>
                    <a:pt x="1588848" y="831395"/>
                  </a:lnTo>
                  <a:lnTo>
                    <a:pt x="1598536" y="837708"/>
                  </a:lnTo>
                  <a:lnTo>
                    <a:pt x="1608224" y="844556"/>
                  </a:lnTo>
                  <a:lnTo>
                    <a:pt x="1617912" y="849615"/>
                  </a:lnTo>
                  <a:lnTo>
                    <a:pt x="1627600" y="854908"/>
                  </a:lnTo>
                  <a:lnTo>
                    <a:pt x="1637288" y="862171"/>
                  </a:lnTo>
                  <a:lnTo>
                    <a:pt x="1646976" y="868712"/>
                  </a:lnTo>
                  <a:lnTo>
                    <a:pt x="1656665" y="875600"/>
                  </a:lnTo>
                  <a:lnTo>
                    <a:pt x="1666353" y="882794"/>
                  </a:lnTo>
                  <a:lnTo>
                    <a:pt x="1676041" y="890463"/>
                  </a:lnTo>
                  <a:lnTo>
                    <a:pt x="1685729" y="897545"/>
                  </a:lnTo>
                  <a:lnTo>
                    <a:pt x="1695417" y="905142"/>
                  </a:lnTo>
                  <a:lnTo>
                    <a:pt x="1705105" y="911259"/>
                  </a:lnTo>
                  <a:lnTo>
                    <a:pt x="1714793" y="917960"/>
                  </a:lnTo>
                  <a:lnTo>
                    <a:pt x="1724481" y="923224"/>
                  </a:lnTo>
                  <a:lnTo>
                    <a:pt x="1734169" y="928984"/>
                  </a:lnTo>
                  <a:lnTo>
                    <a:pt x="1743857" y="935582"/>
                  </a:lnTo>
                  <a:lnTo>
                    <a:pt x="1753546" y="944044"/>
                  </a:lnTo>
                  <a:lnTo>
                    <a:pt x="1763234" y="947829"/>
                  </a:lnTo>
                  <a:lnTo>
                    <a:pt x="1772922" y="953478"/>
                  </a:lnTo>
                  <a:lnTo>
                    <a:pt x="1782610" y="959864"/>
                  </a:lnTo>
                  <a:lnTo>
                    <a:pt x="1792298" y="966970"/>
                  </a:lnTo>
                  <a:lnTo>
                    <a:pt x="1801986" y="973225"/>
                  </a:lnTo>
                  <a:lnTo>
                    <a:pt x="1811674" y="980508"/>
                  </a:lnTo>
                  <a:lnTo>
                    <a:pt x="1821362" y="988335"/>
                  </a:lnTo>
                  <a:lnTo>
                    <a:pt x="1831050" y="995225"/>
                  </a:lnTo>
                  <a:lnTo>
                    <a:pt x="1840738" y="1002772"/>
                  </a:lnTo>
                  <a:lnTo>
                    <a:pt x="1850427" y="1010061"/>
                  </a:lnTo>
                  <a:lnTo>
                    <a:pt x="1860115" y="1017720"/>
                  </a:lnTo>
                  <a:lnTo>
                    <a:pt x="1869803" y="1024961"/>
                  </a:lnTo>
                  <a:lnTo>
                    <a:pt x="1879491" y="1032310"/>
                  </a:lnTo>
                  <a:lnTo>
                    <a:pt x="1889179" y="1039768"/>
                  </a:lnTo>
                  <a:lnTo>
                    <a:pt x="1898867" y="1047341"/>
                  </a:lnTo>
                  <a:lnTo>
                    <a:pt x="1908555" y="1054329"/>
                  </a:lnTo>
                  <a:lnTo>
                    <a:pt x="1918243" y="1062287"/>
                  </a:lnTo>
                  <a:lnTo>
                    <a:pt x="1927931" y="1070487"/>
                  </a:lnTo>
                  <a:lnTo>
                    <a:pt x="1937619" y="1078083"/>
                  </a:lnTo>
                  <a:lnTo>
                    <a:pt x="1947308" y="1085486"/>
                  </a:lnTo>
                  <a:lnTo>
                    <a:pt x="1956996" y="1091630"/>
                  </a:lnTo>
                  <a:lnTo>
                    <a:pt x="1966684" y="1099030"/>
                  </a:lnTo>
                  <a:lnTo>
                    <a:pt x="1976372" y="1105478"/>
                  </a:lnTo>
                  <a:lnTo>
                    <a:pt x="1986060" y="1112759"/>
                  </a:lnTo>
                  <a:lnTo>
                    <a:pt x="1995748" y="1120516"/>
                  </a:lnTo>
                  <a:lnTo>
                    <a:pt x="2005436" y="1127713"/>
                  </a:lnTo>
                  <a:lnTo>
                    <a:pt x="2015124" y="1135672"/>
                  </a:lnTo>
                  <a:lnTo>
                    <a:pt x="2024812" y="1142641"/>
                  </a:lnTo>
                  <a:lnTo>
                    <a:pt x="2034500" y="1150458"/>
                  </a:lnTo>
                  <a:lnTo>
                    <a:pt x="2044188" y="1158164"/>
                  </a:lnTo>
                  <a:lnTo>
                    <a:pt x="2053877" y="1166158"/>
                  </a:lnTo>
                  <a:lnTo>
                    <a:pt x="2063565" y="1173815"/>
                  </a:lnTo>
                  <a:lnTo>
                    <a:pt x="2073253" y="1180510"/>
                  </a:lnTo>
                  <a:lnTo>
                    <a:pt x="2082941" y="1187511"/>
                  </a:lnTo>
                  <a:lnTo>
                    <a:pt x="2092629" y="1194925"/>
                  </a:lnTo>
                  <a:lnTo>
                    <a:pt x="2102317" y="1202630"/>
                  </a:lnTo>
                  <a:lnTo>
                    <a:pt x="2112005" y="1210515"/>
                  </a:lnTo>
                  <a:lnTo>
                    <a:pt x="2121693" y="1218837"/>
                  </a:lnTo>
                  <a:lnTo>
                    <a:pt x="2131381" y="1226368"/>
                  </a:lnTo>
                  <a:lnTo>
                    <a:pt x="2141069" y="1234614"/>
                  </a:lnTo>
                  <a:lnTo>
                    <a:pt x="2150758" y="1242799"/>
                  </a:lnTo>
                  <a:lnTo>
                    <a:pt x="2160446" y="1250356"/>
                  </a:lnTo>
                  <a:lnTo>
                    <a:pt x="2170134" y="1257721"/>
                  </a:lnTo>
                  <a:lnTo>
                    <a:pt x="2179822" y="1264543"/>
                  </a:lnTo>
                  <a:lnTo>
                    <a:pt x="2189510" y="1272080"/>
                  </a:lnTo>
                  <a:lnTo>
                    <a:pt x="2199198" y="1279489"/>
                  </a:lnTo>
                  <a:lnTo>
                    <a:pt x="2208886" y="1286422"/>
                  </a:lnTo>
                  <a:lnTo>
                    <a:pt x="2218574" y="1294273"/>
                  </a:lnTo>
                  <a:lnTo>
                    <a:pt x="2228262" y="1302003"/>
                  </a:lnTo>
                  <a:lnTo>
                    <a:pt x="2237950" y="1310271"/>
                  </a:lnTo>
                  <a:lnTo>
                    <a:pt x="2247639" y="1317450"/>
                  </a:lnTo>
                  <a:lnTo>
                    <a:pt x="2257327" y="1325197"/>
                  </a:lnTo>
                  <a:lnTo>
                    <a:pt x="2267015" y="1333312"/>
                  </a:lnTo>
                  <a:lnTo>
                    <a:pt x="2276703" y="1340846"/>
                  </a:lnTo>
                  <a:lnTo>
                    <a:pt x="2286391" y="1347709"/>
                  </a:lnTo>
                  <a:lnTo>
                    <a:pt x="2296079" y="1356522"/>
                  </a:lnTo>
                  <a:lnTo>
                    <a:pt x="2305767" y="1364510"/>
                  </a:lnTo>
                  <a:lnTo>
                    <a:pt x="2315455" y="1373060"/>
                  </a:lnTo>
                  <a:lnTo>
                    <a:pt x="2325143" y="1381027"/>
                  </a:lnTo>
                  <a:lnTo>
                    <a:pt x="2334831" y="1388259"/>
                  </a:lnTo>
                  <a:lnTo>
                    <a:pt x="2344520" y="1395303"/>
                  </a:lnTo>
                  <a:lnTo>
                    <a:pt x="2354208" y="1403908"/>
                  </a:lnTo>
                  <a:lnTo>
                    <a:pt x="2363896" y="1413296"/>
                  </a:lnTo>
                  <a:lnTo>
                    <a:pt x="2373584" y="1421351"/>
                  </a:lnTo>
                  <a:lnTo>
                    <a:pt x="2383272" y="1429600"/>
                  </a:lnTo>
                  <a:lnTo>
                    <a:pt x="2392960" y="1438368"/>
                  </a:lnTo>
                  <a:lnTo>
                    <a:pt x="2402648" y="1446786"/>
                  </a:lnTo>
                  <a:lnTo>
                    <a:pt x="2412336" y="1454408"/>
                  </a:lnTo>
                  <a:lnTo>
                    <a:pt x="2422024" y="1462217"/>
                  </a:lnTo>
                  <a:lnTo>
                    <a:pt x="2431712" y="1468549"/>
                  </a:lnTo>
                  <a:lnTo>
                    <a:pt x="2441401" y="1476045"/>
                  </a:lnTo>
                  <a:lnTo>
                    <a:pt x="2451089" y="1484224"/>
                  </a:lnTo>
                  <a:lnTo>
                    <a:pt x="2460777" y="1491770"/>
                  </a:lnTo>
                  <a:lnTo>
                    <a:pt x="2470465" y="1499749"/>
                  </a:lnTo>
                  <a:lnTo>
                    <a:pt x="2480153" y="1507959"/>
                  </a:lnTo>
                  <a:lnTo>
                    <a:pt x="2489841" y="1516176"/>
                  </a:lnTo>
                  <a:lnTo>
                    <a:pt x="2499529" y="1524399"/>
                  </a:lnTo>
                  <a:lnTo>
                    <a:pt x="2509217" y="1532179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672728" y="1608921"/>
              <a:ext cx="2509217" cy="1054609"/>
            </a:xfrm>
            <a:custGeom>
              <a:avLst/>
              <a:pathLst>
                <a:path w="2509217" h="1054609">
                  <a:moveTo>
                    <a:pt x="0" y="0"/>
                  </a:moveTo>
                  <a:lnTo>
                    <a:pt x="9688" y="2801"/>
                  </a:lnTo>
                  <a:lnTo>
                    <a:pt x="19376" y="5362"/>
                  </a:lnTo>
                  <a:lnTo>
                    <a:pt x="29064" y="7971"/>
                  </a:lnTo>
                  <a:lnTo>
                    <a:pt x="38752" y="10333"/>
                  </a:lnTo>
                  <a:lnTo>
                    <a:pt x="48440" y="12952"/>
                  </a:lnTo>
                  <a:lnTo>
                    <a:pt x="58128" y="16894"/>
                  </a:lnTo>
                  <a:lnTo>
                    <a:pt x="67816" y="19934"/>
                  </a:lnTo>
                  <a:lnTo>
                    <a:pt x="77504" y="22439"/>
                  </a:lnTo>
                  <a:lnTo>
                    <a:pt x="87192" y="25728"/>
                  </a:lnTo>
                  <a:lnTo>
                    <a:pt x="96880" y="28723"/>
                  </a:lnTo>
                  <a:lnTo>
                    <a:pt x="106569" y="31768"/>
                  </a:lnTo>
                  <a:lnTo>
                    <a:pt x="116257" y="33932"/>
                  </a:lnTo>
                  <a:lnTo>
                    <a:pt x="125945" y="35858"/>
                  </a:lnTo>
                  <a:lnTo>
                    <a:pt x="135633" y="39041"/>
                  </a:lnTo>
                  <a:lnTo>
                    <a:pt x="145321" y="41892"/>
                  </a:lnTo>
                  <a:lnTo>
                    <a:pt x="155009" y="44483"/>
                  </a:lnTo>
                  <a:lnTo>
                    <a:pt x="164697" y="47233"/>
                  </a:lnTo>
                  <a:lnTo>
                    <a:pt x="174385" y="49737"/>
                  </a:lnTo>
                  <a:lnTo>
                    <a:pt x="184073" y="53035"/>
                  </a:lnTo>
                  <a:lnTo>
                    <a:pt x="193761" y="56176"/>
                  </a:lnTo>
                  <a:lnTo>
                    <a:pt x="203450" y="59288"/>
                  </a:lnTo>
                  <a:lnTo>
                    <a:pt x="213138" y="62787"/>
                  </a:lnTo>
                  <a:lnTo>
                    <a:pt x="222826" y="66148"/>
                  </a:lnTo>
                  <a:lnTo>
                    <a:pt x="232514" y="70396"/>
                  </a:lnTo>
                  <a:lnTo>
                    <a:pt x="242202" y="74140"/>
                  </a:lnTo>
                  <a:lnTo>
                    <a:pt x="251890" y="76270"/>
                  </a:lnTo>
                  <a:lnTo>
                    <a:pt x="261578" y="78861"/>
                  </a:lnTo>
                  <a:lnTo>
                    <a:pt x="271266" y="82095"/>
                  </a:lnTo>
                  <a:lnTo>
                    <a:pt x="280954" y="85445"/>
                  </a:lnTo>
                  <a:lnTo>
                    <a:pt x="290642" y="89411"/>
                  </a:lnTo>
                  <a:lnTo>
                    <a:pt x="300331" y="93620"/>
                  </a:lnTo>
                  <a:lnTo>
                    <a:pt x="310019" y="97198"/>
                  </a:lnTo>
                  <a:lnTo>
                    <a:pt x="319707" y="100202"/>
                  </a:lnTo>
                  <a:lnTo>
                    <a:pt x="329395" y="103662"/>
                  </a:lnTo>
                  <a:lnTo>
                    <a:pt x="339083" y="106226"/>
                  </a:lnTo>
                  <a:lnTo>
                    <a:pt x="348771" y="110451"/>
                  </a:lnTo>
                  <a:lnTo>
                    <a:pt x="358459" y="113587"/>
                  </a:lnTo>
                  <a:lnTo>
                    <a:pt x="368147" y="116692"/>
                  </a:lnTo>
                  <a:lnTo>
                    <a:pt x="377835" y="119727"/>
                  </a:lnTo>
                  <a:lnTo>
                    <a:pt x="387523" y="123730"/>
                  </a:lnTo>
                  <a:lnTo>
                    <a:pt x="397212" y="126725"/>
                  </a:lnTo>
                  <a:lnTo>
                    <a:pt x="406900" y="130284"/>
                  </a:lnTo>
                  <a:lnTo>
                    <a:pt x="416588" y="132822"/>
                  </a:lnTo>
                  <a:lnTo>
                    <a:pt x="426276" y="136177"/>
                  </a:lnTo>
                  <a:lnTo>
                    <a:pt x="435964" y="138990"/>
                  </a:lnTo>
                  <a:lnTo>
                    <a:pt x="445652" y="142526"/>
                  </a:lnTo>
                  <a:lnTo>
                    <a:pt x="455340" y="145509"/>
                  </a:lnTo>
                  <a:lnTo>
                    <a:pt x="465028" y="148495"/>
                  </a:lnTo>
                  <a:lnTo>
                    <a:pt x="474716" y="151658"/>
                  </a:lnTo>
                  <a:lnTo>
                    <a:pt x="484404" y="155337"/>
                  </a:lnTo>
                  <a:lnTo>
                    <a:pt x="494093" y="158308"/>
                  </a:lnTo>
                  <a:lnTo>
                    <a:pt x="503781" y="161505"/>
                  </a:lnTo>
                  <a:lnTo>
                    <a:pt x="513469" y="164638"/>
                  </a:lnTo>
                  <a:lnTo>
                    <a:pt x="523157" y="168375"/>
                  </a:lnTo>
                  <a:lnTo>
                    <a:pt x="532845" y="171434"/>
                  </a:lnTo>
                  <a:lnTo>
                    <a:pt x="542533" y="174911"/>
                  </a:lnTo>
                  <a:lnTo>
                    <a:pt x="552221" y="178572"/>
                  </a:lnTo>
                  <a:lnTo>
                    <a:pt x="561909" y="182604"/>
                  </a:lnTo>
                  <a:lnTo>
                    <a:pt x="571597" y="185546"/>
                  </a:lnTo>
                  <a:lnTo>
                    <a:pt x="581285" y="189792"/>
                  </a:lnTo>
                  <a:lnTo>
                    <a:pt x="590974" y="193165"/>
                  </a:lnTo>
                  <a:lnTo>
                    <a:pt x="600662" y="196648"/>
                  </a:lnTo>
                  <a:lnTo>
                    <a:pt x="610350" y="200785"/>
                  </a:lnTo>
                  <a:lnTo>
                    <a:pt x="620038" y="204177"/>
                  </a:lnTo>
                  <a:lnTo>
                    <a:pt x="629726" y="208224"/>
                  </a:lnTo>
                  <a:lnTo>
                    <a:pt x="639414" y="210820"/>
                  </a:lnTo>
                  <a:lnTo>
                    <a:pt x="649102" y="215113"/>
                  </a:lnTo>
                  <a:lnTo>
                    <a:pt x="658790" y="217844"/>
                  </a:lnTo>
                  <a:lnTo>
                    <a:pt x="668478" y="220915"/>
                  </a:lnTo>
                  <a:lnTo>
                    <a:pt x="678166" y="223558"/>
                  </a:lnTo>
                  <a:lnTo>
                    <a:pt x="687855" y="227629"/>
                  </a:lnTo>
                  <a:lnTo>
                    <a:pt x="697543" y="230658"/>
                  </a:lnTo>
                  <a:lnTo>
                    <a:pt x="707231" y="234221"/>
                  </a:lnTo>
                  <a:lnTo>
                    <a:pt x="716919" y="237462"/>
                  </a:lnTo>
                  <a:lnTo>
                    <a:pt x="726607" y="241048"/>
                  </a:lnTo>
                  <a:lnTo>
                    <a:pt x="736295" y="243849"/>
                  </a:lnTo>
                  <a:lnTo>
                    <a:pt x="745983" y="247253"/>
                  </a:lnTo>
                  <a:lnTo>
                    <a:pt x="755671" y="250226"/>
                  </a:lnTo>
                  <a:lnTo>
                    <a:pt x="765359" y="254825"/>
                  </a:lnTo>
                  <a:lnTo>
                    <a:pt x="775047" y="258282"/>
                  </a:lnTo>
                  <a:lnTo>
                    <a:pt x="784736" y="261265"/>
                  </a:lnTo>
                  <a:lnTo>
                    <a:pt x="794424" y="264458"/>
                  </a:lnTo>
                  <a:lnTo>
                    <a:pt x="804112" y="267775"/>
                  </a:lnTo>
                  <a:lnTo>
                    <a:pt x="813800" y="271431"/>
                  </a:lnTo>
                  <a:lnTo>
                    <a:pt x="823488" y="274588"/>
                  </a:lnTo>
                  <a:lnTo>
                    <a:pt x="833176" y="278326"/>
                  </a:lnTo>
                  <a:lnTo>
                    <a:pt x="842864" y="283051"/>
                  </a:lnTo>
                  <a:lnTo>
                    <a:pt x="852552" y="286721"/>
                  </a:lnTo>
                  <a:lnTo>
                    <a:pt x="862240" y="290402"/>
                  </a:lnTo>
                  <a:lnTo>
                    <a:pt x="871928" y="293554"/>
                  </a:lnTo>
                  <a:lnTo>
                    <a:pt x="881617" y="296475"/>
                  </a:lnTo>
                  <a:lnTo>
                    <a:pt x="891305" y="300065"/>
                  </a:lnTo>
                  <a:lnTo>
                    <a:pt x="900993" y="303640"/>
                  </a:lnTo>
                  <a:lnTo>
                    <a:pt x="910681" y="308296"/>
                  </a:lnTo>
                  <a:lnTo>
                    <a:pt x="920369" y="311773"/>
                  </a:lnTo>
                  <a:lnTo>
                    <a:pt x="930057" y="316174"/>
                  </a:lnTo>
                  <a:lnTo>
                    <a:pt x="939745" y="319563"/>
                  </a:lnTo>
                  <a:lnTo>
                    <a:pt x="949433" y="323964"/>
                  </a:lnTo>
                  <a:lnTo>
                    <a:pt x="959121" y="328231"/>
                  </a:lnTo>
                  <a:lnTo>
                    <a:pt x="968809" y="332622"/>
                  </a:lnTo>
                  <a:lnTo>
                    <a:pt x="978498" y="335176"/>
                  </a:lnTo>
                  <a:lnTo>
                    <a:pt x="988186" y="338958"/>
                  </a:lnTo>
                  <a:lnTo>
                    <a:pt x="997874" y="342713"/>
                  </a:lnTo>
                  <a:lnTo>
                    <a:pt x="1007562" y="346655"/>
                  </a:lnTo>
                  <a:lnTo>
                    <a:pt x="1017250" y="349718"/>
                  </a:lnTo>
                  <a:lnTo>
                    <a:pt x="1026938" y="354150"/>
                  </a:lnTo>
                  <a:lnTo>
                    <a:pt x="1036626" y="357331"/>
                  </a:lnTo>
                  <a:lnTo>
                    <a:pt x="1046314" y="362398"/>
                  </a:lnTo>
                  <a:lnTo>
                    <a:pt x="1056002" y="367551"/>
                  </a:lnTo>
                  <a:lnTo>
                    <a:pt x="1065690" y="371685"/>
                  </a:lnTo>
                  <a:lnTo>
                    <a:pt x="1075379" y="376131"/>
                  </a:lnTo>
                  <a:lnTo>
                    <a:pt x="1085067" y="380009"/>
                  </a:lnTo>
                  <a:lnTo>
                    <a:pt x="1094755" y="383488"/>
                  </a:lnTo>
                  <a:lnTo>
                    <a:pt x="1104443" y="387260"/>
                  </a:lnTo>
                  <a:lnTo>
                    <a:pt x="1114131" y="390996"/>
                  </a:lnTo>
                  <a:lnTo>
                    <a:pt x="1123819" y="394031"/>
                  </a:lnTo>
                  <a:lnTo>
                    <a:pt x="1133507" y="398605"/>
                  </a:lnTo>
                  <a:lnTo>
                    <a:pt x="1143195" y="402904"/>
                  </a:lnTo>
                  <a:lnTo>
                    <a:pt x="1152883" y="407931"/>
                  </a:lnTo>
                  <a:lnTo>
                    <a:pt x="1162571" y="411770"/>
                  </a:lnTo>
                  <a:lnTo>
                    <a:pt x="1172260" y="416091"/>
                  </a:lnTo>
                  <a:lnTo>
                    <a:pt x="1181948" y="419845"/>
                  </a:lnTo>
                  <a:lnTo>
                    <a:pt x="1191636" y="424444"/>
                  </a:lnTo>
                  <a:lnTo>
                    <a:pt x="1201324" y="428140"/>
                  </a:lnTo>
                  <a:lnTo>
                    <a:pt x="1211012" y="432184"/>
                  </a:lnTo>
                  <a:lnTo>
                    <a:pt x="1220700" y="436176"/>
                  </a:lnTo>
                  <a:lnTo>
                    <a:pt x="1230388" y="439930"/>
                  </a:lnTo>
                  <a:lnTo>
                    <a:pt x="1240076" y="443429"/>
                  </a:lnTo>
                  <a:lnTo>
                    <a:pt x="1249764" y="447097"/>
                  </a:lnTo>
                  <a:lnTo>
                    <a:pt x="1259452" y="450626"/>
                  </a:lnTo>
                  <a:lnTo>
                    <a:pt x="1269141" y="454687"/>
                  </a:lnTo>
                  <a:lnTo>
                    <a:pt x="1278829" y="458758"/>
                  </a:lnTo>
                  <a:lnTo>
                    <a:pt x="1288517" y="461382"/>
                  </a:lnTo>
                  <a:lnTo>
                    <a:pt x="1298205" y="465260"/>
                  </a:lnTo>
                  <a:lnTo>
                    <a:pt x="1307893" y="468595"/>
                  </a:lnTo>
                  <a:lnTo>
                    <a:pt x="1317581" y="472316"/>
                  </a:lnTo>
                  <a:lnTo>
                    <a:pt x="1327269" y="476131"/>
                  </a:lnTo>
                  <a:lnTo>
                    <a:pt x="1336957" y="481157"/>
                  </a:lnTo>
                  <a:lnTo>
                    <a:pt x="1346645" y="485917"/>
                  </a:lnTo>
                  <a:lnTo>
                    <a:pt x="1356333" y="489805"/>
                  </a:lnTo>
                  <a:lnTo>
                    <a:pt x="1366022" y="494580"/>
                  </a:lnTo>
                  <a:lnTo>
                    <a:pt x="1375710" y="498541"/>
                  </a:lnTo>
                  <a:lnTo>
                    <a:pt x="1385398" y="503183"/>
                  </a:lnTo>
                  <a:lnTo>
                    <a:pt x="1395086" y="507214"/>
                  </a:lnTo>
                  <a:lnTo>
                    <a:pt x="1404774" y="512423"/>
                  </a:lnTo>
                  <a:lnTo>
                    <a:pt x="1414462" y="515643"/>
                  </a:lnTo>
                  <a:lnTo>
                    <a:pt x="1424150" y="520582"/>
                  </a:lnTo>
                  <a:lnTo>
                    <a:pt x="1433838" y="524489"/>
                  </a:lnTo>
                  <a:lnTo>
                    <a:pt x="1443526" y="528765"/>
                  </a:lnTo>
                  <a:lnTo>
                    <a:pt x="1453214" y="533822"/>
                  </a:lnTo>
                  <a:lnTo>
                    <a:pt x="1462903" y="537282"/>
                  </a:lnTo>
                  <a:lnTo>
                    <a:pt x="1472591" y="542064"/>
                  </a:lnTo>
                  <a:lnTo>
                    <a:pt x="1482279" y="546404"/>
                  </a:lnTo>
                  <a:lnTo>
                    <a:pt x="1491967" y="550896"/>
                  </a:lnTo>
                  <a:lnTo>
                    <a:pt x="1501655" y="555406"/>
                  </a:lnTo>
                  <a:lnTo>
                    <a:pt x="1511343" y="560156"/>
                  </a:lnTo>
                  <a:lnTo>
                    <a:pt x="1521031" y="565290"/>
                  </a:lnTo>
                  <a:lnTo>
                    <a:pt x="1530719" y="568920"/>
                  </a:lnTo>
                  <a:lnTo>
                    <a:pt x="1540407" y="573587"/>
                  </a:lnTo>
                  <a:lnTo>
                    <a:pt x="1550095" y="578369"/>
                  </a:lnTo>
                  <a:lnTo>
                    <a:pt x="1559784" y="582770"/>
                  </a:lnTo>
                  <a:lnTo>
                    <a:pt x="1569472" y="586971"/>
                  </a:lnTo>
                  <a:lnTo>
                    <a:pt x="1579160" y="591637"/>
                  </a:lnTo>
                  <a:lnTo>
                    <a:pt x="1588848" y="595632"/>
                  </a:lnTo>
                  <a:lnTo>
                    <a:pt x="1598536" y="599308"/>
                  </a:lnTo>
                  <a:lnTo>
                    <a:pt x="1608224" y="605237"/>
                  </a:lnTo>
                  <a:lnTo>
                    <a:pt x="1617912" y="609370"/>
                  </a:lnTo>
                  <a:lnTo>
                    <a:pt x="1627600" y="612625"/>
                  </a:lnTo>
                  <a:lnTo>
                    <a:pt x="1637288" y="616936"/>
                  </a:lnTo>
                  <a:lnTo>
                    <a:pt x="1646976" y="621747"/>
                  </a:lnTo>
                  <a:lnTo>
                    <a:pt x="1656665" y="626743"/>
                  </a:lnTo>
                  <a:lnTo>
                    <a:pt x="1666353" y="632272"/>
                  </a:lnTo>
                  <a:lnTo>
                    <a:pt x="1676041" y="635989"/>
                  </a:lnTo>
                  <a:lnTo>
                    <a:pt x="1685729" y="640712"/>
                  </a:lnTo>
                  <a:lnTo>
                    <a:pt x="1695417" y="645186"/>
                  </a:lnTo>
                  <a:lnTo>
                    <a:pt x="1705105" y="650270"/>
                  </a:lnTo>
                  <a:lnTo>
                    <a:pt x="1714793" y="655544"/>
                  </a:lnTo>
                  <a:lnTo>
                    <a:pt x="1724481" y="660863"/>
                  </a:lnTo>
                  <a:lnTo>
                    <a:pt x="1734169" y="666189"/>
                  </a:lnTo>
                  <a:lnTo>
                    <a:pt x="1743857" y="670721"/>
                  </a:lnTo>
                  <a:lnTo>
                    <a:pt x="1753546" y="675737"/>
                  </a:lnTo>
                  <a:lnTo>
                    <a:pt x="1763234" y="681069"/>
                  </a:lnTo>
                  <a:lnTo>
                    <a:pt x="1772922" y="686559"/>
                  </a:lnTo>
                  <a:lnTo>
                    <a:pt x="1782610" y="690886"/>
                  </a:lnTo>
                  <a:lnTo>
                    <a:pt x="1792298" y="695531"/>
                  </a:lnTo>
                  <a:lnTo>
                    <a:pt x="1801986" y="700882"/>
                  </a:lnTo>
                  <a:lnTo>
                    <a:pt x="1811674" y="704851"/>
                  </a:lnTo>
                  <a:lnTo>
                    <a:pt x="1821362" y="708930"/>
                  </a:lnTo>
                  <a:lnTo>
                    <a:pt x="1831050" y="713675"/>
                  </a:lnTo>
                  <a:lnTo>
                    <a:pt x="1840738" y="717618"/>
                  </a:lnTo>
                  <a:lnTo>
                    <a:pt x="1850427" y="721940"/>
                  </a:lnTo>
                  <a:lnTo>
                    <a:pt x="1860115" y="726512"/>
                  </a:lnTo>
                  <a:lnTo>
                    <a:pt x="1869803" y="731098"/>
                  </a:lnTo>
                  <a:lnTo>
                    <a:pt x="1879491" y="734940"/>
                  </a:lnTo>
                  <a:lnTo>
                    <a:pt x="1889179" y="738444"/>
                  </a:lnTo>
                  <a:lnTo>
                    <a:pt x="1898867" y="742556"/>
                  </a:lnTo>
                  <a:lnTo>
                    <a:pt x="1908555" y="747317"/>
                  </a:lnTo>
                  <a:lnTo>
                    <a:pt x="1918243" y="753072"/>
                  </a:lnTo>
                  <a:lnTo>
                    <a:pt x="1927931" y="757194"/>
                  </a:lnTo>
                  <a:lnTo>
                    <a:pt x="1937619" y="761894"/>
                  </a:lnTo>
                  <a:lnTo>
                    <a:pt x="1947308" y="766869"/>
                  </a:lnTo>
                  <a:lnTo>
                    <a:pt x="1956996" y="771963"/>
                  </a:lnTo>
                  <a:lnTo>
                    <a:pt x="1966684" y="776261"/>
                  </a:lnTo>
                  <a:lnTo>
                    <a:pt x="1976372" y="781444"/>
                  </a:lnTo>
                  <a:lnTo>
                    <a:pt x="1986060" y="785808"/>
                  </a:lnTo>
                  <a:lnTo>
                    <a:pt x="1995748" y="790638"/>
                  </a:lnTo>
                  <a:lnTo>
                    <a:pt x="2005436" y="795175"/>
                  </a:lnTo>
                  <a:lnTo>
                    <a:pt x="2015124" y="801251"/>
                  </a:lnTo>
                  <a:lnTo>
                    <a:pt x="2024812" y="807582"/>
                  </a:lnTo>
                  <a:lnTo>
                    <a:pt x="2034500" y="811186"/>
                  </a:lnTo>
                  <a:lnTo>
                    <a:pt x="2044188" y="814331"/>
                  </a:lnTo>
                  <a:lnTo>
                    <a:pt x="2053877" y="818943"/>
                  </a:lnTo>
                  <a:lnTo>
                    <a:pt x="2063565" y="823227"/>
                  </a:lnTo>
                  <a:lnTo>
                    <a:pt x="2073253" y="828047"/>
                  </a:lnTo>
                  <a:lnTo>
                    <a:pt x="2082941" y="832541"/>
                  </a:lnTo>
                  <a:lnTo>
                    <a:pt x="2092629" y="837243"/>
                  </a:lnTo>
                  <a:lnTo>
                    <a:pt x="2102317" y="842687"/>
                  </a:lnTo>
                  <a:lnTo>
                    <a:pt x="2112005" y="847242"/>
                  </a:lnTo>
                  <a:lnTo>
                    <a:pt x="2121693" y="852617"/>
                  </a:lnTo>
                  <a:lnTo>
                    <a:pt x="2131381" y="858923"/>
                  </a:lnTo>
                  <a:lnTo>
                    <a:pt x="2141069" y="862803"/>
                  </a:lnTo>
                  <a:lnTo>
                    <a:pt x="2150758" y="866178"/>
                  </a:lnTo>
                  <a:lnTo>
                    <a:pt x="2160446" y="870033"/>
                  </a:lnTo>
                  <a:lnTo>
                    <a:pt x="2170134" y="873846"/>
                  </a:lnTo>
                  <a:lnTo>
                    <a:pt x="2179822" y="877771"/>
                  </a:lnTo>
                  <a:lnTo>
                    <a:pt x="2189510" y="883112"/>
                  </a:lnTo>
                  <a:lnTo>
                    <a:pt x="2199198" y="889047"/>
                  </a:lnTo>
                  <a:lnTo>
                    <a:pt x="2208886" y="893334"/>
                  </a:lnTo>
                  <a:lnTo>
                    <a:pt x="2218574" y="897382"/>
                  </a:lnTo>
                  <a:lnTo>
                    <a:pt x="2228262" y="901694"/>
                  </a:lnTo>
                  <a:lnTo>
                    <a:pt x="2237950" y="906308"/>
                  </a:lnTo>
                  <a:lnTo>
                    <a:pt x="2247639" y="911244"/>
                  </a:lnTo>
                  <a:lnTo>
                    <a:pt x="2257327" y="916635"/>
                  </a:lnTo>
                  <a:lnTo>
                    <a:pt x="2267015" y="922483"/>
                  </a:lnTo>
                  <a:lnTo>
                    <a:pt x="2276703" y="927207"/>
                  </a:lnTo>
                  <a:lnTo>
                    <a:pt x="2286391" y="932373"/>
                  </a:lnTo>
                  <a:lnTo>
                    <a:pt x="2296079" y="937519"/>
                  </a:lnTo>
                  <a:lnTo>
                    <a:pt x="2305767" y="943159"/>
                  </a:lnTo>
                  <a:lnTo>
                    <a:pt x="2315455" y="948767"/>
                  </a:lnTo>
                  <a:lnTo>
                    <a:pt x="2325143" y="953091"/>
                  </a:lnTo>
                  <a:lnTo>
                    <a:pt x="2334831" y="959576"/>
                  </a:lnTo>
                  <a:lnTo>
                    <a:pt x="2344520" y="965082"/>
                  </a:lnTo>
                  <a:lnTo>
                    <a:pt x="2354208" y="970335"/>
                  </a:lnTo>
                  <a:lnTo>
                    <a:pt x="2363896" y="976692"/>
                  </a:lnTo>
                  <a:lnTo>
                    <a:pt x="2373584" y="982068"/>
                  </a:lnTo>
                  <a:lnTo>
                    <a:pt x="2383272" y="988020"/>
                  </a:lnTo>
                  <a:lnTo>
                    <a:pt x="2392960" y="993062"/>
                  </a:lnTo>
                  <a:lnTo>
                    <a:pt x="2402648" y="997572"/>
                  </a:lnTo>
                  <a:lnTo>
                    <a:pt x="2412336" y="1001895"/>
                  </a:lnTo>
                  <a:lnTo>
                    <a:pt x="2422024" y="1006762"/>
                  </a:lnTo>
                  <a:lnTo>
                    <a:pt x="2431712" y="1012660"/>
                  </a:lnTo>
                  <a:lnTo>
                    <a:pt x="2441401" y="1017371"/>
                  </a:lnTo>
                  <a:lnTo>
                    <a:pt x="2451089" y="1022541"/>
                  </a:lnTo>
                  <a:lnTo>
                    <a:pt x="2460777" y="1027913"/>
                  </a:lnTo>
                  <a:lnTo>
                    <a:pt x="2470465" y="1033904"/>
                  </a:lnTo>
                  <a:lnTo>
                    <a:pt x="2480153" y="1038973"/>
                  </a:lnTo>
                  <a:lnTo>
                    <a:pt x="2489841" y="1044082"/>
                  </a:lnTo>
                  <a:lnTo>
                    <a:pt x="2499529" y="1049933"/>
                  </a:lnTo>
                  <a:lnTo>
                    <a:pt x="2509217" y="1054609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672728" y="2171242"/>
              <a:ext cx="2509217" cy="251589"/>
            </a:xfrm>
            <a:custGeom>
              <a:avLst/>
              <a:pathLst>
                <a:path w="2509217" h="251589">
                  <a:moveTo>
                    <a:pt x="0" y="251589"/>
                  </a:moveTo>
                  <a:lnTo>
                    <a:pt x="9688" y="250812"/>
                  </a:lnTo>
                  <a:lnTo>
                    <a:pt x="19376" y="249370"/>
                  </a:lnTo>
                  <a:lnTo>
                    <a:pt x="29064" y="247367"/>
                  </a:lnTo>
                  <a:lnTo>
                    <a:pt x="38752" y="247952"/>
                  </a:lnTo>
                  <a:lnTo>
                    <a:pt x="48440" y="246870"/>
                  </a:lnTo>
                  <a:lnTo>
                    <a:pt x="58128" y="247107"/>
                  </a:lnTo>
                  <a:lnTo>
                    <a:pt x="67816" y="245848"/>
                  </a:lnTo>
                  <a:lnTo>
                    <a:pt x="77504" y="245928"/>
                  </a:lnTo>
                  <a:lnTo>
                    <a:pt x="87192" y="246414"/>
                  </a:lnTo>
                  <a:lnTo>
                    <a:pt x="96880" y="244124"/>
                  </a:lnTo>
                  <a:lnTo>
                    <a:pt x="106569" y="243534"/>
                  </a:lnTo>
                  <a:lnTo>
                    <a:pt x="116257" y="244785"/>
                  </a:lnTo>
                  <a:lnTo>
                    <a:pt x="125945" y="243995"/>
                  </a:lnTo>
                  <a:lnTo>
                    <a:pt x="135633" y="243716"/>
                  </a:lnTo>
                  <a:lnTo>
                    <a:pt x="145321" y="243227"/>
                  </a:lnTo>
                  <a:lnTo>
                    <a:pt x="155009" y="241918"/>
                  </a:lnTo>
                  <a:lnTo>
                    <a:pt x="164697" y="239750"/>
                  </a:lnTo>
                  <a:lnTo>
                    <a:pt x="174385" y="238189"/>
                  </a:lnTo>
                  <a:lnTo>
                    <a:pt x="184073" y="233410"/>
                  </a:lnTo>
                  <a:lnTo>
                    <a:pt x="193761" y="234665"/>
                  </a:lnTo>
                  <a:lnTo>
                    <a:pt x="203450" y="233722"/>
                  </a:lnTo>
                  <a:lnTo>
                    <a:pt x="213138" y="235127"/>
                  </a:lnTo>
                  <a:lnTo>
                    <a:pt x="222826" y="235342"/>
                  </a:lnTo>
                  <a:lnTo>
                    <a:pt x="232514" y="233956"/>
                  </a:lnTo>
                  <a:lnTo>
                    <a:pt x="242202" y="229912"/>
                  </a:lnTo>
                  <a:lnTo>
                    <a:pt x="251890" y="226603"/>
                  </a:lnTo>
                  <a:lnTo>
                    <a:pt x="261578" y="227672"/>
                  </a:lnTo>
                  <a:lnTo>
                    <a:pt x="271266" y="224878"/>
                  </a:lnTo>
                  <a:lnTo>
                    <a:pt x="280954" y="225016"/>
                  </a:lnTo>
                  <a:lnTo>
                    <a:pt x="290642" y="220182"/>
                  </a:lnTo>
                  <a:lnTo>
                    <a:pt x="300331" y="216418"/>
                  </a:lnTo>
                  <a:lnTo>
                    <a:pt x="310019" y="214949"/>
                  </a:lnTo>
                  <a:lnTo>
                    <a:pt x="319707" y="215337"/>
                  </a:lnTo>
                  <a:lnTo>
                    <a:pt x="329395" y="216859"/>
                  </a:lnTo>
                  <a:lnTo>
                    <a:pt x="339083" y="214637"/>
                  </a:lnTo>
                  <a:lnTo>
                    <a:pt x="348771" y="214646"/>
                  </a:lnTo>
                  <a:lnTo>
                    <a:pt x="358459" y="214602"/>
                  </a:lnTo>
                  <a:lnTo>
                    <a:pt x="368147" y="214137"/>
                  </a:lnTo>
                  <a:lnTo>
                    <a:pt x="377835" y="213738"/>
                  </a:lnTo>
                  <a:lnTo>
                    <a:pt x="387523" y="212841"/>
                  </a:lnTo>
                  <a:lnTo>
                    <a:pt x="397212" y="212228"/>
                  </a:lnTo>
                  <a:lnTo>
                    <a:pt x="406900" y="212784"/>
                  </a:lnTo>
                  <a:lnTo>
                    <a:pt x="416588" y="211325"/>
                  </a:lnTo>
                  <a:lnTo>
                    <a:pt x="426276" y="213453"/>
                  </a:lnTo>
                  <a:lnTo>
                    <a:pt x="435964" y="210598"/>
                  </a:lnTo>
                  <a:lnTo>
                    <a:pt x="445652" y="211048"/>
                  </a:lnTo>
                  <a:lnTo>
                    <a:pt x="455340" y="211425"/>
                  </a:lnTo>
                  <a:lnTo>
                    <a:pt x="465028" y="211009"/>
                  </a:lnTo>
                  <a:lnTo>
                    <a:pt x="474716" y="212659"/>
                  </a:lnTo>
                  <a:lnTo>
                    <a:pt x="484404" y="212611"/>
                  </a:lnTo>
                  <a:lnTo>
                    <a:pt x="494093" y="211383"/>
                  </a:lnTo>
                  <a:lnTo>
                    <a:pt x="503781" y="212074"/>
                  </a:lnTo>
                  <a:lnTo>
                    <a:pt x="513469" y="212398"/>
                  </a:lnTo>
                  <a:lnTo>
                    <a:pt x="523157" y="210622"/>
                  </a:lnTo>
                  <a:lnTo>
                    <a:pt x="532845" y="210429"/>
                  </a:lnTo>
                  <a:lnTo>
                    <a:pt x="542533" y="210082"/>
                  </a:lnTo>
                  <a:lnTo>
                    <a:pt x="552221" y="209957"/>
                  </a:lnTo>
                  <a:lnTo>
                    <a:pt x="561909" y="209405"/>
                  </a:lnTo>
                  <a:lnTo>
                    <a:pt x="571597" y="210209"/>
                  </a:lnTo>
                  <a:lnTo>
                    <a:pt x="581285" y="209897"/>
                  </a:lnTo>
                  <a:lnTo>
                    <a:pt x="590974" y="205997"/>
                  </a:lnTo>
                  <a:lnTo>
                    <a:pt x="600662" y="207229"/>
                  </a:lnTo>
                  <a:lnTo>
                    <a:pt x="610350" y="205436"/>
                  </a:lnTo>
                  <a:lnTo>
                    <a:pt x="620038" y="205797"/>
                  </a:lnTo>
                  <a:lnTo>
                    <a:pt x="629726" y="203115"/>
                  </a:lnTo>
                  <a:lnTo>
                    <a:pt x="639414" y="202828"/>
                  </a:lnTo>
                  <a:lnTo>
                    <a:pt x="649102" y="202717"/>
                  </a:lnTo>
                  <a:lnTo>
                    <a:pt x="658790" y="201813"/>
                  </a:lnTo>
                  <a:lnTo>
                    <a:pt x="668478" y="201558"/>
                  </a:lnTo>
                  <a:lnTo>
                    <a:pt x="678166" y="200586"/>
                  </a:lnTo>
                  <a:lnTo>
                    <a:pt x="687855" y="200670"/>
                  </a:lnTo>
                  <a:lnTo>
                    <a:pt x="697543" y="201662"/>
                  </a:lnTo>
                  <a:lnTo>
                    <a:pt x="707231" y="202321"/>
                  </a:lnTo>
                  <a:lnTo>
                    <a:pt x="716919" y="203419"/>
                  </a:lnTo>
                  <a:lnTo>
                    <a:pt x="726607" y="204530"/>
                  </a:lnTo>
                  <a:lnTo>
                    <a:pt x="736295" y="205449"/>
                  </a:lnTo>
                  <a:lnTo>
                    <a:pt x="745983" y="203688"/>
                  </a:lnTo>
                  <a:lnTo>
                    <a:pt x="755671" y="202649"/>
                  </a:lnTo>
                  <a:lnTo>
                    <a:pt x="765359" y="199976"/>
                  </a:lnTo>
                  <a:lnTo>
                    <a:pt x="775047" y="198770"/>
                  </a:lnTo>
                  <a:lnTo>
                    <a:pt x="784736" y="199891"/>
                  </a:lnTo>
                  <a:lnTo>
                    <a:pt x="794424" y="194082"/>
                  </a:lnTo>
                  <a:lnTo>
                    <a:pt x="804112" y="189707"/>
                  </a:lnTo>
                  <a:lnTo>
                    <a:pt x="813800" y="188907"/>
                  </a:lnTo>
                  <a:lnTo>
                    <a:pt x="823488" y="186693"/>
                  </a:lnTo>
                  <a:lnTo>
                    <a:pt x="833176" y="186907"/>
                  </a:lnTo>
                  <a:lnTo>
                    <a:pt x="842864" y="185126"/>
                  </a:lnTo>
                  <a:lnTo>
                    <a:pt x="852552" y="184317"/>
                  </a:lnTo>
                  <a:lnTo>
                    <a:pt x="862240" y="185053"/>
                  </a:lnTo>
                  <a:lnTo>
                    <a:pt x="871928" y="184179"/>
                  </a:lnTo>
                  <a:lnTo>
                    <a:pt x="881617" y="181404"/>
                  </a:lnTo>
                  <a:lnTo>
                    <a:pt x="891305" y="179144"/>
                  </a:lnTo>
                  <a:lnTo>
                    <a:pt x="900993" y="182463"/>
                  </a:lnTo>
                  <a:lnTo>
                    <a:pt x="910681" y="181064"/>
                  </a:lnTo>
                  <a:lnTo>
                    <a:pt x="920369" y="177693"/>
                  </a:lnTo>
                  <a:lnTo>
                    <a:pt x="930057" y="175001"/>
                  </a:lnTo>
                  <a:lnTo>
                    <a:pt x="939745" y="172896"/>
                  </a:lnTo>
                  <a:lnTo>
                    <a:pt x="949433" y="171139"/>
                  </a:lnTo>
                  <a:lnTo>
                    <a:pt x="959121" y="167893"/>
                  </a:lnTo>
                  <a:lnTo>
                    <a:pt x="968809" y="165250"/>
                  </a:lnTo>
                  <a:lnTo>
                    <a:pt x="978498" y="162835"/>
                  </a:lnTo>
                  <a:lnTo>
                    <a:pt x="988186" y="160612"/>
                  </a:lnTo>
                  <a:lnTo>
                    <a:pt x="997874" y="158992"/>
                  </a:lnTo>
                  <a:lnTo>
                    <a:pt x="1007562" y="158401"/>
                  </a:lnTo>
                  <a:lnTo>
                    <a:pt x="1017250" y="158205"/>
                  </a:lnTo>
                  <a:lnTo>
                    <a:pt x="1026938" y="157813"/>
                  </a:lnTo>
                  <a:lnTo>
                    <a:pt x="1036626" y="158473"/>
                  </a:lnTo>
                  <a:lnTo>
                    <a:pt x="1046314" y="158657"/>
                  </a:lnTo>
                  <a:lnTo>
                    <a:pt x="1056002" y="158159"/>
                  </a:lnTo>
                  <a:lnTo>
                    <a:pt x="1065690" y="155548"/>
                  </a:lnTo>
                  <a:lnTo>
                    <a:pt x="1075379" y="152897"/>
                  </a:lnTo>
                  <a:lnTo>
                    <a:pt x="1085067" y="151893"/>
                  </a:lnTo>
                  <a:lnTo>
                    <a:pt x="1094755" y="151139"/>
                  </a:lnTo>
                  <a:lnTo>
                    <a:pt x="1104443" y="148504"/>
                  </a:lnTo>
                  <a:lnTo>
                    <a:pt x="1114131" y="145535"/>
                  </a:lnTo>
                  <a:lnTo>
                    <a:pt x="1123819" y="143242"/>
                  </a:lnTo>
                  <a:lnTo>
                    <a:pt x="1133507" y="142574"/>
                  </a:lnTo>
                  <a:lnTo>
                    <a:pt x="1143195" y="140568"/>
                  </a:lnTo>
                  <a:lnTo>
                    <a:pt x="1152883" y="140319"/>
                  </a:lnTo>
                  <a:lnTo>
                    <a:pt x="1162571" y="139502"/>
                  </a:lnTo>
                  <a:lnTo>
                    <a:pt x="1172260" y="139470"/>
                  </a:lnTo>
                  <a:lnTo>
                    <a:pt x="1181948" y="137930"/>
                  </a:lnTo>
                  <a:lnTo>
                    <a:pt x="1191636" y="136455"/>
                  </a:lnTo>
                  <a:lnTo>
                    <a:pt x="1201324" y="138877"/>
                  </a:lnTo>
                  <a:lnTo>
                    <a:pt x="1211012" y="139350"/>
                  </a:lnTo>
                  <a:lnTo>
                    <a:pt x="1220700" y="139824"/>
                  </a:lnTo>
                  <a:lnTo>
                    <a:pt x="1230388" y="137616"/>
                  </a:lnTo>
                  <a:lnTo>
                    <a:pt x="1240076" y="137732"/>
                  </a:lnTo>
                  <a:lnTo>
                    <a:pt x="1249764" y="135625"/>
                  </a:lnTo>
                  <a:lnTo>
                    <a:pt x="1259452" y="133838"/>
                  </a:lnTo>
                  <a:lnTo>
                    <a:pt x="1269141" y="134043"/>
                  </a:lnTo>
                  <a:lnTo>
                    <a:pt x="1278829" y="133881"/>
                  </a:lnTo>
                  <a:lnTo>
                    <a:pt x="1288517" y="132552"/>
                  </a:lnTo>
                  <a:lnTo>
                    <a:pt x="1298205" y="131825"/>
                  </a:lnTo>
                  <a:lnTo>
                    <a:pt x="1307893" y="130915"/>
                  </a:lnTo>
                  <a:lnTo>
                    <a:pt x="1317581" y="131188"/>
                  </a:lnTo>
                  <a:lnTo>
                    <a:pt x="1327269" y="130507"/>
                  </a:lnTo>
                  <a:lnTo>
                    <a:pt x="1336957" y="126086"/>
                  </a:lnTo>
                  <a:lnTo>
                    <a:pt x="1346645" y="124771"/>
                  </a:lnTo>
                  <a:lnTo>
                    <a:pt x="1356333" y="124418"/>
                  </a:lnTo>
                  <a:lnTo>
                    <a:pt x="1366022" y="124593"/>
                  </a:lnTo>
                  <a:lnTo>
                    <a:pt x="1375710" y="123414"/>
                  </a:lnTo>
                  <a:lnTo>
                    <a:pt x="1385398" y="122004"/>
                  </a:lnTo>
                  <a:lnTo>
                    <a:pt x="1395086" y="122088"/>
                  </a:lnTo>
                  <a:lnTo>
                    <a:pt x="1404774" y="120275"/>
                  </a:lnTo>
                  <a:lnTo>
                    <a:pt x="1414462" y="117772"/>
                  </a:lnTo>
                  <a:lnTo>
                    <a:pt x="1424150" y="117820"/>
                  </a:lnTo>
                  <a:lnTo>
                    <a:pt x="1433838" y="120081"/>
                  </a:lnTo>
                  <a:lnTo>
                    <a:pt x="1443526" y="121305"/>
                  </a:lnTo>
                  <a:lnTo>
                    <a:pt x="1453214" y="121993"/>
                  </a:lnTo>
                  <a:lnTo>
                    <a:pt x="1462903" y="122071"/>
                  </a:lnTo>
                  <a:lnTo>
                    <a:pt x="1472591" y="119106"/>
                  </a:lnTo>
                  <a:lnTo>
                    <a:pt x="1482279" y="118423"/>
                  </a:lnTo>
                  <a:lnTo>
                    <a:pt x="1491967" y="118080"/>
                  </a:lnTo>
                  <a:lnTo>
                    <a:pt x="1501655" y="116320"/>
                  </a:lnTo>
                  <a:lnTo>
                    <a:pt x="1511343" y="116027"/>
                  </a:lnTo>
                  <a:lnTo>
                    <a:pt x="1521031" y="118447"/>
                  </a:lnTo>
                  <a:lnTo>
                    <a:pt x="1530719" y="117673"/>
                  </a:lnTo>
                  <a:lnTo>
                    <a:pt x="1540407" y="116808"/>
                  </a:lnTo>
                  <a:lnTo>
                    <a:pt x="1550095" y="115874"/>
                  </a:lnTo>
                  <a:lnTo>
                    <a:pt x="1559784" y="115021"/>
                  </a:lnTo>
                  <a:lnTo>
                    <a:pt x="1569472" y="112926"/>
                  </a:lnTo>
                  <a:lnTo>
                    <a:pt x="1579160" y="109784"/>
                  </a:lnTo>
                  <a:lnTo>
                    <a:pt x="1588848" y="107979"/>
                  </a:lnTo>
                  <a:lnTo>
                    <a:pt x="1598536" y="107153"/>
                  </a:lnTo>
                  <a:lnTo>
                    <a:pt x="1608224" y="106327"/>
                  </a:lnTo>
                  <a:lnTo>
                    <a:pt x="1617912" y="103797"/>
                  </a:lnTo>
                  <a:lnTo>
                    <a:pt x="1627600" y="102463"/>
                  </a:lnTo>
                  <a:lnTo>
                    <a:pt x="1637288" y="102188"/>
                  </a:lnTo>
                  <a:lnTo>
                    <a:pt x="1646976" y="100274"/>
                  </a:lnTo>
                  <a:lnTo>
                    <a:pt x="1656665" y="99371"/>
                  </a:lnTo>
                  <a:lnTo>
                    <a:pt x="1666353" y="98385"/>
                  </a:lnTo>
                  <a:lnTo>
                    <a:pt x="1676041" y="97289"/>
                  </a:lnTo>
                  <a:lnTo>
                    <a:pt x="1685729" y="94131"/>
                  </a:lnTo>
                  <a:lnTo>
                    <a:pt x="1695417" y="94267"/>
                  </a:lnTo>
                  <a:lnTo>
                    <a:pt x="1705105" y="94582"/>
                  </a:lnTo>
                  <a:lnTo>
                    <a:pt x="1714793" y="93655"/>
                  </a:lnTo>
                  <a:lnTo>
                    <a:pt x="1724481" y="94041"/>
                  </a:lnTo>
                  <a:lnTo>
                    <a:pt x="1734169" y="94514"/>
                  </a:lnTo>
                  <a:lnTo>
                    <a:pt x="1743857" y="94662"/>
                  </a:lnTo>
                  <a:lnTo>
                    <a:pt x="1753546" y="95262"/>
                  </a:lnTo>
                  <a:lnTo>
                    <a:pt x="1763234" y="96319"/>
                  </a:lnTo>
                  <a:lnTo>
                    <a:pt x="1772922" y="96768"/>
                  </a:lnTo>
                  <a:lnTo>
                    <a:pt x="1782610" y="95736"/>
                  </a:lnTo>
                  <a:lnTo>
                    <a:pt x="1792298" y="95626"/>
                  </a:lnTo>
                  <a:lnTo>
                    <a:pt x="1801986" y="95104"/>
                  </a:lnTo>
                  <a:lnTo>
                    <a:pt x="1811674" y="93133"/>
                  </a:lnTo>
                  <a:lnTo>
                    <a:pt x="1821362" y="89844"/>
                  </a:lnTo>
                  <a:lnTo>
                    <a:pt x="1831050" y="88047"/>
                  </a:lnTo>
                  <a:lnTo>
                    <a:pt x="1840738" y="85509"/>
                  </a:lnTo>
                  <a:lnTo>
                    <a:pt x="1850427" y="83589"/>
                  </a:lnTo>
                  <a:lnTo>
                    <a:pt x="1860115" y="81030"/>
                  </a:lnTo>
                  <a:lnTo>
                    <a:pt x="1869803" y="78919"/>
                  </a:lnTo>
                  <a:lnTo>
                    <a:pt x="1879491" y="75952"/>
                  </a:lnTo>
                  <a:lnTo>
                    <a:pt x="1889179" y="73934"/>
                  </a:lnTo>
                  <a:lnTo>
                    <a:pt x="1898867" y="72297"/>
                  </a:lnTo>
                  <a:lnTo>
                    <a:pt x="1908555" y="69499"/>
                  </a:lnTo>
                  <a:lnTo>
                    <a:pt x="1918243" y="66531"/>
                  </a:lnTo>
                  <a:lnTo>
                    <a:pt x="1927931" y="65070"/>
                  </a:lnTo>
                  <a:lnTo>
                    <a:pt x="1937619" y="63863"/>
                  </a:lnTo>
                  <a:lnTo>
                    <a:pt x="1947308" y="62979"/>
                  </a:lnTo>
                  <a:lnTo>
                    <a:pt x="1956996" y="61679"/>
                  </a:lnTo>
                  <a:lnTo>
                    <a:pt x="1966684" y="61367"/>
                  </a:lnTo>
                  <a:lnTo>
                    <a:pt x="1976372" y="58944"/>
                  </a:lnTo>
                  <a:lnTo>
                    <a:pt x="1986060" y="57234"/>
                  </a:lnTo>
                  <a:lnTo>
                    <a:pt x="1995748" y="56462"/>
                  </a:lnTo>
                  <a:lnTo>
                    <a:pt x="2005436" y="56258"/>
                  </a:lnTo>
                  <a:lnTo>
                    <a:pt x="2015124" y="56054"/>
                  </a:lnTo>
                  <a:lnTo>
                    <a:pt x="2024812" y="55687"/>
                  </a:lnTo>
                  <a:lnTo>
                    <a:pt x="2034500" y="54683"/>
                  </a:lnTo>
                  <a:lnTo>
                    <a:pt x="2044188" y="53680"/>
                  </a:lnTo>
                  <a:lnTo>
                    <a:pt x="2053877" y="52677"/>
                  </a:lnTo>
                  <a:lnTo>
                    <a:pt x="2063565" y="51676"/>
                  </a:lnTo>
                  <a:lnTo>
                    <a:pt x="2073253" y="51018"/>
                  </a:lnTo>
                  <a:lnTo>
                    <a:pt x="2082941" y="49943"/>
                  </a:lnTo>
                  <a:lnTo>
                    <a:pt x="2092629" y="49417"/>
                  </a:lnTo>
                  <a:lnTo>
                    <a:pt x="2102317" y="47958"/>
                  </a:lnTo>
                  <a:lnTo>
                    <a:pt x="2112005" y="46132"/>
                  </a:lnTo>
                  <a:lnTo>
                    <a:pt x="2121693" y="44308"/>
                  </a:lnTo>
                  <a:lnTo>
                    <a:pt x="2131381" y="42759"/>
                  </a:lnTo>
                  <a:lnTo>
                    <a:pt x="2141069" y="41638"/>
                  </a:lnTo>
                  <a:lnTo>
                    <a:pt x="2150758" y="40519"/>
                  </a:lnTo>
                  <a:lnTo>
                    <a:pt x="2160446" y="39401"/>
                  </a:lnTo>
                  <a:lnTo>
                    <a:pt x="2170134" y="38476"/>
                  </a:lnTo>
                  <a:lnTo>
                    <a:pt x="2179822" y="38413"/>
                  </a:lnTo>
                  <a:lnTo>
                    <a:pt x="2189510" y="37864"/>
                  </a:lnTo>
                  <a:lnTo>
                    <a:pt x="2199198" y="35400"/>
                  </a:lnTo>
                  <a:lnTo>
                    <a:pt x="2208886" y="32442"/>
                  </a:lnTo>
                  <a:lnTo>
                    <a:pt x="2218574" y="29489"/>
                  </a:lnTo>
                  <a:lnTo>
                    <a:pt x="2228262" y="27340"/>
                  </a:lnTo>
                  <a:lnTo>
                    <a:pt x="2237950" y="26455"/>
                  </a:lnTo>
                  <a:lnTo>
                    <a:pt x="2247639" y="25506"/>
                  </a:lnTo>
                  <a:lnTo>
                    <a:pt x="2257327" y="23295"/>
                  </a:lnTo>
                  <a:lnTo>
                    <a:pt x="2267015" y="22018"/>
                  </a:lnTo>
                  <a:lnTo>
                    <a:pt x="2276703" y="20465"/>
                  </a:lnTo>
                  <a:lnTo>
                    <a:pt x="2286391" y="19053"/>
                  </a:lnTo>
                  <a:lnTo>
                    <a:pt x="2296079" y="18315"/>
                  </a:lnTo>
                  <a:lnTo>
                    <a:pt x="2305767" y="17876"/>
                  </a:lnTo>
                  <a:lnTo>
                    <a:pt x="2315455" y="16370"/>
                  </a:lnTo>
                  <a:lnTo>
                    <a:pt x="2325143" y="14772"/>
                  </a:lnTo>
                  <a:lnTo>
                    <a:pt x="2334831" y="13175"/>
                  </a:lnTo>
                  <a:lnTo>
                    <a:pt x="2344520" y="11581"/>
                  </a:lnTo>
                  <a:lnTo>
                    <a:pt x="2354208" y="11052"/>
                  </a:lnTo>
                  <a:lnTo>
                    <a:pt x="2363896" y="10292"/>
                  </a:lnTo>
                  <a:lnTo>
                    <a:pt x="2373584" y="9534"/>
                  </a:lnTo>
                  <a:lnTo>
                    <a:pt x="2383272" y="8776"/>
                  </a:lnTo>
                  <a:lnTo>
                    <a:pt x="2392960" y="8018"/>
                  </a:lnTo>
                  <a:lnTo>
                    <a:pt x="2402648" y="7546"/>
                  </a:lnTo>
                  <a:lnTo>
                    <a:pt x="2412336" y="6567"/>
                  </a:lnTo>
                  <a:lnTo>
                    <a:pt x="2422024" y="5751"/>
                  </a:lnTo>
                  <a:lnTo>
                    <a:pt x="2431712" y="5858"/>
                  </a:lnTo>
                  <a:lnTo>
                    <a:pt x="2441401" y="4696"/>
                  </a:lnTo>
                  <a:lnTo>
                    <a:pt x="2451089" y="3538"/>
                  </a:lnTo>
                  <a:lnTo>
                    <a:pt x="2460777" y="2580"/>
                  </a:lnTo>
                  <a:lnTo>
                    <a:pt x="2470465" y="2012"/>
                  </a:lnTo>
                  <a:lnTo>
                    <a:pt x="2480153" y="1444"/>
                  </a:lnTo>
                  <a:lnTo>
                    <a:pt x="2489841" y="877"/>
                  </a:lnTo>
                  <a:lnTo>
                    <a:pt x="2499529" y="310"/>
                  </a:lnTo>
                  <a:lnTo>
                    <a:pt x="2509217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547267" y="745738"/>
              <a:ext cx="2760139" cy="51798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3376996" y="745738"/>
              <a:ext cx="2760139" cy="517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3376996" y="5693439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376996" y="4503633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376996" y="3313828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376996" y="2124023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3376996" y="934218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399596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4040510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4681424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322338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963252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3502457" y="2168764"/>
              <a:ext cx="2509217" cy="2539482"/>
            </a:xfrm>
            <a:custGeom>
              <a:avLst/>
              <a:pathLst>
                <a:path w="2509217" h="2539482">
                  <a:moveTo>
                    <a:pt x="0" y="1172479"/>
                  </a:moveTo>
                  <a:lnTo>
                    <a:pt x="9688" y="1177789"/>
                  </a:lnTo>
                  <a:lnTo>
                    <a:pt x="19376" y="1183106"/>
                  </a:lnTo>
                  <a:lnTo>
                    <a:pt x="29064" y="1186437"/>
                  </a:lnTo>
                  <a:lnTo>
                    <a:pt x="38752" y="1185763"/>
                  </a:lnTo>
                  <a:lnTo>
                    <a:pt x="48440" y="1185049"/>
                  </a:lnTo>
                  <a:lnTo>
                    <a:pt x="58128" y="1182323"/>
                  </a:lnTo>
                  <a:lnTo>
                    <a:pt x="67816" y="1183778"/>
                  </a:lnTo>
                  <a:lnTo>
                    <a:pt x="77504" y="1183273"/>
                  </a:lnTo>
                  <a:lnTo>
                    <a:pt x="87192" y="1187892"/>
                  </a:lnTo>
                  <a:lnTo>
                    <a:pt x="96880" y="1190565"/>
                  </a:lnTo>
                  <a:lnTo>
                    <a:pt x="106569" y="1189611"/>
                  </a:lnTo>
                  <a:lnTo>
                    <a:pt x="116257" y="1188513"/>
                  </a:lnTo>
                  <a:lnTo>
                    <a:pt x="125945" y="1187626"/>
                  </a:lnTo>
                  <a:lnTo>
                    <a:pt x="135633" y="1190141"/>
                  </a:lnTo>
                  <a:lnTo>
                    <a:pt x="145321" y="1189611"/>
                  </a:lnTo>
                  <a:lnTo>
                    <a:pt x="155009" y="1188085"/>
                  </a:lnTo>
                  <a:lnTo>
                    <a:pt x="164697" y="1190005"/>
                  </a:lnTo>
                  <a:lnTo>
                    <a:pt x="174385" y="1189396"/>
                  </a:lnTo>
                  <a:lnTo>
                    <a:pt x="184073" y="1185806"/>
                  </a:lnTo>
                  <a:lnTo>
                    <a:pt x="193761" y="1182774"/>
                  </a:lnTo>
                  <a:lnTo>
                    <a:pt x="203450" y="1182129"/>
                  </a:lnTo>
                  <a:lnTo>
                    <a:pt x="213138" y="1181562"/>
                  </a:lnTo>
                  <a:lnTo>
                    <a:pt x="222826" y="1185477"/>
                  </a:lnTo>
                  <a:lnTo>
                    <a:pt x="232514" y="1183589"/>
                  </a:lnTo>
                  <a:lnTo>
                    <a:pt x="242202" y="1183483"/>
                  </a:lnTo>
                  <a:lnTo>
                    <a:pt x="251890" y="1185243"/>
                  </a:lnTo>
                  <a:lnTo>
                    <a:pt x="261578" y="1187093"/>
                  </a:lnTo>
                  <a:lnTo>
                    <a:pt x="271266" y="1188527"/>
                  </a:lnTo>
                  <a:lnTo>
                    <a:pt x="280954" y="1186544"/>
                  </a:lnTo>
                  <a:lnTo>
                    <a:pt x="290642" y="1188381"/>
                  </a:lnTo>
                  <a:lnTo>
                    <a:pt x="300331" y="1188694"/>
                  </a:lnTo>
                  <a:lnTo>
                    <a:pt x="310019" y="1185465"/>
                  </a:lnTo>
                  <a:lnTo>
                    <a:pt x="319707" y="1182264"/>
                  </a:lnTo>
                  <a:lnTo>
                    <a:pt x="329395" y="1181471"/>
                  </a:lnTo>
                  <a:lnTo>
                    <a:pt x="339083" y="1181754"/>
                  </a:lnTo>
                  <a:lnTo>
                    <a:pt x="348771" y="1182099"/>
                  </a:lnTo>
                  <a:lnTo>
                    <a:pt x="358459" y="1182506"/>
                  </a:lnTo>
                  <a:lnTo>
                    <a:pt x="368147" y="1179275"/>
                  </a:lnTo>
                  <a:lnTo>
                    <a:pt x="377835" y="1177511"/>
                  </a:lnTo>
                  <a:lnTo>
                    <a:pt x="387523" y="1173639"/>
                  </a:lnTo>
                  <a:lnTo>
                    <a:pt x="397212" y="1169768"/>
                  </a:lnTo>
                  <a:lnTo>
                    <a:pt x="406900" y="1165896"/>
                  </a:lnTo>
                  <a:lnTo>
                    <a:pt x="416588" y="1162158"/>
                  </a:lnTo>
                  <a:lnTo>
                    <a:pt x="426276" y="1160587"/>
                  </a:lnTo>
                  <a:lnTo>
                    <a:pt x="435964" y="1158457"/>
                  </a:lnTo>
                  <a:lnTo>
                    <a:pt x="445652" y="1154618"/>
                  </a:lnTo>
                  <a:lnTo>
                    <a:pt x="455340" y="1153181"/>
                  </a:lnTo>
                  <a:lnTo>
                    <a:pt x="465028" y="1152330"/>
                  </a:lnTo>
                  <a:lnTo>
                    <a:pt x="474716" y="1147859"/>
                  </a:lnTo>
                  <a:lnTo>
                    <a:pt x="484404" y="1142956"/>
                  </a:lnTo>
                  <a:lnTo>
                    <a:pt x="494093" y="1142000"/>
                  </a:lnTo>
                  <a:lnTo>
                    <a:pt x="503781" y="1141984"/>
                  </a:lnTo>
                  <a:lnTo>
                    <a:pt x="513469" y="1142645"/>
                  </a:lnTo>
                  <a:lnTo>
                    <a:pt x="523157" y="1140573"/>
                  </a:lnTo>
                  <a:lnTo>
                    <a:pt x="532845" y="1139586"/>
                  </a:lnTo>
                  <a:lnTo>
                    <a:pt x="542533" y="1139133"/>
                  </a:lnTo>
                  <a:lnTo>
                    <a:pt x="552221" y="1141690"/>
                  </a:lnTo>
                  <a:lnTo>
                    <a:pt x="561909" y="1142264"/>
                  </a:lnTo>
                  <a:lnTo>
                    <a:pt x="571597" y="1140580"/>
                  </a:lnTo>
                  <a:lnTo>
                    <a:pt x="581285" y="1134179"/>
                  </a:lnTo>
                  <a:lnTo>
                    <a:pt x="590974" y="1135869"/>
                  </a:lnTo>
                  <a:lnTo>
                    <a:pt x="600662" y="1133519"/>
                  </a:lnTo>
                  <a:lnTo>
                    <a:pt x="610350" y="1128330"/>
                  </a:lnTo>
                  <a:lnTo>
                    <a:pt x="620038" y="1128876"/>
                  </a:lnTo>
                  <a:lnTo>
                    <a:pt x="629726" y="1126554"/>
                  </a:lnTo>
                  <a:lnTo>
                    <a:pt x="639414" y="1124233"/>
                  </a:lnTo>
                  <a:lnTo>
                    <a:pt x="649102" y="1121853"/>
                  </a:lnTo>
                  <a:lnTo>
                    <a:pt x="658790" y="1119543"/>
                  </a:lnTo>
                  <a:lnTo>
                    <a:pt x="668478" y="1119134"/>
                  </a:lnTo>
                  <a:lnTo>
                    <a:pt x="678166" y="1117855"/>
                  </a:lnTo>
                  <a:lnTo>
                    <a:pt x="687855" y="1118351"/>
                  </a:lnTo>
                  <a:lnTo>
                    <a:pt x="697543" y="1118070"/>
                  </a:lnTo>
                  <a:lnTo>
                    <a:pt x="707231" y="1115114"/>
                  </a:lnTo>
                  <a:lnTo>
                    <a:pt x="716919" y="1108031"/>
                  </a:lnTo>
                  <a:lnTo>
                    <a:pt x="726607" y="1102945"/>
                  </a:lnTo>
                  <a:lnTo>
                    <a:pt x="736295" y="1095506"/>
                  </a:lnTo>
                  <a:lnTo>
                    <a:pt x="745983" y="1087275"/>
                  </a:lnTo>
                  <a:lnTo>
                    <a:pt x="755671" y="1083985"/>
                  </a:lnTo>
                  <a:lnTo>
                    <a:pt x="765359" y="1081828"/>
                  </a:lnTo>
                  <a:lnTo>
                    <a:pt x="775047" y="1079764"/>
                  </a:lnTo>
                  <a:lnTo>
                    <a:pt x="784736" y="1073837"/>
                  </a:lnTo>
                  <a:lnTo>
                    <a:pt x="794424" y="1071052"/>
                  </a:lnTo>
                  <a:lnTo>
                    <a:pt x="804112" y="1068550"/>
                  </a:lnTo>
                  <a:lnTo>
                    <a:pt x="813800" y="1064573"/>
                  </a:lnTo>
                  <a:lnTo>
                    <a:pt x="823488" y="1062508"/>
                  </a:lnTo>
                  <a:lnTo>
                    <a:pt x="833176" y="1060442"/>
                  </a:lnTo>
                  <a:lnTo>
                    <a:pt x="842864" y="1058436"/>
                  </a:lnTo>
                  <a:lnTo>
                    <a:pt x="852552" y="1056493"/>
                  </a:lnTo>
                  <a:lnTo>
                    <a:pt x="862240" y="1052821"/>
                  </a:lnTo>
                  <a:lnTo>
                    <a:pt x="871928" y="1048397"/>
                  </a:lnTo>
                  <a:lnTo>
                    <a:pt x="881617" y="1044927"/>
                  </a:lnTo>
                  <a:lnTo>
                    <a:pt x="891305" y="1041012"/>
                  </a:lnTo>
                  <a:lnTo>
                    <a:pt x="900993" y="1038451"/>
                  </a:lnTo>
                  <a:lnTo>
                    <a:pt x="910681" y="1040841"/>
                  </a:lnTo>
                  <a:lnTo>
                    <a:pt x="920369" y="1036818"/>
                  </a:lnTo>
                  <a:lnTo>
                    <a:pt x="930057" y="1032530"/>
                  </a:lnTo>
                  <a:lnTo>
                    <a:pt x="939745" y="1028113"/>
                  </a:lnTo>
                  <a:lnTo>
                    <a:pt x="949433" y="1023535"/>
                  </a:lnTo>
                  <a:lnTo>
                    <a:pt x="959121" y="1019065"/>
                  </a:lnTo>
                  <a:lnTo>
                    <a:pt x="968809" y="1014623"/>
                  </a:lnTo>
                  <a:lnTo>
                    <a:pt x="978498" y="1010181"/>
                  </a:lnTo>
                  <a:lnTo>
                    <a:pt x="988186" y="1005740"/>
                  </a:lnTo>
                  <a:lnTo>
                    <a:pt x="997874" y="998763"/>
                  </a:lnTo>
                  <a:lnTo>
                    <a:pt x="1007562" y="993895"/>
                  </a:lnTo>
                  <a:lnTo>
                    <a:pt x="1017250" y="985203"/>
                  </a:lnTo>
                  <a:lnTo>
                    <a:pt x="1026938" y="981979"/>
                  </a:lnTo>
                  <a:lnTo>
                    <a:pt x="1036626" y="975464"/>
                  </a:lnTo>
                  <a:lnTo>
                    <a:pt x="1046314" y="974366"/>
                  </a:lnTo>
                  <a:lnTo>
                    <a:pt x="1056002" y="970015"/>
                  </a:lnTo>
                  <a:lnTo>
                    <a:pt x="1065690" y="961497"/>
                  </a:lnTo>
                  <a:lnTo>
                    <a:pt x="1075379" y="954983"/>
                  </a:lnTo>
                  <a:lnTo>
                    <a:pt x="1085067" y="947225"/>
                  </a:lnTo>
                  <a:lnTo>
                    <a:pt x="1094755" y="939471"/>
                  </a:lnTo>
                  <a:lnTo>
                    <a:pt x="1104443" y="930202"/>
                  </a:lnTo>
                  <a:lnTo>
                    <a:pt x="1114131" y="920874"/>
                  </a:lnTo>
                  <a:lnTo>
                    <a:pt x="1123819" y="914636"/>
                  </a:lnTo>
                  <a:lnTo>
                    <a:pt x="1133507" y="910932"/>
                  </a:lnTo>
                  <a:lnTo>
                    <a:pt x="1143195" y="907589"/>
                  </a:lnTo>
                  <a:lnTo>
                    <a:pt x="1152883" y="904383"/>
                  </a:lnTo>
                  <a:lnTo>
                    <a:pt x="1162571" y="899940"/>
                  </a:lnTo>
                  <a:lnTo>
                    <a:pt x="1172260" y="896257"/>
                  </a:lnTo>
                  <a:lnTo>
                    <a:pt x="1181948" y="889385"/>
                  </a:lnTo>
                  <a:lnTo>
                    <a:pt x="1191636" y="883100"/>
                  </a:lnTo>
                  <a:lnTo>
                    <a:pt x="1201324" y="875453"/>
                  </a:lnTo>
                  <a:lnTo>
                    <a:pt x="1211012" y="868060"/>
                  </a:lnTo>
                  <a:lnTo>
                    <a:pt x="1220700" y="864226"/>
                  </a:lnTo>
                  <a:lnTo>
                    <a:pt x="1230388" y="855335"/>
                  </a:lnTo>
                  <a:lnTo>
                    <a:pt x="1240076" y="847691"/>
                  </a:lnTo>
                  <a:lnTo>
                    <a:pt x="1249764" y="844068"/>
                  </a:lnTo>
                  <a:lnTo>
                    <a:pt x="1259452" y="836122"/>
                  </a:lnTo>
                  <a:lnTo>
                    <a:pt x="1269141" y="829907"/>
                  </a:lnTo>
                  <a:lnTo>
                    <a:pt x="1278829" y="828960"/>
                  </a:lnTo>
                  <a:lnTo>
                    <a:pt x="1288517" y="828108"/>
                  </a:lnTo>
                  <a:lnTo>
                    <a:pt x="1298205" y="822325"/>
                  </a:lnTo>
                  <a:lnTo>
                    <a:pt x="1307893" y="815098"/>
                  </a:lnTo>
                  <a:lnTo>
                    <a:pt x="1317581" y="807646"/>
                  </a:lnTo>
                  <a:lnTo>
                    <a:pt x="1327269" y="800661"/>
                  </a:lnTo>
                  <a:lnTo>
                    <a:pt x="1336957" y="793377"/>
                  </a:lnTo>
                  <a:lnTo>
                    <a:pt x="1346645" y="786031"/>
                  </a:lnTo>
                  <a:lnTo>
                    <a:pt x="1356333" y="778691"/>
                  </a:lnTo>
                  <a:lnTo>
                    <a:pt x="1366022" y="771455"/>
                  </a:lnTo>
                  <a:lnTo>
                    <a:pt x="1375710" y="765916"/>
                  </a:lnTo>
                  <a:lnTo>
                    <a:pt x="1385398" y="763673"/>
                  </a:lnTo>
                  <a:lnTo>
                    <a:pt x="1395086" y="761430"/>
                  </a:lnTo>
                  <a:lnTo>
                    <a:pt x="1404774" y="759196"/>
                  </a:lnTo>
                  <a:lnTo>
                    <a:pt x="1414462" y="754077"/>
                  </a:lnTo>
                  <a:lnTo>
                    <a:pt x="1424150" y="747926"/>
                  </a:lnTo>
                  <a:lnTo>
                    <a:pt x="1433838" y="741792"/>
                  </a:lnTo>
                  <a:lnTo>
                    <a:pt x="1443526" y="735664"/>
                  </a:lnTo>
                  <a:lnTo>
                    <a:pt x="1453214" y="729541"/>
                  </a:lnTo>
                  <a:lnTo>
                    <a:pt x="1462903" y="723664"/>
                  </a:lnTo>
                  <a:lnTo>
                    <a:pt x="1472591" y="717141"/>
                  </a:lnTo>
                  <a:lnTo>
                    <a:pt x="1482279" y="711005"/>
                  </a:lnTo>
                  <a:lnTo>
                    <a:pt x="1491967" y="706146"/>
                  </a:lnTo>
                  <a:lnTo>
                    <a:pt x="1501655" y="700757"/>
                  </a:lnTo>
                  <a:lnTo>
                    <a:pt x="1511343" y="693381"/>
                  </a:lnTo>
                  <a:lnTo>
                    <a:pt x="1521031" y="686323"/>
                  </a:lnTo>
                  <a:lnTo>
                    <a:pt x="1530719" y="680134"/>
                  </a:lnTo>
                  <a:lnTo>
                    <a:pt x="1540407" y="673952"/>
                  </a:lnTo>
                  <a:lnTo>
                    <a:pt x="1550095" y="667825"/>
                  </a:lnTo>
                  <a:lnTo>
                    <a:pt x="1559784" y="661713"/>
                  </a:lnTo>
                  <a:lnTo>
                    <a:pt x="1569472" y="655608"/>
                  </a:lnTo>
                  <a:lnTo>
                    <a:pt x="1579160" y="648773"/>
                  </a:lnTo>
                  <a:lnTo>
                    <a:pt x="1588848" y="642980"/>
                  </a:lnTo>
                  <a:lnTo>
                    <a:pt x="1598536" y="635070"/>
                  </a:lnTo>
                  <a:lnTo>
                    <a:pt x="1608224" y="628214"/>
                  </a:lnTo>
                  <a:lnTo>
                    <a:pt x="1617912" y="621383"/>
                  </a:lnTo>
                  <a:lnTo>
                    <a:pt x="1627600" y="612909"/>
                  </a:lnTo>
                  <a:lnTo>
                    <a:pt x="1637288" y="607688"/>
                  </a:lnTo>
                  <a:lnTo>
                    <a:pt x="1646976" y="601006"/>
                  </a:lnTo>
                  <a:lnTo>
                    <a:pt x="1656665" y="594178"/>
                  </a:lnTo>
                  <a:lnTo>
                    <a:pt x="1666353" y="587378"/>
                  </a:lnTo>
                  <a:lnTo>
                    <a:pt x="1676041" y="579950"/>
                  </a:lnTo>
                  <a:lnTo>
                    <a:pt x="1685729" y="572458"/>
                  </a:lnTo>
                  <a:lnTo>
                    <a:pt x="1695417" y="564937"/>
                  </a:lnTo>
                  <a:lnTo>
                    <a:pt x="1705105" y="556503"/>
                  </a:lnTo>
                  <a:lnTo>
                    <a:pt x="1714793" y="548085"/>
                  </a:lnTo>
                  <a:lnTo>
                    <a:pt x="1724481" y="539683"/>
                  </a:lnTo>
                  <a:lnTo>
                    <a:pt x="1734169" y="531334"/>
                  </a:lnTo>
                  <a:lnTo>
                    <a:pt x="1743857" y="524363"/>
                  </a:lnTo>
                  <a:lnTo>
                    <a:pt x="1753546" y="516184"/>
                  </a:lnTo>
                  <a:lnTo>
                    <a:pt x="1763234" y="507553"/>
                  </a:lnTo>
                  <a:lnTo>
                    <a:pt x="1772922" y="498942"/>
                  </a:lnTo>
                  <a:lnTo>
                    <a:pt x="1782610" y="493324"/>
                  </a:lnTo>
                  <a:lnTo>
                    <a:pt x="1792298" y="488657"/>
                  </a:lnTo>
                  <a:lnTo>
                    <a:pt x="1801986" y="483534"/>
                  </a:lnTo>
                  <a:lnTo>
                    <a:pt x="1811674" y="476209"/>
                  </a:lnTo>
                  <a:lnTo>
                    <a:pt x="1821362" y="468898"/>
                  </a:lnTo>
                  <a:lnTo>
                    <a:pt x="1831050" y="461601"/>
                  </a:lnTo>
                  <a:lnTo>
                    <a:pt x="1840738" y="453517"/>
                  </a:lnTo>
                  <a:lnTo>
                    <a:pt x="1850427" y="443418"/>
                  </a:lnTo>
                  <a:lnTo>
                    <a:pt x="1860115" y="433785"/>
                  </a:lnTo>
                  <a:lnTo>
                    <a:pt x="1869803" y="425601"/>
                  </a:lnTo>
                  <a:lnTo>
                    <a:pt x="1879491" y="417407"/>
                  </a:lnTo>
                  <a:lnTo>
                    <a:pt x="1889179" y="412227"/>
                  </a:lnTo>
                  <a:lnTo>
                    <a:pt x="1898867" y="405761"/>
                  </a:lnTo>
                  <a:lnTo>
                    <a:pt x="1908555" y="398965"/>
                  </a:lnTo>
                  <a:lnTo>
                    <a:pt x="1918243" y="392015"/>
                  </a:lnTo>
                  <a:lnTo>
                    <a:pt x="1927931" y="385080"/>
                  </a:lnTo>
                  <a:lnTo>
                    <a:pt x="1937619" y="378159"/>
                  </a:lnTo>
                  <a:lnTo>
                    <a:pt x="1947308" y="371252"/>
                  </a:lnTo>
                  <a:lnTo>
                    <a:pt x="1956996" y="364360"/>
                  </a:lnTo>
                  <a:lnTo>
                    <a:pt x="1966684" y="357482"/>
                  </a:lnTo>
                  <a:lnTo>
                    <a:pt x="1976372" y="350630"/>
                  </a:lnTo>
                  <a:lnTo>
                    <a:pt x="1986060" y="343878"/>
                  </a:lnTo>
                  <a:lnTo>
                    <a:pt x="1995748" y="337141"/>
                  </a:lnTo>
                  <a:lnTo>
                    <a:pt x="2005436" y="330418"/>
                  </a:lnTo>
                  <a:lnTo>
                    <a:pt x="2015124" y="324088"/>
                  </a:lnTo>
                  <a:lnTo>
                    <a:pt x="2024812" y="318746"/>
                  </a:lnTo>
                  <a:lnTo>
                    <a:pt x="2034500" y="311766"/>
                  </a:lnTo>
                  <a:lnTo>
                    <a:pt x="2044188" y="305277"/>
                  </a:lnTo>
                  <a:lnTo>
                    <a:pt x="2053877" y="301942"/>
                  </a:lnTo>
                  <a:lnTo>
                    <a:pt x="2063565" y="298611"/>
                  </a:lnTo>
                  <a:lnTo>
                    <a:pt x="2073253" y="295285"/>
                  </a:lnTo>
                  <a:lnTo>
                    <a:pt x="2082941" y="291962"/>
                  </a:lnTo>
                  <a:lnTo>
                    <a:pt x="2092629" y="288643"/>
                  </a:lnTo>
                  <a:lnTo>
                    <a:pt x="2102317" y="283202"/>
                  </a:lnTo>
                  <a:lnTo>
                    <a:pt x="2112005" y="275703"/>
                  </a:lnTo>
                  <a:lnTo>
                    <a:pt x="2121693" y="268224"/>
                  </a:lnTo>
                  <a:lnTo>
                    <a:pt x="2131381" y="260764"/>
                  </a:lnTo>
                  <a:lnTo>
                    <a:pt x="2141069" y="253325"/>
                  </a:lnTo>
                  <a:lnTo>
                    <a:pt x="2150758" y="245906"/>
                  </a:lnTo>
                  <a:lnTo>
                    <a:pt x="2160446" y="238508"/>
                  </a:lnTo>
                  <a:lnTo>
                    <a:pt x="2170134" y="231129"/>
                  </a:lnTo>
                  <a:lnTo>
                    <a:pt x="2179822" y="223772"/>
                  </a:lnTo>
                  <a:lnTo>
                    <a:pt x="2189510" y="216435"/>
                  </a:lnTo>
                  <a:lnTo>
                    <a:pt x="2199198" y="209119"/>
                  </a:lnTo>
                  <a:lnTo>
                    <a:pt x="2208886" y="201823"/>
                  </a:lnTo>
                  <a:lnTo>
                    <a:pt x="2218574" y="194549"/>
                  </a:lnTo>
                  <a:lnTo>
                    <a:pt x="2228262" y="187296"/>
                  </a:lnTo>
                  <a:lnTo>
                    <a:pt x="2237950" y="180064"/>
                  </a:lnTo>
                  <a:lnTo>
                    <a:pt x="2247639" y="172853"/>
                  </a:lnTo>
                  <a:lnTo>
                    <a:pt x="2257327" y="165664"/>
                  </a:lnTo>
                  <a:lnTo>
                    <a:pt x="2267015" y="158496"/>
                  </a:lnTo>
                  <a:lnTo>
                    <a:pt x="2276703" y="151349"/>
                  </a:lnTo>
                  <a:lnTo>
                    <a:pt x="2286391" y="144225"/>
                  </a:lnTo>
                  <a:lnTo>
                    <a:pt x="2296079" y="137178"/>
                  </a:lnTo>
                  <a:lnTo>
                    <a:pt x="2305767" y="132642"/>
                  </a:lnTo>
                  <a:lnTo>
                    <a:pt x="2315455" y="128829"/>
                  </a:lnTo>
                  <a:lnTo>
                    <a:pt x="2325143" y="125022"/>
                  </a:lnTo>
                  <a:lnTo>
                    <a:pt x="2334831" y="121228"/>
                  </a:lnTo>
                  <a:lnTo>
                    <a:pt x="2344520" y="117454"/>
                  </a:lnTo>
                  <a:lnTo>
                    <a:pt x="2354208" y="113687"/>
                  </a:lnTo>
                  <a:lnTo>
                    <a:pt x="2363896" y="109919"/>
                  </a:lnTo>
                  <a:lnTo>
                    <a:pt x="2373584" y="103643"/>
                  </a:lnTo>
                  <a:lnTo>
                    <a:pt x="2383272" y="97385"/>
                  </a:lnTo>
                  <a:lnTo>
                    <a:pt x="2392960" y="90939"/>
                  </a:lnTo>
                  <a:lnTo>
                    <a:pt x="2402648" y="83146"/>
                  </a:lnTo>
                  <a:lnTo>
                    <a:pt x="2412336" y="75381"/>
                  </a:lnTo>
                  <a:lnTo>
                    <a:pt x="2422024" y="67644"/>
                  </a:lnTo>
                  <a:lnTo>
                    <a:pt x="2431712" y="59936"/>
                  </a:lnTo>
                  <a:lnTo>
                    <a:pt x="2441401" y="52257"/>
                  </a:lnTo>
                  <a:lnTo>
                    <a:pt x="2451089" y="44606"/>
                  </a:lnTo>
                  <a:lnTo>
                    <a:pt x="2460777" y="36985"/>
                  </a:lnTo>
                  <a:lnTo>
                    <a:pt x="2470465" y="29392"/>
                  </a:lnTo>
                  <a:lnTo>
                    <a:pt x="2480153" y="21828"/>
                  </a:lnTo>
                  <a:lnTo>
                    <a:pt x="2489841" y="14293"/>
                  </a:lnTo>
                  <a:lnTo>
                    <a:pt x="2499529" y="6788"/>
                  </a:lnTo>
                  <a:lnTo>
                    <a:pt x="2509217" y="0"/>
                  </a:lnTo>
                  <a:lnTo>
                    <a:pt x="2509217" y="2518960"/>
                  </a:lnTo>
                  <a:lnTo>
                    <a:pt x="2499529" y="2517226"/>
                  </a:lnTo>
                  <a:lnTo>
                    <a:pt x="2489841" y="2515076"/>
                  </a:lnTo>
                  <a:lnTo>
                    <a:pt x="2480153" y="2512923"/>
                  </a:lnTo>
                  <a:lnTo>
                    <a:pt x="2470465" y="2510766"/>
                  </a:lnTo>
                  <a:lnTo>
                    <a:pt x="2460777" y="2509827"/>
                  </a:lnTo>
                  <a:lnTo>
                    <a:pt x="2451089" y="2509023"/>
                  </a:lnTo>
                  <a:lnTo>
                    <a:pt x="2441401" y="2507858"/>
                  </a:lnTo>
                  <a:lnTo>
                    <a:pt x="2431712" y="2506285"/>
                  </a:lnTo>
                  <a:lnTo>
                    <a:pt x="2422024" y="2504695"/>
                  </a:lnTo>
                  <a:lnTo>
                    <a:pt x="2412336" y="2503070"/>
                  </a:lnTo>
                  <a:lnTo>
                    <a:pt x="2402648" y="2500772"/>
                  </a:lnTo>
                  <a:lnTo>
                    <a:pt x="2392960" y="2499891"/>
                  </a:lnTo>
                  <a:lnTo>
                    <a:pt x="2383272" y="2498285"/>
                  </a:lnTo>
                  <a:lnTo>
                    <a:pt x="2373584" y="2496763"/>
                  </a:lnTo>
                  <a:lnTo>
                    <a:pt x="2363896" y="2495085"/>
                  </a:lnTo>
                  <a:lnTo>
                    <a:pt x="2354208" y="2493477"/>
                  </a:lnTo>
                  <a:lnTo>
                    <a:pt x="2344520" y="2491859"/>
                  </a:lnTo>
                  <a:lnTo>
                    <a:pt x="2334831" y="2490137"/>
                  </a:lnTo>
                  <a:lnTo>
                    <a:pt x="2325143" y="2486953"/>
                  </a:lnTo>
                  <a:lnTo>
                    <a:pt x="2315455" y="2483728"/>
                  </a:lnTo>
                  <a:lnTo>
                    <a:pt x="2305767" y="2480487"/>
                  </a:lnTo>
                  <a:lnTo>
                    <a:pt x="2296079" y="2477330"/>
                  </a:lnTo>
                  <a:lnTo>
                    <a:pt x="2286391" y="2474856"/>
                  </a:lnTo>
                  <a:lnTo>
                    <a:pt x="2276703" y="2472158"/>
                  </a:lnTo>
                  <a:lnTo>
                    <a:pt x="2267015" y="2468802"/>
                  </a:lnTo>
                  <a:lnTo>
                    <a:pt x="2257327" y="2465439"/>
                  </a:lnTo>
                  <a:lnTo>
                    <a:pt x="2247639" y="2462068"/>
                  </a:lnTo>
                  <a:lnTo>
                    <a:pt x="2237950" y="2458689"/>
                  </a:lnTo>
                  <a:lnTo>
                    <a:pt x="2228262" y="2457287"/>
                  </a:lnTo>
                  <a:lnTo>
                    <a:pt x="2218574" y="2456866"/>
                  </a:lnTo>
                  <a:lnTo>
                    <a:pt x="2208886" y="2455113"/>
                  </a:lnTo>
                  <a:lnTo>
                    <a:pt x="2199198" y="2452611"/>
                  </a:lnTo>
                  <a:lnTo>
                    <a:pt x="2189510" y="2450104"/>
                  </a:lnTo>
                  <a:lnTo>
                    <a:pt x="2179822" y="2447353"/>
                  </a:lnTo>
                  <a:lnTo>
                    <a:pt x="2170134" y="2444308"/>
                  </a:lnTo>
                  <a:lnTo>
                    <a:pt x="2160446" y="2441257"/>
                  </a:lnTo>
                  <a:lnTo>
                    <a:pt x="2150758" y="2440131"/>
                  </a:lnTo>
                  <a:lnTo>
                    <a:pt x="2141069" y="2437699"/>
                  </a:lnTo>
                  <a:lnTo>
                    <a:pt x="2131381" y="2437383"/>
                  </a:lnTo>
                  <a:lnTo>
                    <a:pt x="2121693" y="2435940"/>
                  </a:lnTo>
                  <a:lnTo>
                    <a:pt x="2112005" y="2433157"/>
                  </a:lnTo>
                  <a:lnTo>
                    <a:pt x="2102317" y="2431814"/>
                  </a:lnTo>
                  <a:lnTo>
                    <a:pt x="2092629" y="2430470"/>
                  </a:lnTo>
                  <a:lnTo>
                    <a:pt x="2082941" y="2429117"/>
                  </a:lnTo>
                  <a:lnTo>
                    <a:pt x="2073253" y="2427709"/>
                  </a:lnTo>
                  <a:lnTo>
                    <a:pt x="2063565" y="2426299"/>
                  </a:lnTo>
                  <a:lnTo>
                    <a:pt x="2053877" y="2424888"/>
                  </a:lnTo>
                  <a:lnTo>
                    <a:pt x="2044188" y="2423476"/>
                  </a:lnTo>
                  <a:lnTo>
                    <a:pt x="2034500" y="2422063"/>
                  </a:lnTo>
                  <a:lnTo>
                    <a:pt x="2024812" y="2420648"/>
                  </a:lnTo>
                  <a:lnTo>
                    <a:pt x="2015124" y="2419232"/>
                  </a:lnTo>
                  <a:lnTo>
                    <a:pt x="2005436" y="2417815"/>
                  </a:lnTo>
                  <a:lnTo>
                    <a:pt x="1995748" y="2416397"/>
                  </a:lnTo>
                  <a:lnTo>
                    <a:pt x="1986060" y="2414486"/>
                  </a:lnTo>
                  <a:lnTo>
                    <a:pt x="1976372" y="2409806"/>
                  </a:lnTo>
                  <a:lnTo>
                    <a:pt x="1966684" y="2404881"/>
                  </a:lnTo>
                  <a:lnTo>
                    <a:pt x="1956996" y="2399941"/>
                  </a:lnTo>
                  <a:lnTo>
                    <a:pt x="1947308" y="2397907"/>
                  </a:lnTo>
                  <a:lnTo>
                    <a:pt x="1937619" y="2397098"/>
                  </a:lnTo>
                  <a:lnTo>
                    <a:pt x="1927931" y="2396272"/>
                  </a:lnTo>
                  <a:lnTo>
                    <a:pt x="1918243" y="2395424"/>
                  </a:lnTo>
                  <a:lnTo>
                    <a:pt x="1908555" y="2391986"/>
                  </a:lnTo>
                  <a:lnTo>
                    <a:pt x="1898867" y="2388157"/>
                  </a:lnTo>
                  <a:lnTo>
                    <a:pt x="1889179" y="2386327"/>
                  </a:lnTo>
                  <a:lnTo>
                    <a:pt x="1879491" y="2385359"/>
                  </a:lnTo>
                  <a:lnTo>
                    <a:pt x="1869803" y="2384390"/>
                  </a:lnTo>
                  <a:lnTo>
                    <a:pt x="1860115" y="2383420"/>
                  </a:lnTo>
                  <a:lnTo>
                    <a:pt x="1850427" y="2381255"/>
                  </a:lnTo>
                  <a:lnTo>
                    <a:pt x="1840738" y="2380890"/>
                  </a:lnTo>
                  <a:lnTo>
                    <a:pt x="1831050" y="2379880"/>
                  </a:lnTo>
                  <a:lnTo>
                    <a:pt x="1821362" y="2376347"/>
                  </a:lnTo>
                  <a:lnTo>
                    <a:pt x="1811674" y="2374201"/>
                  </a:lnTo>
                  <a:lnTo>
                    <a:pt x="1801986" y="2374408"/>
                  </a:lnTo>
                  <a:lnTo>
                    <a:pt x="1792298" y="2373291"/>
                  </a:lnTo>
                  <a:lnTo>
                    <a:pt x="1782610" y="2373440"/>
                  </a:lnTo>
                  <a:lnTo>
                    <a:pt x="1772922" y="2372794"/>
                  </a:lnTo>
                  <a:lnTo>
                    <a:pt x="1763234" y="2369661"/>
                  </a:lnTo>
                  <a:lnTo>
                    <a:pt x="1753546" y="2367219"/>
                  </a:lnTo>
                  <a:lnTo>
                    <a:pt x="1743857" y="2365122"/>
                  </a:lnTo>
                  <a:lnTo>
                    <a:pt x="1734169" y="2363009"/>
                  </a:lnTo>
                  <a:lnTo>
                    <a:pt x="1724481" y="2360889"/>
                  </a:lnTo>
                  <a:lnTo>
                    <a:pt x="1714793" y="2359431"/>
                  </a:lnTo>
                  <a:lnTo>
                    <a:pt x="1705105" y="2360049"/>
                  </a:lnTo>
                  <a:lnTo>
                    <a:pt x="1695417" y="2360601"/>
                  </a:lnTo>
                  <a:lnTo>
                    <a:pt x="1685729" y="2359598"/>
                  </a:lnTo>
                  <a:lnTo>
                    <a:pt x="1676041" y="2354464"/>
                  </a:lnTo>
                  <a:lnTo>
                    <a:pt x="1666353" y="2352100"/>
                  </a:lnTo>
                  <a:lnTo>
                    <a:pt x="1656665" y="2351502"/>
                  </a:lnTo>
                  <a:lnTo>
                    <a:pt x="1646976" y="2350862"/>
                  </a:lnTo>
                  <a:lnTo>
                    <a:pt x="1637288" y="2350221"/>
                  </a:lnTo>
                  <a:lnTo>
                    <a:pt x="1627600" y="2350218"/>
                  </a:lnTo>
                  <a:lnTo>
                    <a:pt x="1617912" y="2349897"/>
                  </a:lnTo>
                  <a:lnTo>
                    <a:pt x="1608224" y="2348497"/>
                  </a:lnTo>
                  <a:lnTo>
                    <a:pt x="1598536" y="2347944"/>
                  </a:lnTo>
                  <a:lnTo>
                    <a:pt x="1588848" y="2348425"/>
                  </a:lnTo>
                  <a:lnTo>
                    <a:pt x="1579160" y="2346616"/>
                  </a:lnTo>
                  <a:lnTo>
                    <a:pt x="1569472" y="2344378"/>
                  </a:lnTo>
                  <a:lnTo>
                    <a:pt x="1559784" y="2340689"/>
                  </a:lnTo>
                  <a:lnTo>
                    <a:pt x="1550095" y="2336940"/>
                  </a:lnTo>
                  <a:lnTo>
                    <a:pt x="1540407" y="2334584"/>
                  </a:lnTo>
                  <a:lnTo>
                    <a:pt x="1530719" y="2334679"/>
                  </a:lnTo>
                  <a:lnTo>
                    <a:pt x="1521031" y="2334600"/>
                  </a:lnTo>
                  <a:lnTo>
                    <a:pt x="1511343" y="2332412"/>
                  </a:lnTo>
                  <a:lnTo>
                    <a:pt x="1501655" y="2332648"/>
                  </a:lnTo>
                  <a:lnTo>
                    <a:pt x="1491967" y="2331482"/>
                  </a:lnTo>
                  <a:lnTo>
                    <a:pt x="1482279" y="2328376"/>
                  </a:lnTo>
                  <a:lnTo>
                    <a:pt x="1472591" y="2326257"/>
                  </a:lnTo>
                  <a:lnTo>
                    <a:pt x="1462903" y="2325908"/>
                  </a:lnTo>
                  <a:lnTo>
                    <a:pt x="1453214" y="2325558"/>
                  </a:lnTo>
                  <a:lnTo>
                    <a:pt x="1443526" y="2325208"/>
                  </a:lnTo>
                  <a:lnTo>
                    <a:pt x="1433838" y="2324794"/>
                  </a:lnTo>
                  <a:lnTo>
                    <a:pt x="1424150" y="2324373"/>
                  </a:lnTo>
                  <a:lnTo>
                    <a:pt x="1414462" y="2323931"/>
                  </a:lnTo>
                  <a:lnTo>
                    <a:pt x="1404774" y="2323489"/>
                  </a:lnTo>
                  <a:lnTo>
                    <a:pt x="1395086" y="2322788"/>
                  </a:lnTo>
                  <a:lnTo>
                    <a:pt x="1385398" y="2319490"/>
                  </a:lnTo>
                  <a:lnTo>
                    <a:pt x="1375710" y="2315707"/>
                  </a:lnTo>
                  <a:lnTo>
                    <a:pt x="1366022" y="2313998"/>
                  </a:lnTo>
                  <a:lnTo>
                    <a:pt x="1356333" y="2313961"/>
                  </a:lnTo>
                  <a:lnTo>
                    <a:pt x="1346645" y="2314050"/>
                  </a:lnTo>
                  <a:lnTo>
                    <a:pt x="1336957" y="2314062"/>
                  </a:lnTo>
                  <a:lnTo>
                    <a:pt x="1327269" y="2313063"/>
                  </a:lnTo>
                  <a:lnTo>
                    <a:pt x="1317581" y="2311082"/>
                  </a:lnTo>
                  <a:lnTo>
                    <a:pt x="1307893" y="2309326"/>
                  </a:lnTo>
                  <a:lnTo>
                    <a:pt x="1298205" y="2308042"/>
                  </a:lnTo>
                  <a:lnTo>
                    <a:pt x="1288517" y="2308190"/>
                  </a:lnTo>
                  <a:lnTo>
                    <a:pt x="1278829" y="2303892"/>
                  </a:lnTo>
                  <a:lnTo>
                    <a:pt x="1269141" y="2303137"/>
                  </a:lnTo>
                  <a:lnTo>
                    <a:pt x="1259452" y="2304376"/>
                  </a:lnTo>
                  <a:lnTo>
                    <a:pt x="1249764" y="2305350"/>
                  </a:lnTo>
                  <a:lnTo>
                    <a:pt x="1240076" y="2303104"/>
                  </a:lnTo>
                  <a:lnTo>
                    <a:pt x="1230388" y="2302464"/>
                  </a:lnTo>
                  <a:lnTo>
                    <a:pt x="1220700" y="2302535"/>
                  </a:lnTo>
                  <a:lnTo>
                    <a:pt x="1211012" y="2302607"/>
                  </a:lnTo>
                  <a:lnTo>
                    <a:pt x="1201324" y="2304060"/>
                  </a:lnTo>
                  <a:lnTo>
                    <a:pt x="1191636" y="2305786"/>
                  </a:lnTo>
                  <a:lnTo>
                    <a:pt x="1181948" y="2306521"/>
                  </a:lnTo>
                  <a:lnTo>
                    <a:pt x="1172260" y="2307342"/>
                  </a:lnTo>
                  <a:lnTo>
                    <a:pt x="1162571" y="2309000"/>
                  </a:lnTo>
                  <a:lnTo>
                    <a:pt x="1152883" y="2310648"/>
                  </a:lnTo>
                  <a:lnTo>
                    <a:pt x="1143195" y="2312244"/>
                  </a:lnTo>
                  <a:lnTo>
                    <a:pt x="1133507" y="2311971"/>
                  </a:lnTo>
                  <a:lnTo>
                    <a:pt x="1123819" y="2310985"/>
                  </a:lnTo>
                  <a:lnTo>
                    <a:pt x="1114131" y="2310045"/>
                  </a:lnTo>
                  <a:lnTo>
                    <a:pt x="1104443" y="2309813"/>
                  </a:lnTo>
                  <a:lnTo>
                    <a:pt x="1094755" y="2310923"/>
                  </a:lnTo>
                  <a:lnTo>
                    <a:pt x="1085067" y="2310711"/>
                  </a:lnTo>
                  <a:lnTo>
                    <a:pt x="1075379" y="2310292"/>
                  </a:lnTo>
                  <a:lnTo>
                    <a:pt x="1065690" y="2309336"/>
                  </a:lnTo>
                  <a:lnTo>
                    <a:pt x="1056002" y="2309513"/>
                  </a:lnTo>
                  <a:lnTo>
                    <a:pt x="1046314" y="2309160"/>
                  </a:lnTo>
                  <a:lnTo>
                    <a:pt x="1036626" y="2311402"/>
                  </a:lnTo>
                  <a:lnTo>
                    <a:pt x="1026938" y="2312937"/>
                  </a:lnTo>
                  <a:lnTo>
                    <a:pt x="1017250" y="2313949"/>
                  </a:lnTo>
                  <a:lnTo>
                    <a:pt x="1007562" y="2315608"/>
                  </a:lnTo>
                  <a:lnTo>
                    <a:pt x="997874" y="2317242"/>
                  </a:lnTo>
                  <a:lnTo>
                    <a:pt x="988186" y="2318961"/>
                  </a:lnTo>
                  <a:lnTo>
                    <a:pt x="978498" y="2320066"/>
                  </a:lnTo>
                  <a:lnTo>
                    <a:pt x="968809" y="2321930"/>
                  </a:lnTo>
                  <a:lnTo>
                    <a:pt x="959121" y="2322654"/>
                  </a:lnTo>
                  <a:lnTo>
                    <a:pt x="949433" y="2323378"/>
                  </a:lnTo>
                  <a:lnTo>
                    <a:pt x="939745" y="2324101"/>
                  </a:lnTo>
                  <a:lnTo>
                    <a:pt x="930057" y="2325161"/>
                  </a:lnTo>
                  <a:lnTo>
                    <a:pt x="920369" y="2329210"/>
                  </a:lnTo>
                  <a:lnTo>
                    <a:pt x="910681" y="2328168"/>
                  </a:lnTo>
                  <a:lnTo>
                    <a:pt x="900993" y="2333394"/>
                  </a:lnTo>
                  <a:lnTo>
                    <a:pt x="891305" y="2330660"/>
                  </a:lnTo>
                  <a:lnTo>
                    <a:pt x="881617" y="2333395"/>
                  </a:lnTo>
                  <a:lnTo>
                    <a:pt x="871928" y="2336059"/>
                  </a:lnTo>
                  <a:lnTo>
                    <a:pt x="862240" y="2334934"/>
                  </a:lnTo>
                  <a:lnTo>
                    <a:pt x="852552" y="2336050"/>
                  </a:lnTo>
                  <a:lnTo>
                    <a:pt x="842864" y="2337395"/>
                  </a:lnTo>
                  <a:lnTo>
                    <a:pt x="833176" y="2341468"/>
                  </a:lnTo>
                  <a:lnTo>
                    <a:pt x="823488" y="2346244"/>
                  </a:lnTo>
                  <a:lnTo>
                    <a:pt x="813800" y="2345027"/>
                  </a:lnTo>
                  <a:lnTo>
                    <a:pt x="804112" y="2346515"/>
                  </a:lnTo>
                  <a:lnTo>
                    <a:pt x="794424" y="2347426"/>
                  </a:lnTo>
                  <a:lnTo>
                    <a:pt x="784736" y="2347719"/>
                  </a:lnTo>
                  <a:lnTo>
                    <a:pt x="775047" y="2348418"/>
                  </a:lnTo>
                  <a:lnTo>
                    <a:pt x="765359" y="2347932"/>
                  </a:lnTo>
                  <a:lnTo>
                    <a:pt x="755671" y="2350508"/>
                  </a:lnTo>
                  <a:lnTo>
                    <a:pt x="745983" y="2351071"/>
                  </a:lnTo>
                  <a:lnTo>
                    <a:pt x="736295" y="2351291"/>
                  </a:lnTo>
                  <a:lnTo>
                    <a:pt x="726607" y="2353243"/>
                  </a:lnTo>
                  <a:lnTo>
                    <a:pt x="716919" y="2354665"/>
                  </a:lnTo>
                  <a:lnTo>
                    <a:pt x="707231" y="2355930"/>
                  </a:lnTo>
                  <a:lnTo>
                    <a:pt x="697543" y="2357179"/>
                  </a:lnTo>
                  <a:lnTo>
                    <a:pt x="687855" y="2358914"/>
                  </a:lnTo>
                  <a:lnTo>
                    <a:pt x="678166" y="2361719"/>
                  </a:lnTo>
                  <a:lnTo>
                    <a:pt x="668478" y="2364396"/>
                  </a:lnTo>
                  <a:lnTo>
                    <a:pt x="658790" y="2367094"/>
                  </a:lnTo>
                  <a:lnTo>
                    <a:pt x="649102" y="2369848"/>
                  </a:lnTo>
                  <a:lnTo>
                    <a:pt x="639414" y="2372575"/>
                  </a:lnTo>
                  <a:lnTo>
                    <a:pt x="629726" y="2375277"/>
                  </a:lnTo>
                  <a:lnTo>
                    <a:pt x="620038" y="2377945"/>
                  </a:lnTo>
                  <a:lnTo>
                    <a:pt x="610350" y="2380592"/>
                  </a:lnTo>
                  <a:lnTo>
                    <a:pt x="600662" y="2385212"/>
                  </a:lnTo>
                  <a:lnTo>
                    <a:pt x="590974" y="2387923"/>
                  </a:lnTo>
                  <a:lnTo>
                    <a:pt x="581285" y="2389590"/>
                  </a:lnTo>
                  <a:lnTo>
                    <a:pt x="571597" y="2391169"/>
                  </a:lnTo>
                  <a:lnTo>
                    <a:pt x="561909" y="2392552"/>
                  </a:lnTo>
                  <a:lnTo>
                    <a:pt x="552221" y="2392219"/>
                  </a:lnTo>
                  <a:lnTo>
                    <a:pt x="542533" y="2391885"/>
                  </a:lnTo>
                  <a:lnTo>
                    <a:pt x="532845" y="2391552"/>
                  </a:lnTo>
                  <a:lnTo>
                    <a:pt x="523157" y="2392644"/>
                  </a:lnTo>
                  <a:lnTo>
                    <a:pt x="513469" y="2397809"/>
                  </a:lnTo>
                  <a:lnTo>
                    <a:pt x="503781" y="2402639"/>
                  </a:lnTo>
                  <a:lnTo>
                    <a:pt x="494093" y="2405571"/>
                  </a:lnTo>
                  <a:lnTo>
                    <a:pt x="484404" y="2406766"/>
                  </a:lnTo>
                  <a:lnTo>
                    <a:pt x="474716" y="2408882"/>
                  </a:lnTo>
                  <a:lnTo>
                    <a:pt x="465028" y="2409943"/>
                  </a:lnTo>
                  <a:lnTo>
                    <a:pt x="455340" y="2410921"/>
                  </a:lnTo>
                  <a:lnTo>
                    <a:pt x="445652" y="2412376"/>
                  </a:lnTo>
                  <a:lnTo>
                    <a:pt x="435964" y="2413538"/>
                  </a:lnTo>
                  <a:lnTo>
                    <a:pt x="426276" y="2415124"/>
                  </a:lnTo>
                  <a:lnTo>
                    <a:pt x="416588" y="2417368"/>
                  </a:lnTo>
                  <a:lnTo>
                    <a:pt x="406900" y="2422816"/>
                  </a:lnTo>
                  <a:lnTo>
                    <a:pt x="397212" y="2424710"/>
                  </a:lnTo>
                  <a:lnTo>
                    <a:pt x="387523" y="2426249"/>
                  </a:lnTo>
                  <a:lnTo>
                    <a:pt x="377835" y="2427720"/>
                  </a:lnTo>
                  <a:lnTo>
                    <a:pt x="368147" y="2432817"/>
                  </a:lnTo>
                  <a:lnTo>
                    <a:pt x="358459" y="2433242"/>
                  </a:lnTo>
                  <a:lnTo>
                    <a:pt x="348771" y="2433614"/>
                  </a:lnTo>
                  <a:lnTo>
                    <a:pt x="339083" y="2433986"/>
                  </a:lnTo>
                  <a:lnTo>
                    <a:pt x="329395" y="2435274"/>
                  </a:lnTo>
                  <a:lnTo>
                    <a:pt x="319707" y="2441797"/>
                  </a:lnTo>
                  <a:lnTo>
                    <a:pt x="310019" y="2446416"/>
                  </a:lnTo>
                  <a:lnTo>
                    <a:pt x="300331" y="2448153"/>
                  </a:lnTo>
                  <a:lnTo>
                    <a:pt x="290642" y="2449887"/>
                  </a:lnTo>
                  <a:lnTo>
                    <a:pt x="280954" y="2451620"/>
                  </a:lnTo>
                  <a:lnTo>
                    <a:pt x="271266" y="2453350"/>
                  </a:lnTo>
                  <a:lnTo>
                    <a:pt x="261578" y="2455731"/>
                  </a:lnTo>
                  <a:lnTo>
                    <a:pt x="251890" y="2456805"/>
                  </a:lnTo>
                  <a:lnTo>
                    <a:pt x="242202" y="2458960"/>
                  </a:lnTo>
                  <a:lnTo>
                    <a:pt x="232514" y="2460454"/>
                  </a:lnTo>
                  <a:lnTo>
                    <a:pt x="222826" y="2462002"/>
                  </a:lnTo>
                  <a:lnTo>
                    <a:pt x="213138" y="2463793"/>
                  </a:lnTo>
                  <a:lnTo>
                    <a:pt x="203450" y="2468755"/>
                  </a:lnTo>
                  <a:lnTo>
                    <a:pt x="193761" y="2469901"/>
                  </a:lnTo>
                  <a:lnTo>
                    <a:pt x="184073" y="2473448"/>
                  </a:lnTo>
                  <a:lnTo>
                    <a:pt x="174385" y="2477340"/>
                  </a:lnTo>
                  <a:lnTo>
                    <a:pt x="164697" y="2481086"/>
                  </a:lnTo>
                  <a:lnTo>
                    <a:pt x="155009" y="2483534"/>
                  </a:lnTo>
                  <a:lnTo>
                    <a:pt x="145321" y="2488066"/>
                  </a:lnTo>
                  <a:lnTo>
                    <a:pt x="135633" y="2488763"/>
                  </a:lnTo>
                  <a:lnTo>
                    <a:pt x="125945" y="2489385"/>
                  </a:lnTo>
                  <a:lnTo>
                    <a:pt x="116257" y="2490016"/>
                  </a:lnTo>
                  <a:lnTo>
                    <a:pt x="106569" y="2491623"/>
                  </a:lnTo>
                  <a:lnTo>
                    <a:pt x="96880" y="2495424"/>
                  </a:lnTo>
                  <a:lnTo>
                    <a:pt x="87192" y="2499643"/>
                  </a:lnTo>
                  <a:lnTo>
                    <a:pt x="77504" y="2505324"/>
                  </a:lnTo>
                  <a:lnTo>
                    <a:pt x="67816" y="2511325"/>
                  </a:lnTo>
                  <a:lnTo>
                    <a:pt x="58128" y="2516240"/>
                  </a:lnTo>
                  <a:lnTo>
                    <a:pt x="48440" y="2519384"/>
                  </a:lnTo>
                  <a:lnTo>
                    <a:pt x="38752" y="2522078"/>
                  </a:lnTo>
                  <a:lnTo>
                    <a:pt x="29064" y="2527973"/>
                  </a:lnTo>
                  <a:lnTo>
                    <a:pt x="19376" y="2533839"/>
                  </a:lnTo>
                  <a:lnTo>
                    <a:pt x="9688" y="2537839"/>
                  </a:lnTo>
                  <a:lnTo>
                    <a:pt x="0" y="2539482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3502457" y="2168764"/>
              <a:ext cx="2509217" cy="1190565"/>
            </a:xfrm>
            <a:custGeom>
              <a:avLst/>
              <a:pathLst>
                <a:path w="2509217" h="1190565">
                  <a:moveTo>
                    <a:pt x="0" y="1172479"/>
                  </a:moveTo>
                  <a:lnTo>
                    <a:pt x="9688" y="1177789"/>
                  </a:lnTo>
                  <a:lnTo>
                    <a:pt x="19376" y="1183106"/>
                  </a:lnTo>
                  <a:lnTo>
                    <a:pt x="29064" y="1186437"/>
                  </a:lnTo>
                  <a:lnTo>
                    <a:pt x="38752" y="1185763"/>
                  </a:lnTo>
                  <a:lnTo>
                    <a:pt x="48440" y="1185049"/>
                  </a:lnTo>
                  <a:lnTo>
                    <a:pt x="58128" y="1182323"/>
                  </a:lnTo>
                  <a:lnTo>
                    <a:pt x="67816" y="1183778"/>
                  </a:lnTo>
                  <a:lnTo>
                    <a:pt x="77504" y="1183273"/>
                  </a:lnTo>
                  <a:lnTo>
                    <a:pt x="87192" y="1187892"/>
                  </a:lnTo>
                  <a:lnTo>
                    <a:pt x="96880" y="1190565"/>
                  </a:lnTo>
                  <a:lnTo>
                    <a:pt x="106569" y="1189611"/>
                  </a:lnTo>
                  <a:lnTo>
                    <a:pt x="116257" y="1188513"/>
                  </a:lnTo>
                  <a:lnTo>
                    <a:pt x="125945" y="1187626"/>
                  </a:lnTo>
                  <a:lnTo>
                    <a:pt x="135633" y="1190141"/>
                  </a:lnTo>
                  <a:lnTo>
                    <a:pt x="145321" y="1189611"/>
                  </a:lnTo>
                  <a:lnTo>
                    <a:pt x="155009" y="1188085"/>
                  </a:lnTo>
                  <a:lnTo>
                    <a:pt x="164697" y="1190005"/>
                  </a:lnTo>
                  <a:lnTo>
                    <a:pt x="174385" y="1189396"/>
                  </a:lnTo>
                  <a:lnTo>
                    <a:pt x="184073" y="1185806"/>
                  </a:lnTo>
                  <a:lnTo>
                    <a:pt x="193761" y="1182774"/>
                  </a:lnTo>
                  <a:lnTo>
                    <a:pt x="203450" y="1182129"/>
                  </a:lnTo>
                  <a:lnTo>
                    <a:pt x="213138" y="1181562"/>
                  </a:lnTo>
                  <a:lnTo>
                    <a:pt x="222826" y="1185477"/>
                  </a:lnTo>
                  <a:lnTo>
                    <a:pt x="232514" y="1183589"/>
                  </a:lnTo>
                  <a:lnTo>
                    <a:pt x="242202" y="1183483"/>
                  </a:lnTo>
                  <a:lnTo>
                    <a:pt x="251890" y="1185243"/>
                  </a:lnTo>
                  <a:lnTo>
                    <a:pt x="261578" y="1187093"/>
                  </a:lnTo>
                  <a:lnTo>
                    <a:pt x="271266" y="1188527"/>
                  </a:lnTo>
                  <a:lnTo>
                    <a:pt x="280954" y="1186544"/>
                  </a:lnTo>
                  <a:lnTo>
                    <a:pt x="290642" y="1188381"/>
                  </a:lnTo>
                  <a:lnTo>
                    <a:pt x="300331" y="1188694"/>
                  </a:lnTo>
                  <a:lnTo>
                    <a:pt x="310019" y="1185465"/>
                  </a:lnTo>
                  <a:lnTo>
                    <a:pt x="319707" y="1182264"/>
                  </a:lnTo>
                  <a:lnTo>
                    <a:pt x="329395" y="1181471"/>
                  </a:lnTo>
                  <a:lnTo>
                    <a:pt x="339083" y="1181754"/>
                  </a:lnTo>
                  <a:lnTo>
                    <a:pt x="348771" y="1182099"/>
                  </a:lnTo>
                  <a:lnTo>
                    <a:pt x="358459" y="1182506"/>
                  </a:lnTo>
                  <a:lnTo>
                    <a:pt x="368147" y="1179275"/>
                  </a:lnTo>
                  <a:lnTo>
                    <a:pt x="377835" y="1177511"/>
                  </a:lnTo>
                  <a:lnTo>
                    <a:pt x="387523" y="1173639"/>
                  </a:lnTo>
                  <a:lnTo>
                    <a:pt x="397212" y="1169768"/>
                  </a:lnTo>
                  <a:lnTo>
                    <a:pt x="406900" y="1165896"/>
                  </a:lnTo>
                  <a:lnTo>
                    <a:pt x="416588" y="1162158"/>
                  </a:lnTo>
                  <a:lnTo>
                    <a:pt x="426276" y="1160587"/>
                  </a:lnTo>
                  <a:lnTo>
                    <a:pt x="435964" y="1158457"/>
                  </a:lnTo>
                  <a:lnTo>
                    <a:pt x="445652" y="1154618"/>
                  </a:lnTo>
                  <a:lnTo>
                    <a:pt x="455340" y="1153181"/>
                  </a:lnTo>
                  <a:lnTo>
                    <a:pt x="465028" y="1152330"/>
                  </a:lnTo>
                  <a:lnTo>
                    <a:pt x="474716" y="1147859"/>
                  </a:lnTo>
                  <a:lnTo>
                    <a:pt x="484404" y="1142956"/>
                  </a:lnTo>
                  <a:lnTo>
                    <a:pt x="494093" y="1142000"/>
                  </a:lnTo>
                  <a:lnTo>
                    <a:pt x="503781" y="1141984"/>
                  </a:lnTo>
                  <a:lnTo>
                    <a:pt x="513469" y="1142645"/>
                  </a:lnTo>
                  <a:lnTo>
                    <a:pt x="523157" y="1140573"/>
                  </a:lnTo>
                  <a:lnTo>
                    <a:pt x="532845" y="1139586"/>
                  </a:lnTo>
                  <a:lnTo>
                    <a:pt x="542533" y="1139133"/>
                  </a:lnTo>
                  <a:lnTo>
                    <a:pt x="552221" y="1141690"/>
                  </a:lnTo>
                  <a:lnTo>
                    <a:pt x="561909" y="1142264"/>
                  </a:lnTo>
                  <a:lnTo>
                    <a:pt x="571597" y="1140580"/>
                  </a:lnTo>
                  <a:lnTo>
                    <a:pt x="581285" y="1134179"/>
                  </a:lnTo>
                  <a:lnTo>
                    <a:pt x="590974" y="1135869"/>
                  </a:lnTo>
                  <a:lnTo>
                    <a:pt x="600662" y="1133519"/>
                  </a:lnTo>
                  <a:lnTo>
                    <a:pt x="610350" y="1128330"/>
                  </a:lnTo>
                  <a:lnTo>
                    <a:pt x="620038" y="1128876"/>
                  </a:lnTo>
                  <a:lnTo>
                    <a:pt x="629726" y="1126554"/>
                  </a:lnTo>
                  <a:lnTo>
                    <a:pt x="639414" y="1124233"/>
                  </a:lnTo>
                  <a:lnTo>
                    <a:pt x="649102" y="1121853"/>
                  </a:lnTo>
                  <a:lnTo>
                    <a:pt x="658790" y="1119543"/>
                  </a:lnTo>
                  <a:lnTo>
                    <a:pt x="668478" y="1119134"/>
                  </a:lnTo>
                  <a:lnTo>
                    <a:pt x="678166" y="1117855"/>
                  </a:lnTo>
                  <a:lnTo>
                    <a:pt x="687855" y="1118351"/>
                  </a:lnTo>
                  <a:lnTo>
                    <a:pt x="697543" y="1118070"/>
                  </a:lnTo>
                  <a:lnTo>
                    <a:pt x="707231" y="1115114"/>
                  </a:lnTo>
                  <a:lnTo>
                    <a:pt x="716919" y="1108031"/>
                  </a:lnTo>
                  <a:lnTo>
                    <a:pt x="726607" y="1102945"/>
                  </a:lnTo>
                  <a:lnTo>
                    <a:pt x="736295" y="1095506"/>
                  </a:lnTo>
                  <a:lnTo>
                    <a:pt x="745983" y="1087275"/>
                  </a:lnTo>
                  <a:lnTo>
                    <a:pt x="755671" y="1083985"/>
                  </a:lnTo>
                  <a:lnTo>
                    <a:pt x="765359" y="1081828"/>
                  </a:lnTo>
                  <a:lnTo>
                    <a:pt x="775047" y="1079764"/>
                  </a:lnTo>
                  <a:lnTo>
                    <a:pt x="784736" y="1073837"/>
                  </a:lnTo>
                  <a:lnTo>
                    <a:pt x="794424" y="1071052"/>
                  </a:lnTo>
                  <a:lnTo>
                    <a:pt x="804112" y="1068550"/>
                  </a:lnTo>
                  <a:lnTo>
                    <a:pt x="813800" y="1064573"/>
                  </a:lnTo>
                  <a:lnTo>
                    <a:pt x="823488" y="1062508"/>
                  </a:lnTo>
                  <a:lnTo>
                    <a:pt x="833176" y="1060442"/>
                  </a:lnTo>
                  <a:lnTo>
                    <a:pt x="842864" y="1058436"/>
                  </a:lnTo>
                  <a:lnTo>
                    <a:pt x="852552" y="1056493"/>
                  </a:lnTo>
                  <a:lnTo>
                    <a:pt x="862240" y="1052821"/>
                  </a:lnTo>
                  <a:lnTo>
                    <a:pt x="871928" y="1048397"/>
                  </a:lnTo>
                  <a:lnTo>
                    <a:pt x="881617" y="1044927"/>
                  </a:lnTo>
                  <a:lnTo>
                    <a:pt x="891305" y="1041012"/>
                  </a:lnTo>
                  <a:lnTo>
                    <a:pt x="900993" y="1038451"/>
                  </a:lnTo>
                  <a:lnTo>
                    <a:pt x="910681" y="1040841"/>
                  </a:lnTo>
                  <a:lnTo>
                    <a:pt x="920369" y="1036818"/>
                  </a:lnTo>
                  <a:lnTo>
                    <a:pt x="930057" y="1032530"/>
                  </a:lnTo>
                  <a:lnTo>
                    <a:pt x="939745" y="1028113"/>
                  </a:lnTo>
                  <a:lnTo>
                    <a:pt x="949433" y="1023535"/>
                  </a:lnTo>
                  <a:lnTo>
                    <a:pt x="959121" y="1019065"/>
                  </a:lnTo>
                  <a:lnTo>
                    <a:pt x="968809" y="1014623"/>
                  </a:lnTo>
                  <a:lnTo>
                    <a:pt x="978498" y="1010181"/>
                  </a:lnTo>
                  <a:lnTo>
                    <a:pt x="988186" y="1005740"/>
                  </a:lnTo>
                  <a:lnTo>
                    <a:pt x="997874" y="998763"/>
                  </a:lnTo>
                  <a:lnTo>
                    <a:pt x="1007562" y="993895"/>
                  </a:lnTo>
                  <a:lnTo>
                    <a:pt x="1017250" y="985203"/>
                  </a:lnTo>
                  <a:lnTo>
                    <a:pt x="1026938" y="981979"/>
                  </a:lnTo>
                  <a:lnTo>
                    <a:pt x="1036626" y="975464"/>
                  </a:lnTo>
                  <a:lnTo>
                    <a:pt x="1046314" y="974366"/>
                  </a:lnTo>
                  <a:lnTo>
                    <a:pt x="1056002" y="970015"/>
                  </a:lnTo>
                  <a:lnTo>
                    <a:pt x="1065690" y="961497"/>
                  </a:lnTo>
                  <a:lnTo>
                    <a:pt x="1075379" y="954983"/>
                  </a:lnTo>
                  <a:lnTo>
                    <a:pt x="1085067" y="947225"/>
                  </a:lnTo>
                  <a:lnTo>
                    <a:pt x="1094755" y="939471"/>
                  </a:lnTo>
                  <a:lnTo>
                    <a:pt x="1104443" y="930202"/>
                  </a:lnTo>
                  <a:lnTo>
                    <a:pt x="1114131" y="920874"/>
                  </a:lnTo>
                  <a:lnTo>
                    <a:pt x="1123819" y="914636"/>
                  </a:lnTo>
                  <a:lnTo>
                    <a:pt x="1133507" y="910932"/>
                  </a:lnTo>
                  <a:lnTo>
                    <a:pt x="1143195" y="907589"/>
                  </a:lnTo>
                  <a:lnTo>
                    <a:pt x="1152883" y="904383"/>
                  </a:lnTo>
                  <a:lnTo>
                    <a:pt x="1162571" y="899940"/>
                  </a:lnTo>
                  <a:lnTo>
                    <a:pt x="1172260" y="896257"/>
                  </a:lnTo>
                  <a:lnTo>
                    <a:pt x="1181948" y="889385"/>
                  </a:lnTo>
                  <a:lnTo>
                    <a:pt x="1191636" y="883100"/>
                  </a:lnTo>
                  <a:lnTo>
                    <a:pt x="1201324" y="875453"/>
                  </a:lnTo>
                  <a:lnTo>
                    <a:pt x="1211012" y="868060"/>
                  </a:lnTo>
                  <a:lnTo>
                    <a:pt x="1220700" y="864226"/>
                  </a:lnTo>
                  <a:lnTo>
                    <a:pt x="1230388" y="855335"/>
                  </a:lnTo>
                  <a:lnTo>
                    <a:pt x="1240076" y="847691"/>
                  </a:lnTo>
                  <a:lnTo>
                    <a:pt x="1249764" y="844068"/>
                  </a:lnTo>
                  <a:lnTo>
                    <a:pt x="1259452" y="836122"/>
                  </a:lnTo>
                  <a:lnTo>
                    <a:pt x="1269141" y="829907"/>
                  </a:lnTo>
                  <a:lnTo>
                    <a:pt x="1278829" y="828960"/>
                  </a:lnTo>
                  <a:lnTo>
                    <a:pt x="1288517" y="828108"/>
                  </a:lnTo>
                  <a:lnTo>
                    <a:pt x="1298205" y="822325"/>
                  </a:lnTo>
                  <a:lnTo>
                    <a:pt x="1307893" y="815098"/>
                  </a:lnTo>
                  <a:lnTo>
                    <a:pt x="1317581" y="807646"/>
                  </a:lnTo>
                  <a:lnTo>
                    <a:pt x="1327269" y="800661"/>
                  </a:lnTo>
                  <a:lnTo>
                    <a:pt x="1336957" y="793377"/>
                  </a:lnTo>
                  <a:lnTo>
                    <a:pt x="1346645" y="786031"/>
                  </a:lnTo>
                  <a:lnTo>
                    <a:pt x="1356333" y="778691"/>
                  </a:lnTo>
                  <a:lnTo>
                    <a:pt x="1366022" y="771455"/>
                  </a:lnTo>
                  <a:lnTo>
                    <a:pt x="1375710" y="765916"/>
                  </a:lnTo>
                  <a:lnTo>
                    <a:pt x="1385398" y="763673"/>
                  </a:lnTo>
                  <a:lnTo>
                    <a:pt x="1395086" y="761430"/>
                  </a:lnTo>
                  <a:lnTo>
                    <a:pt x="1404774" y="759196"/>
                  </a:lnTo>
                  <a:lnTo>
                    <a:pt x="1414462" y="754077"/>
                  </a:lnTo>
                  <a:lnTo>
                    <a:pt x="1424150" y="747926"/>
                  </a:lnTo>
                  <a:lnTo>
                    <a:pt x="1433838" y="741792"/>
                  </a:lnTo>
                  <a:lnTo>
                    <a:pt x="1443526" y="735664"/>
                  </a:lnTo>
                  <a:lnTo>
                    <a:pt x="1453214" y="729541"/>
                  </a:lnTo>
                  <a:lnTo>
                    <a:pt x="1462903" y="723664"/>
                  </a:lnTo>
                  <a:lnTo>
                    <a:pt x="1472591" y="717141"/>
                  </a:lnTo>
                  <a:lnTo>
                    <a:pt x="1482279" y="711005"/>
                  </a:lnTo>
                  <a:lnTo>
                    <a:pt x="1491967" y="706146"/>
                  </a:lnTo>
                  <a:lnTo>
                    <a:pt x="1501655" y="700757"/>
                  </a:lnTo>
                  <a:lnTo>
                    <a:pt x="1511343" y="693381"/>
                  </a:lnTo>
                  <a:lnTo>
                    <a:pt x="1521031" y="686323"/>
                  </a:lnTo>
                  <a:lnTo>
                    <a:pt x="1530719" y="680134"/>
                  </a:lnTo>
                  <a:lnTo>
                    <a:pt x="1540407" y="673952"/>
                  </a:lnTo>
                  <a:lnTo>
                    <a:pt x="1550095" y="667825"/>
                  </a:lnTo>
                  <a:lnTo>
                    <a:pt x="1559784" y="661713"/>
                  </a:lnTo>
                  <a:lnTo>
                    <a:pt x="1569472" y="655608"/>
                  </a:lnTo>
                  <a:lnTo>
                    <a:pt x="1579160" y="648773"/>
                  </a:lnTo>
                  <a:lnTo>
                    <a:pt x="1588848" y="642980"/>
                  </a:lnTo>
                  <a:lnTo>
                    <a:pt x="1598536" y="635070"/>
                  </a:lnTo>
                  <a:lnTo>
                    <a:pt x="1608224" y="628214"/>
                  </a:lnTo>
                  <a:lnTo>
                    <a:pt x="1617912" y="621383"/>
                  </a:lnTo>
                  <a:lnTo>
                    <a:pt x="1627600" y="612909"/>
                  </a:lnTo>
                  <a:lnTo>
                    <a:pt x="1637288" y="607688"/>
                  </a:lnTo>
                  <a:lnTo>
                    <a:pt x="1646976" y="601006"/>
                  </a:lnTo>
                  <a:lnTo>
                    <a:pt x="1656665" y="594178"/>
                  </a:lnTo>
                  <a:lnTo>
                    <a:pt x="1666353" y="587378"/>
                  </a:lnTo>
                  <a:lnTo>
                    <a:pt x="1676041" y="579950"/>
                  </a:lnTo>
                  <a:lnTo>
                    <a:pt x="1685729" y="572458"/>
                  </a:lnTo>
                  <a:lnTo>
                    <a:pt x="1695417" y="564937"/>
                  </a:lnTo>
                  <a:lnTo>
                    <a:pt x="1705105" y="556503"/>
                  </a:lnTo>
                  <a:lnTo>
                    <a:pt x="1714793" y="548085"/>
                  </a:lnTo>
                  <a:lnTo>
                    <a:pt x="1724481" y="539683"/>
                  </a:lnTo>
                  <a:lnTo>
                    <a:pt x="1734169" y="531334"/>
                  </a:lnTo>
                  <a:lnTo>
                    <a:pt x="1743857" y="524363"/>
                  </a:lnTo>
                  <a:lnTo>
                    <a:pt x="1753546" y="516184"/>
                  </a:lnTo>
                  <a:lnTo>
                    <a:pt x="1763234" y="507553"/>
                  </a:lnTo>
                  <a:lnTo>
                    <a:pt x="1772922" y="498942"/>
                  </a:lnTo>
                  <a:lnTo>
                    <a:pt x="1782610" y="493324"/>
                  </a:lnTo>
                  <a:lnTo>
                    <a:pt x="1792298" y="488657"/>
                  </a:lnTo>
                  <a:lnTo>
                    <a:pt x="1801986" y="483534"/>
                  </a:lnTo>
                  <a:lnTo>
                    <a:pt x="1811674" y="476209"/>
                  </a:lnTo>
                  <a:lnTo>
                    <a:pt x="1821362" y="468898"/>
                  </a:lnTo>
                  <a:lnTo>
                    <a:pt x="1831050" y="461601"/>
                  </a:lnTo>
                  <a:lnTo>
                    <a:pt x="1840738" y="453517"/>
                  </a:lnTo>
                  <a:lnTo>
                    <a:pt x="1850427" y="443418"/>
                  </a:lnTo>
                  <a:lnTo>
                    <a:pt x="1860115" y="433785"/>
                  </a:lnTo>
                  <a:lnTo>
                    <a:pt x="1869803" y="425601"/>
                  </a:lnTo>
                  <a:lnTo>
                    <a:pt x="1879491" y="417407"/>
                  </a:lnTo>
                  <a:lnTo>
                    <a:pt x="1889179" y="412227"/>
                  </a:lnTo>
                  <a:lnTo>
                    <a:pt x="1898867" y="405761"/>
                  </a:lnTo>
                  <a:lnTo>
                    <a:pt x="1908555" y="398965"/>
                  </a:lnTo>
                  <a:lnTo>
                    <a:pt x="1918243" y="392015"/>
                  </a:lnTo>
                  <a:lnTo>
                    <a:pt x="1927931" y="385080"/>
                  </a:lnTo>
                  <a:lnTo>
                    <a:pt x="1937619" y="378159"/>
                  </a:lnTo>
                  <a:lnTo>
                    <a:pt x="1947308" y="371252"/>
                  </a:lnTo>
                  <a:lnTo>
                    <a:pt x="1956996" y="364360"/>
                  </a:lnTo>
                  <a:lnTo>
                    <a:pt x="1966684" y="357482"/>
                  </a:lnTo>
                  <a:lnTo>
                    <a:pt x="1976372" y="350630"/>
                  </a:lnTo>
                  <a:lnTo>
                    <a:pt x="1986060" y="343878"/>
                  </a:lnTo>
                  <a:lnTo>
                    <a:pt x="1995748" y="337141"/>
                  </a:lnTo>
                  <a:lnTo>
                    <a:pt x="2005436" y="330418"/>
                  </a:lnTo>
                  <a:lnTo>
                    <a:pt x="2015124" y="324088"/>
                  </a:lnTo>
                  <a:lnTo>
                    <a:pt x="2024812" y="318746"/>
                  </a:lnTo>
                  <a:lnTo>
                    <a:pt x="2034500" y="311766"/>
                  </a:lnTo>
                  <a:lnTo>
                    <a:pt x="2044188" y="305277"/>
                  </a:lnTo>
                  <a:lnTo>
                    <a:pt x="2053877" y="301942"/>
                  </a:lnTo>
                  <a:lnTo>
                    <a:pt x="2063565" y="298611"/>
                  </a:lnTo>
                  <a:lnTo>
                    <a:pt x="2073253" y="295285"/>
                  </a:lnTo>
                  <a:lnTo>
                    <a:pt x="2082941" y="291962"/>
                  </a:lnTo>
                  <a:lnTo>
                    <a:pt x="2092629" y="288643"/>
                  </a:lnTo>
                  <a:lnTo>
                    <a:pt x="2102317" y="283202"/>
                  </a:lnTo>
                  <a:lnTo>
                    <a:pt x="2112005" y="275703"/>
                  </a:lnTo>
                  <a:lnTo>
                    <a:pt x="2121693" y="268224"/>
                  </a:lnTo>
                  <a:lnTo>
                    <a:pt x="2131381" y="260764"/>
                  </a:lnTo>
                  <a:lnTo>
                    <a:pt x="2141069" y="253325"/>
                  </a:lnTo>
                  <a:lnTo>
                    <a:pt x="2150758" y="245906"/>
                  </a:lnTo>
                  <a:lnTo>
                    <a:pt x="2160446" y="238508"/>
                  </a:lnTo>
                  <a:lnTo>
                    <a:pt x="2170134" y="231129"/>
                  </a:lnTo>
                  <a:lnTo>
                    <a:pt x="2179822" y="223772"/>
                  </a:lnTo>
                  <a:lnTo>
                    <a:pt x="2189510" y="216435"/>
                  </a:lnTo>
                  <a:lnTo>
                    <a:pt x="2199198" y="209119"/>
                  </a:lnTo>
                  <a:lnTo>
                    <a:pt x="2208886" y="201823"/>
                  </a:lnTo>
                  <a:lnTo>
                    <a:pt x="2218574" y="194549"/>
                  </a:lnTo>
                  <a:lnTo>
                    <a:pt x="2228262" y="187296"/>
                  </a:lnTo>
                  <a:lnTo>
                    <a:pt x="2237950" y="180064"/>
                  </a:lnTo>
                  <a:lnTo>
                    <a:pt x="2247639" y="172853"/>
                  </a:lnTo>
                  <a:lnTo>
                    <a:pt x="2257327" y="165664"/>
                  </a:lnTo>
                  <a:lnTo>
                    <a:pt x="2267015" y="158496"/>
                  </a:lnTo>
                  <a:lnTo>
                    <a:pt x="2276703" y="151349"/>
                  </a:lnTo>
                  <a:lnTo>
                    <a:pt x="2286391" y="144225"/>
                  </a:lnTo>
                  <a:lnTo>
                    <a:pt x="2296079" y="137178"/>
                  </a:lnTo>
                  <a:lnTo>
                    <a:pt x="2305767" y="132642"/>
                  </a:lnTo>
                  <a:lnTo>
                    <a:pt x="2315455" y="128829"/>
                  </a:lnTo>
                  <a:lnTo>
                    <a:pt x="2325143" y="125022"/>
                  </a:lnTo>
                  <a:lnTo>
                    <a:pt x="2334831" y="121228"/>
                  </a:lnTo>
                  <a:lnTo>
                    <a:pt x="2344520" y="117454"/>
                  </a:lnTo>
                  <a:lnTo>
                    <a:pt x="2354208" y="113687"/>
                  </a:lnTo>
                  <a:lnTo>
                    <a:pt x="2363896" y="109919"/>
                  </a:lnTo>
                  <a:lnTo>
                    <a:pt x="2373584" y="103643"/>
                  </a:lnTo>
                  <a:lnTo>
                    <a:pt x="2383272" y="97385"/>
                  </a:lnTo>
                  <a:lnTo>
                    <a:pt x="2392960" y="90939"/>
                  </a:lnTo>
                  <a:lnTo>
                    <a:pt x="2402648" y="83146"/>
                  </a:lnTo>
                  <a:lnTo>
                    <a:pt x="2412336" y="75381"/>
                  </a:lnTo>
                  <a:lnTo>
                    <a:pt x="2422024" y="67644"/>
                  </a:lnTo>
                  <a:lnTo>
                    <a:pt x="2431712" y="59936"/>
                  </a:lnTo>
                  <a:lnTo>
                    <a:pt x="2441401" y="52257"/>
                  </a:lnTo>
                  <a:lnTo>
                    <a:pt x="2451089" y="44606"/>
                  </a:lnTo>
                  <a:lnTo>
                    <a:pt x="2460777" y="36985"/>
                  </a:lnTo>
                  <a:lnTo>
                    <a:pt x="2470465" y="29392"/>
                  </a:lnTo>
                  <a:lnTo>
                    <a:pt x="2480153" y="21828"/>
                  </a:lnTo>
                  <a:lnTo>
                    <a:pt x="2489841" y="14293"/>
                  </a:lnTo>
                  <a:lnTo>
                    <a:pt x="2499529" y="6788"/>
                  </a:lnTo>
                  <a:lnTo>
                    <a:pt x="25092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3502457" y="4471228"/>
              <a:ext cx="2509217" cy="237017"/>
            </a:xfrm>
            <a:custGeom>
              <a:avLst/>
              <a:pathLst>
                <a:path w="2509217" h="237017">
                  <a:moveTo>
                    <a:pt x="2509217" y="216495"/>
                  </a:moveTo>
                  <a:lnTo>
                    <a:pt x="2499529" y="214761"/>
                  </a:lnTo>
                  <a:lnTo>
                    <a:pt x="2489841" y="212611"/>
                  </a:lnTo>
                  <a:lnTo>
                    <a:pt x="2480153" y="210458"/>
                  </a:lnTo>
                  <a:lnTo>
                    <a:pt x="2470465" y="208301"/>
                  </a:lnTo>
                  <a:lnTo>
                    <a:pt x="2460777" y="207363"/>
                  </a:lnTo>
                  <a:lnTo>
                    <a:pt x="2451089" y="206558"/>
                  </a:lnTo>
                  <a:lnTo>
                    <a:pt x="2441401" y="205393"/>
                  </a:lnTo>
                  <a:lnTo>
                    <a:pt x="2431712" y="203820"/>
                  </a:lnTo>
                  <a:lnTo>
                    <a:pt x="2422024" y="202230"/>
                  </a:lnTo>
                  <a:lnTo>
                    <a:pt x="2412336" y="200605"/>
                  </a:lnTo>
                  <a:lnTo>
                    <a:pt x="2402648" y="198308"/>
                  </a:lnTo>
                  <a:lnTo>
                    <a:pt x="2392960" y="197426"/>
                  </a:lnTo>
                  <a:lnTo>
                    <a:pt x="2383272" y="195820"/>
                  </a:lnTo>
                  <a:lnTo>
                    <a:pt x="2373584" y="194298"/>
                  </a:lnTo>
                  <a:lnTo>
                    <a:pt x="2363896" y="192620"/>
                  </a:lnTo>
                  <a:lnTo>
                    <a:pt x="2354208" y="191013"/>
                  </a:lnTo>
                  <a:lnTo>
                    <a:pt x="2344520" y="189394"/>
                  </a:lnTo>
                  <a:lnTo>
                    <a:pt x="2334831" y="187672"/>
                  </a:lnTo>
                  <a:lnTo>
                    <a:pt x="2325143" y="184489"/>
                  </a:lnTo>
                  <a:lnTo>
                    <a:pt x="2315455" y="181263"/>
                  </a:lnTo>
                  <a:lnTo>
                    <a:pt x="2305767" y="178022"/>
                  </a:lnTo>
                  <a:lnTo>
                    <a:pt x="2296079" y="174866"/>
                  </a:lnTo>
                  <a:lnTo>
                    <a:pt x="2286391" y="172391"/>
                  </a:lnTo>
                  <a:lnTo>
                    <a:pt x="2276703" y="169693"/>
                  </a:lnTo>
                  <a:lnTo>
                    <a:pt x="2267015" y="166337"/>
                  </a:lnTo>
                  <a:lnTo>
                    <a:pt x="2257327" y="162974"/>
                  </a:lnTo>
                  <a:lnTo>
                    <a:pt x="2247639" y="159603"/>
                  </a:lnTo>
                  <a:lnTo>
                    <a:pt x="2237950" y="156224"/>
                  </a:lnTo>
                  <a:lnTo>
                    <a:pt x="2228262" y="154823"/>
                  </a:lnTo>
                  <a:lnTo>
                    <a:pt x="2218574" y="154402"/>
                  </a:lnTo>
                  <a:lnTo>
                    <a:pt x="2208886" y="152648"/>
                  </a:lnTo>
                  <a:lnTo>
                    <a:pt x="2199198" y="150146"/>
                  </a:lnTo>
                  <a:lnTo>
                    <a:pt x="2189510" y="147640"/>
                  </a:lnTo>
                  <a:lnTo>
                    <a:pt x="2179822" y="144888"/>
                  </a:lnTo>
                  <a:lnTo>
                    <a:pt x="2170134" y="141843"/>
                  </a:lnTo>
                  <a:lnTo>
                    <a:pt x="2160446" y="138793"/>
                  </a:lnTo>
                  <a:lnTo>
                    <a:pt x="2150758" y="137666"/>
                  </a:lnTo>
                  <a:lnTo>
                    <a:pt x="2141069" y="135234"/>
                  </a:lnTo>
                  <a:lnTo>
                    <a:pt x="2131381" y="134918"/>
                  </a:lnTo>
                  <a:lnTo>
                    <a:pt x="2121693" y="133475"/>
                  </a:lnTo>
                  <a:lnTo>
                    <a:pt x="2112005" y="130692"/>
                  </a:lnTo>
                  <a:lnTo>
                    <a:pt x="2102317" y="129349"/>
                  </a:lnTo>
                  <a:lnTo>
                    <a:pt x="2092629" y="128005"/>
                  </a:lnTo>
                  <a:lnTo>
                    <a:pt x="2082941" y="126652"/>
                  </a:lnTo>
                  <a:lnTo>
                    <a:pt x="2073253" y="125244"/>
                  </a:lnTo>
                  <a:lnTo>
                    <a:pt x="2063565" y="123834"/>
                  </a:lnTo>
                  <a:lnTo>
                    <a:pt x="2053877" y="122424"/>
                  </a:lnTo>
                  <a:lnTo>
                    <a:pt x="2044188" y="121012"/>
                  </a:lnTo>
                  <a:lnTo>
                    <a:pt x="2034500" y="119598"/>
                  </a:lnTo>
                  <a:lnTo>
                    <a:pt x="2024812" y="118183"/>
                  </a:lnTo>
                  <a:lnTo>
                    <a:pt x="2015124" y="116768"/>
                  </a:lnTo>
                  <a:lnTo>
                    <a:pt x="2005436" y="115350"/>
                  </a:lnTo>
                  <a:lnTo>
                    <a:pt x="1995748" y="113932"/>
                  </a:lnTo>
                  <a:lnTo>
                    <a:pt x="1986060" y="112021"/>
                  </a:lnTo>
                  <a:lnTo>
                    <a:pt x="1976372" y="107341"/>
                  </a:lnTo>
                  <a:lnTo>
                    <a:pt x="1966684" y="102416"/>
                  </a:lnTo>
                  <a:lnTo>
                    <a:pt x="1956996" y="97476"/>
                  </a:lnTo>
                  <a:lnTo>
                    <a:pt x="1947308" y="95442"/>
                  </a:lnTo>
                  <a:lnTo>
                    <a:pt x="1937619" y="94633"/>
                  </a:lnTo>
                  <a:lnTo>
                    <a:pt x="1927931" y="93807"/>
                  </a:lnTo>
                  <a:lnTo>
                    <a:pt x="1918243" y="92960"/>
                  </a:lnTo>
                  <a:lnTo>
                    <a:pt x="1908555" y="89521"/>
                  </a:lnTo>
                  <a:lnTo>
                    <a:pt x="1898867" y="85692"/>
                  </a:lnTo>
                  <a:lnTo>
                    <a:pt x="1889179" y="83862"/>
                  </a:lnTo>
                  <a:lnTo>
                    <a:pt x="1879491" y="82894"/>
                  </a:lnTo>
                  <a:lnTo>
                    <a:pt x="1869803" y="81925"/>
                  </a:lnTo>
                  <a:lnTo>
                    <a:pt x="1860115" y="80955"/>
                  </a:lnTo>
                  <a:lnTo>
                    <a:pt x="1850427" y="78790"/>
                  </a:lnTo>
                  <a:lnTo>
                    <a:pt x="1840738" y="78426"/>
                  </a:lnTo>
                  <a:lnTo>
                    <a:pt x="1831050" y="77415"/>
                  </a:lnTo>
                  <a:lnTo>
                    <a:pt x="1821362" y="73882"/>
                  </a:lnTo>
                  <a:lnTo>
                    <a:pt x="1811674" y="71736"/>
                  </a:lnTo>
                  <a:lnTo>
                    <a:pt x="1801986" y="71943"/>
                  </a:lnTo>
                  <a:lnTo>
                    <a:pt x="1792298" y="70827"/>
                  </a:lnTo>
                  <a:lnTo>
                    <a:pt x="1782610" y="70976"/>
                  </a:lnTo>
                  <a:lnTo>
                    <a:pt x="1772922" y="70329"/>
                  </a:lnTo>
                  <a:lnTo>
                    <a:pt x="1763234" y="67196"/>
                  </a:lnTo>
                  <a:lnTo>
                    <a:pt x="1753546" y="64754"/>
                  </a:lnTo>
                  <a:lnTo>
                    <a:pt x="1743857" y="62657"/>
                  </a:lnTo>
                  <a:lnTo>
                    <a:pt x="1734169" y="60544"/>
                  </a:lnTo>
                  <a:lnTo>
                    <a:pt x="1724481" y="58424"/>
                  </a:lnTo>
                  <a:lnTo>
                    <a:pt x="1714793" y="56966"/>
                  </a:lnTo>
                  <a:lnTo>
                    <a:pt x="1705105" y="57585"/>
                  </a:lnTo>
                  <a:lnTo>
                    <a:pt x="1695417" y="58136"/>
                  </a:lnTo>
                  <a:lnTo>
                    <a:pt x="1685729" y="57133"/>
                  </a:lnTo>
                  <a:lnTo>
                    <a:pt x="1676041" y="51999"/>
                  </a:lnTo>
                  <a:lnTo>
                    <a:pt x="1666353" y="49636"/>
                  </a:lnTo>
                  <a:lnTo>
                    <a:pt x="1656665" y="49038"/>
                  </a:lnTo>
                  <a:lnTo>
                    <a:pt x="1646976" y="48397"/>
                  </a:lnTo>
                  <a:lnTo>
                    <a:pt x="1637288" y="47757"/>
                  </a:lnTo>
                  <a:lnTo>
                    <a:pt x="1627600" y="47753"/>
                  </a:lnTo>
                  <a:lnTo>
                    <a:pt x="1617912" y="47433"/>
                  </a:lnTo>
                  <a:lnTo>
                    <a:pt x="1608224" y="46032"/>
                  </a:lnTo>
                  <a:lnTo>
                    <a:pt x="1598536" y="45479"/>
                  </a:lnTo>
                  <a:lnTo>
                    <a:pt x="1588848" y="45960"/>
                  </a:lnTo>
                  <a:lnTo>
                    <a:pt x="1579160" y="44151"/>
                  </a:lnTo>
                  <a:lnTo>
                    <a:pt x="1569472" y="41913"/>
                  </a:lnTo>
                  <a:lnTo>
                    <a:pt x="1559784" y="38225"/>
                  </a:lnTo>
                  <a:lnTo>
                    <a:pt x="1550095" y="34476"/>
                  </a:lnTo>
                  <a:lnTo>
                    <a:pt x="1540407" y="32119"/>
                  </a:lnTo>
                  <a:lnTo>
                    <a:pt x="1530719" y="32214"/>
                  </a:lnTo>
                  <a:lnTo>
                    <a:pt x="1521031" y="32135"/>
                  </a:lnTo>
                  <a:lnTo>
                    <a:pt x="1511343" y="29947"/>
                  </a:lnTo>
                  <a:lnTo>
                    <a:pt x="1501655" y="30183"/>
                  </a:lnTo>
                  <a:lnTo>
                    <a:pt x="1491967" y="29017"/>
                  </a:lnTo>
                  <a:lnTo>
                    <a:pt x="1482279" y="25911"/>
                  </a:lnTo>
                  <a:lnTo>
                    <a:pt x="1472591" y="23793"/>
                  </a:lnTo>
                  <a:lnTo>
                    <a:pt x="1462903" y="23443"/>
                  </a:lnTo>
                  <a:lnTo>
                    <a:pt x="1453214" y="23094"/>
                  </a:lnTo>
                  <a:lnTo>
                    <a:pt x="1443526" y="22743"/>
                  </a:lnTo>
                  <a:lnTo>
                    <a:pt x="1433838" y="22329"/>
                  </a:lnTo>
                  <a:lnTo>
                    <a:pt x="1424150" y="21909"/>
                  </a:lnTo>
                  <a:lnTo>
                    <a:pt x="1414462" y="21467"/>
                  </a:lnTo>
                  <a:lnTo>
                    <a:pt x="1404774" y="21024"/>
                  </a:lnTo>
                  <a:lnTo>
                    <a:pt x="1395086" y="20323"/>
                  </a:lnTo>
                  <a:lnTo>
                    <a:pt x="1385398" y="17025"/>
                  </a:lnTo>
                  <a:lnTo>
                    <a:pt x="1375710" y="13242"/>
                  </a:lnTo>
                  <a:lnTo>
                    <a:pt x="1366022" y="11533"/>
                  </a:lnTo>
                  <a:lnTo>
                    <a:pt x="1356333" y="11496"/>
                  </a:lnTo>
                  <a:lnTo>
                    <a:pt x="1346645" y="11585"/>
                  </a:lnTo>
                  <a:lnTo>
                    <a:pt x="1336957" y="11597"/>
                  </a:lnTo>
                  <a:lnTo>
                    <a:pt x="1327269" y="10598"/>
                  </a:lnTo>
                  <a:lnTo>
                    <a:pt x="1317581" y="8617"/>
                  </a:lnTo>
                  <a:lnTo>
                    <a:pt x="1307893" y="6862"/>
                  </a:lnTo>
                  <a:lnTo>
                    <a:pt x="1298205" y="5577"/>
                  </a:lnTo>
                  <a:lnTo>
                    <a:pt x="1288517" y="5725"/>
                  </a:lnTo>
                  <a:lnTo>
                    <a:pt x="1278829" y="1427"/>
                  </a:lnTo>
                  <a:lnTo>
                    <a:pt x="1269141" y="673"/>
                  </a:lnTo>
                  <a:lnTo>
                    <a:pt x="1259452" y="1911"/>
                  </a:lnTo>
                  <a:lnTo>
                    <a:pt x="1249764" y="2886"/>
                  </a:lnTo>
                  <a:lnTo>
                    <a:pt x="1240076" y="639"/>
                  </a:lnTo>
                  <a:lnTo>
                    <a:pt x="1230388" y="0"/>
                  </a:lnTo>
                  <a:lnTo>
                    <a:pt x="1220700" y="71"/>
                  </a:lnTo>
                  <a:lnTo>
                    <a:pt x="1211012" y="142"/>
                  </a:lnTo>
                  <a:lnTo>
                    <a:pt x="1201324" y="1595"/>
                  </a:lnTo>
                  <a:lnTo>
                    <a:pt x="1191636" y="3321"/>
                  </a:lnTo>
                  <a:lnTo>
                    <a:pt x="1181948" y="4056"/>
                  </a:lnTo>
                  <a:lnTo>
                    <a:pt x="1172260" y="4878"/>
                  </a:lnTo>
                  <a:lnTo>
                    <a:pt x="1162571" y="6535"/>
                  </a:lnTo>
                  <a:lnTo>
                    <a:pt x="1152883" y="8184"/>
                  </a:lnTo>
                  <a:lnTo>
                    <a:pt x="1143195" y="9779"/>
                  </a:lnTo>
                  <a:lnTo>
                    <a:pt x="1133507" y="9507"/>
                  </a:lnTo>
                  <a:lnTo>
                    <a:pt x="1123819" y="8520"/>
                  </a:lnTo>
                  <a:lnTo>
                    <a:pt x="1114131" y="7580"/>
                  </a:lnTo>
                  <a:lnTo>
                    <a:pt x="1104443" y="7348"/>
                  </a:lnTo>
                  <a:lnTo>
                    <a:pt x="1094755" y="8458"/>
                  </a:lnTo>
                  <a:lnTo>
                    <a:pt x="1085067" y="8246"/>
                  </a:lnTo>
                  <a:lnTo>
                    <a:pt x="1075379" y="7827"/>
                  </a:lnTo>
                  <a:lnTo>
                    <a:pt x="1065690" y="6871"/>
                  </a:lnTo>
                  <a:lnTo>
                    <a:pt x="1056002" y="7049"/>
                  </a:lnTo>
                  <a:lnTo>
                    <a:pt x="1046314" y="6695"/>
                  </a:lnTo>
                  <a:lnTo>
                    <a:pt x="1036626" y="8937"/>
                  </a:lnTo>
                  <a:lnTo>
                    <a:pt x="1026938" y="10472"/>
                  </a:lnTo>
                  <a:lnTo>
                    <a:pt x="1017250" y="11484"/>
                  </a:lnTo>
                  <a:lnTo>
                    <a:pt x="1007562" y="13143"/>
                  </a:lnTo>
                  <a:lnTo>
                    <a:pt x="997874" y="14777"/>
                  </a:lnTo>
                  <a:lnTo>
                    <a:pt x="988186" y="16496"/>
                  </a:lnTo>
                  <a:lnTo>
                    <a:pt x="978498" y="17601"/>
                  </a:lnTo>
                  <a:lnTo>
                    <a:pt x="968809" y="19466"/>
                  </a:lnTo>
                  <a:lnTo>
                    <a:pt x="959121" y="20189"/>
                  </a:lnTo>
                  <a:lnTo>
                    <a:pt x="949433" y="20913"/>
                  </a:lnTo>
                  <a:lnTo>
                    <a:pt x="939745" y="21636"/>
                  </a:lnTo>
                  <a:lnTo>
                    <a:pt x="930057" y="22696"/>
                  </a:lnTo>
                  <a:lnTo>
                    <a:pt x="920369" y="26745"/>
                  </a:lnTo>
                  <a:lnTo>
                    <a:pt x="910681" y="25703"/>
                  </a:lnTo>
                  <a:lnTo>
                    <a:pt x="900993" y="30929"/>
                  </a:lnTo>
                  <a:lnTo>
                    <a:pt x="891305" y="28195"/>
                  </a:lnTo>
                  <a:lnTo>
                    <a:pt x="881617" y="30930"/>
                  </a:lnTo>
                  <a:lnTo>
                    <a:pt x="871928" y="33594"/>
                  </a:lnTo>
                  <a:lnTo>
                    <a:pt x="862240" y="32470"/>
                  </a:lnTo>
                  <a:lnTo>
                    <a:pt x="852552" y="33585"/>
                  </a:lnTo>
                  <a:lnTo>
                    <a:pt x="842864" y="34930"/>
                  </a:lnTo>
                  <a:lnTo>
                    <a:pt x="833176" y="39003"/>
                  </a:lnTo>
                  <a:lnTo>
                    <a:pt x="823488" y="43779"/>
                  </a:lnTo>
                  <a:lnTo>
                    <a:pt x="813800" y="42563"/>
                  </a:lnTo>
                  <a:lnTo>
                    <a:pt x="804112" y="44050"/>
                  </a:lnTo>
                  <a:lnTo>
                    <a:pt x="794424" y="44961"/>
                  </a:lnTo>
                  <a:lnTo>
                    <a:pt x="784736" y="45255"/>
                  </a:lnTo>
                  <a:lnTo>
                    <a:pt x="775047" y="45953"/>
                  </a:lnTo>
                  <a:lnTo>
                    <a:pt x="765359" y="45468"/>
                  </a:lnTo>
                  <a:lnTo>
                    <a:pt x="755671" y="48044"/>
                  </a:lnTo>
                  <a:lnTo>
                    <a:pt x="745983" y="48607"/>
                  </a:lnTo>
                  <a:lnTo>
                    <a:pt x="736295" y="48826"/>
                  </a:lnTo>
                  <a:lnTo>
                    <a:pt x="726607" y="50778"/>
                  </a:lnTo>
                  <a:lnTo>
                    <a:pt x="716919" y="52200"/>
                  </a:lnTo>
                  <a:lnTo>
                    <a:pt x="707231" y="53466"/>
                  </a:lnTo>
                  <a:lnTo>
                    <a:pt x="697543" y="54715"/>
                  </a:lnTo>
                  <a:lnTo>
                    <a:pt x="687855" y="56450"/>
                  </a:lnTo>
                  <a:lnTo>
                    <a:pt x="678166" y="59255"/>
                  </a:lnTo>
                  <a:lnTo>
                    <a:pt x="668478" y="61931"/>
                  </a:lnTo>
                  <a:lnTo>
                    <a:pt x="658790" y="64629"/>
                  </a:lnTo>
                  <a:lnTo>
                    <a:pt x="649102" y="67383"/>
                  </a:lnTo>
                  <a:lnTo>
                    <a:pt x="639414" y="70110"/>
                  </a:lnTo>
                  <a:lnTo>
                    <a:pt x="629726" y="72813"/>
                  </a:lnTo>
                  <a:lnTo>
                    <a:pt x="620038" y="75480"/>
                  </a:lnTo>
                  <a:lnTo>
                    <a:pt x="610350" y="78127"/>
                  </a:lnTo>
                  <a:lnTo>
                    <a:pt x="600662" y="82748"/>
                  </a:lnTo>
                  <a:lnTo>
                    <a:pt x="590974" y="85459"/>
                  </a:lnTo>
                  <a:lnTo>
                    <a:pt x="581285" y="87125"/>
                  </a:lnTo>
                  <a:lnTo>
                    <a:pt x="571597" y="88705"/>
                  </a:lnTo>
                  <a:lnTo>
                    <a:pt x="561909" y="90087"/>
                  </a:lnTo>
                  <a:lnTo>
                    <a:pt x="552221" y="89754"/>
                  </a:lnTo>
                  <a:lnTo>
                    <a:pt x="542533" y="89421"/>
                  </a:lnTo>
                  <a:lnTo>
                    <a:pt x="532845" y="89087"/>
                  </a:lnTo>
                  <a:lnTo>
                    <a:pt x="523157" y="90179"/>
                  </a:lnTo>
                  <a:lnTo>
                    <a:pt x="513469" y="95344"/>
                  </a:lnTo>
                  <a:lnTo>
                    <a:pt x="503781" y="100175"/>
                  </a:lnTo>
                  <a:lnTo>
                    <a:pt x="494093" y="103106"/>
                  </a:lnTo>
                  <a:lnTo>
                    <a:pt x="484404" y="104301"/>
                  </a:lnTo>
                  <a:lnTo>
                    <a:pt x="474716" y="106417"/>
                  </a:lnTo>
                  <a:lnTo>
                    <a:pt x="465028" y="107478"/>
                  </a:lnTo>
                  <a:lnTo>
                    <a:pt x="455340" y="108456"/>
                  </a:lnTo>
                  <a:lnTo>
                    <a:pt x="445652" y="109911"/>
                  </a:lnTo>
                  <a:lnTo>
                    <a:pt x="435964" y="111073"/>
                  </a:lnTo>
                  <a:lnTo>
                    <a:pt x="426276" y="112659"/>
                  </a:lnTo>
                  <a:lnTo>
                    <a:pt x="416588" y="114903"/>
                  </a:lnTo>
                  <a:lnTo>
                    <a:pt x="406900" y="120352"/>
                  </a:lnTo>
                  <a:lnTo>
                    <a:pt x="397212" y="122245"/>
                  </a:lnTo>
                  <a:lnTo>
                    <a:pt x="387523" y="123784"/>
                  </a:lnTo>
                  <a:lnTo>
                    <a:pt x="377835" y="125256"/>
                  </a:lnTo>
                  <a:lnTo>
                    <a:pt x="368147" y="130352"/>
                  </a:lnTo>
                  <a:lnTo>
                    <a:pt x="358459" y="130777"/>
                  </a:lnTo>
                  <a:lnTo>
                    <a:pt x="348771" y="131149"/>
                  </a:lnTo>
                  <a:lnTo>
                    <a:pt x="339083" y="131521"/>
                  </a:lnTo>
                  <a:lnTo>
                    <a:pt x="329395" y="132809"/>
                  </a:lnTo>
                  <a:lnTo>
                    <a:pt x="319707" y="139332"/>
                  </a:lnTo>
                  <a:lnTo>
                    <a:pt x="310019" y="143952"/>
                  </a:lnTo>
                  <a:lnTo>
                    <a:pt x="300331" y="145688"/>
                  </a:lnTo>
                  <a:lnTo>
                    <a:pt x="290642" y="147422"/>
                  </a:lnTo>
                  <a:lnTo>
                    <a:pt x="280954" y="149155"/>
                  </a:lnTo>
                  <a:lnTo>
                    <a:pt x="271266" y="150885"/>
                  </a:lnTo>
                  <a:lnTo>
                    <a:pt x="261578" y="153266"/>
                  </a:lnTo>
                  <a:lnTo>
                    <a:pt x="251890" y="154340"/>
                  </a:lnTo>
                  <a:lnTo>
                    <a:pt x="242202" y="156495"/>
                  </a:lnTo>
                  <a:lnTo>
                    <a:pt x="232514" y="157989"/>
                  </a:lnTo>
                  <a:lnTo>
                    <a:pt x="222826" y="159537"/>
                  </a:lnTo>
                  <a:lnTo>
                    <a:pt x="213138" y="161328"/>
                  </a:lnTo>
                  <a:lnTo>
                    <a:pt x="203450" y="166290"/>
                  </a:lnTo>
                  <a:lnTo>
                    <a:pt x="193761" y="167436"/>
                  </a:lnTo>
                  <a:lnTo>
                    <a:pt x="184073" y="170983"/>
                  </a:lnTo>
                  <a:lnTo>
                    <a:pt x="174385" y="174875"/>
                  </a:lnTo>
                  <a:lnTo>
                    <a:pt x="164697" y="178621"/>
                  </a:lnTo>
                  <a:lnTo>
                    <a:pt x="155009" y="181069"/>
                  </a:lnTo>
                  <a:lnTo>
                    <a:pt x="145321" y="185601"/>
                  </a:lnTo>
                  <a:lnTo>
                    <a:pt x="135633" y="186298"/>
                  </a:lnTo>
                  <a:lnTo>
                    <a:pt x="125945" y="186921"/>
                  </a:lnTo>
                  <a:lnTo>
                    <a:pt x="116257" y="187551"/>
                  </a:lnTo>
                  <a:lnTo>
                    <a:pt x="106569" y="189158"/>
                  </a:lnTo>
                  <a:lnTo>
                    <a:pt x="96880" y="192959"/>
                  </a:lnTo>
                  <a:lnTo>
                    <a:pt x="87192" y="197178"/>
                  </a:lnTo>
                  <a:lnTo>
                    <a:pt x="77504" y="202860"/>
                  </a:lnTo>
                  <a:lnTo>
                    <a:pt x="67816" y="208861"/>
                  </a:lnTo>
                  <a:lnTo>
                    <a:pt x="58128" y="213775"/>
                  </a:lnTo>
                  <a:lnTo>
                    <a:pt x="48440" y="216919"/>
                  </a:lnTo>
                  <a:lnTo>
                    <a:pt x="38752" y="219614"/>
                  </a:lnTo>
                  <a:lnTo>
                    <a:pt x="29064" y="225509"/>
                  </a:lnTo>
                  <a:lnTo>
                    <a:pt x="19376" y="231374"/>
                  </a:lnTo>
                  <a:lnTo>
                    <a:pt x="9688" y="235374"/>
                  </a:lnTo>
                  <a:lnTo>
                    <a:pt x="0" y="2370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3502457" y="1336357"/>
              <a:ext cx="2509217" cy="3441825"/>
            </a:xfrm>
            <a:custGeom>
              <a:avLst/>
              <a:pathLst>
                <a:path w="2509217" h="3441825">
                  <a:moveTo>
                    <a:pt x="0" y="2060331"/>
                  </a:moveTo>
                  <a:lnTo>
                    <a:pt x="9688" y="2055829"/>
                  </a:lnTo>
                  <a:lnTo>
                    <a:pt x="19376" y="2052892"/>
                  </a:lnTo>
                  <a:lnTo>
                    <a:pt x="29064" y="2049839"/>
                  </a:lnTo>
                  <a:lnTo>
                    <a:pt x="38752" y="2045732"/>
                  </a:lnTo>
                  <a:lnTo>
                    <a:pt x="48440" y="2041669"/>
                  </a:lnTo>
                  <a:lnTo>
                    <a:pt x="58128" y="2037606"/>
                  </a:lnTo>
                  <a:lnTo>
                    <a:pt x="67816" y="2034874"/>
                  </a:lnTo>
                  <a:lnTo>
                    <a:pt x="77504" y="2036403"/>
                  </a:lnTo>
                  <a:lnTo>
                    <a:pt x="87192" y="2037832"/>
                  </a:lnTo>
                  <a:lnTo>
                    <a:pt x="96880" y="2035223"/>
                  </a:lnTo>
                  <a:lnTo>
                    <a:pt x="106569" y="2030363"/>
                  </a:lnTo>
                  <a:lnTo>
                    <a:pt x="116257" y="2016285"/>
                  </a:lnTo>
                  <a:lnTo>
                    <a:pt x="125945" y="2009154"/>
                  </a:lnTo>
                  <a:lnTo>
                    <a:pt x="135633" y="2005089"/>
                  </a:lnTo>
                  <a:lnTo>
                    <a:pt x="145321" y="2000280"/>
                  </a:lnTo>
                  <a:lnTo>
                    <a:pt x="155009" y="1996264"/>
                  </a:lnTo>
                  <a:lnTo>
                    <a:pt x="164697" y="1987391"/>
                  </a:lnTo>
                  <a:lnTo>
                    <a:pt x="174385" y="1977996"/>
                  </a:lnTo>
                  <a:lnTo>
                    <a:pt x="184073" y="1978879"/>
                  </a:lnTo>
                  <a:lnTo>
                    <a:pt x="193761" y="1978531"/>
                  </a:lnTo>
                  <a:lnTo>
                    <a:pt x="203450" y="1972120"/>
                  </a:lnTo>
                  <a:lnTo>
                    <a:pt x="213138" y="1965902"/>
                  </a:lnTo>
                  <a:lnTo>
                    <a:pt x="222826" y="1960047"/>
                  </a:lnTo>
                  <a:lnTo>
                    <a:pt x="232514" y="1954638"/>
                  </a:lnTo>
                  <a:lnTo>
                    <a:pt x="242202" y="1953264"/>
                  </a:lnTo>
                  <a:lnTo>
                    <a:pt x="251890" y="1954226"/>
                  </a:lnTo>
                  <a:lnTo>
                    <a:pt x="261578" y="1949994"/>
                  </a:lnTo>
                  <a:lnTo>
                    <a:pt x="271266" y="1944261"/>
                  </a:lnTo>
                  <a:lnTo>
                    <a:pt x="280954" y="1939153"/>
                  </a:lnTo>
                  <a:lnTo>
                    <a:pt x="290642" y="1932668"/>
                  </a:lnTo>
                  <a:lnTo>
                    <a:pt x="300331" y="1927640"/>
                  </a:lnTo>
                  <a:lnTo>
                    <a:pt x="310019" y="1920117"/>
                  </a:lnTo>
                  <a:lnTo>
                    <a:pt x="319707" y="1912612"/>
                  </a:lnTo>
                  <a:lnTo>
                    <a:pt x="329395" y="1908467"/>
                  </a:lnTo>
                  <a:lnTo>
                    <a:pt x="339083" y="1903570"/>
                  </a:lnTo>
                  <a:lnTo>
                    <a:pt x="348771" y="1894023"/>
                  </a:lnTo>
                  <a:lnTo>
                    <a:pt x="358459" y="1890936"/>
                  </a:lnTo>
                  <a:lnTo>
                    <a:pt x="368147" y="1885826"/>
                  </a:lnTo>
                  <a:lnTo>
                    <a:pt x="377835" y="1880524"/>
                  </a:lnTo>
                  <a:lnTo>
                    <a:pt x="387523" y="1876957"/>
                  </a:lnTo>
                  <a:lnTo>
                    <a:pt x="397212" y="1874271"/>
                  </a:lnTo>
                  <a:lnTo>
                    <a:pt x="406900" y="1869681"/>
                  </a:lnTo>
                  <a:lnTo>
                    <a:pt x="416588" y="1862906"/>
                  </a:lnTo>
                  <a:lnTo>
                    <a:pt x="426276" y="1856918"/>
                  </a:lnTo>
                  <a:lnTo>
                    <a:pt x="435964" y="1853936"/>
                  </a:lnTo>
                  <a:lnTo>
                    <a:pt x="445652" y="1846243"/>
                  </a:lnTo>
                  <a:lnTo>
                    <a:pt x="455340" y="1835669"/>
                  </a:lnTo>
                  <a:lnTo>
                    <a:pt x="465028" y="1828874"/>
                  </a:lnTo>
                  <a:lnTo>
                    <a:pt x="474716" y="1823078"/>
                  </a:lnTo>
                  <a:lnTo>
                    <a:pt x="484404" y="1820800"/>
                  </a:lnTo>
                  <a:lnTo>
                    <a:pt x="494093" y="1810573"/>
                  </a:lnTo>
                  <a:lnTo>
                    <a:pt x="503781" y="1805327"/>
                  </a:lnTo>
                  <a:lnTo>
                    <a:pt x="513469" y="1800144"/>
                  </a:lnTo>
                  <a:lnTo>
                    <a:pt x="523157" y="1794883"/>
                  </a:lnTo>
                  <a:lnTo>
                    <a:pt x="532845" y="1788059"/>
                  </a:lnTo>
                  <a:lnTo>
                    <a:pt x="542533" y="1783287"/>
                  </a:lnTo>
                  <a:lnTo>
                    <a:pt x="552221" y="1778891"/>
                  </a:lnTo>
                  <a:lnTo>
                    <a:pt x="561909" y="1774824"/>
                  </a:lnTo>
                  <a:lnTo>
                    <a:pt x="571597" y="1770847"/>
                  </a:lnTo>
                  <a:lnTo>
                    <a:pt x="581285" y="1763933"/>
                  </a:lnTo>
                  <a:lnTo>
                    <a:pt x="590974" y="1752061"/>
                  </a:lnTo>
                  <a:lnTo>
                    <a:pt x="600662" y="1737048"/>
                  </a:lnTo>
                  <a:lnTo>
                    <a:pt x="610350" y="1729663"/>
                  </a:lnTo>
                  <a:lnTo>
                    <a:pt x="620038" y="1718383"/>
                  </a:lnTo>
                  <a:lnTo>
                    <a:pt x="629726" y="1709744"/>
                  </a:lnTo>
                  <a:lnTo>
                    <a:pt x="639414" y="1705298"/>
                  </a:lnTo>
                  <a:lnTo>
                    <a:pt x="649102" y="1692371"/>
                  </a:lnTo>
                  <a:lnTo>
                    <a:pt x="658790" y="1679639"/>
                  </a:lnTo>
                  <a:lnTo>
                    <a:pt x="668478" y="1669818"/>
                  </a:lnTo>
                  <a:lnTo>
                    <a:pt x="678166" y="1657038"/>
                  </a:lnTo>
                  <a:lnTo>
                    <a:pt x="687855" y="1644341"/>
                  </a:lnTo>
                  <a:lnTo>
                    <a:pt x="697543" y="1636819"/>
                  </a:lnTo>
                  <a:lnTo>
                    <a:pt x="707231" y="1630239"/>
                  </a:lnTo>
                  <a:lnTo>
                    <a:pt x="716919" y="1621341"/>
                  </a:lnTo>
                  <a:lnTo>
                    <a:pt x="726607" y="1612803"/>
                  </a:lnTo>
                  <a:lnTo>
                    <a:pt x="736295" y="1601643"/>
                  </a:lnTo>
                  <a:lnTo>
                    <a:pt x="745983" y="1590508"/>
                  </a:lnTo>
                  <a:lnTo>
                    <a:pt x="755671" y="1579649"/>
                  </a:lnTo>
                  <a:lnTo>
                    <a:pt x="765359" y="1570534"/>
                  </a:lnTo>
                  <a:lnTo>
                    <a:pt x="775047" y="1564566"/>
                  </a:lnTo>
                  <a:lnTo>
                    <a:pt x="784736" y="1560723"/>
                  </a:lnTo>
                  <a:lnTo>
                    <a:pt x="794424" y="1554441"/>
                  </a:lnTo>
                  <a:lnTo>
                    <a:pt x="804112" y="1544200"/>
                  </a:lnTo>
                  <a:lnTo>
                    <a:pt x="813800" y="1534115"/>
                  </a:lnTo>
                  <a:lnTo>
                    <a:pt x="823488" y="1526258"/>
                  </a:lnTo>
                  <a:lnTo>
                    <a:pt x="833176" y="1519372"/>
                  </a:lnTo>
                  <a:lnTo>
                    <a:pt x="842864" y="1507622"/>
                  </a:lnTo>
                  <a:lnTo>
                    <a:pt x="852552" y="1496493"/>
                  </a:lnTo>
                  <a:lnTo>
                    <a:pt x="862240" y="1487149"/>
                  </a:lnTo>
                  <a:lnTo>
                    <a:pt x="871928" y="1474276"/>
                  </a:lnTo>
                  <a:lnTo>
                    <a:pt x="881617" y="1455972"/>
                  </a:lnTo>
                  <a:lnTo>
                    <a:pt x="891305" y="1438793"/>
                  </a:lnTo>
                  <a:lnTo>
                    <a:pt x="900993" y="1433066"/>
                  </a:lnTo>
                  <a:lnTo>
                    <a:pt x="910681" y="1427371"/>
                  </a:lnTo>
                  <a:lnTo>
                    <a:pt x="920369" y="1414288"/>
                  </a:lnTo>
                  <a:lnTo>
                    <a:pt x="930057" y="1401560"/>
                  </a:lnTo>
                  <a:lnTo>
                    <a:pt x="939745" y="1398520"/>
                  </a:lnTo>
                  <a:lnTo>
                    <a:pt x="949433" y="1384580"/>
                  </a:lnTo>
                  <a:lnTo>
                    <a:pt x="959121" y="1370738"/>
                  </a:lnTo>
                  <a:lnTo>
                    <a:pt x="968809" y="1357328"/>
                  </a:lnTo>
                  <a:lnTo>
                    <a:pt x="978498" y="1349728"/>
                  </a:lnTo>
                  <a:lnTo>
                    <a:pt x="988186" y="1342044"/>
                  </a:lnTo>
                  <a:lnTo>
                    <a:pt x="997874" y="1330244"/>
                  </a:lnTo>
                  <a:lnTo>
                    <a:pt x="1007562" y="1318297"/>
                  </a:lnTo>
                  <a:lnTo>
                    <a:pt x="1017250" y="1305887"/>
                  </a:lnTo>
                  <a:lnTo>
                    <a:pt x="1026938" y="1293583"/>
                  </a:lnTo>
                  <a:lnTo>
                    <a:pt x="1036626" y="1280872"/>
                  </a:lnTo>
                  <a:lnTo>
                    <a:pt x="1046314" y="1267261"/>
                  </a:lnTo>
                  <a:lnTo>
                    <a:pt x="1056002" y="1256899"/>
                  </a:lnTo>
                  <a:lnTo>
                    <a:pt x="1065690" y="1244648"/>
                  </a:lnTo>
                  <a:lnTo>
                    <a:pt x="1075379" y="1232882"/>
                  </a:lnTo>
                  <a:lnTo>
                    <a:pt x="1085067" y="1219094"/>
                  </a:lnTo>
                  <a:lnTo>
                    <a:pt x="1094755" y="1208739"/>
                  </a:lnTo>
                  <a:lnTo>
                    <a:pt x="1104443" y="1200509"/>
                  </a:lnTo>
                  <a:lnTo>
                    <a:pt x="1114131" y="1192215"/>
                  </a:lnTo>
                  <a:lnTo>
                    <a:pt x="1123819" y="1180972"/>
                  </a:lnTo>
                  <a:lnTo>
                    <a:pt x="1133507" y="1169770"/>
                  </a:lnTo>
                  <a:lnTo>
                    <a:pt x="1143195" y="1158608"/>
                  </a:lnTo>
                  <a:lnTo>
                    <a:pt x="1152883" y="1147487"/>
                  </a:lnTo>
                  <a:lnTo>
                    <a:pt x="1162571" y="1137209"/>
                  </a:lnTo>
                  <a:lnTo>
                    <a:pt x="1172260" y="1131325"/>
                  </a:lnTo>
                  <a:lnTo>
                    <a:pt x="1181948" y="1125546"/>
                  </a:lnTo>
                  <a:lnTo>
                    <a:pt x="1191636" y="1119788"/>
                  </a:lnTo>
                  <a:lnTo>
                    <a:pt x="1201324" y="1106914"/>
                  </a:lnTo>
                  <a:lnTo>
                    <a:pt x="1211012" y="1097062"/>
                  </a:lnTo>
                  <a:lnTo>
                    <a:pt x="1220700" y="1087213"/>
                  </a:lnTo>
                  <a:lnTo>
                    <a:pt x="1230388" y="1074897"/>
                  </a:lnTo>
                  <a:lnTo>
                    <a:pt x="1240076" y="1062637"/>
                  </a:lnTo>
                  <a:lnTo>
                    <a:pt x="1249764" y="1050350"/>
                  </a:lnTo>
                  <a:lnTo>
                    <a:pt x="1259452" y="1038100"/>
                  </a:lnTo>
                  <a:lnTo>
                    <a:pt x="1269141" y="1026740"/>
                  </a:lnTo>
                  <a:lnTo>
                    <a:pt x="1278829" y="1017101"/>
                  </a:lnTo>
                  <a:lnTo>
                    <a:pt x="1288517" y="1007500"/>
                  </a:lnTo>
                  <a:lnTo>
                    <a:pt x="1298205" y="994676"/>
                  </a:lnTo>
                  <a:lnTo>
                    <a:pt x="1307893" y="981308"/>
                  </a:lnTo>
                  <a:lnTo>
                    <a:pt x="1317581" y="973654"/>
                  </a:lnTo>
                  <a:lnTo>
                    <a:pt x="1327269" y="962143"/>
                  </a:lnTo>
                  <a:lnTo>
                    <a:pt x="1336957" y="951491"/>
                  </a:lnTo>
                  <a:lnTo>
                    <a:pt x="1346645" y="943505"/>
                  </a:lnTo>
                  <a:lnTo>
                    <a:pt x="1356333" y="935393"/>
                  </a:lnTo>
                  <a:lnTo>
                    <a:pt x="1366022" y="923718"/>
                  </a:lnTo>
                  <a:lnTo>
                    <a:pt x="1375710" y="912106"/>
                  </a:lnTo>
                  <a:lnTo>
                    <a:pt x="1385398" y="900558"/>
                  </a:lnTo>
                  <a:lnTo>
                    <a:pt x="1395086" y="889086"/>
                  </a:lnTo>
                  <a:lnTo>
                    <a:pt x="1404774" y="877693"/>
                  </a:lnTo>
                  <a:lnTo>
                    <a:pt x="1414462" y="866365"/>
                  </a:lnTo>
                  <a:lnTo>
                    <a:pt x="1424150" y="855100"/>
                  </a:lnTo>
                  <a:lnTo>
                    <a:pt x="1433838" y="847733"/>
                  </a:lnTo>
                  <a:lnTo>
                    <a:pt x="1443526" y="833823"/>
                  </a:lnTo>
                  <a:lnTo>
                    <a:pt x="1453214" y="824065"/>
                  </a:lnTo>
                  <a:lnTo>
                    <a:pt x="1462903" y="813448"/>
                  </a:lnTo>
                  <a:lnTo>
                    <a:pt x="1472591" y="802357"/>
                  </a:lnTo>
                  <a:lnTo>
                    <a:pt x="1482279" y="794332"/>
                  </a:lnTo>
                  <a:lnTo>
                    <a:pt x="1491967" y="785559"/>
                  </a:lnTo>
                  <a:lnTo>
                    <a:pt x="1501655" y="776060"/>
                  </a:lnTo>
                  <a:lnTo>
                    <a:pt x="1511343" y="766611"/>
                  </a:lnTo>
                  <a:lnTo>
                    <a:pt x="1521031" y="757214"/>
                  </a:lnTo>
                  <a:lnTo>
                    <a:pt x="1530719" y="746562"/>
                  </a:lnTo>
                  <a:lnTo>
                    <a:pt x="1540407" y="734985"/>
                  </a:lnTo>
                  <a:lnTo>
                    <a:pt x="1550095" y="723407"/>
                  </a:lnTo>
                  <a:lnTo>
                    <a:pt x="1559784" y="712830"/>
                  </a:lnTo>
                  <a:lnTo>
                    <a:pt x="1569472" y="703362"/>
                  </a:lnTo>
                  <a:lnTo>
                    <a:pt x="1579160" y="692725"/>
                  </a:lnTo>
                  <a:lnTo>
                    <a:pt x="1588848" y="682770"/>
                  </a:lnTo>
                  <a:lnTo>
                    <a:pt x="1598536" y="672459"/>
                  </a:lnTo>
                  <a:lnTo>
                    <a:pt x="1608224" y="663953"/>
                  </a:lnTo>
                  <a:lnTo>
                    <a:pt x="1617912" y="651595"/>
                  </a:lnTo>
                  <a:lnTo>
                    <a:pt x="1627600" y="642430"/>
                  </a:lnTo>
                  <a:lnTo>
                    <a:pt x="1637288" y="630173"/>
                  </a:lnTo>
                  <a:lnTo>
                    <a:pt x="1646976" y="619982"/>
                  </a:lnTo>
                  <a:lnTo>
                    <a:pt x="1656665" y="609112"/>
                  </a:lnTo>
                  <a:lnTo>
                    <a:pt x="1666353" y="599841"/>
                  </a:lnTo>
                  <a:lnTo>
                    <a:pt x="1676041" y="589880"/>
                  </a:lnTo>
                  <a:lnTo>
                    <a:pt x="1685729" y="579457"/>
                  </a:lnTo>
                  <a:lnTo>
                    <a:pt x="1695417" y="568471"/>
                  </a:lnTo>
                  <a:lnTo>
                    <a:pt x="1705105" y="558528"/>
                  </a:lnTo>
                  <a:lnTo>
                    <a:pt x="1714793" y="548991"/>
                  </a:lnTo>
                  <a:lnTo>
                    <a:pt x="1724481" y="539954"/>
                  </a:lnTo>
                  <a:lnTo>
                    <a:pt x="1734169" y="530982"/>
                  </a:lnTo>
                  <a:lnTo>
                    <a:pt x="1743857" y="522080"/>
                  </a:lnTo>
                  <a:lnTo>
                    <a:pt x="1753546" y="512858"/>
                  </a:lnTo>
                  <a:lnTo>
                    <a:pt x="1763234" y="503584"/>
                  </a:lnTo>
                  <a:lnTo>
                    <a:pt x="1772922" y="494364"/>
                  </a:lnTo>
                  <a:lnTo>
                    <a:pt x="1782610" y="485196"/>
                  </a:lnTo>
                  <a:lnTo>
                    <a:pt x="1792298" y="476109"/>
                  </a:lnTo>
                  <a:lnTo>
                    <a:pt x="1801986" y="467107"/>
                  </a:lnTo>
                  <a:lnTo>
                    <a:pt x="1811674" y="458705"/>
                  </a:lnTo>
                  <a:lnTo>
                    <a:pt x="1821362" y="450934"/>
                  </a:lnTo>
                  <a:lnTo>
                    <a:pt x="1831050" y="443226"/>
                  </a:lnTo>
                  <a:lnTo>
                    <a:pt x="1840738" y="435573"/>
                  </a:lnTo>
                  <a:lnTo>
                    <a:pt x="1850427" y="427974"/>
                  </a:lnTo>
                  <a:lnTo>
                    <a:pt x="1860115" y="420359"/>
                  </a:lnTo>
                  <a:lnTo>
                    <a:pt x="1869803" y="412357"/>
                  </a:lnTo>
                  <a:lnTo>
                    <a:pt x="1879491" y="404753"/>
                  </a:lnTo>
                  <a:lnTo>
                    <a:pt x="1889179" y="398250"/>
                  </a:lnTo>
                  <a:lnTo>
                    <a:pt x="1898867" y="390926"/>
                  </a:lnTo>
                  <a:lnTo>
                    <a:pt x="1908555" y="383656"/>
                  </a:lnTo>
                  <a:lnTo>
                    <a:pt x="1918243" y="375996"/>
                  </a:lnTo>
                  <a:lnTo>
                    <a:pt x="1927931" y="368102"/>
                  </a:lnTo>
                  <a:lnTo>
                    <a:pt x="1937619" y="360272"/>
                  </a:lnTo>
                  <a:lnTo>
                    <a:pt x="1947308" y="351593"/>
                  </a:lnTo>
                  <a:lnTo>
                    <a:pt x="1956996" y="342698"/>
                  </a:lnTo>
                  <a:lnTo>
                    <a:pt x="1966684" y="335209"/>
                  </a:lnTo>
                  <a:lnTo>
                    <a:pt x="1976372" y="326290"/>
                  </a:lnTo>
                  <a:lnTo>
                    <a:pt x="1986060" y="319353"/>
                  </a:lnTo>
                  <a:lnTo>
                    <a:pt x="1995748" y="312588"/>
                  </a:lnTo>
                  <a:lnTo>
                    <a:pt x="2005436" y="305875"/>
                  </a:lnTo>
                  <a:lnTo>
                    <a:pt x="2015124" y="299366"/>
                  </a:lnTo>
                  <a:lnTo>
                    <a:pt x="2024812" y="292700"/>
                  </a:lnTo>
                  <a:lnTo>
                    <a:pt x="2034500" y="286013"/>
                  </a:lnTo>
                  <a:lnTo>
                    <a:pt x="2044188" y="279483"/>
                  </a:lnTo>
                  <a:lnTo>
                    <a:pt x="2053877" y="271730"/>
                  </a:lnTo>
                  <a:lnTo>
                    <a:pt x="2063565" y="265215"/>
                  </a:lnTo>
                  <a:lnTo>
                    <a:pt x="2073253" y="259872"/>
                  </a:lnTo>
                  <a:lnTo>
                    <a:pt x="2082941" y="252951"/>
                  </a:lnTo>
                  <a:lnTo>
                    <a:pt x="2092629" y="245586"/>
                  </a:lnTo>
                  <a:lnTo>
                    <a:pt x="2102317" y="238290"/>
                  </a:lnTo>
                  <a:lnTo>
                    <a:pt x="2112005" y="231065"/>
                  </a:lnTo>
                  <a:lnTo>
                    <a:pt x="2121693" y="224297"/>
                  </a:lnTo>
                  <a:lnTo>
                    <a:pt x="2131381" y="217842"/>
                  </a:lnTo>
                  <a:lnTo>
                    <a:pt x="2141069" y="211455"/>
                  </a:lnTo>
                  <a:lnTo>
                    <a:pt x="2150758" y="205123"/>
                  </a:lnTo>
                  <a:lnTo>
                    <a:pt x="2160446" y="198848"/>
                  </a:lnTo>
                  <a:lnTo>
                    <a:pt x="2170134" y="192628"/>
                  </a:lnTo>
                  <a:lnTo>
                    <a:pt x="2179822" y="186463"/>
                  </a:lnTo>
                  <a:lnTo>
                    <a:pt x="2189510" y="180323"/>
                  </a:lnTo>
                  <a:lnTo>
                    <a:pt x="2199198" y="173943"/>
                  </a:lnTo>
                  <a:lnTo>
                    <a:pt x="2208886" y="167627"/>
                  </a:lnTo>
                  <a:lnTo>
                    <a:pt x="2218574" y="161383"/>
                  </a:lnTo>
                  <a:lnTo>
                    <a:pt x="2228262" y="155569"/>
                  </a:lnTo>
                  <a:lnTo>
                    <a:pt x="2237950" y="150191"/>
                  </a:lnTo>
                  <a:lnTo>
                    <a:pt x="2247639" y="144848"/>
                  </a:lnTo>
                  <a:lnTo>
                    <a:pt x="2257327" y="139110"/>
                  </a:lnTo>
                  <a:lnTo>
                    <a:pt x="2267015" y="133424"/>
                  </a:lnTo>
                  <a:lnTo>
                    <a:pt x="2276703" y="127736"/>
                  </a:lnTo>
                  <a:lnTo>
                    <a:pt x="2286391" y="121669"/>
                  </a:lnTo>
                  <a:lnTo>
                    <a:pt x="2296079" y="115554"/>
                  </a:lnTo>
                  <a:lnTo>
                    <a:pt x="2305767" y="109839"/>
                  </a:lnTo>
                  <a:lnTo>
                    <a:pt x="2315455" y="104932"/>
                  </a:lnTo>
                  <a:lnTo>
                    <a:pt x="2325143" y="98656"/>
                  </a:lnTo>
                  <a:lnTo>
                    <a:pt x="2334831" y="92449"/>
                  </a:lnTo>
                  <a:lnTo>
                    <a:pt x="2344520" y="86439"/>
                  </a:lnTo>
                  <a:lnTo>
                    <a:pt x="2354208" y="80934"/>
                  </a:lnTo>
                  <a:lnTo>
                    <a:pt x="2363896" y="75662"/>
                  </a:lnTo>
                  <a:lnTo>
                    <a:pt x="2373584" y="70441"/>
                  </a:lnTo>
                  <a:lnTo>
                    <a:pt x="2383272" y="65276"/>
                  </a:lnTo>
                  <a:lnTo>
                    <a:pt x="2392960" y="60177"/>
                  </a:lnTo>
                  <a:lnTo>
                    <a:pt x="2402648" y="55127"/>
                  </a:lnTo>
                  <a:lnTo>
                    <a:pt x="2412336" y="50522"/>
                  </a:lnTo>
                  <a:lnTo>
                    <a:pt x="2422024" y="46002"/>
                  </a:lnTo>
                  <a:lnTo>
                    <a:pt x="2431712" y="41523"/>
                  </a:lnTo>
                  <a:lnTo>
                    <a:pt x="2441401" y="36618"/>
                  </a:lnTo>
                  <a:lnTo>
                    <a:pt x="2451089" y="31289"/>
                  </a:lnTo>
                  <a:lnTo>
                    <a:pt x="2460777" y="25787"/>
                  </a:lnTo>
                  <a:lnTo>
                    <a:pt x="2470465" y="20777"/>
                  </a:lnTo>
                  <a:lnTo>
                    <a:pt x="2480153" y="15595"/>
                  </a:lnTo>
                  <a:lnTo>
                    <a:pt x="2489841" y="10475"/>
                  </a:lnTo>
                  <a:lnTo>
                    <a:pt x="2499529" y="5364"/>
                  </a:lnTo>
                  <a:lnTo>
                    <a:pt x="2509217" y="0"/>
                  </a:lnTo>
                  <a:lnTo>
                    <a:pt x="2509217" y="2731095"/>
                  </a:lnTo>
                  <a:lnTo>
                    <a:pt x="2499529" y="2733187"/>
                  </a:lnTo>
                  <a:lnTo>
                    <a:pt x="2489841" y="2735178"/>
                  </a:lnTo>
                  <a:lnTo>
                    <a:pt x="2480153" y="2737167"/>
                  </a:lnTo>
                  <a:lnTo>
                    <a:pt x="2470465" y="2739155"/>
                  </a:lnTo>
                  <a:lnTo>
                    <a:pt x="2460777" y="2737038"/>
                  </a:lnTo>
                  <a:lnTo>
                    <a:pt x="2451089" y="2739445"/>
                  </a:lnTo>
                  <a:lnTo>
                    <a:pt x="2441401" y="2739150"/>
                  </a:lnTo>
                  <a:lnTo>
                    <a:pt x="2431712" y="2737256"/>
                  </a:lnTo>
                  <a:lnTo>
                    <a:pt x="2422024" y="2735332"/>
                  </a:lnTo>
                  <a:lnTo>
                    <a:pt x="2412336" y="2733407"/>
                  </a:lnTo>
                  <a:lnTo>
                    <a:pt x="2402648" y="2731745"/>
                  </a:lnTo>
                  <a:lnTo>
                    <a:pt x="2392960" y="2732708"/>
                  </a:lnTo>
                  <a:lnTo>
                    <a:pt x="2383272" y="2733507"/>
                  </a:lnTo>
                  <a:lnTo>
                    <a:pt x="2373584" y="2731981"/>
                  </a:lnTo>
                  <a:lnTo>
                    <a:pt x="2363896" y="2730455"/>
                  </a:lnTo>
                  <a:lnTo>
                    <a:pt x="2354208" y="2729872"/>
                  </a:lnTo>
                  <a:lnTo>
                    <a:pt x="2344520" y="2731214"/>
                  </a:lnTo>
                  <a:lnTo>
                    <a:pt x="2334831" y="2732555"/>
                  </a:lnTo>
                  <a:lnTo>
                    <a:pt x="2325143" y="2733895"/>
                  </a:lnTo>
                  <a:lnTo>
                    <a:pt x="2315455" y="2735212"/>
                  </a:lnTo>
                  <a:lnTo>
                    <a:pt x="2305767" y="2736484"/>
                  </a:lnTo>
                  <a:lnTo>
                    <a:pt x="2296079" y="2736553"/>
                  </a:lnTo>
                  <a:lnTo>
                    <a:pt x="2286391" y="2734920"/>
                  </a:lnTo>
                  <a:lnTo>
                    <a:pt x="2276703" y="2733432"/>
                  </a:lnTo>
                  <a:lnTo>
                    <a:pt x="2267015" y="2734210"/>
                  </a:lnTo>
                  <a:lnTo>
                    <a:pt x="2257327" y="2734987"/>
                  </a:lnTo>
                  <a:lnTo>
                    <a:pt x="2247639" y="2735765"/>
                  </a:lnTo>
                  <a:lnTo>
                    <a:pt x="2237950" y="2736542"/>
                  </a:lnTo>
                  <a:lnTo>
                    <a:pt x="2228262" y="2737270"/>
                  </a:lnTo>
                  <a:lnTo>
                    <a:pt x="2218574" y="2737923"/>
                  </a:lnTo>
                  <a:lnTo>
                    <a:pt x="2208886" y="2738072"/>
                  </a:lnTo>
                  <a:lnTo>
                    <a:pt x="2199198" y="2734586"/>
                  </a:lnTo>
                  <a:lnTo>
                    <a:pt x="2189510" y="2731096"/>
                  </a:lnTo>
                  <a:lnTo>
                    <a:pt x="2179822" y="2727536"/>
                  </a:lnTo>
                  <a:lnTo>
                    <a:pt x="2170134" y="2723932"/>
                  </a:lnTo>
                  <a:lnTo>
                    <a:pt x="2160446" y="2720324"/>
                  </a:lnTo>
                  <a:lnTo>
                    <a:pt x="2150758" y="2720313"/>
                  </a:lnTo>
                  <a:lnTo>
                    <a:pt x="2141069" y="2720319"/>
                  </a:lnTo>
                  <a:lnTo>
                    <a:pt x="2131381" y="2720326"/>
                  </a:lnTo>
                  <a:lnTo>
                    <a:pt x="2121693" y="2717156"/>
                  </a:lnTo>
                  <a:lnTo>
                    <a:pt x="2112005" y="2713715"/>
                  </a:lnTo>
                  <a:lnTo>
                    <a:pt x="2102317" y="2713244"/>
                  </a:lnTo>
                  <a:lnTo>
                    <a:pt x="2092629" y="2714578"/>
                  </a:lnTo>
                  <a:lnTo>
                    <a:pt x="2082941" y="2715911"/>
                  </a:lnTo>
                  <a:lnTo>
                    <a:pt x="2073253" y="2717244"/>
                  </a:lnTo>
                  <a:lnTo>
                    <a:pt x="2063565" y="2718576"/>
                  </a:lnTo>
                  <a:lnTo>
                    <a:pt x="2053877" y="2719908"/>
                  </a:lnTo>
                  <a:lnTo>
                    <a:pt x="2044188" y="2721191"/>
                  </a:lnTo>
                  <a:lnTo>
                    <a:pt x="2034500" y="2721304"/>
                  </a:lnTo>
                  <a:lnTo>
                    <a:pt x="2024812" y="2719722"/>
                  </a:lnTo>
                  <a:lnTo>
                    <a:pt x="2015124" y="2717085"/>
                  </a:lnTo>
                  <a:lnTo>
                    <a:pt x="2005436" y="2714055"/>
                  </a:lnTo>
                  <a:lnTo>
                    <a:pt x="1995748" y="2712961"/>
                  </a:lnTo>
                  <a:lnTo>
                    <a:pt x="1986060" y="2713658"/>
                  </a:lnTo>
                  <a:lnTo>
                    <a:pt x="1976372" y="2716736"/>
                  </a:lnTo>
                  <a:lnTo>
                    <a:pt x="1966684" y="2715260"/>
                  </a:lnTo>
                  <a:lnTo>
                    <a:pt x="1956996" y="2717311"/>
                  </a:lnTo>
                  <a:lnTo>
                    <a:pt x="1947308" y="2719311"/>
                  </a:lnTo>
                  <a:lnTo>
                    <a:pt x="1937619" y="2721310"/>
                  </a:lnTo>
                  <a:lnTo>
                    <a:pt x="1927931" y="2721687"/>
                  </a:lnTo>
                  <a:lnTo>
                    <a:pt x="1918243" y="2719518"/>
                  </a:lnTo>
                  <a:lnTo>
                    <a:pt x="1908555" y="2717348"/>
                  </a:lnTo>
                  <a:lnTo>
                    <a:pt x="1898867" y="2716426"/>
                  </a:lnTo>
                  <a:lnTo>
                    <a:pt x="1889179" y="2717716"/>
                  </a:lnTo>
                  <a:lnTo>
                    <a:pt x="1879491" y="2718932"/>
                  </a:lnTo>
                  <a:lnTo>
                    <a:pt x="1869803" y="2717036"/>
                  </a:lnTo>
                  <a:lnTo>
                    <a:pt x="1860115" y="2719563"/>
                  </a:lnTo>
                  <a:lnTo>
                    <a:pt x="1850427" y="2722396"/>
                  </a:lnTo>
                  <a:lnTo>
                    <a:pt x="1840738" y="2723245"/>
                  </a:lnTo>
                  <a:lnTo>
                    <a:pt x="1831050" y="2723372"/>
                  </a:lnTo>
                  <a:lnTo>
                    <a:pt x="1821362" y="2723500"/>
                  </a:lnTo>
                  <a:lnTo>
                    <a:pt x="1811674" y="2723627"/>
                  </a:lnTo>
                  <a:lnTo>
                    <a:pt x="1801986" y="2723741"/>
                  </a:lnTo>
                  <a:lnTo>
                    <a:pt x="1792298" y="2723824"/>
                  </a:lnTo>
                  <a:lnTo>
                    <a:pt x="1782610" y="2723907"/>
                  </a:lnTo>
                  <a:lnTo>
                    <a:pt x="1772922" y="2723989"/>
                  </a:lnTo>
                  <a:lnTo>
                    <a:pt x="1763234" y="2724072"/>
                  </a:lnTo>
                  <a:lnTo>
                    <a:pt x="1753546" y="2724824"/>
                  </a:lnTo>
                  <a:lnTo>
                    <a:pt x="1743857" y="2726217"/>
                  </a:lnTo>
                  <a:lnTo>
                    <a:pt x="1734169" y="2725866"/>
                  </a:lnTo>
                  <a:lnTo>
                    <a:pt x="1724481" y="2725514"/>
                  </a:lnTo>
                  <a:lnTo>
                    <a:pt x="1714793" y="2725162"/>
                  </a:lnTo>
                  <a:lnTo>
                    <a:pt x="1705105" y="2724986"/>
                  </a:lnTo>
                  <a:lnTo>
                    <a:pt x="1695417" y="2725062"/>
                  </a:lnTo>
                  <a:lnTo>
                    <a:pt x="1685729" y="2725139"/>
                  </a:lnTo>
                  <a:lnTo>
                    <a:pt x="1676041" y="2725216"/>
                  </a:lnTo>
                  <a:lnTo>
                    <a:pt x="1666353" y="2725293"/>
                  </a:lnTo>
                  <a:lnTo>
                    <a:pt x="1656665" y="2727291"/>
                  </a:lnTo>
                  <a:lnTo>
                    <a:pt x="1646976" y="2730431"/>
                  </a:lnTo>
                  <a:lnTo>
                    <a:pt x="1637288" y="2733569"/>
                  </a:lnTo>
                  <a:lnTo>
                    <a:pt x="1627600" y="2736737"/>
                  </a:lnTo>
                  <a:lnTo>
                    <a:pt x="1617912" y="2739984"/>
                  </a:lnTo>
                  <a:lnTo>
                    <a:pt x="1608224" y="2738270"/>
                  </a:lnTo>
                  <a:lnTo>
                    <a:pt x="1598536" y="2738979"/>
                  </a:lnTo>
                  <a:lnTo>
                    <a:pt x="1588848" y="2741374"/>
                  </a:lnTo>
                  <a:lnTo>
                    <a:pt x="1579160" y="2743628"/>
                  </a:lnTo>
                  <a:lnTo>
                    <a:pt x="1569472" y="2746521"/>
                  </a:lnTo>
                  <a:lnTo>
                    <a:pt x="1559784" y="2749112"/>
                  </a:lnTo>
                  <a:lnTo>
                    <a:pt x="1550095" y="2751639"/>
                  </a:lnTo>
                  <a:lnTo>
                    <a:pt x="1540407" y="2753641"/>
                  </a:lnTo>
                  <a:lnTo>
                    <a:pt x="1530719" y="2755039"/>
                  </a:lnTo>
                  <a:lnTo>
                    <a:pt x="1521031" y="2757793"/>
                  </a:lnTo>
                  <a:lnTo>
                    <a:pt x="1511343" y="2760545"/>
                  </a:lnTo>
                  <a:lnTo>
                    <a:pt x="1501655" y="2763294"/>
                  </a:lnTo>
                  <a:lnTo>
                    <a:pt x="1491967" y="2766042"/>
                  </a:lnTo>
                  <a:lnTo>
                    <a:pt x="1482279" y="2768787"/>
                  </a:lnTo>
                  <a:lnTo>
                    <a:pt x="1472591" y="2771529"/>
                  </a:lnTo>
                  <a:lnTo>
                    <a:pt x="1462903" y="2774269"/>
                  </a:lnTo>
                  <a:lnTo>
                    <a:pt x="1453214" y="2776493"/>
                  </a:lnTo>
                  <a:lnTo>
                    <a:pt x="1443526" y="2777824"/>
                  </a:lnTo>
                  <a:lnTo>
                    <a:pt x="1433838" y="2779151"/>
                  </a:lnTo>
                  <a:lnTo>
                    <a:pt x="1424150" y="2780478"/>
                  </a:lnTo>
                  <a:lnTo>
                    <a:pt x="1414462" y="2781804"/>
                  </a:lnTo>
                  <a:lnTo>
                    <a:pt x="1404774" y="2783129"/>
                  </a:lnTo>
                  <a:lnTo>
                    <a:pt x="1395086" y="2784454"/>
                  </a:lnTo>
                  <a:lnTo>
                    <a:pt x="1385398" y="2785778"/>
                  </a:lnTo>
                  <a:lnTo>
                    <a:pt x="1375710" y="2787102"/>
                  </a:lnTo>
                  <a:lnTo>
                    <a:pt x="1366022" y="2788425"/>
                  </a:lnTo>
                  <a:lnTo>
                    <a:pt x="1356333" y="2789748"/>
                  </a:lnTo>
                  <a:lnTo>
                    <a:pt x="1346645" y="2791070"/>
                  </a:lnTo>
                  <a:lnTo>
                    <a:pt x="1336957" y="2792745"/>
                  </a:lnTo>
                  <a:lnTo>
                    <a:pt x="1327269" y="2796512"/>
                  </a:lnTo>
                  <a:lnTo>
                    <a:pt x="1317581" y="2800217"/>
                  </a:lnTo>
                  <a:lnTo>
                    <a:pt x="1307893" y="2801811"/>
                  </a:lnTo>
                  <a:lnTo>
                    <a:pt x="1298205" y="2806130"/>
                  </a:lnTo>
                  <a:lnTo>
                    <a:pt x="1288517" y="2810211"/>
                  </a:lnTo>
                  <a:lnTo>
                    <a:pt x="1278829" y="2810660"/>
                  </a:lnTo>
                  <a:lnTo>
                    <a:pt x="1269141" y="2810380"/>
                  </a:lnTo>
                  <a:lnTo>
                    <a:pt x="1259452" y="2812431"/>
                  </a:lnTo>
                  <a:lnTo>
                    <a:pt x="1249764" y="2815273"/>
                  </a:lnTo>
                  <a:lnTo>
                    <a:pt x="1240076" y="2819686"/>
                  </a:lnTo>
                  <a:lnTo>
                    <a:pt x="1230388" y="2823948"/>
                  </a:lnTo>
                  <a:lnTo>
                    <a:pt x="1220700" y="2830043"/>
                  </a:lnTo>
                  <a:lnTo>
                    <a:pt x="1211012" y="2834990"/>
                  </a:lnTo>
                  <a:lnTo>
                    <a:pt x="1201324" y="2837721"/>
                  </a:lnTo>
                  <a:lnTo>
                    <a:pt x="1191636" y="2839124"/>
                  </a:lnTo>
                  <a:lnTo>
                    <a:pt x="1181948" y="2840431"/>
                  </a:lnTo>
                  <a:lnTo>
                    <a:pt x="1172260" y="2842166"/>
                  </a:lnTo>
                  <a:lnTo>
                    <a:pt x="1162571" y="2845312"/>
                  </a:lnTo>
                  <a:lnTo>
                    <a:pt x="1152883" y="2850744"/>
                  </a:lnTo>
                  <a:lnTo>
                    <a:pt x="1143195" y="2857120"/>
                  </a:lnTo>
                  <a:lnTo>
                    <a:pt x="1133507" y="2855116"/>
                  </a:lnTo>
                  <a:lnTo>
                    <a:pt x="1123819" y="2857976"/>
                  </a:lnTo>
                  <a:lnTo>
                    <a:pt x="1114131" y="2861118"/>
                  </a:lnTo>
                  <a:lnTo>
                    <a:pt x="1104443" y="2863709"/>
                  </a:lnTo>
                  <a:lnTo>
                    <a:pt x="1094755" y="2865669"/>
                  </a:lnTo>
                  <a:lnTo>
                    <a:pt x="1085067" y="2864249"/>
                  </a:lnTo>
                  <a:lnTo>
                    <a:pt x="1075379" y="2869486"/>
                  </a:lnTo>
                  <a:lnTo>
                    <a:pt x="1065690" y="2870585"/>
                  </a:lnTo>
                  <a:lnTo>
                    <a:pt x="1056002" y="2871485"/>
                  </a:lnTo>
                  <a:lnTo>
                    <a:pt x="1046314" y="2869127"/>
                  </a:lnTo>
                  <a:lnTo>
                    <a:pt x="1036626" y="2869338"/>
                  </a:lnTo>
                  <a:lnTo>
                    <a:pt x="1026938" y="2874418"/>
                  </a:lnTo>
                  <a:lnTo>
                    <a:pt x="1017250" y="2877671"/>
                  </a:lnTo>
                  <a:lnTo>
                    <a:pt x="1007562" y="2883893"/>
                  </a:lnTo>
                  <a:lnTo>
                    <a:pt x="997874" y="2889982"/>
                  </a:lnTo>
                  <a:lnTo>
                    <a:pt x="988186" y="2896056"/>
                  </a:lnTo>
                  <a:lnTo>
                    <a:pt x="978498" y="2899042"/>
                  </a:lnTo>
                  <a:lnTo>
                    <a:pt x="968809" y="2900818"/>
                  </a:lnTo>
                  <a:lnTo>
                    <a:pt x="959121" y="2903938"/>
                  </a:lnTo>
                  <a:lnTo>
                    <a:pt x="949433" y="2906424"/>
                  </a:lnTo>
                  <a:lnTo>
                    <a:pt x="939745" y="2908796"/>
                  </a:lnTo>
                  <a:lnTo>
                    <a:pt x="930057" y="2911166"/>
                  </a:lnTo>
                  <a:lnTo>
                    <a:pt x="920369" y="2913578"/>
                  </a:lnTo>
                  <a:lnTo>
                    <a:pt x="910681" y="2916059"/>
                  </a:lnTo>
                  <a:lnTo>
                    <a:pt x="900993" y="2918474"/>
                  </a:lnTo>
                  <a:lnTo>
                    <a:pt x="891305" y="2921103"/>
                  </a:lnTo>
                  <a:lnTo>
                    <a:pt x="881617" y="2923834"/>
                  </a:lnTo>
                  <a:lnTo>
                    <a:pt x="871928" y="2925747"/>
                  </a:lnTo>
                  <a:lnTo>
                    <a:pt x="862240" y="2928125"/>
                  </a:lnTo>
                  <a:lnTo>
                    <a:pt x="852552" y="2930502"/>
                  </a:lnTo>
                  <a:lnTo>
                    <a:pt x="842864" y="2933350"/>
                  </a:lnTo>
                  <a:lnTo>
                    <a:pt x="833176" y="2937595"/>
                  </a:lnTo>
                  <a:lnTo>
                    <a:pt x="823488" y="2944186"/>
                  </a:lnTo>
                  <a:lnTo>
                    <a:pt x="813800" y="2945001"/>
                  </a:lnTo>
                  <a:lnTo>
                    <a:pt x="804112" y="2944564"/>
                  </a:lnTo>
                  <a:lnTo>
                    <a:pt x="794424" y="2949220"/>
                  </a:lnTo>
                  <a:lnTo>
                    <a:pt x="784736" y="2955442"/>
                  </a:lnTo>
                  <a:lnTo>
                    <a:pt x="775047" y="2961779"/>
                  </a:lnTo>
                  <a:lnTo>
                    <a:pt x="765359" y="2965364"/>
                  </a:lnTo>
                  <a:lnTo>
                    <a:pt x="755671" y="2968014"/>
                  </a:lnTo>
                  <a:lnTo>
                    <a:pt x="745983" y="2970604"/>
                  </a:lnTo>
                  <a:lnTo>
                    <a:pt x="736295" y="2974826"/>
                  </a:lnTo>
                  <a:lnTo>
                    <a:pt x="726607" y="2983797"/>
                  </a:lnTo>
                  <a:lnTo>
                    <a:pt x="716919" y="2987503"/>
                  </a:lnTo>
                  <a:lnTo>
                    <a:pt x="707231" y="2990656"/>
                  </a:lnTo>
                  <a:lnTo>
                    <a:pt x="697543" y="2993803"/>
                  </a:lnTo>
                  <a:lnTo>
                    <a:pt x="687855" y="2998122"/>
                  </a:lnTo>
                  <a:lnTo>
                    <a:pt x="678166" y="3003801"/>
                  </a:lnTo>
                  <a:lnTo>
                    <a:pt x="668478" y="3011228"/>
                  </a:lnTo>
                  <a:lnTo>
                    <a:pt x="658790" y="3018884"/>
                  </a:lnTo>
                  <a:lnTo>
                    <a:pt x="649102" y="3026462"/>
                  </a:lnTo>
                  <a:lnTo>
                    <a:pt x="639414" y="3027912"/>
                  </a:lnTo>
                  <a:lnTo>
                    <a:pt x="629726" y="3034558"/>
                  </a:lnTo>
                  <a:lnTo>
                    <a:pt x="620038" y="3036934"/>
                  </a:lnTo>
                  <a:lnTo>
                    <a:pt x="610350" y="3044024"/>
                  </a:lnTo>
                  <a:lnTo>
                    <a:pt x="600662" y="3048541"/>
                  </a:lnTo>
                  <a:lnTo>
                    <a:pt x="590974" y="3057006"/>
                  </a:lnTo>
                  <a:lnTo>
                    <a:pt x="581285" y="3059699"/>
                  </a:lnTo>
                  <a:lnTo>
                    <a:pt x="571597" y="3065773"/>
                  </a:lnTo>
                  <a:lnTo>
                    <a:pt x="561909" y="3071006"/>
                  </a:lnTo>
                  <a:lnTo>
                    <a:pt x="552221" y="3076207"/>
                  </a:lnTo>
                  <a:lnTo>
                    <a:pt x="542533" y="3081929"/>
                  </a:lnTo>
                  <a:lnTo>
                    <a:pt x="532845" y="3089122"/>
                  </a:lnTo>
                  <a:lnTo>
                    <a:pt x="523157" y="3093499"/>
                  </a:lnTo>
                  <a:lnTo>
                    <a:pt x="513469" y="3098098"/>
                  </a:lnTo>
                  <a:lnTo>
                    <a:pt x="503781" y="3103485"/>
                  </a:lnTo>
                  <a:lnTo>
                    <a:pt x="494093" y="3108968"/>
                  </a:lnTo>
                  <a:lnTo>
                    <a:pt x="484404" y="3114379"/>
                  </a:lnTo>
                  <a:lnTo>
                    <a:pt x="474716" y="3120177"/>
                  </a:lnTo>
                  <a:lnTo>
                    <a:pt x="465028" y="3130833"/>
                  </a:lnTo>
                  <a:lnTo>
                    <a:pt x="455340" y="3137059"/>
                  </a:lnTo>
                  <a:lnTo>
                    <a:pt x="445652" y="3141436"/>
                  </a:lnTo>
                  <a:lnTo>
                    <a:pt x="435964" y="3146897"/>
                  </a:lnTo>
                  <a:lnTo>
                    <a:pt x="426276" y="3153451"/>
                  </a:lnTo>
                  <a:lnTo>
                    <a:pt x="416588" y="3161387"/>
                  </a:lnTo>
                  <a:lnTo>
                    <a:pt x="406900" y="3164297"/>
                  </a:lnTo>
                  <a:lnTo>
                    <a:pt x="397212" y="3165892"/>
                  </a:lnTo>
                  <a:lnTo>
                    <a:pt x="387523" y="3172518"/>
                  </a:lnTo>
                  <a:lnTo>
                    <a:pt x="377835" y="3179271"/>
                  </a:lnTo>
                  <a:lnTo>
                    <a:pt x="368147" y="3186277"/>
                  </a:lnTo>
                  <a:lnTo>
                    <a:pt x="358459" y="3191285"/>
                  </a:lnTo>
                  <a:lnTo>
                    <a:pt x="348771" y="3193804"/>
                  </a:lnTo>
                  <a:lnTo>
                    <a:pt x="339083" y="3198962"/>
                  </a:lnTo>
                  <a:lnTo>
                    <a:pt x="329395" y="3205217"/>
                  </a:lnTo>
                  <a:lnTo>
                    <a:pt x="319707" y="3208472"/>
                  </a:lnTo>
                  <a:lnTo>
                    <a:pt x="310019" y="3213780"/>
                  </a:lnTo>
                  <a:lnTo>
                    <a:pt x="300331" y="3220276"/>
                  </a:lnTo>
                  <a:lnTo>
                    <a:pt x="290642" y="3226697"/>
                  </a:lnTo>
                  <a:lnTo>
                    <a:pt x="280954" y="3233638"/>
                  </a:lnTo>
                  <a:lnTo>
                    <a:pt x="271266" y="3242086"/>
                  </a:lnTo>
                  <a:lnTo>
                    <a:pt x="261578" y="3247696"/>
                  </a:lnTo>
                  <a:lnTo>
                    <a:pt x="251890" y="3254647"/>
                  </a:lnTo>
                  <a:lnTo>
                    <a:pt x="242202" y="3259596"/>
                  </a:lnTo>
                  <a:lnTo>
                    <a:pt x="232514" y="3267264"/>
                  </a:lnTo>
                  <a:lnTo>
                    <a:pt x="222826" y="3271404"/>
                  </a:lnTo>
                  <a:lnTo>
                    <a:pt x="213138" y="3277503"/>
                  </a:lnTo>
                  <a:lnTo>
                    <a:pt x="203450" y="3288254"/>
                  </a:lnTo>
                  <a:lnTo>
                    <a:pt x="193761" y="3297234"/>
                  </a:lnTo>
                  <a:lnTo>
                    <a:pt x="184073" y="3303400"/>
                  </a:lnTo>
                  <a:lnTo>
                    <a:pt x="174385" y="3308930"/>
                  </a:lnTo>
                  <a:lnTo>
                    <a:pt x="164697" y="3316362"/>
                  </a:lnTo>
                  <a:lnTo>
                    <a:pt x="155009" y="3323402"/>
                  </a:lnTo>
                  <a:lnTo>
                    <a:pt x="145321" y="3329733"/>
                  </a:lnTo>
                  <a:lnTo>
                    <a:pt x="135633" y="3335680"/>
                  </a:lnTo>
                  <a:lnTo>
                    <a:pt x="125945" y="3342980"/>
                  </a:lnTo>
                  <a:lnTo>
                    <a:pt x="116257" y="3349517"/>
                  </a:lnTo>
                  <a:lnTo>
                    <a:pt x="106569" y="3356101"/>
                  </a:lnTo>
                  <a:lnTo>
                    <a:pt x="96880" y="3365221"/>
                  </a:lnTo>
                  <a:lnTo>
                    <a:pt x="87192" y="3373107"/>
                  </a:lnTo>
                  <a:lnTo>
                    <a:pt x="77504" y="3381306"/>
                  </a:lnTo>
                  <a:lnTo>
                    <a:pt x="67816" y="3388594"/>
                  </a:lnTo>
                  <a:lnTo>
                    <a:pt x="58128" y="3396454"/>
                  </a:lnTo>
                  <a:lnTo>
                    <a:pt x="48440" y="3405576"/>
                  </a:lnTo>
                  <a:lnTo>
                    <a:pt x="38752" y="3414408"/>
                  </a:lnTo>
                  <a:lnTo>
                    <a:pt x="29064" y="3421749"/>
                  </a:lnTo>
                  <a:lnTo>
                    <a:pt x="19376" y="3427278"/>
                  </a:lnTo>
                  <a:lnTo>
                    <a:pt x="9688" y="3436213"/>
                  </a:lnTo>
                  <a:lnTo>
                    <a:pt x="0" y="3441825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502457" y="1336357"/>
              <a:ext cx="2509217" cy="2060331"/>
            </a:xfrm>
            <a:custGeom>
              <a:avLst/>
              <a:pathLst>
                <a:path w="2509217" h="2060331">
                  <a:moveTo>
                    <a:pt x="0" y="2060331"/>
                  </a:moveTo>
                  <a:lnTo>
                    <a:pt x="9688" y="2055829"/>
                  </a:lnTo>
                  <a:lnTo>
                    <a:pt x="19376" y="2052892"/>
                  </a:lnTo>
                  <a:lnTo>
                    <a:pt x="29064" y="2049839"/>
                  </a:lnTo>
                  <a:lnTo>
                    <a:pt x="38752" y="2045732"/>
                  </a:lnTo>
                  <a:lnTo>
                    <a:pt x="48440" y="2041669"/>
                  </a:lnTo>
                  <a:lnTo>
                    <a:pt x="58128" y="2037606"/>
                  </a:lnTo>
                  <a:lnTo>
                    <a:pt x="67816" y="2034874"/>
                  </a:lnTo>
                  <a:lnTo>
                    <a:pt x="77504" y="2036403"/>
                  </a:lnTo>
                  <a:lnTo>
                    <a:pt x="87192" y="2037832"/>
                  </a:lnTo>
                  <a:lnTo>
                    <a:pt x="96880" y="2035223"/>
                  </a:lnTo>
                  <a:lnTo>
                    <a:pt x="106569" y="2030363"/>
                  </a:lnTo>
                  <a:lnTo>
                    <a:pt x="116257" y="2016285"/>
                  </a:lnTo>
                  <a:lnTo>
                    <a:pt x="125945" y="2009154"/>
                  </a:lnTo>
                  <a:lnTo>
                    <a:pt x="135633" y="2005089"/>
                  </a:lnTo>
                  <a:lnTo>
                    <a:pt x="145321" y="2000280"/>
                  </a:lnTo>
                  <a:lnTo>
                    <a:pt x="155009" y="1996264"/>
                  </a:lnTo>
                  <a:lnTo>
                    <a:pt x="164697" y="1987391"/>
                  </a:lnTo>
                  <a:lnTo>
                    <a:pt x="174385" y="1977996"/>
                  </a:lnTo>
                  <a:lnTo>
                    <a:pt x="184073" y="1978879"/>
                  </a:lnTo>
                  <a:lnTo>
                    <a:pt x="193761" y="1978531"/>
                  </a:lnTo>
                  <a:lnTo>
                    <a:pt x="203450" y="1972120"/>
                  </a:lnTo>
                  <a:lnTo>
                    <a:pt x="213138" y="1965902"/>
                  </a:lnTo>
                  <a:lnTo>
                    <a:pt x="222826" y="1960047"/>
                  </a:lnTo>
                  <a:lnTo>
                    <a:pt x="232514" y="1954638"/>
                  </a:lnTo>
                  <a:lnTo>
                    <a:pt x="242202" y="1953264"/>
                  </a:lnTo>
                  <a:lnTo>
                    <a:pt x="251890" y="1954226"/>
                  </a:lnTo>
                  <a:lnTo>
                    <a:pt x="261578" y="1949994"/>
                  </a:lnTo>
                  <a:lnTo>
                    <a:pt x="271266" y="1944261"/>
                  </a:lnTo>
                  <a:lnTo>
                    <a:pt x="280954" y="1939153"/>
                  </a:lnTo>
                  <a:lnTo>
                    <a:pt x="290642" y="1932668"/>
                  </a:lnTo>
                  <a:lnTo>
                    <a:pt x="300331" y="1927640"/>
                  </a:lnTo>
                  <a:lnTo>
                    <a:pt x="310019" y="1920117"/>
                  </a:lnTo>
                  <a:lnTo>
                    <a:pt x="319707" y="1912612"/>
                  </a:lnTo>
                  <a:lnTo>
                    <a:pt x="329395" y="1908467"/>
                  </a:lnTo>
                  <a:lnTo>
                    <a:pt x="339083" y="1903570"/>
                  </a:lnTo>
                  <a:lnTo>
                    <a:pt x="348771" y="1894023"/>
                  </a:lnTo>
                  <a:lnTo>
                    <a:pt x="358459" y="1890936"/>
                  </a:lnTo>
                  <a:lnTo>
                    <a:pt x="368147" y="1885826"/>
                  </a:lnTo>
                  <a:lnTo>
                    <a:pt x="377835" y="1880524"/>
                  </a:lnTo>
                  <a:lnTo>
                    <a:pt x="387523" y="1876957"/>
                  </a:lnTo>
                  <a:lnTo>
                    <a:pt x="397212" y="1874271"/>
                  </a:lnTo>
                  <a:lnTo>
                    <a:pt x="406900" y="1869681"/>
                  </a:lnTo>
                  <a:lnTo>
                    <a:pt x="416588" y="1862906"/>
                  </a:lnTo>
                  <a:lnTo>
                    <a:pt x="426276" y="1856918"/>
                  </a:lnTo>
                  <a:lnTo>
                    <a:pt x="435964" y="1853936"/>
                  </a:lnTo>
                  <a:lnTo>
                    <a:pt x="445652" y="1846243"/>
                  </a:lnTo>
                  <a:lnTo>
                    <a:pt x="455340" y="1835669"/>
                  </a:lnTo>
                  <a:lnTo>
                    <a:pt x="465028" y="1828874"/>
                  </a:lnTo>
                  <a:lnTo>
                    <a:pt x="474716" y="1823078"/>
                  </a:lnTo>
                  <a:lnTo>
                    <a:pt x="484404" y="1820800"/>
                  </a:lnTo>
                  <a:lnTo>
                    <a:pt x="494093" y="1810573"/>
                  </a:lnTo>
                  <a:lnTo>
                    <a:pt x="503781" y="1805327"/>
                  </a:lnTo>
                  <a:lnTo>
                    <a:pt x="513469" y="1800144"/>
                  </a:lnTo>
                  <a:lnTo>
                    <a:pt x="523157" y="1794883"/>
                  </a:lnTo>
                  <a:lnTo>
                    <a:pt x="532845" y="1788059"/>
                  </a:lnTo>
                  <a:lnTo>
                    <a:pt x="542533" y="1783287"/>
                  </a:lnTo>
                  <a:lnTo>
                    <a:pt x="552221" y="1778891"/>
                  </a:lnTo>
                  <a:lnTo>
                    <a:pt x="561909" y="1774824"/>
                  </a:lnTo>
                  <a:lnTo>
                    <a:pt x="571597" y="1770847"/>
                  </a:lnTo>
                  <a:lnTo>
                    <a:pt x="581285" y="1763933"/>
                  </a:lnTo>
                  <a:lnTo>
                    <a:pt x="590974" y="1752061"/>
                  </a:lnTo>
                  <a:lnTo>
                    <a:pt x="600662" y="1737048"/>
                  </a:lnTo>
                  <a:lnTo>
                    <a:pt x="610350" y="1729663"/>
                  </a:lnTo>
                  <a:lnTo>
                    <a:pt x="620038" y="1718383"/>
                  </a:lnTo>
                  <a:lnTo>
                    <a:pt x="629726" y="1709744"/>
                  </a:lnTo>
                  <a:lnTo>
                    <a:pt x="639414" y="1705298"/>
                  </a:lnTo>
                  <a:lnTo>
                    <a:pt x="649102" y="1692371"/>
                  </a:lnTo>
                  <a:lnTo>
                    <a:pt x="658790" y="1679639"/>
                  </a:lnTo>
                  <a:lnTo>
                    <a:pt x="668478" y="1669818"/>
                  </a:lnTo>
                  <a:lnTo>
                    <a:pt x="678166" y="1657038"/>
                  </a:lnTo>
                  <a:lnTo>
                    <a:pt x="687855" y="1644341"/>
                  </a:lnTo>
                  <a:lnTo>
                    <a:pt x="697543" y="1636819"/>
                  </a:lnTo>
                  <a:lnTo>
                    <a:pt x="707231" y="1630239"/>
                  </a:lnTo>
                  <a:lnTo>
                    <a:pt x="716919" y="1621341"/>
                  </a:lnTo>
                  <a:lnTo>
                    <a:pt x="726607" y="1612803"/>
                  </a:lnTo>
                  <a:lnTo>
                    <a:pt x="736295" y="1601643"/>
                  </a:lnTo>
                  <a:lnTo>
                    <a:pt x="745983" y="1590508"/>
                  </a:lnTo>
                  <a:lnTo>
                    <a:pt x="755671" y="1579649"/>
                  </a:lnTo>
                  <a:lnTo>
                    <a:pt x="765359" y="1570534"/>
                  </a:lnTo>
                  <a:lnTo>
                    <a:pt x="775047" y="1564566"/>
                  </a:lnTo>
                  <a:lnTo>
                    <a:pt x="784736" y="1560723"/>
                  </a:lnTo>
                  <a:lnTo>
                    <a:pt x="794424" y="1554441"/>
                  </a:lnTo>
                  <a:lnTo>
                    <a:pt x="804112" y="1544200"/>
                  </a:lnTo>
                  <a:lnTo>
                    <a:pt x="813800" y="1534115"/>
                  </a:lnTo>
                  <a:lnTo>
                    <a:pt x="823488" y="1526258"/>
                  </a:lnTo>
                  <a:lnTo>
                    <a:pt x="833176" y="1519372"/>
                  </a:lnTo>
                  <a:lnTo>
                    <a:pt x="842864" y="1507622"/>
                  </a:lnTo>
                  <a:lnTo>
                    <a:pt x="852552" y="1496493"/>
                  </a:lnTo>
                  <a:lnTo>
                    <a:pt x="862240" y="1487149"/>
                  </a:lnTo>
                  <a:lnTo>
                    <a:pt x="871928" y="1474276"/>
                  </a:lnTo>
                  <a:lnTo>
                    <a:pt x="881617" y="1455972"/>
                  </a:lnTo>
                  <a:lnTo>
                    <a:pt x="891305" y="1438793"/>
                  </a:lnTo>
                  <a:lnTo>
                    <a:pt x="900993" y="1433066"/>
                  </a:lnTo>
                  <a:lnTo>
                    <a:pt x="910681" y="1427371"/>
                  </a:lnTo>
                  <a:lnTo>
                    <a:pt x="920369" y="1414288"/>
                  </a:lnTo>
                  <a:lnTo>
                    <a:pt x="930057" y="1401560"/>
                  </a:lnTo>
                  <a:lnTo>
                    <a:pt x="939745" y="1398520"/>
                  </a:lnTo>
                  <a:lnTo>
                    <a:pt x="949433" y="1384580"/>
                  </a:lnTo>
                  <a:lnTo>
                    <a:pt x="959121" y="1370738"/>
                  </a:lnTo>
                  <a:lnTo>
                    <a:pt x="968809" y="1357328"/>
                  </a:lnTo>
                  <a:lnTo>
                    <a:pt x="978498" y="1349728"/>
                  </a:lnTo>
                  <a:lnTo>
                    <a:pt x="988186" y="1342044"/>
                  </a:lnTo>
                  <a:lnTo>
                    <a:pt x="997874" y="1330244"/>
                  </a:lnTo>
                  <a:lnTo>
                    <a:pt x="1007562" y="1318297"/>
                  </a:lnTo>
                  <a:lnTo>
                    <a:pt x="1017250" y="1305887"/>
                  </a:lnTo>
                  <a:lnTo>
                    <a:pt x="1026938" y="1293583"/>
                  </a:lnTo>
                  <a:lnTo>
                    <a:pt x="1036626" y="1280872"/>
                  </a:lnTo>
                  <a:lnTo>
                    <a:pt x="1046314" y="1267261"/>
                  </a:lnTo>
                  <a:lnTo>
                    <a:pt x="1056002" y="1256899"/>
                  </a:lnTo>
                  <a:lnTo>
                    <a:pt x="1065690" y="1244648"/>
                  </a:lnTo>
                  <a:lnTo>
                    <a:pt x="1075379" y="1232882"/>
                  </a:lnTo>
                  <a:lnTo>
                    <a:pt x="1085067" y="1219094"/>
                  </a:lnTo>
                  <a:lnTo>
                    <a:pt x="1094755" y="1208739"/>
                  </a:lnTo>
                  <a:lnTo>
                    <a:pt x="1104443" y="1200509"/>
                  </a:lnTo>
                  <a:lnTo>
                    <a:pt x="1114131" y="1192215"/>
                  </a:lnTo>
                  <a:lnTo>
                    <a:pt x="1123819" y="1180972"/>
                  </a:lnTo>
                  <a:lnTo>
                    <a:pt x="1133507" y="1169770"/>
                  </a:lnTo>
                  <a:lnTo>
                    <a:pt x="1143195" y="1158608"/>
                  </a:lnTo>
                  <a:lnTo>
                    <a:pt x="1152883" y="1147487"/>
                  </a:lnTo>
                  <a:lnTo>
                    <a:pt x="1162571" y="1137209"/>
                  </a:lnTo>
                  <a:lnTo>
                    <a:pt x="1172260" y="1131325"/>
                  </a:lnTo>
                  <a:lnTo>
                    <a:pt x="1181948" y="1125546"/>
                  </a:lnTo>
                  <a:lnTo>
                    <a:pt x="1191636" y="1119788"/>
                  </a:lnTo>
                  <a:lnTo>
                    <a:pt x="1201324" y="1106914"/>
                  </a:lnTo>
                  <a:lnTo>
                    <a:pt x="1211012" y="1097062"/>
                  </a:lnTo>
                  <a:lnTo>
                    <a:pt x="1220700" y="1087213"/>
                  </a:lnTo>
                  <a:lnTo>
                    <a:pt x="1230388" y="1074897"/>
                  </a:lnTo>
                  <a:lnTo>
                    <a:pt x="1240076" y="1062637"/>
                  </a:lnTo>
                  <a:lnTo>
                    <a:pt x="1249764" y="1050350"/>
                  </a:lnTo>
                  <a:lnTo>
                    <a:pt x="1259452" y="1038100"/>
                  </a:lnTo>
                  <a:lnTo>
                    <a:pt x="1269141" y="1026740"/>
                  </a:lnTo>
                  <a:lnTo>
                    <a:pt x="1278829" y="1017101"/>
                  </a:lnTo>
                  <a:lnTo>
                    <a:pt x="1288517" y="1007500"/>
                  </a:lnTo>
                  <a:lnTo>
                    <a:pt x="1298205" y="994676"/>
                  </a:lnTo>
                  <a:lnTo>
                    <a:pt x="1307893" y="981308"/>
                  </a:lnTo>
                  <a:lnTo>
                    <a:pt x="1317581" y="973654"/>
                  </a:lnTo>
                  <a:lnTo>
                    <a:pt x="1327269" y="962143"/>
                  </a:lnTo>
                  <a:lnTo>
                    <a:pt x="1336957" y="951491"/>
                  </a:lnTo>
                  <a:lnTo>
                    <a:pt x="1346645" y="943505"/>
                  </a:lnTo>
                  <a:lnTo>
                    <a:pt x="1356333" y="935393"/>
                  </a:lnTo>
                  <a:lnTo>
                    <a:pt x="1366022" y="923718"/>
                  </a:lnTo>
                  <a:lnTo>
                    <a:pt x="1375710" y="912106"/>
                  </a:lnTo>
                  <a:lnTo>
                    <a:pt x="1385398" y="900558"/>
                  </a:lnTo>
                  <a:lnTo>
                    <a:pt x="1395086" y="889086"/>
                  </a:lnTo>
                  <a:lnTo>
                    <a:pt x="1404774" y="877693"/>
                  </a:lnTo>
                  <a:lnTo>
                    <a:pt x="1414462" y="866365"/>
                  </a:lnTo>
                  <a:lnTo>
                    <a:pt x="1424150" y="855100"/>
                  </a:lnTo>
                  <a:lnTo>
                    <a:pt x="1433838" y="847733"/>
                  </a:lnTo>
                  <a:lnTo>
                    <a:pt x="1443526" y="833823"/>
                  </a:lnTo>
                  <a:lnTo>
                    <a:pt x="1453214" y="824065"/>
                  </a:lnTo>
                  <a:lnTo>
                    <a:pt x="1462903" y="813448"/>
                  </a:lnTo>
                  <a:lnTo>
                    <a:pt x="1472591" y="802357"/>
                  </a:lnTo>
                  <a:lnTo>
                    <a:pt x="1482279" y="794332"/>
                  </a:lnTo>
                  <a:lnTo>
                    <a:pt x="1491967" y="785559"/>
                  </a:lnTo>
                  <a:lnTo>
                    <a:pt x="1501655" y="776060"/>
                  </a:lnTo>
                  <a:lnTo>
                    <a:pt x="1511343" y="766611"/>
                  </a:lnTo>
                  <a:lnTo>
                    <a:pt x="1521031" y="757214"/>
                  </a:lnTo>
                  <a:lnTo>
                    <a:pt x="1530719" y="746562"/>
                  </a:lnTo>
                  <a:lnTo>
                    <a:pt x="1540407" y="734985"/>
                  </a:lnTo>
                  <a:lnTo>
                    <a:pt x="1550095" y="723407"/>
                  </a:lnTo>
                  <a:lnTo>
                    <a:pt x="1559784" y="712830"/>
                  </a:lnTo>
                  <a:lnTo>
                    <a:pt x="1569472" y="703362"/>
                  </a:lnTo>
                  <a:lnTo>
                    <a:pt x="1579160" y="692725"/>
                  </a:lnTo>
                  <a:lnTo>
                    <a:pt x="1588848" y="682770"/>
                  </a:lnTo>
                  <a:lnTo>
                    <a:pt x="1598536" y="672459"/>
                  </a:lnTo>
                  <a:lnTo>
                    <a:pt x="1608224" y="663953"/>
                  </a:lnTo>
                  <a:lnTo>
                    <a:pt x="1617912" y="651595"/>
                  </a:lnTo>
                  <a:lnTo>
                    <a:pt x="1627600" y="642430"/>
                  </a:lnTo>
                  <a:lnTo>
                    <a:pt x="1637288" y="630173"/>
                  </a:lnTo>
                  <a:lnTo>
                    <a:pt x="1646976" y="619982"/>
                  </a:lnTo>
                  <a:lnTo>
                    <a:pt x="1656665" y="609112"/>
                  </a:lnTo>
                  <a:lnTo>
                    <a:pt x="1666353" y="599841"/>
                  </a:lnTo>
                  <a:lnTo>
                    <a:pt x="1676041" y="589880"/>
                  </a:lnTo>
                  <a:lnTo>
                    <a:pt x="1685729" y="579457"/>
                  </a:lnTo>
                  <a:lnTo>
                    <a:pt x="1695417" y="568471"/>
                  </a:lnTo>
                  <a:lnTo>
                    <a:pt x="1705105" y="558528"/>
                  </a:lnTo>
                  <a:lnTo>
                    <a:pt x="1714793" y="548991"/>
                  </a:lnTo>
                  <a:lnTo>
                    <a:pt x="1724481" y="539954"/>
                  </a:lnTo>
                  <a:lnTo>
                    <a:pt x="1734169" y="530982"/>
                  </a:lnTo>
                  <a:lnTo>
                    <a:pt x="1743857" y="522080"/>
                  </a:lnTo>
                  <a:lnTo>
                    <a:pt x="1753546" y="512858"/>
                  </a:lnTo>
                  <a:lnTo>
                    <a:pt x="1763234" y="503584"/>
                  </a:lnTo>
                  <a:lnTo>
                    <a:pt x="1772922" y="494364"/>
                  </a:lnTo>
                  <a:lnTo>
                    <a:pt x="1782610" y="485196"/>
                  </a:lnTo>
                  <a:lnTo>
                    <a:pt x="1792298" y="476109"/>
                  </a:lnTo>
                  <a:lnTo>
                    <a:pt x="1801986" y="467107"/>
                  </a:lnTo>
                  <a:lnTo>
                    <a:pt x="1811674" y="458705"/>
                  </a:lnTo>
                  <a:lnTo>
                    <a:pt x="1821362" y="450934"/>
                  </a:lnTo>
                  <a:lnTo>
                    <a:pt x="1831050" y="443226"/>
                  </a:lnTo>
                  <a:lnTo>
                    <a:pt x="1840738" y="435573"/>
                  </a:lnTo>
                  <a:lnTo>
                    <a:pt x="1850427" y="427974"/>
                  </a:lnTo>
                  <a:lnTo>
                    <a:pt x="1860115" y="420359"/>
                  </a:lnTo>
                  <a:lnTo>
                    <a:pt x="1869803" y="412357"/>
                  </a:lnTo>
                  <a:lnTo>
                    <a:pt x="1879491" y="404753"/>
                  </a:lnTo>
                  <a:lnTo>
                    <a:pt x="1889179" y="398250"/>
                  </a:lnTo>
                  <a:lnTo>
                    <a:pt x="1898867" y="390926"/>
                  </a:lnTo>
                  <a:lnTo>
                    <a:pt x="1908555" y="383656"/>
                  </a:lnTo>
                  <a:lnTo>
                    <a:pt x="1918243" y="375996"/>
                  </a:lnTo>
                  <a:lnTo>
                    <a:pt x="1927931" y="368102"/>
                  </a:lnTo>
                  <a:lnTo>
                    <a:pt x="1937619" y="360272"/>
                  </a:lnTo>
                  <a:lnTo>
                    <a:pt x="1947308" y="351593"/>
                  </a:lnTo>
                  <a:lnTo>
                    <a:pt x="1956996" y="342698"/>
                  </a:lnTo>
                  <a:lnTo>
                    <a:pt x="1966684" y="335209"/>
                  </a:lnTo>
                  <a:lnTo>
                    <a:pt x="1976372" y="326290"/>
                  </a:lnTo>
                  <a:lnTo>
                    <a:pt x="1986060" y="319353"/>
                  </a:lnTo>
                  <a:lnTo>
                    <a:pt x="1995748" y="312588"/>
                  </a:lnTo>
                  <a:lnTo>
                    <a:pt x="2005436" y="305875"/>
                  </a:lnTo>
                  <a:lnTo>
                    <a:pt x="2015124" y="299366"/>
                  </a:lnTo>
                  <a:lnTo>
                    <a:pt x="2024812" y="292700"/>
                  </a:lnTo>
                  <a:lnTo>
                    <a:pt x="2034500" y="286013"/>
                  </a:lnTo>
                  <a:lnTo>
                    <a:pt x="2044188" y="279483"/>
                  </a:lnTo>
                  <a:lnTo>
                    <a:pt x="2053877" y="271730"/>
                  </a:lnTo>
                  <a:lnTo>
                    <a:pt x="2063565" y="265215"/>
                  </a:lnTo>
                  <a:lnTo>
                    <a:pt x="2073253" y="259872"/>
                  </a:lnTo>
                  <a:lnTo>
                    <a:pt x="2082941" y="252951"/>
                  </a:lnTo>
                  <a:lnTo>
                    <a:pt x="2092629" y="245586"/>
                  </a:lnTo>
                  <a:lnTo>
                    <a:pt x="2102317" y="238290"/>
                  </a:lnTo>
                  <a:lnTo>
                    <a:pt x="2112005" y="231065"/>
                  </a:lnTo>
                  <a:lnTo>
                    <a:pt x="2121693" y="224297"/>
                  </a:lnTo>
                  <a:lnTo>
                    <a:pt x="2131381" y="217842"/>
                  </a:lnTo>
                  <a:lnTo>
                    <a:pt x="2141069" y="211455"/>
                  </a:lnTo>
                  <a:lnTo>
                    <a:pt x="2150758" y="205123"/>
                  </a:lnTo>
                  <a:lnTo>
                    <a:pt x="2160446" y="198848"/>
                  </a:lnTo>
                  <a:lnTo>
                    <a:pt x="2170134" y="192628"/>
                  </a:lnTo>
                  <a:lnTo>
                    <a:pt x="2179822" y="186463"/>
                  </a:lnTo>
                  <a:lnTo>
                    <a:pt x="2189510" y="180323"/>
                  </a:lnTo>
                  <a:lnTo>
                    <a:pt x="2199198" y="173943"/>
                  </a:lnTo>
                  <a:lnTo>
                    <a:pt x="2208886" y="167627"/>
                  </a:lnTo>
                  <a:lnTo>
                    <a:pt x="2218574" y="161383"/>
                  </a:lnTo>
                  <a:lnTo>
                    <a:pt x="2228262" y="155569"/>
                  </a:lnTo>
                  <a:lnTo>
                    <a:pt x="2237950" y="150191"/>
                  </a:lnTo>
                  <a:lnTo>
                    <a:pt x="2247639" y="144848"/>
                  </a:lnTo>
                  <a:lnTo>
                    <a:pt x="2257327" y="139110"/>
                  </a:lnTo>
                  <a:lnTo>
                    <a:pt x="2267015" y="133424"/>
                  </a:lnTo>
                  <a:lnTo>
                    <a:pt x="2276703" y="127736"/>
                  </a:lnTo>
                  <a:lnTo>
                    <a:pt x="2286391" y="121669"/>
                  </a:lnTo>
                  <a:lnTo>
                    <a:pt x="2296079" y="115554"/>
                  </a:lnTo>
                  <a:lnTo>
                    <a:pt x="2305767" y="109839"/>
                  </a:lnTo>
                  <a:lnTo>
                    <a:pt x="2315455" y="104932"/>
                  </a:lnTo>
                  <a:lnTo>
                    <a:pt x="2325143" y="98656"/>
                  </a:lnTo>
                  <a:lnTo>
                    <a:pt x="2334831" y="92449"/>
                  </a:lnTo>
                  <a:lnTo>
                    <a:pt x="2344520" y="86439"/>
                  </a:lnTo>
                  <a:lnTo>
                    <a:pt x="2354208" y="80934"/>
                  </a:lnTo>
                  <a:lnTo>
                    <a:pt x="2363896" y="75662"/>
                  </a:lnTo>
                  <a:lnTo>
                    <a:pt x="2373584" y="70441"/>
                  </a:lnTo>
                  <a:lnTo>
                    <a:pt x="2383272" y="65276"/>
                  </a:lnTo>
                  <a:lnTo>
                    <a:pt x="2392960" y="60177"/>
                  </a:lnTo>
                  <a:lnTo>
                    <a:pt x="2402648" y="55127"/>
                  </a:lnTo>
                  <a:lnTo>
                    <a:pt x="2412336" y="50522"/>
                  </a:lnTo>
                  <a:lnTo>
                    <a:pt x="2422024" y="46002"/>
                  </a:lnTo>
                  <a:lnTo>
                    <a:pt x="2431712" y="41523"/>
                  </a:lnTo>
                  <a:lnTo>
                    <a:pt x="2441401" y="36618"/>
                  </a:lnTo>
                  <a:lnTo>
                    <a:pt x="2451089" y="31289"/>
                  </a:lnTo>
                  <a:lnTo>
                    <a:pt x="2460777" y="25787"/>
                  </a:lnTo>
                  <a:lnTo>
                    <a:pt x="2470465" y="20777"/>
                  </a:lnTo>
                  <a:lnTo>
                    <a:pt x="2480153" y="15595"/>
                  </a:lnTo>
                  <a:lnTo>
                    <a:pt x="2489841" y="10475"/>
                  </a:lnTo>
                  <a:lnTo>
                    <a:pt x="2499529" y="5364"/>
                  </a:lnTo>
                  <a:lnTo>
                    <a:pt x="25092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3502457" y="4049319"/>
              <a:ext cx="2509217" cy="728864"/>
            </a:xfrm>
            <a:custGeom>
              <a:avLst/>
              <a:pathLst>
                <a:path w="2509217" h="728864">
                  <a:moveTo>
                    <a:pt x="2509217" y="18134"/>
                  </a:moveTo>
                  <a:lnTo>
                    <a:pt x="2499529" y="20225"/>
                  </a:lnTo>
                  <a:lnTo>
                    <a:pt x="2489841" y="22216"/>
                  </a:lnTo>
                  <a:lnTo>
                    <a:pt x="2480153" y="24206"/>
                  </a:lnTo>
                  <a:lnTo>
                    <a:pt x="2470465" y="26194"/>
                  </a:lnTo>
                  <a:lnTo>
                    <a:pt x="2460777" y="24076"/>
                  </a:lnTo>
                  <a:lnTo>
                    <a:pt x="2451089" y="26483"/>
                  </a:lnTo>
                  <a:lnTo>
                    <a:pt x="2441401" y="26188"/>
                  </a:lnTo>
                  <a:lnTo>
                    <a:pt x="2431712" y="24294"/>
                  </a:lnTo>
                  <a:lnTo>
                    <a:pt x="2422024" y="22370"/>
                  </a:lnTo>
                  <a:lnTo>
                    <a:pt x="2412336" y="20445"/>
                  </a:lnTo>
                  <a:lnTo>
                    <a:pt x="2402648" y="18784"/>
                  </a:lnTo>
                  <a:lnTo>
                    <a:pt x="2392960" y="19747"/>
                  </a:lnTo>
                  <a:lnTo>
                    <a:pt x="2383272" y="20545"/>
                  </a:lnTo>
                  <a:lnTo>
                    <a:pt x="2373584" y="19019"/>
                  </a:lnTo>
                  <a:lnTo>
                    <a:pt x="2363896" y="17493"/>
                  </a:lnTo>
                  <a:lnTo>
                    <a:pt x="2354208" y="16910"/>
                  </a:lnTo>
                  <a:lnTo>
                    <a:pt x="2344520" y="18252"/>
                  </a:lnTo>
                  <a:lnTo>
                    <a:pt x="2334831" y="19593"/>
                  </a:lnTo>
                  <a:lnTo>
                    <a:pt x="2325143" y="20934"/>
                  </a:lnTo>
                  <a:lnTo>
                    <a:pt x="2315455" y="22251"/>
                  </a:lnTo>
                  <a:lnTo>
                    <a:pt x="2305767" y="23522"/>
                  </a:lnTo>
                  <a:lnTo>
                    <a:pt x="2296079" y="23591"/>
                  </a:lnTo>
                  <a:lnTo>
                    <a:pt x="2286391" y="21958"/>
                  </a:lnTo>
                  <a:lnTo>
                    <a:pt x="2276703" y="20471"/>
                  </a:lnTo>
                  <a:lnTo>
                    <a:pt x="2267015" y="21248"/>
                  </a:lnTo>
                  <a:lnTo>
                    <a:pt x="2257327" y="22026"/>
                  </a:lnTo>
                  <a:lnTo>
                    <a:pt x="2247639" y="22803"/>
                  </a:lnTo>
                  <a:lnTo>
                    <a:pt x="2237950" y="23580"/>
                  </a:lnTo>
                  <a:lnTo>
                    <a:pt x="2228262" y="24308"/>
                  </a:lnTo>
                  <a:lnTo>
                    <a:pt x="2218574" y="24962"/>
                  </a:lnTo>
                  <a:lnTo>
                    <a:pt x="2208886" y="25110"/>
                  </a:lnTo>
                  <a:lnTo>
                    <a:pt x="2199198" y="21624"/>
                  </a:lnTo>
                  <a:lnTo>
                    <a:pt x="2189510" y="18135"/>
                  </a:lnTo>
                  <a:lnTo>
                    <a:pt x="2179822" y="14574"/>
                  </a:lnTo>
                  <a:lnTo>
                    <a:pt x="2170134" y="10970"/>
                  </a:lnTo>
                  <a:lnTo>
                    <a:pt x="2160446" y="7362"/>
                  </a:lnTo>
                  <a:lnTo>
                    <a:pt x="2150758" y="7351"/>
                  </a:lnTo>
                  <a:lnTo>
                    <a:pt x="2141069" y="7358"/>
                  </a:lnTo>
                  <a:lnTo>
                    <a:pt x="2131381" y="7364"/>
                  </a:lnTo>
                  <a:lnTo>
                    <a:pt x="2121693" y="4194"/>
                  </a:lnTo>
                  <a:lnTo>
                    <a:pt x="2112005" y="754"/>
                  </a:lnTo>
                  <a:lnTo>
                    <a:pt x="2102317" y="282"/>
                  </a:lnTo>
                  <a:lnTo>
                    <a:pt x="2092629" y="1616"/>
                  </a:lnTo>
                  <a:lnTo>
                    <a:pt x="2082941" y="2949"/>
                  </a:lnTo>
                  <a:lnTo>
                    <a:pt x="2073253" y="4282"/>
                  </a:lnTo>
                  <a:lnTo>
                    <a:pt x="2063565" y="5615"/>
                  </a:lnTo>
                  <a:lnTo>
                    <a:pt x="2053877" y="6947"/>
                  </a:lnTo>
                  <a:lnTo>
                    <a:pt x="2044188" y="8229"/>
                  </a:lnTo>
                  <a:lnTo>
                    <a:pt x="2034500" y="8343"/>
                  </a:lnTo>
                  <a:lnTo>
                    <a:pt x="2024812" y="6761"/>
                  </a:lnTo>
                  <a:lnTo>
                    <a:pt x="2015124" y="4123"/>
                  </a:lnTo>
                  <a:lnTo>
                    <a:pt x="2005436" y="1093"/>
                  </a:lnTo>
                  <a:lnTo>
                    <a:pt x="1995748" y="0"/>
                  </a:lnTo>
                  <a:lnTo>
                    <a:pt x="1986060" y="697"/>
                  </a:lnTo>
                  <a:lnTo>
                    <a:pt x="1976372" y="3774"/>
                  </a:lnTo>
                  <a:lnTo>
                    <a:pt x="1966684" y="2298"/>
                  </a:lnTo>
                  <a:lnTo>
                    <a:pt x="1956996" y="4349"/>
                  </a:lnTo>
                  <a:lnTo>
                    <a:pt x="1947308" y="6349"/>
                  </a:lnTo>
                  <a:lnTo>
                    <a:pt x="1937619" y="8348"/>
                  </a:lnTo>
                  <a:lnTo>
                    <a:pt x="1927931" y="8725"/>
                  </a:lnTo>
                  <a:lnTo>
                    <a:pt x="1918243" y="6557"/>
                  </a:lnTo>
                  <a:lnTo>
                    <a:pt x="1908555" y="4386"/>
                  </a:lnTo>
                  <a:lnTo>
                    <a:pt x="1898867" y="3464"/>
                  </a:lnTo>
                  <a:lnTo>
                    <a:pt x="1889179" y="4754"/>
                  </a:lnTo>
                  <a:lnTo>
                    <a:pt x="1879491" y="5971"/>
                  </a:lnTo>
                  <a:lnTo>
                    <a:pt x="1869803" y="4075"/>
                  </a:lnTo>
                  <a:lnTo>
                    <a:pt x="1860115" y="6601"/>
                  </a:lnTo>
                  <a:lnTo>
                    <a:pt x="1850427" y="9435"/>
                  </a:lnTo>
                  <a:lnTo>
                    <a:pt x="1840738" y="10283"/>
                  </a:lnTo>
                  <a:lnTo>
                    <a:pt x="1831050" y="10411"/>
                  </a:lnTo>
                  <a:lnTo>
                    <a:pt x="1821362" y="10538"/>
                  </a:lnTo>
                  <a:lnTo>
                    <a:pt x="1811674" y="10665"/>
                  </a:lnTo>
                  <a:lnTo>
                    <a:pt x="1801986" y="10780"/>
                  </a:lnTo>
                  <a:lnTo>
                    <a:pt x="1792298" y="10862"/>
                  </a:lnTo>
                  <a:lnTo>
                    <a:pt x="1782610" y="10945"/>
                  </a:lnTo>
                  <a:lnTo>
                    <a:pt x="1772922" y="11028"/>
                  </a:lnTo>
                  <a:lnTo>
                    <a:pt x="1763234" y="11110"/>
                  </a:lnTo>
                  <a:lnTo>
                    <a:pt x="1753546" y="11863"/>
                  </a:lnTo>
                  <a:lnTo>
                    <a:pt x="1743857" y="13255"/>
                  </a:lnTo>
                  <a:lnTo>
                    <a:pt x="1734169" y="12904"/>
                  </a:lnTo>
                  <a:lnTo>
                    <a:pt x="1724481" y="12552"/>
                  </a:lnTo>
                  <a:lnTo>
                    <a:pt x="1714793" y="12200"/>
                  </a:lnTo>
                  <a:lnTo>
                    <a:pt x="1705105" y="12024"/>
                  </a:lnTo>
                  <a:lnTo>
                    <a:pt x="1695417" y="12101"/>
                  </a:lnTo>
                  <a:lnTo>
                    <a:pt x="1685729" y="12177"/>
                  </a:lnTo>
                  <a:lnTo>
                    <a:pt x="1676041" y="12254"/>
                  </a:lnTo>
                  <a:lnTo>
                    <a:pt x="1666353" y="12331"/>
                  </a:lnTo>
                  <a:lnTo>
                    <a:pt x="1656665" y="14330"/>
                  </a:lnTo>
                  <a:lnTo>
                    <a:pt x="1646976" y="17470"/>
                  </a:lnTo>
                  <a:lnTo>
                    <a:pt x="1637288" y="20607"/>
                  </a:lnTo>
                  <a:lnTo>
                    <a:pt x="1627600" y="23775"/>
                  </a:lnTo>
                  <a:lnTo>
                    <a:pt x="1617912" y="27022"/>
                  </a:lnTo>
                  <a:lnTo>
                    <a:pt x="1608224" y="25308"/>
                  </a:lnTo>
                  <a:lnTo>
                    <a:pt x="1598536" y="26017"/>
                  </a:lnTo>
                  <a:lnTo>
                    <a:pt x="1588848" y="28412"/>
                  </a:lnTo>
                  <a:lnTo>
                    <a:pt x="1579160" y="30666"/>
                  </a:lnTo>
                  <a:lnTo>
                    <a:pt x="1569472" y="33559"/>
                  </a:lnTo>
                  <a:lnTo>
                    <a:pt x="1559784" y="36151"/>
                  </a:lnTo>
                  <a:lnTo>
                    <a:pt x="1550095" y="38677"/>
                  </a:lnTo>
                  <a:lnTo>
                    <a:pt x="1540407" y="40680"/>
                  </a:lnTo>
                  <a:lnTo>
                    <a:pt x="1530719" y="42077"/>
                  </a:lnTo>
                  <a:lnTo>
                    <a:pt x="1521031" y="44831"/>
                  </a:lnTo>
                  <a:lnTo>
                    <a:pt x="1511343" y="47583"/>
                  </a:lnTo>
                  <a:lnTo>
                    <a:pt x="1501655" y="50333"/>
                  </a:lnTo>
                  <a:lnTo>
                    <a:pt x="1491967" y="53080"/>
                  </a:lnTo>
                  <a:lnTo>
                    <a:pt x="1482279" y="55825"/>
                  </a:lnTo>
                  <a:lnTo>
                    <a:pt x="1472591" y="58568"/>
                  </a:lnTo>
                  <a:lnTo>
                    <a:pt x="1462903" y="61308"/>
                  </a:lnTo>
                  <a:lnTo>
                    <a:pt x="1453214" y="63532"/>
                  </a:lnTo>
                  <a:lnTo>
                    <a:pt x="1443526" y="64862"/>
                  </a:lnTo>
                  <a:lnTo>
                    <a:pt x="1433838" y="66190"/>
                  </a:lnTo>
                  <a:lnTo>
                    <a:pt x="1424150" y="67516"/>
                  </a:lnTo>
                  <a:lnTo>
                    <a:pt x="1414462" y="68842"/>
                  </a:lnTo>
                  <a:lnTo>
                    <a:pt x="1404774" y="70168"/>
                  </a:lnTo>
                  <a:lnTo>
                    <a:pt x="1395086" y="71492"/>
                  </a:lnTo>
                  <a:lnTo>
                    <a:pt x="1385398" y="72817"/>
                  </a:lnTo>
                  <a:lnTo>
                    <a:pt x="1375710" y="74140"/>
                  </a:lnTo>
                  <a:lnTo>
                    <a:pt x="1366022" y="75463"/>
                  </a:lnTo>
                  <a:lnTo>
                    <a:pt x="1356333" y="76786"/>
                  </a:lnTo>
                  <a:lnTo>
                    <a:pt x="1346645" y="78108"/>
                  </a:lnTo>
                  <a:lnTo>
                    <a:pt x="1336957" y="79783"/>
                  </a:lnTo>
                  <a:lnTo>
                    <a:pt x="1327269" y="83551"/>
                  </a:lnTo>
                  <a:lnTo>
                    <a:pt x="1317581" y="87255"/>
                  </a:lnTo>
                  <a:lnTo>
                    <a:pt x="1307893" y="88849"/>
                  </a:lnTo>
                  <a:lnTo>
                    <a:pt x="1298205" y="93168"/>
                  </a:lnTo>
                  <a:lnTo>
                    <a:pt x="1288517" y="97249"/>
                  </a:lnTo>
                  <a:lnTo>
                    <a:pt x="1278829" y="97698"/>
                  </a:lnTo>
                  <a:lnTo>
                    <a:pt x="1269141" y="97419"/>
                  </a:lnTo>
                  <a:lnTo>
                    <a:pt x="1259452" y="99469"/>
                  </a:lnTo>
                  <a:lnTo>
                    <a:pt x="1249764" y="102312"/>
                  </a:lnTo>
                  <a:lnTo>
                    <a:pt x="1240076" y="106724"/>
                  </a:lnTo>
                  <a:lnTo>
                    <a:pt x="1230388" y="110987"/>
                  </a:lnTo>
                  <a:lnTo>
                    <a:pt x="1220700" y="117081"/>
                  </a:lnTo>
                  <a:lnTo>
                    <a:pt x="1211012" y="122028"/>
                  </a:lnTo>
                  <a:lnTo>
                    <a:pt x="1201324" y="124760"/>
                  </a:lnTo>
                  <a:lnTo>
                    <a:pt x="1191636" y="126162"/>
                  </a:lnTo>
                  <a:lnTo>
                    <a:pt x="1181948" y="127469"/>
                  </a:lnTo>
                  <a:lnTo>
                    <a:pt x="1172260" y="129205"/>
                  </a:lnTo>
                  <a:lnTo>
                    <a:pt x="1162571" y="132350"/>
                  </a:lnTo>
                  <a:lnTo>
                    <a:pt x="1152883" y="137783"/>
                  </a:lnTo>
                  <a:lnTo>
                    <a:pt x="1143195" y="144159"/>
                  </a:lnTo>
                  <a:lnTo>
                    <a:pt x="1133507" y="142154"/>
                  </a:lnTo>
                  <a:lnTo>
                    <a:pt x="1123819" y="145014"/>
                  </a:lnTo>
                  <a:lnTo>
                    <a:pt x="1114131" y="148156"/>
                  </a:lnTo>
                  <a:lnTo>
                    <a:pt x="1104443" y="150747"/>
                  </a:lnTo>
                  <a:lnTo>
                    <a:pt x="1094755" y="152707"/>
                  </a:lnTo>
                  <a:lnTo>
                    <a:pt x="1085067" y="151287"/>
                  </a:lnTo>
                  <a:lnTo>
                    <a:pt x="1075379" y="156524"/>
                  </a:lnTo>
                  <a:lnTo>
                    <a:pt x="1065690" y="157623"/>
                  </a:lnTo>
                  <a:lnTo>
                    <a:pt x="1056002" y="158523"/>
                  </a:lnTo>
                  <a:lnTo>
                    <a:pt x="1046314" y="156166"/>
                  </a:lnTo>
                  <a:lnTo>
                    <a:pt x="1036626" y="156376"/>
                  </a:lnTo>
                  <a:lnTo>
                    <a:pt x="1026938" y="161456"/>
                  </a:lnTo>
                  <a:lnTo>
                    <a:pt x="1017250" y="164710"/>
                  </a:lnTo>
                  <a:lnTo>
                    <a:pt x="1007562" y="170932"/>
                  </a:lnTo>
                  <a:lnTo>
                    <a:pt x="997874" y="177020"/>
                  </a:lnTo>
                  <a:lnTo>
                    <a:pt x="988186" y="183094"/>
                  </a:lnTo>
                  <a:lnTo>
                    <a:pt x="978498" y="186080"/>
                  </a:lnTo>
                  <a:lnTo>
                    <a:pt x="968809" y="187856"/>
                  </a:lnTo>
                  <a:lnTo>
                    <a:pt x="959121" y="190977"/>
                  </a:lnTo>
                  <a:lnTo>
                    <a:pt x="949433" y="193462"/>
                  </a:lnTo>
                  <a:lnTo>
                    <a:pt x="939745" y="195834"/>
                  </a:lnTo>
                  <a:lnTo>
                    <a:pt x="930057" y="198204"/>
                  </a:lnTo>
                  <a:lnTo>
                    <a:pt x="920369" y="200617"/>
                  </a:lnTo>
                  <a:lnTo>
                    <a:pt x="910681" y="203097"/>
                  </a:lnTo>
                  <a:lnTo>
                    <a:pt x="900993" y="205512"/>
                  </a:lnTo>
                  <a:lnTo>
                    <a:pt x="891305" y="208142"/>
                  </a:lnTo>
                  <a:lnTo>
                    <a:pt x="881617" y="210872"/>
                  </a:lnTo>
                  <a:lnTo>
                    <a:pt x="871928" y="212785"/>
                  </a:lnTo>
                  <a:lnTo>
                    <a:pt x="862240" y="215164"/>
                  </a:lnTo>
                  <a:lnTo>
                    <a:pt x="852552" y="217540"/>
                  </a:lnTo>
                  <a:lnTo>
                    <a:pt x="842864" y="220388"/>
                  </a:lnTo>
                  <a:lnTo>
                    <a:pt x="833176" y="224633"/>
                  </a:lnTo>
                  <a:lnTo>
                    <a:pt x="823488" y="231224"/>
                  </a:lnTo>
                  <a:lnTo>
                    <a:pt x="813800" y="232039"/>
                  </a:lnTo>
                  <a:lnTo>
                    <a:pt x="804112" y="231602"/>
                  </a:lnTo>
                  <a:lnTo>
                    <a:pt x="794424" y="236259"/>
                  </a:lnTo>
                  <a:lnTo>
                    <a:pt x="784736" y="242480"/>
                  </a:lnTo>
                  <a:lnTo>
                    <a:pt x="775047" y="248817"/>
                  </a:lnTo>
                  <a:lnTo>
                    <a:pt x="765359" y="252402"/>
                  </a:lnTo>
                  <a:lnTo>
                    <a:pt x="755671" y="255052"/>
                  </a:lnTo>
                  <a:lnTo>
                    <a:pt x="745983" y="257642"/>
                  </a:lnTo>
                  <a:lnTo>
                    <a:pt x="736295" y="261865"/>
                  </a:lnTo>
                  <a:lnTo>
                    <a:pt x="726607" y="270835"/>
                  </a:lnTo>
                  <a:lnTo>
                    <a:pt x="716919" y="274542"/>
                  </a:lnTo>
                  <a:lnTo>
                    <a:pt x="707231" y="277694"/>
                  </a:lnTo>
                  <a:lnTo>
                    <a:pt x="697543" y="280842"/>
                  </a:lnTo>
                  <a:lnTo>
                    <a:pt x="687855" y="285160"/>
                  </a:lnTo>
                  <a:lnTo>
                    <a:pt x="678166" y="290839"/>
                  </a:lnTo>
                  <a:lnTo>
                    <a:pt x="668478" y="298267"/>
                  </a:lnTo>
                  <a:lnTo>
                    <a:pt x="658790" y="305923"/>
                  </a:lnTo>
                  <a:lnTo>
                    <a:pt x="649102" y="313500"/>
                  </a:lnTo>
                  <a:lnTo>
                    <a:pt x="639414" y="314950"/>
                  </a:lnTo>
                  <a:lnTo>
                    <a:pt x="629726" y="321597"/>
                  </a:lnTo>
                  <a:lnTo>
                    <a:pt x="620038" y="323972"/>
                  </a:lnTo>
                  <a:lnTo>
                    <a:pt x="610350" y="331063"/>
                  </a:lnTo>
                  <a:lnTo>
                    <a:pt x="600662" y="335579"/>
                  </a:lnTo>
                  <a:lnTo>
                    <a:pt x="590974" y="344044"/>
                  </a:lnTo>
                  <a:lnTo>
                    <a:pt x="581285" y="346737"/>
                  </a:lnTo>
                  <a:lnTo>
                    <a:pt x="571597" y="352812"/>
                  </a:lnTo>
                  <a:lnTo>
                    <a:pt x="561909" y="358044"/>
                  </a:lnTo>
                  <a:lnTo>
                    <a:pt x="552221" y="363245"/>
                  </a:lnTo>
                  <a:lnTo>
                    <a:pt x="542533" y="368967"/>
                  </a:lnTo>
                  <a:lnTo>
                    <a:pt x="532845" y="376160"/>
                  </a:lnTo>
                  <a:lnTo>
                    <a:pt x="523157" y="380537"/>
                  </a:lnTo>
                  <a:lnTo>
                    <a:pt x="513469" y="385137"/>
                  </a:lnTo>
                  <a:lnTo>
                    <a:pt x="503781" y="390523"/>
                  </a:lnTo>
                  <a:lnTo>
                    <a:pt x="494093" y="396007"/>
                  </a:lnTo>
                  <a:lnTo>
                    <a:pt x="484404" y="401417"/>
                  </a:lnTo>
                  <a:lnTo>
                    <a:pt x="474716" y="407215"/>
                  </a:lnTo>
                  <a:lnTo>
                    <a:pt x="465028" y="417871"/>
                  </a:lnTo>
                  <a:lnTo>
                    <a:pt x="455340" y="424098"/>
                  </a:lnTo>
                  <a:lnTo>
                    <a:pt x="445652" y="428474"/>
                  </a:lnTo>
                  <a:lnTo>
                    <a:pt x="435964" y="433935"/>
                  </a:lnTo>
                  <a:lnTo>
                    <a:pt x="426276" y="440489"/>
                  </a:lnTo>
                  <a:lnTo>
                    <a:pt x="416588" y="448425"/>
                  </a:lnTo>
                  <a:lnTo>
                    <a:pt x="406900" y="451336"/>
                  </a:lnTo>
                  <a:lnTo>
                    <a:pt x="397212" y="452930"/>
                  </a:lnTo>
                  <a:lnTo>
                    <a:pt x="387523" y="459556"/>
                  </a:lnTo>
                  <a:lnTo>
                    <a:pt x="377835" y="466309"/>
                  </a:lnTo>
                  <a:lnTo>
                    <a:pt x="368147" y="473315"/>
                  </a:lnTo>
                  <a:lnTo>
                    <a:pt x="358459" y="478323"/>
                  </a:lnTo>
                  <a:lnTo>
                    <a:pt x="348771" y="480842"/>
                  </a:lnTo>
                  <a:lnTo>
                    <a:pt x="339083" y="486001"/>
                  </a:lnTo>
                  <a:lnTo>
                    <a:pt x="329395" y="492255"/>
                  </a:lnTo>
                  <a:lnTo>
                    <a:pt x="319707" y="495510"/>
                  </a:lnTo>
                  <a:lnTo>
                    <a:pt x="310019" y="500819"/>
                  </a:lnTo>
                  <a:lnTo>
                    <a:pt x="300331" y="507314"/>
                  </a:lnTo>
                  <a:lnTo>
                    <a:pt x="290642" y="513736"/>
                  </a:lnTo>
                  <a:lnTo>
                    <a:pt x="280954" y="520676"/>
                  </a:lnTo>
                  <a:lnTo>
                    <a:pt x="271266" y="529124"/>
                  </a:lnTo>
                  <a:lnTo>
                    <a:pt x="261578" y="534735"/>
                  </a:lnTo>
                  <a:lnTo>
                    <a:pt x="251890" y="541685"/>
                  </a:lnTo>
                  <a:lnTo>
                    <a:pt x="242202" y="546634"/>
                  </a:lnTo>
                  <a:lnTo>
                    <a:pt x="232514" y="554302"/>
                  </a:lnTo>
                  <a:lnTo>
                    <a:pt x="222826" y="558443"/>
                  </a:lnTo>
                  <a:lnTo>
                    <a:pt x="213138" y="564541"/>
                  </a:lnTo>
                  <a:lnTo>
                    <a:pt x="203450" y="575293"/>
                  </a:lnTo>
                  <a:lnTo>
                    <a:pt x="193761" y="584272"/>
                  </a:lnTo>
                  <a:lnTo>
                    <a:pt x="184073" y="590439"/>
                  </a:lnTo>
                  <a:lnTo>
                    <a:pt x="174385" y="595969"/>
                  </a:lnTo>
                  <a:lnTo>
                    <a:pt x="164697" y="603400"/>
                  </a:lnTo>
                  <a:lnTo>
                    <a:pt x="155009" y="610440"/>
                  </a:lnTo>
                  <a:lnTo>
                    <a:pt x="145321" y="616772"/>
                  </a:lnTo>
                  <a:lnTo>
                    <a:pt x="135633" y="622718"/>
                  </a:lnTo>
                  <a:lnTo>
                    <a:pt x="125945" y="630018"/>
                  </a:lnTo>
                  <a:lnTo>
                    <a:pt x="116257" y="636556"/>
                  </a:lnTo>
                  <a:lnTo>
                    <a:pt x="106569" y="643140"/>
                  </a:lnTo>
                  <a:lnTo>
                    <a:pt x="96880" y="652259"/>
                  </a:lnTo>
                  <a:lnTo>
                    <a:pt x="87192" y="660146"/>
                  </a:lnTo>
                  <a:lnTo>
                    <a:pt x="77504" y="668344"/>
                  </a:lnTo>
                  <a:lnTo>
                    <a:pt x="67816" y="675633"/>
                  </a:lnTo>
                  <a:lnTo>
                    <a:pt x="58128" y="683493"/>
                  </a:lnTo>
                  <a:lnTo>
                    <a:pt x="48440" y="692615"/>
                  </a:lnTo>
                  <a:lnTo>
                    <a:pt x="38752" y="701446"/>
                  </a:lnTo>
                  <a:lnTo>
                    <a:pt x="29064" y="708787"/>
                  </a:lnTo>
                  <a:lnTo>
                    <a:pt x="19376" y="714316"/>
                  </a:lnTo>
                  <a:lnTo>
                    <a:pt x="9688" y="723252"/>
                  </a:lnTo>
                  <a:lnTo>
                    <a:pt x="0" y="7288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3502457" y="2000219"/>
              <a:ext cx="2509217" cy="2622939"/>
            </a:xfrm>
            <a:custGeom>
              <a:avLst/>
              <a:pathLst>
                <a:path w="2509217" h="2622939">
                  <a:moveTo>
                    <a:pt x="0" y="1159688"/>
                  </a:moveTo>
                  <a:lnTo>
                    <a:pt x="9688" y="1160651"/>
                  </a:lnTo>
                  <a:lnTo>
                    <a:pt x="19376" y="1160335"/>
                  </a:lnTo>
                  <a:lnTo>
                    <a:pt x="29064" y="1159219"/>
                  </a:lnTo>
                  <a:lnTo>
                    <a:pt x="38752" y="1159062"/>
                  </a:lnTo>
                  <a:lnTo>
                    <a:pt x="48440" y="1156529"/>
                  </a:lnTo>
                  <a:lnTo>
                    <a:pt x="58128" y="1156978"/>
                  </a:lnTo>
                  <a:lnTo>
                    <a:pt x="67816" y="1156166"/>
                  </a:lnTo>
                  <a:lnTo>
                    <a:pt x="77504" y="1158545"/>
                  </a:lnTo>
                  <a:lnTo>
                    <a:pt x="87192" y="1158345"/>
                  </a:lnTo>
                  <a:lnTo>
                    <a:pt x="96880" y="1158170"/>
                  </a:lnTo>
                  <a:lnTo>
                    <a:pt x="106569" y="1158022"/>
                  </a:lnTo>
                  <a:lnTo>
                    <a:pt x="116257" y="1156363"/>
                  </a:lnTo>
                  <a:lnTo>
                    <a:pt x="125945" y="1156147"/>
                  </a:lnTo>
                  <a:lnTo>
                    <a:pt x="135633" y="1154193"/>
                  </a:lnTo>
                  <a:lnTo>
                    <a:pt x="145321" y="1153678"/>
                  </a:lnTo>
                  <a:lnTo>
                    <a:pt x="155009" y="1153769"/>
                  </a:lnTo>
                  <a:lnTo>
                    <a:pt x="164697" y="1153860"/>
                  </a:lnTo>
                  <a:lnTo>
                    <a:pt x="174385" y="1153956"/>
                  </a:lnTo>
                  <a:lnTo>
                    <a:pt x="184073" y="1154737"/>
                  </a:lnTo>
                  <a:lnTo>
                    <a:pt x="193761" y="1154140"/>
                  </a:lnTo>
                  <a:lnTo>
                    <a:pt x="203450" y="1154003"/>
                  </a:lnTo>
                  <a:lnTo>
                    <a:pt x="213138" y="1152088"/>
                  </a:lnTo>
                  <a:lnTo>
                    <a:pt x="222826" y="1150600"/>
                  </a:lnTo>
                  <a:lnTo>
                    <a:pt x="232514" y="1150250"/>
                  </a:lnTo>
                  <a:lnTo>
                    <a:pt x="242202" y="1149899"/>
                  </a:lnTo>
                  <a:lnTo>
                    <a:pt x="251890" y="1149631"/>
                  </a:lnTo>
                  <a:lnTo>
                    <a:pt x="261578" y="1149361"/>
                  </a:lnTo>
                  <a:lnTo>
                    <a:pt x="271266" y="1148976"/>
                  </a:lnTo>
                  <a:lnTo>
                    <a:pt x="280954" y="1145281"/>
                  </a:lnTo>
                  <a:lnTo>
                    <a:pt x="290642" y="1139776"/>
                  </a:lnTo>
                  <a:lnTo>
                    <a:pt x="300331" y="1136886"/>
                  </a:lnTo>
                  <a:lnTo>
                    <a:pt x="310019" y="1137752"/>
                  </a:lnTo>
                  <a:lnTo>
                    <a:pt x="319707" y="1138642"/>
                  </a:lnTo>
                  <a:lnTo>
                    <a:pt x="329395" y="1139508"/>
                  </a:lnTo>
                  <a:lnTo>
                    <a:pt x="339083" y="1137673"/>
                  </a:lnTo>
                  <a:lnTo>
                    <a:pt x="348771" y="1135853"/>
                  </a:lnTo>
                  <a:lnTo>
                    <a:pt x="358459" y="1134071"/>
                  </a:lnTo>
                  <a:lnTo>
                    <a:pt x="368147" y="1132289"/>
                  </a:lnTo>
                  <a:lnTo>
                    <a:pt x="377835" y="1127741"/>
                  </a:lnTo>
                  <a:lnTo>
                    <a:pt x="387523" y="1125908"/>
                  </a:lnTo>
                  <a:lnTo>
                    <a:pt x="397212" y="1126919"/>
                  </a:lnTo>
                  <a:lnTo>
                    <a:pt x="406900" y="1126238"/>
                  </a:lnTo>
                  <a:lnTo>
                    <a:pt x="416588" y="1124890"/>
                  </a:lnTo>
                  <a:lnTo>
                    <a:pt x="426276" y="1121433"/>
                  </a:lnTo>
                  <a:lnTo>
                    <a:pt x="435964" y="1120281"/>
                  </a:lnTo>
                  <a:lnTo>
                    <a:pt x="445652" y="1120694"/>
                  </a:lnTo>
                  <a:lnTo>
                    <a:pt x="455340" y="1119641"/>
                  </a:lnTo>
                  <a:lnTo>
                    <a:pt x="465028" y="1114155"/>
                  </a:lnTo>
                  <a:lnTo>
                    <a:pt x="474716" y="1112228"/>
                  </a:lnTo>
                  <a:lnTo>
                    <a:pt x="484404" y="1110323"/>
                  </a:lnTo>
                  <a:lnTo>
                    <a:pt x="494093" y="1108575"/>
                  </a:lnTo>
                  <a:lnTo>
                    <a:pt x="503781" y="1106826"/>
                  </a:lnTo>
                  <a:lnTo>
                    <a:pt x="513469" y="1107544"/>
                  </a:lnTo>
                  <a:lnTo>
                    <a:pt x="523157" y="1106609"/>
                  </a:lnTo>
                  <a:lnTo>
                    <a:pt x="532845" y="1101224"/>
                  </a:lnTo>
                  <a:lnTo>
                    <a:pt x="542533" y="1099408"/>
                  </a:lnTo>
                  <a:lnTo>
                    <a:pt x="552221" y="1095473"/>
                  </a:lnTo>
                  <a:lnTo>
                    <a:pt x="561909" y="1095097"/>
                  </a:lnTo>
                  <a:lnTo>
                    <a:pt x="571597" y="1094746"/>
                  </a:lnTo>
                  <a:lnTo>
                    <a:pt x="581285" y="1090417"/>
                  </a:lnTo>
                  <a:lnTo>
                    <a:pt x="590974" y="1085980"/>
                  </a:lnTo>
                  <a:lnTo>
                    <a:pt x="600662" y="1082504"/>
                  </a:lnTo>
                  <a:lnTo>
                    <a:pt x="610350" y="1085094"/>
                  </a:lnTo>
                  <a:lnTo>
                    <a:pt x="620038" y="1084625"/>
                  </a:lnTo>
                  <a:lnTo>
                    <a:pt x="629726" y="1082737"/>
                  </a:lnTo>
                  <a:lnTo>
                    <a:pt x="639414" y="1079308"/>
                  </a:lnTo>
                  <a:lnTo>
                    <a:pt x="649102" y="1072520"/>
                  </a:lnTo>
                  <a:lnTo>
                    <a:pt x="658790" y="1065089"/>
                  </a:lnTo>
                  <a:lnTo>
                    <a:pt x="668478" y="1061394"/>
                  </a:lnTo>
                  <a:lnTo>
                    <a:pt x="678166" y="1058477"/>
                  </a:lnTo>
                  <a:lnTo>
                    <a:pt x="687855" y="1056447"/>
                  </a:lnTo>
                  <a:lnTo>
                    <a:pt x="697543" y="1054540"/>
                  </a:lnTo>
                  <a:lnTo>
                    <a:pt x="707231" y="1052702"/>
                  </a:lnTo>
                  <a:lnTo>
                    <a:pt x="716919" y="1050786"/>
                  </a:lnTo>
                  <a:lnTo>
                    <a:pt x="726607" y="1048822"/>
                  </a:lnTo>
                  <a:lnTo>
                    <a:pt x="736295" y="1047078"/>
                  </a:lnTo>
                  <a:lnTo>
                    <a:pt x="745983" y="1046489"/>
                  </a:lnTo>
                  <a:lnTo>
                    <a:pt x="755671" y="1047324"/>
                  </a:lnTo>
                  <a:lnTo>
                    <a:pt x="765359" y="1045310"/>
                  </a:lnTo>
                  <a:lnTo>
                    <a:pt x="775047" y="1040640"/>
                  </a:lnTo>
                  <a:lnTo>
                    <a:pt x="784736" y="1037187"/>
                  </a:lnTo>
                  <a:lnTo>
                    <a:pt x="794424" y="1032349"/>
                  </a:lnTo>
                  <a:lnTo>
                    <a:pt x="804112" y="1027373"/>
                  </a:lnTo>
                  <a:lnTo>
                    <a:pt x="813800" y="1022666"/>
                  </a:lnTo>
                  <a:lnTo>
                    <a:pt x="823488" y="1021325"/>
                  </a:lnTo>
                  <a:lnTo>
                    <a:pt x="833176" y="1020062"/>
                  </a:lnTo>
                  <a:lnTo>
                    <a:pt x="842864" y="1018864"/>
                  </a:lnTo>
                  <a:lnTo>
                    <a:pt x="852552" y="1017126"/>
                  </a:lnTo>
                  <a:lnTo>
                    <a:pt x="862240" y="1015655"/>
                  </a:lnTo>
                  <a:lnTo>
                    <a:pt x="871928" y="1014835"/>
                  </a:lnTo>
                  <a:lnTo>
                    <a:pt x="881617" y="1013792"/>
                  </a:lnTo>
                  <a:lnTo>
                    <a:pt x="891305" y="1011196"/>
                  </a:lnTo>
                  <a:lnTo>
                    <a:pt x="900993" y="1006035"/>
                  </a:lnTo>
                  <a:lnTo>
                    <a:pt x="910681" y="997428"/>
                  </a:lnTo>
                  <a:lnTo>
                    <a:pt x="920369" y="993228"/>
                  </a:lnTo>
                  <a:lnTo>
                    <a:pt x="930057" y="991080"/>
                  </a:lnTo>
                  <a:lnTo>
                    <a:pt x="939745" y="986641"/>
                  </a:lnTo>
                  <a:lnTo>
                    <a:pt x="949433" y="981481"/>
                  </a:lnTo>
                  <a:lnTo>
                    <a:pt x="959121" y="975167"/>
                  </a:lnTo>
                  <a:lnTo>
                    <a:pt x="968809" y="969370"/>
                  </a:lnTo>
                  <a:lnTo>
                    <a:pt x="978498" y="961950"/>
                  </a:lnTo>
                  <a:lnTo>
                    <a:pt x="988186" y="953133"/>
                  </a:lnTo>
                  <a:lnTo>
                    <a:pt x="997874" y="945654"/>
                  </a:lnTo>
                  <a:lnTo>
                    <a:pt x="1007562" y="944147"/>
                  </a:lnTo>
                  <a:lnTo>
                    <a:pt x="1017250" y="939535"/>
                  </a:lnTo>
                  <a:lnTo>
                    <a:pt x="1026938" y="933260"/>
                  </a:lnTo>
                  <a:lnTo>
                    <a:pt x="1036626" y="926530"/>
                  </a:lnTo>
                  <a:lnTo>
                    <a:pt x="1046314" y="919807"/>
                  </a:lnTo>
                  <a:lnTo>
                    <a:pt x="1056002" y="913220"/>
                  </a:lnTo>
                  <a:lnTo>
                    <a:pt x="1065690" y="912419"/>
                  </a:lnTo>
                  <a:lnTo>
                    <a:pt x="1075379" y="907995"/>
                  </a:lnTo>
                  <a:lnTo>
                    <a:pt x="1085067" y="903276"/>
                  </a:lnTo>
                  <a:lnTo>
                    <a:pt x="1094755" y="898972"/>
                  </a:lnTo>
                  <a:lnTo>
                    <a:pt x="1104443" y="896619"/>
                  </a:lnTo>
                  <a:lnTo>
                    <a:pt x="1114131" y="890479"/>
                  </a:lnTo>
                  <a:lnTo>
                    <a:pt x="1123819" y="879963"/>
                  </a:lnTo>
                  <a:lnTo>
                    <a:pt x="1133507" y="877132"/>
                  </a:lnTo>
                  <a:lnTo>
                    <a:pt x="1143195" y="872703"/>
                  </a:lnTo>
                  <a:lnTo>
                    <a:pt x="1152883" y="866076"/>
                  </a:lnTo>
                  <a:lnTo>
                    <a:pt x="1162571" y="861512"/>
                  </a:lnTo>
                  <a:lnTo>
                    <a:pt x="1172260" y="853819"/>
                  </a:lnTo>
                  <a:lnTo>
                    <a:pt x="1181948" y="850241"/>
                  </a:lnTo>
                  <a:lnTo>
                    <a:pt x="1191636" y="844923"/>
                  </a:lnTo>
                  <a:lnTo>
                    <a:pt x="1201324" y="840615"/>
                  </a:lnTo>
                  <a:lnTo>
                    <a:pt x="1211012" y="835354"/>
                  </a:lnTo>
                  <a:lnTo>
                    <a:pt x="1220700" y="832230"/>
                  </a:lnTo>
                  <a:lnTo>
                    <a:pt x="1230388" y="824926"/>
                  </a:lnTo>
                  <a:lnTo>
                    <a:pt x="1240076" y="822178"/>
                  </a:lnTo>
                  <a:lnTo>
                    <a:pt x="1249764" y="819539"/>
                  </a:lnTo>
                  <a:lnTo>
                    <a:pt x="1259452" y="816902"/>
                  </a:lnTo>
                  <a:lnTo>
                    <a:pt x="1269141" y="811556"/>
                  </a:lnTo>
                  <a:lnTo>
                    <a:pt x="1278829" y="804926"/>
                  </a:lnTo>
                  <a:lnTo>
                    <a:pt x="1288517" y="797351"/>
                  </a:lnTo>
                  <a:lnTo>
                    <a:pt x="1298205" y="789742"/>
                  </a:lnTo>
                  <a:lnTo>
                    <a:pt x="1307893" y="782505"/>
                  </a:lnTo>
                  <a:lnTo>
                    <a:pt x="1317581" y="775084"/>
                  </a:lnTo>
                  <a:lnTo>
                    <a:pt x="1327269" y="767108"/>
                  </a:lnTo>
                  <a:lnTo>
                    <a:pt x="1336957" y="759562"/>
                  </a:lnTo>
                  <a:lnTo>
                    <a:pt x="1346645" y="754675"/>
                  </a:lnTo>
                  <a:lnTo>
                    <a:pt x="1356333" y="750526"/>
                  </a:lnTo>
                  <a:lnTo>
                    <a:pt x="1366022" y="746381"/>
                  </a:lnTo>
                  <a:lnTo>
                    <a:pt x="1375710" y="737259"/>
                  </a:lnTo>
                  <a:lnTo>
                    <a:pt x="1385398" y="728961"/>
                  </a:lnTo>
                  <a:lnTo>
                    <a:pt x="1395086" y="723378"/>
                  </a:lnTo>
                  <a:lnTo>
                    <a:pt x="1404774" y="717859"/>
                  </a:lnTo>
                  <a:lnTo>
                    <a:pt x="1414462" y="710926"/>
                  </a:lnTo>
                  <a:lnTo>
                    <a:pt x="1424150" y="701395"/>
                  </a:lnTo>
                  <a:lnTo>
                    <a:pt x="1433838" y="691296"/>
                  </a:lnTo>
                  <a:lnTo>
                    <a:pt x="1443526" y="682348"/>
                  </a:lnTo>
                  <a:lnTo>
                    <a:pt x="1453214" y="674846"/>
                  </a:lnTo>
                  <a:lnTo>
                    <a:pt x="1462903" y="668241"/>
                  </a:lnTo>
                  <a:lnTo>
                    <a:pt x="1472591" y="662566"/>
                  </a:lnTo>
                  <a:lnTo>
                    <a:pt x="1482279" y="654564"/>
                  </a:lnTo>
                  <a:lnTo>
                    <a:pt x="1491967" y="646588"/>
                  </a:lnTo>
                  <a:lnTo>
                    <a:pt x="1501655" y="638668"/>
                  </a:lnTo>
                  <a:lnTo>
                    <a:pt x="1511343" y="631690"/>
                  </a:lnTo>
                  <a:lnTo>
                    <a:pt x="1521031" y="628363"/>
                  </a:lnTo>
                  <a:lnTo>
                    <a:pt x="1530719" y="625058"/>
                  </a:lnTo>
                  <a:lnTo>
                    <a:pt x="1540407" y="621756"/>
                  </a:lnTo>
                  <a:lnTo>
                    <a:pt x="1550095" y="617425"/>
                  </a:lnTo>
                  <a:lnTo>
                    <a:pt x="1559784" y="613297"/>
                  </a:lnTo>
                  <a:lnTo>
                    <a:pt x="1569472" y="609169"/>
                  </a:lnTo>
                  <a:lnTo>
                    <a:pt x="1579160" y="601071"/>
                  </a:lnTo>
                  <a:lnTo>
                    <a:pt x="1588848" y="594640"/>
                  </a:lnTo>
                  <a:lnTo>
                    <a:pt x="1598536" y="588911"/>
                  </a:lnTo>
                  <a:lnTo>
                    <a:pt x="1608224" y="583267"/>
                  </a:lnTo>
                  <a:lnTo>
                    <a:pt x="1617912" y="577675"/>
                  </a:lnTo>
                  <a:lnTo>
                    <a:pt x="1627600" y="572021"/>
                  </a:lnTo>
                  <a:lnTo>
                    <a:pt x="1637288" y="566303"/>
                  </a:lnTo>
                  <a:lnTo>
                    <a:pt x="1646976" y="560342"/>
                  </a:lnTo>
                  <a:lnTo>
                    <a:pt x="1656665" y="554043"/>
                  </a:lnTo>
                  <a:lnTo>
                    <a:pt x="1666353" y="546936"/>
                  </a:lnTo>
                  <a:lnTo>
                    <a:pt x="1676041" y="539026"/>
                  </a:lnTo>
                  <a:lnTo>
                    <a:pt x="1685729" y="533144"/>
                  </a:lnTo>
                  <a:lnTo>
                    <a:pt x="1695417" y="530586"/>
                  </a:lnTo>
                  <a:lnTo>
                    <a:pt x="1705105" y="524304"/>
                  </a:lnTo>
                  <a:lnTo>
                    <a:pt x="1714793" y="515326"/>
                  </a:lnTo>
                  <a:lnTo>
                    <a:pt x="1724481" y="513286"/>
                  </a:lnTo>
                  <a:lnTo>
                    <a:pt x="1734169" y="505759"/>
                  </a:lnTo>
                  <a:lnTo>
                    <a:pt x="1743857" y="498374"/>
                  </a:lnTo>
                  <a:lnTo>
                    <a:pt x="1753546" y="490937"/>
                  </a:lnTo>
                  <a:lnTo>
                    <a:pt x="1763234" y="483553"/>
                  </a:lnTo>
                  <a:lnTo>
                    <a:pt x="1772922" y="476111"/>
                  </a:lnTo>
                  <a:lnTo>
                    <a:pt x="1782610" y="468688"/>
                  </a:lnTo>
                  <a:lnTo>
                    <a:pt x="1792298" y="460647"/>
                  </a:lnTo>
                  <a:lnTo>
                    <a:pt x="1801986" y="451463"/>
                  </a:lnTo>
                  <a:lnTo>
                    <a:pt x="1811674" y="443570"/>
                  </a:lnTo>
                  <a:lnTo>
                    <a:pt x="1821362" y="435769"/>
                  </a:lnTo>
                  <a:lnTo>
                    <a:pt x="1831050" y="428052"/>
                  </a:lnTo>
                  <a:lnTo>
                    <a:pt x="1840738" y="421362"/>
                  </a:lnTo>
                  <a:lnTo>
                    <a:pt x="1850427" y="416093"/>
                  </a:lnTo>
                  <a:lnTo>
                    <a:pt x="1860115" y="408370"/>
                  </a:lnTo>
                  <a:lnTo>
                    <a:pt x="1869803" y="399327"/>
                  </a:lnTo>
                  <a:lnTo>
                    <a:pt x="1879491" y="391368"/>
                  </a:lnTo>
                  <a:lnTo>
                    <a:pt x="1889179" y="388006"/>
                  </a:lnTo>
                  <a:lnTo>
                    <a:pt x="1898867" y="381108"/>
                  </a:lnTo>
                  <a:lnTo>
                    <a:pt x="1908555" y="373938"/>
                  </a:lnTo>
                  <a:lnTo>
                    <a:pt x="1918243" y="366788"/>
                  </a:lnTo>
                  <a:lnTo>
                    <a:pt x="1927931" y="359658"/>
                  </a:lnTo>
                  <a:lnTo>
                    <a:pt x="1937619" y="352548"/>
                  </a:lnTo>
                  <a:lnTo>
                    <a:pt x="1947308" y="345465"/>
                  </a:lnTo>
                  <a:lnTo>
                    <a:pt x="1956996" y="338440"/>
                  </a:lnTo>
                  <a:lnTo>
                    <a:pt x="1966684" y="331436"/>
                  </a:lnTo>
                  <a:lnTo>
                    <a:pt x="1976372" y="324453"/>
                  </a:lnTo>
                  <a:lnTo>
                    <a:pt x="1986060" y="317490"/>
                  </a:lnTo>
                  <a:lnTo>
                    <a:pt x="1995748" y="310547"/>
                  </a:lnTo>
                  <a:lnTo>
                    <a:pt x="2005436" y="303625"/>
                  </a:lnTo>
                  <a:lnTo>
                    <a:pt x="2015124" y="296915"/>
                  </a:lnTo>
                  <a:lnTo>
                    <a:pt x="2024812" y="291258"/>
                  </a:lnTo>
                  <a:lnTo>
                    <a:pt x="2034500" y="285614"/>
                  </a:lnTo>
                  <a:lnTo>
                    <a:pt x="2044188" y="279985"/>
                  </a:lnTo>
                  <a:lnTo>
                    <a:pt x="2053877" y="272070"/>
                  </a:lnTo>
                  <a:lnTo>
                    <a:pt x="2063565" y="263789"/>
                  </a:lnTo>
                  <a:lnTo>
                    <a:pt x="2073253" y="255564"/>
                  </a:lnTo>
                  <a:lnTo>
                    <a:pt x="2082941" y="248743"/>
                  </a:lnTo>
                  <a:lnTo>
                    <a:pt x="2092629" y="241994"/>
                  </a:lnTo>
                  <a:lnTo>
                    <a:pt x="2102317" y="236164"/>
                  </a:lnTo>
                  <a:lnTo>
                    <a:pt x="2112005" y="231293"/>
                  </a:lnTo>
                  <a:lnTo>
                    <a:pt x="2121693" y="226439"/>
                  </a:lnTo>
                  <a:lnTo>
                    <a:pt x="2131381" y="221544"/>
                  </a:lnTo>
                  <a:lnTo>
                    <a:pt x="2141069" y="214564"/>
                  </a:lnTo>
                  <a:lnTo>
                    <a:pt x="2150758" y="208013"/>
                  </a:lnTo>
                  <a:lnTo>
                    <a:pt x="2160446" y="201483"/>
                  </a:lnTo>
                  <a:lnTo>
                    <a:pt x="2170134" y="194975"/>
                  </a:lnTo>
                  <a:lnTo>
                    <a:pt x="2179822" y="188488"/>
                  </a:lnTo>
                  <a:lnTo>
                    <a:pt x="2189510" y="182022"/>
                  </a:lnTo>
                  <a:lnTo>
                    <a:pt x="2199198" y="175578"/>
                  </a:lnTo>
                  <a:lnTo>
                    <a:pt x="2208886" y="169156"/>
                  </a:lnTo>
                  <a:lnTo>
                    <a:pt x="2218574" y="162771"/>
                  </a:lnTo>
                  <a:lnTo>
                    <a:pt x="2228262" y="156411"/>
                  </a:lnTo>
                  <a:lnTo>
                    <a:pt x="2237950" y="150072"/>
                  </a:lnTo>
                  <a:lnTo>
                    <a:pt x="2247639" y="143755"/>
                  </a:lnTo>
                  <a:lnTo>
                    <a:pt x="2257327" y="137460"/>
                  </a:lnTo>
                  <a:lnTo>
                    <a:pt x="2267015" y="131186"/>
                  </a:lnTo>
                  <a:lnTo>
                    <a:pt x="2276703" y="124935"/>
                  </a:lnTo>
                  <a:lnTo>
                    <a:pt x="2286391" y="118704"/>
                  </a:lnTo>
                  <a:lnTo>
                    <a:pt x="2296079" y="112517"/>
                  </a:lnTo>
                  <a:lnTo>
                    <a:pt x="2305767" y="106384"/>
                  </a:lnTo>
                  <a:lnTo>
                    <a:pt x="2315455" y="99573"/>
                  </a:lnTo>
                  <a:lnTo>
                    <a:pt x="2325143" y="93486"/>
                  </a:lnTo>
                  <a:lnTo>
                    <a:pt x="2334831" y="88021"/>
                  </a:lnTo>
                  <a:lnTo>
                    <a:pt x="2344520" y="81967"/>
                  </a:lnTo>
                  <a:lnTo>
                    <a:pt x="2354208" y="76800"/>
                  </a:lnTo>
                  <a:lnTo>
                    <a:pt x="2363896" y="70494"/>
                  </a:lnTo>
                  <a:lnTo>
                    <a:pt x="2373584" y="64212"/>
                  </a:lnTo>
                  <a:lnTo>
                    <a:pt x="2383272" y="57953"/>
                  </a:lnTo>
                  <a:lnTo>
                    <a:pt x="2392960" y="51830"/>
                  </a:lnTo>
                  <a:lnTo>
                    <a:pt x="2402648" y="45860"/>
                  </a:lnTo>
                  <a:lnTo>
                    <a:pt x="2412336" y="39912"/>
                  </a:lnTo>
                  <a:lnTo>
                    <a:pt x="2422024" y="33986"/>
                  </a:lnTo>
                  <a:lnTo>
                    <a:pt x="2431712" y="28478"/>
                  </a:lnTo>
                  <a:lnTo>
                    <a:pt x="2441401" y="24675"/>
                  </a:lnTo>
                  <a:lnTo>
                    <a:pt x="2451089" y="20903"/>
                  </a:lnTo>
                  <a:lnTo>
                    <a:pt x="2460777" y="17141"/>
                  </a:lnTo>
                  <a:lnTo>
                    <a:pt x="2470465" y="13582"/>
                  </a:lnTo>
                  <a:lnTo>
                    <a:pt x="2480153" y="10175"/>
                  </a:lnTo>
                  <a:lnTo>
                    <a:pt x="2489841" y="6775"/>
                  </a:lnTo>
                  <a:lnTo>
                    <a:pt x="2499529" y="3384"/>
                  </a:lnTo>
                  <a:lnTo>
                    <a:pt x="2509217" y="0"/>
                  </a:lnTo>
                  <a:lnTo>
                    <a:pt x="2509217" y="2485193"/>
                  </a:lnTo>
                  <a:lnTo>
                    <a:pt x="2499529" y="2483710"/>
                  </a:lnTo>
                  <a:lnTo>
                    <a:pt x="2489841" y="2482226"/>
                  </a:lnTo>
                  <a:lnTo>
                    <a:pt x="2480153" y="2480740"/>
                  </a:lnTo>
                  <a:lnTo>
                    <a:pt x="2470465" y="2478471"/>
                  </a:lnTo>
                  <a:lnTo>
                    <a:pt x="2460777" y="2475509"/>
                  </a:lnTo>
                  <a:lnTo>
                    <a:pt x="2451089" y="2472543"/>
                  </a:lnTo>
                  <a:lnTo>
                    <a:pt x="2441401" y="2469572"/>
                  </a:lnTo>
                  <a:lnTo>
                    <a:pt x="2431712" y="2466596"/>
                  </a:lnTo>
                  <a:lnTo>
                    <a:pt x="2422024" y="2463615"/>
                  </a:lnTo>
                  <a:lnTo>
                    <a:pt x="2412336" y="2462349"/>
                  </a:lnTo>
                  <a:lnTo>
                    <a:pt x="2402648" y="2461531"/>
                  </a:lnTo>
                  <a:lnTo>
                    <a:pt x="2392960" y="2460713"/>
                  </a:lnTo>
                  <a:lnTo>
                    <a:pt x="2383272" y="2459895"/>
                  </a:lnTo>
                  <a:lnTo>
                    <a:pt x="2373584" y="2459076"/>
                  </a:lnTo>
                  <a:lnTo>
                    <a:pt x="2363896" y="2458257"/>
                  </a:lnTo>
                  <a:lnTo>
                    <a:pt x="2354208" y="2457438"/>
                  </a:lnTo>
                  <a:lnTo>
                    <a:pt x="2344520" y="2456597"/>
                  </a:lnTo>
                  <a:lnTo>
                    <a:pt x="2334831" y="2455766"/>
                  </a:lnTo>
                  <a:lnTo>
                    <a:pt x="2325143" y="2454978"/>
                  </a:lnTo>
                  <a:lnTo>
                    <a:pt x="2315455" y="2454157"/>
                  </a:lnTo>
                  <a:lnTo>
                    <a:pt x="2305767" y="2453336"/>
                  </a:lnTo>
                  <a:lnTo>
                    <a:pt x="2296079" y="2452455"/>
                  </a:lnTo>
                  <a:lnTo>
                    <a:pt x="2286391" y="2448870"/>
                  </a:lnTo>
                  <a:lnTo>
                    <a:pt x="2276703" y="2448529"/>
                  </a:lnTo>
                  <a:lnTo>
                    <a:pt x="2267015" y="2448188"/>
                  </a:lnTo>
                  <a:lnTo>
                    <a:pt x="2257327" y="2447146"/>
                  </a:lnTo>
                  <a:lnTo>
                    <a:pt x="2247639" y="2445701"/>
                  </a:lnTo>
                  <a:lnTo>
                    <a:pt x="2237950" y="2444255"/>
                  </a:lnTo>
                  <a:lnTo>
                    <a:pt x="2228262" y="2443057"/>
                  </a:lnTo>
                  <a:lnTo>
                    <a:pt x="2218574" y="2442183"/>
                  </a:lnTo>
                  <a:lnTo>
                    <a:pt x="2208886" y="2440059"/>
                  </a:lnTo>
                  <a:lnTo>
                    <a:pt x="2199198" y="2438121"/>
                  </a:lnTo>
                  <a:lnTo>
                    <a:pt x="2189510" y="2435602"/>
                  </a:lnTo>
                  <a:lnTo>
                    <a:pt x="2179822" y="2433079"/>
                  </a:lnTo>
                  <a:lnTo>
                    <a:pt x="2170134" y="2430552"/>
                  </a:lnTo>
                  <a:lnTo>
                    <a:pt x="2160446" y="2430047"/>
                  </a:lnTo>
                  <a:lnTo>
                    <a:pt x="2150758" y="2430869"/>
                  </a:lnTo>
                  <a:lnTo>
                    <a:pt x="2141069" y="2429460"/>
                  </a:lnTo>
                  <a:lnTo>
                    <a:pt x="2131381" y="2427963"/>
                  </a:lnTo>
                  <a:lnTo>
                    <a:pt x="2121693" y="2426433"/>
                  </a:lnTo>
                  <a:lnTo>
                    <a:pt x="2112005" y="2424903"/>
                  </a:lnTo>
                  <a:lnTo>
                    <a:pt x="2102317" y="2422023"/>
                  </a:lnTo>
                  <a:lnTo>
                    <a:pt x="2092629" y="2418931"/>
                  </a:lnTo>
                  <a:lnTo>
                    <a:pt x="2082941" y="2415834"/>
                  </a:lnTo>
                  <a:lnTo>
                    <a:pt x="2073253" y="2412732"/>
                  </a:lnTo>
                  <a:lnTo>
                    <a:pt x="2063565" y="2409611"/>
                  </a:lnTo>
                  <a:lnTo>
                    <a:pt x="2053877" y="2406451"/>
                  </a:lnTo>
                  <a:lnTo>
                    <a:pt x="2044188" y="2403286"/>
                  </a:lnTo>
                  <a:lnTo>
                    <a:pt x="2034500" y="2400116"/>
                  </a:lnTo>
                  <a:lnTo>
                    <a:pt x="2024812" y="2396942"/>
                  </a:lnTo>
                  <a:lnTo>
                    <a:pt x="2015124" y="2393762"/>
                  </a:lnTo>
                  <a:lnTo>
                    <a:pt x="2005436" y="2390578"/>
                  </a:lnTo>
                  <a:lnTo>
                    <a:pt x="1995748" y="2387790"/>
                  </a:lnTo>
                  <a:lnTo>
                    <a:pt x="1986060" y="2388593"/>
                  </a:lnTo>
                  <a:lnTo>
                    <a:pt x="1976372" y="2385761"/>
                  </a:lnTo>
                  <a:lnTo>
                    <a:pt x="1966684" y="2382267"/>
                  </a:lnTo>
                  <a:lnTo>
                    <a:pt x="1956996" y="2378766"/>
                  </a:lnTo>
                  <a:lnTo>
                    <a:pt x="1947308" y="2375260"/>
                  </a:lnTo>
                  <a:lnTo>
                    <a:pt x="1937619" y="2372704"/>
                  </a:lnTo>
                  <a:lnTo>
                    <a:pt x="1927931" y="2371650"/>
                  </a:lnTo>
                  <a:lnTo>
                    <a:pt x="1918243" y="2369219"/>
                  </a:lnTo>
                  <a:lnTo>
                    <a:pt x="1908555" y="2369221"/>
                  </a:lnTo>
                  <a:lnTo>
                    <a:pt x="1898867" y="2369152"/>
                  </a:lnTo>
                  <a:lnTo>
                    <a:pt x="1889179" y="2369035"/>
                  </a:lnTo>
                  <a:lnTo>
                    <a:pt x="1879491" y="2365269"/>
                  </a:lnTo>
                  <a:lnTo>
                    <a:pt x="1869803" y="2364397"/>
                  </a:lnTo>
                  <a:lnTo>
                    <a:pt x="1860115" y="2364300"/>
                  </a:lnTo>
                  <a:lnTo>
                    <a:pt x="1850427" y="2364154"/>
                  </a:lnTo>
                  <a:lnTo>
                    <a:pt x="1840738" y="2361149"/>
                  </a:lnTo>
                  <a:lnTo>
                    <a:pt x="1831050" y="2357922"/>
                  </a:lnTo>
                  <a:lnTo>
                    <a:pt x="1821362" y="2356396"/>
                  </a:lnTo>
                  <a:lnTo>
                    <a:pt x="1811674" y="2356419"/>
                  </a:lnTo>
                  <a:lnTo>
                    <a:pt x="1801986" y="2355864"/>
                  </a:lnTo>
                  <a:lnTo>
                    <a:pt x="1792298" y="2353237"/>
                  </a:lnTo>
                  <a:lnTo>
                    <a:pt x="1782610" y="2353168"/>
                  </a:lnTo>
                  <a:lnTo>
                    <a:pt x="1772922" y="2354158"/>
                  </a:lnTo>
                  <a:lnTo>
                    <a:pt x="1763234" y="2353231"/>
                  </a:lnTo>
                  <a:lnTo>
                    <a:pt x="1753546" y="2353004"/>
                  </a:lnTo>
                  <a:lnTo>
                    <a:pt x="1743857" y="2352945"/>
                  </a:lnTo>
                  <a:lnTo>
                    <a:pt x="1734169" y="2351475"/>
                  </a:lnTo>
                  <a:lnTo>
                    <a:pt x="1724481" y="2346624"/>
                  </a:lnTo>
                  <a:lnTo>
                    <a:pt x="1714793" y="2346297"/>
                  </a:lnTo>
                  <a:lnTo>
                    <a:pt x="1705105" y="2345971"/>
                  </a:lnTo>
                  <a:lnTo>
                    <a:pt x="1695417" y="2345599"/>
                  </a:lnTo>
                  <a:lnTo>
                    <a:pt x="1685729" y="2345182"/>
                  </a:lnTo>
                  <a:lnTo>
                    <a:pt x="1676041" y="2343447"/>
                  </a:lnTo>
                  <a:lnTo>
                    <a:pt x="1666353" y="2342853"/>
                  </a:lnTo>
                  <a:lnTo>
                    <a:pt x="1656665" y="2342708"/>
                  </a:lnTo>
                  <a:lnTo>
                    <a:pt x="1646976" y="2342609"/>
                  </a:lnTo>
                  <a:lnTo>
                    <a:pt x="1637288" y="2342478"/>
                  </a:lnTo>
                  <a:lnTo>
                    <a:pt x="1627600" y="2342346"/>
                  </a:lnTo>
                  <a:lnTo>
                    <a:pt x="1617912" y="2341983"/>
                  </a:lnTo>
                  <a:lnTo>
                    <a:pt x="1608224" y="2339154"/>
                  </a:lnTo>
                  <a:lnTo>
                    <a:pt x="1598536" y="2339877"/>
                  </a:lnTo>
                  <a:lnTo>
                    <a:pt x="1588848" y="2341794"/>
                  </a:lnTo>
                  <a:lnTo>
                    <a:pt x="1579160" y="2339334"/>
                  </a:lnTo>
                  <a:lnTo>
                    <a:pt x="1569472" y="2336512"/>
                  </a:lnTo>
                  <a:lnTo>
                    <a:pt x="1559784" y="2333686"/>
                  </a:lnTo>
                  <a:lnTo>
                    <a:pt x="1550095" y="2332641"/>
                  </a:lnTo>
                  <a:lnTo>
                    <a:pt x="1540407" y="2332859"/>
                  </a:lnTo>
                  <a:lnTo>
                    <a:pt x="1530719" y="2333075"/>
                  </a:lnTo>
                  <a:lnTo>
                    <a:pt x="1521031" y="2330782"/>
                  </a:lnTo>
                  <a:lnTo>
                    <a:pt x="1511343" y="2328175"/>
                  </a:lnTo>
                  <a:lnTo>
                    <a:pt x="1501655" y="2327222"/>
                  </a:lnTo>
                  <a:lnTo>
                    <a:pt x="1491967" y="2326748"/>
                  </a:lnTo>
                  <a:lnTo>
                    <a:pt x="1482279" y="2325712"/>
                  </a:lnTo>
                  <a:lnTo>
                    <a:pt x="1472591" y="2324824"/>
                  </a:lnTo>
                  <a:lnTo>
                    <a:pt x="1462903" y="2325432"/>
                  </a:lnTo>
                  <a:lnTo>
                    <a:pt x="1453214" y="2325495"/>
                  </a:lnTo>
                  <a:lnTo>
                    <a:pt x="1443526" y="2327009"/>
                  </a:lnTo>
                  <a:lnTo>
                    <a:pt x="1433838" y="2328522"/>
                  </a:lnTo>
                  <a:lnTo>
                    <a:pt x="1424150" y="2330076"/>
                  </a:lnTo>
                  <a:lnTo>
                    <a:pt x="1414462" y="2330589"/>
                  </a:lnTo>
                  <a:lnTo>
                    <a:pt x="1404774" y="2330333"/>
                  </a:lnTo>
                  <a:lnTo>
                    <a:pt x="1395086" y="2325533"/>
                  </a:lnTo>
                  <a:lnTo>
                    <a:pt x="1385398" y="2324345"/>
                  </a:lnTo>
                  <a:lnTo>
                    <a:pt x="1375710" y="2323974"/>
                  </a:lnTo>
                  <a:lnTo>
                    <a:pt x="1366022" y="2325608"/>
                  </a:lnTo>
                  <a:lnTo>
                    <a:pt x="1356333" y="2325920"/>
                  </a:lnTo>
                  <a:lnTo>
                    <a:pt x="1346645" y="2326427"/>
                  </a:lnTo>
                  <a:lnTo>
                    <a:pt x="1336957" y="2329077"/>
                  </a:lnTo>
                  <a:lnTo>
                    <a:pt x="1327269" y="2331682"/>
                  </a:lnTo>
                  <a:lnTo>
                    <a:pt x="1317581" y="2332459"/>
                  </a:lnTo>
                  <a:lnTo>
                    <a:pt x="1307893" y="2332135"/>
                  </a:lnTo>
                  <a:lnTo>
                    <a:pt x="1298205" y="2332494"/>
                  </a:lnTo>
                  <a:lnTo>
                    <a:pt x="1288517" y="2331476"/>
                  </a:lnTo>
                  <a:lnTo>
                    <a:pt x="1278829" y="2331185"/>
                  </a:lnTo>
                  <a:lnTo>
                    <a:pt x="1269141" y="2330823"/>
                  </a:lnTo>
                  <a:lnTo>
                    <a:pt x="1259452" y="2330421"/>
                  </a:lnTo>
                  <a:lnTo>
                    <a:pt x="1249764" y="2330109"/>
                  </a:lnTo>
                  <a:lnTo>
                    <a:pt x="1240076" y="2329798"/>
                  </a:lnTo>
                  <a:lnTo>
                    <a:pt x="1230388" y="2329486"/>
                  </a:lnTo>
                  <a:lnTo>
                    <a:pt x="1220700" y="2329446"/>
                  </a:lnTo>
                  <a:lnTo>
                    <a:pt x="1211012" y="2328747"/>
                  </a:lnTo>
                  <a:lnTo>
                    <a:pt x="1201324" y="2328426"/>
                  </a:lnTo>
                  <a:lnTo>
                    <a:pt x="1191636" y="2328104"/>
                  </a:lnTo>
                  <a:lnTo>
                    <a:pt x="1181948" y="2330301"/>
                  </a:lnTo>
                  <a:lnTo>
                    <a:pt x="1172260" y="2330650"/>
                  </a:lnTo>
                  <a:lnTo>
                    <a:pt x="1162571" y="2329704"/>
                  </a:lnTo>
                  <a:lnTo>
                    <a:pt x="1152883" y="2328370"/>
                  </a:lnTo>
                  <a:lnTo>
                    <a:pt x="1143195" y="2327018"/>
                  </a:lnTo>
                  <a:lnTo>
                    <a:pt x="1133507" y="2327997"/>
                  </a:lnTo>
                  <a:lnTo>
                    <a:pt x="1123819" y="2330593"/>
                  </a:lnTo>
                  <a:lnTo>
                    <a:pt x="1114131" y="2332176"/>
                  </a:lnTo>
                  <a:lnTo>
                    <a:pt x="1104443" y="2332479"/>
                  </a:lnTo>
                  <a:lnTo>
                    <a:pt x="1094755" y="2332722"/>
                  </a:lnTo>
                  <a:lnTo>
                    <a:pt x="1085067" y="2332964"/>
                  </a:lnTo>
                  <a:lnTo>
                    <a:pt x="1075379" y="2333207"/>
                  </a:lnTo>
                  <a:lnTo>
                    <a:pt x="1065690" y="2333450"/>
                  </a:lnTo>
                  <a:lnTo>
                    <a:pt x="1056002" y="2333692"/>
                  </a:lnTo>
                  <a:lnTo>
                    <a:pt x="1046314" y="2334752"/>
                  </a:lnTo>
                  <a:lnTo>
                    <a:pt x="1036626" y="2334653"/>
                  </a:lnTo>
                  <a:lnTo>
                    <a:pt x="1026938" y="2334420"/>
                  </a:lnTo>
                  <a:lnTo>
                    <a:pt x="1017250" y="2335688"/>
                  </a:lnTo>
                  <a:lnTo>
                    <a:pt x="1007562" y="2335464"/>
                  </a:lnTo>
                  <a:lnTo>
                    <a:pt x="997874" y="2335817"/>
                  </a:lnTo>
                  <a:lnTo>
                    <a:pt x="988186" y="2335533"/>
                  </a:lnTo>
                  <a:lnTo>
                    <a:pt x="978498" y="2335783"/>
                  </a:lnTo>
                  <a:lnTo>
                    <a:pt x="968809" y="2336606"/>
                  </a:lnTo>
                  <a:lnTo>
                    <a:pt x="959121" y="2337519"/>
                  </a:lnTo>
                  <a:lnTo>
                    <a:pt x="949433" y="2338499"/>
                  </a:lnTo>
                  <a:lnTo>
                    <a:pt x="939745" y="2338996"/>
                  </a:lnTo>
                  <a:lnTo>
                    <a:pt x="930057" y="2337969"/>
                  </a:lnTo>
                  <a:lnTo>
                    <a:pt x="920369" y="2337291"/>
                  </a:lnTo>
                  <a:lnTo>
                    <a:pt x="910681" y="2337516"/>
                  </a:lnTo>
                  <a:lnTo>
                    <a:pt x="900993" y="2338163"/>
                  </a:lnTo>
                  <a:lnTo>
                    <a:pt x="891305" y="2340996"/>
                  </a:lnTo>
                  <a:lnTo>
                    <a:pt x="881617" y="2339847"/>
                  </a:lnTo>
                  <a:lnTo>
                    <a:pt x="871928" y="2340967"/>
                  </a:lnTo>
                  <a:lnTo>
                    <a:pt x="862240" y="2342759"/>
                  </a:lnTo>
                  <a:lnTo>
                    <a:pt x="852552" y="2345658"/>
                  </a:lnTo>
                  <a:lnTo>
                    <a:pt x="842864" y="2348971"/>
                  </a:lnTo>
                  <a:lnTo>
                    <a:pt x="833176" y="2350378"/>
                  </a:lnTo>
                  <a:lnTo>
                    <a:pt x="823488" y="2351879"/>
                  </a:lnTo>
                  <a:lnTo>
                    <a:pt x="813800" y="2353365"/>
                  </a:lnTo>
                  <a:lnTo>
                    <a:pt x="804112" y="2355608"/>
                  </a:lnTo>
                  <a:lnTo>
                    <a:pt x="794424" y="2356222"/>
                  </a:lnTo>
                  <a:lnTo>
                    <a:pt x="784736" y="2359063"/>
                  </a:lnTo>
                  <a:lnTo>
                    <a:pt x="775047" y="2362401"/>
                  </a:lnTo>
                  <a:lnTo>
                    <a:pt x="765359" y="2363643"/>
                  </a:lnTo>
                  <a:lnTo>
                    <a:pt x="755671" y="2364314"/>
                  </a:lnTo>
                  <a:lnTo>
                    <a:pt x="745983" y="2365941"/>
                  </a:lnTo>
                  <a:lnTo>
                    <a:pt x="736295" y="2366831"/>
                  </a:lnTo>
                  <a:lnTo>
                    <a:pt x="726607" y="2370322"/>
                  </a:lnTo>
                  <a:lnTo>
                    <a:pt x="716919" y="2374516"/>
                  </a:lnTo>
                  <a:lnTo>
                    <a:pt x="707231" y="2376808"/>
                  </a:lnTo>
                  <a:lnTo>
                    <a:pt x="697543" y="2379881"/>
                  </a:lnTo>
                  <a:lnTo>
                    <a:pt x="687855" y="2381230"/>
                  </a:lnTo>
                  <a:lnTo>
                    <a:pt x="678166" y="2385249"/>
                  </a:lnTo>
                  <a:lnTo>
                    <a:pt x="668478" y="2387435"/>
                  </a:lnTo>
                  <a:lnTo>
                    <a:pt x="658790" y="2389730"/>
                  </a:lnTo>
                  <a:lnTo>
                    <a:pt x="649102" y="2394894"/>
                  </a:lnTo>
                  <a:lnTo>
                    <a:pt x="639414" y="2395255"/>
                  </a:lnTo>
                  <a:lnTo>
                    <a:pt x="629726" y="2396559"/>
                  </a:lnTo>
                  <a:lnTo>
                    <a:pt x="620038" y="2398663"/>
                  </a:lnTo>
                  <a:lnTo>
                    <a:pt x="610350" y="2401440"/>
                  </a:lnTo>
                  <a:lnTo>
                    <a:pt x="600662" y="2403544"/>
                  </a:lnTo>
                  <a:lnTo>
                    <a:pt x="590974" y="2405490"/>
                  </a:lnTo>
                  <a:lnTo>
                    <a:pt x="581285" y="2407774"/>
                  </a:lnTo>
                  <a:lnTo>
                    <a:pt x="571597" y="2411103"/>
                  </a:lnTo>
                  <a:lnTo>
                    <a:pt x="561909" y="2415245"/>
                  </a:lnTo>
                  <a:lnTo>
                    <a:pt x="552221" y="2419356"/>
                  </a:lnTo>
                  <a:lnTo>
                    <a:pt x="542533" y="2424000"/>
                  </a:lnTo>
                  <a:lnTo>
                    <a:pt x="532845" y="2429428"/>
                  </a:lnTo>
                  <a:lnTo>
                    <a:pt x="523157" y="2434912"/>
                  </a:lnTo>
                  <a:lnTo>
                    <a:pt x="513469" y="2440398"/>
                  </a:lnTo>
                  <a:lnTo>
                    <a:pt x="503781" y="2442508"/>
                  </a:lnTo>
                  <a:lnTo>
                    <a:pt x="494093" y="2443645"/>
                  </a:lnTo>
                  <a:lnTo>
                    <a:pt x="484404" y="2445086"/>
                  </a:lnTo>
                  <a:lnTo>
                    <a:pt x="474716" y="2447833"/>
                  </a:lnTo>
                  <a:lnTo>
                    <a:pt x="465028" y="2451211"/>
                  </a:lnTo>
                  <a:lnTo>
                    <a:pt x="455340" y="2456624"/>
                  </a:lnTo>
                  <a:lnTo>
                    <a:pt x="445652" y="2458543"/>
                  </a:lnTo>
                  <a:lnTo>
                    <a:pt x="435964" y="2460945"/>
                  </a:lnTo>
                  <a:lnTo>
                    <a:pt x="426276" y="2466925"/>
                  </a:lnTo>
                  <a:lnTo>
                    <a:pt x="416588" y="2472162"/>
                  </a:lnTo>
                  <a:lnTo>
                    <a:pt x="406900" y="2478789"/>
                  </a:lnTo>
                  <a:lnTo>
                    <a:pt x="397212" y="2484171"/>
                  </a:lnTo>
                  <a:lnTo>
                    <a:pt x="387523" y="2488157"/>
                  </a:lnTo>
                  <a:lnTo>
                    <a:pt x="377835" y="2490148"/>
                  </a:lnTo>
                  <a:lnTo>
                    <a:pt x="368147" y="2491634"/>
                  </a:lnTo>
                  <a:lnTo>
                    <a:pt x="358459" y="2493082"/>
                  </a:lnTo>
                  <a:lnTo>
                    <a:pt x="348771" y="2494516"/>
                  </a:lnTo>
                  <a:lnTo>
                    <a:pt x="339083" y="2495949"/>
                  </a:lnTo>
                  <a:lnTo>
                    <a:pt x="329395" y="2497548"/>
                  </a:lnTo>
                  <a:lnTo>
                    <a:pt x="319707" y="2501559"/>
                  </a:lnTo>
                  <a:lnTo>
                    <a:pt x="310019" y="2505504"/>
                  </a:lnTo>
                  <a:lnTo>
                    <a:pt x="300331" y="2508598"/>
                  </a:lnTo>
                  <a:lnTo>
                    <a:pt x="290642" y="2511132"/>
                  </a:lnTo>
                  <a:lnTo>
                    <a:pt x="280954" y="2514060"/>
                  </a:lnTo>
                  <a:lnTo>
                    <a:pt x="271266" y="2513554"/>
                  </a:lnTo>
                  <a:lnTo>
                    <a:pt x="261578" y="2516013"/>
                  </a:lnTo>
                  <a:lnTo>
                    <a:pt x="251890" y="2520201"/>
                  </a:lnTo>
                  <a:lnTo>
                    <a:pt x="242202" y="2523837"/>
                  </a:lnTo>
                  <a:lnTo>
                    <a:pt x="232514" y="2529620"/>
                  </a:lnTo>
                  <a:lnTo>
                    <a:pt x="222826" y="2535833"/>
                  </a:lnTo>
                  <a:lnTo>
                    <a:pt x="213138" y="2540936"/>
                  </a:lnTo>
                  <a:lnTo>
                    <a:pt x="203450" y="2546561"/>
                  </a:lnTo>
                  <a:lnTo>
                    <a:pt x="193761" y="2550443"/>
                  </a:lnTo>
                  <a:lnTo>
                    <a:pt x="184073" y="2555112"/>
                  </a:lnTo>
                  <a:lnTo>
                    <a:pt x="174385" y="2559578"/>
                  </a:lnTo>
                  <a:lnTo>
                    <a:pt x="164697" y="2560785"/>
                  </a:lnTo>
                  <a:lnTo>
                    <a:pt x="155009" y="2561990"/>
                  </a:lnTo>
                  <a:lnTo>
                    <a:pt x="145321" y="2563195"/>
                  </a:lnTo>
                  <a:lnTo>
                    <a:pt x="135633" y="2565399"/>
                  </a:lnTo>
                  <a:lnTo>
                    <a:pt x="125945" y="2571190"/>
                  </a:lnTo>
                  <a:lnTo>
                    <a:pt x="116257" y="2576957"/>
                  </a:lnTo>
                  <a:lnTo>
                    <a:pt x="106569" y="2582144"/>
                  </a:lnTo>
                  <a:lnTo>
                    <a:pt x="96880" y="2585585"/>
                  </a:lnTo>
                  <a:lnTo>
                    <a:pt x="87192" y="2592566"/>
                  </a:lnTo>
                  <a:lnTo>
                    <a:pt x="77504" y="2598195"/>
                  </a:lnTo>
                  <a:lnTo>
                    <a:pt x="67816" y="2600376"/>
                  </a:lnTo>
                  <a:lnTo>
                    <a:pt x="58128" y="2602555"/>
                  </a:lnTo>
                  <a:lnTo>
                    <a:pt x="48440" y="2604730"/>
                  </a:lnTo>
                  <a:lnTo>
                    <a:pt x="38752" y="2606902"/>
                  </a:lnTo>
                  <a:lnTo>
                    <a:pt x="29064" y="2609159"/>
                  </a:lnTo>
                  <a:lnTo>
                    <a:pt x="19376" y="2612983"/>
                  </a:lnTo>
                  <a:lnTo>
                    <a:pt x="9688" y="2618337"/>
                  </a:lnTo>
                  <a:lnTo>
                    <a:pt x="0" y="2622939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502457" y="2000219"/>
              <a:ext cx="2509217" cy="1160651"/>
            </a:xfrm>
            <a:custGeom>
              <a:avLst/>
              <a:pathLst>
                <a:path w="2509217" h="1160651">
                  <a:moveTo>
                    <a:pt x="0" y="1159688"/>
                  </a:moveTo>
                  <a:lnTo>
                    <a:pt x="9688" y="1160651"/>
                  </a:lnTo>
                  <a:lnTo>
                    <a:pt x="19376" y="1160335"/>
                  </a:lnTo>
                  <a:lnTo>
                    <a:pt x="29064" y="1159219"/>
                  </a:lnTo>
                  <a:lnTo>
                    <a:pt x="38752" y="1159062"/>
                  </a:lnTo>
                  <a:lnTo>
                    <a:pt x="48440" y="1156529"/>
                  </a:lnTo>
                  <a:lnTo>
                    <a:pt x="58128" y="1156978"/>
                  </a:lnTo>
                  <a:lnTo>
                    <a:pt x="67816" y="1156166"/>
                  </a:lnTo>
                  <a:lnTo>
                    <a:pt x="77504" y="1158545"/>
                  </a:lnTo>
                  <a:lnTo>
                    <a:pt x="87192" y="1158345"/>
                  </a:lnTo>
                  <a:lnTo>
                    <a:pt x="96880" y="1158170"/>
                  </a:lnTo>
                  <a:lnTo>
                    <a:pt x="106569" y="1158022"/>
                  </a:lnTo>
                  <a:lnTo>
                    <a:pt x="116257" y="1156363"/>
                  </a:lnTo>
                  <a:lnTo>
                    <a:pt x="125945" y="1156147"/>
                  </a:lnTo>
                  <a:lnTo>
                    <a:pt x="135633" y="1154193"/>
                  </a:lnTo>
                  <a:lnTo>
                    <a:pt x="145321" y="1153678"/>
                  </a:lnTo>
                  <a:lnTo>
                    <a:pt x="155009" y="1153769"/>
                  </a:lnTo>
                  <a:lnTo>
                    <a:pt x="164697" y="1153860"/>
                  </a:lnTo>
                  <a:lnTo>
                    <a:pt x="174385" y="1153956"/>
                  </a:lnTo>
                  <a:lnTo>
                    <a:pt x="184073" y="1154737"/>
                  </a:lnTo>
                  <a:lnTo>
                    <a:pt x="193761" y="1154140"/>
                  </a:lnTo>
                  <a:lnTo>
                    <a:pt x="203450" y="1154003"/>
                  </a:lnTo>
                  <a:lnTo>
                    <a:pt x="213138" y="1152088"/>
                  </a:lnTo>
                  <a:lnTo>
                    <a:pt x="222826" y="1150600"/>
                  </a:lnTo>
                  <a:lnTo>
                    <a:pt x="232514" y="1150250"/>
                  </a:lnTo>
                  <a:lnTo>
                    <a:pt x="242202" y="1149899"/>
                  </a:lnTo>
                  <a:lnTo>
                    <a:pt x="251890" y="1149631"/>
                  </a:lnTo>
                  <a:lnTo>
                    <a:pt x="261578" y="1149361"/>
                  </a:lnTo>
                  <a:lnTo>
                    <a:pt x="271266" y="1148976"/>
                  </a:lnTo>
                  <a:lnTo>
                    <a:pt x="280954" y="1145281"/>
                  </a:lnTo>
                  <a:lnTo>
                    <a:pt x="290642" y="1139776"/>
                  </a:lnTo>
                  <a:lnTo>
                    <a:pt x="300331" y="1136886"/>
                  </a:lnTo>
                  <a:lnTo>
                    <a:pt x="310019" y="1137752"/>
                  </a:lnTo>
                  <a:lnTo>
                    <a:pt x="319707" y="1138642"/>
                  </a:lnTo>
                  <a:lnTo>
                    <a:pt x="329395" y="1139508"/>
                  </a:lnTo>
                  <a:lnTo>
                    <a:pt x="339083" y="1137673"/>
                  </a:lnTo>
                  <a:lnTo>
                    <a:pt x="348771" y="1135853"/>
                  </a:lnTo>
                  <a:lnTo>
                    <a:pt x="358459" y="1134071"/>
                  </a:lnTo>
                  <a:lnTo>
                    <a:pt x="368147" y="1132289"/>
                  </a:lnTo>
                  <a:lnTo>
                    <a:pt x="377835" y="1127741"/>
                  </a:lnTo>
                  <a:lnTo>
                    <a:pt x="387523" y="1125908"/>
                  </a:lnTo>
                  <a:lnTo>
                    <a:pt x="397212" y="1126919"/>
                  </a:lnTo>
                  <a:lnTo>
                    <a:pt x="406900" y="1126238"/>
                  </a:lnTo>
                  <a:lnTo>
                    <a:pt x="416588" y="1124890"/>
                  </a:lnTo>
                  <a:lnTo>
                    <a:pt x="426276" y="1121433"/>
                  </a:lnTo>
                  <a:lnTo>
                    <a:pt x="435964" y="1120281"/>
                  </a:lnTo>
                  <a:lnTo>
                    <a:pt x="445652" y="1120694"/>
                  </a:lnTo>
                  <a:lnTo>
                    <a:pt x="455340" y="1119641"/>
                  </a:lnTo>
                  <a:lnTo>
                    <a:pt x="465028" y="1114155"/>
                  </a:lnTo>
                  <a:lnTo>
                    <a:pt x="474716" y="1112228"/>
                  </a:lnTo>
                  <a:lnTo>
                    <a:pt x="484404" y="1110323"/>
                  </a:lnTo>
                  <a:lnTo>
                    <a:pt x="494093" y="1108575"/>
                  </a:lnTo>
                  <a:lnTo>
                    <a:pt x="503781" y="1106826"/>
                  </a:lnTo>
                  <a:lnTo>
                    <a:pt x="513469" y="1107544"/>
                  </a:lnTo>
                  <a:lnTo>
                    <a:pt x="523157" y="1106609"/>
                  </a:lnTo>
                  <a:lnTo>
                    <a:pt x="532845" y="1101224"/>
                  </a:lnTo>
                  <a:lnTo>
                    <a:pt x="542533" y="1099408"/>
                  </a:lnTo>
                  <a:lnTo>
                    <a:pt x="552221" y="1095473"/>
                  </a:lnTo>
                  <a:lnTo>
                    <a:pt x="561909" y="1095097"/>
                  </a:lnTo>
                  <a:lnTo>
                    <a:pt x="571597" y="1094746"/>
                  </a:lnTo>
                  <a:lnTo>
                    <a:pt x="581285" y="1090417"/>
                  </a:lnTo>
                  <a:lnTo>
                    <a:pt x="590974" y="1085980"/>
                  </a:lnTo>
                  <a:lnTo>
                    <a:pt x="600662" y="1082504"/>
                  </a:lnTo>
                  <a:lnTo>
                    <a:pt x="610350" y="1085094"/>
                  </a:lnTo>
                  <a:lnTo>
                    <a:pt x="620038" y="1084625"/>
                  </a:lnTo>
                  <a:lnTo>
                    <a:pt x="629726" y="1082737"/>
                  </a:lnTo>
                  <a:lnTo>
                    <a:pt x="639414" y="1079308"/>
                  </a:lnTo>
                  <a:lnTo>
                    <a:pt x="649102" y="1072520"/>
                  </a:lnTo>
                  <a:lnTo>
                    <a:pt x="658790" y="1065089"/>
                  </a:lnTo>
                  <a:lnTo>
                    <a:pt x="668478" y="1061394"/>
                  </a:lnTo>
                  <a:lnTo>
                    <a:pt x="678166" y="1058477"/>
                  </a:lnTo>
                  <a:lnTo>
                    <a:pt x="687855" y="1056447"/>
                  </a:lnTo>
                  <a:lnTo>
                    <a:pt x="697543" y="1054540"/>
                  </a:lnTo>
                  <a:lnTo>
                    <a:pt x="707231" y="1052702"/>
                  </a:lnTo>
                  <a:lnTo>
                    <a:pt x="716919" y="1050786"/>
                  </a:lnTo>
                  <a:lnTo>
                    <a:pt x="726607" y="1048822"/>
                  </a:lnTo>
                  <a:lnTo>
                    <a:pt x="736295" y="1047078"/>
                  </a:lnTo>
                  <a:lnTo>
                    <a:pt x="745983" y="1046489"/>
                  </a:lnTo>
                  <a:lnTo>
                    <a:pt x="755671" y="1047324"/>
                  </a:lnTo>
                  <a:lnTo>
                    <a:pt x="765359" y="1045310"/>
                  </a:lnTo>
                  <a:lnTo>
                    <a:pt x="775047" y="1040640"/>
                  </a:lnTo>
                  <a:lnTo>
                    <a:pt x="784736" y="1037187"/>
                  </a:lnTo>
                  <a:lnTo>
                    <a:pt x="794424" y="1032349"/>
                  </a:lnTo>
                  <a:lnTo>
                    <a:pt x="804112" y="1027373"/>
                  </a:lnTo>
                  <a:lnTo>
                    <a:pt x="813800" y="1022666"/>
                  </a:lnTo>
                  <a:lnTo>
                    <a:pt x="823488" y="1021325"/>
                  </a:lnTo>
                  <a:lnTo>
                    <a:pt x="833176" y="1020062"/>
                  </a:lnTo>
                  <a:lnTo>
                    <a:pt x="842864" y="1018864"/>
                  </a:lnTo>
                  <a:lnTo>
                    <a:pt x="852552" y="1017126"/>
                  </a:lnTo>
                  <a:lnTo>
                    <a:pt x="862240" y="1015655"/>
                  </a:lnTo>
                  <a:lnTo>
                    <a:pt x="871928" y="1014835"/>
                  </a:lnTo>
                  <a:lnTo>
                    <a:pt x="881617" y="1013792"/>
                  </a:lnTo>
                  <a:lnTo>
                    <a:pt x="891305" y="1011196"/>
                  </a:lnTo>
                  <a:lnTo>
                    <a:pt x="900993" y="1006035"/>
                  </a:lnTo>
                  <a:lnTo>
                    <a:pt x="910681" y="997428"/>
                  </a:lnTo>
                  <a:lnTo>
                    <a:pt x="920369" y="993228"/>
                  </a:lnTo>
                  <a:lnTo>
                    <a:pt x="930057" y="991080"/>
                  </a:lnTo>
                  <a:lnTo>
                    <a:pt x="939745" y="986641"/>
                  </a:lnTo>
                  <a:lnTo>
                    <a:pt x="949433" y="981481"/>
                  </a:lnTo>
                  <a:lnTo>
                    <a:pt x="959121" y="975167"/>
                  </a:lnTo>
                  <a:lnTo>
                    <a:pt x="968809" y="969370"/>
                  </a:lnTo>
                  <a:lnTo>
                    <a:pt x="978498" y="961950"/>
                  </a:lnTo>
                  <a:lnTo>
                    <a:pt x="988186" y="953133"/>
                  </a:lnTo>
                  <a:lnTo>
                    <a:pt x="997874" y="945654"/>
                  </a:lnTo>
                  <a:lnTo>
                    <a:pt x="1007562" y="944147"/>
                  </a:lnTo>
                  <a:lnTo>
                    <a:pt x="1017250" y="939535"/>
                  </a:lnTo>
                  <a:lnTo>
                    <a:pt x="1026938" y="933260"/>
                  </a:lnTo>
                  <a:lnTo>
                    <a:pt x="1036626" y="926530"/>
                  </a:lnTo>
                  <a:lnTo>
                    <a:pt x="1046314" y="919807"/>
                  </a:lnTo>
                  <a:lnTo>
                    <a:pt x="1056002" y="913220"/>
                  </a:lnTo>
                  <a:lnTo>
                    <a:pt x="1065690" y="912419"/>
                  </a:lnTo>
                  <a:lnTo>
                    <a:pt x="1075379" y="907995"/>
                  </a:lnTo>
                  <a:lnTo>
                    <a:pt x="1085067" y="903276"/>
                  </a:lnTo>
                  <a:lnTo>
                    <a:pt x="1094755" y="898972"/>
                  </a:lnTo>
                  <a:lnTo>
                    <a:pt x="1104443" y="896619"/>
                  </a:lnTo>
                  <a:lnTo>
                    <a:pt x="1114131" y="890479"/>
                  </a:lnTo>
                  <a:lnTo>
                    <a:pt x="1123819" y="879963"/>
                  </a:lnTo>
                  <a:lnTo>
                    <a:pt x="1133507" y="877132"/>
                  </a:lnTo>
                  <a:lnTo>
                    <a:pt x="1143195" y="872703"/>
                  </a:lnTo>
                  <a:lnTo>
                    <a:pt x="1152883" y="866076"/>
                  </a:lnTo>
                  <a:lnTo>
                    <a:pt x="1162571" y="861512"/>
                  </a:lnTo>
                  <a:lnTo>
                    <a:pt x="1172260" y="853819"/>
                  </a:lnTo>
                  <a:lnTo>
                    <a:pt x="1181948" y="850241"/>
                  </a:lnTo>
                  <a:lnTo>
                    <a:pt x="1191636" y="844923"/>
                  </a:lnTo>
                  <a:lnTo>
                    <a:pt x="1201324" y="840615"/>
                  </a:lnTo>
                  <a:lnTo>
                    <a:pt x="1211012" y="835354"/>
                  </a:lnTo>
                  <a:lnTo>
                    <a:pt x="1220700" y="832230"/>
                  </a:lnTo>
                  <a:lnTo>
                    <a:pt x="1230388" y="824926"/>
                  </a:lnTo>
                  <a:lnTo>
                    <a:pt x="1240076" y="822178"/>
                  </a:lnTo>
                  <a:lnTo>
                    <a:pt x="1249764" y="819539"/>
                  </a:lnTo>
                  <a:lnTo>
                    <a:pt x="1259452" y="816902"/>
                  </a:lnTo>
                  <a:lnTo>
                    <a:pt x="1269141" y="811556"/>
                  </a:lnTo>
                  <a:lnTo>
                    <a:pt x="1278829" y="804926"/>
                  </a:lnTo>
                  <a:lnTo>
                    <a:pt x="1288517" y="797351"/>
                  </a:lnTo>
                  <a:lnTo>
                    <a:pt x="1298205" y="789742"/>
                  </a:lnTo>
                  <a:lnTo>
                    <a:pt x="1307893" y="782505"/>
                  </a:lnTo>
                  <a:lnTo>
                    <a:pt x="1317581" y="775084"/>
                  </a:lnTo>
                  <a:lnTo>
                    <a:pt x="1327269" y="767108"/>
                  </a:lnTo>
                  <a:lnTo>
                    <a:pt x="1336957" y="759562"/>
                  </a:lnTo>
                  <a:lnTo>
                    <a:pt x="1346645" y="754675"/>
                  </a:lnTo>
                  <a:lnTo>
                    <a:pt x="1356333" y="750526"/>
                  </a:lnTo>
                  <a:lnTo>
                    <a:pt x="1366022" y="746381"/>
                  </a:lnTo>
                  <a:lnTo>
                    <a:pt x="1375710" y="737259"/>
                  </a:lnTo>
                  <a:lnTo>
                    <a:pt x="1385398" y="728961"/>
                  </a:lnTo>
                  <a:lnTo>
                    <a:pt x="1395086" y="723378"/>
                  </a:lnTo>
                  <a:lnTo>
                    <a:pt x="1404774" y="717859"/>
                  </a:lnTo>
                  <a:lnTo>
                    <a:pt x="1414462" y="710926"/>
                  </a:lnTo>
                  <a:lnTo>
                    <a:pt x="1424150" y="701395"/>
                  </a:lnTo>
                  <a:lnTo>
                    <a:pt x="1433838" y="691296"/>
                  </a:lnTo>
                  <a:lnTo>
                    <a:pt x="1443526" y="682348"/>
                  </a:lnTo>
                  <a:lnTo>
                    <a:pt x="1453214" y="674846"/>
                  </a:lnTo>
                  <a:lnTo>
                    <a:pt x="1462903" y="668241"/>
                  </a:lnTo>
                  <a:lnTo>
                    <a:pt x="1472591" y="662566"/>
                  </a:lnTo>
                  <a:lnTo>
                    <a:pt x="1482279" y="654564"/>
                  </a:lnTo>
                  <a:lnTo>
                    <a:pt x="1491967" y="646588"/>
                  </a:lnTo>
                  <a:lnTo>
                    <a:pt x="1501655" y="638668"/>
                  </a:lnTo>
                  <a:lnTo>
                    <a:pt x="1511343" y="631690"/>
                  </a:lnTo>
                  <a:lnTo>
                    <a:pt x="1521031" y="628363"/>
                  </a:lnTo>
                  <a:lnTo>
                    <a:pt x="1530719" y="625058"/>
                  </a:lnTo>
                  <a:lnTo>
                    <a:pt x="1540407" y="621756"/>
                  </a:lnTo>
                  <a:lnTo>
                    <a:pt x="1550095" y="617425"/>
                  </a:lnTo>
                  <a:lnTo>
                    <a:pt x="1559784" y="613297"/>
                  </a:lnTo>
                  <a:lnTo>
                    <a:pt x="1569472" y="609169"/>
                  </a:lnTo>
                  <a:lnTo>
                    <a:pt x="1579160" y="601071"/>
                  </a:lnTo>
                  <a:lnTo>
                    <a:pt x="1588848" y="594640"/>
                  </a:lnTo>
                  <a:lnTo>
                    <a:pt x="1598536" y="588911"/>
                  </a:lnTo>
                  <a:lnTo>
                    <a:pt x="1608224" y="583267"/>
                  </a:lnTo>
                  <a:lnTo>
                    <a:pt x="1617912" y="577675"/>
                  </a:lnTo>
                  <a:lnTo>
                    <a:pt x="1627600" y="572021"/>
                  </a:lnTo>
                  <a:lnTo>
                    <a:pt x="1637288" y="566303"/>
                  </a:lnTo>
                  <a:lnTo>
                    <a:pt x="1646976" y="560342"/>
                  </a:lnTo>
                  <a:lnTo>
                    <a:pt x="1656665" y="554043"/>
                  </a:lnTo>
                  <a:lnTo>
                    <a:pt x="1666353" y="546936"/>
                  </a:lnTo>
                  <a:lnTo>
                    <a:pt x="1676041" y="539026"/>
                  </a:lnTo>
                  <a:lnTo>
                    <a:pt x="1685729" y="533144"/>
                  </a:lnTo>
                  <a:lnTo>
                    <a:pt x="1695417" y="530586"/>
                  </a:lnTo>
                  <a:lnTo>
                    <a:pt x="1705105" y="524304"/>
                  </a:lnTo>
                  <a:lnTo>
                    <a:pt x="1714793" y="515326"/>
                  </a:lnTo>
                  <a:lnTo>
                    <a:pt x="1724481" y="513286"/>
                  </a:lnTo>
                  <a:lnTo>
                    <a:pt x="1734169" y="505759"/>
                  </a:lnTo>
                  <a:lnTo>
                    <a:pt x="1743857" y="498374"/>
                  </a:lnTo>
                  <a:lnTo>
                    <a:pt x="1753546" y="490937"/>
                  </a:lnTo>
                  <a:lnTo>
                    <a:pt x="1763234" y="483553"/>
                  </a:lnTo>
                  <a:lnTo>
                    <a:pt x="1772922" y="476111"/>
                  </a:lnTo>
                  <a:lnTo>
                    <a:pt x="1782610" y="468688"/>
                  </a:lnTo>
                  <a:lnTo>
                    <a:pt x="1792298" y="460647"/>
                  </a:lnTo>
                  <a:lnTo>
                    <a:pt x="1801986" y="451463"/>
                  </a:lnTo>
                  <a:lnTo>
                    <a:pt x="1811674" y="443570"/>
                  </a:lnTo>
                  <a:lnTo>
                    <a:pt x="1821362" y="435769"/>
                  </a:lnTo>
                  <a:lnTo>
                    <a:pt x="1831050" y="428052"/>
                  </a:lnTo>
                  <a:lnTo>
                    <a:pt x="1840738" y="421362"/>
                  </a:lnTo>
                  <a:lnTo>
                    <a:pt x="1850427" y="416093"/>
                  </a:lnTo>
                  <a:lnTo>
                    <a:pt x="1860115" y="408370"/>
                  </a:lnTo>
                  <a:lnTo>
                    <a:pt x="1869803" y="399327"/>
                  </a:lnTo>
                  <a:lnTo>
                    <a:pt x="1879491" y="391368"/>
                  </a:lnTo>
                  <a:lnTo>
                    <a:pt x="1889179" y="388006"/>
                  </a:lnTo>
                  <a:lnTo>
                    <a:pt x="1898867" y="381108"/>
                  </a:lnTo>
                  <a:lnTo>
                    <a:pt x="1908555" y="373938"/>
                  </a:lnTo>
                  <a:lnTo>
                    <a:pt x="1918243" y="366788"/>
                  </a:lnTo>
                  <a:lnTo>
                    <a:pt x="1927931" y="359658"/>
                  </a:lnTo>
                  <a:lnTo>
                    <a:pt x="1937619" y="352548"/>
                  </a:lnTo>
                  <a:lnTo>
                    <a:pt x="1947308" y="345465"/>
                  </a:lnTo>
                  <a:lnTo>
                    <a:pt x="1956996" y="338440"/>
                  </a:lnTo>
                  <a:lnTo>
                    <a:pt x="1966684" y="331436"/>
                  </a:lnTo>
                  <a:lnTo>
                    <a:pt x="1976372" y="324453"/>
                  </a:lnTo>
                  <a:lnTo>
                    <a:pt x="1986060" y="317490"/>
                  </a:lnTo>
                  <a:lnTo>
                    <a:pt x="1995748" y="310547"/>
                  </a:lnTo>
                  <a:lnTo>
                    <a:pt x="2005436" y="303625"/>
                  </a:lnTo>
                  <a:lnTo>
                    <a:pt x="2015124" y="296915"/>
                  </a:lnTo>
                  <a:lnTo>
                    <a:pt x="2024812" y="291258"/>
                  </a:lnTo>
                  <a:lnTo>
                    <a:pt x="2034500" y="285614"/>
                  </a:lnTo>
                  <a:lnTo>
                    <a:pt x="2044188" y="279985"/>
                  </a:lnTo>
                  <a:lnTo>
                    <a:pt x="2053877" y="272070"/>
                  </a:lnTo>
                  <a:lnTo>
                    <a:pt x="2063565" y="263789"/>
                  </a:lnTo>
                  <a:lnTo>
                    <a:pt x="2073253" y="255564"/>
                  </a:lnTo>
                  <a:lnTo>
                    <a:pt x="2082941" y="248743"/>
                  </a:lnTo>
                  <a:lnTo>
                    <a:pt x="2092629" y="241994"/>
                  </a:lnTo>
                  <a:lnTo>
                    <a:pt x="2102317" y="236164"/>
                  </a:lnTo>
                  <a:lnTo>
                    <a:pt x="2112005" y="231293"/>
                  </a:lnTo>
                  <a:lnTo>
                    <a:pt x="2121693" y="226439"/>
                  </a:lnTo>
                  <a:lnTo>
                    <a:pt x="2131381" y="221544"/>
                  </a:lnTo>
                  <a:lnTo>
                    <a:pt x="2141069" y="214564"/>
                  </a:lnTo>
                  <a:lnTo>
                    <a:pt x="2150758" y="208013"/>
                  </a:lnTo>
                  <a:lnTo>
                    <a:pt x="2160446" y="201483"/>
                  </a:lnTo>
                  <a:lnTo>
                    <a:pt x="2170134" y="194975"/>
                  </a:lnTo>
                  <a:lnTo>
                    <a:pt x="2179822" y="188488"/>
                  </a:lnTo>
                  <a:lnTo>
                    <a:pt x="2189510" y="182022"/>
                  </a:lnTo>
                  <a:lnTo>
                    <a:pt x="2199198" y="175578"/>
                  </a:lnTo>
                  <a:lnTo>
                    <a:pt x="2208886" y="169156"/>
                  </a:lnTo>
                  <a:lnTo>
                    <a:pt x="2218574" y="162771"/>
                  </a:lnTo>
                  <a:lnTo>
                    <a:pt x="2228262" y="156411"/>
                  </a:lnTo>
                  <a:lnTo>
                    <a:pt x="2237950" y="150072"/>
                  </a:lnTo>
                  <a:lnTo>
                    <a:pt x="2247639" y="143755"/>
                  </a:lnTo>
                  <a:lnTo>
                    <a:pt x="2257327" y="137460"/>
                  </a:lnTo>
                  <a:lnTo>
                    <a:pt x="2267015" y="131186"/>
                  </a:lnTo>
                  <a:lnTo>
                    <a:pt x="2276703" y="124935"/>
                  </a:lnTo>
                  <a:lnTo>
                    <a:pt x="2286391" y="118704"/>
                  </a:lnTo>
                  <a:lnTo>
                    <a:pt x="2296079" y="112517"/>
                  </a:lnTo>
                  <a:lnTo>
                    <a:pt x="2305767" y="106384"/>
                  </a:lnTo>
                  <a:lnTo>
                    <a:pt x="2315455" y="99573"/>
                  </a:lnTo>
                  <a:lnTo>
                    <a:pt x="2325143" y="93486"/>
                  </a:lnTo>
                  <a:lnTo>
                    <a:pt x="2334831" y="88021"/>
                  </a:lnTo>
                  <a:lnTo>
                    <a:pt x="2344520" y="81967"/>
                  </a:lnTo>
                  <a:lnTo>
                    <a:pt x="2354208" y="76800"/>
                  </a:lnTo>
                  <a:lnTo>
                    <a:pt x="2363896" y="70494"/>
                  </a:lnTo>
                  <a:lnTo>
                    <a:pt x="2373584" y="64212"/>
                  </a:lnTo>
                  <a:lnTo>
                    <a:pt x="2383272" y="57953"/>
                  </a:lnTo>
                  <a:lnTo>
                    <a:pt x="2392960" y="51830"/>
                  </a:lnTo>
                  <a:lnTo>
                    <a:pt x="2402648" y="45860"/>
                  </a:lnTo>
                  <a:lnTo>
                    <a:pt x="2412336" y="39912"/>
                  </a:lnTo>
                  <a:lnTo>
                    <a:pt x="2422024" y="33986"/>
                  </a:lnTo>
                  <a:lnTo>
                    <a:pt x="2431712" y="28478"/>
                  </a:lnTo>
                  <a:lnTo>
                    <a:pt x="2441401" y="24675"/>
                  </a:lnTo>
                  <a:lnTo>
                    <a:pt x="2451089" y="20903"/>
                  </a:lnTo>
                  <a:lnTo>
                    <a:pt x="2460777" y="17141"/>
                  </a:lnTo>
                  <a:lnTo>
                    <a:pt x="2470465" y="13582"/>
                  </a:lnTo>
                  <a:lnTo>
                    <a:pt x="2480153" y="10175"/>
                  </a:lnTo>
                  <a:lnTo>
                    <a:pt x="2489841" y="6775"/>
                  </a:lnTo>
                  <a:lnTo>
                    <a:pt x="2499529" y="3384"/>
                  </a:lnTo>
                  <a:lnTo>
                    <a:pt x="25092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3502457" y="4324193"/>
              <a:ext cx="2509217" cy="298965"/>
            </a:xfrm>
            <a:custGeom>
              <a:avLst/>
              <a:pathLst>
                <a:path w="2509217" h="298965">
                  <a:moveTo>
                    <a:pt x="2509217" y="161219"/>
                  </a:moveTo>
                  <a:lnTo>
                    <a:pt x="2499529" y="159736"/>
                  </a:lnTo>
                  <a:lnTo>
                    <a:pt x="2489841" y="158252"/>
                  </a:lnTo>
                  <a:lnTo>
                    <a:pt x="2480153" y="156766"/>
                  </a:lnTo>
                  <a:lnTo>
                    <a:pt x="2470465" y="154497"/>
                  </a:lnTo>
                  <a:lnTo>
                    <a:pt x="2460777" y="151535"/>
                  </a:lnTo>
                  <a:lnTo>
                    <a:pt x="2451089" y="148568"/>
                  </a:lnTo>
                  <a:lnTo>
                    <a:pt x="2441401" y="145597"/>
                  </a:lnTo>
                  <a:lnTo>
                    <a:pt x="2431712" y="142621"/>
                  </a:lnTo>
                  <a:lnTo>
                    <a:pt x="2422024" y="139640"/>
                  </a:lnTo>
                  <a:lnTo>
                    <a:pt x="2412336" y="138375"/>
                  </a:lnTo>
                  <a:lnTo>
                    <a:pt x="2402648" y="137557"/>
                  </a:lnTo>
                  <a:lnTo>
                    <a:pt x="2392960" y="136739"/>
                  </a:lnTo>
                  <a:lnTo>
                    <a:pt x="2383272" y="135921"/>
                  </a:lnTo>
                  <a:lnTo>
                    <a:pt x="2373584" y="135102"/>
                  </a:lnTo>
                  <a:lnTo>
                    <a:pt x="2363896" y="134283"/>
                  </a:lnTo>
                  <a:lnTo>
                    <a:pt x="2354208" y="133464"/>
                  </a:lnTo>
                  <a:lnTo>
                    <a:pt x="2344520" y="132623"/>
                  </a:lnTo>
                  <a:lnTo>
                    <a:pt x="2334831" y="131792"/>
                  </a:lnTo>
                  <a:lnTo>
                    <a:pt x="2325143" y="131003"/>
                  </a:lnTo>
                  <a:lnTo>
                    <a:pt x="2315455" y="130182"/>
                  </a:lnTo>
                  <a:lnTo>
                    <a:pt x="2305767" y="129361"/>
                  </a:lnTo>
                  <a:lnTo>
                    <a:pt x="2296079" y="128480"/>
                  </a:lnTo>
                  <a:lnTo>
                    <a:pt x="2286391" y="124895"/>
                  </a:lnTo>
                  <a:lnTo>
                    <a:pt x="2276703" y="124555"/>
                  </a:lnTo>
                  <a:lnTo>
                    <a:pt x="2267015" y="124214"/>
                  </a:lnTo>
                  <a:lnTo>
                    <a:pt x="2257327" y="123172"/>
                  </a:lnTo>
                  <a:lnTo>
                    <a:pt x="2247639" y="121727"/>
                  </a:lnTo>
                  <a:lnTo>
                    <a:pt x="2237950" y="120280"/>
                  </a:lnTo>
                  <a:lnTo>
                    <a:pt x="2228262" y="119083"/>
                  </a:lnTo>
                  <a:lnTo>
                    <a:pt x="2218574" y="118209"/>
                  </a:lnTo>
                  <a:lnTo>
                    <a:pt x="2208886" y="116085"/>
                  </a:lnTo>
                  <a:lnTo>
                    <a:pt x="2199198" y="114147"/>
                  </a:lnTo>
                  <a:lnTo>
                    <a:pt x="2189510" y="111627"/>
                  </a:lnTo>
                  <a:lnTo>
                    <a:pt x="2179822" y="109104"/>
                  </a:lnTo>
                  <a:lnTo>
                    <a:pt x="2170134" y="106578"/>
                  </a:lnTo>
                  <a:lnTo>
                    <a:pt x="2160446" y="106073"/>
                  </a:lnTo>
                  <a:lnTo>
                    <a:pt x="2150758" y="106894"/>
                  </a:lnTo>
                  <a:lnTo>
                    <a:pt x="2141069" y="105485"/>
                  </a:lnTo>
                  <a:lnTo>
                    <a:pt x="2131381" y="103988"/>
                  </a:lnTo>
                  <a:lnTo>
                    <a:pt x="2121693" y="102459"/>
                  </a:lnTo>
                  <a:lnTo>
                    <a:pt x="2112005" y="100928"/>
                  </a:lnTo>
                  <a:lnTo>
                    <a:pt x="2102317" y="98048"/>
                  </a:lnTo>
                  <a:lnTo>
                    <a:pt x="2092629" y="94956"/>
                  </a:lnTo>
                  <a:lnTo>
                    <a:pt x="2082941" y="91859"/>
                  </a:lnTo>
                  <a:lnTo>
                    <a:pt x="2073253" y="88757"/>
                  </a:lnTo>
                  <a:lnTo>
                    <a:pt x="2063565" y="85636"/>
                  </a:lnTo>
                  <a:lnTo>
                    <a:pt x="2053877" y="82476"/>
                  </a:lnTo>
                  <a:lnTo>
                    <a:pt x="2044188" y="79312"/>
                  </a:lnTo>
                  <a:lnTo>
                    <a:pt x="2034500" y="76142"/>
                  </a:lnTo>
                  <a:lnTo>
                    <a:pt x="2024812" y="72967"/>
                  </a:lnTo>
                  <a:lnTo>
                    <a:pt x="2015124" y="69788"/>
                  </a:lnTo>
                  <a:lnTo>
                    <a:pt x="2005436" y="66603"/>
                  </a:lnTo>
                  <a:lnTo>
                    <a:pt x="1995748" y="63816"/>
                  </a:lnTo>
                  <a:lnTo>
                    <a:pt x="1986060" y="64619"/>
                  </a:lnTo>
                  <a:lnTo>
                    <a:pt x="1976372" y="61787"/>
                  </a:lnTo>
                  <a:lnTo>
                    <a:pt x="1966684" y="58292"/>
                  </a:lnTo>
                  <a:lnTo>
                    <a:pt x="1956996" y="54792"/>
                  </a:lnTo>
                  <a:lnTo>
                    <a:pt x="1947308" y="51285"/>
                  </a:lnTo>
                  <a:lnTo>
                    <a:pt x="1937619" y="48730"/>
                  </a:lnTo>
                  <a:lnTo>
                    <a:pt x="1927931" y="47676"/>
                  </a:lnTo>
                  <a:lnTo>
                    <a:pt x="1918243" y="45244"/>
                  </a:lnTo>
                  <a:lnTo>
                    <a:pt x="1908555" y="45247"/>
                  </a:lnTo>
                  <a:lnTo>
                    <a:pt x="1898867" y="45178"/>
                  </a:lnTo>
                  <a:lnTo>
                    <a:pt x="1889179" y="45060"/>
                  </a:lnTo>
                  <a:lnTo>
                    <a:pt x="1879491" y="41294"/>
                  </a:lnTo>
                  <a:lnTo>
                    <a:pt x="1869803" y="40423"/>
                  </a:lnTo>
                  <a:lnTo>
                    <a:pt x="1860115" y="40326"/>
                  </a:lnTo>
                  <a:lnTo>
                    <a:pt x="1850427" y="40180"/>
                  </a:lnTo>
                  <a:lnTo>
                    <a:pt x="1840738" y="37174"/>
                  </a:lnTo>
                  <a:lnTo>
                    <a:pt x="1831050" y="33948"/>
                  </a:lnTo>
                  <a:lnTo>
                    <a:pt x="1821362" y="32422"/>
                  </a:lnTo>
                  <a:lnTo>
                    <a:pt x="1811674" y="32445"/>
                  </a:lnTo>
                  <a:lnTo>
                    <a:pt x="1801986" y="31890"/>
                  </a:lnTo>
                  <a:lnTo>
                    <a:pt x="1792298" y="29263"/>
                  </a:lnTo>
                  <a:lnTo>
                    <a:pt x="1782610" y="29194"/>
                  </a:lnTo>
                  <a:lnTo>
                    <a:pt x="1772922" y="30184"/>
                  </a:lnTo>
                  <a:lnTo>
                    <a:pt x="1763234" y="29257"/>
                  </a:lnTo>
                  <a:lnTo>
                    <a:pt x="1753546" y="29030"/>
                  </a:lnTo>
                  <a:lnTo>
                    <a:pt x="1743857" y="28970"/>
                  </a:lnTo>
                  <a:lnTo>
                    <a:pt x="1734169" y="27501"/>
                  </a:lnTo>
                  <a:lnTo>
                    <a:pt x="1724481" y="22649"/>
                  </a:lnTo>
                  <a:lnTo>
                    <a:pt x="1714793" y="22323"/>
                  </a:lnTo>
                  <a:lnTo>
                    <a:pt x="1705105" y="21996"/>
                  </a:lnTo>
                  <a:lnTo>
                    <a:pt x="1695417" y="21625"/>
                  </a:lnTo>
                  <a:lnTo>
                    <a:pt x="1685729" y="21207"/>
                  </a:lnTo>
                  <a:lnTo>
                    <a:pt x="1676041" y="19473"/>
                  </a:lnTo>
                  <a:lnTo>
                    <a:pt x="1666353" y="18879"/>
                  </a:lnTo>
                  <a:lnTo>
                    <a:pt x="1656665" y="18734"/>
                  </a:lnTo>
                  <a:lnTo>
                    <a:pt x="1646976" y="18635"/>
                  </a:lnTo>
                  <a:lnTo>
                    <a:pt x="1637288" y="18503"/>
                  </a:lnTo>
                  <a:lnTo>
                    <a:pt x="1627600" y="18372"/>
                  </a:lnTo>
                  <a:lnTo>
                    <a:pt x="1617912" y="18008"/>
                  </a:lnTo>
                  <a:lnTo>
                    <a:pt x="1608224" y="15179"/>
                  </a:lnTo>
                  <a:lnTo>
                    <a:pt x="1598536" y="15903"/>
                  </a:lnTo>
                  <a:lnTo>
                    <a:pt x="1588848" y="17820"/>
                  </a:lnTo>
                  <a:lnTo>
                    <a:pt x="1579160" y="15359"/>
                  </a:lnTo>
                  <a:lnTo>
                    <a:pt x="1569472" y="12537"/>
                  </a:lnTo>
                  <a:lnTo>
                    <a:pt x="1559784" y="9712"/>
                  </a:lnTo>
                  <a:lnTo>
                    <a:pt x="1550095" y="8667"/>
                  </a:lnTo>
                  <a:lnTo>
                    <a:pt x="1540407" y="8885"/>
                  </a:lnTo>
                  <a:lnTo>
                    <a:pt x="1530719" y="9101"/>
                  </a:lnTo>
                  <a:lnTo>
                    <a:pt x="1521031" y="6807"/>
                  </a:lnTo>
                  <a:lnTo>
                    <a:pt x="1511343" y="4201"/>
                  </a:lnTo>
                  <a:lnTo>
                    <a:pt x="1501655" y="3247"/>
                  </a:lnTo>
                  <a:lnTo>
                    <a:pt x="1491967" y="2774"/>
                  </a:lnTo>
                  <a:lnTo>
                    <a:pt x="1482279" y="1738"/>
                  </a:lnTo>
                  <a:lnTo>
                    <a:pt x="1472591" y="849"/>
                  </a:lnTo>
                  <a:lnTo>
                    <a:pt x="1462903" y="1458"/>
                  </a:lnTo>
                  <a:lnTo>
                    <a:pt x="1453214" y="1520"/>
                  </a:lnTo>
                  <a:lnTo>
                    <a:pt x="1443526" y="3034"/>
                  </a:lnTo>
                  <a:lnTo>
                    <a:pt x="1433838" y="4547"/>
                  </a:lnTo>
                  <a:lnTo>
                    <a:pt x="1424150" y="6102"/>
                  </a:lnTo>
                  <a:lnTo>
                    <a:pt x="1414462" y="6614"/>
                  </a:lnTo>
                  <a:lnTo>
                    <a:pt x="1404774" y="6358"/>
                  </a:lnTo>
                  <a:lnTo>
                    <a:pt x="1395086" y="1559"/>
                  </a:lnTo>
                  <a:lnTo>
                    <a:pt x="1385398" y="370"/>
                  </a:lnTo>
                  <a:lnTo>
                    <a:pt x="1375710" y="0"/>
                  </a:lnTo>
                  <a:lnTo>
                    <a:pt x="1366022" y="1634"/>
                  </a:lnTo>
                  <a:lnTo>
                    <a:pt x="1356333" y="1946"/>
                  </a:lnTo>
                  <a:lnTo>
                    <a:pt x="1346645" y="2452"/>
                  </a:lnTo>
                  <a:lnTo>
                    <a:pt x="1336957" y="5102"/>
                  </a:lnTo>
                  <a:lnTo>
                    <a:pt x="1327269" y="7707"/>
                  </a:lnTo>
                  <a:lnTo>
                    <a:pt x="1317581" y="8485"/>
                  </a:lnTo>
                  <a:lnTo>
                    <a:pt x="1307893" y="8161"/>
                  </a:lnTo>
                  <a:lnTo>
                    <a:pt x="1298205" y="8520"/>
                  </a:lnTo>
                  <a:lnTo>
                    <a:pt x="1288517" y="7501"/>
                  </a:lnTo>
                  <a:lnTo>
                    <a:pt x="1278829" y="7211"/>
                  </a:lnTo>
                  <a:lnTo>
                    <a:pt x="1269141" y="6849"/>
                  </a:lnTo>
                  <a:lnTo>
                    <a:pt x="1259452" y="6446"/>
                  </a:lnTo>
                  <a:lnTo>
                    <a:pt x="1249764" y="6135"/>
                  </a:lnTo>
                  <a:lnTo>
                    <a:pt x="1240076" y="5824"/>
                  </a:lnTo>
                  <a:lnTo>
                    <a:pt x="1230388" y="5512"/>
                  </a:lnTo>
                  <a:lnTo>
                    <a:pt x="1220700" y="5472"/>
                  </a:lnTo>
                  <a:lnTo>
                    <a:pt x="1211012" y="4773"/>
                  </a:lnTo>
                  <a:lnTo>
                    <a:pt x="1201324" y="4452"/>
                  </a:lnTo>
                  <a:lnTo>
                    <a:pt x="1191636" y="4130"/>
                  </a:lnTo>
                  <a:lnTo>
                    <a:pt x="1181948" y="6326"/>
                  </a:lnTo>
                  <a:lnTo>
                    <a:pt x="1172260" y="6675"/>
                  </a:lnTo>
                  <a:lnTo>
                    <a:pt x="1162571" y="5729"/>
                  </a:lnTo>
                  <a:lnTo>
                    <a:pt x="1152883" y="4396"/>
                  </a:lnTo>
                  <a:lnTo>
                    <a:pt x="1143195" y="3044"/>
                  </a:lnTo>
                  <a:lnTo>
                    <a:pt x="1133507" y="4022"/>
                  </a:lnTo>
                  <a:lnTo>
                    <a:pt x="1123819" y="6618"/>
                  </a:lnTo>
                  <a:lnTo>
                    <a:pt x="1114131" y="8202"/>
                  </a:lnTo>
                  <a:lnTo>
                    <a:pt x="1104443" y="8505"/>
                  </a:lnTo>
                  <a:lnTo>
                    <a:pt x="1094755" y="8747"/>
                  </a:lnTo>
                  <a:lnTo>
                    <a:pt x="1085067" y="8990"/>
                  </a:lnTo>
                  <a:lnTo>
                    <a:pt x="1075379" y="9233"/>
                  </a:lnTo>
                  <a:lnTo>
                    <a:pt x="1065690" y="9475"/>
                  </a:lnTo>
                  <a:lnTo>
                    <a:pt x="1056002" y="9718"/>
                  </a:lnTo>
                  <a:lnTo>
                    <a:pt x="1046314" y="10777"/>
                  </a:lnTo>
                  <a:lnTo>
                    <a:pt x="1036626" y="10679"/>
                  </a:lnTo>
                  <a:lnTo>
                    <a:pt x="1026938" y="10445"/>
                  </a:lnTo>
                  <a:lnTo>
                    <a:pt x="1017250" y="11714"/>
                  </a:lnTo>
                  <a:lnTo>
                    <a:pt x="1007562" y="11490"/>
                  </a:lnTo>
                  <a:lnTo>
                    <a:pt x="997874" y="11843"/>
                  </a:lnTo>
                  <a:lnTo>
                    <a:pt x="988186" y="11559"/>
                  </a:lnTo>
                  <a:lnTo>
                    <a:pt x="978498" y="11809"/>
                  </a:lnTo>
                  <a:lnTo>
                    <a:pt x="968809" y="12631"/>
                  </a:lnTo>
                  <a:lnTo>
                    <a:pt x="959121" y="13544"/>
                  </a:lnTo>
                  <a:lnTo>
                    <a:pt x="949433" y="14524"/>
                  </a:lnTo>
                  <a:lnTo>
                    <a:pt x="939745" y="15022"/>
                  </a:lnTo>
                  <a:lnTo>
                    <a:pt x="930057" y="13995"/>
                  </a:lnTo>
                  <a:lnTo>
                    <a:pt x="920369" y="13317"/>
                  </a:lnTo>
                  <a:lnTo>
                    <a:pt x="910681" y="13542"/>
                  </a:lnTo>
                  <a:lnTo>
                    <a:pt x="900993" y="14188"/>
                  </a:lnTo>
                  <a:lnTo>
                    <a:pt x="891305" y="17022"/>
                  </a:lnTo>
                  <a:lnTo>
                    <a:pt x="881617" y="15873"/>
                  </a:lnTo>
                  <a:lnTo>
                    <a:pt x="871928" y="16993"/>
                  </a:lnTo>
                  <a:lnTo>
                    <a:pt x="862240" y="18785"/>
                  </a:lnTo>
                  <a:lnTo>
                    <a:pt x="852552" y="21684"/>
                  </a:lnTo>
                  <a:lnTo>
                    <a:pt x="842864" y="24996"/>
                  </a:lnTo>
                  <a:lnTo>
                    <a:pt x="833176" y="26404"/>
                  </a:lnTo>
                  <a:lnTo>
                    <a:pt x="823488" y="27904"/>
                  </a:lnTo>
                  <a:lnTo>
                    <a:pt x="813800" y="29391"/>
                  </a:lnTo>
                  <a:lnTo>
                    <a:pt x="804112" y="31634"/>
                  </a:lnTo>
                  <a:lnTo>
                    <a:pt x="794424" y="32247"/>
                  </a:lnTo>
                  <a:lnTo>
                    <a:pt x="784736" y="35089"/>
                  </a:lnTo>
                  <a:lnTo>
                    <a:pt x="775047" y="38427"/>
                  </a:lnTo>
                  <a:lnTo>
                    <a:pt x="765359" y="39668"/>
                  </a:lnTo>
                  <a:lnTo>
                    <a:pt x="755671" y="40340"/>
                  </a:lnTo>
                  <a:lnTo>
                    <a:pt x="745983" y="41967"/>
                  </a:lnTo>
                  <a:lnTo>
                    <a:pt x="736295" y="42857"/>
                  </a:lnTo>
                  <a:lnTo>
                    <a:pt x="726607" y="46348"/>
                  </a:lnTo>
                  <a:lnTo>
                    <a:pt x="716919" y="50542"/>
                  </a:lnTo>
                  <a:lnTo>
                    <a:pt x="707231" y="52834"/>
                  </a:lnTo>
                  <a:lnTo>
                    <a:pt x="697543" y="55907"/>
                  </a:lnTo>
                  <a:lnTo>
                    <a:pt x="687855" y="57255"/>
                  </a:lnTo>
                  <a:lnTo>
                    <a:pt x="678166" y="61275"/>
                  </a:lnTo>
                  <a:lnTo>
                    <a:pt x="668478" y="63460"/>
                  </a:lnTo>
                  <a:lnTo>
                    <a:pt x="658790" y="65756"/>
                  </a:lnTo>
                  <a:lnTo>
                    <a:pt x="649102" y="70919"/>
                  </a:lnTo>
                  <a:lnTo>
                    <a:pt x="639414" y="71281"/>
                  </a:lnTo>
                  <a:lnTo>
                    <a:pt x="629726" y="72584"/>
                  </a:lnTo>
                  <a:lnTo>
                    <a:pt x="620038" y="74689"/>
                  </a:lnTo>
                  <a:lnTo>
                    <a:pt x="610350" y="77465"/>
                  </a:lnTo>
                  <a:lnTo>
                    <a:pt x="600662" y="79570"/>
                  </a:lnTo>
                  <a:lnTo>
                    <a:pt x="590974" y="81516"/>
                  </a:lnTo>
                  <a:lnTo>
                    <a:pt x="581285" y="83800"/>
                  </a:lnTo>
                  <a:lnTo>
                    <a:pt x="571597" y="87129"/>
                  </a:lnTo>
                  <a:lnTo>
                    <a:pt x="561909" y="91271"/>
                  </a:lnTo>
                  <a:lnTo>
                    <a:pt x="552221" y="95382"/>
                  </a:lnTo>
                  <a:lnTo>
                    <a:pt x="542533" y="100026"/>
                  </a:lnTo>
                  <a:lnTo>
                    <a:pt x="532845" y="105454"/>
                  </a:lnTo>
                  <a:lnTo>
                    <a:pt x="523157" y="110937"/>
                  </a:lnTo>
                  <a:lnTo>
                    <a:pt x="513469" y="116424"/>
                  </a:lnTo>
                  <a:lnTo>
                    <a:pt x="503781" y="118534"/>
                  </a:lnTo>
                  <a:lnTo>
                    <a:pt x="494093" y="119671"/>
                  </a:lnTo>
                  <a:lnTo>
                    <a:pt x="484404" y="121111"/>
                  </a:lnTo>
                  <a:lnTo>
                    <a:pt x="474716" y="123858"/>
                  </a:lnTo>
                  <a:lnTo>
                    <a:pt x="465028" y="127236"/>
                  </a:lnTo>
                  <a:lnTo>
                    <a:pt x="455340" y="132650"/>
                  </a:lnTo>
                  <a:lnTo>
                    <a:pt x="445652" y="134569"/>
                  </a:lnTo>
                  <a:lnTo>
                    <a:pt x="435964" y="136971"/>
                  </a:lnTo>
                  <a:lnTo>
                    <a:pt x="426276" y="142951"/>
                  </a:lnTo>
                  <a:lnTo>
                    <a:pt x="416588" y="148187"/>
                  </a:lnTo>
                  <a:lnTo>
                    <a:pt x="406900" y="154815"/>
                  </a:lnTo>
                  <a:lnTo>
                    <a:pt x="397212" y="160196"/>
                  </a:lnTo>
                  <a:lnTo>
                    <a:pt x="387523" y="164182"/>
                  </a:lnTo>
                  <a:lnTo>
                    <a:pt x="377835" y="166173"/>
                  </a:lnTo>
                  <a:lnTo>
                    <a:pt x="368147" y="167659"/>
                  </a:lnTo>
                  <a:lnTo>
                    <a:pt x="358459" y="169108"/>
                  </a:lnTo>
                  <a:lnTo>
                    <a:pt x="348771" y="170542"/>
                  </a:lnTo>
                  <a:lnTo>
                    <a:pt x="339083" y="171974"/>
                  </a:lnTo>
                  <a:lnTo>
                    <a:pt x="329395" y="173574"/>
                  </a:lnTo>
                  <a:lnTo>
                    <a:pt x="319707" y="177585"/>
                  </a:lnTo>
                  <a:lnTo>
                    <a:pt x="310019" y="181530"/>
                  </a:lnTo>
                  <a:lnTo>
                    <a:pt x="300331" y="184623"/>
                  </a:lnTo>
                  <a:lnTo>
                    <a:pt x="290642" y="187157"/>
                  </a:lnTo>
                  <a:lnTo>
                    <a:pt x="280954" y="190086"/>
                  </a:lnTo>
                  <a:lnTo>
                    <a:pt x="271266" y="189580"/>
                  </a:lnTo>
                  <a:lnTo>
                    <a:pt x="261578" y="192038"/>
                  </a:lnTo>
                  <a:lnTo>
                    <a:pt x="251890" y="196227"/>
                  </a:lnTo>
                  <a:lnTo>
                    <a:pt x="242202" y="199863"/>
                  </a:lnTo>
                  <a:lnTo>
                    <a:pt x="232514" y="205646"/>
                  </a:lnTo>
                  <a:lnTo>
                    <a:pt x="222826" y="211859"/>
                  </a:lnTo>
                  <a:lnTo>
                    <a:pt x="213138" y="216962"/>
                  </a:lnTo>
                  <a:lnTo>
                    <a:pt x="203450" y="222587"/>
                  </a:lnTo>
                  <a:lnTo>
                    <a:pt x="193761" y="226469"/>
                  </a:lnTo>
                  <a:lnTo>
                    <a:pt x="184073" y="231138"/>
                  </a:lnTo>
                  <a:lnTo>
                    <a:pt x="174385" y="235604"/>
                  </a:lnTo>
                  <a:lnTo>
                    <a:pt x="164697" y="236811"/>
                  </a:lnTo>
                  <a:lnTo>
                    <a:pt x="155009" y="238016"/>
                  </a:lnTo>
                  <a:lnTo>
                    <a:pt x="145321" y="239220"/>
                  </a:lnTo>
                  <a:lnTo>
                    <a:pt x="135633" y="241425"/>
                  </a:lnTo>
                  <a:lnTo>
                    <a:pt x="125945" y="247216"/>
                  </a:lnTo>
                  <a:lnTo>
                    <a:pt x="116257" y="252983"/>
                  </a:lnTo>
                  <a:lnTo>
                    <a:pt x="106569" y="258170"/>
                  </a:lnTo>
                  <a:lnTo>
                    <a:pt x="96880" y="261610"/>
                  </a:lnTo>
                  <a:lnTo>
                    <a:pt x="87192" y="268592"/>
                  </a:lnTo>
                  <a:lnTo>
                    <a:pt x="77504" y="274221"/>
                  </a:lnTo>
                  <a:lnTo>
                    <a:pt x="67816" y="276402"/>
                  </a:lnTo>
                  <a:lnTo>
                    <a:pt x="58128" y="278580"/>
                  </a:lnTo>
                  <a:lnTo>
                    <a:pt x="48440" y="280756"/>
                  </a:lnTo>
                  <a:lnTo>
                    <a:pt x="38752" y="282928"/>
                  </a:lnTo>
                  <a:lnTo>
                    <a:pt x="29064" y="285184"/>
                  </a:lnTo>
                  <a:lnTo>
                    <a:pt x="19376" y="289008"/>
                  </a:lnTo>
                  <a:lnTo>
                    <a:pt x="9688" y="294363"/>
                  </a:lnTo>
                  <a:lnTo>
                    <a:pt x="0" y="2989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3502457" y="1843931"/>
              <a:ext cx="2509217" cy="2666893"/>
            </a:xfrm>
            <a:custGeom>
              <a:avLst/>
              <a:pathLst>
                <a:path w="2509217" h="2666893">
                  <a:moveTo>
                    <a:pt x="0" y="1146830"/>
                  </a:moveTo>
                  <a:lnTo>
                    <a:pt x="9688" y="1146872"/>
                  </a:lnTo>
                  <a:lnTo>
                    <a:pt x="19376" y="1148516"/>
                  </a:lnTo>
                  <a:lnTo>
                    <a:pt x="29064" y="1149729"/>
                  </a:lnTo>
                  <a:lnTo>
                    <a:pt x="38752" y="1145424"/>
                  </a:lnTo>
                  <a:lnTo>
                    <a:pt x="48440" y="1144223"/>
                  </a:lnTo>
                  <a:lnTo>
                    <a:pt x="58128" y="1145893"/>
                  </a:lnTo>
                  <a:lnTo>
                    <a:pt x="67816" y="1149428"/>
                  </a:lnTo>
                  <a:lnTo>
                    <a:pt x="77504" y="1151934"/>
                  </a:lnTo>
                  <a:lnTo>
                    <a:pt x="87192" y="1150178"/>
                  </a:lnTo>
                  <a:lnTo>
                    <a:pt x="96880" y="1148422"/>
                  </a:lnTo>
                  <a:lnTo>
                    <a:pt x="106569" y="1146666"/>
                  </a:lnTo>
                  <a:lnTo>
                    <a:pt x="116257" y="1144911"/>
                  </a:lnTo>
                  <a:lnTo>
                    <a:pt x="125945" y="1143156"/>
                  </a:lnTo>
                  <a:lnTo>
                    <a:pt x="135633" y="1141503"/>
                  </a:lnTo>
                  <a:lnTo>
                    <a:pt x="145321" y="1139865"/>
                  </a:lnTo>
                  <a:lnTo>
                    <a:pt x="155009" y="1141277"/>
                  </a:lnTo>
                  <a:lnTo>
                    <a:pt x="164697" y="1144546"/>
                  </a:lnTo>
                  <a:lnTo>
                    <a:pt x="174385" y="1144762"/>
                  </a:lnTo>
                  <a:lnTo>
                    <a:pt x="184073" y="1141446"/>
                  </a:lnTo>
                  <a:lnTo>
                    <a:pt x="193761" y="1138131"/>
                  </a:lnTo>
                  <a:lnTo>
                    <a:pt x="203450" y="1134818"/>
                  </a:lnTo>
                  <a:lnTo>
                    <a:pt x="213138" y="1131506"/>
                  </a:lnTo>
                  <a:lnTo>
                    <a:pt x="222826" y="1128220"/>
                  </a:lnTo>
                  <a:lnTo>
                    <a:pt x="232514" y="1127715"/>
                  </a:lnTo>
                  <a:lnTo>
                    <a:pt x="242202" y="1128607"/>
                  </a:lnTo>
                  <a:lnTo>
                    <a:pt x="251890" y="1129551"/>
                  </a:lnTo>
                  <a:lnTo>
                    <a:pt x="261578" y="1128909"/>
                  </a:lnTo>
                  <a:lnTo>
                    <a:pt x="271266" y="1127501"/>
                  </a:lnTo>
                  <a:lnTo>
                    <a:pt x="280954" y="1123817"/>
                  </a:lnTo>
                  <a:lnTo>
                    <a:pt x="290642" y="1119133"/>
                  </a:lnTo>
                  <a:lnTo>
                    <a:pt x="300331" y="1114530"/>
                  </a:lnTo>
                  <a:lnTo>
                    <a:pt x="310019" y="1112221"/>
                  </a:lnTo>
                  <a:lnTo>
                    <a:pt x="319707" y="1116286"/>
                  </a:lnTo>
                  <a:lnTo>
                    <a:pt x="329395" y="1117519"/>
                  </a:lnTo>
                  <a:lnTo>
                    <a:pt x="339083" y="1115316"/>
                  </a:lnTo>
                  <a:lnTo>
                    <a:pt x="348771" y="1113440"/>
                  </a:lnTo>
                  <a:lnTo>
                    <a:pt x="358459" y="1109955"/>
                  </a:lnTo>
                  <a:lnTo>
                    <a:pt x="368147" y="1106472"/>
                  </a:lnTo>
                  <a:lnTo>
                    <a:pt x="377835" y="1105382"/>
                  </a:lnTo>
                  <a:lnTo>
                    <a:pt x="387523" y="1106916"/>
                  </a:lnTo>
                  <a:lnTo>
                    <a:pt x="397212" y="1104723"/>
                  </a:lnTo>
                  <a:lnTo>
                    <a:pt x="406900" y="1100954"/>
                  </a:lnTo>
                  <a:lnTo>
                    <a:pt x="416588" y="1100320"/>
                  </a:lnTo>
                  <a:lnTo>
                    <a:pt x="426276" y="1103472"/>
                  </a:lnTo>
                  <a:lnTo>
                    <a:pt x="435964" y="1100649"/>
                  </a:lnTo>
                  <a:lnTo>
                    <a:pt x="445652" y="1099926"/>
                  </a:lnTo>
                  <a:lnTo>
                    <a:pt x="455340" y="1096521"/>
                  </a:lnTo>
                  <a:lnTo>
                    <a:pt x="465028" y="1096224"/>
                  </a:lnTo>
                  <a:lnTo>
                    <a:pt x="474716" y="1096268"/>
                  </a:lnTo>
                  <a:lnTo>
                    <a:pt x="484404" y="1096312"/>
                  </a:lnTo>
                  <a:lnTo>
                    <a:pt x="494093" y="1095895"/>
                  </a:lnTo>
                  <a:lnTo>
                    <a:pt x="503781" y="1093537"/>
                  </a:lnTo>
                  <a:lnTo>
                    <a:pt x="513469" y="1091180"/>
                  </a:lnTo>
                  <a:lnTo>
                    <a:pt x="523157" y="1084290"/>
                  </a:lnTo>
                  <a:lnTo>
                    <a:pt x="532845" y="1081900"/>
                  </a:lnTo>
                  <a:lnTo>
                    <a:pt x="542533" y="1077229"/>
                  </a:lnTo>
                  <a:lnTo>
                    <a:pt x="552221" y="1075812"/>
                  </a:lnTo>
                  <a:lnTo>
                    <a:pt x="561909" y="1071986"/>
                  </a:lnTo>
                  <a:lnTo>
                    <a:pt x="571597" y="1070031"/>
                  </a:lnTo>
                  <a:lnTo>
                    <a:pt x="581285" y="1070984"/>
                  </a:lnTo>
                  <a:lnTo>
                    <a:pt x="590974" y="1067473"/>
                  </a:lnTo>
                  <a:lnTo>
                    <a:pt x="600662" y="1062474"/>
                  </a:lnTo>
                  <a:lnTo>
                    <a:pt x="610350" y="1057479"/>
                  </a:lnTo>
                  <a:lnTo>
                    <a:pt x="620038" y="1053791"/>
                  </a:lnTo>
                  <a:lnTo>
                    <a:pt x="629726" y="1052031"/>
                  </a:lnTo>
                  <a:lnTo>
                    <a:pt x="639414" y="1049086"/>
                  </a:lnTo>
                  <a:lnTo>
                    <a:pt x="649102" y="1048400"/>
                  </a:lnTo>
                  <a:lnTo>
                    <a:pt x="658790" y="1046498"/>
                  </a:lnTo>
                  <a:lnTo>
                    <a:pt x="668478" y="1044718"/>
                  </a:lnTo>
                  <a:lnTo>
                    <a:pt x="678166" y="1042994"/>
                  </a:lnTo>
                  <a:lnTo>
                    <a:pt x="687855" y="1041271"/>
                  </a:lnTo>
                  <a:lnTo>
                    <a:pt x="697543" y="1038865"/>
                  </a:lnTo>
                  <a:lnTo>
                    <a:pt x="707231" y="1032349"/>
                  </a:lnTo>
                  <a:lnTo>
                    <a:pt x="716919" y="1025840"/>
                  </a:lnTo>
                  <a:lnTo>
                    <a:pt x="726607" y="1024013"/>
                  </a:lnTo>
                  <a:lnTo>
                    <a:pt x="736295" y="1023086"/>
                  </a:lnTo>
                  <a:lnTo>
                    <a:pt x="745983" y="1022200"/>
                  </a:lnTo>
                  <a:lnTo>
                    <a:pt x="755671" y="1022009"/>
                  </a:lnTo>
                  <a:lnTo>
                    <a:pt x="765359" y="1022495"/>
                  </a:lnTo>
                  <a:lnTo>
                    <a:pt x="775047" y="1019333"/>
                  </a:lnTo>
                  <a:lnTo>
                    <a:pt x="784736" y="1013848"/>
                  </a:lnTo>
                  <a:lnTo>
                    <a:pt x="794424" y="1009516"/>
                  </a:lnTo>
                  <a:lnTo>
                    <a:pt x="804112" y="1005781"/>
                  </a:lnTo>
                  <a:lnTo>
                    <a:pt x="813800" y="1000850"/>
                  </a:lnTo>
                  <a:lnTo>
                    <a:pt x="823488" y="994871"/>
                  </a:lnTo>
                  <a:lnTo>
                    <a:pt x="833176" y="987188"/>
                  </a:lnTo>
                  <a:lnTo>
                    <a:pt x="842864" y="979472"/>
                  </a:lnTo>
                  <a:lnTo>
                    <a:pt x="852552" y="976660"/>
                  </a:lnTo>
                  <a:lnTo>
                    <a:pt x="862240" y="973069"/>
                  </a:lnTo>
                  <a:lnTo>
                    <a:pt x="871928" y="966997"/>
                  </a:lnTo>
                  <a:lnTo>
                    <a:pt x="881617" y="962234"/>
                  </a:lnTo>
                  <a:lnTo>
                    <a:pt x="891305" y="956838"/>
                  </a:lnTo>
                  <a:lnTo>
                    <a:pt x="900993" y="951529"/>
                  </a:lnTo>
                  <a:lnTo>
                    <a:pt x="910681" y="949624"/>
                  </a:lnTo>
                  <a:lnTo>
                    <a:pt x="920369" y="943646"/>
                  </a:lnTo>
                  <a:lnTo>
                    <a:pt x="930057" y="935360"/>
                  </a:lnTo>
                  <a:lnTo>
                    <a:pt x="939745" y="931455"/>
                  </a:lnTo>
                  <a:lnTo>
                    <a:pt x="949433" y="930227"/>
                  </a:lnTo>
                  <a:lnTo>
                    <a:pt x="959121" y="927991"/>
                  </a:lnTo>
                  <a:lnTo>
                    <a:pt x="968809" y="926465"/>
                  </a:lnTo>
                  <a:lnTo>
                    <a:pt x="978498" y="917167"/>
                  </a:lnTo>
                  <a:lnTo>
                    <a:pt x="988186" y="908491"/>
                  </a:lnTo>
                  <a:lnTo>
                    <a:pt x="997874" y="910179"/>
                  </a:lnTo>
                  <a:lnTo>
                    <a:pt x="1007562" y="911885"/>
                  </a:lnTo>
                  <a:lnTo>
                    <a:pt x="1017250" y="904827"/>
                  </a:lnTo>
                  <a:lnTo>
                    <a:pt x="1026938" y="894460"/>
                  </a:lnTo>
                  <a:lnTo>
                    <a:pt x="1036626" y="890181"/>
                  </a:lnTo>
                  <a:lnTo>
                    <a:pt x="1046314" y="886467"/>
                  </a:lnTo>
                  <a:lnTo>
                    <a:pt x="1056002" y="879858"/>
                  </a:lnTo>
                  <a:lnTo>
                    <a:pt x="1065690" y="874884"/>
                  </a:lnTo>
                  <a:lnTo>
                    <a:pt x="1075379" y="868276"/>
                  </a:lnTo>
                  <a:lnTo>
                    <a:pt x="1085067" y="860597"/>
                  </a:lnTo>
                  <a:lnTo>
                    <a:pt x="1094755" y="852919"/>
                  </a:lnTo>
                  <a:lnTo>
                    <a:pt x="1104443" y="849116"/>
                  </a:lnTo>
                  <a:lnTo>
                    <a:pt x="1114131" y="847865"/>
                  </a:lnTo>
                  <a:lnTo>
                    <a:pt x="1123819" y="843670"/>
                  </a:lnTo>
                  <a:lnTo>
                    <a:pt x="1133507" y="839332"/>
                  </a:lnTo>
                  <a:lnTo>
                    <a:pt x="1143195" y="836484"/>
                  </a:lnTo>
                  <a:lnTo>
                    <a:pt x="1152883" y="832566"/>
                  </a:lnTo>
                  <a:lnTo>
                    <a:pt x="1162571" y="832863"/>
                  </a:lnTo>
                  <a:lnTo>
                    <a:pt x="1172260" y="829778"/>
                  </a:lnTo>
                  <a:lnTo>
                    <a:pt x="1181948" y="823710"/>
                  </a:lnTo>
                  <a:lnTo>
                    <a:pt x="1191636" y="821449"/>
                  </a:lnTo>
                  <a:lnTo>
                    <a:pt x="1201324" y="819088"/>
                  </a:lnTo>
                  <a:lnTo>
                    <a:pt x="1211012" y="814674"/>
                  </a:lnTo>
                  <a:lnTo>
                    <a:pt x="1220700" y="810171"/>
                  </a:lnTo>
                  <a:lnTo>
                    <a:pt x="1230388" y="804394"/>
                  </a:lnTo>
                  <a:lnTo>
                    <a:pt x="1240076" y="800801"/>
                  </a:lnTo>
                  <a:lnTo>
                    <a:pt x="1249764" y="795750"/>
                  </a:lnTo>
                  <a:lnTo>
                    <a:pt x="1259452" y="789040"/>
                  </a:lnTo>
                  <a:lnTo>
                    <a:pt x="1269141" y="781793"/>
                  </a:lnTo>
                  <a:lnTo>
                    <a:pt x="1278829" y="778251"/>
                  </a:lnTo>
                  <a:lnTo>
                    <a:pt x="1288517" y="774515"/>
                  </a:lnTo>
                  <a:lnTo>
                    <a:pt x="1298205" y="767721"/>
                  </a:lnTo>
                  <a:lnTo>
                    <a:pt x="1307893" y="764508"/>
                  </a:lnTo>
                  <a:lnTo>
                    <a:pt x="1317581" y="761462"/>
                  </a:lnTo>
                  <a:lnTo>
                    <a:pt x="1327269" y="758337"/>
                  </a:lnTo>
                  <a:lnTo>
                    <a:pt x="1336957" y="754950"/>
                  </a:lnTo>
                  <a:lnTo>
                    <a:pt x="1346645" y="749009"/>
                  </a:lnTo>
                  <a:lnTo>
                    <a:pt x="1356333" y="742892"/>
                  </a:lnTo>
                  <a:lnTo>
                    <a:pt x="1366022" y="735161"/>
                  </a:lnTo>
                  <a:lnTo>
                    <a:pt x="1375710" y="726536"/>
                  </a:lnTo>
                  <a:lnTo>
                    <a:pt x="1385398" y="719532"/>
                  </a:lnTo>
                  <a:lnTo>
                    <a:pt x="1395086" y="711933"/>
                  </a:lnTo>
                  <a:lnTo>
                    <a:pt x="1404774" y="703873"/>
                  </a:lnTo>
                  <a:lnTo>
                    <a:pt x="1414462" y="695115"/>
                  </a:lnTo>
                  <a:lnTo>
                    <a:pt x="1424150" y="688849"/>
                  </a:lnTo>
                  <a:lnTo>
                    <a:pt x="1433838" y="681190"/>
                  </a:lnTo>
                  <a:lnTo>
                    <a:pt x="1443526" y="673228"/>
                  </a:lnTo>
                  <a:lnTo>
                    <a:pt x="1453214" y="665195"/>
                  </a:lnTo>
                  <a:lnTo>
                    <a:pt x="1462903" y="658356"/>
                  </a:lnTo>
                  <a:lnTo>
                    <a:pt x="1472591" y="650950"/>
                  </a:lnTo>
                  <a:lnTo>
                    <a:pt x="1482279" y="643151"/>
                  </a:lnTo>
                  <a:lnTo>
                    <a:pt x="1491967" y="635894"/>
                  </a:lnTo>
                  <a:lnTo>
                    <a:pt x="1501655" y="629455"/>
                  </a:lnTo>
                  <a:lnTo>
                    <a:pt x="1511343" y="624510"/>
                  </a:lnTo>
                  <a:lnTo>
                    <a:pt x="1521031" y="620473"/>
                  </a:lnTo>
                  <a:lnTo>
                    <a:pt x="1530719" y="614592"/>
                  </a:lnTo>
                  <a:lnTo>
                    <a:pt x="1540407" y="609595"/>
                  </a:lnTo>
                  <a:lnTo>
                    <a:pt x="1550095" y="602637"/>
                  </a:lnTo>
                  <a:lnTo>
                    <a:pt x="1559784" y="596276"/>
                  </a:lnTo>
                  <a:lnTo>
                    <a:pt x="1569472" y="588480"/>
                  </a:lnTo>
                  <a:lnTo>
                    <a:pt x="1579160" y="580707"/>
                  </a:lnTo>
                  <a:lnTo>
                    <a:pt x="1588848" y="572955"/>
                  </a:lnTo>
                  <a:lnTo>
                    <a:pt x="1598536" y="569450"/>
                  </a:lnTo>
                  <a:lnTo>
                    <a:pt x="1608224" y="565760"/>
                  </a:lnTo>
                  <a:lnTo>
                    <a:pt x="1617912" y="558046"/>
                  </a:lnTo>
                  <a:lnTo>
                    <a:pt x="1627600" y="552360"/>
                  </a:lnTo>
                  <a:lnTo>
                    <a:pt x="1637288" y="545467"/>
                  </a:lnTo>
                  <a:lnTo>
                    <a:pt x="1646976" y="538593"/>
                  </a:lnTo>
                  <a:lnTo>
                    <a:pt x="1656665" y="531793"/>
                  </a:lnTo>
                  <a:lnTo>
                    <a:pt x="1666353" y="525070"/>
                  </a:lnTo>
                  <a:lnTo>
                    <a:pt x="1676041" y="518365"/>
                  </a:lnTo>
                  <a:lnTo>
                    <a:pt x="1685729" y="511599"/>
                  </a:lnTo>
                  <a:lnTo>
                    <a:pt x="1695417" y="504768"/>
                  </a:lnTo>
                  <a:lnTo>
                    <a:pt x="1705105" y="497956"/>
                  </a:lnTo>
                  <a:lnTo>
                    <a:pt x="1714793" y="491220"/>
                  </a:lnTo>
                  <a:lnTo>
                    <a:pt x="1724481" y="484581"/>
                  </a:lnTo>
                  <a:lnTo>
                    <a:pt x="1734169" y="475631"/>
                  </a:lnTo>
                  <a:lnTo>
                    <a:pt x="1743857" y="471231"/>
                  </a:lnTo>
                  <a:lnTo>
                    <a:pt x="1753546" y="464854"/>
                  </a:lnTo>
                  <a:lnTo>
                    <a:pt x="1763234" y="458455"/>
                  </a:lnTo>
                  <a:lnTo>
                    <a:pt x="1772922" y="454474"/>
                  </a:lnTo>
                  <a:lnTo>
                    <a:pt x="1782610" y="447129"/>
                  </a:lnTo>
                  <a:lnTo>
                    <a:pt x="1792298" y="439115"/>
                  </a:lnTo>
                  <a:lnTo>
                    <a:pt x="1801986" y="432062"/>
                  </a:lnTo>
                  <a:lnTo>
                    <a:pt x="1811674" y="425232"/>
                  </a:lnTo>
                  <a:lnTo>
                    <a:pt x="1821362" y="417195"/>
                  </a:lnTo>
                  <a:lnTo>
                    <a:pt x="1831050" y="408146"/>
                  </a:lnTo>
                  <a:lnTo>
                    <a:pt x="1840738" y="399300"/>
                  </a:lnTo>
                  <a:lnTo>
                    <a:pt x="1850427" y="391395"/>
                  </a:lnTo>
                  <a:lnTo>
                    <a:pt x="1860115" y="383583"/>
                  </a:lnTo>
                  <a:lnTo>
                    <a:pt x="1869803" y="378950"/>
                  </a:lnTo>
                  <a:lnTo>
                    <a:pt x="1879491" y="372482"/>
                  </a:lnTo>
                  <a:lnTo>
                    <a:pt x="1889179" y="365055"/>
                  </a:lnTo>
                  <a:lnTo>
                    <a:pt x="1898867" y="357713"/>
                  </a:lnTo>
                  <a:lnTo>
                    <a:pt x="1908555" y="350405"/>
                  </a:lnTo>
                  <a:lnTo>
                    <a:pt x="1918243" y="344622"/>
                  </a:lnTo>
                  <a:lnTo>
                    <a:pt x="1927931" y="339513"/>
                  </a:lnTo>
                  <a:lnTo>
                    <a:pt x="1937619" y="334418"/>
                  </a:lnTo>
                  <a:lnTo>
                    <a:pt x="1947308" y="329446"/>
                  </a:lnTo>
                  <a:lnTo>
                    <a:pt x="1956996" y="323233"/>
                  </a:lnTo>
                  <a:lnTo>
                    <a:pt x="1966684" y="319448"/>
                  </a:lnTo>
                  <a:lnTo>
                    <a:pt x="1976372" y="314418"/>
                  </a:lnTo>
                  <a:lnTo>
                    <a:pt x="1986060" y="309401"/>
                  </a:lnTo>
                  <a:lnTo>
                    <a:pt x="1995748" y="302907"/>
                  </a:lnTo>
                  <a:lnTo>
                    <a:pt x="2005436" y="295692"/>
                  </a:lnTo>
                  <a:lnTo>
                    <a:pt x="2015124" y="288505"/>
                  </a:lnTo>
                  <a:lnTo>
                    <a:pt x="2024812" y="281347"/>
                  </a:lnTo>
                  <a:lnTo>
                    <a:pt x="2034500" y="274217"/>
                  </a:lnTo>
                  <a:lnTo>
                    <a:pt x="2044188" y="267116"/>
                  </a:lnTo>
                  <a:lnTo>
                    <a:pt x="2053877" y="260044"/>
                  </a:lnTo>
                  <a:lnTo>
                    <a:pt x="2063565" y="253000"/>
                  </a:lnTo>
                  <a:lnTo>
                    <a:pt x="2073253" y="245634"/>
                  </a:lnTo>
                  <a:lnTo>
                    <a:pt x="2082941" y="239109"/>
                  </a:lnTo>
                  <a:lnTo>
                    <a:pt x="2092629" y="233823"/>
                  </a:lnTo>
                  <a:lnTo>
                    <a:pt x="2102317" y="228614"/>
                  </a:lnTo>
                  <a:lnTo>
                    <a:pt x="2112005" y="223392"/>
                  </a:lnTo>
                  <a:lnTo>
                    <a:pt x="2121693" y="218149"/>
                  </a:lnTo>
                  <a:lnTo>
                    <a:pt x="2131381" y="212926"/>
                  </a:lnTo>
                  <a:lnTo>
                    <a:pt x="2141069" y="207762"/>
                  </a:lnTo>
                  <a:lnTo>
                    <a:pt x="2150758" y="202615"/>
                  </a:lnTo>
                  <a:lnTo>
                    <a:pt x="2160446" y="197486"/>
                  </a:lnTo>
                  <a:lnTo>
                    <a:pt x="2170134" y="192393"/>
                  </a:lnTo>
                  <a:lnTo>
                    <a:pt x="2179822" y="187316"/>
                  </a:lnTo>
                  <a:lnTo>
                    <a:pt x="2189510" y="182256"/>
                  </a:lnTo>
                  <a:lnTo>
                    <a:pt x="2199198" y="175113"/>
                  </a:lnTo>
                  <a:lnTo>
                    <a:pt x="2208886" y="170125"/>
                  </a:lnTo>
                  <a:lnTo>
                    <a:pt x="2218574" y="165752"/>
                  </a:lnTo>
                  <a:lnTo>
                    <a:pt x="2228262" y="161422"/>
                  </a:lnTo>
                  <a:lnTo>
                    <a:pt x="2237950" y="154841"/>
                  </a:lnTo>
                  <a:lnTo>
                    <a:pt x="2247639" y="147783"/>
                  </a:lnTo>
                  <a:lnTo>
                    <a:pt x="2257327" y="140621"/>
                  </a:lnTo>
                  <a:lnTo>
                    <a:pt x="2267015" y="134900"/>
                  </a:lnTo>
                  <a:lnTo>
                    <a:pt x="2276703" y="126379"/>
                  </a:lnTo>
                  <a:lnTo>
                    <a:pt x="2286391" y="121305"/>
                  </a:lnTo>
                  <a:lnTo>
                    <a:pt x="2296079" y="115214"/>
                  </a:lnTo>
                  <a:lnTo>
                    <a:pt x="2305767" y="107046"/>
                  </a:lnTo>
                  <a:lnTo>
                    <a:pt x="2315455" y="98927"/>
                  </a:lnTo>
                  <a:lnTo>
                    <a:pt x="2325143" y="91372"/>
                  </a:lnTo>
                  <a:lnTo>
                    <a:pt x="2334831" y="86064"/>
                  </a:lnTo>
                  <a:lnTo>
                    <a:pt x="2344520" y="80777"/>
                  </a:lnTo>
                  <a:lnTo>
                    <a:pt x="2354208" y="75573"/>
                  </a:lnTo>
                  <a:lnTo>
                    <a:pt x="2363896" y="70410"/>
                  </a:lnTo>
                  <a:lnTo>
                    <a:pt x="2373584" y="65246"/>
                  </a:lnTo>
                  <a:lnTo>
                    <a:pt x="2383272" y="60733"/>
                  </a:lnTo>
                  <a:lnTo>
                    <a:pt x="2392960" y="56679"/>
                  </a:lnTo>
                  <a:lnTo>
                    <a:pt x="2402648" y="52637"/>
                  </a:lnTo>
                  <a:lnTo>
                    <a:pt x="2412336" y="48608"/>
                  </a:lnTo>
                  <a:lnTo>
                    <a:pt x="2422024" y="44375"/>
                  </a:lnTo>
                  <a:lnTo>
                    <a:pt x="2431712" y="38184"/>
                  </a:lnTo>
                  <a:lnTo>
                    <a:pt x="2441401" y="32022"/>
                  </a:lnTo>
                  <a:lnTo>
                    <a:pt x="2451089" y="25891"/>
                  </a:lnTo>
                  <a:lnTo>
                    <a:pt x="2460777" y="20376"/>
                  </a:lnTo>
                  <a:lnTo>
                    <a:pt x="2470465" y="16263"/>
                  </a:lnTo>
                  <a:lnTo>
                    <a:pt x="2480153" y="12172"/>
                  </a:lnTo>
                  <a:lnTo>
                    <a:pt x="2489841" y="8094"/>
                  </a:lnTo>
                  <a:lnTo>
                    <a:pt x="2499529" y="4033"/>
                  </a:lnTo>
                  <a:lnTo>
                    <a:pt x="2509217" y="0"/>
                  </a:lnTo>
                  <a:lnTo>
                    <a:pt x="2509217" y="2484691"/>
                  </a:lnTo>
                  <a:lnTo>
                    <a:pt x="2499529" y="2483008"/>
                  </a:lnTo>
                  <a:lnTo>
                    <a:pt x="2489841" y="2481209"/>
                  </a:lnTo>
                  <a:lnTo>
                    <a:pt x="2480153" y="2479528"/>
                  </a:lnTo>
                  <a:lnTo>
                    <a:pt x="2470465" y="2477798"/>
                  </a:lnTo>
                  <a:lnTo>
                    <a:pt x="2460777" y="2476831"/>
                  </a:lnTo>
                  <a:lnTo>
                    <a:pt x="2451089" y="2476325"/>
                  </a:lnTo>
                  <a:lnTo>
                    <a:pt x="2441401" y="2475819"/>
                  </a:lnTo>
                  <a:lnTo>
                    <a:pt x="2431712" y="2473704"/>
                  </a:lnTo>
                  <a:lnTo>
                    <a:pt x="2422024" y="2471483"/>
                  </a:lnTo>
                  <a:lnTo>
                    <a:pt x="2412336" y="2469260"/>
                  </a:lnTo>
                  <a:lnTo>
                    <a:pt x="2402648" y="2467034"/>
                  </a:lnTo>
                  <a:lnTo>
                    <a:pt x="2392960" y="2464807"/>
                  </a:lnTo>
                  <a:lnTo>
                    <a:pt x="2383272" y="2462577"/>
                  </a:lnTo>
                  <a:lnTo>
                    <a:pt x="2373584" y="2460345"/>
                  </a:lnTo>
                  <a:lnTo>
                    <a:pt x="2363896" y="2458554"/>
                  </a:lnTo>
                  <a:lnTo>
                    <a:pt x="2354208" y="2456796"/>
                  </a:lnTo>
                  <a:lnTo>
                    <a:pt x="2344520" y="2455037"/>
                  </a:lnTo>
                  <a:lnTo>
                    <a:pt x="2334831" y="2453277"/>
                  </a:lnTo>
                  <a:lnTo>
                    <a:pt x="2325143" y="2451515"/>
                  </a:lnTo>
                  <a:lnTo>
                    <a:pt x="2315455" y="2449752"/>
                  </a:lnTo>
                  <a:lnTo>
                    <a:pt x="2305767" y="2447988"/>
                  </a:lnTo>
                  <a:lnTo>
                    <a:pt x="2296079" y="2446222"/>
                  </a:lnTo>
                  <a:lnTo>
                    <a:pt x="2286391" y="2444456"/>
                  </a:lnTo>
                  <a:lnTo>
                    <a:pt x="2276703" y="2442687"/>
                  </a:lnTo>
                  <a:lnTo>
                    <a:pt x="2267015" y="2441873"/>
                  </a:lnTo>
                  <a:lnTo>
                    <a:pt x="2257327" y="2441035"/>
                  </a:lnTo>
                  <a:lnTo>
                    <a:pt x="2247639" y="2437375"/>
                  </a:lnTo>
                  <a:lnTo>
                    <a:pt x="2237950" y="2435602"/>
                  </a:lnTo>
                  <a:lnTo>
                    <a:pt x="2228262" y="2433827"/>
                  </a:lnTo>
                  <a:lnTo>
                    <a:pt x="2218574" y="2432051"/>
                  </a:lnTo>
                  <a:lnTo>
                    <a:pt x="2208886" y="2430274"/>
                  </a:lnTo>
                  <a:lnTo>
                    <a:pt x="2199198" y="2428496"/>
                  </a:lnTo>
                  <a:lnTo>
                    <a:pt x="2189510" y="2426716"/>
                  </a:lnTo>
                  <a:lnTo>
                    <a:pt x="2179822" y="2424935"/>
                  </a:lnTo>
                  <a:lnTo>
                    <a:pt x="2170134" y="2423153"/>
                  </a:lnTo>
                  <a:lnTo>
                    <a:pt x="2160446" y="2421369"/>
                  </a:lnTo>
                  <a:lnTo>
                    <a:pt x="2150758" y="2419827"/>
                  </a:lnTo>
                  <a:lnTo>
                    <a:pt x="2141069" y="2417796"/>
                  </a:lnTo>
                  <a:lnTo>
                    <a:pt x="2131381" y="2415196"/>
                  </a:lnTo>
                  <a:lnTo>
                    <a:pt x="2121693" y="2412883"/>
                  </a:lnTo>
                  <a:lnTo>
                    <a:pt x="2112005" y="2410566"/>
                  </a:lnTo>
                  <a:lnTo>
                    <a:pt x="2102317" y="2408245"/>
                  </a:lnTo>
                  <a:lnTo>
                    <a:pt x="2092629" y="2405923"/>
                  </a:lnTo>
                  <a:lnTo>
                    <a:pt x="2082941" y="2405275"/>
                  </a:lnTo>
                  <a:lnTo>
                    <a:pt x="2073253" y="2404614"/>
                  </a:lnTo>
                  <a:lnTo>
                    <a:pt x="2063565" y="2402902"/>
                  </a:lnTo>
                  <a:lnTo>
                    <a:pt x="2053877" y="2401735"/>
                  </a:lnTo>
                  <a:lnTo>
                    <a:pt x="2044188" y="2399941"/>
                  </a:lnTo>
                  <a:lnTo>
                    <a:pt x="2034500" y="2396867"/>
                  </a:lnTo>
                  <a:lnTo>
                    <a:pt x="2024812" y="2394926"/>
                  </a:lnTo>
                  <a:lnTo>
                    <a:pt x="2015124" y="2392980"/>
                  </a:lnTo>
                  <a:lnTo>
                    <a:pt x="2005436" y="2391008"/>
                  </a:lnTo>
                  <a:lnTo>
                    <a:pt x="1995748" y="2388438"/>
                  </a:lnTo>
                  <a:lnTo>
                    <a:pt x="1986060" y="2385505"/>
                  </a:lnTo>
                  <a:lnTo>
                    <a:pt x="1976372" y="2382531"/>
                  </a:lnTo>
                  <a:lnTo>
                    <a:pt x="1966684" y="2379549"/>
                  </a:lnTo>
                  <a:lnTo>
                    <a:pt x="1956996" y="2376344"/>
                  </a:lnTo>
                  <a:lnTo>
                    <a:pt x="1947308" y="2373629"/>
                  </a:lnTo>
                  <a:lnTo>
                    <a:pt x="1937619" y="2370705"/>
                  </a:lnTo>
                  <a:lnTo>
                    <a:pt x="1927931" y="2367778"/>
                  </a:lnTo>
                  <a:lnTo>
                    <a:pt x="1918243" y="2367597"/>
                  </a:lnTo>
                  <a:lnTo>
                    <a:pt x="1908555" y="2368621"/>
                  </a:lnTo>
                  <a:lnTo>
                    <a:pt x="1898867" y="2366005"/>
                  </a:lnTo>
                  <a:lnTo>
                    <a:pt x="1889179" y="2364156"/>
                  </a:lnTo>
                  <a:lnTo>
                    <a:pt x="1879491" y="2363482"/>
                  </a:lnTo>
                  <a:lnTo>
                    <a:pt x="1869803" y="2362808"/>
                  </a:lnTo>
                  <a:lnTo>
                    <a:pt x="1860115" y="2361633"/>
                  </a:lnTo>
                  <a:lnTo>
                    <a:pt x="1850427" y="2360203"/>
                  </a:lnTo>
                  <a:lnTo>
                    <a:pt x="1840738" y="2360880"/>
                  </a:lnTo>
                  <a:lnTo>
                    <a:pt x="1831050" y="2360094"/>
                  </a:lnTo>
                  <a:lnTo>
                    <a:pt x="1821362" y="2358300"/>
                  </a:lnTo>
                  <a:lnTo>
                    <a:pt x="1811674" y="2356505"/>
                  </a:lnTo>
                  <a:lnTo>
                    <a:pt x="1801986" y="2354709"/>
                  </a:lnTo>
                  <a:lnTo>
                    <a:pt x="1792298" y="2355419"/>
                  </a:lnTo>
                  <a:lnTo>
                    <a:pt x="1782610" y="2356350"/>
                  </a:lnTo>
                  <a:lnTo>
                    <a:pt x="1772922" y="2352922"/>
                  </a:lnTo>
                  <a:lnTo>
                    <a:pt x="1763234" y="2352975"/>
                  </a:lnTo>
                  <a:lnTo>
                    <a:pt x="1753546" y="2353185"/>
                  </a:lnTo>
                  <a:lnTo>
                    <a:pt x="1743857" y="2351286"/>
                  </a:lnTo>
                  <a:lnTo>
                    <a:pt x="1734169" y="2349218"/>
                  </a:lnTo>
                  <a:lnTo>
                    <a:pt x="1724481" y="2347124"/>
                  </a:lnTo>
                  <a:lnTo>
                    <a:pt x="1714793" y="2344986"/>
                  </a:lnTo>
                  <a:lnTo>
                    <a:pt x="1705105" y="2343699"/>
                  </a:lnTo>
                  <a:lnTo>
                    <a:pt x="1695417" y="2344275"/>
                  </a:lnTo>
                  <a:lnTo>
                    <a:pt x="1685729" y="2344060"/>
                  </a:lnTo>
                  <a:lnTo>
                    <a:pt x="1676041" y="2344375"/>
                  </a:lnTo>
                  <a:lnTo>
                    <a:pt x="1666353" y="2344671"/>
                  </a:lnTo>
                  <a:lnTo>
                    <a:pt x="1656665" y="2344935"/>
                  </a:lnTo>
                  <a:lnTo>
                    <a:pt x="1646976" y="2345199"/>
                  </a:lnTo>
                  <a:lnTo>
                    <a:pt x="1637288" y="2344435"/>
                  </a:lnTo>
                  <a:lnTo>
                    <a:pt x="1627600" y="2344823"/>
                  </a:lnTo>
                  <a:lnTo>
                    <a:pt x="1617912" y="2346076"/>
                  </a:lnTo>
                  <a:lnTo>
                    <a:pt x="1608224" y="2346380"/>
                  </a:lnTo>
                  <a:lnTo>
                    <a:pt x="1598536" y="2346757"/>
                  </a:lnTo>
                  <a:lnTo>
                    <a:pt x="1588848" y="2345248"/>
                  </a:lnTo>
                  <a:lnTo>
                    <a:pt x="1579160" y="2343590"/>
                  </a:lnTo>
                  <a:lnTo>
                    <a:pt x="1569472" y="2342944"/>
                  </a:lnTo>
                  <a:lnTo>
                    <a:pt x="1559784" y="2342253"/>
                  </a:lnTo>
                  <a:lnTo>
                    <a:pt x="1550095" y="2340287"/>
                  </a:lnTo>
                  <a:lnTo>
                    <a:pt x="1540407" y="2339584"/>
                  </a:lnTo>
                  <a:lnTo>
                    <a:pt x="1530719" y="2340289"/>
                  </a:lnTo>
                  <a:lnTo>
                    <a:pt x="1521031" y="2339696"/>
                  </a:lnTo>
                  <a:lnTo>
                    <a:pt x="1511343" y="2339104"/>
                  </a:lnTo>
                  <a:lnTo>
                    <a:pt x="1501655" y="2338511"/>
                  </a:lnTo>
                  <a:lnTo>
                    <a:pt x="1491967" y="2339868"/>
                  </a:lnTo>
                  <a:lnTo>
                    <a:pt x="1482279" y="2341620"/>
                  </a:lnTo>
                  <a:lnTo>
                    <a:pt x="1472591" y="2342170"/>
                  </a:lnTo>
                  <a:lnTo>
                    <a:pt x="1462903" y="2338100"/>
                  </a:lnTo>
                  <a:lnTo>
                    <a:pt x="1453214" y="2334625"/>
                  </a:lnTo>
                  <a:lnTo>
                    <a:pt x="1443526" y="2330950"/>
                  </a:lnTo>
                  <a:lnTo>
                    <a:pt x="1433838" y="2331032"/>
                  </a:lnTo>
                  <a:lnTo>
                    <a:pt x="1424150" y="2333157"/>
                  </a:lnTo>
                  <a:lnTo>
                    <a:pt x="1414462" y="2332556"/>
                  </a:lnTo>
                  <a:lnTo>
                    <a:pt x="1404774" y="2331955"/>
                  </a:lnTo>
                  <a:lnTo>
                    <a:pt x="1395086" y="2331436"/>
                  </a:lnTo>
                  <a:lnTo>
                    <a:pt x="1385398" y="2331799"/>
                  </a:lnTo>
                  <a:lnTo>
                    <a:pt x="1375710" y="2332197"/>
                  </a:lnTo>
                  <a:lnTo>
                    <a:pt x="1366022" y="2332594"/>
                  </a:lnTo>
                  <a:lnTo>
                    <a:pt x="1356333" y="2332991"/>
                  </a:lnTo>
                  <a:lnTo>
                    <a:pt x="1346645" y="2333165"/>
                  </a:lnTo>
                  <a:lnTo>
                    <a:pt x="1336957" y="2333763"/>
                  </a:lnTo>
                  <a:lnTo>
                    <a:pt x="1327269" y="2333020"/>
                  </a:lnTo>
                  <a:lnTo>
                    <a:pt x="1317581" y="2334558"/>
                  </a:lnTo>
                  <a:lnTo>
                    <a:pt x="1307893" y="2334976"/>
                  </a:lnTo>
                  <a:lnTo>
                    <a:pt x="1298205" y="2335373"/>
                  </a:lnTo>
                  <a:lnTo>
                    <a:pt x="1288517" y="2335736"/>
                  </a:lnTo>
                  <a:lnTo>
                    <a:pt x="1278829" y="2333326"/>
                  </a:lnTo>
                  <a:lnTo>
                    <a:pt x="1269141" y="2334452"/>
                  </a:lnTo>
                  <a:lnTo>
                    <a:pt x="1259452" y="2336627"/>
                  </a:lnTo>
                  <a:lnTo>
                    <a:pt x="1249764" y="2337329"/>
                  </a:lnTo>
                  <a:lnTo>
                    <a:pt x="1240076" y="2339847"/>
                  </a:lnTo>
                  <a:lnTo>
                    <a:pt x="1230388" y="2340895"/>
                  </a:lnTo>
                  <a:lnTo>
                    <a:pt x="1220700" y="2341482"/>
                  </a:lnTo>
                  <a:lnTo>
                    <a:pt x="1211012" y="2343350"/>
                  </a:lnTo>
                  <a:lnTo>
                    <a:pt x="1201324" y="2344297"/>
                  </a:lnTo>
                  <a:lnTo>
                    <a:pt x="1191636" y="2343562"/>
                  </a:lnTo>
                  <a:lnTo>
                    <a:pt x="1181948" y="2344587"/>
                  </a:lnTo>
                  <a:lnTo>
                    <a:pt x="1172260" y="2345748"/>
                  </a:lnTo>
                  <a:lnTo>
                    <a:pt x="1162571" y="2347587"/>
                  </a:lnTo>
                  <a:lnTo>
                    <a:pt x="1152883" y="2351408"/>
                  </a:lnTo>
                  <a:lnTo>
                    <a:pt x="1143195" y="2351948"/>
                  </a:lnTo>
                  <a:lnTo>
                    <a:pt x="1133507" y="2350354"/>
                  </a:lnTo>
                  <a:lnTo>
                    <a:pt x="1123819" y="2351339"/>
                  </a:lnTo>
                  <a:lnTo>
                    <a:pt x="1114131" y="2348057"/>
                  </a:lnTo>
                  <a:lnTo>
                    <a:pt x="1104443" y="2349451"/>
                  </a:lnTo>
                  <a:lnTo>
                    <a:pt x="1094755" y="2350844"/>
                  </a:lnTo>
                  <a:lnTo>
                    <a:pt x="1085067" y="2352219"/>
                  </a:lnTo>
                  <a:lnTo>
                    <a:pt x="1075379" y="2353267"/>
                  </a:lnTo>
                  <a:lnTo>
                    <a:pt x="1065690" y="2354983"/>
                  </a:lnTo>
                  <a:lnTo>
                    <a:pt x="1056002" y="2354812"/>
                  </a:lnTo>
                  <a:lnTo>
                    <a:pt x="1046314" y="2351384"/>
                  </a:lnTo>
                  <a:lnTo>
                    <a:pt x="1036626" y="2350001"/>
                  </a:lnTo>
                  <a:lnTo>
                    <a:pt x="1026938" y="2351913"/>
                  </a:lnTo>
                  <a:lnTo>
                    <a:pt x="1017250" y="2351658"/>
                  </a:lnTo>
                  <a:lnTo>
                    <a:pt x="1007562" y="2353218"/>
                  </a:lnTo>
                  <a:lnTo>
                    <a:pt x="997874" y="2354847"/>
                  </a:lnTo>
                  <a:lnTo>
                    <a:pt x="988186" y="2356536"/>
                  </a:lnTo>
                  <a:lnTo>
                    <a:pt x="978498" y="2358148"/>
                  </a:lnTo>
                  <a:lnTo>
                    <a:pt x="968809" y="2359684"/>
                  </a:lnTo>
                  <a:lnTo>
                    <a:pt x="959121" y="2360506"/>
                  </a:lnTo>
                  <a:lnTo>
                    <a:pt x="949433" y="2359085"/>
                  </a:lnTo>
                  <a:lnTo>
                    <a:pt x="939745" y="2361630"/>
                  </a:lnTo>
                  <a:lnTo>
                    <a:pt x="930057" y="2364283"/>
                  </a:lnTo>
                  <a:lnTo>
                    <a:pt x="920369" y="2366872"/>
                  </a:lnTo>
                  <a:lnTo>
                    <a:pt x="910681" y="2369026"/>
                  </a:lnTo>
                  <a:lnTo>
                    <a:pt x="900993" y="2369918"/>
                  </a:lnTo>
                  <a:lnTo>
                    <a:pt x="891305" y="2369092"/>
                  </a:lnTo>
                  <a:lnTo>
                    <a:pt x="881617" y="2373754"/>
                  </a:lnTo>
                  <a:lnTo>
                    <a:pt x="871928" y="2377626"/>
                  </a:lnTo>
                  <a:lnTo>
                    <a:pt x="862240" y="2377962"/>
                  </a:lnTo>
                  <a:lnTo>
                    <a:pt x="852552" y="2380863"/>
                  </a:lnTo>
                  <a:lnTo>
                    <a:pt x="842864" y="2383681"/>
                  </a:lnTo>
                  <a:lnTo>
                    <a:pt x="833176" y="2386721"/>
                  </a:lnTo>
                  <a:lnTo>
                    <a:pt x="823488" y="2389639"/>
                  </a:lnTo>
                  <a:lnTo>
                    <a:pt x="813800" y="2391081"/>
                  </a:lnTo>
                  <a:lnTo>
                    <a:pt x="804112" y="2393519"/>
                  </a:lnTo>
                  <a:lnTo>
                    <a:pt x="794424" y="2394354"/>
                  </a:lnTo>
                  <a:lnTo>
                    <a:pt x="784736" y="2395558"/>
                  </a:lnTo>
                  <a:lnTo>
                    <a:pt x="775047" y="2396687"/>
                  </a:lnTo>
                  <a:lnTo>
                    <a:pt x="765359" y="2398090"/>
                  </a:lnTo>
                  <a:lnTo>
                    <a:pt x="755671" y="2401496"/>
                  </a:lnTo>
                  <a:lnTo>
                    <a:pt x="745983" y="2404732"/>
                  </a:lnTo>
                  <a:lnTo>
                    <a:pt x="736295" y="2410009"/>
                  </a:lnTo>
                  <a:lnTo>
                    <a:pt x="726607" y="2415260"/>
                  </a:lnTo>
                  <a:lnTo>
                    <a:pt x="716919" y="2418690"/>
                  </a:lnTo>
                  <a:lnTo>
                    <a:pt x="707231" y="2422652"/>
                  </a:lnTo>
                  <a:lnTo>
                    <a:pt x="697543" y="2423866"/>
                  </a:lnTo>
                  <a:lnTo>
                    <a:pt x="687855" y="2425058"/>
                  </a:lnTo>
                  <a:lnTo>
                    <a:pt x="678166" y="2426283"/>
                  </a:lnTo>
                  <a:lnTo>
                    <a:pt x="668478" y="2427825"/>
                  </a:lnTo>
                  <a:lnTo>
                    <a:pt x="658790" y="2432473"/>
                  </a:lnTo>
                  <a:lnTo>
                    <a:pt x="649102" y="2437112"/>
                  </a:lnTo>
                  <a:lnTo>
                    <a:pt x="639414" y="2440799"/>
                  </a:lnTo>
                  <a:lnTo>
                    <a:pt x="629726" y="2443547"/>
                  </a:lnTo>
                  <a:lnTo>
                    <a:pt x="620038" y="2446291"/>
                  </a:lnTo>
                  <a:lnTo>
                    <a:pt x="610350" y="2449032"/>
                  </a:lnTo>
                  <a:lnTo>
                    <a:pt x="600662" y="2451770"/>
                  </a:lnTo>
                  <a:lnTo>
                    <a:pt x="590974" y="2454252"/>
                  </a:lnTo>
                  <a:lnTo>
                    <a:pt x="581285" y="2456805"/>
                  </a:lnTo>
                  <a:lnTo>
                    <a:pt x="571597" y="2459505"/>
                  </a:lnTo>
                  <a:lnTo>
                    <a:pt x="561909" y="2462035"/>
                  </a:lnTo>
                  <a:lnTo>
                    <a:pt x="552221" y="2464561"/>
                  </a:lnTo>
                  <a:lnTo>
                    <a:pt x="542533" y="2467085"/>
                  </a:lnTo>
                  <a:lnTo>
                    <a:pt x="532845" y="2469606"/>
                  </a:lnTo>
                  <a:lnTo>
                    <a:pt x="523157" y="2473633"/>
                  </a:lnTo>
                  <a:lnTo>
                    <a:pt x="513469" y="2478101"/>
                  </a:lnTo>
                  <a:lnTo>
                    <a:pt x="503781" y="2480823"/>
                  </a:lnTo>
                  <a:lnTo>
                    <a:pt x="494093" y="2481753"/>
                  </a:lnTo>
                  <a:lnTo>
                    <a:pt x="484404" y="2484389"/>
                  </a:lnTo>
                  <a:lnTo>
                    <a:pt x="474716" y="2487156"/>
                  </a:lnTo>
                  <a:lnTo>
                    <a:pt x="465028" y="2489883"/>
                  </a:lnTo>
                  <a:lnTo>
                    <a:pt x="455340" y="2492606"/>
                  </a:lnTo>
                  <a:lnTo>
                    <a:pt x="445652" y="2495248"/>
                  </a:lnTo>
                  <a:lnTo>
                    <a:pt x="435964" y="2497080"/>
                  </a:lnTo>
                  <a:lnTo>
                    <a:pt x="426276" y="2498986"/>
                  </a:lnTo>
                  <a:lnTo>
                    <a:pt x="416588" y="2500634"/>
                  </a:lnTo>
                  <a:lnTo>
                    <a:pt x="406900" y="2505280"/>
                  </a:lnTo>
                  <a:lnTo>
                    <a:pt x="397212" y="2508664"/>
                  </a:lnTo>
                  <a:lnTo>
                    <a:pt x="387523" y="2509050"/>
                  </a:lnTo>
                  <a:lnTo>
                    <a:pt x="377835" y="2512323"/>
                  </a:lnTo>
                  <a:lnTo>
                    <a:pt x="368147" y="2516044"/>
                  </a:lnTo>
                  <a:lnTo>
                    <a:pt x="358459" y="2519041"/>
                  </a:lnTo>
                  <a:lnTo>
                    <a:pt x="348771" y="2522173"/>
                  </a:lnTo>
                  <a:lnTo>
                    <a:pt x="339083" y="2526936"/>
                  </a:lnTo>
                  <a:lnTo>
                    <a:pt x="329395" y="2534518"/>
                  </a:lnTo>
                  <a:lnTo>
                    <a:pt x="319707" y="2537721"/>
                  </a:lnTo>
                  <a:lnTo>
                    <a:pt x="310019" y="2542683"/>
                  </a:lnTo>
                  <a:lnTo>
                    <a:pt x="300331" y="2544235"/>
                  </a:lnTo>
                  <a:lnTo>
                    <a:pt x="290642" y="2545991"/>
                  </a:lnTo>
                  <a:lnTo>
                    <a:pt x="280954" y="2549114"/>
                  </a:lnTo>
                  <a:lnTo>
                    <a:pt x="271266" y="2551465"/>
                  </a:lnTo>
                  <a:lnTo>
                    <a:pt x="261578" y="2554294"/>
                  </a:lnTo>
                  <a:lnTo>
                    <a:pt x="251890" y="2558211"/>
                  </a:lnTo>
                  <a:lnTo>
                    <a:pt x="242202" y="2559837"/>
                  </a:lnTo>
                  <a:lnTo>
                    <a:pt x="232514" y="2562334"/>
                  </a:lnTo>
                  <a:lnTo>
                    <a:pt x="222826" y="2564253"/>
                  </a:lnTo>
                  <a:lnTo>
                    <a:pt x="213138" y="2567446"/>
                  </a:lnTo>
                  <a:lnTo>
                    <a:pt x="203450" y="2570477"/>
                  </a:lnTo>
                  <a:lnTo>
                    <a:pt x="193761" y="2573848"/>
                  </a:lnTo>
                  <a:lnTo>
                    <a:pt x="184073" y="2576234"/>
                  </a:lnTo>
                  <a:lnTo>
                    <a:pt x="174385" y="2580578"/>
                  </a:lnTo>
                  <a:lnTo>
                    <a:pt x="164697" y="2587988"/>
                  </a:lnTo>
                  <a:lnTo>
                    <a:pt x="155009" y="2593024"/>
                  </a:lnTo>
                  <a:lnTo>
                    <a:pt x="145321" y="2597943"/>
                  </a:lnTo>
                  <a:lnTo>
                    <a:pt x="135633" y="2601496"/>
                  </a:lnTo>
                  <a:lnTo>
                    <a:pt x="125945" y="2605022"/>
                  </a:lnTo>
                  <a:lnTo>
                    <a:pt x="116257" y="2608807"/>
                  </a:lnTo>
                  <a:lnTo>
                    <a:pt x="106569" y="2614621"/>
                  </a:lnTo>
                  <a:lnTo>
                    <a:pt x="96880" y="2619919"/>
                  </a:lnTo>
                  <a:lnTo>
                    <a:pt x="87192" y="2625680"/>
                  </a:lnTo>
                  <a:lnTo>
                    <a:pt x="77504" y="2631601"/>
                  </a:lnTo>
                  <a:lnTo>
                    <a:pt x="67816" y="2635632"/>
                  </a:lnTo>
                  <a:lnTo>
                    <a:pt x="58128" y="2642764"/>
                  </a:lnTo>
                  <a:lnTo>
                    <a:pt x="48440" y="2649163"/>
                  </a:lnTo>
                  <a:lnTo>
                    <a:pt x="38752" y="2652697"/>
                  </a:lnTo>
                  <a:lnTo>
                    <a:pt x="29064" y="2656275"/>
                  </a:lnTo>
                  <a:lnTo>
                    <a:pt x="19376" y="2659853"/>
                  </a:lnTo>
                  <a:lnTo>
                    <a:pt x="9688" y="2663397"/>
                  </a:lnTo>
                  <a:lnTo>
                    <a:pt x="0" y="2666893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3502457" y="1843931"/>
              <a:ext cx="2509217" cy="1151934"/>
            </a:xfrm>
            <a:custGeom>
              <a:avLst/>
              <a:pathLst>
                <a:path w="2509217" h="1151934">
                  <a:moveTo>
                    <a:pt x="0" y="1146830"/>
                  </a:moveTo>
                  <a:lnTo>
                    <a:pt x="9688" y="1146872"/>
                  </a:lnTo>
                  <a:lnTo>
                    <a:pt x="19376" y="1148516"/>
                  </a:lnTo>
                  <a:lnTo>
                    <a:pt x="29064" y="1149729"/>
                  </a:lnTo>
                  <a:lnTo>
                    <a:pt x="38752" y="1145424"/>
                  </a:lnTo>
                  <a:lnTo>
                    <a:pt x="48440" y="1144223"/>
                  </a:lnTo>
                  <a:lnTo>
                    <a:pt x="58128" y="1145893"/>
                  </a:lnTo>
                  <a:lnTo>
                    <a:pt x="67816" y="1149428"/>
                  </a:lnTo>
                  <a:lnTo>
                    <a:pt x="77504" y="1151934"/>
                  </a:lnTo>
                  <a:lnTo>
                    <a:pt x="87192" y="1150178"/>
                  </a:lnTo>
                  <a:lnTo>
                    <a:pt x="96880" y="1148422"/>
                  </a:lnTo>
                  <a:lnTo>
                    <a:pt x="106569" y="1146666"/>
                  </a:lnTo>
                  <a:lnTo>
                    <a:pt x="116257" y="1144911"/>
                  </a:lnTo>
                  <a:lnTo>
                    <a:pt x="125945" y="1143156"/>
                  </a:lnTo>
                  <a:lnTo>
                    <a:pt x="135633" y="1141503"/>
                  </a:lnTo>
                  <a:lnTo>
                    <a:pt x="145321" y="1139865"/>
                  </a:lnTo>
                  <a:lnTo>
                    <a:pt x="155009" y="1141277"/>
                  </a:lnTo>
                  <a:lnTo>
                    <a:pt x="164697" y="1144546"/>
                  </a:lnTo>
                  <a:lnTo>
                    <a:pt x="174385" y="1144762"/>
                  </a:lnTo>
                  <a:lnTo>
                    <a:pt x="184073" y="1141446"/>
                  </a:lnTo>
                  <a:lnTo>
                    <a:pt x="193761" y="1138131"/>
                  </a:lnTo>
                  <a:lnTo>
                    <a:pt x="203450" y="1134818"/>
                  </a:lnTo>
                  <a:lnTo>
                    <a:pt x="213138" y="1131506"/>
                  </a:lnTo>
                  <a:lnTo>
                    <a:pt x="222826" y="1128220"/>
                  </a:lnTo>
                  <a:lnTo>
                    <a:pt x="232514" y="1127715"/>
                  </a:lnTo>
                  <a:lnTo>
                    <a:pt x="242202" y="1128607"/>
                  </a:lnTo>
                  <a:lnTo>
                    <a:pt x="251890" y="1129551"/>
                  </a:lnTo>
                  <a:lnTo>
                    <a:pt x="261578" y="1128909"/>
                  </a:lnTo>
                  <a:lnTo>
                    <a:pt x="271266" y="1127501"/>
                  </a:lnTo>
                  <a:lnTo>
                    <a:pt x="280954" y="1123817"/>
                  </a:lnTo>
                  <a:lnTo>
                    <a:pt x="290642" y="1119133"/>
                  </a:lnTo>
                  <a:lnTo>
                    <a:pt x="300331" y="1114530"/>
                  </a:lnTo>
                  <a:lnTo>
                    <a:pt x="310019" y="1112221"/>
                  </a:lnTo>
                  <a:lnTo>
                    <a:pt x="319707" y="1116286"/>
                  </a:lnTo>
                  <a:lnTo>
                    <a:pt x="329395" y="1117519"/>
                  </a:lnTo>
                  <a:lnTo>
                    <a:pt x="339083" y="1115316"/>
                  </a:lnTo>
                  <a:lnTo>
                    <a:pt x="348771" y="1113440"/>
                  </a:lnTo>
                  <a:lnTo>
                    <a:pt x="358459" y="1109955"/>
                  </a:lnTo>
                  <a:lnTo>
                    <a:pt x="368147" y="1106472"/>
                  </a:lnTo>
                  <a:lnTo>
                    <a:pt x="377835" y="1105382"/>
                  </a:lnTo>
                  <a:lnTo>
                    <a:pt x="387523" y="1106916"/>
                  </a:lnTo>
                  <a:lnTo>
                    <a:pt x="397212" y="1104723"/>
                  </a:lnTo>
                  <a:lnTo>
                    <a:pt x="406900" y="1100954"/>
                  </a:lnTo>
                  <a:lnTo>
                    <a:pt x="416588" y="1100320"/>
                  </a:lnTo>
                  <a:lnTo>
                    <a:pt x="426276" y="1103472"/>
                  </a:lnTo>
                  <a:lnTo>
                    <a:pt x="435964" y="1100649"/>
                  </a:lnTo>
                  <a:lnTo>
                    <a:pt x="445652" y="1099926"/>
                  </a:lnTo>
                  <a:lnTo>
                    <a:pt x="455340" y="1096521"/>
                  </a:lnTo>
                  <a:lnTo>
                    <a:pt x="465028" y="1096224"/>
                  </a:lnTo>
                  <a:lnTo>
                    <a:pt x="474716" y="1096268"/>
                  </a:lnTo>
                  <a:lnTo>
                    <a:pt x="484404" y="1096312"/>
                  </a:lnTo>
                  <a:lnTo>
                    <a:pt x="494093" y="1095895"/>
                  </a:lnTo>
                  <a:lnTo>
                    <a:pt x="503781" y="1093537"/>
                  </a:lnTo>
                  <a:lnTo>
                    <a:pt x="513469" y="1091180"/>
                  </a:lnTo>
                  <a:lnTo>
                    <a:pt x="523157" y="1084290"/>
                  </a:lnTo>
                  <a:lnTo>
                    <a:pt x="532845" y="1081900"/>
                  </a:lnTo>
                  <a:lnTo>
                    <a:pt x="542533" y="1077229"/>
                  </a:lnTo>
                  <a:lnTo>
                    <a:pt x="552221" y="1075812"/>
                  </a:lnTo>
                  <a:lnTo>
                    <a:pt x="561909" y="1071986"/>
                  </a:lnTo>
                  <a:lnTo>
                    <a:pt x="571597" y="1070031"/>
                  </a:lnTo>
                  <a:lnTo>
                    <a:pt x="581285" y="1070984"/>
                  </a:lnTo>
                  <a:lnTo>
                    <a:pt x="590974" y="1067473"/>
                  </a:lnTo>
                  <a:lnTo>
                    <a:pt x="600662" y="1062474"/>
                  </a:lnTo>
                  <a:lnTo>
                    <a:pt x="610350" y="1057479"/>
                  </a:lnTo>
                  <a:lnTo>
                    <a:pt x="620038" y="1053791"/>
                  </a:lnTo>
                  <a:lnTo>
                    <a:pt x="629726" y="1052031"/>
                  </a:lnTo>
                  <a:lnTo>
                    <a:pt x="639414" y="1049086"/>
                  </a:lnTo>
                  <a:lnTo>
                    <a:pt x="649102" y="1048400"/>
                  </a:lnTo>
                  <a:lnTo>
                    <a:pt x="658790" y="1046498"/>
                  </a:lnTo>
                  <a:lnTo>
                    <a:pt x="668478" y="1044718"/>
                  </a:lnTo>
                  <a:lnTo>
                    <a:pt x="678166" y="1042994"/>
                  </a:lnTo>
                  <a:lnTo>
                    <a:pt x="687855" y="1041271"/>
                  </a:lnTo>
                  <a:lnTo>
                    <a:pt x="697543" y="1038865"/>
                  </a:lnTo>
                  <a:lnTo>
                    <a:pt x="707231" y="1032349"/>
                  </a:lnTo>
                  <a:lnTo>
                    <a:pt x="716919" y="1025840"/>
                  </a:lnTo>
                  <a:lnTo>
                    <a:pt x="726607" y="1024013"/>
                  </a:lnTo>
                  <a:lnTo>
                    <a:pt x="736295" y="1023086"/>
                  </a:lnTo>
                  <a:lnTo>
                    <a:pt x="745983" y="1022200"/>
                  </a:lnTo>
                  <a:lnTo>
                    <a:pt x="755671" y="1022009"/>
                  </a:lnTo>
                  <a:lnTo>
                    <a:pt x="765359" y="1022495"/>
                  </a:lnTo>
                  <a:lnTo>
                    <a:pt x="775047" y="1019333"/>
                  </a:lnTo>
                  <a:lnTo>
                    <a:pt x="784736" y="1013848"/>
                  </a:lnTo>
                  <a:lnTo>
                    <a:pt x="794424" y="1009516"/>
                  </a:lnTo>
                  <a:lnTo>
                    <a:pt x="804112" y="1005781"/>
                  </a:lnTo>
                  <a:lnTo>
                    <a:pt x="813800" y="1000850"/>
                  </a:lnTo>
                  <a:lnTo>
                    <a:pt x="823488" y="994871"/>
                  </a:lnTo>
                  <a:lnTo>
                    <a:pt x="833176" y="987188"/>
                  </a:lnTo>
                  <a:lnTo>
                    <a:pt x="842864" y="979472"/>
                  </a:lnTo>
                  <a:lnTo>
                    <a:pt x="852552" y="976660"/>
                  </a:lnTo>
                  <a:lnTo>
                    <a:pt x="862240" y="973069"/>
                  </a:lnTo>
                  <a:lnTo>
                    <a:pt x="871928" y="966997"/>
                  </a:lnTo>
                  <a:lnTo>
                    <a:pt x="881617" y="962234"/>
                  </a:lnTo>
                  <a:lnTo>
                    <a:pt x="891305" y="956838"/>
                  </a:lnTo>
                  <a:lnTo>
                    <a:pt x="900993" y="951529"/>
                  </a:lnTo>
                  <a:lnTo>
                    <a:pt x="910681" y="949624"/>
                  </a:lnTo>
                  <a:lnTo>
                    <a:pt x="920369" y="943646"/>
                  </a:lnTo>
                  <a:lnTo>
                    <a:pt x="930057" y="935360"/>
                  </a:lnTo>
                  <a:lnTo>
                    <a:pt x="939745" y="931455"/>
                  </a:lnTo>
                  <a:lnTo>
                    <a:pt x="949433" y="930227"/>
                  </a:lnTo>
                  <a:lnTo>
                    <a:pt x="959121" y="927991"/>
                  </a:lnTo>
                  <a:lnTo>
                    <a:pt x="968809" y="926465"/>
                  </a:lnTo>
                  <a:lnTo>
                    <a:pt x="978498" y="917167"/>
                  </a:lnTo>
                  <a:lnTo>
                    <a:pt x="988186" y="908491"/>
                  </a:lnTo>
                  <a:lnTo>
                    <a:pt x="997874" y="910179"/>
                  </a:lnTo>
                  <a:lnTo>
                    <a:pt x="1007562" y="911885"/>
                  </a:lnTo>
                  <a:lnTo>
                    <a:pt x="1017250" y="904827"/>
                  </a:lnTo>
                  <a:lnTo>
                    <a:pt x="1026938" y="894460"/>
                  </a:lnTo>
                  <a:lnTo>
                    <a:pt x="1036626" y="890181"/>
                  </a:lnTo>
                  <a:lnTo>
                    <a:pt x="1046314" y="886467"/>
                  </a:lnTo>
                  <a:lnTo>
                    <a:pt x="1056002" y="879858"/>
                  </a:lnTo>
                  <a:lnTo>
                    <a:pt x="1065690" y="874884"/>
                  </a:lnTo>
                  <a:lnTo>
                    <a:pt x="1075379" y="868276"/>
                  </a:lnTo>
                  <a:lnTo>
                    <a:pt x="1085067" y="860597"/>
                  </a:lnTo>
                  <a:lnTo>
                    <a:pt x="1094755" y="852919"/>
                  </a:lnTo>
                  <a:lnTo>
                    <a:pt x="1104443" y="849116"/>
                  </a:lnTo>
                  <a:lnTo>
                    <a:pt x="1114131" y="847865"/>
                  </a:lnTo>
                  <a:lnTo>
                    <a:pt x="1123819" y="843670"/>
                  </a:lnTo>
                  <a:lnTo>
                    <a:pt x="1133507" y="839332"/>
                  </a:lnTo>
                  <a:lnTo>
                    <a:pt x="1143195" y="836484"/>
                  </a:lnTo>
                  <a:lnTo>
                    <a:pt x="1152883" y="832566"/>
                  </a:lnTo>
                  <a:lnTo>
                    <a:pt x="1162571" y="832863"/>
                  </a:lnTo>
                  <a:lnTo>
                    <a:pt x="1172260" y="829778"/>
                  </a:lnTo>
                  <a:lnTo>
                    <a:pt x="1181948" y="823710"/>
                  </a:lnTo>
                  <a:lnTo>
                    <a:pt x="1191636" y="821449"/>
                  </a:lnTo>
                  <a:lnTo>
                    <a:pt x="1201324" y="819088"/>
                  </a:lnTo>
                  <a:lnTo>
                    <a:pt x="1211012" y="814674"/>
                  </a:lnTo>
                  <a:lnTo>
                    <a:pt x="1220700" y="810171"/>
                  </a:lnTo>
                  <a:lnTo>
                    <a:pt x="1230388" y="804394"/>
                  </a:lnTo>
                  <a:lnTo>
                    <a:pt x="1240076" y="800801"/>
                  </a:lnTo>
                  <a:lnTo>
                    <a:pt x="1249764" y="795750"/>
                  </a:lnTo>
                  <a:lnTo>
                    <a:pt x="1259452" y="789040"/>
                  </a:lnTo>
                  <a:lnTo>
                    <a:pt x="1269141" y="781793"/>
                  </a:lnTo>
                  <a:lnTo>
                    <a:pt x="1278829" y="778251"/>
                  </a:lnTo>
                  <a:lnTo>
                    <a:pt x="1288517" y="774515"/>
                  </a:lnTo>
                  <a:lnTo>
                    <a:pt x="1298205" y="767721"/>
                  </a:lnTo>
                  <a:lnTo>
                    <a:pt x="1307893" y="764508"/>
                  </a:lnTo>
                  <a:lnTo>
                    <a:pt x="1317581" y="761462"/>
                  </a:lnTo>
                  <a:lnTo>
                    <a:pt x="1327269" y="758337"/>
                  </a:lnTo>
                  <a:lnTo>
                    <a:pt x="1336957" y="754950"/>
                  </a:lnTo>
                  <a:lnTo>
                    <a:pt x="1346645" y="749009"/>
                  </a:lnTo>
                  <a:lnTo>
                    <a:pt x="1356333" y="742892"/>
                  </a:lnTo>
                  <a:lnTo>
                    <a:pt x="1366022" y="735161"/>
                  </a:lnTo>
                  <a:lnTo>
                    <a:pt x="1375710" y="726536"/>
                  </a:lnTo>
                  <a:lnTo>
                    <a:pt x="1385398" y="719532"/>
                  </a:lnTo>
                  <a:lnTo>
                    <a:pt x="1395086" y="711933"/>
                  </a:lnTo>
                  <a:lnTo>
                    <a:pt x="1404774" y="703873"/>
                  </a:lnTo>
                  <a:lnTo>
                    <a:pt x="1414462" y="695115"/>
                  </a:lnTo>
                  <a:lnTo>
                    <a:pt x="1424150" y="688849"/>
                  </a:lnTo>
                  <a:lnTo>
                    <a:pt x="1433838" y="681190"/>
                  </a:lnTo>
                  <a:lnTo>
                    <a:pt x="1443526" y="673228"/>
                  </a:lnTo>
                  <a:lnTo>
                    <a:pt x="1453214" y="665195"/>
                  </a:lnTo>
                  <a:lnTo>
                    <a:pt x="1462903" y="658356"/>
                  </a:lnTo>
                  <a:lnTo>
                    <a:pt x="1472591" y="650950"/>
                  </a:lnTo>
                  <a:lnTo>
                    <a:pt x="1482279" y="643151"/>
                  </a:lnTo>
                  <a:lnTo>
                    <a:pt x="1491967" y="635894"/>
                  </a:lnTo>
                  <a:lnTo>
                    <a:pt x="1501655" y="629455"/>
                  </a:lnTo>
                  <a:lnTo>
                    <a:pt x="1511343" y="624510"/>
                  </a:lnTo>
                  <a:lnTo>
                    <a:pt x="1521031" y="620473"/>
                  </a:lnTo>
                  <a:lnTo>
                    <a:pt x="1530719" y="614592"/>
                  </a:lnTo>
                  <a:lnTo>
                    <a:pt x="1540407" y="609595"/>
                  </a:lnTo>
                  <a:lnTo>
                    <a:pt x="1550095" y="602637"/>
                  </a:lnTo>
                  <a:lnTo>
                    <a:pt x="1559784" y="596276"/>
                  </a:lnTo>
                  <a:lnTo>
                    <a:pt x="1569472" y="588480"/>
                  </a:lnTo>
                  <a:lnTo>
                    <a:pt x="1579160" y="580707"/>
                  </a:lnTo>
                  <a:lnTo>
                    <a:pt x="1588848" y="572955"/>
                  </a:lnTo>
                  <a:lnTo>
                    <a:pt x="1598536" y="569450"/>
                  </a:lnTo>
                  <a:lnTo>
                    <a:pt x="1608224" y="565760"/>
                  </a:lnTo>
                  <a:lnTo>
                    <a:pt x="1617912" y="558046"/>
                  </a:lnTo>
                  <a:lnTo>
                    <a:pt x="1627600" y="552360"/>
                  </a:lnTo>
                  <a:lnTo>
                    <a:pt x="1637288" y="545467"/>
                  </a:lnTo>
                  <a:lnTo>
                    <a:pt x="1646976" y="538593"/>
                  </a:lnTo>
                  <a:lnTo>
                    <a:pt x="1656665" y="531793"/>
                  </a:lnTo>
                  <a:lnTo>
                    <a:pt x="1666353" y="525070"/>
                  </a:lnTo>
                  <a:lnTo>
                    <a:pt x="1676041" y="518365"/>
                  </a:lnTo>
                  <a:lnTo>
                    <a:pt x="1685729" y="511599"/>
                  </a:lnTo>
                  <a:lnTo>
                    <a:pt x="1695417" y="504768"/>
                  </a:lnTo>
                  <a:lnTo>
                    <a:pt x="1705105" y="497956"/>
                  </a:lnTo>
                  <a:lnTo>
                    <a:pt x="1714793" y="491220"/>
                  </a:lnTo>
                  <a:lnTo>
                    <a:pt x="1724481" y="484581"/>
                  </a:lnTo>
                  <a:lnTo>
                    <a:pt x="1734169" y="475631"/>
                  </a:lnTo>
                  <a:lnTo>
                    <a:pt x="1743857" y="471231"/>
                  </a:lnTo>
                  <a:lnTo>
                    <a:pt x="1753546" y="464854"/>
                  </a:lnTo>
                  <a:lnTo>
                    <a:pt x="1763234" y="458455"/>
                  </a:lnTo>
                  <a:lnTo>
                    <a:pt x="1772922" y="454474"/>
                  </a:lnTo>
                  <a:lnTo>
                    <a:pt x="1782610" y="447129"/>
                  </a:lnTo>
                  <a:lnTo>
                    <a:pt x="1792298" y="439115"/>
                  </a:lnTo>
                  <a:lnTo>
                    <a:pt x="1801986" y="432062"/>
                  </a:lnTo>
                  <a:lnTo>
                    <a:pt x="1811674" y="425232"/>
                  </a:lnTo>
                  <a:lnTo>
                    <a:pt x="1821362" y="417195"/>
                  </a:lnTo>
                  <a:lnTo>
                    <a:pt x="1831050" y="408146"/>
                  </a:lnTo>
                  <a:lnTo>
                    <a:pt x="1840738" y="399300"/>
                  </a:lnTo>
                  <a:lnTo>
                    <a:pt x="1850427" y="391395"/>
                  </a:lnTo>
                  <a:lnTo>
                    <a:pt x="1860115" y="383583"/>
                  </a:lnTo>
                  <a:lnTo>
                    <a:pt x="1869803" y="378950"/>
                  </a:lnTo>
                  <a:lnTo>
                    <a:pt x="1879491" y="372482"/>
                  </a:lnTo>
                  <a:lnTo>
                    <a:pt x="1889179" y="365055"/>
                  </a:lnTo>
                  <a:lnTo>
                    <a:pt x="1898867" y="357713"/>
                  </a:lnTo>
                  <a:lnTo>
                    <a:pt x="1908555" y="350405"/>
                  </a:lnTo>
                  <a:lnTo>
                    <a:pt x="1918243" y="344622"/>
                  </a:lnTo>
                  <a:lnTo>
                    <a:pt x="1927931" y="339513"/>
                  </a:lnTo>
                  <a:lnTo>
                    <a:pt x="1937619" y="334418"/>
                  </a:lnTo>
                  <a:lnTo>
                    <a:pt x="1947308" y="329446"/>
                  </a:lnTo>
                  <a:lnTo>
                    <a:pt x="1956996" y="323233"/>
                  </a:lnTo>
                  <a:lnTo>
                    <a:pt x="1966684" y="319448"/>
                  </a:lnTo>
                  <a:lnTo>
                    <a:pt x="1976372" y="314418"/>
                  </a:lnTo>
                  <a:lnTo>
                    <a:pt x="1986060" y="309401"/>
                  </a:lnTo>
                  <a:lnTo>
                    <a:pt x="1995748" y="302907"/>
                  </a:lnTo>
                  <a:lnTo>
                    <a:pt x="2005436" y="295692"/>
                  </a:lnTo>
                  <a:lnTo>
                    <a:pt x="2015124" y="288505"/>
                  </a:lnTo>
                  <a:lnTo>
                    <a:pt x="2024812" y="281347"/>
                  </a:lnTo>
                  <a:lnTo>
                    <a:pt x="2034500" y="274217"/>
                  </a:lnTo>
                  <a:lnTo>
                    <a:pt x="2044188" y="267116"/>
                  </a:lnTo>
                  <a:lnTo>
                    <a:pt x="2053877" y="260044"/>
                  </a:lnTo>
                  <a:lnTo>
                    <a:pt x="2063565" y="253000"/>
                  </a:lnTo>
                  <a:lnTo>
                    <a:pt x="2073253" y="245634"/>
                  </a:lnTo>
                  <a:lnTo>
                    <a:pt x="2082941" y="239109"/>
                  </a:lnTo>
                  <a:lnTo>
                    <a:pt x="2092629" y="233823"/>
                  </a:lnTo>
                  <a:lnTo>
                    <a:pt x="2102317" y="228614"/>
                  </a:lnTo>
                  <a:lnTo>
                    <a:pt x="2112005" y="223392"/>
                  </a:lnTo>
                  <a:lnTo>
                    <a:pt x="2121693" y="218149"/>
                  </a:lnTo>
                  <a:lnTo>
                    <a:pt x="2131381" y="212926"/>
                  </a:lnTo>
                  <a:lnTo>
                    <a:pt x="2141069" y="207762"/>
                  </a:lnTo>
                  <a:lnTo>
                    <a:pt x="2150758" y="202615"/>
                  </a:lnTo>
                  <a:lnTo>
                    <a:pt x="2160446" y="197486"/>
                  </a:lnTo>
                  <a:lnTo>
                    <a:pt x="2170134" y="192393"/>
                  </a:lnTo>
                  <a:lnTo>
                    <a:pt x="2179822" y="187316"/>
                  </a:lnTo>
                  <a:lnTo>
                    <a:pt x="2189510" y="182256"/>
                  </a:lnTo>
                  <a:lnTo>
                    <a:pt x="2199198" y="175113"/>
                  </a:lnTo>
                  <a:lnTo>
                    <a:pt x="2208886" y="170125"/>
                  </a:lnTo>
                  <a:lnTo>
                    <a:pt x="2218574" y="165752"/>
                  </a:lnTo>
                  <a:lnTo>
                    <a:pt x="2228262" y="161422"/>
                  </a:lnTo>
                  <a:lnTo>
                    <a:pt x="2237950" y="154841"/>
                  </a:lnTo>
                  <a:lnTo>
                    <a:pt x="2247639" y="147783"/>
                  </a:lnTo>
                  <a:lnTo>
                    <a:pt x="2257327" y="140621"/>
                  </a:lnTo>
                  <a:lnTo>
                    <a:pt x="2267015" y="134900"/>
                  </a:lnTo>
                  <a:lnTo>
                    <a:pt x="2276703" y="126379"/>
                  </a:lnTo>
                  <a:lnTo>
                    <a:pt x="2286391" y="121305"/>
                  </a:lnTo>
                  <a:lnTo>
                    <a:pt x="2296079" y="115214"/>
                  </a:lnTo>
                  <a:lnTo>
                    <a:pt x="2305767" y="107046"/>
                  </a:lnTo>
                  <a:lnTo>
                    <a:pt x="2315455" y="98927"/>
                  </a:lnTo>
                  <a:lnTo>
                    <a:pt x="2325143" y="91372"/>
                  </a:lnTo>
                  <a:lnTo>
                    <a:pt x="2334831" y="86064"/>
                  </a:lnTo>
                  <a:lnTo>
                    <a:pt x="2344520" y="80777"/>
                  </a:lnTo>
                  <a:lnTo>
                    <a:pt x="2354208" y="75573"/>
                  </a:lnTo>
                  <a:lnTo>
                    <a:pt x="2363896" y="70410"/>
                  </a:lnTo>
                  <a:lnTo>
                    <a:pt x="2373584" y="65246"/>
                  </a:lnTo>
                  <a:lnTo>
                    <a:pt x="2383272" y="60733"/>
                  </a:lnTo>
                  <a:lnTo>
                    <a:pt x="2392960" y="56679"/>
                  </a:lnTo>
                  <a:lnTo>
                    <a:pt x="2402648" y="52637"/>
                  </a:lnTo>
                  <a:lnTo>
                    <a:pt x="2412336" y="48608"/>
                  </a:lnTo>
                  <a:lnTo>
                    <a:pt x="2422024" y="44375"/>
                  </a:lnTo>
                  <a:lnTo>
                    <a:pt x="2431712" y="38184"/>
                  </a:lnTo>
                  <a:lnTo>
                    <a:pt x="2441401" y="32022"/>
                  </a:lnTo>
                  <a:lnTo>
                    <a:pt x="2451089" y="25891"/>
                  </a:lnTo>
                  <a:lnTo>
                    <a:pt x="2460777" y="20376"/>
                  </a:lnTo>
                  <a:lnTo>
                    <a:pt x="2470465" y="16263"/>
                  </a:lnTo>
                  <a:lnTo>
                    <a:pt x="2480153" y="12172"/>
                  </a:lnTo>
                  <a:lnTo>
                    <a:pt x="2489841" y="8094"/>
                  </a:lnTo>
                  <a:lnTo>
                    <a:pt x="2499529" y="4033"/>
                  </a:lnTo>
                  <a:lnTo>
                    <a:pt x="25092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3502457" y="4174882"/>
              <a:ext cx="2509217" cy="335942"/>
            </a:xfrm>
            <a:custGeom>
              <a:avLst/>
              <a:pathLst>
                <a:path w="2509217" h="335942">
                  <a:moveTo>
                    <a:pt x="2509217" y="153741"/>
                  </a:moveTo>
                  <a:lnTo>
                    <a:pt x="2499529" y="152057"/>
                  </a:lnTo>
                  <a:lnTo>
                    <a:pt x="2489841" y="150259"/>
                  </a:lnTo>
                  <a:lnTo>
                    <a:pt x="2480153" y="148577"/>
                  </a:lnTo>
                  <a:lnTo>
                    <a:pt x="2470465" y="146847"/>
                  </a:lnTo>
                  <a:lnTo>
                    <a:pt x="2460777" y="145881"/>
                  </a:lnTo>
                  <a:lnTo>
                    <a:pt x="2451089" y="145375"/>
                  </a:lnTo>
                  <a:lnTo>
                    <a:pt x="2441401" y="144868"/>
                  </a:lnTo>
                  <a:lnTo>
                    <a:pt x="2431712" y="142754"/>
                  </a:lnTo>
                  <a:lnTo>
                    <a:pt x="2422024" y="140533"/>
                  </a:lnTo>
                  <a:lnTo>
                    <a:pt x="2412336" y="138309"/>
                  </a:lnTo>
                  <a:lnTo>
                    <a:pt x="2402648" y="136084"/>
                  </a:lnTo>
                  <a:lnTo>
                    <a:pt x="2392960" y="133856"/>
                  </a:lnTo>
                  <a:lnTo>
                    <a:pt x="2383272" y="131626"/>
                  </a:lnTo>
                  <a:lnTo>
                    <a:pt x="2373584" y="129394"/>
                  </a:lnTo>
                  <a:lnTo>
                    <a:pt x="2363896" y="127603"/>
                  </a:lnTo>
                  <a:lnTo>
                    <a:pt x="2354208" y="125846"/>
                  </a:lnTo>
                  <a:lnTo>
                    <a:pt x="2344520" y="124087"/>
                  </a:lnTo>
                  <a:lnTo>
                    <a:pt x="2334831" y="122326"/>
                  </a:lnTo>
                  <a:lnTo>
                    <a:pt x="2325143" y="120565"/>
                  </a:lnTo>
                  <a:lnTo>
                    <a:pt x="2315455" y="118802"/>
                  </a:lnTo>
                  <a:lnTo>
                    <a:pt x="2305767" y="117037"/>
                  </a:lnTo>
                  <a:lnTo>
                    <a:pt x="2296079" y="115272"/>
                  </a:lnTo>
                  <a:lnTo>
                    <a:pt x="2286391" y="113505"/>
                  </a:lnTo>
                  <a:lnTo>
                    <a:pt x="2276703" y="111737"/>
                  </a:lnTo>
                  <a:lnTo>
                    <a:pt x="2267015" y="110922"/>
                  </a:lnTo>
                  <a:lnTo>
                    <a:pt x="2257327" y="110084"/>
                  </a:lnTo>
                  <a:lnTo>
                    <a:pt x="2247639" y="106425"/>
                  </a:lnTo>
                  <a:lnTo>
                    <a:pt x="2237950" y="104651"/>
                  </a:lnTo>
                  <a:lnTo>
                    <a:pt x="2228262" y="102877"/>
                  </a:lnTo>
                  <a:lnTo>
                    <a:pt x="2218574" y="101101"/>
                  </a:lnTo>
                  <a:lnTo>
                    <a:pt x="2208886" y="99324"/>
                  </a:lnTo>
                  <a:lnTo>
                    <a:pt x="2199198" y="97545"/>
                  </a:lnTo>
                  <a:lnTo>
                    <a:pt x="2189510" y="95766"/>
                  </a:lnTo>
                  <a:lnTo>
                    <a:pt x="2179822" y="93985"/>
                  </a:lnTo>
                  <a:lnTo>
                    <a:pt x="2170134" y="92202"/>
                  </a:lnTo>
                  <a:lnTo>
                    <a:pt x="2160446" y="90419"/>
                  </a:lnTo>
                  <a:lnTo>
                    <a:pt x="2150758" y="88876"/>
                  </a:lnTo>
                  <a:lnTo>
                    <a:pt x="2141069" y="86845"/>
                  </a:lnTo>
                  <a:lnTo>
                    <a:pt x="2131381" y="84245"/>
                  </a:lnTo>
                  <a:lnTo>
                    <a:pt x="2121693" y="81933"/>
                  </a:lnTo>
                  <a:lnTo>
                    <a:pt x="2112005" y="79615"/>
                  </a:lnTo>
                  <a:lnTo>
                    <a:pt x="2102317" y="77295"/>
                  </a:lnTo>
                  <a:lnTo>
                    <a:pt x="2092629" y="74972"/>
                  </a:lnTo>
                  <a:lnTo>
                    <a:pt x="2082941" y="74324"/>
                  </a:lnTo>
                  <a:lnTo>
                    <a:pt x="2073253" y="73663"/>
                  </a:lnTo>
                  <a:lnTo>
                    <a:pt x="2063565" y="71951"/>
                  </a:lnTo>
                  <a:lnTo>
                    <a:pt x="2053877" y="70785"/>
                  </a:lnTo>
                  <a:lnTo>
                    <a:pt x="2044188" y="68990"/>
                  </a:lnTo>
                  <a:lnTo>
                    <a:pt x="2034500" y="65916"/>
                  </a:lnTo>
                  <a:lnTo>
                    <a:pt x="2024812" y="63975"/>
                  </a:lnTo>
                  <a:lnTo>
                    <a:pt x="2015124" y="62029"/>
                  </a:lnTo>
                  <a:lnTo>
                    <a:pt x="2005436" y="60057"/>
                  </a:lnTo>
                  <a:lnTo>
                    <a:pt x="1995748" y="57487"/>
                  </a:lnTo>
                  <a:lnTo>
                    <a:pt x="1986060" y="54554"/>
                  </a:lnTo>
                  <a:lnTo>
                    <a:pt x="1976372" y="51580"/>
                  </a:lnTo>
                  <a:lnTo>
                    <a:pt x="1966684" y="48598"/>
                  </a:lnTo>
                  <a:lnTo>
                    <a:pt x="1956996" y="45394"/>
                  </a:lnTo>
                  <a:lnTo>
                    <a:pt x="1947308" y="42679"/>
                  </a:lnTo>
                  <a:lnTo>
                    <a:pt x="1937619" y="39755"/>
                  </a:lnTo>
                  <a:lnTo>
                    <a:pt x="1927931" y="36828"/>
                  </a:lnTo>
                  <a:lnTo>
                    <a:pt x="1918243" y="36646"/>
                  </a:lnTo>
                  <a:lnTo>
                    <a:pt x="1908555" y="37671"/>
                  </a:lnTo>
                  <a:lnTo>
                    <a:pt x="1898867" y="35054"/>
                  </a:lnTo>
                  <a:lnTo>
                    <a:pt x="1889179" y="33205"/>
                  </a:lnTo>
                  <a:lnTo>
                    <a:pt x="1879491" y="32531"/>
                  </a:lnTo>
                  <a:lnTo>
                    <a:pt x="1869803" y="31857"/>
                  </a:lnTo>
                  <a:lnTo>
                    <a:pt x="1860115" y="30683"/>
                  </a:lnTo>
                  <a:lnTo>
                    <a:pt x="1850427" y="29252"/>
                  </a:lnTo>
                  <a:lnTo>
                    <a:pt x="1840738" y="29930"/>
                  </a:lnTo>
                  <a:lnTo>
                    <a:pt x="1831050" y="29144"/>
                  </a:lnTo>
                  <a:lnTo>
                    <a:pt x="1821362" y="27350"/>
                  </a:lnTo>
                  <a:lnTo>
                    <a:pt x="1811674" y="25555"/>
                  </a:lnTo>
                  <a:lnTo>
                    <a:pt x="1801986" y="23758"/>
                  </a:lnTo>
                  <a:lnTo>
                    <a:pt x="1792298" y="24469"/>
                  </a:lnTo>
                  <a:lnTo>
                    <a:pt x="1782610" y="25399"/>
                  </a:lnTo>
                  <a:lnTo>
                    <a:pt x="1772922" y="21972"/>
                  </a:lnTo>
                  <a:lnTo>
                    <a:pt x="1763234" y="22024"/>
                  </a:lnTo>
                  <a:lnTo>
                    <a:pt x="1753546" y="22234"/>
                  </a:lnTo>
                  <a:lnTo>
                    <a:pt x="1743857" y="20336"/>
                  </a:lnTo>
                  <a:lnTo>
                    <a:pt x="1734169" y="18267"/>
                  </a:lnTo>
                  <a:lnTo>
                    <a:pt x="1724481" y="16173"/>
                  </a:lnTo>
                  <a:lnTo>
                    <a:pt x="1714793" y="14035"/>
                  </a:lnTo>
                  <a:lnTo>
                    <a:pt x="1705105" y="12748"/>
                  </a:lnTo>
                  <a:lnTo>
                    <a:pt x="1695417" y="13324"/>
                  </a:lnTo>
                  <a:lnTo>
                    <a:pt x="1685729" y="13109"/>
                  </a:lnTo>
                  <a:lnTo>
                    <a:pt x="1676041" y="13425"/>
                  </a:lnTo>
                  <a:lnTo>
                    <a:pt x="1666353" y="13721"/>
                  </a:lnTo>
                  <a:lnTo>
                    <a:pt x="1656665" y="13984"/>
                  </a:lnTo>
                  <a:lnTo>
                    <a:pt x="1646976" y="14248"/>
                  </a:lnTo>
                  <a:lnTo>
                    <a:pt x="1637288" y="13485"/>
                  </a:lnTo>
                  <a:lnTo>
                    <a:pt x="1627600" y="13873"/>
                  </a:lnTo>
                  <a:lnTo>
                    <a:pt x="1617912" y="15126"/>
                  </a:lnTo>
                  <a:lnTo>
                    <a:pt x="1608224" y="15429"/>
                  </a:lnTo>
                  <a:lnTo>
                    <a:pt x="1598536" y="15807"/>
                  </a:lnTo>
                  <a:lnTo>
                    <a:pt x="1588848" y="14298"/>
                  </a:lnTo>
                  <a:lnTo>
                    <a:pt x="1579160" y="12640"/>
                  </a:lnTo>
                  <a:lnTo>
                    <a:pt x="1569472" y="11993"/>
                  </a:lnTo>
                  <a:lnTo>
                    <a:pt x="1559784" y="11303"/>
                  </a:lnTo>
                  <a:lnTo>
                    <a:pt x="1550095" y="9336"/>
                  </a:lnTo>
                  <a:lnTo>
                    <a:pt x="1540407" y="8633"/>
                  </a:lnTo>
                  <a:lnTo>
                    <a:pt x="1530719" y="9338"/>
                  </a:lnTo>
                  <a:lnTo>
                    <a:pt x="1521031" y="8746"/>
                  </a:lnTo>
                  <a:lnTo>
                    <a:pt x="1511343" y="8153"/>
                  </a:lnTo>
                  <a:lnTo>
                    <a:pt x="1501655" y="7561"/>
                  </a:lnTo>
                  <a:lnTo>
                    <a:pt x="1491967" y="8917"/>
                  </a:lnTo>
                  <a:lnTo>
                    <a:pt x="1482279" y="10669"/>
                  </a:lnTo>
                  <a:lnTo>
                    <a:pt x="1472591" y="11219"/>
                  </a:lnTo>
                  <a:lnTo>
                    <a:pt x="1462903" y="7150"/>
                  </a:lnTo>
                  <a:lnTo>
                    <a:pt x="1453214" y="3674"/>
                  </a:lnTo>
                  <a:lnTo>
                    <a:pt x="1443526" y="0"/>
                  </a:lnTo>
                  <a:lnTo>
                    <a:pt x="1433838" y="81"/>
                  </a:lnTo>
                  <a:lnTo>
                    <a:pt x="1424150" y="2207"/>
                  </a:lnTo>
                  <a:lnTo>
                    <a:pt x="1414462" y="1606"/>
                  </a:lnTo>
                  <a:lnTo>
                    <a:pt x="1404774" y="1005"/>
                  </a:lnTo>
                  <a:lnTo>
                    <a:pt x="1395086" y="485"/>
                  </a:lnTo>
                  <a:lnTo>
                    <a:pt x="1385398" y="849"/>
                  </a:lnTo>
                  <a:lnTo>
                    <a:pt x="1375710" y="1246"/>
                  </a:lnTo>
                  <a:lnTo>
                    <a:pt x="1366022" y="1643"/>
                  </a:lnTo>
                  <a:lnTo>
                    <a:pt x="1356333" y="2040"/>
                  </a:lnTo>
                  <a:lnTo>
                    <a:pt x="1346645" y="2215"/>
                  </a:lnTo>
                  <a:lnTo>
                    <a:pt x="1336957" y="2813"/>
                  </a:lnTo>
                  <a:lnTo>
                    <a:pt x="1327269" y="2069"/>
                  </a:lnTo>
                  <a:lnTo>
                    <a:pt x="1317581" y="3607"/>
                  </a:lnTo>
                  <a:lnTo>
                    <a:pt x="1307893" y="4026"/>
                  </a:lnTo>
                  <a:lnTo>
                    <a:pt x="1298205" y="4422"/>
                  </a:lnTo>
                  <a:lnTo>
                    <a:pt x="1288517" y="4785"/>
                  </a:lnTo>
                  <a:lnTo>
                    <a:pt x="1278829" y="2376"/>
                  </a:lnTo>
                  <a:lnTo>
                    <a:pt x="1269141" y="3501"/>
                  </a:lnTo>
                  <a:lnTo>
                    <a:pt x="1259452" y="5676"/>
                  </a:lnTo>
                  <a:lnTo>
                    <a:pt x="1249764" y="6379"/>
                  </a:lnTo>
                  <a:lnTo>
                    <a:pt x="1240076" y="8896"/>
                  </a:lnTo>
                  <a:lnTo>
                    <a:pt x="1230388" y="9944"/>
                  </a:lnTo>
                  <a:lnTo>
                    <a:pt x="1220700" y="10532"/>
                  </a:lnTo>
                  <a:lnTo>
                    <a:pt x="1211012" y="12399"/>
                  </a:lnTo>
                  <a:lnTo>
                    <a:pt x="1201324" y="13346"/>
                  </a:lnTo>
                  <a:lnTo>
                    <a:pt x="1191636" y="12612"/>
                  </a:lnTo>
                  <a:lnTo>
                    <a:pt x="1181948" y="13636"/>
                  </a:lnTo>
                  <a:lnTo>
                    <a:pt x="1172260" y="14797"/>
                  </a:lnTo>
                  <a:lnTo>
                    <a:pt x="1162571" y="16636"/>
                  </a:lnTo>
                  <a:lnTo>
                    <a:pt x="1152883" y="20457"/>
                  </a:lnTo>
                  <a:lnTo>
                    <a:pt x="1143195" y="20997"/>
                  </a:lnTo>
                  <a:lnTo>
                    <a:pt x="1133507" y="19403"/>
                  </a:lnTo>
                  <a:lnTo>
                    <a:pt x="1123819" y="20388"/>
                  </a:lnTo>
                  <a:lnTo>
                    <a:pt x="1114131" y="17106"/>
                  </a:lnTo>
                  <a:lnTo>
                    <a:pt x="1104443" y="18500"/>
                  </a:lnTo>
                  <a:lnTo>
                    <a:pt x="1094755" y="19893"/>
                  </a:lnTo>
                  <a:lnTo>
                    <a:pt x="1085067" y="21268"/>
                  </a:lnTo>
                  <a:lnTo>
                    <a:pt x="1075379" y="22317"/>
                  </a:lnTo>
                  <a:lnTo>
                    <a:pt x="1065690" y="24032"/>
                  </a:lnTo>
                  <a:lnTo>
                    <a:pt x="1056002" y="23862"/>
                  </a:lnTo>
                  <a:lnTo>
                    <a:pt x="1046314" y="20433"/>
                  </a:lnTo>
                  <a:lnTo>
                    <a:pt x="1036626" y="19050"/>
                  </a:lnTo>
                  <a:lnTo>
                    <a:pt x="1026938" y="20963"/>
                  </a:lnTo>
                  <a:lnTo>
                    <a:pt x="1017250" y="20707"/>
                  </a:lnTo>
                  <a:lnTo>
                    <a:pt x="1007562" y="22267"/>
                  </a:lnTo>
                  <a:lnTo>
                    <a:pt x="997874" y="23896"/>
                  </a:lnTo>
                  <a:lnTo>
                    <a:pt x="988186" y="25585"/>
                  </a:lnTo>
                  <a:lnTo>
                    <a:pt x="978498" y="27197"/>
                  </a:lnTo>
                  <a:lnTo>
                    <a:pt x="968809" y="28734"/>
                  </a:lnTo>
                  <a:lnTo>
                    <a:pt x="959121" y="29555"/>
                  </a:lnTo>
                  <a:lnTo>
                    <a:pt x="949433" y="28135"/>
                  </a:lnTo>
                  <a:lnTo>
                    <a:pt x="939745" y="30680"/>
                  </a:lnTo>
                  <a:lnTo>
                    <a:pt x="930057" y="33332"/>
                  </a:lnTo>
                  <a:lnTo>
                    <a:pt x="920369" y="35921"/>
                  </a:lnTo>
                  <a:lnTo>
                    <a:pt x="910681" y="38075"/>
                  </a:lnTo>
                  <a:lnTo>
                    <a:pt x="900993" y="38967"/>
                  </a:lnTo>
                  <a:lnTo>
                    <a:pt x="891305" y="38142"/>
                  </a:lnTo>
                  <a:lnTo>
                    <a:pt x="881617" y="42804"/>
                  </a:lnTo>
                  <a:lnTo>
                    <a:pt x="871928" y="46675"/>
                  </a:lnTo>
                  <a:lnTo>
                    <a:pt x="862240" y="47011"/>
                  </a:lnTo>
                  <a:lnTo>
                    <a:pt x="852552" y="49912"/>
                  </a:lnTo>
                  <a:lnTo>
                    <a:pt x="842864" y="52730"/>
                  </a:lnTo>
                  <a:lnTo>
                    <a:pt x="833176" y="55771"/>
                  </a:lnTo>
                  <a:lnTo>
                    <a:pt x="823488" y="58689"/>
                  </a:lnTo>
                  <a:lnTo>
                    <a:pt x="813800" y="60130"/>
                  </a:lnTo>
                  <a:lnTo>
                    <a:pt x="804112" y="62568"/>
                  </a:lnTo>
                  <a:lnTo>
                    <a:pt x="794424" y="63404"/>
                  </a:lnTo>
                  <a:lnTo>
                    <a:pt x="784736" y="64608"/>
                  </a:lnTo>
                  <a:lnTo>
                    <a:pt x="775047" y="65737"/>
                  </a:lnTo>
                  <a:lnTo>
                    <a:pt x="765359" y="67139"/>
                  </a:lnTo>
                  <a:lnTo>
                    <a:pt x="755671" y="70545"/>
                  </a:lnTo>
                  <a:lnTo>
                    <a:pt x="745983" y="73781"/>
                  </a:lnTo>
                  <a:lnTo>
                    <a:pt x="736295" y="79059"/>
                  </a:lnTo>
                  <a:lnTo>
                    <a:pt x="726607" y="84309"/>
                  </a:lnTo>
                  <a:lnTo>
                    <a:pt x="716919" y="87739"/>
                  </a:lnTo>
                  <a:lnTo>
                    <a:pt x="707231" y="91701"/>
                  </a:lnTo>
                  <a:lnTo>
                    <a:pt x="697543" y="92916"/>
                  </a:lnTo>
                  <a:lnTo>
                    <a:pt x="687855" y="94108"/>
                  </a:lnTo>
                  <a:lnTo>
                    <a:pt x="678166" y="95332"/>
                  </a:lnTo>
                  <a:lnTo>
                    <a:pt x="668478" y="96875"/>
                  </a:lnTo>
                  <a:lnTo>
                    <a:pt x="658790" y="101522"/>
                  </a:lnTo>
                  <a:lnTo>
                    <a:pt x="649102" y="106161"/>
                  </a:lnTo>
                  <a:lnTo>
                    <a:pt x="639414" y="109849"/>
                  </a:lnTo>
                  <a:lnTo>
                    <a:pt x="629726" y="112596"/>
                  </a:lnTo>
                  <a:lnTo>
                    <a:pt x="620038" y="115340"/>
                  </a:lnTo>
                  <a:lnTo>
                    <a:pt x="610350" y="118081"/>
                  </a:lnTo>
                  <a:lnTo>
                    <a:pt x="600662" y="120819"/>
                  </a:lnTo>
                  <a:lnTo>
                    <a:pt x="590974" y="123302"/>
                  </a:lnTo>
                  <a:lnTo>
                    <a:pt x="581285" y="125854"/>
                  </a:lnTo>
                  <a:lnTo>
                    <a:pt x="571597" y="128555"/>
                  </a:lnTo>
                  <a:lnTo>
                    <a:pt x="561909" y="131084"/>
                  </a:lnTo>
                  <a:lnTo>
                    <a:pt x="552221" y="133611"/>
                  </a:lnTo>
                  <a:lnTo>
                    <a:pt x="542533" y="136135"/>
                  </a:lnTo>
                  <a:lnTo>
                    <a:pt x="532845" y="138656"/>
                  </a:lnTo>
                  <a:lnTo>
                    <a:pt x="523157" y="142683"/>
                  </a:lnTo>
                  <a:lnTo>
                    <a:pt x="513469" y="147150"/>
                  </a:lnTo>
                  <a:lnTo>
                    <a:pt x="503781" y="149872"/>
                  </a:lnTo>
                  <a:lnTo>
                    <a:pt x="494093" y="150803"/>
                  </a:lnTo>
                  <a:lnTo>
                    <a:pt x="484404" y="153439"/>
                  </a:lnTo>
                  <a:lnTo>
                    <a:pt x="474716" y="156206"/>
                  </a:lnTo>
                  <a:lnTo>
                    <a:pt x="465028" y="158932"/>
                  </a:lnTo>
                  <a:lnTo>
                    <a:pt x="455340" y="161655"/>
                  </a:lnTo>
                  <a:lnTo>
                    <a:pt x="445652" y="164297"/>
                  </a:lnTo>
                  <a:lnTo>
                    <a:pt x="435964" y="166129"/>
                  </a:lnTo>
                  <a:lnTo>
                    <a:pt x="426276" y="168036"/>
                  </a:lnTo>
                  <a:lnTo>
                    <a:pt x="416588" y="169683"/>
                  </a:lnTo>
                  <a:lnTo>
                    <a:pt x="406900" y="174330"/>
                  </a:lnTo>
                  <a:lnTo>
                    <a:pt x="397212" y="177713"/>
                  </a:lnTo>
                  <a:lnTo>
                    <a:pt x="387523" y="178099"/>
                  </a:lnTo>
                  <a:lnTo>
                    <a:pt x="377835" y="181373"/>
                  </a:lnTo>
                  <a:lnTo>
                    <a:pt x="368147" y="185094"/>
                  </a:lnTo>
                  <a:lnTo>
                    <a:pt x="358459" y="188091"/>
                  </a:lnTo>
                  <a:lnTo>
                    <a:pt x="348771" y="191223"/>
                  </a:lnTo>
                  <a:lnTo>
                    <a:pt x="339083" y="195985"/>
                  </a:lnTo>
                  <a:lnTo>
                    <a:pt x="329395" y="203568"/>
                  </a:lnTo>
                  <a:lnTo>
                    <a:pt x="319707" y="206771"/>
                  </a:lnTo>
                  <a:lnTo>
                    <a:pt x="310019" y="211732"/>
                  </a:lnTo>
                  <a:lnTo>
                    <a:pt x="300331" y="213284"/>
                  </a:lnTo>
                  <a:lnTo>
                    <a:pt x="290642" y="215040"/>
                  </a:lnTo>
                  <a:lnTo>
                    <a:pt x="280954" y="218163"/>
                  </a:lnTo>
                  <a:lnTo>
                    <a:pt x="271266" y="220514"/>
                  </a:lnTo>
                  <a:lnTo>
                    <a:pt x="261578" y="223343"/>
                  </a:lnTo>
                  <a:lnTo>
                    <a:pt x="251890" y="227260"/>
                  </a:lnTo>
                  <a:lnTo>
                    <a:pt x="242202" y="228886"/>
                  </a:lnTo>
                  <a:lnTo>
                    <a:pt x="232514" y="231384"/>
                  </a:lnTo>
                  <a:lnTo>
                    <a:pt x="222826" y="233303"/>
                  </a:lnTo>
                  <a:lnTo>
                    <a:pt x="213138" y="236495"/>
                  </a:lnTo>
                  <a:lnTo>
                    <a:pt x="203450" y="239526"/>
                  </a:lnTo>
                  <a:lnTo>
                    <a:pt x="193761" y="242897"/>
                  </a:lnTo>
                  <a:lnTo>
                    <a:pt x="184073" y="245283"/>
                  </a:lnTo>
                  <a:lnTo>
                    <a:pt x="174385" y="249627"/>
                  </a:lnTo>
                  <a:lnTo>
                    <a:pt x="164697" y="257038"/>
                  </a:lnTo>
                  <a:lnTo>
                    <a:pt x="155009" y="262074"/>
                  </a:lnTo>
                  <a:lnTo>
                    <a:pt x="145321" y="266992"/>
                  </a:lnTo>
                  <a:lnTo>
                    <a:pt x="135633" y="270545"/>
                  </a:lnTo>
                  <a:lnTo>
                    <a:pt x="125945" y="274071"/>
                  </a:lnTo>
                  <a:lnTo>
                    <a:pt x="116257" y="277856"/>
                  </a:lnTo>
                  <a:lnTo>
                    <a:pt x="106569" y="283670"/>
                  </a:lnTo>
                  <a:lnTo>
                    <a:pt x="96880" y="288969"/>
                  </a:lnTo>
                  <a:lnTo>
                    <a:pt x="87192" y="294730"/>
                  </a:lnTo>
                  <a:lnTo>
                    <a:pt x="77504" y="300651"/>
                  </a:lnTo>
                  <a:lnTo>
                    <a:pt x="67816" y="304682"/>
                  </a:lnTo>
                  <a:lnTo>
                    <a:pt x="58128" y="311813"/>
                  </a:lnTo>
                  <a:lnTo>
                    <a:pt x="48440" y="318212"/>
                  </a:lnTo>
                  <a:lnTo>
                    <a:pt x="38752" y="321746"/>
                  </a:lnTo>
                  <a:lnTo>
                    <a:pt x="29064" y="325325"/>
                  </a:lnTo>
                  <a:lnTo>
                    <a:pt x="19376" y="328902"/>
                  </a:lnTo>
                  <a:lnTo>
                    <a:pt x="9688" y="332446"/>
                  </a:lnTo>
                  <a:lnTo>
                    <a:pt x="0" y="3359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3502457" y="1160966"/>
              <a:ext cx="2509217" cy="4482224"/>
            </a:xfrm>
            <a:custGeom>
              <a:avLst/>
              <a:pathLst>
                <a:path w="2509217" h="4482224">
                  <a:moveTo>
                    <a:pt x="0" y="2903905"/>
                  </a:moveTo>
                  <a:lnTo>
                    <a:pt x="9688" y="2910016"/>
                  </a:lnTo>
                  <a:lnTo>
                    <a:pt x="19376" y="2913970"/>
                  </a:lnTo>
                  <a:lnTo>
                    <a:pt x="29064" y="2913169"/>
                  </a:lnTo>
                  <a:lnTo>
                    <a:pt x="38752" y="2906725"/>
                  </a:lnTo>
                  <a:lnTo>
                    <a:pt x="48440" y="2901060"/>
                  </a:lnTo>
                  <a:lnTo>
                    <a:pt x="58128" y="2892787"/>
                  </a:lnTo>
                  <a:lnTo>
                    <a:pt x="67816" y="2892145"/>
                  </a:lnTo>
                  <a:lnTo>
                    <a:pt x="77504" y="2890988"/>
                  </a:lnTo>
                  <a:lnTo>
                    <a:pt x="87192" y="2894452"/>
                  </a:lnTo>
                  <a:lnTo>
                    <a:pt x="96880" y="2893374"/>
                  </a:lnTo>
                  <a:lnTo>
                    <a:pt x="106569" y="2894890"/>
                  </a:lnTo>
                  <a:lnTo>
                    <a:pt x="116257" y="2892684"/>
                  </a:lnTo>
                  <a:lnTo>
                    <a:pt x="125945" y="2889128"/>
                  </a:lnTo>
                  <a:lnTo>
                    <a:pt x="135633" y="2893331"/>
                  </a:lnTo>
                  <a:lnTo>
                    <a:pt x="145321" y="2892010"/>
                  </a:lnTo>
                  <a:lnTo>
                    <a:pt x="155009" y="2888747"/>
                  </a:lnTo>
                  <a:lnTo>
                    <a:pt x="164697" y="2884658"/>
                  </a:lnTo>
                  <a:lnTo>
                    <a:pt x="174385" y="2879211"/>
                  </a:lnTo>
                  <a:lnTo>
                    <a:pt x="184073" y="2876827"/>
                  </a:lnTo>
                  <a:lnTo>
                    <a:pt x="193761" y="2875563"/>
                  </a:lnTo>
                  <a:lnTo>
                    <a:pt x="203450" y="2878763"/>
                  </a:lnTo>
                  <a:lnTo>
                    <a:pt x="213138" y="2870071"/>
                  </a:lnTo>
                  <a:lnTo>
                    <a:pt x="222826" y="2865549"/>
                  </a:lnTo>
                  <a:lnTo>
                    <a:pt x="232514" y="2863567"/>
                  </a:lnTo>
                  <a:lnTo>
                    <a:pt x="242202" y="2859681"/>
                  </a:lnTo>
                  <a:lnTo>
                    <a:pt x="251890" y="2855455"/>
                  </a:lnTo>
                  <a:lnTo>
                    <a:pt x="261578" y="2852097"/>
                  </a:lnTo>
                  <a:lnTo>
                    <a:pt x="271266" y="2854988"/>
                  </a:lnTo>
                  <a:lnTo>
                    <a:pt x="280954" y="2847120"/>
                  </a:lnTo>
                  <a:lnTo>
                    <a:pt x="290642" y="2839033"/>
                  </a:lnTo>
                  <a:lnTo>
                    <a:pt x="300331" y="2834074"/>
                  </a:lnTo>
                  <a:lnTo>
                    <a:pt x="310019" y="2825012"/>
                  </a:lnTo>
                  <a:lnTo>
                    <a:pt x="319707" y="2820186"/>
                  </a:lnTo>
                  <a:lnTo>
                    <a:pt x="329395" y="2818183"/>
                  </a:lnTo>
                  <a:lnTo>
                    <a:pt x="339083" y="2811984"/>
                  </a:lnTo>
                  <a:lnTo>
                    <a:pt x="348771" y="2808131"/>
                  </a:lnTo>
                  <a:lnTo>
                    <a:pt x="358459" y="2804226"/>
                  </a:lnTo>
                  <a:lnTo>
                    <a:pt x="368147" y="2797099"/>
                  </a:lnTo>
                  <a:lnTo>
                    <a:pt x="377835" y="2792843"/>
                  </a:lnTo>
                  <a:lnTo>
                    <a:pt x="387523" y="2798324"/>
                  </a:lnTo>
                  <a:lnTo>
                    <a:pt x="397212" y="2793241"/>
                  </a:lnTo>
                  <a:lnTo>
                    <a:pt x="406900" y="2779536"/>
                  </a:lnTo>
                  <a:lnTo>
                    <a:pt x="416588" y="2763981"/>
                  </a:lnTo>
                  <a:lnTo>
                    <a:pt x="426276" y="2746786"/>
                  </a:lnTo>
                  <a:lnTo>
                    <a:pt x="435964" y="2728743"/>
                  </a:lnTo>
                  <a:lnTo>
                    <a:pt x="445652" y="2713274"/>
                  </a:lnTo>
                  <a:lnTo>
                    <a:pt x="455340" y="2702347"/>
                  </a:lnTo>
                  <a:lnTo>
                    <a:pt x="465028" y="2692397"/>
                  </a:lnTo>
                  <a:lnTo>
                    <a:pt x="474716" y="2676137"/>
                  </a:lnTo>
                  <a:lnTo>
                    <a:pt x="484404" y="2659169"/>
                  </a:lnTo>
                  <a:lnTo>
                    <a:pt x="494093" y="2642147"/>
                  </a:lnTo>
                  <a:lnTo>
                    <a:pt x="503781" y="2625073"/>
                  </a:lnTo>
                  <a:lnTo>
                    <a:pt x="513469" y="2613015"/>
                  </a:lnTo>
                  <a:lnTo>
                    <a:pt x="523157" y="2607916"/>
                  </a:lnTo>
                  <a:lnTo>
                    <a:pt x="532845" y="2600289"/>
                  </a:lnTo>
                  <a:lnTo>
                    <a:pt x="542533" y="2592699"/>
                  </a:lnTo>
                  <a:lnTo>
                    <a:pt x="552221" y="2584837"/>
                  </a:lnTo>
                  <a:lnTo>
                    <a:pt x="561909" y="2577067"/>
                  </a:lnTo>
                  <a:lnTo>
                    <a:pt x="571597" y="2565489"/>
                  </a:lnTo>
                  <a:lnTo>
                    <a:pt x="581285" y="2553638"/>
                  </a:lnTo>
                  <a:lnTo>
                    <a:pt x="590974" y="2534705"/>
                  </a:lnTo>
                  <a:lnTo>
                    <a:pt x="600662" y="2517024"/>
                  </a:lnTo>
                  <a:lnTo>
                    <a:pt x="610350" y="2488351"/>
                  </a:lnTo>
                  <a:lnTo>
                    <a:pt x="620038" y="2477830"/>
                  </a:lnTo>
                  <a:lnTo>
                    <a:pt x="629726" y="2468822"/>
                  </a:lnTo>
                  <a:lnTo>
                    <a:pt x="639414" y="2454347"/>
                  </a:lnTo>
                  <a:lnTo>
                    <a:pt x="649102" y="2431881"/>
                  </a:lnTo>
                  <a:lnTo>
                    <a:pt x="658790" y="2419346"/>
                  </a:lnTo>
                  <a:lnTo>
                    <a:pt x="668478" y="2406528"/>
                  </a:lnTo>
                  <a:lnTo>
                    <a:pt x="678166" y="2385010"/>
                  </a:lnTo>
                  <a:lnTo>
                    <a:pt x="687855" y="2363766"/>
                  </a:lnTo>
                  <a:lnTo>
                    <a:pt x="697543" y="2354956"/>
                  </a:lnTo>
                  <a:lnTo>
                    <a:pt x="707231" y="2335586"/>
                  </a:lnTo>
                  <a:lnTo>
                    <a:pt x="716919" y="2316226"/>
                  </a:lnTo>
                  <a:lnTo>
                    <a:pt x="726607" y="2297067"/>
                  </a:lnTo>
                  <a:lnTo>
                    <a:pt x="736295" y="2277888"/>
                  </a:lnTo>
                  <a:lnTo>
                    <a:pt x="745983" y="2265604"/>
                  </a:lnTo>
                  <a:lnTo>
                    <a:pt x="755671" y="2239097"/>
                  </a:lnTo>
                  <a:lnTo>
                    <a:pt x="765359" y="2219324"/>
                  </a:lnTo>
                  <a:lnTo>
                    <a:pt x="775047" y="2193852"/>
                  </a:lnTo>
                  <a:lnTo>
                    <a:pt x="784736" y="2180744"/>
                  </a:lnTo>
                  <a:lnTo>
                    <a:pt x="794424" y="2165782"/>
                  </a:lnTo>
                  <a:lnTo>
                    <a:pt x="804112" y="2152073"/>
                  </a:lnTo>
                  <a:lnTo>
                    <a:pt x="813800" y="2133194"/>
                  </a:lnTo>
                  <a:lnTo>
                    <a:pt x="823488" y="2114182"/>
                  </a:lnTo>
                  <a:lnTo>
                    <a:pt x="833176" y="2089124"/>
                  </a:lnTo>
                  <a:lnTo>
                    <a:pt x="842864" y="2064229"/>
                  </a:lnTo>
                  <a:lnTo>
                    <a:pt x="852552" y="2048573"/>
                  </a:lnTo>
                  <a:lnTo>
                    <a:pt x="862240" y="2026663"/>
                  </a:lnTo>
                  <a:lnTo>
                    <a:pt x="871928" y="2012836"/>
                  </a:lnTo>
                  <a:lnTo>
                    <a:pt x="881617" y="1987878"/>
                  </a:lnTo>
                  <a:lnTo>
                    <a:pt x="891305" y="1971396"/>
                  </a:lnTo>
                  <a:lnTo>
                    <a:pt x="900993" y="1954953"/>
                  </a:lnTo>
                  <a:lnTo>
                    <a:pt x="910681" y="1938529"/>
                  </a:lnTo>
                  <a:lnTo>
                    <a:pt x="920369" y="1920444"/>
                  </a:lnTo>
                  <a:lnTo>
                    <a:pt x="930057" y="1905922"/>
                  </a:lnTo>
                  <a:lnTo>
                    <a:pt x="939745" y="1889467"/>
                  </a:lnTo>
                  <a:lnTo>
                    <a:pt x="949433" y="1866118"/>
                  </a:lnTo>
                  <a:lnTo>
                    <a:pt x="959121" y="1842063"/>
                  </a:lnTo>
                  <a:lnTo>
                    <a:pt x="968809" y="1818072"/>
                  </a:lnTo>
                  <a:lnTo>
                    <a:pt x="978498" y="1800415"/>
                  </a:lnTo>
                  <a:lnTo>
                    <a:pt x="988186" y="1787366"/>
                  </a:lnTo>
                  <a:lnTo>
                    <a:pt x="997874" y="1774340"/>
                  </a:lnTo>
                  <a:lnTo>
                    <a:pt x="1007562" y="1761336"/>
                  </a:lnTo>
                  <a:lnTo>
                    <a:pt x="1017250" y="1747967"/>
                  </a:lnTo>
                  <a:lnTo>
                    <a:pt x="1026938" y="1725949"/>
                  </a:lnTo>
                  <a:lnTo>
                    <a:pt x="1036626" y="1704007"/>
                  </a:lnTo>
                  <a:lnTo>
                    <a:pt x="1046314" y="1684994"/>
                  </a:lnTo>
                  <a:lnTo>
                    <a:pt x="1056002" y="1663918"/>
                  </a:lnTo>
                  <a:lnTo>
                    <a:pt x="1065690" y="1642921"/>
                  </a:lnTo>
                  <a:lnTo>
                    <a:pt x="1075379" y="1622007"/>
                  </a:lnTo>
                  <a:lnTo>
                    <a:pt x="1085067" y="1601180"/>
                  </a:lnTo>
                  <a:lnTo>
                    <a:pt x="1094755" y="1580441"/>
                  </a:lnTo>
                  <a:lnTo>
                    <a:pt x="1104443" y="1559947"/>
                  </a:lnTo>
                  <a:lnTo>
                    <a:pt x="1114131" y="1539698"/>
                  </a:lnTo>
                  <a:lnTo>
                    <a:pt x="1123819" y="1519141"/>
                  </a:lnTo>
                  <a:lnTo>
                    <a:pt x="1133507" y="1498726"/>
                  </a:lnTo>
                  <a:lnTo>
                    <a:pt x="1143195" y="1479232"/>
                  </a:lnTo>
                  <a:lnTo>
                    <a:pt x="1152883" y="1458369"/>
                  </a:lnTo>
                  <a:lnTo>
                    <a:pt x="1162571" y="1441072"/>
                  </a:lnTo>
                  <a:lnTo>
                    <a:pt x="1172260" y="1424777"/>
                  </a:lnTo>
                  <a:lnTo>
                    <a:pt x="1181948" y="1408565"/>
                  </a:lnTo>
                  <a:lnTo>
                    <a:pt x="1191636" y="1391820"/>
                  </a:lnTo>
                  <a:lnTo>
                    <a:pt x="1201324" y="1374550"/>
                  </a:lnTo>
                  <a:lnTo>
                    <a:pt x="1211012" y="1359635"/>
                  </a:lnTo>
                  <a:lnTo>
                    <a:pt x="1220700" y="1342864"/>
                  </a:lnTo>
                  <a:lnTo>
                    <a:pt x="1230388" y="1329165"/>
                  </a:lnTo>
                  <a:lnTo>
                    <a:pt x="1240076" y="1313473"/>
                  </a:lnTo>
                  <a:lnTo>
                    <a:pt x="1249764" y="1297864"/>
                  </a:lnTo>
                  <a:lnTo>
                    <a:pt x="1259452" y="1281346"/>
                  </a:lnTo>
                  <a:lnTo>
                    <a:pt x="1269141" y="1263519"/>
                  </a:lnTo>
                  <a:lnTo>
                    <a:pt x="1278829" y="1245806"/>
                  </a:lnTo>
                  <a:lnTo>
                    <a:pt x="1288517" y="1228211"/>
                  </a:lnTo>
                  <a:lnTo>
                    <a:pt x="1298205" y="1210641"/>
                  </a:lnTo>
                  <a:lnTo>
                    <a:pt x="1307893" y="1193178"/>
                  </a:lnTo>
                  <a:lnTo>
                    <a:pt x="1317581" y="1173393"/>
                  </a:lnTo>
                  <a:lnTo>
                    <a:pt x="1327269" y="1157184"/>
                  </a:lnTo>
                  <a:lnTo>
                    <a:pt x="1336957" y="1141127"/>
                  </a:lnTo>
                  <a:lnTo>
                    <a:pt x="1346645" y="1124580"/>
                  </a:lnTo>
                  <a:lnTo>
                    <a:pt x="1356333" y="1107885"/>
                  </a:lnTo>
                  <a:lnTo>
                    <a:pt x="1366022" y="1091316"/>
                  </a:lnTo>
                  <a:lnTo>
                    <a:pt x="1375710" y="1077084"/>
                  </a:lnTo>
                  <a:lnTo>
                    <a:pt x="1385398" y="1062983"/>
                  </a:lnTo>
                  <a:lnTo>
                    <a:pt x="1395086" y="1047654"/>
                  </a:lnTo>
                  <a:lnTo>
                    <a:pt x="1404774" y="1032442"/>
                  </a:lnTo>
                  <a:lnTo>
                    <a:pt x="1414462" y="1017346"/>
                  </a:lnTo>
                  <a:lnTo>
                    <a:pt x="1424150" y="1002367"/>
                  </a:lnTo>
                  <a:lnTo>
                    <a:pt x="1433838" y="987507"/>
                  </a:lnTo>
                  <a:lnTo>
                    <a:pt x="1443526" y="970441"/>
                  </a:lnTo>
                  <a:lnTo>
                    <a:pt x="1453214" y="952898"/>
                  </a:lnTo>
                  <a:lnTo>
                    <a:pt x="1462903" y="935528"/>
                  </a:lnTo>
                  <a:lnTo>
                    <a:pt x="1472591" y="918332"/>
                  </a:lnTo>
                  <a:lnTo>
                    <a:pt x="1482279" y="901637"/>
                  </a:lnTo>
                  <a:lnTo>
                    <a:pt x="1491967" y="889075"/>
                  </a:lnTo>
                  <a:lnTo>
                    <a:pt x="1501655" y="877219"/>
                  </a:lnTo>
                  <a:lnTo>
                    <a:pt x="1511343" y="861397"/>
                  </a:lnTo>
                  <a:lnTo>
                    <a:pt x="1521031" y="843757"/>
                  </a:lnTo>
                  <a:lnTo>
                    <a:pt x="1530719" y="828328"/>
                  </a:lnTo>
                  <a:lnTo>
                    <a:pt x="1540407" y="814014"/>
                  </a:lnTo>
                  <a:lnTo>
                    <a:pt x="1550095" y="799840"/>
                  </a:lnTo>
                  <a:lnTo>
                    <a:pt x="1559784" y="785807"/>
                  </a:lnTo>
                  <a:lnTo>
                    <a:pt x="1569472" y="771940"/>
                  </a:lnTo>
                  <a:lnTo>
                    <a:pt x="1579160" y="758308"/>
                  </a:lnTo>
                  <a:lnTo>
                    <a:pt x="1588848" y="744814"/>
                  </a:lnTo>
                  <a:lnTo>
                    <a:pt x="1598536" y="731458"/>
                  </a:lnTo>
                  <a:lnTo>
                    <a:pt x="1608224" y="718240"/>
                  </a:lnTo>
                  <a:lnTo>
                    <a:pt x="1617912" y="705160"/>
                  </a:lnTo>
                  <a:lnTo>
                    <a:pt x="1627600" y="692217"/>
                  </a:lnTo>
                  <a:lnTo>
                    <a:pt x="1637288" y="679661"/>
                  </a:lnTo>
                  <a:lnTo>
                    <a:pt x="1646976" y="668650"/>
                  </a:lnTo>
                  <a:lnTo>
                    <a:pt x="1656665" y="657741"/>
                  </a:lnTo>
                  <a:lnTo>
                    <a:pt x="1666353" y="646935"/>
                  </a:lnTo>
                  <a:lnTo>
                    <a:pt x="1676041" y="634488"/>
                  </a:lnTo>
                  <a:lnTo>
                    <a:pt x="1685729" y="617885"/>
                  </a:lnTo>
                  <a:lnTo>
                    <a:pt x="1695417" y="605094"/>
                  </a:lnTo>
                  <a:lnTo>
                    <a:pt x="1705105" y="593146"/>
                  </a:lnTo>
                  <a:lnTo>
                    <a:pt x="1714793" y="581407"/>
                  </a:lnTo>
                  <a:lnTo>
                    <a:pt x="1724481" y="569803"/>
                  </a:lnTo>
                  <a:lnTo>
                    <a:pt x="1734169" y="558331"/>
                  </a:lnTo>
                  <a:lnTo>
                    <a:pt x="1743857" y="546993"/>
                  </a:lnTo>
                  <a:lnTo>
                    <a:pt x="1753546" y="535787"/>
                  </a:lnTo>
                  <a:lnTo>
                    <a:pt x="1763234" y="523181"/>
                  </a:lnTo>
                  <a:lnTo>
                    <a:pt x="1772922" y="511695"/>
                  </a:lnTo>
                  <a:lnTo>
                    <a:pt x="1782610" y="498073"/>
                  </a:lnTo>
                  <a:lnTo>
                    <a:pt x="1792298" y="485742"/>
                  </a:lnTo>
                  <a:lnTo>
                    <a:pt x="1801986" y="473584"/>
                  </a:lnTo>
                  <a:lnTo>
                    <a:pt x="1811674" y="461709"/>
                  </a:lnTo>
                  <a:lnTo>
                    <a:pt x="1821362" y="451250"/>
                  </a:lnTo>
                  <a:lnTo>
                    <a:pt x="1831050" y="442450"/>
                  </a:lnTo>
                  <a:lnTo>
                    <a:pt x="1840738" y="433905"/>
                  </a:lnTo>
                  <a:lnTo>
                    <a:pt x="1850427" y="425037"/>
                  </a:lnTo>
                  <a:lnTo>
                    <a:pt x="1860115" y="416440"/>
                  </a:lnTo>
                  <a:lnTo>
                    <a:pt x="1869803" y="407939"/>
                  </a:lnTo>
                  <a:lnTo>
                    <a:pt x="1879491" y="397446"/>
                  </a:lnTo>
                  <a:lnTo>
                    <a:pt x="1889179" y="386593"/>
                  </a:lnTo>
                  <a:lnTo>
                    <a:pt x="1898867" y="375902"/>
                  </a:lnTo>
                  <a:lnTo>
                    <a:pt x="1908555" y="366112"/>
                  </a:lnTo>
                  <a:lnTo>
                    <a:pt x="1918243" y="358970"/>
                  </a:lnTo>
                  <a:lnTo>
                    <a:pt x="1927931" y="351914"/>
                  </a:lnTo>
                  <a:lnTo>
                    <a:pt x="1937619" y="343110"/>
                  </a:lnTo>
                  <a:lnTo>
                    <a:pt x="1947308" y="333037"/>
                  </a:lnTo>
                  <a:lnTo>
                    <a:pt x="1956996" y="323119"/>
                  </a:lnTo>
                  <a:lnTo>
                    <a:pt x="1966684" y="314544"/>
                  </a:lnTo>
                  <a:lnTo>
                    <a:pt x="1976372" y="306489"/>
                  </a:lnTo>
                  <a:lnTo>
                    <a:pt x="1986060" y="298538"/>
                  </a:lnTo>
                  <a:lnTo>
                    <a:pt x="1995748" y="290692"/>
                  </a:lnTo>
                  <a:lnTo>
                    <a:pt x="2005436" y="282949"/>
                  </a:lnTo>
                  <a:lnTo>
                    <a:pt x="2015124" y="275308"/>
                  </a:lnTo>
                  <a:lnTo>
                    <a:pt x="2024812" y="267787"/>
                  </a:lnTo>
                  <a:lnTo>
                    <a:pt x="2034500" y="260414"/>
                  </a:lnTo>
                  <a:lnTo>
                    <a:pt x="2044188" y="253139"/>
                  </a:lnTo>
                  <a:lnTo>
                    <a:pt x="2053877" y="245961"/>
                  </a:lnTo>
                  <a:lnTo>
                    <a:pt x="2063565" y="238878"/>
                  </a:lnTo>
                  <a:lnTo>
                    <a:pt x="2073253" y="231890"/>
                  </a:lnTo>
                  <a:lnTo>
                    <a:pt x="2082941" y="224996"/>
                  </a:lnTo>
                  <a:lnTo>
                    <a:pt x="2092629" y="218195"/>
                  </a:lnTo>
                  <a:lnTo>
                    <a:pt x="2102317" y="211485"/>
                  </a:lnTo>
                  <a:lnTo>
                    <a:pt x="2112005" y="205674"/>
                  </a:lnTo>
                  <a:lnTo>
                    <a:pt x="2121693" y="199648"/>
                  </a:lnTo>
                  <a:lnTo>
                    <a:pt x="2131381" y="192939"/>
                  </a:lnTo>
                  <a:lnTo>
                    <a:pt x="2141069" y="186325"/>
                  </a:lnTo>
                  <a:lnTo>
                    <a:pt x="2150758" y="179806"/>
                  </a:lnTo>
                  <a:lnTo>
                    <a:pt x="2160446" y="173380"/>
                  </a:lnTo>
                  <a:lnTo>
                    <a:pt x="2170134" y="167047"/>
                  </a:lnTo>
                  <a:lnTo>
                    <a:pt x="2179822" y="160825"/>
                  </a:lnTo>
                  <a:lnTo>
                    <a:pt x="2189510" y="154876"/>
                  </a:lnTo>
                  <a:lnTo>
                    <a:pt x="2199198" y="149010"/>
                  </a:lnTo>
                  <a:lnTo>
                    <a:pt x="2208886" y="143227"/>
                  </a:lnTo>
                  <a:lnTo>
                    <a:pt x="2218574" y="137525"/>
                  </a:lnTo>
                  <a:lnTo>
                    <a:pt x="2228262" y="131904"/>
                  </a:lnTo>
                  <a:lnTo>
                    <a:pt x="2237950" y="126363"/>
                  </a:lnTo>
                  <a:lnTo>
                    <a:pt x="2247639" y="120900"/>
                  </a:lnTo>
                  <a:lnTo>
                    <a:pt x="2257327" y="115516"/>
                  </a:lnTo>
                  <a:lnTo>
                    <a:pt x="2267015" y="110208"/>
                  </a:lnTo>
                  <a:lnTo>
                    <a:pt x="2276703" y="104977"/>
                  </a:lnTo>
                  <a:lnTo>
                    <a:pt x="2286391" y="99821"/>
                  </a:lnTo>
                  <a:lnTo>
                    <a:pt x="2296079" y="94739"/>
                  </a:lnTo>
                  <a:lnTo>
                    <a:pt x="2305767" y="89731"/>
                  </a:lnTo>
                  <a:lnTo>
                    <a:pt x="2315455" y="84795"/>
                  </a:lnTo>
                  <a:lnTo>
                    <a:pt x="2325143" y="79931"/>
                  </a:lnTo>
                  <a:lnTo>
                    <a:pt x="2334831" y="75137"/>
                  </a:lnTo>
                  <a:lnTo>
                    <a:pt x="2344520" y="70414"/>
                  </a:lnTo>
                  <a:lnTo>
                    <a:pt x="2354208" y="65759"/>
                  </a:lnTo>
                  <a:lnTo>
                    <a:pt x="2363896" y="61173"/>
                  </a:lnTo>
                  <a:lnTo>
                    <a:pt x="2373584" y="55856"/>
                  </a:lnTo>
                  <a:lnTo>
                    <a:pt x="2383272" y="50328"/>
                  </a:lnTo>
                  <a:lnTo>
                    <a:pt x="2392960" y="44902"/>
                  </a:lnTo>
                  <a:lnTo>
                    <a:pt x="2402648" y="40013"/>
                  </a:lnTo>
                  <a:lnTo>
                    <a:pt x="2412336" y="35877"/>
                  </a:lnTo>
                  <a:lnTo>
                    <a:pt x="2422024" y="32235"/>
                  </a:lnTo>
                  <a:lnTo>
                    <a:pt x="2431712" y="28641"/>
                  </a:lnTo>
                  <a:lnTo>
                    <a:pt x="2441401" y="25094"/>
                  </a:lnTo>
                  <a:lnTo>
                    <a:pt x="2451089" y="21594"/>
                  </a:lnTo>
                  <a:lnTo>
                    <a:pt x="2460777" y="18140"/>
                  </a:lnTo>
                  <a:lnTo>
                    <a:pt x="2470465" y="14731"/>
                  </a:lnTo>
                  <a:lnTo>
                    <a:pt x="2480153" y="11154"/>
                  </a:lnTo>
                  <a:lnTo>
                    <a:pt x="2489841" y="7379"/>
                  </a:lnTo>
                  <a:lnTo>
                    <a:pt x="2499529" y="3661"/>
                  </a:lnTo>
                  <a:lnTo>
                    <a:pt x="2509217" y="0"/>
                  </a:lnTo>
                  <a:lnTo>
                    <a:pt x="2509217" y="4482224"/>
                  </a:lnTo>
                  <a:lnTo>
                    <a:pt x="2499529" y="4481573"/>
                  </a:lnTo>
                  <a:lnTo>
                    <a:pt x="2489841" y="4480913"/>
                  </a:lnTo>
                  <a:lnTo>
                    <a:pt x="2480153" y="4480245"/>
                  </a:lnTo>
                  <a:lnTo>
                    <a:pt x="2470465" y="4479568"/>
                  </a:lnTo>
                  <a:lnTo>
                    <a:pt x="2460777" y="4478934"/>
                  </a:lnTo>
                  <a:lnTo>
                    <a:pt x="2451089" y="4478389"/>
                  </a:lnTo>
                  <a:lnTo>
                    <a:pt x="2441401" y="4477838"/>
                  </a:lnTo>
                  <a:lnTo>
                    <a:pt x="2431712" y="4477279"/>
                  </a:lnTo>
                  <a:lnTo>
                    <a:pt x="2422024" y="4476713"/>
                  </a:lnTo>
                  <a:lnTo>
                    <a:pt x="2412336" y="4476142"/>
                  </a:lnTo>
                  <a:lnTo>
                    <a:pt x="2402648" y="4475564"/>
                  </a:lnTo>
                  <a:lnTo>
                    <a:pt x="2392960" y="4474822"/>
                  </a:lnTo>
                  <a:lnTo>
                    <a:pt x="2383272" y="4474006"/>
                  </a:lnTo>
                  <a:lnTo>
                    <a:pt x="2373584" y="4473179"/>
                  </a:lnTo>
                  <a:lnTo>
                    <a:pt x="2363896" y="4472340"/>
                  </a:lnTo>
                  <a:lnTo>
                    <a:pt x="2354208" y="4471488"/>
                  </a:lnTo>
                  <a:lnTo>
                    <a:pt x="2344520" y="4470622"/>
                  </a:lnTo>
                  <a:lnTo>
                    <a:pt x="2334831" y="4469740"/>
                  </a:lnTo>
                  <a:lnTo>
                    <a:pt x="2325143" y="4468845"/>
                  </a:lnTo>
                  <a:lnTo>
                    <a:pt x="2315455" y="4467937"/>
                  </a:lnTo>
                  <a:lnTo>
                    <a:pt x="2305767" y="4467016"/>
                  </a:lnTo>
                  <a:lnTo>
                    <a:pt x="2296079" y="4466082"/>
                  </a:lnTo>
                  <a:lnTo>
                    <a:pt x="2286391" y="4465135"/>
                  </a:lnTo>
                  <a:lnTo>
                    <a:pt x="2276703" y="4464174"/>
                  </a:lnTo>
                  <a:lnTo>
                    <a:pt x="2267015" y="4463201"/>
                  </a:lnTo>
                  <a:lnTo>
                    <a:pt x="2257327" y="4462213"/>
                  </a:lnTo>
                  <a:lnTo>
                    <a:pt x="2247639" y="4461279"/>
                  </a:lnTo>
                  <a:lnTo>
                    <a:pt x="2237950" y="4460352"/>
                  </a:lnTo>
                  <a:lnTo>
                    <a:pt x="2228262" y="4459316"/>
                  </a:lnTo>
                  <a:lnTo>
                    <a:pt x="2218574" y="4458169"/>
                  </a:lnTo>
                  <a:lnTo>
                    <a:pt x="2208886" y="4457077"/>
                  </a:lnTo>
                  <a:lnTo>
                    <a:pt x="2199198" y="4456009"/>
                  </a:lnTo>
                  <a:lnTo>
                    <a:pt x="2189510" y="4454926"/>
                  </a:lnTo>
                  <a:lnTo>
                    <a:pt x="2179822" y="4453828"/>
                  </a:lnTo>
                  <a:lnTo>
                    <a:pt x="2170134" y="4452714"/>
                  </a:lnTo>
                  <a:lnTo>
                    <a:pt x="2160446" y="4451585"/>
                  </a:lnTo>
                  <a:lnTo>
                    <a:pt x="2150758" y="4450466"/>
                  </a:lnTo>
                  <a:lnTo>
                    <a:pt x="2141069" y="4449598"/>
                  </a:lnTo>
                  <a:lnTo>
                    <a:pt x="2131381" y="4448721"/>
                  </a:lnTo>
                  <a:lnTo>
                    <a:pt x="2121693" y="4447834"/>
                  </a:lnTo>
                  <a:lnTo>
                    <a:pt x="2112005" y="4446939"/>
                  </a:lnTo>
                  <a:lnTo>
                    <a:pt x="2102317" y="4446034"/>
                  </a:lnTo>
                  <a:lnTo>
                    <a:pt x="2092629" y="4445030"/>
                  </a:lnTo>
                  <a:lnTo>
                    <a:pt x="2082941" y="4444121"/>
                  </a:lnTo>
                  <a:lnTo>
                    <a:pt x="2073253" y="4443204"/>
                  </a:lnTo>
                  <a:lnTo>
                    <a:pt x="2063565" y="4442277"/>
                  </a:lnTo>
                  <a:lnTo>
                    <a:pt x="2053877" y="4441115"/>
                  </a:lnTo>
                  <a:lnTo>
                    <a:pt x="2044188" y="4439776"/>
                  </a:lnTo>
                  <a:lnTo>
                    <a:pt x="2034500" y="4438419"/>
                  </a:lnTo>
                  <a:lnTo>
                    <a:pt x="2024812" y="4437042"/>
                  </a:lnTo>
                  <a:lnTo>
                    <a:pt x="2015124" y="4435645"/>
                  </a:lnTo>
                  <a:lnTo>
                    <a:pt x="2005436" y="4434394"/>
                  </a:lnTo>
                  <a:lnTo>
                    <a:pt x="1995748" y="4433137"/>
                  </a:lnTo>
                  <a:lnTo>
                    <a:pt x="1986060" y="4432019"/>
                  </a:lnTo>
                  <a:lnTo>
                    <a:pt x="1976372" y="4431107"/>
                  </a:lnTo>
                  <a:lnTo>
                    <a:pt x="1966684" y="4430187"/>
                  </a:lnTo>
                  <a:lnTo>
                    <a:pt x="1956996" y="4429258"/>
                  </a:lnTo>
                  <a:lnTo>
                    <a:pt x="1947308" y="4428321"/>
                  </a:lnTo>
                  <a:lnTo>
                    <a:pt x="1937619" y="4427376"/>
                  </a:lnTo>
                  <a:lnTo>
                    <a:pt x="1927931" y="4426422"/>
                  </a:lnTo>
                  <a:lnTo>
                    <a:pt x="1918243" y="4425460"/>
                  </a:lnTo>
                  <a:lnTo>
                    <a:pt x="1908555" y="4424490"/>
                  </a:lnTo>
                  <a:lnTo>
                    <a:pt x="1898867" y="4423511"/>
                  </a:lnTo>
                  <a:lnTo>
                    <a:pt x="1889179" y="4422523"/>
                  </a:lnTo>
                  <a:lnTo>
                    <a:pt x="1879491" y="4421522"/>
                  </a:lnTo>
                  <a:lnTo>
                    <a:pt x="1869803" y="4420511"/>
                  </a:lnTo>
                  <a:lnTo>
                    <a:pt x="1860115" y="4419490"/>
                  </a:lnTo>
                  <a:lnTo>
                    <a:pt x="1850427" y="4418202"/>
                  </a:lnTo>
                  <a:lnTo>
                    <a:pt x="1840738" y="4416783"/>
                  </a:lnTo>
                  <a:lnTo>
                    <a:pt x="1831050" y="4415347"/>
                  </a:lnTo>
                  <a:lnTo>
                    <a:pt x="1821362" y="4413894"/>
                  </a:lnTo>
                  <a:lnTo>
                    <a:pt x="1811674" y="4412422"/>
                  </a:lnTo>
                  <a:lnTo>
                    <a:pt x="1801986" y="4410928"/>
                  </a:lnTo>
                  <a:lnTo>
                    <a:pt x="1792298" y="4409412"/>
                  </a:lnTo>
                  <a:lnTo>
                    <a:pt x="1782610" y="4407878"/>
                  </a:lnTo>
                  <a:lnTo>
                    <a:pt x="1772922" y="4406322"/>
                  </a:lnTo>
                  <a:lnTo>
                    <a:pt x="1763234" y="4404746"/>
                  </a:lnTo>
                  <a:lnTo>
                    <a:pt x="1753546" y="4403148"/>
                  </a:lnTo>
                  <a:lnTo>
                    <a:pt x="1743857" y="4401739"/>
                  </a:lnTo>
                  <a:lnTo>
                    <a:pt x="1734169" y="4400547"/>
                  </a:lnTo>
                  <a:lnTo>
                    <a:pt x="1724481" y="4399344"/>
                  </a:lnTo>
                  <a:lnTo>
                    <a:pt x="1714793" y="4397655"/>
                  </a:lnTo>
                  <a:lnTo>
                    <a:pt x="1705105" y="4395740"/>
                  </a:lnTo>
                  <a:lnTo>
                    <a:pt x="1695417" y="4393790"/>
                  </a:lnTo>
                  <a:lnTo>
                    <a:pt x="1685729" y="4391814"/>
                  </a:lnTo>
                  <a:lnTo>
                    <a:pt x="1676041" y="4389810"/>
                  </a:lnTo>
                  <a:lnTo>
                    <a:pt x="1666353" y="4387904"/>
                  </a:lnTo>
                  <a:lnTo>
                    <a:pt x="1656665" y="4386106"/>
                  </a:lnTo>
                  <a:lnTo>
                    <a:pt x="1646976" y="4384286"/>
                  </a:lnTo>
                  <a:lnTo>
                    <a:pt x="1637288" y="4382445"/>
                  </a:lnTo>
                  <a:lnTo>
                    <a:pt x="1627600" y="4380581"/>
                  </a:lnTo>
                  <a:lnTo>
                    <a:pt x="1617912" y="4378695"/>
                  </a:lnTo>
                  <a:lnTo>
                    <a:pt x="1608224" y="4376786"/>
                  </a:lnTo>
                  <a:lnTo>
                    <a:pt x="1598536" y="4374853"/>
                  </a:lnTo>
                  <a:lnTo>
                    <a:pt x="1588848" y="4372895"/>
                  </a:lnTo>
                  <a:lnTo>
                    <a:pt x="1579160" y="4370914"/>
                  </a:lnTo>
                  <a:lnTo>
                    <a:pt x="1569472" y="4368908"/>
                  </a:lnTo>
                  <a:lnTo>
                    <a:pt x="1559784" y="4366783"/>
                  </a:lnTo>
                  <a:lnTo>
                    <a:pt x="1550095" y="4364660"/>
                  </a:lnTo>
                  <a:lnTo>
                    <a:pt x="1540407" y="4362765"/>
                  </a:lnTo>
                  <a:lnTo>
                    <a:pt x="1530719" y="4360669"/>
                  </a:lnTo>
                  <a:lnTo>
                    <a:pt x="1521031" y="4358545"/>
                  </a:lnTo>
                  <a:lnTo>
                    <a:pt x="1511343" y="4356396"/>
                  </a:lnTo>
                  <a:lnTo>
                    <a:pt x="1501655" y="4354169"/>
                  </a:lnTo>
                  <a:lnTo>
                    <a:pt x="1491967" y="4352027"/>
                  </a:lnTo>
                  <a:lnTo>
                    <a:pt x="1482279" y="4349814"/>
                  </a:lnTo>
                  <a:lnTo>
                    <a:pt x="1472591" y="4347574"/>
                  </a:lnTo>
                  <a:lnTo>
                    <a:pt x="1462903" y="4345308"/>
                  </a:lnTo>
                  <a:lnTo>
                    <a:pt x="1453214" y="4342992"/>
                  </a:lnTo>
                  <a:lnTo>
                    <a:pt x="1443526" y="4339845"/>
                  </a:lnTo>
                  <a:lnTo>
                    <a:pt x="1433838" y="4337353"/>
                  </a:lnTo>
                  <a:lnTo>
                    <a:pt x="1424150" y="4334830"/>
                  </a:lnTo>
                  <a:lnTo>
                    <a:pt x="1414462" y="4332276"/>
                  </a:lnTo>
                  <a:lnTo>
                    <a:pt x="1404774" y="4329690"/>
                  </a:lnTo>
                  <a:lnTo>
                    <a:pt x="1395086" y="4327500"/>
                  </a:lnTo>
                  <a:lnTo>
                    <a:pt x="1385398" y="4325517"/>
                  </a:lnTo>
                  <a:lnTo>
                    <a:pt x="1375710" y="4323515"/>
                  </a:lnTo>
                  <a:lnTo>
                    <a:pt x="1366022" y="4320986"/>
                  </a:lnTo>
                  <a:lnTo>
                    <a:pt x="1356333" y="4318252"/>
                  </a:lnTo>
                  <a:lnTo>
                    <a:pt x="1346645" y="4315540"/>
                  </a:lnTo>
                  <a:lnTo>
                    <a:pt x="1336957" y="4312498"/>
                  </a:lnTo>
                  <a:lnTo>
                    <a:pt x="1327269" y="4309230"/>
                  </a:lnTo>
                  <a:lnTo>
                    <a:pt x="1317581" y="4306143"/>
                  </a:lnTo>
                  <a:lnTo>
                    <a:pt x="1307893" y="4303015"/>
                  </a:lnTo>
                  <a:lnTo>
                    <a:pt x="1298205" y="4300107"/>
                  </a:lnTo>
                  <a:lnTo>
                    <a:pt x="1288517" y="4297635"/>
                  </a:lnTo>
                  <a:lnTo>
                    <a:pt x="1278829" y="4295707"/>
                  </a:lnTo>
                  <a:lnTo>
                    <a:pt x="1269141" y="4293702"/>
                  </a:lnTo>
                  <a:lnTo>
                    <a:pt x="1259452" y="4290822"/>
                  </a:lnTo>
                  <a:lnTo>
                    <a:pt x="1249764" y="4287908"/>
                  </a:lnTo>
                  <a:lnTo>
                    <a:pt x="1240076" y="4284958"/>
                  </a:lnTo>
                  <a:lnTo>
                    <a:pt x="1230388" y="4282206"/>
                  </a:lnTo>
                  <a:lnTo>
                    <a:pt x="1220700" y="4281094"/>
                  </a:lnTo>
                  <a:lnTo>
                    <a:pt x="1211012" y="4277570"/>
                  </a:lnTo>
                  <a:lnTo>
                    <a:pt x="1201324" y="4274073"/>
                  </a:lnTo>
                  <a:lnTo>
                    <a:pt x="1191636" y="4271247"/>
                  </a:lnTo>
                  <a:lnTo>
                    <a:pt x="1181948" y="4268579"/>
                  </a:lnTo>
                  <a:lnTo>
                    <a:pt x="1172260" y="4265812"/>
                  </a:lnTo>
                  <a:lnTo>
                    <a:pt x="1162571" y="4262987"/>
                  </a:lnTo>
                  <a:lnTo>
                    <a:pt x="1152883" y="4260130"/>
                  </a:lnTo>
                  <a:lnTo>
                    <a:pt x="1143195" y="4257245"/>
                  </a:lnTo>
                  <a:lnTo>
                    <a:pt x="1133507" y="4254331"/>
                  </a:lnTo>
                  <a:lnTo>
                    <a:pt x="1123819" y="4251388"/>
                  </a:lnTo>
                  <a:lnTo>
                    <a:pt x="1114131" y="4249067"/>
                  </a:lnTo>
                  <a:lnTo>
                    <a:pt x="1104443" y="4247581"/>
                  </a:lnTo>
                  <a:lnTo>
                    <a:pt x="1094755" y="4244532"/>
                  </a:lnTo>
                  <a:lnTo>
                    <a:pt x="1085067" y="4241453"/>
                  </a:lnTo>
                  <a:lnTo>
                    <a:pt x="1075379" y="4238297"/>
                  </a:lnTo>
                  <a:lnTo>
                    <a:pt x="1065690" y="4235364"/>
                  </a:lnTo>
                  <a:lnTo>
                    <a:pt x="1056002" y="4233434"/>
                  </a:lnTo>
                  <a:lnTo>
                    <a:pt x="1046314" y="4231492"/>
                  </a:lnTo>
                  <a:lnTo>
                    <a:pt x="1036626" y="4228943"/>
                  </a:lnTo>
                  <a:lnTo>
                    <a:pt x="1026938" y="4227633"/>
                  </a:lnTo>
                  <a:lnTo>
                    <a:pt x="1017250" y="4225723"/>
                  </a:lnTo>
                  <a:lnTo>
                    <a:pt x="1007562" y="4223802"/>
                  </a:lnTo>
                  <a:lnTo>
                    <a:pt x="997874" y="4221870"/>
                  </a:lnTo>
                  <a:lnTo>
                    <a:pt x="988186" y="4219909"/>
                  </a:lnTo>
                  <a:lnTo>
                    <a:pt x="978498" y="4217853"/>
                  </a:lnTo>
                  <a:lnTo>
                    <a:pt x="968809" y="4214014"/>
                  </a:lnTo>
                  <a:lnTo>
                    <a:pt x="959121" y="4211826"/>
                  </a:lnTo>
                  <a:lnTo>
                    <a:pt x="949433" y="4209625"/>
                  </a:lnTo>
                  <a:lnTo>
                    <a:pt x="939745" y="4207054"/>
                  </a:lnTo>
                  <a:lnTo>
                    <a:pt x="930057" y="4204344"/>
                  </a:lnTo>
                  <a:lnTo>
                    <a:pt x="920369" y="4202146"/>
                  </a:lnTo>
                  <a:lnTo>
                    <a:pt x="910681" y="4200610"/>
                  </a:lnTo>
                  <a:lnTo>
                    <a:pt x="900993" y="4198359"/>
                  </a:lnTo>
                  <a:lnTo>
                    <a:pt x="891305" y="4196056"/>
                  </a:lnTo>
                  <a:lnTo>
                    <a:pt x="881617" y="4194105"/>
                  </a:lnTo>
                  <a:lnTo>
                    <a:pt x="871928" y="4191442"/>
                  </a:lnTo>
                  <a:lnTo>
                    <a:pt x="862240" y="4189090"/>
                  </a:lnTo>
                  <a:lnTo>
                    <a:pt x="852552" y="4186748"/>
                  </a:lnTo>
                  <a:lnTo>
                    <a:pt x="842864" y="4184975"/>
                  </a:lnTo>
                  <a:lnTo>
                    <a:pt x="833176" y="4183238"/>
                  </a:lnTo>
                  <a:lnTo>
                    <a:pt x="823488" y="4179628"/>
                  </a:lnTo>
                  <a:lnTo>
                    <a:pt x="813800" y="4177183"/>
                  </a:lnTo>
                  <a:lnTo>
                    <a:pt x="804112" y="4172452"/>
                  </a:lnTo>
                  <a:lnTo>
                    <a:pt x="794424" y="4167150"/>
                  </a:lnTo>
                  <a:lnTo>
                    <a:pt x="784736" y="4162445"/>
                  </a:lnTo>
                  <a:lnTo>
                    <a:pt x="775047" y="4158673"/>
                  </a:lnTo>
                  <a:lnTo>
                    <a:pt x="765359" y="4155303"/>
                  </a:lnTo>
                  <a:lnTo>
                    <a:pt x="755671" y="4151610"/>
                  </a:lnTo>
                  <a:lnTo>
                    <a:pt x="745983" y="4147798"/>
                  </a:lnTo>
                  <a:lnTo>
                    <a:pt x="736295" y="4144191"/>
                  </a:lnTo>
                  <a:lnTo>
                    <a:pt x="726607" y="4140460"/>
                  </a:lnTo>
                  <a:lnTo>
                    <a:pt x="716919" y="4135538"/>
                  </a:lnTo>
                  <a:lnTo>
                    <a:pt x="707231" y="4131976"/>
                  </a:lnTo>
                  <a:lnTo>
                    <a:pt x="697543" y="4129065"/>
                  </a:lnTo>
                  <a:lnTo>
                    <a:pt x="687855" y="4125586"/>
                  </a:lnTo>
                  <a:lnTo>
                    <a:pt x="678166" y="4121853"/>
                  </a:lnTo>
                  <a:lnTo>
                    <a:pt x="668478" y="4118588"/>
                  </a:lnTo>
                  <a:lnTo>
                    <a:pt x="658790" y="4114558"/>
                  </a:lnTo>
                  <a:lnTo>
                    <a:pt x="649102" y="4110326"/>
                  </a:lnTo>
                  <a:lnTo>
                    <a:pt x="639414" y="4105389"/>
                  </a:lnTo>
                  <a:lnTo>
                    <a:pt x="629726" y="4101322"/>
                  </a:lnTo>
                  <a:lnTo>
                    <a:pt x="620038" y="4098658"/>
                  </a:lnTo>
                  <a:lnTo>
                    <a:pt x="610350" y="4095345"/>
                  </a:lnTo>
                  <a:lnTo>
                    <a:pt x="600662" y="4088911"/>
                  </a:lnTo>
                  <a:lnTo>
                    <a:pt x="590974" y="4087336"/>
                  </a:lnTo>
                  <a:lnTo>
                    <a:pt x="581285" y="4084367"/>
                  </a:lnTo>
                  <a:lnTo>
                    <a:pt x="571597" y="4082057"/>
                  </a:lnTo>
                  <a:lnTo>
                    <a:pt x="561909" y="4079944"/>
                  </a:lnTo>
                  <a:lnTo>
                    <a:pt x="552221" y="4076698"/>
                  </a:lnTo>
                  <a:lnTo>
                    <a:pt x="542533" y="4074191"/>
                  </a:lnTo>
                  <a:lnTo>
                    <a:pt x="532845" y="4073218"/>
                  </a:lnTo>
                  <a:lnTo>
                    <a:pt x="523157" y="4070960"/>
                  </a:lnTo>
                  <a:lnTo>
                    <a:pt x="513469" y="4068728"/>
                  </a:lnTo>
                  <a:lnTo>
                    <a:pt x="503781" y="4066416"/>
                  </a:lnTo>
                  <a:lnTo>
                    <a:pt x="494093" y="4062819"/>
                  </a:lnTo>
                  <a:lnTo>
                    <a:pt x="484404" y="4061820"/>
                  </a:lnTo>
                  <a:lnTo>
                    <a:pt x="474716" y="4059612"/>
                  </a:lnTo>
                  <a:lnTo>
                    <a:pt x="465028" y="4059030"/>
                  </a:lnTo>
                  <a:lnTo>
                    <a:pt x="455340" y="4056322"/>
                  </a:lnTo>
                  <a:lnTo>
                    <a:pt x="445652" y="4055104"/>
                  </a:lnTo>
                  <a:lnTo>
                    <a:pt x="435964" y="4050317"/>
                  </a:lnTo>
                  <a:lnTo>
                    <a:pt x="426276" y="4047978"/>
                  </a:lnTo>
                  <a:lnTo>
                    <a:pt x="416588" y="4045619"/>
                  </a:lnTo>
                  <a:lnTo>
                    <a:pt x="406900" y="4046804"/>
                  </a:lnTo>
                  <a:lnTo>
                    <a:pt x="397212" y="4044018"/>
                  </a:lnTo>
                  <a:lnTo>
                    <a:pt x="387523" y="4040853"/>
                  </a:lnTo>
                  <a:lnTo>
                    <a:pt x="377835" y="4039932"/>
                  </a:lnTo>
                  <a:lnTo>
                    <a:pt x="368147" y="4036977"/>
                  </a:lnTo>
                  <a:lnTo>
                    <a:pt x="358459" y="4034016"/>
                  </a:lnTo>
                  <a:lnTo>
                    <a:pt x="348771" y="4030256"/>
                  </a:lnTo>
                  <a:lnTo>
                    <a:pt x="339083" y="4028093"/>
                  </a:lnTo>
                  <a:lnTo>
                    <a:pt x="329395" y="4024986"/>
                  </a:lnTo>
                  <a:lnTo>
                    <a:pt x="319707" y="4021749"/>
                  </a:lnTo>
                  <a:lnTo>
                    <a:pt x="310019" y="4020284"/>
                  </a:lnTo>
                  <a:lnTo>
                    <a:pt x="300331" y="4023698"/>
                  </a:lnTo>
                  <a:lnTo>
                    <a:pt x="290642" y="4026774"/>
                  </a:lnTo>
                  <a:lnTo>
                    <a:pt x="280954" y="4029639"/>
                  </a:lnTo>
                  <a:lnTo>
                    <a:pt x="271266" y="4029082"/>
                  </a:lnTo>
                  <a:lnTo>
                    <a:pt x="261578" y="4029103"/>
                  </a:lnTo>
                  <a:lnTo>
                    <a:pt x="251890" y="4031610"/>
                  </a:lnTo>
                  <a:lnTo>
                    <a:pt x="242202" y="4031040"/>
                  </a:lnTo>
                  <a:lnTo>
                    <a:pt x="232514" y="4027724"/>
                  </a:lnTo>
                  <a:lnTo>
                    <a:pt x="222826" y="4026960"/>
                  </a:lnTo>
                  <a:lnTo>
                    <a:pt x="213138" y="4029927"/>
                  </a:lnTo>
                  <a:lnTo>
                    <a:pt x="203450" y="4028733"/>
                  </a:lnTo>
                  <a:lnTo>
                    <a:pt x="193761" y="4031235"/>
                  </a:lnTo>
                  <a:lnTo>
                    <a:pt x="184073" y="4031052"/>
                  </a:lnTo>
                  <a:lnTo>
                    <a:pt x="174385" y="4032278"/>
                  </a:lnTo>
                  <a:lnTo>
                    <a:pt x="164697" y="4034927"/>
                  </a:lnTo>
                  <a:lnTo>
                    <a:pt x="155009" y="4035842"/>
                  </a:lnTo>
                  <a:lnTo>
                    <a:pt x="145321" y="4038229"/>
                  </a:lnTo>
                  <a:lnTo>
                    <a:pt x="135633" y="4038826"/>
                  </a:lnTo>
                  <a:lnTo>
                    <a:pt x="125945" y="4040189"/>
                  </a:lnTo>
                  <a:lnTo>
                    <a:pt x="116257" y="4042925"/>
                  </a:lnTo>
                  <a:lnTo>
                    <a:pt x="106569" y="4045919"/>
                  </a:lnTo>
                  <a:lnTo>
                    <a:pt x="96880" y="4050013"/>
                  </a:lnTo>
                  <a:lnTo>
                    <a:pt x="87192" y="4054563"/>
                  </a:lnTo>
                  <a:lnTo>
                    <a:pt x="77504" y="4058599"/>
                  </a:lnTo>
                  <a:lnTo>
                    <a:pt x="67816" y="4063596"/>
                  </a:lnTo>
                  <a:lnTo>
                    <a:pt x="58128" y="4065624"/>
                  </a:lnTo>
                  <a:lnTo>
                    <a:pt x="48440" y="4071485"/>
                  </a:lnTo>
                  <a:lnTo>
                    <a:pt x="38752" y="4075624"/>
                  </a:lnTo>
                  <a:lnTo>
                    <a:pt x="29064" y="4081304"/>
                  </a:lnTo>
                  <a:lnTo>
                    <a:pt x="19376" y="4080875"/>
                  </a:lnTo>
                  <a:lnTo>
                    <a:pt x="9688" y="4084714"/>
                  </a:lnTo>
                  <a:lnTo>
                    <a:pt x="0" y="4090117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3502457" y="1160966"/>
              <a:ext cx="2509217" cy="2913970"/>
            </a:xfrm>
            <a:custGeom>
              <a:avLst/>
              <a:pathLst>
                <a:path w="2509217" h="2913970">
                  <a:moveTo>
                    <a:pt x="0" y="2903905"/>
                  </a:moveTo>
                  <a:lnTo>
                    <a:pt x="9688" y="2910016"/>
                  </a:lnTo>
                  <a:lnTo>
                    <a:pt x="19376" y="2913970"/>
                  </a:lnTo>
                  <a:lnTo>
                    <a:pt x="29064" y="2913169"/>
                  </a:lnTo>
                  <a:lnTo>
                    <a:pt x="38752" y="2906725"/>
                  </a:lnTo>
                  <a:lnTo>
                    <a:pt x="48440" y="2901060"/>
                  </a:lnTo>
                  <a:lnTo>
                    <a:pt x="58128" y="2892787"/>
                  </a:lnTo>
                  <a:lnTo>
                    <a:pt x="67816" y="2892145"/>
                  </a:lnTo>
                  <a:lnTo>
                    <a:pt x="77504" y="2890988"/>
                  </a:lnTo>
                  <a:lnTo>
                    <a:pt x="87192" y="2894452"/>
                  </a:lnTo>
                  <a:lnTo>
                    <a:pt x="96880" y="2893374"/>
                  </a:lnTo>
                  <a:lnTo>
                    <a:pt x="106569" y="2894890"/>
                  </a:lnTo>
                  <a:lnTo>
                    <a:pt x="116257" y="2892684"/>
                  </a:lnTo>
                  <a:lnTo>
                    <a:pt x="125945" y="2889128"/>
                  </a:lnTo>
                  <a:lnTo>
                    <a:pt x="135633" y="2893331"/>
                  </a:lnTo>
                  <a:lnTo>
                    <a:pt x="145321" y="2892010"/>
                  </a:lnTo>
                  <a:lnTo>
                    <a:pt x="155009" y="2888747"/>
                  </a:lnTo>
                  <a:lnTo>
                    <a:pt x="164697" y="2884658"/>
                  </a:lnTo>
                  <a:lnTo>
                    <a:pt x="174385" y="2879211"/>
                  </a:lnTo>
                  <a:lnTo>
                    <a:pt x="184073" y="2876827"/>
                  </a:lnTo>
                  <a:lnTo>
                    <a:pt x="193761" y="2875563"/>
                  </a:lnTo>
                  <a:lnTo>
                    <a:pt x="203450" y="2878763"/>
                  </a:lnTo>
                  <a:lnTo>
                    <a:pt x="213138" y="2870071"/>
                  </a:lnTo>
                  <a:lnTo>
                    <a:pt x="222826" y="2865549"/>
                  </a:lnTo>
                  <a:lnTo>
                    <a:pt x="232514" y="2863567"/>
                  </a:lnTo>
                  <a:lnTo>
                    <a:pt x="242202" y="2859681"/>
                  </a:lnTo>
                  <a:lnTo>
                    <a:pt x="251890" y="2855455"/>
                  </a:lnTo>
                  <a:lnTo>
                    <a:pt x="261578" y="2852097"/>
                  </a:lnTo>
                  <a:lnTo>
                    <a:pt x="271266" y="2854988"/>
                  </a:lnTo>
                  <a:lnTo>
                    <a:pt x="280954" y="2847120"/>
                  </a:lnTo>
                  <a:lnTo>
                    <a:pt x="290642" y="2839033"/>
                  </a:lnTo>
                  <a:lnTo>
                    <a:pt x="300331" y="2834074"/>
                  </a:lnTo>
                  <a:lnTo>
                    <a:pt x="310019" y="2825012"/>
                  </a:lnTo>
                  <a:lnTo>
                    <a:pt x="319707" y="2820186"/>
                  </a:lnTo>
                  <a:lnTo>
                    <a:pt x="329395" y="2818183"/>
                  </a:lnTo>
                  <a:lnTo>
                    <a:pt x="339083" y="2811984"/>
                  </a:lnTo>
                  <a:lnTo>
                    <a:pt x="348771" y="2808131"/>
                  </a:lnTo>
                  <a:lnTo>
                    <a:pt x="358459" y="2804226"/>
                  </a:lnTo>
                  <a:lnTo>
                    <a:pt x="368147" y="2797099"/>
                  </a:lnTo>
                  <a:lnTo>
                    <a:pt x="377835" y="2792843"/>
                  </a:lnTo>
                  <a:lnTo>
                    <a:pt x="387523" y="2798324"/>
                  </a:lnTo>
                  <a:lnTo>
                    <a:pt x="397212" y="2793241"/>
                  </a:lnTo>
                  <a:lnTo>
                    <a:pt x="406900" y="2779536"/>
                  </a:lnTo>
                  <a:lnTo>
                    <a:pt x="416588" y="2763981"/>
                  </a:lnTo>
                  <a:lnTo>
                    <a:pt x="426276" y="2746786"/>
                  </a:lnTo>
                  <a:lnTo>
                    <a:pt x="435964" y="2728743"/>
                  </a:lnTo>
                  <a:lnTo>
                    <a:pt x="445652" y="2713274"/>
                  </a:lnTo>
                  <a:lnTo>
                    <a:pt x="455340" y="2702347"/>
                  </a:lnTo>
                  <a:lnTo>
                    <a:pt x="465028" y="2692397"/>
                  </a:lnTo>
                  <a:lnTo>
                    <a:pt x="474716" y="2676137"/>
                  </a:lnTo>
                  <a:lnTo>
                    <a:pt x="484404" y="2659169"/>
                  </a:lnTo>
                  <a:lnTo>
                    <a:pt x="494093" y="2642147"/>
                  </a:lnTo>
                  <a:lnTo>
                    <a:pt x="503781" y="2625073"/>
                  </a:lnTo>
                  <a:lnTo>
                    <a:pt x="513469" y="2613015"/>
                  </a:lnTo>
                  <a:lnTo>
                    <a:pt x="523157" y="2607916"/>
                  </a:lnTo>
                  <a:lnTo>
                    <a:pt x="532845" y="2600289"/>
                  </a:lnTo>
                  <a:lnTo>
                    <a:pt x="542533" y="2592699"/>
                  </a:lnTo>
                  <a:lnTo>
                    <a:pt x="552221" y="2584837"/>
                  </a:lnTo>
                  <a:lnTo>
                    <a:pt x="561909" y="2577067"/>
                  </a:lnTo>
                  <a:lnTo>
                    <a:pt x="571597" y="2565489"/>
                  </a:lnTo>
                  <a:lnTo>
                    <a:pt x="581285" y="2553638"/>
                  </a:lnTo>
                  <a:lnTo>
                    <a:pt x="590974" y="2534705"/>
                  </a:lnTo>
                  <a:lnTo>
                    <a:pt x="600662" y="2517024"/>
                  </a:lnTo>
                  <a:lnTo>
                    <a:pt x="610350" y="2488351"/>
                  </a:lnTo>
                  <a:lnTo>
                    <a:pt x="620038" y="2477830"/>
                  </a:lnTo>
                  <a:lnTo>
                    <a:pt x="629726" y="2468822"/>
                  </a:lnTo>
                  <a:lnTo>
                    <a:pt x="639414" y="2454347"/>
                  </a:lnTo>
                  <a:lnTo>
                    <a:pt x="649102" y="2431881"/>
                  </a:lnTo>
                  <a:lnTo>
                    <a:pt x="658790" y="2419346"/>
                  </a:lnTo>
                  <a:lnTo>
                    <a:pt x="668478" y="2406528"/>
                  </a:lnTo>
                  <a:lnTo>
                    <a:pt x="678166" y="2385010"/>
                  </a:lnTo>
                  <a:lnTo>
                    <a:pt x="687855" y="2363766"/>
                  </a:lnTo>
                  <a:lnTo>
                    <a:pt x="697543" y="2354956"/>
                  </a:lnTo>
                  <a:lnTo>
                    <a:pt x="707231" y="2335586"/>
                  </a:lnTo>
                  <a:lnTo>
                    <a:pt x="716919" y="2316226"/>
                  </a:lnTo>
                  <a:lnTo>
                    <a:pt x="726607" y="2297067"/>
                  </a:lnTo>
                  <a:lnTo>
                    <a:pt x="736295" y="2277888"/>
                  </a:lnTo>
                  <a:lnTo>
                    <a:pt x="745983" y="2265604"/>
                  </a:lnTo>
                  <a:lnTo>
                    <a:pt x="755671" y="2239097"/>
                  </a:lnTo>
                  <a:lnTo>
                    <a:pt x="765359" y="2219324"/>
                  </a:lnTo>
                  <a:lnTo>
                    <a:pt x="775047" y="2193852"/>
                  </a:lnTo>
                  <a:lnTo>
                    <a:pt x="784736" y="2180744"/>
                  </a:lnTo>
                  <a:lnTo>
                    <a:pt x="794424" y="2165782"/>
                  </a:lnTo>
                  <a:lnTo>
                    <a:pt x="804112" y="2152073"/>
                  </a:lnTo>
                  <a:lnTo>
                    <a:pt x="813800" y="2133194"/>
                  </a:lnTo>
                  <a:lnTo>
                    <a:pt x="823488" y="2114182"/>
                  </a:lnTo>
                  <a:lnTo>
                    <a:pt x="833176" y="2089124"/>
                  </a:lnTo>
                  <a:lnTo>
                    <a:pt x="842864" y="2064229"/>
                  </a:lnTo>
                  <a:lnTo>
                    <a:pt x="852552" y="2048573"/>
                  </a:lnTo>
                  <a:lnTo>
                    <a:pt x="862240" y="2026663"/>
                  </a:lnTo>
                  <a:lnTo>
                    <a:pt x="871928" y="2012836"/>
                  </a:lnTo>
                  <a:lnTo>
                    <a:pt x="881617" y="1987878"/>
                  </a:lnTo>
                  <a:lnTo>
                    <a:pt x="891305" y="1971396"/>
                  </a:lnTo>
                  <a:lnTo>
                    <a:pt x="900993" y="1954953"/>
                  </a:lnTo>
                  <a:lnTo>
                    <a:pt x="910681" y="1938529"/>
                  </a:lnTo>
                  <a:lnTo>
                    <a:pt x="920369" y="1920444"/>
                  </a:lnTo>
                  <a:lnTo>
                    <a:pt x="930057" y="1905922"/>
                  </a:lnTo>
                  <a:lnTo>
                    <a:pt x="939745" y="1889467"/>
                  </a:lnTo>
                  <a:lnTo>
                    <a:pt x="949433" y="1866118"/>
                  </a:lnTo>
                  <a:lnTo>
                    <a:pt x="959121" y="1842063"/>
                  </a:lnTo>
                  <a:lnTo>
                    <a:pt x="968809" y="1818072"/>
                  </a:lnTo>
                  <a:lnTo>
                    <a:pt x="978498" y="1800415"/>
                  </a:lnTo>
                  <a:lnTo>
                    <a:pt x="988186" y="1787366"/>
                  </a:lnTo>
                  <a:lnTo>
                    <a:pt x="997874" y="1774340"/>
                  </a:lnTo>
                  <a:lnTo>
                    <a:pt x="1007562" y="1761336"/>
                  </a:lnTo>
                  <a:lnTo>
                    <a:pt x="1017250" y="1747967"/>
                  </a:lnTo>
                  <a:lnTo>
                    <a:pt x="1026938" y="1725949"/>
                  </a:lnTo>
                  <a:lnTo>
                    <a:pt x="1036626" y="1704007"/>
                  </a:lnTo>
                  <a:lnTo>
                    <a:pt x="1046314" y="1684994"/>
                  </a:lnTo>
                  <a:lnTo>
                    <a:pt x="1056002" y="1663918"/>
                  </a:lnTo>
                  <a:lnTo>
                    <a:pt x="1065690" y="1642921"/>
                  </a:lnTo>
                  <a:lnTo>
                    <a:pt x="1075379" y="1622007"/>
                  </a:lnTo>
                  <a:lnTo>
                    <a:pt x="1085067" y="1601180"/>
                  </a:lnTo>
                  <a:lnTo>
                    <a:pt x="1094755" y="1580441"/>
                  </a:lnTo>
                  <a:lnTo>
                    <a:pt x="1104443" y="1559947"/>
                  </a:lnTo>
                  <a:lnTo>
                    <a:pt x="1114131" y="1539698"/>
                  </a:lnTo>
                  <a:lnTo>
                    <a:pt x="1123819" y="1519141"/>
                  </a:lnTo>
                  <a:lnTo>
                    <a:pt x="1133507" y="1498726"/>
                  </a:lnTo>
                  <a:lnTo>
                    <a:pt x="1143195" y="1479232"/>
                  </a:lnTo>
                  <a:lnTo>
                    <a:pt x="1152883" y="1458369"/>
                  </a:lnTo>
                  <a:lnTo>
                    <a:pt x="1162571" y="1441072"/>
                  </a:lnTo>
                  <a:lnTo>
                    <a:pt x="1172260" y="1424777"/>
                  </a:lnTo>
                  <a:lnTo>
                    <a:pt x="1181948" y="1408565"/>
                  </a:lnTo>
                  <a:lnTo>
                    <a:pt x="1191636" y="1391820"/>
                  </a:lnTo>
                  <a:lnTo>
                    <a:pt x="1201324" y="1374550"/>
                  </a:lnTo>
                  <a:lnTo>
                    <a:pt x="1211012" y="1359635"/>
                  </a:lnTo>
                  <a:lnTo>
                    <a:pt x="1220700" y="1342864"/>
                  </a:lnTo>
                  <a:lnTo>
                    <a:pt x="1230388" y="1329165"/>
                  </a:lnTo>
                  <a:lnTo>
                    <a:pt x="1240076" y="1313473"/>
                  </a:lnTo>
                  <a:lnTo>
                    <a:pt x="1249764" y="1297864"/>
                  </a:lnTo>
                  <a:lnTo>
                    <a:pt x="1259452" y="1281346"/>
                  </a:lnTo>
                  <a:lnTo>
                    <a:pt x="1269141" y="1263519"/>
                  </a:lnTo>
                  <a:lnTo>
                    <a:pt x="1278829" y="1245806"/>
                  </a:lnTo>
                  <a:lnTo>
                    <a:pt x="1288517" y="1228211"/>
                  </a:lnTo>
                  <a:lnTo>
                    <a:pt x="1298205" y="1210641"/>
                  </a:lnTo>
                  <a:lnTo>
                    <a:pt x="1307893" y="1193178"/>
                  </a:lnTo>
                  <a:lnTo>
                    <a:pt x="1317581" y="1173393"/>
                  </a:lnTo>
                  <a:lnTo>
                    <a:pt x="1327269" y="1157184"/>
                  </a:lnTo>
                  <a:lnTo>
                    <a:pt x="1336957" y="1141127"/>
                  </a:lnTo>
                  <a:lnTo>
                    <a:pt x="1346645" y="1124580"/>
                  </a:lnTo>
                  <a:lnTo>
                    <a:pt x="1356333" y="1107885"/>
                  </a:lnTo>
                  <a:lnTo>
                    <a:pt x="1366022" y="1091316"/>
                  </a:lnTo>
                  <a:lnTo>
                    <a:pt x="1375710" y="1077084"/>
                  </a:lnTo>
                  <a:lnTo>
                    <a:pt x="1385398" y="1062983"/>
                  </a:lnTo>
                  <a:lnTo>
                    <a:pt x="1395086" y="1047654"/>
                  </a:lnTo>
                  <a:lnTo>
                    <a:pt x="1404774" y="1032442"/>
                  </a:lnTo>
                  <a:lnTo>
                    <a:pt x="1414462" y="1017346"/>
                  </a:lnTo>
                  <a:lnTo>
                    <a:pt x="1424150" y="1002367"/>
                  </a:lnTo>
                  <a:lnTo>
                    <a:pt x="1433838" y="987507"/>
                  </a:lnTo>
                  <a:lnTo>
                    <a:pt x="1443526" y="970441"/>
                  </a:lnTo>
                  <a:lnTo>
                    <a:pt x="1453214" y="952898"/>
                  </a:lnTo>
                  <a:lnTo>
                    <a:pt x="1462903" y="935528"/>
                  </a:lnTo>
                  <a:lnTo>
                    <a:pt x="1472591" y="918332"/>
                  </a:lnTo>
                  <a:lnTo>
                    <a:pt x="1482279" y="901637"/>
                  </a:lnTo>
                  <a:lnTo>
                    <a:pt x="1491967" y="889075"/>
                  </a:lnTo>
                  <a:lnTo>
                    <a:pt x="1501655" y="877219"/>
                  </a:lnTo>
                  <a:lnTo>
                    <a:pt x="1511343" y="861397"/>
                  </a:lnTo>
                  <a:lnTo>
                    <a:pt x="1521031" y="843757"/>
                  </a:lnTo>
                  <a:lnTo>
                    <a:pt x="1530719" y="828328"/>
                  </a:lnTo>
                  <a:lnTo>
                    <a:pt x="1540407" y="814014"/>
                  </a:lnTo>
                  <a:lnTo>
                    <a:pt x="1550095" y="799840"/>
                  </a:lnTo>
                  <a:lnTo>
                    <a:pt x="1559784" y="785807"/>
                  </a:lnTo>
                  <a:lnTo>
                    <a:pt x="1569472" y="771940"/>
                  </a:lnTo>
                  <a:lnTo>
                    <a:pt x="1579160" y="758308"/>
                  </a:lnTo>
                  <a:lnTo>
                    <a:pt x="1588848" y="744814"/>
                  </a:lnTo>
                  <a:lnTo>
                    <a:pt x="1598536" y="731458"/>
                  </a:lnTo>
                  <a:lnTo>
                    <a:pt x="1608224" y="718240"/>
                  </a:lnTo>
                  <a:lnTo>
                    <a:pt x="1617912" y="705160"/>
                  </a:lnTo>
                  <a:lnTo>
                    <a:pt x="1627600" y="692217"/>
                  </a:lnTo>
                  <a:lnTo>
                    <a:pt x="1637288" y="679661"/>
                  </a:lnTo>
                  <a:lnTo>
                    <a:pt x="1646976" y="668650"/>
                  </a:lnTo>
                  <a:lnTo>
                    <a:pt x="1656665" y="657741"/>
                  </a:lnTo>
                  <a:lnTo>
                    <a:pt x="1666353" y="646935"/>
                  </a:lnTo>
                  <a:lnTo>
                    <a:pt x="1676041" y="634488"/>
                  </a:lnTo>
                  <a:lnTo>
                    <a:pt x="1685729" y="617885"/>
                  </a:lnTo>
                  <a:lnTo>
                    <a:pt x="1695417" y="605094"/>
                  </a:lnTo>
                  <a:lnTo>
                    <a:pt x="1705105" y="593146"/>
                  </a:lnTo>
                  <a:lnTo>
                    <a:pt x="1714793" y="581407"/>
                  </a:lnTo>
                  <a:lnTo>
                    <a:pt x="1724481" y="569803"/>
                  </a:lnTo>
                  <a:lnTo>
                    <a:pt x="1734169" y="558331"/>
                  </a:lnTo>
                  <a:lnTo>
                    <a:pt x="1743857" y="546993"/>
                  </a:lnTo>
                  <a:lnTo>
                    <a:pt x="1753546" y="535787"/>
                  </a:lnTo>
                  <a:lnTo>
                    <a:pt x="1763234" y="523181"/>
                  </a:lnTo>
                  <a:lnTo>
                    <a:pt x="1772922" y="511695"/>
                  </a:lnTo>
                  <a:lnTo>
                    <a:pt x="1782610" y="498073"/>
                  </a:lnTo>
                  <a:lnTo>
                    <a:pt x="1792298" y="485742"/>
                  </a:lnTo>
                  <a:lnTo>
                    <a:pt x="1801986" y="473584"/>
                  </a:lnTo>
                  <a:lnTo>
                    <a:pt x="1811674" y="461709"/>
                  </a:lnTo>
                  <a:lnTo>
                    <a:pt x="1821362" y="451250"/>
                  </a:lnTo>
                  <a:lnTo>
                    <a:pt x="1831050" y="442450"/>
                  </a:lnTo>
                  <a:lnTo>
                    <a:pt x="1840738" y="433905"/>
                  </a:lnTo>
                  <a:lnTo>
                    <a:pt x="1850427" y="425037"/>
                  </a:lnTo>
                  <a:lnTo>
                    <a:pt x="1860115" y="416440"/>
                  </a:lnTo>
                  <a:lnTo>
                    <a:pt x="1869803" y="407939"/>
                  </a:lnTo>
                  <a:lnTo>
                    <a:pt x="1879491" y="397446"/>
                  </a:lnTo>
                  <a:lnTo>
                    <a:pt x="1889179" y="386593"/>
                  </a:lnTo>
                  <a:lnTo>
                    <a:pt x="1898867" y="375902"/>
                  </a:lnTo>
                  <a:lnTo>
                    <a:pt x="1908555" y="366112"/>
                  </a:lnTo>
                  <a:lnTo>
                    <a:pt x="1918243" y="358970"/>
                  </a:lnTo>
                  <a:lnTo>
                    <a:pt x="1927931" y="351914"/>
                  </a:lnTo>
                  <a:lnTo>
                    <a:pt x="1937619" y="343110"/>
                  </a:lnTo>
                  <a:lnTo>
                    <a:pt x="1947308" y="333037"/>
                  </a:lnTo>
                  <a:lnTo>
                    <a:pt x="1956996" y="323119"/>
                  </a:lnTo>
                  <a:lnTo>
                    <a:pt x="1966684" y="314544"/>
                  </a:lnTo>
                  <a:lnTo>
                    <a:pt x="1976372" y="306489"/>
                  </a:lnTo>
                  <a:lnTo>
                    <a:pt x="1986060" y="298538"/>
                  </a:lnTo>
                  <a:lnTo>
                    <a:pt x="1995748" y="290692"/>
                  </a:lnTo>
                  <a:lnTo>
                    <a:pt x="2005436" y="282949"/>
                  </a:lnTo>
                  <a:lnTo>
                    <a:pt x="2015124" y="275308"/>
                  </a:lnTo>
                  <a:lnTo>
                    <a:pt x="2024812" y="267787"/>
                  </a:lnTo>
                  <a:lnTo>
                    <a:pt x="2034500" y="260414"/>
                  </a:lnTo>
                  <a:lnTo>
                    <a:pt x="2044188" y="253139"/>
                  </a:lnTo>
                  <a:lnTo>
                    <a:pt x="2053877" y="245961"/>
                  </a:lnTo>
                  <a:lnTo>
                    <a:pt x="2063565" y="238878"/>
                  </a:lnTo>
                  <a:lnTo>
                    <a:pt x="2073253" y="231890"/>
                  </a:lnTo>
                  <a:lnTo>
                    <a:pt x="2082941" y="224996"/>
                  </a:lnTo>
                  <a:lnTo>
                    <a:pt x="2092629" y="218195"/>
                  </a:lnTo>
                  <a:lnTo>
                    <a:pt x="2102317" y="211485"/>
                  </a:lnTo>
                  <a:lnTo>
                    <a:pt x="2112005" y="205674"/>
                  </a:lnTo>
                  <a:lnTo>
                    <a:pt x="2121693" y="199648"/>
                  </a:lnTo>
                  <a:lnTo>
                    <a:pt x="2131381" y="192939"/>
                  </a:lnTo>
                  <a:lnTo>
                    <a:pt x="2141069" y="186325"/>
                  </a:lnTo>
                  <a:lnTo>
                    <a:pt x="2150758" y="179806"/>
                  </a:lnTo>
                  <a:lnTo>
                    <a:pt x="2160446" y="173380"/>
                  </a:lnTo>
                  <a:lnTo>
                    <a:pt x="2170134" y="167047"/>
                  </a:lnTo>
                  <a:lnTo>
                    <a:pt x="2179822" y="160825"/>
                  </a:lnTo>
                  <a:lnTo>
                    <a:pt x="2189510" y="154876"/>
                  </a:lnTo>
                  <a:lnTo>
                    <a:pt x="2199198" y="149010"/>
                  </a:lnTo>
                  <a:lnTo>
                    <a:pt x="2208886" y="143227"/>
                  </a:lnTo>
                  <a:lnTo>
                    <a:pt x="2218574" y="137525"/>
                  </a:lnTo>
                  <a:lnTo>
                    <a:pt x="2228262" y="131904"/>
                  </a:lnTo>
                  <a:lnTo>
                    <a:pt x="2237950" y="126363"/>
                  </a:lnTo>
                  <a:lnTo>
                    <a:pt x="2247639" y="120900"/>
                  </a:lnTo>
                  <a:lnTo>
                    <a:pt x="2257327" y="115516"/>
                  </a:lnTo>
                  <a:lnTo>
                    <a:pt x="2267015" y="110208"/>
                  </a:lnTo>
                  <a:lnTo>
                    <a:pt x="2276703" y="104977"/>
                  </a:lnTo>
                  <a:lnTo>
                    <a:pt x="2286391" y="99821"/>
                  </a:lnTo>
                  <a:lnTo>
                    <a:pt x="2296079" y="94739"/>
                  </a:lnTo>
                  <a:lnTo>
                    <a:pt x="2305767" y="89731"/>
                  </a:lnTo>
                  <a:lnTo>
                    <a:pt x="2315455" y="84795"/>
                  </a:lnTo>
                  <a:lnTo>
                    <a:pt x="2325143" y="79931"/>
                  </a:lnTo>
                  <a:lnTo>
                    <a:pt x="2334831" y="75137"/>
                  </a:lnTo>
                  <a:lnTo>
                    <a:pt x="2344520" y="70414"/>
                  </a:lnTo>
                  <a:lnTo>
                    <a:pt x="2354208" y="65759"/>
                  </a:lnTo>
                  <a:lnTo>
                    <a:pt x="2363896" y="61173"/>
                  </a:lnTo>
                  <a:lnTo>
                    <a:pt x="2373584" y="55856"/>
                  </a:lnTo>
                  <a:lnTo>
                    <a:pt x="2383272" y="50328"/>
                  </a:lnTo>
                  <a:lnTo>
                    <a:pt x="2392960" y="44902"/>
                  </a:lnTo>
                  <a:lnTo>
                    <a:pt x="2402648" y="40013"/>
                  </a:lnTo>
                  <a:lnTo>
                    <a:pt x="2412336" y="35877"/>
                  </a:lnTo>
                  <a:lnTo>
                    <a:pt x="2422024" y="32235"/>
                  </a:lnTo>
                  <a:lnTo>
                    <a:pt x="2431712" y="28641"/>
                  </a:lnTo>
                  <a:lnTo>
                    <a:pt x="2441401" y="25094"/>
                  </a:lnTo>
                  <a:lnTo>
                    <a:pt x="2451089" y="21594"/>
                  </a:lnTo>
                  <a:lnTo>
                    <a:pt x="2460777" y="18140"/>
                  </a:lnTo>
                  <a:lnTo>
                    <a:pt x="2470465" y="14731"/>
                  </a:lnTo>
                  <a:lnTo>
                    <a:pt x="2480153" y="11154"/>
                  </a:lnTo>
                  <a:lnTo>
                    <a:pt x="2489841" y="7379"/>
                  </a:lnTo>
                  <a:lnTo>
                    <a:pt x="2499529" y="3661"/>
                  </a:lnTo>
                  <a:lnTo>
                    <a:pt x="25092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3502457" y="5181251"/>
              <a:ext cx="2509217" cy="461939"/>
            </a:xfrm>
            <a:custGeom>
              <a:avLst/>
              <a:pathLst>
                <a:path w="2509217" h="461939">
                  <a:moveTo>
                    <a:pt x="2509217" y="461939"/>
                  </a:moveTo>
                  <a:lnTo>
                    <a:pt x="2499529" y="461288"/>
                  </a:lnTo>
                  <a:lnTo>
                    <a:pt x="2489841" y="460628"/>
                  </a:lnTo>
                  <a:lnTo>
                    <a:pt x="2480153" y="459960"/>
                  </a:lnTo>
                  <a:lnTo>
                    <a:pt x="2470465" y="459283"/>
                  </a:lnTo>
                  <a:lnTo>
                    <a:pt x="2460777" y="458649"/>
                  </a:lnTo>
                  <a:lnTo>
                    <a:pt x="2451089" y="458104"/>
                  </a:lnTo>
                  <a:lnTo>
                    <a:pt x="2441401" y="457554"/>
                  </a:lnTo>
                  <a:lnTo>
                    <a:pt x="2431712" y="456994"/>
                  </a:lnTo>
                  <a:lnTo>
                    <a:pt x="2422024" y="456429"/>
                  </a:lnTo>
                  <a:lnTo>
                    <a:pt x="2412336" y="455857"/>
                  </a:lnTo>
                  <a:lnTo>
                    <a:pt x="2402648" y="455280"/>
                  </a:lnTo>
                  <a:lnTo>
                    <a:pt x="2392960" y="454538"/>
                  </a:lnTo>
                  <a:lnTo>
                    <a:pt x="2383272" y="453722"/>
                  </a:lnTo>
                  <a:lnTo>
                    <a:pt x="2373584" y="452895"/>
                  </a:lnTo>
                  <a:lnTo>
                    <a:pt x="2363896" y="452056"/>
                  </a:lnTo>
                  <a:lnTo>
                    <a:pt x="2354208" y="451203"/>
                  </a:lnTo>
                  <a:lnTo>
                    <a:pt x="2344520" y="450338"/>
                  </a:lnTo>
                  <a:lnTo>
                    <a:pt x="2334831" y="449456"/>
                  </a:lnTo>
                  <a:lnTo>
                    <a:pt x="2325143" y="448560"/>
                  </a:lnTo>
                  <a:lnTo>
                    <a:pt x="2315455" y="447652"/>
                  </a:lnTo>
                  <a:lnTo>
                    <a:pt x="2305767" y="446731"/>
                  </a:lnTo>
                  <a:lnTo>
                    <a:pt x="2296079" y="445797"/>
                  </a:lnTo>
                  <a:lnTo>
                    <a:pt x="2286391" y="444850"/>
                  </a:lnTo>
                  <a:lnTo>
                    <a:pt x="2276703" y="443890"/>
                  </a:lnTo>
                  <a:lnTo>
                    <a:pt x="2267015" y="442916"/>
                  </a:lnTo>
                  <a:lnTo>
                    <a:pt x="2257327" y="441928"/>
                  </a:lnTo>
                  <a:lnTo>
                    <a:pt x="2247639" y="440995"/>
                  </a:lnTo>
                  <a:lnTo>
                    <a:pt x="2237950" y="440068"/>
                  </a:lnTo>
                  <a:lnTo>
                    <a:pt x="2228262" y="439031"/>
                  </a:lnTo>
                  <a:lnTo>
                    <a:pt x="2218574" y="437884"/>
                  </a:lnTo>
                  <a:lnTo>
                    <a:pt x="2208886" y="436792"/>
                  </a:lnTo>
                  <a:lnTo>
                    <a:pt x="2199198" y="435724"/>
                  </a:lnTo>
                  <a:lnTo>
                    <a:pt x="2189510" y="434641"/>
                  </a:lnTo>
                  <a:lnTo>
                    <a:pt x="2179822" y="433543"/>
                  </a:lnTo>
                  <a:lnTo>
                    <a:pt x="2170134" y="432430"/>
                  </a:lnTo>
                  <a:lnTo>
                    <a:pt x="2160446" y="431301"/>
                  </a:lnTo>
                  <a:lnTo>
                    <a:pt x="2150758" y="430182"/>
                  </a:lnTo>
                  <a:lnTo>
                    <a:pt x="2141069" y="429313"/>
                  </a:lnTo>
                  <a:lnTo>
                    <a:pt x="2131381" y="428436"/>
                  </a:lnTo>
                  <a:lnTo>
                    <a:pt x="2121693" y="427550"/>
                  </a:lnTo>
                  <a:lnTo>
                    <a:pt x="2112005" y="426654"/>
                  </a:lnTo>
                  <a:lnTo>
                    <a:pt x="2102317" y="425749"/>
                  </a:lnTo>
                  <a:lnTo>
                    <a:pt x="2092629" y="424745"/>
                  </a:lnTo>
                  <a:lnTo>
                    <a:pt x="2082941" y="423837"/>
                  </a:lnTo>
                  <a:lnTo>
                    <a:pt x="2073253" y="422919"/>
                  </a:lnTo>
                  <a:lnTo>
                    <a:pt x="2063565" y="421992"/>
                  </a:lnTo>
                  <a:lnTo>
                    <a:pt x="2053877" y="420830"/>
                  </a:lnTo>
                  <a:lnTo>
                    <a:pt x="2044188" y="419492"/>
                  </a:lnTo>
                  <a:lnTo>
                    <a:pt x="2034500" y="418134"/>
                  </a:lnTo>
                  <a:lnTo>
                    <a:pt x="2024812" y="416757"/>
                  </a:lnTo>
                  <a:lnTo>
                    <a:pt x="2015124" y="415360"/>
                  </a:lnTo>
                  <a:lnTo>
                    <a:pt x="2005436" y="414110"/>
                  </a:lnTo>
                  <a:lnTo>
                    <a:pt x="1995748" y="412853"/>
                  </a:lnTo>
                  <a:lnTo>
                    <a:pt x="1986060" y="411735"/>
                  </a:lnTo>
                  <a:lnTo>
                    <a:pt x="1976372" y="410822"/>
                  </a:lnTo>
                  <a:lnTo>
                    <a:pt x="1966684" y="409902"/>
                  </a:lnTo>
                  <a:lnTo>
                    <a:pt x="1956996" y="408973"/>
                  </a:lnTo>
                  <a:lnTo>
                    <a:pt x="1947308" y="408037"/>
                  </a:lnTo>
                  <a:lnTo>
                    <a:pt x="1937619" y="407091"/>
                  </a:lnTo>
                  <a:lnTo>
                    <a:pt x="1927931" y="406138"/>
                  </a:lnTo>
                  <a:lnTo>
                    <a:pt x="1918243" y="405176"/>
                  </a:lnTo>
                  <a:lnTo>
                    <a:pt x="1908555" y="404205"/>
                  </a:lnTo>
                  <a:lnTo>
                    <a:pt x="1898867" y="403226"/>
                  </a:lnTo>
                  <a:lnTo>
                    <a:pt x="1889179" y="402238"/>
                  </a:lnTo>
                  <a:lnTo>
                    <a:pt x="1879491" y="401237"/>
                  </a:lnTo>
                  <a:lnTo>
                    <a:pt x="1869803" y="400226"/>
                  </a:lnTo>
                  <a:lnTo>
                    <a:pt x="1860115" y="399206"/>
                  </a:lnTo>
                  <a:lnTo>
                    <a:pt x="1850427" y="397918"/>
                  </a:lnTo>
                  <a:lnTo>
                    <a:pt x="1840738" y="396499"/>
                  </a:lnTo>
                  <a:lnTo>
                    <a:pt x="1831050" y="395063"/>
                  </a:lnTo>
                  <a:lnTo>
                    <a:pt x="1821362" y="393609"/>
                  </a:lnTo>
                  <a:lnTo>
                    <a:pt x="1811674" y="392137"/>
                  </a:lnTo>
                  <a:lnTo>
                    <a:pt x="1801986" y="390644"/>
                  </a:lnTo>
                  <a:lnTo>
                    <a:pt x="1792298" y="389128"/>
                  </a:lnTo>
                  <a:lnTo>
                    <a:pt x="1782610" y="387593"/>
                  </a:lnTo>
                  <a:lnTo>
                    <a:pt x="1772922" y="386038"/>
                  </a:lnTo>
                  <a:lnTo>
                    <a:pt x="1763234" y="384461"/>
                  </a:lnTo>
                  <a:lnTo>
                    <a:pt x="1753546" y="382863"/>
                  </a:lnTo>
                  <a:lnTo>
                    <a:pt x="1743857" y="381454"/>
                  </a:lnTo>
                  <a:lnTo>
                    <a:pt x="1734169" y="380262"/>
                  </a:lnTo>
                  <a:lnTo>
                    <a:pt x="1724481" y="379060"/>
                  </a:lnTo>
                  <a:lnTo>
                    <a:pt x="1714793" y="377370"/>
                  </a:lnTo>
                  <a:lnTo>
                    <a:pt x="1705105" y="375455"/>
                  </a:lnTo>
                  <a:lnTo>
                    <a:pt x="1695417" y="373506"/>
                  </a:lnTo>
                  <a:lnTo>
                    <a:pt x="1685729" y="371529"/>
                  </a:lnTo>
                  <a:lnTo>
                    <a:pt x="1676041" y="369525"/>
                  </a:lnTo>
                  <a:lnTo>
                    <a:pt x="1666353" y="367620"/>
                  </a:lnTo>
                  <a:lnTo>
                    <a:pt x="1656665" y="365822"/>
                  </a:lnTo>
                  <a:lnTo>
                    <a:pt x="1646976" y="364002"/>
                  </a:lnTo>
                  <a:lnTo>
                    <a:pt x="1637288" y="362160"/>
                  </a:lnTo>
                  <a:lnTo>
                    <a:pt x="1627600" y="360296"/>
                  </a:lnTo>
                  <a:lnTo>
                    <a:pt x="1617912" y="358410"/>
                  </a:lnTo>
                  <a:lnTo>
                    <a:pt x="1608224" y="356501"/>
                  </a:lnTo>
                  <a:lnTo>
                    <a:pt x="1598536" y="354568"/>
                  </a:lnTo>
                  <a:lnTo>
                    <a:pt x="1588848" y="352610"/>
                  </a:lnTo>
                  <a:lnTo>
                    <a:pt x="1579160" y="350629"/>
                  </a:lnTo>
                  <a:lnTo>
                    <a:pt x="1569472" y="348623"/>
                  </a:lnTo>
                  <a:lnTo>
                    <a:pt x="1559784" y="346498"/>
                  </a:lnTo>
                  <a:lnTo>
                    <a:pt x="1550095" y="344375"/>
                  </a:lnTo>
                  <a:lnTo>
                    <a:pt x="1540407" y="342481"/>
                  </a:lnTo>
                  <a:lnTo>
                    <a:pt x="1530719" y="340385"/>
                  </a:lnTo>
                  <a:lnTo>
                    <a:pt x="1521031" y="338261"/>
                  </a:lnTo>
                  <a:lnTo>
                    <a:pt x="1511343" y="336111"/>
                  </a:lnTo>
                  <a:lnTo>
                    <a:pt x="1501655" y="333884"/>
                  </a:lnTo>
                  <a:lnTo>
                    <a:pt x="1491967" y="331743"/>
                  </a:lnTo>
                  <a:lnTo>
                    <a:pt x="1482279" y="329529"/>
                  </a:lnTo>
                  <a:lnTo>
                    <a:pt x="1472591" y="327289"/>
                  </a:lnTo>
                  <a:lnTo>
                    <a:pt x="1462903" y="325023"/>
                  </a:lnTo>
                  <a:lnTo>
                    <a:pt x="1453214" y="322707"/>
                  </a:lnTo>
                  <a:lnTo>
                    <a:pt x="1443526" y="319560"/>
                  </a:lnTo>
                  <a:lnTo>
                    <a:pt x="1433838" y="317068"/>
                  </a:lnTo>
                  <a:lnTo>
                    <a:pt x="1424150" y="314545"/>
                  </a:lnTo>
                  <a:lnTo>
                    <a:pt x="1414462" y="311991"/>
                  </a:lnTo>
                  <a:lnTo>
                    <a:pt x="1404774" y="309405"/>
                  </a:lnTo>
                  <a:lnTo>
                    <a:pt x="1395086" y="307215"/>
                  </a:lnTo>
                  <a:lnTo>
                    <a:pt x="1385398" y="305232"/>
                  </a:lnTo>
                  <a:lnTo>
                    <a:pt x="1375710" y="303231"/>
                  </a:lnTo>
                  <a:lnTo>
                    <a:pt x="1366022" y="300702"/>
                  </a:lnTo>
                  <a:lnTo>
                    <a:pt x="1356333" y="297967"/>
                  </a:lnTo>
                  <a:lnTo>
                    <a:pt x="1346645" y="295256"/>
                  </a:lnTo>
                  <a:lnTo>
                    <a:pt x="1336957" y="292214"/>
                  </a:lnTo>
                  <a:lnTo>
                    <a:pt x="1327269" y="288945"/>
                  </a:lnTo>
                  <a:lnTo>
                    <a:pt x="1317581" y="285858"/>
                  </a:lnTo>
                  <a:lnTo>
                    <a:pt x="1307893" y="282731"/>
                  </a:lnTo>
                  <a:lnTo>
                    <a:pt x="1298205" y="279823"/>
                  </a:lnTo>
                  <a:lnTo>
                    <a:pt x="1288517" y="277351"/>
                  </a:lnTo>
                  <a:lnTo>
                    <a:pt x="1278829" y="275422"/>
                  </a:lnTo>
                  <a:lnTo>
                    <a:pt x="1269141" y="273417"/>
                  </a:lnTo>
                  <a:lnTo>
                    <a:pt x="1259452" y="270537"/>
                  </a:lnTo>
                  <a:lnTo>
                    <a:pt x="1249764" y="267624"/>
                  </a:lnTo>
                  <a:lnTo>
                    <a:pt x="1240076" y="264673"/>
                  </a:lnTo>
                  <a:lnTo>
                    <a:pt x="1230388" y="261922"/>
                  </a:lnTo>
                  <a:lnTo>
                    <a:pt x="1220700" y="260810"/>
                  </a:lnTo>
                  <a:lnTo>
                    <a:pt x="1211012" y="257285"/>
                  </a:lnTo>
                  <a:lnTo>
                    <a:pt x="1201324" y="253788"/>
                  </a:lnTo>
                  <a:lnTo>
                    <a:pt x="1191636" y="250962"/>
                  </a:lnTo>
                  <a:lnTo>
                    <a:pt x="1181948" y="248295"/>
                  </a:lnTo>
                  <a:lnTo>
                    <a:pt x="1172260" y="245527"/>
                  </a:lnTo>
                  <a:lnTo>
                    <a:pt x="1162571" y="242703"/>
                  </a:lnTo>
                  <a:lnTo>
                    <a:pt x="1152883" y="239846"/>
                  </a:lnTo>
                  <a:lnTo>
                    <a:pt x="1143195" y="236960"/>
                  </a:lnTo>
                  <a:lnTo>
                    <a:pt x="1133507" y="234046"/>
                  </a:lnTo>
                  <a:lnTo>
                    <a:pt x="1123819" y="231103"/>
                  </a:lnTo>
                  <a:lnTo>
                    <a:pt x="1114131" y="228782"/>
                  </a:lnTo>
                  <a:lnTo>
                    <a:pt x="1104443" y="227296"/>
                  </a:lnTo>
                  <a:lnTo>
                    <a:pt x="1094755" y="224247"/>
                  </a:lnTo>
                  <a:lnTo>
                    <a:pt x="1085067" y="221168"/>
                  </a:lnTo>
                  <a:lnTo>
                    <a:pt x="1075379" y="218012"/>
                  </a:lnTo>
                  <a:lnTo>
                    <a:pt x="1065690" y="215080"/>
                  </a:lnTo>
                  <a:lnTo>
                    <a:pt x="1056002" y="213149"/>
                  </a:lnTo>
                  <a:lnTo>
                    <a:pt x="1046314" y="211208"/>
                  </a:lnTo>
                  <a:lnTo>
                    <a:pt x="1036626" y="208659"/>
                  </a:lnTo>
                  <a:lnTo>
                    <a:pt x="1026938" y="207349"/>
                  </a:lnTo>
                  <a:lnTo>
                    <a:pt x="1017250" y="205439"/>
                  </a:lnTo>
                  <a:lnTo>
                    <a:pt x="1007562" y="203518"/>
                  </a:lnTo>
                  <a:lnTo>
                    <a:pt x="997874" y="201585"/>
                  </a:lnTo>
                  <a:lnTo>
                    <a:pt x="988186" y="199624"/>
                  </a:lnTo>
                  <a:lnTo>
                    <a:pt x="978498" y="197568"/>
                  </a:lnTo>
                  <a:lnTo>
                    <a:pt x="968809" y="193729"/>
                  </a:lnTo>
                  <a:lnTo>
                    <a:pt x="959121" y="191542"/>
                  </a:lnTo>
                  <a:lnTo>
                    <a:pt x="949433" y="189340"/>
                  </a:lnTo>
                  <a:lnTo>
                    <a:pt x="939745" y="186770"/>
                  </a:lnTo>
                  <a:lnTo>
                    <a:pt x="930057" y="184059"/>
                  </a:lnTo>
                  <a:lnTo>
                    <a:pt x="920369" y="181861"/>
                  </a:lnTo>
                  <a:lnTo>
                    <a:pt x="910681" y="180325"/>
                  </a:lnTo>
                  <a:lnTo>
                    <a:pt x="900993" y="178075"/>
                  </a:lnTo>
                  <a:lnTo>
                    <a:pt x="891305" y="175771"/>
                  </a:lnTo>
                  <a:lnTo>
                    <a:pt x="881617" y="173821"/>
                  </a:lnTo>
                  <a:lnTo>
                    <a:pt x="871928" y="171157"/>
                  </a:lnTo>
                  <a:lnTo>
                    <a:pt x="862240" y="168806"/>
                  </a:lnTo>
                  <a:lnTo>
                    <a:pt x="852552" y="166463"/>
                  </a:lnTo>
                  <a:lnTo>
                    <a:pt x="842864" y="164691"/>
                  </a:lnTo>
                  <a:lnTo>
                    <a:pt x="833176" y="162953"/>
                  </a:lnTo>
                  <a:lnTo>
                    <a:pt x="823488" y="159344"/>
                  </a:lnTo>
                  <a:lnTo>
                    <a:pt x="813800" y="156898"/>
                  </a:lnTo>
                  <a:lnTo>
                    <a:pt x="804112" y="152167"/>
                  </a:lnTo>
                  <a:lnTo>
                    <a:pt x="794424" y="146865"/>
                  </a:lnTo>
                  <a:lnTo>
                    <a:pt x="784736" y="142160"/>
                  </a:lnTo>
                  <a:lnTo>
                    <a:pt x="775047" y="138388"/>
                  </a:lnTo>
                  <a:lnTo>
                    <a:pt x="765359" y="135019"/>
                  </a:lnTo>
                  <a:lnTo>
                    <a:pt x="755671" y="131325"/>
                  </a:lnTo>
                  <a:lnTo>
                    <a:pt x="745983" y="127513"/>
                  </a:lnTo>
                  <a:lnTo>
                    <a:pt x="736295" y="123907"/>
                  </a:lnTo>
                  <a:lnTo>
                    <a:pt x="726607" y="120176"/>
                  </a:lnTo>
                  <a:lnTo>
                    <a:pt x="716919" y="115254"/>
                  </a:lnTo>
                  <a:lnTo>
                    <a:pt x="707231" y="111691"/>
                  </a:lnTo>
                  <a:lnTo>
                    <a:pt x="697543" y="108780"/>
                  </a:lnTo>
                  <a:lnTo>
                    <a:pt x="687855" y="105301"/>
                  </a:lnTo>
                  <a:lnTo>
                    <a:pt x="678166" y="101568"/>
                  </a:lnTo>
                  <a:lnTo>
                    <a:pt x="668478" y="98304"/>
                  </a:lnTo>
                  <a:lnTo>
                    <a:pt x="658790" y="94274"/>
                  </a:lnTo>
                  <a:lnTo>
                    <a:pt x="649102" y="90041"/>
                  </a:lnTo>
                  <a:lnTo>
                    <a:pt x="639414" y="85104"/>
                  </a:lnTo>
                  <a:lnTo>
                    <a:pt x="629726" y="81037"/>
                  </a:lnTo>
                  <a:lnTo>
                    <a:pt x="620038" y="78373"/>
                  </a:lnTo>
                  <a:lnTo>
                    <a:pt x="610350" y="75060"/>
                  </a:lnTo>
                  <a:lnTo>
                    <a:pt x="600662" y="68627"/>
                  </a:lnTo>
                  <a:lnTo>
                    <a:pt x="590974" y="67052"/>
                  </a:lnTo>
                  <a:lnTo>
                    <a:pt x="581285" y="64083"/>
                  </a:lnTo>
                  <a:lnTo>
                    <a:pt x="571597" y="61772"/>
                  </a:lnTo>
                  <a:lnTo>
                    <a:pt x="561909" y="59660"/>
                  </a:lnTo>
                  <a:lnTo>
                    <a:pt x="552221" y="56413"/>
                  </a:lnTo>
                  <a:lnTo>
                    <a:pt x="542533" y="53907"/>
                  </a:lnTo>
                  <a:lnTo>
                    <a:pt x="532845" y="52934"/>
                  </a:lnTo>
                  <a:lnTo>
                    <a:pt x="523157" y="50676"/>
                  </a:lnTo>
                  <a:lnTo>
                    <a:pt x="513469" y="48444"/>
                  </a:lnTo>
                  <a:lnTo>
                    <a:pt x="503781" y="46132"/>
                  </a:lnTo>
                  <a:lnTo>
                    <a:pt x="494093" y="42534"/>
                  </a:lnTo>
                  <a:lnTo>
                    <a:pt x="484404" y="41535"/>
                  </a:lnTo>
                  <a:lnTo>
                    <a:pt x="474716" y="39327"/>
                  </a:lnTo>
                  <a:lnTo>
                    <a:pt x="465028" y="38746"/>
                  </a:lnTo>
                  <a:lnTo>
                    <a:pt x="455340" y="36037"/>
                  </a:lnTo>
                  <a:lnTo>
                    <a:pt x="445652" y="34820"/>
                  </a:lnTo>
                  <a:lnTo>
                    <a:pt x="435964" y="30032"/>
                  </a:lnTo>
                  <a:lnTo>
                    <a:pt x="426276" y="27694"/>
                  </a:lnTo>
                  <a:lnTo>
                    <a:pt x="416588" y="25334"/>
                  </a:lnTo>
                  <a:lnTo>
                    <a:pt x="406900" y="26520"/>
                  </a:lnTo>
                  <a:lnTo>
                    <a:pt x="397212" y="23733"/>
                  </a:lnTo>
                  <a:lnTo>
                    <a:pt x="387523" y="20568"/>
                  </a:lnTo>
                  <a:lnTo>
                    <a:pt x="377835" y="19648"/>
                  </a:lnTo>
                  <a:lnTo>
                    <a:pt x="368147" y="16693"/>
                  </a:lnTo>
                  <a:lnTo>
                    <a:pt x="358459" y="13732"/>
                  </a:lnTo>
                  <a:lnTo>
                    <a:pt x="348771" y="9972"/>
                  </a:lnTo>
                  <a:lnTo>
                    <a:pt x="339083" y="7808"/>
                  </a:lnTo>
                  <a:lnTo>
                    <a:pt x="329395" y="4702"/>
                  </a:lnTo>
                  <a:lnTo>
                    <a:pt x="319707" y="1465"/>
                  </a:lnTo>
                  <a:lnTo>
                    <a:pt x="310019" y="0"/>
                  </a:lnTo>
                  <a:lnTo>
                    <a:pt x="300331" y="3414"/>
                  </a:lnTo>
                  <a:lnTo>
                    <a:pt x="290642" y="6490"/>
                  </a:lnTo>
                  <a:lnTo>
                    <a:pt x="280954" y="9354"/>
                  </a:lnTo>
                  <a:lnTo>
                    <a:pt x="271266" y="8797"/>
                  </a:lnTo>
                  <a:lnTo>
                    <a:pt x="261578" y="8819"/>
                  </a:lnTo>
                  <a:lnTo>
                    <a:pt x="251890" y="11326"/>
                  </a:lnTo>
                  <a:lnTo>
                    <a:pt x="242202" y="10755"/>
                  </a:lnTo>
                  <a:lnTo>
                    <a:pt x="232514" y="7439"/>
                  </a:lnTo>
                  <a:lnTo>
                    <a:pt x="222826" y="6675"/>
                  </a:lnTo>
                  <a:lnTo>
                    <a:pt x="213138" y="9642"/>
                  </a:lnTo>
                  <a:lnTo>
                    <a:pt x="203450" y="8449"/>
                  </a:lnTo>
                  <a:lnTo>
                    <a:pt x="193761" y="10951"/>
                  </a:lnTo>
                  <a:lnTo>
                    <a:pt x="184073" y="10767"/>
                  </a:lnTo>
                  <a:lnTo>
                    <a:pt x="174385" y="11994"/>
                  </a:lnTo>
                  <a:lnTo>
                    <a:pt x="164697" y="14642"/>
                  </a:lnTo>
                  <a:lnTo>
                    <a:pt x="155009" y="15557"/>
                  </a:lnTo>
                  <a:lnTo>
                    <a:pt x="145321" y="17945"/>
                  </a:lnTo>
                  <a:lnTo>
                    <a:pt x="135633" y="18542"/>
                  </a:lnTo>
                  <a:lnTo>
                    <a:pt x="125945" y="19905"/>
                  </a:lnTo>
                  <a:lnTo>
                    <a:pt x="116257" y="22641"/>
                  </a:lnTo>
                  <a:lnTo>
                    <a:pt x="106569" y="25634"/>
                  </a:lnTo>
                  <a:lnTo>
                    <a:pt x="96880" y="29728"/>
                  </a:lnTo>
                  <a:lnTo>
                    <a:pt x="87192" y="34279"/>
                  </a:lnTo>
                  <a:lnTo>
                    <a:pt x="77504" y="38314"/>
                  </a:lnTo>
                  <a:lnTo>
                    <a:pt x="67816" y="43312"/>
                  </a:lnTo>
                  <a:lnTo>
                    <a:pt x="58128" y="45340"/>
                  </a:lnTo>
                  <a:lnTo>
                    <a:pt x="48440" y="51200"/>
                  </a:lnTo>
                  <a:lnTo>
                    <a:pt x="38752" y="55340"/>
                  </a:lnTo>
                  <a:lnTo>
                    <a:pt x="29064" y="61020"/>
                  </a:lnTo>
                  <a:lnTo>
                    <a:pt x="19376" y="60591"/>
                  </a:lnTo>
                  <a:lnTo>
                    <a:pt x="9688" y="64429"/>
                  </a:lnTo>
                  <a:lnTo>
                    <a:pt x="0" y="698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3502457" y="3505747"/>
              <a:ext cx="2509217" cy="597446"/>
            </a:xfrm>
            <a:custGeom>
              <a:avLst/>
              <a:pathLst>
                <a:path w="2509217" h="597446">
                  <a:moveTo>
                    <a:pt x="0" y="597446"/>
                  </a:moveTo>
                  <a:lnTo>
                    <a:pt x="9688" y="594629"/>
                  </a:lnTo>
                  <a:lnTo>
                    <a:pt x="19376" y="592370"/>
                  </a:lnTo>
                  <a:lnTo>
                    <a:pt x="29064" y="590702"/>
                  </a:lnTo>
                  <a:lnTo>
                    <a:pt x="38752" y="587568"/>
                  </a:lnTo>
                  <a:lnTo>
                    <a:pt x="48440" y="586674"/>
                  </a:lnTo>
                  <a:lnTo>
                    <a:pt x="58128" y="585646"/>
                  </a:lnTo>
                  <a:lnTo>
                    <a:pt x="67816" y="584036"/>
                  </a:lnTo>
                  <a:lnTo>
                    <a:pt x="77504" y="581964"/>
                  </a:lnTo>
                  <a:lnTo>
                    <a:pt x="87192" y="581045"/>
                  </a:lnTo>
                  <a:lnTo>
                    <a:pt x="96880" y="578579"/>
                  </a:lnTo>
                  <a:lnTo>
                    <a:pt x="106569" y="576205"/>
                  </a:lnTo>
                  <a:lnTo>
                    <a:pt x="116257" y="574120"/>
                  </a:lnTo>
                  <a:lnTo>
                    <a:pt x="125945" y="570080"/>
                  </a:lnTo>
                  <a:lnTo>
                    <a:pt x="135633" y="569297"/>
                  </a:lnTo>
                  <a:lnTo>
                    <a:pt x="145321" y="567548"/>
                  </a:lnTo>
                  <a:lnTo>
                    <a:pt x="155009" y="565103"/>
                  </a:lnTo>
                  <a:lnTo>
                    <a:pt x="164697" y="562701"/>
                  </a:lnTo>
                  <a:lnTo>
                    <a:pt x="174385" y="561234"/>
                  </a:lnTo>
                  <a:lnTo>
                    <a:pt x="184073" y="559091"/>
                  </a:lnTo>
                  <a:lnTo>
                    <a:pt x="193761" y="557234"/>
                  </a:lnTo>
                  <a:lnTo>
                    <a:pt x="203450" y="554877"/>
                  </a:lnTo>
                  <a:lnTo>
                    <a:pt x="213138" y="553484"/>
                  </a:lnTo>
                  <a:lnTo>
                    <a:pt x="222826" y="550712"/>
                  </a:lnTo>
                  <a:lnTo>
                    <a:pt x="232514" y="548156"/>
                  </a:lnTo>
                  <a:lnTo>
                    <a:pt x="242202" y="544668"/>
                  </a:lnTo>
                  <a:lnTo>
                    <a:pt x="251890" y="542497"/>
                  </a:lnTo>
                  <a:lnTo>
                    <a:pt x="261578" y="540242"/>
                  </a:lnTo>
                  <a:lnTo>
                    <a:pt x="271266" y="537665"/>
                  </a:lnTo>
                  <a:lnTo>
                    <a:pt x="280954" y="533925"/>
                  </a:lnTo>
                  <a:lnTo>
                    <a:pt x="290642" y="531703"/>
                  </a:lnTo>
                  <a:lnTo>
                    <a:pt x="300331" y="528547"/>
                  </a:lnTo>
                  <a:lnTo>
                    <a:pt x="310019" y="526724"/>
                  </a:lnTo>
                  <a:lnTo>
                    <a:pt x="319707" y="524192"/>
                  </a:lnTo>
                  <a:lnTo>
                    <a:pt x="329395" y="523538"/>
                  </a:lnTo>
                  <a:lnTo>
                    <a:pt x="339083" y="522339"/>
                  </a:lnTo>
                  <a:lnTo>
                    <a:pt x="348771" y="520241"/>
                  </a:lnTo>
                  <a:lnTo>
                    <a:pt x="358459" y="518137"/>
                  </a:lnTo>
                  <a:lnTo>
                    <a:pt x="368147" y="515832"/>
                  </a:lnTo>
                  <a:lnTo>
                    <a:pt x="377835" y="512844"/>
                  </a:lnTo>
                  <a:lnTo>
                    <a:pt x="387523" y="510416"/>
                  </a:lnTo>
                  <a:lnTo>
                    <a:pt x="397212" y="507019"/>
                  </a:lnTo>
                  <a:lnTo>
                    <a:pt x="406900" y="505155"/>
                  </a:lnTo>
                  <a:lnTo>
                    <a:pt x="416588" y="503464"/>
                  </a:lnTo>
                  <a:lnTo>
                    <a:pt x="426276" y="501390"/>
                  </a:lnTo>
                  <a:lnTo>
                    <a:pt x="435964" y="498057"/>
                  </a:lnTo>
                  <a:lnTo>
                    <a:pt x="445652" y="494547"/>
                  </a:lnTo>
                  <a:lnTo>
                    <a:pt x="455340" y="492634"/>
                  </a:lnTo>
                  <a:lnTo>
                    <a:pt x="465028" y="491083"/>
                  </a:lnTo>
                  <a:lnTo>
                    <a:pt x="474716" y="489642"/>
                  </a:lnTo>
                  <a:lnTo>
                    <a:pt x="484404" y="488429"/>
                  </a:lnTo>
                  <a:lnTo>
                    <a:pt x="494093" y="487723"/>
                  </a:lnTo>
                  <a:lnTo>
                    <a:pt x="503781" y="487014"/>
                  </a:lnTo>
                  <a:lnTo>
                    <a:pt x="513469" y="483882"/>
                  </a:lnTo>
                  <a:lnTo>
                    <a:pt x="523157" y="481089"/>
                  </a:lnTo>
                  <a:lnTo>
                    <a:pt x="532845" y="478743"/>
                  </a:lnTo>
                  <a:lnTo>
                    <a:pt x="542533" y="477678"/>
                  </a:lnTo>
                  <a:lnTo>
                    <a:pt x="552221" y="476277"/>
                  </a:lnTo>
                  <a:lnTo>
                    <a:pt x="561909" y="474309"/>
                  </a:lnTo>
                  <a:lnTo>
                    <a:pt x="571597" y="472202"/>
                  </a:lnTo>
                  <a:lnTo>
                    <a:pt x="581285" y="471118"/>
                  </a:lnTo>
                  <a:lnTo>
                    <a:pt x="590974" y="468297"/>
                  </a:lnTo>
                  <a:lnTo>
                    <a:pt x="600662" y="466967"/>
                  </a:lnTo>
                  <a:lnTo>
                    <a:pt x="610350" y="463454"/>
                  </a:lnTo>
                  <a:lnTo>
                    <a:pt x="620038" y="461031"/>
                  </a:lnTo>
                  <a:lnTo>
                    <a:pt x="629726" y="460199"/>
                  </a:lnTo>
                  <a:lnTo>
                    <a:pt x="639414" y="459267"/>
                  </a:lnTo>
                  <a:lnTo>
                    <a:pt x="649102" y="456687"/>
                  </a:lnTo>
                  <a:lnTo>
                    <a:pt x="658790" y="453578"/>
                  </a:lnTo>
                  <a:lnTo>
                    <a:pt x="668478" y="450920"/>
                  </a:lnTo>
                  <a:lnTo>
                    <a:pt x="678166" y="449848"/>
                  </a:lnTo>
                  <a:lnTo>
                    <a:pt x="687855" y="448158"/>
                  </a:lnTo>
                  <a:lnTo>
                    <a:pt x="697543" y="445036"/>
                  </a:lnTo>
                  <a:lnTo>
                    <a:pt x="707231" y="442030"/>
                  </a:lnTo>
                  <a:lnTo>
                    <a:pt x="716919" y="439434"/>
                  </a:lnTo>
                  <a:lnTo>
                    <a:pt x="726607" y="437142"/>
                  </a:lnTo>
                  <a:lnTo>
                    <a:pt x="736295" y="435537"/>
                  </a:lnTo>
                  <a:lnTo>
                    <a:pt x="745983" y="433864"/>
                  </a:lnTo>
                  <a:lnTo>
                    <a:pt x="755671" y="431278"/>
                  </a:lnTo>
                  <a:lnTo>
                    <a:pt x="765359" y="427677"/>
                  </a:lnTo>
                  <a:lnTo>
                    <a:pt x="775047" y="425476"/>
                  </a:lnTo>
                  <a:lnTo>
                    <a:pt x="784736" y="422961"/>
                  </a:lnTo>
                  <a:lnTo>
                    <a:pt x="794424" y="421021"/>
                  </a:lnTo>
                  <a:lnTo>
                    <a:pt x="804112" y="419747"/>
                  </a:lnTo>
                  <a:lnTo>
                    <a:pt x="813800" y="418672"/>
                  </a:lnTo>
                  <a:lnTo>
                    <a:pt x="823488" y="418287"/>
                  </a:lnTo>
                  <a:lnTo>
                    <a:pt x="833176" y="414507"/>
                  </a:lnTo>
                  <a:lnTo>
                    <a:pt x="842864" y="412189"/>
                  </a:lnTo>
                  <a:lnTo>
                    <a:pt x="852552" y="409197"/>
                  </a:lnTo>
                  <a:lnTo>
                    <a:pt x="862240" y="406694"/>
                  </a:lnTo>
                  <a:lnTo>
                    <a:pt x="871928" y="406059"/>
                  </a:lnTo>
                  <a:lnTo>
                    <a:pt x="881617" y="402401"/>
                  </a:lnTo>
                  <a:lnTo>
                    <a:pt x="891305" y="399365"/>
                  </a:lnTo>
                  <a:lnTo>
                    <a:pt x="900993" y="395599"/>
                  </a:lnTo>
                  <a:lnTo>
                    <a:pt x="910681" y="391911"/>
                  </a:lnTo>
                  <a:lnTo>
                    <a:pt x="920369" y="389622"/>
                  </a:lnTo>
                  <a:lnTo>
                    <a:pt x="930057" y="387651"/>
                  </a:lnTo>
                  <a:lnTo>
                    <a:pt x="939745" y="384862"/>
                  </a:lnTo>
                  <a:lnTo>
                    <a:pt x="949433" y="384394"/>
                  </a:lnTo>
                  <a:lnTo>
                    <a:pt x="959121" y="382078"/>
                  </a:lnTo>
                  <a:lnTo>
                    <a:pt x="968809" y="378990"/>
                  </a:lnTo>
                  <a:lnTo>
                    <a:pt x="978498" y="376924"/>
                  </a:lnTo>
                  <a:lnTo>
                    <a:pt x="988186" y="375993"/>
                  </a:lnTo>
                  <a:lnTo>
                    <a:pt x="997874" y="373145"/>
                  </a:lnTo>
                  <a:lnTo>
                    <a:pt x="1007562" y="370598"/>
                  </a:lnTo>
                  <a:lnTo>
                    <a:pt x="1017250" y="367133"/>
                  </a:lnTo>
                  <a:lnTo>
                    <a:pt x="1026938" y="364708"/>
                  </a:lnTo>
                  <a:lnTo>
                    <a:pt x="1036626" y="364263"/>
                  </a:lnTo>
                  <a:lnTo>
                    <a:pt x="1046314" y="362255"/>
                  </a:lnTo>
                  <a:lnTo>
                    <a:pt x="1056002" y="359995"/>
                  </a:lnTo>
                  <a:lnTo>
                    <a:pt x="1065690" y="357238"/>
                  </a:lnTo>
                  <a:lnTo>
                    <a:pt x="1075379" y="354332"/>
                  </a:lnTo>
                  <a:lnTo>
                    <a:pt x="1085067" y="351860"/>
                  </a:lnTo>
                  <a:lnTo>
                    <a:pt x="1094755" y="349089"/>
                  </a:lnTo>
                  <a:lnTo>
                    <a:pt x="1104443" y="348384"/>
                  </a:lnTo>
                  <a:lnTo>
                    <a:pt x="1114131" y="344615"/>
                  </a:lnTo>
                  <a:lnTo>
                    <a:pt x="1123819" y="343219"/>
                  </a:lnTo>
                  <a:lnTo>
                    <a:pt x="1133507" y="341040"/>
                  </a:lnTo>
                  <a:lnTo>
                    <a:pt x="1143195" y="338934"/>
                  </a:lnTo>
                  <a:lnTo>
                    <a:pt x="1152883" y="335008"/>
                  </a:lnTo>
                  <a:lnTo>
                    <a:pt x="1162571" y="332511"/>
                  </a:lnTo>
                  <a:lnTo>
                    <a:pt x="1172260" y="330253"/>
                  </a:lnTo>
                  <a:lnTo>
                    <a:pt x="1181948" y="326873"/>
                  </a:lnTo>
                  <a:lnTo>
                    <a:pt x="1191636" y="322818"/>
                  </a:lnTo>
                  <a:lnTo>
                    <a:pt x="1201324" y="319932"/>
                  </a:lnTo>
                  <a:lnTo>
                    <a:pt x="1211012" y="317923"/>
                  </a:lnTo>
                  <a:lnTo>
                    <a:pt x="1220700" y="315346"/>
                  </a:lnTo>
                  <a:lnTo>
                    <a:pt x="1230388" y="310756"/>
                  </a:lnTo>
                  <a:lnTo>
                    <a:pt x="1240076" y="308523"/>
                  </a:lnTo>
                  <a:lnTo>
                    <a:pt x="1249764" y="307164"/>
                  </a:lnTo>
                  <a:lnTo>
                    <a:pt x="1259452" y="305082"/>
                  </a:lnTo>
                  <a:lnTo>
                    <a:pt x="1269141" y="303553"/>
                  </a:lnTo>
                  <a:lnTo>
                    <a:pt x="1278829" y="300149"/>
                  </a:lnTo>
                  <a:lnTo>
                    <a:pt x="1288517" y="297615"/>
                  </a:lnTo>
                  <a:lnTo>
                    <a:pt x="1298205" y="294954"/>
                  </a:lnTo>
                  <a:lnTo>
                    <a:pt x="1307893" y="293998"/>
                  </a:lnTo>
                  <a:lnTo>
                    <a:pt x="1317581" y="292656"/>
                  </a:lnTo>
                  <a:lnTo>
                    <a:pt x="1327269" y="291405"/>
                  </a:lnTo>
                  <a:lnTo>
                    <a:pt x="1336957" y="289395"/>
                  </a:lnTo>
                  <a:lnTo>
                    <a:pt x="1346645" y="287588"/>
                  </a:lnTo>
                  <a:lnTo>
                    <a:pt x="1356333" y="285477"/>
                  </a:lnTo>
                  <a:lnTo>
                    <a:pt x="1366022" y="281977"/>
                  </a:lnTo>
                  <a:lnTo>
                    <a:pt x="1375710" y="279995"/>
                  </a:lnTo>
                  <a:lnTo>
                    <a:pt x="1385398" y="278687"/>
                  </a:lnTo>
                  <a:lnTo>
                    <a:pt x="1395086" y="277269"/>
                  </a:lnTo>
                  <a:lnTo>
                    <a:pt x="1404774" y="274509"/>
                  </a:lnTo>
                  <a:lnTo>
                    <a:pt x="1414462" y="272507"/>
                  </a:lnTo>
                  <a:lnTo>
                    <a:pt x="1424150" y="269607"/>
                  </a:lnTo>
                  <a:lnTo>
                    <a:pt x="1433838" y="266350"/>
                  </a:lnTo>
                  <a:lnTo>
                    <a:pt x="1443526" y="262443"/>
                  </a:lnTo>
                  <a:lnTo>
                    <a:pt x="1453214" y="257882"/>
                  </a:lnTo>
                  <a:lnTo>
                    <a:pt x="1462903" y="255112"/>
                  </a:lnTo>
                  <a:lnTo>
                    <a:pt x="1472591" y="252469"/>
                  </a:lnTo>
                  <a:lnTo>
                    <a:pt x="1482279" y="247544"/>
                  </a:lnTo>
                  <a:lnTo>
                    <a:pt x="1491967" y="244774"/>
                  </a:lnTo>
                  <a:lnTo>
                    <a:pt x="1501655" y="242750"/>
                  </a:lnTo>
                  <a:lnTo>
                    <a:pt x="1511343" y="240279"/>
                  </a:lnTo>
                  <a:lnTo>
                    <a:pt x="1521031" y="238936"/>
                  </a:lnTo>
                  <a:lnTo>
                    <a:pt x="1530719" y="237452"/>
                  </a:lnTo>
                  <a:lnTo>
                    <a:pt x="1540407" y="234209"/>
                  </a:lnTo>
                  <a:lnTo>
                    <a:pt x="1550095" y="231648"/>
                  </a:lnTo>
                  <a:lnTo>
                    <a:pt x="1559784" y="229055"/>
                  </a:lnTo>
                  <a:lnTo>
                    <a:pt x="1569472" y="227201"/>
                  </a:lnTo>
                  <a:lnTo>
                    <a:pt x="1579160" y="224191"/>
                  </a:lnTo>
                  <a:lnTo>
                    <a:pt x="1588848" y="224277"/>
                  </a:lnTo>
                  <a:lnTo>
                    <a:pt x="1598536" y="220499"/>
                  </a:lnTo>
                  <a:lnTo>
                    <a:pt x="1608224" y="217252"/>
                  </a:lnTo>
                  <a:lnTo>
                    <a:pt x="1617912" y="213287"/>
                  </a:lnTo>
                  <a:lnTo>
                    <a:pt x="1627600" y="211180"/>
                  </a:lnTo>
                  <a:lnTo>
                    <a:pt x="1637288" y="209468"/>
                  </a:lnTo>
                  <a:lnTo>
                    <a:pt x="1646976" y="206898"/>
                  </a:lnTo>
                  <a:lnTo>
                    <a:pt x="1656665" y="204368"/>
                  </a:lnTo>
                  <a:lnTo>
                    <a:pt x="1666353" y="202449"/>
                  </a:lnTo>
                  <a:lnTo>
                    <a:pt x="1676041" y="200208"/>
                  </a:lnTo>
                  <a:lnTo>
                    <a:pt x="1685729" y="198096"/>
                  </a:lnTo>
                  <a:lnTo>
                    <a:pt x="1695417" y="195677"/>
                  </a:lnTo>
                  <a:lnTo>
                    <a:pt x="1705105" y="193282"/>
                  </a:lnTo>
                  <a:lnTo>
                    <a:pt x="1714793" y="191140"/>
                  </a:lnTo>
                  <a:lnTo>
                    <a:pt x="1724481" y="188340"/>
                  </a:lnTo>
                  <a:lnTo>
                    <a:pt x="1734169" y="186511"/>
                  </a:lnTo>
                  <a:lnTo>
                    <a:pt x="1743857" y="184489"/>
                  </a:lnTo>
                  <a:lnTo>
                    <a:pt x="1753546" y="183202"/>
                  </a:lnTo>
                  <a:lnTo>
                    <a:pt x="1763234" y="183117"/>
                  </a:lnTo>
                  <a:lnTo>
                    <a:pt x="1772922" y="182537"/>
                  </a:lnTo>
                  <a:lnTo>
                    <a:pt x="1782610" y="179188"/>
                  </a:lnTo>
                  <a:lnTo>
                    <a:pt x="1792298" y="176967"/>
                  </a:lnTo>
                  <a:lnTo>
                    <a:pt x="1801986" y="174373"/>
                  </a:lnTo>
                  <a:lnTo>
                    <a:pt x="1811674" y="172669"/>
                  </a:lnTo>
                  <a:lnTo>
                    <a:pt x="1821362" y="170294"/>
                  </a:lnTo>
                  <a:lnTo>
                    <a:pt x="1831050" y="167353"/>
                  </a:lnTo>
                  <a:lnTo>
                    <a:pt x="1840738" y="164663"/>
                  </a:lnTo>
                  <a:lnTo>
                    <a:pt x="1850427" y="162433"/>
                  </a:lnTo>
                  <a:lnTo>
                    <a:pt x="1860115" y="161856"/>
                  </a:lnTo>
                  <a:lnTo>
                    <a:pt x="1869803" y="160318"/>
                  </a:lnTo>
                  <a:lnTo>
                    <a:pt x="1879491" y="158667"/>
                  </a:lnTo>
                  <a:lnTo>
                    <a:pt x="1889179" y="156259"/>
                  </a:lnTo>
                  <a:lnTo>
                    <a:pt x="1898867" y="154242"/>
                  </a:lnTo>
                  <a:lnTo>
                    <a:pt x="1908555" y="151833"/>
                  </a:lnTo>
                  <a:lnTo>
                    <a:pt x="1918243" y="149271"/>
                  </a:lnTo>
                  <a:lnTo>
                    <a:pt x="1927931" y="147291"/>
                  </a:lnTo>
                  <a:lnTo>
                    <a:pt x="1937619" y="144843"/>
                  </a:lnTo>
                  <a:lnTo>
                    <a:pt x="1947308" y="141939"/>
                  </a:lnTo>
                  <a:lnTo>
                    <a:pt x="1956996" y="138853"/>
                  </a:lnTo>
                  <a:lnTo>
                    <a:pt x="1966684" y="135728"/>
                  </a:lnTo>
                  <a:lnTo>
                    <a:pt x="1976372" y="133279"/>
                  </a:lnTo>
                  <a:lnTo>
                    <a:pt x="1986060" y="129033"/>
                  </a:lnTo>
                  <a:lnTo>
                    <a:pt x="1995748" y="126312"/>
                  </a:lnTo>
                  <a:lnTo>
                    <a:pt x="2005436" y="123785"/>
                  </a:lnTo>
                  <a:lnTo>
                    <a:pt x="2015124" y="120666"/>
                  </a:lnTo>
                  <a:lnTo>
                    <a:pt x="2024812" y="118193"/>
                  </a:lnTo>
                  <a:lnTo>
                    <a:pt x="2034500" y="115120"/>
                  </a:lnTo>
                  <a:lnTo>
                    <a:pt x="2044188" y="113395"/>
                  </a:lnTo>
                  <a:lnTo>
                    <a:pt x="2053877" y="110281"/>
                  </a:lnTo>
                  <a:lnTo>
                    <a:pt x="2063565" y="107687"/>
                  </a:lnTo>
                  <a:lnTo>
                    <a:pt x="2073253" y="105049"/>
                  </a:lnTo>
                  <a:lnTo>
                    <a:pt x="2082941" y="102689"/>
                  </a:lnTo>
                  <a:lnTo>
                    <a:pt x="2092629" y="100506"/>
                  </a:lnTo>
                  <a:lnTo>
                    <a:pt x="2102317" y="99013"/>
                  </a:lnTo>
                  <a:lnTo>
                    <a:pt x="2112005" y="96634"/>
                  </a:lnTo>
                  <a:lnTo>
                    <a:pt x="2121693" y="95271"/>
                  </a:lnTo>
                  <a:lnTo>
                    <a:pt x="2131381" y="93432"/>
                  </a:lnTo>
                  <a:lnTo>
                    <a:pt x="2141069" y="92673"/>
                  </a:lnTo>
                  <a:lnTo>
                    <a:pt x="2150758" y="90521"/>
                  </a:lnTo>
                  <a:lnTo>
                    <a:pt x="2160446" y="88843"/>
                  </a:lnTo>
                  <a:lnTo>
                    <a:pt x="2170134" y="87524"/>
                  </a:lnTo>
                  <a:lnTo>
                    <a:pt x="2179822" y="84879"/>
                  </a:lnTo>
                  <a:lnTo>
                    <a:pt x="2189510" y="82034"/>
                  </a:lnTo>
                  <a:lnTo>
                    <a:pt x="2199198" y="80017"/>
                  </a:lnTo>
                  <a:lnTo>
                    <a:pt x="2208886" y="77401"/>
                  </a:lnTo>
                  <a:lnTo>
                    <a:pt x="2218574" y="75035"/>
                  </a:lnTo>
                  <a:lnTo>
                    <a:pt x="2228262" y="72400"/>
                  </a:lnTo>
                  <a:lnTo>
                    <a:pt x="2237950" y="69124"/>
                  </a:lnTo>
                  <a:lnTo>
                    <a:pt x="2247639" y="66520"/>
                  </a:lnTo>
                  <a:lnTo>
                    <a:pt x="2257327" y="64400"/>
                  </a:lnTo>
                  <a:lnTo>
                    <a:pt x="2267015" y="61335"/>
                  </a:lnTo>
                  <a:lnTo>
                    <a:pt x="2276703" y="59305"/>
                  </a:lnTo>
                  <a:lnTo>
                    <a:pt x="2286391" y="57371"/>
                  </a:lnTo>
                  <a:lnTo>
                    <a:pt x="2296079" y="55056"/>
                  </a:lnTo>
                  <a:lnTo>
                    <a:pt x="2305767" y="53145"/>
                  </a:lnTo>
                  <a:lnTo>
                    <a:pt x="2315455" y="50783"/>
                  </a:lnTo>
                  <a:lnTo>
                    <a:pt x="2325143" y="49255"/>
                  </a:lnTo>
                  <a:lnTo>
                    <a:pt x="2334831" y="47242"/>
                  </a:lnTo>
                  <a:lnTo>
                    <a:pt x="2344520" y="44894"/>
                  </a:lnTo>
                  <a:lnTo>
                    <a:pt x="2354208" y="41703"/>
                  </a:lnTo>
                  <a:lnTo>
                    <a:pt x="2363896" y="39777"/>
                  </a:lnTo>
                  <a:lnTo>
                    <a:pt x="2373584" y="37546"/>
                  </a:lnTo>
                  <a:lnTo>
                    <a:pt x="2383272" y="35611"/>
                  </a:lnTo>
                  <a:lnTo>
                    <a:pt x="2392960" y="32678"/>
                  </a:lnTo>
                  <a:lnTo>
                    <a:pt x="2402648" y="28431"/>
                  </a:lnTo>
                  <a:lnTo>
                    <a:pt x="2412336" y="23873"/>
                  </a:lnTo>
                  <a:lnTo>
                    <a:pt x="2422024" y="21493"/>
                  </a:lnTo>
                  <a:lnTo>
                    <a:pt x="2431712" y="20494"/>
                  </a:lnTo>
                  <a:lnTo>
                    <a:pt x="2441401" y="18325"/>
                  </a:lnTo>
                  <a:lnTo>
                    <a:pt x="2451089" y="15219"/>
                  </a:lnTo>
                  <a:lnTo>
                    <a:pt x="2460777" y="12375"/>
                  </a:lnTo>
                  <a:lnTo>
                    <a:pt x="2470465" y="8452"/>
                  </a:lnTo>
                  <a:lnTo>
                    <a:pt x="2480153" y="7287"/>
                  </a:lnTo>
                  <a:lnTo>
                    <a:pt x="2489841" y="5263"/>
                  </a:lnTo>
                  <a:lnTo>
                    <a:pt x="2499529" y="2550"/>
                  </a:lnTo>
                  <a:lnTo>
                    <a:pt x="2509217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3502457" y="2326557"/>
              <a:ext cx="2509217" cy="1856073"/>
            </a:xfrm>
            <a:custGeom>
              <a:avLst/>
              <a:pathLst>
                <a:path w="2509217" h="1856073">
                  <a:moveTo>
                    <a:pt x="0" y="1856073"/>
                  </a:moveTo>
                  <a:lnTo>
                    <a:pt x="9688" y="1849276"/>
                  </a:lnTo>
                  <a:lnTo>
                    <a:pt x="19376" y="1842896"/>
                  </a:lnTo>
                  <a:lnTo>
                    <a:pt x="29064" y="1835510"/>
                  </a:lnTo>
                  <a:lnTo>
                    <a:pt x="38752" y="1829717"/>
                  </a:lnTo>
                  <a:lnTo>
                    <a:pt x="48440" y="1823713"/>
                  </a:lnTo>
                  <a:lnTo>
                    <a:pt x="58128" y="1817048"/>
                  </a:lnTo>
                  <a:lnTo>
                    <a:pt x="67816" y="1811755"/>
                  </a:lnTo>
                  <a:lnTo>
                    <a:pt x="77504" y="1804820"/>
                  </a:lnTo>
                  <a:lnTo>
                    <a:pt x="87192" y="1797355"/>
                  </a:lnTo>
                  <a:lnTo>
                    <a:pt x="96880" y="1789563"/>
                  </a:lnTo>
                  <a:lnTo>
                    <a:pt x="106569" y="1782366"/>
                  </a:lnTo>
                  <a:lnTo>
                    <a:pt x="116257" y="1775252"/>
                  </a:lnTo>
                  <a:lnTo>
                    <a:pt x="125945" y="1768629"/>
                  </a:lnTo>
                  <a:lnTo>
                    <a:pt x="135633" y="1761657"/>
                  </a:lnTo>
                  <a:lnTo>
                    <a:pt x="145321" y="1754207"/>
                  </a:lnTo>
                  <a:lnTo>
                    <a:pt x="155009" y="1747828"/>
                  </a:lnTo>
                  <a:lnTo>
                    <a:pt x="164697" y="1740202"/>
                  </a:lnTo>
                  <a:lnTo>
                    <a:pt x="174385" y="1732957"/>
                  </a:lnTo>
                  <a:lnTo>
                    <a:pt x="184073" y="1725660"/>
                  </a:lnTo>
                  <a:lnTo>
                    <a:pt x="193761" y="1719018"/>
                  </a:lnTo>
                  <a:lnTo>
                    <a:pt x="203450" y="1710809"/>
                  </a:lnTo>
                  <a:lnTo>
                    <a:pt x="213138" y="1703046"/>
                  </a:lnTo>
                  <a:lnTo>
                    <a:pt x="222826" y="1695783"/>
                  </a:lnTo>
                  <a:lnTo>
                    <a:pt x="232514" y="1689680"/>
                  </a:lnTo>
                  <a:lnTo>
                    <a:pt x="242202" y="1682113"/>
                  </a:lnTo>
                  <a:lnTo>
                    <a:pt x="251890" y="1673819"/>
                  </a:lnTo>
                  <a:lnTo>
                    <a:pt x="261578" y="1665597"/>
                  </a:lnTo>
                  <a:lnTo>
                    <a:pt x="271266" y="1657120"/>
                  </a:lnTo>
                  <a:lnTo>
                    <a:pt x="280954" y="1649223"/>
                  </a:lnTo>
                  <a:lnTo>
                    <a:pt x="290642" y="1643677"/>
                  </a:lnTo>
                  <a:lnTo>
                    <a:pt x="300331" y="1634679"/>
                  </a:lnTo>
                  <a:lnTo>
                    <a:pt x="310019" y="1628841"/>
                  </a:lnTo>
                  <a:lnTo>
                    <a:pt x="319707" y="1621800"/>
                  </a:lnTo>
                  <a:lnTo>
                    <a:pt x="329395" y="1613228"/>
                  </a:lnTo>
                  <a:lnTo>
                    <a:pt x="339083" y="1605581"/>
                  </a:lnTo>
                  <a:lnTo>
                    <a:pt x="348771" y="1597327"/>
                  </a:lnTo>
                  <a:lnTo>
                    <a:pt x="358459" y="1590072"/>
                  </a:lnTo>
                  <a:lnTo>
                    <a:pt x="368147" y="1583841"/>
                  </a:lnTo>
                  <a:lnTo>
                    <a:pt x="377835" y="1577989"/>
                  </a:lnTo>
                  <a:lnTo>
                    <a:pt x="387523" y="1571172"/>
                  </a:lnTo>
                  <a:lnTo>
                    <a:pt x="397212" y="1563620"/>
                  </a:lnTo>
                  <a:lnTo>
                    <a:pt x="406900" y="1557168"/>
                  </a:lnTo>
                  <a:lnTo>
                    <a:pt x="416588" y="1550805"/>
                  </a:lnTo>
                  <a:lnTo>
                    <a:pt x="426276" y="1543969"/>
                  </a:lnTo>
                  <a:lnTo>
                    <a:pt x="435964" y="1536931"/>
                  </a:lnTo>
                  <a:lnTo>
                    <a:pt x="445652" y="1528788"/>
                  </a:lnTo>
                  <a:lnTo>
                    <a:pt x="455340" y="1522458"/>
                  </a:lnTo>
                  <a:lnTo>
                    <a:pt x="465028" y="1514691"/>
                  </a:lnTo>
                  <a:lnTo>
                    <a:pt x="474716" y="1508305"/>
                  </a:lnTo>
                  <a:lnTo>
                    <a:pt x="484404" y="1500436"/>
                  </a:lnTo>
                  <a:lnTo>
                    <a:pt x="494093" y="1493935"/>
                  </a:lnTo>
                  <a:lnTo>
                    <a:pt x="503781" y="1486680"/>
                  </a:lnTo>
                  <a:lnTo>
                    <a:pt x="513469" y="1478295"/>
                  </a:lnTo>
                  <a:lnTo>
                    <a:pt x="523157" y="1470033"/>
                  </a:lnTo>
                  <a:lnTo>
                    <a:pt x="532845" y="1463113"/>
                  </a:lnTo>
                  <a:lnTo>
                    <a:pt x="542533" y="1454339"/>
                  </a:lnTo>
                  <a:lnTo>
                    <a:pt x="552221" y="1447497"/>
                  </a:lnTo>
                  <a:lnTo>
                    <a:pt x="561909" y="1441270"/>
                  </a:lnTo>
                  <a:lnTo>
                    <a:pt x="571597" y="1434067"/>
                  </a:lnTo>
                  <a:lnTo>
                    <a:pt x="581285" y="1424334"/>
                  </a:lnTo>
                  <a:lnTo>
                    <a:pt x="590974" y="1417337"/>
                  </a:lnTo>
                  <a:lnTo>
                    <a:pt x="600662" y="1408524"/>
                  </a:lnTo>
                  <a:lnTo>
                    <a:pt x="610350" y="1401546"/>
                  </a:lnTo>
                  <a:lnTo>
                    <a:pt x="620038" y="1394015"/>
                  </a:lnTo>
                  <a:lnTo>
                    <a:pt x="629726" y="1386417"/>
                  </a:lnTo>
                  <a:lnTo>
                    <a:pt x="639414" y="1379681"/>
                  </a:lnTo>
                  <a:lnTo>
                    <a:pt x="649102" y="1373392"/>
                  </a:lnTo>
                  <a:lnTo>
                    <a:pt x="658790" y="1365740"/>
                  </a:lnTo>
                  <a:lnTo>
                    <a:pt x="668478" y="1357437"/>
                  </a:lnTo>
                  <a:lnTo>
                    <a:pt x="678166" y="1349711"/>
                  </a:lnTo>
                  <a:lnTo>
                    <a:pt x="687855" y="1342819"/>
                  </a:lnTo>
                  <a:lnTo>
                    <a:pt x="697543" y="1337133"/>
                  </a:lnTo>
                  <a:lnTo>
                    <a:pt x="707231" y="1329280"/>
                  </a:lnTo>
                  <a:lnTo>
                    <a:pt x="716919" y="1321046"/>
                  </a:lnTo>
                  <a:lnTo>
                    <a:pt x="726607" y="1314981"/>
                  </a:lnTo>
                  <a:lnTo>
                    <a:pt x="736295" y="1305372"/>
                  </a:lnTo>
                  <a:lnTo>
                    <a:pt x="745983" y="1298655"/>
                  </a:lnTo>
                  <a:lnTo>
                    <a:pt x="755671" y="1291255"/>
                  </a:lnTo>
                  <a:lnTo>
                    <a:pt x="765359" y="1283284"/>
                  </a:lnTo>
                  <a:lnTo>
                    <a:pt x="775047" y="1276850"/>
                  </a:lnTo>
                  <a:lnTo>
                    <a:pt x="784736" y="1268871"/>
                  </a:lnTo>
                  <a:lnTo>
                    <a:pt x="794424" y="1261451"/>
                  </a:lnTo>
                  <a:lnTo>
                    <a:pt x="804112" y="1255114"/>
                  </a:lnTo>
                  <a:lnTo>
                    <a:pt x="813800" y="1248729"/>
                  </a:lnTo>
                  <a:lnTo>
                    <a:pt x="823488" y="1241266"/>
                  </a:lnTo>
                  <a:lnTo>
                    <a:pt x="833176" y="1233173"/>
                  </a:lnTo>
                  <a:lnTo>
                    <a:pt x="842864" y="1224239"/>
                  </a:lnTo>
                  <a:lnTo>
                    <a:pt x="852552" y="1217394"/>
                  </a:lnTo>
                  <a:lnTo>
                    <a:pt x="862240" y="1211701"/>
                  </a:lnTo>
                  <a:lnTo>
                    <a:pt x="871928" y="1204295"/>
                  </a:lnTo>
                  <a:lnTo>
                    <a:pt x="881617" y="1196538"/>
                  </a:lnTo>
                  <a:lnTo>
                    <a:pt x="891305" y="1190089"/>
                  </a:lnTo>
                  <a:lnTo>
                    <a:pt x="900993" y="1183486"/>
                  </a:lnTo>
                  <a:lnTo>
                    <a:pt x="910681" y="1175634"/>
                  </a:lnTo>
                  <a:lnTo>
                    <a:pt x="920369" y="1169684"/>
                  </a:lnTo>
                  <a:lnTo>
                    <a:pt x="930057" y="1164019"/>
                  </a:lnTo>
                  <a:lnTo>
                    <a:pt x="939745" y="1157226"/>
                  </a:lnTo>
                  <a:lnTo>
                    <a:pt x="949433" y="1148857"/>
                  </a:lnTo>
                  <a:lnTo>
                    <a:pt x="959121" y="1141277"/>
                  </a:lnTo>
                  <a:lnTo>
                    <a:pt x="968809" y="1133561"/>
                  </a:lnTo>
                  <a:lnTo>
                    <a:pt x="978498" y="1126646"/>
                  </a:lnTo>
                  <a:lnTo>
                    <a:pt x="988186" y="1118681"/>
                  </a:lnTo>
                  <a:lnTo>
                    <a:pt x="997874" y="1109070"/>
                  </a:lnTo>
                  <a:lnTo>
                    <a:pt x="1007562" y="1100012"/>
                  </a:lnTo>
                  <a:lnTo>
                    <a:pt x="1017250" y="1092730"/>
                  </a:lnTo>
                  <a:lnTo>
                    <a:pt x="1026938" y="1085299"/>
                  </a:lnTo>
                  <a:lnTo>
                    <a:pt x="1036626" y="1077472"/>
                  </a:lnTo>
                  <a:lnTo>
                    <a:pt x="1046314" y="1071137"/>
                  </a:lnTo>
                  <a:lnTo>
                    <a:pt x="1056002" y="1064656"/>
                  </a:lnTo>
                  <a:lnTo>
                    <a:pt x="1065690" y="1056362"/>
                  </a:lnTo>
                  <a:lnTo>
                    <a:pt x="1075379" y="1049109"/>
                  </a:lnTo>
                  <a:lnTo>
                    <a:pt x="1085067" y="1039007"/>
                  </a:lnTo>
                  <a:lnTo>
                    <a:pt x="1094755" y="1029623"/>
                  </a:lnTo>
                  <a:lnTo>
                    <a:pt x="1104443" y="1023000"/>
                  </a:lnTo>
                  <a:lnTo>
                    <a:pt x="1114131" y="1015154"/>
                  </a:lnTo>
                  <a:lnTo>
                    <a:pt x="1123819" y="1006444"/>
                  </a:lnTo>
                  <a:lnTo>
                    <a:pt x="1133507" y="999258"/>
                  </a:lnTo>
                  <a:lnTo>
                    <a:pt x="1143195" y="992000"/>
                  </a:lnTo>
                  <a:lnTo>
                    <a:pt x="1152883" y="986137"/>
                  </a:lnTo>
                  <a:lnTo>
                    <a:pt x="1162571" y="978620"/>
                  </a:lnTo>
                  <a:lnTo>
                    <a:pt x="1172260" y="972841"/>
                  </a:lnTo>
                  <a:lnTo>
                    <a:pt x="1181948" y="964623"/>
                  </a:lnTo>
                  <a:lnTo>
                    <a:pt x="1191636" y="957459"/>
                  </a:lnTo>
                  <a:lnTo>
                    <a:pt x="1201324" y="949469"/>
                  </a:lnTo>
                  <a:lnTo>
                    <a:pt x="1211012" y="941849"/>
                  </a:lnTo>
                  <a:lnTo>
                    <a:pt x="1220700" y="933739"/>
                  </a:lnTo>
                  <a:lnTo>
                    <a:pt x="1230388" y="925233"/>
                  </a:lnTo>
                  <a:lnTo>
                    <a:pt x="1240076" y="918551"/>
                  </a:lnTo>
                  <a:lnTo>
                    <a:pt x="1249764" y="911628"/>
                  </a:lnTo>
                  <a:lnTo>
                    <a:pt x="1259452" y="904052"/>
                  </a:lnTo>
                  <a:lnTo>
                    <a:pt x="1269141" y="897073"/>
                  </a:lnTo>
                  <a:lnTo>
                    <a:pt x="1278829" y="889557"/>
                  </a:lnTo>
                  <a:lnTo>
                    <a:pt x="1288517" y="881560"/>
                  </a:lnTo>
                  <a:lnTo>
                    <a:pt x="1298205" y="874243"/>
                  </a:lnTo>
                  <a:lnTo>
                    <a:pt x="1307893" y="867196"/>
                  </a:lnTo>
                  <a:lnTo>
                    <a:pt x="1317581" y="859122"/>
                  </a:lnTo>
                  <a:lnTo>
                    <a:pt x="1327269" y="852646"/>
                  </a:lnTo>
                  <a:lnTo>
                    <a:pt x="1336957" y="845908"/>
                  </a:lnTo>
                  <a:lnTo>
                    <a:pt x="1346645" y="839461"/>
                  </a:lnTo>
                  <a:lnTo>
                    <a:pt x="1356333" y="831865"/>
                  </a:lnTo>
                  <a:lnTo>
                    <a:pt x="1366022" y="825843"/>
                  </a:lnTo>
                  <a:lnTo>
                    <a:pt x="1375710" y="818386"/>
                  </a:lnTo>
                  <a:lnTo>
                    <a:pt x="1385398" y="810653"/>
                  </a:lnTo>
                  <a:lnTo>
                    <a:pt x="1395086" y="802100"/>
                  </a:lnTo>
                  <a:lnTo>
                    <a:pt x="1404774" y="795582"/>
                  </a:lnTo>
                  <a:lnTo>
                    <a:pt x="1414462" y="788810"/>
                  </a:lnTo>
                  <a:lnTo>
                    <a:pt x="1424150" y="781079"/>
                  </a:lnTo>
                  <a:lnTo>
                    <a:pt x="1433838" y="773867"/>
                  </a:lnTo>
                  <a:lnTo>
                    <a:pt x="1443526" y="766620"/>
                  </a:lnTo>
                  <a:lnTo>
                    <a:pt x="1453214" y="760179"/>
                  </a:lnTo>
                  <a:lnTo>
                    <a:pt x="1462903" y="752715"/>
                  </a:lnTo>
                  <a:lnTo>
                    <a:pt x="1472591" y="746271"/>
                  </a:lnTo>
                  <a:lnTo>
                    <a:pt x="1482279" y="739841"/>
                  </a:lnTo>
                  <a:lnTo>
                    <a:pt x="1491967" y="730501"/>
                  </a:lnTo>
                  <a:lnTo>
                    <a:pt x="1501655" y="722962"/>
                  </a:lnTo>
                  <a:lnTo>
                    <a:pt x="1511343" y="717042"/>
                  </a:lnTo>
                  <a:lnTo>
                    <a:pt x="1521031" y="711392"/>
                  </a:lnTo>
                  <a:lnTo>
                    <a:pt x="1530719" y="704719"/>
                  </a:lnTo>
                  <a:lnTo>
                    <a:pt x="1540407" y="697458"/>
                  </a:lnTo>
                  <a:lnTo>
                    <a:pt x="1550095" y="690285"/>
                  </a:lnTo>
                  <a:lnTo>
                    <a:pt x="1559784" y="683175"/>
                  </a:lnTo>
                  <a:lnTo>
                    <a:pt x="1569472" y="674914"/>
                  </a:lnTo>
                  <a:lnTo>
                    <a:pt x="1579160" y="668801"/>
                  </a:lnTo>
                  <a:lnTo>
                    <a:pt x="1588848" y="662397"/>
                  </a:lnTo>
                  <a:lnTo>
                    <a:pt x="1598536" y="656523"/>
                  </a:lnTo>
                  <a:lnTo>
                    <a:pt x="1608224" y="649105"/>
                  </a:lnTo>
                  <a:lnTo>
                    <a:pt x="1617912" y="642132"/>
                  </a:lnTo>
                  <a:lnTo>
                    <a:pt x="1627600" y="634471"/>
                  </a:lnTo>
                  <a:lnTo>
                    <a:pt x="1637288" y="626207"/>
                  </a:lnTo>
                  <a:lnTo>
                    <a:pt x="1646976" y="617488"/>
                  </a:lnTo>
                  <a:lnTo>
                    <a:pt x="1656665" y="608731"/>
                  </a:lnTo>
                  <a:lnTo>
                    <a:pt x="1666353" y="602290"/>
                  </a:lnTo>
                  <a:lnTo>
                    <a:pt x="1676041" y="596421"/>
                  </a:lnTo>
                  <a:lnTo>
                    <a:pt x="1685729" y="589292"/>
                  </a:lnTo>
                  <a:lnTo>
                    <a:pt x="1695417" y="581926"/>
                  </a:lnTo>
                  <a:lnTo>
                    <a:pt x="1705105" y="575291"/>
                  </a:lnTo>
                  <a:lnTo>
                    <a:pt x="1714793" y="569006"/>
                  </a:lnTo>
                  <a:lnTo>
                    <a:pt x="1724481" y="562013"/>
                  </a:lnTo>
                  <a:lnTo>
                    <a:pt x="1734169" y="555063"/>
                  </a:lnTo>
                  <a:lnTo>
                    <a:pt x="1743857" y="547906"/>
                  </a:lnTo>
                  <a:lnTo>
                    <a:pt x="1753546" y="540902"/>
                  </a:lnTo>
                  <a:lnTo>
                    <a:pt x="1763234" y="533897"/>
                  </a:lnTo>
                  <a:lnTo>
                    <a:pt x="1772922" y="525779"/>
                  </a:lnTo>
                  <a:lnTo>
                    <a:pt x="1782610" y="518736"/>
                  </a:lnTo>
                  <a:lnTo>
                    <a:pt x="1792298" y="512141"/>
                  </a:lnTo>
                  <a:lnTo>
                    <a:pt x="1801986" y="506392"/>
                  </a:lnTo>
                  <a:lnTo>
                    <a:pt x="1811674" y="500344"/>
                  </a:lnTo>
                  <a:lnTo>
                    <a:pt x="1821362" y="491725"/>
                  </a:lnTo>
                  <a:lnTo>
                    <a:pt x="1831050" y="484267"/>
                  </a:lnTo>
                  <a:lnTo>
                    <a:pt x="1840738" y="477029"/>
                  </a:lnTo>
                  <a:lnTo>
                    <a:pt x="1850427" y="470059"/>
                  </a:lnTo>
                  <a:lnTo>
                    <a:pt x="1860115" y="463601"/>
                  </a:lnTo>
                  <a:lnTo>
                    <a:pt x="1869803" y="457132"/>
                  </a:lnTo>
                  <a:lnTo>
                    <a:pt x="1879491" y="449427"/>
                  </a:lnTo>
                  <a:lnTo>
                    <a:pt x="1889179" y="443354"/>
                  </a:lnTo>
                  <a:lnTo>
                    <a:pt x="1898867" y="436074"/>
                  </a:lnTo>
                  <a:lnTo>
                    <a:pt x="1908555" y="428325"/>
                  </a:lnTo>
                  <a:lnTo>
                    <a:pt x="1918243" y="420253"/>
                  </a:lnTo>
                  <a:lnTo>
                    <a:pt x="1927931" y="411759"/>
                  </a:lnTo>
                  <a:lnTo>
                    <a:pt x="1937619" y="402793"/>
                  </a:lnTo>
                  <a:lnTo>
                    <a:pt x="1947308" y="395975"/>
                  </a:lnTo>
                  <a:lnTo>
                    <a:pt x="1956996" y="386748"/>
                  </a:lnTo>
                  <a:lnTo>
                    <a:pt x="1966684" y="377421"/>
                  </a:lnTo>
                  <a:lnTo>
                    <a:pt x="1976372" y="368468"/>
                  </a:lnTo>
                  <a:lnTo>
                    <a:pt x="1986060" y="361490"/>
                  </a:lnTo>
                  <a:lnTo>
                    <a:pt x="1995748" y="355163"/>
                  </a:lnTo>
                  <a:lnTo>
                    <a:pt x="2005436" y="347720"/>
                  </a:lnTo>
                  <a:lnTo>
                    <a:pt x="2015124" y="339037"/>
                  </a:lnTo>
                  <a:lnTo>
                    <a:pt x="2024812" y="331959"/>
                  </a:lnTo>
                  <a:lnTo>
                    <a:pt x="2034500" y="324450"/>
                  </a:lnTo>
                  <a:lnTo>
                    <a:pt x="2044188" y="318086"/>
                  </a:lnTo>
                  <a:lnTo>
                    <a:pt x="2053877" y="312375"/>
                  </a:lnTo>
                  <a:lnTo>
                    <a:pt x="2063565" y="306029"/>
                  </a:lnTo>
                  <a:lnTo>
                    <a:pt x="2073253" y="300872"/>
                  </a:lnTo>
                  <a:lnTo>
                    <a:pt x="2082941" y="294947"/>
                  </a:lnTo>
                  <a:lnTo>
                    <a:pt x="2092629" y="287759"/>
                  </a:lnTo>
                  <a:lnTo>
                    <a:pt x="2102317" y="281073"/>
                  </a:lnTo>
                  <a:lnTo>
                    <a:pt x="2112005" y="275832"/>
                  </a:lnTo>
                  <a:lnTo>
                    <a:pt x="2121693" y="268280"/>
                  </a:lnTo>
                  <a:lnTo>
                    <a:pt x="2131381" y="260364"/>
                  </a:lnTo>
                  <a:lnTo>
                    <a:pt x="2141069" y="253857"/>
                  </a:lnTo>
                  <a:lnTo>
                    <a:pt x="2150758" y="247430"/>
                  </a:lnTo>
                  <a:lnTo>
                    <a:pt x="2160446" y="241027"/>
                  </a:lnTo>
                  <a:lnTo>
                    <a:pt x="2170134" y="233659"/>
                  </a:lnTo>
                  <a:lnTo>
                    <a:pt x="2179822" y="227320"/>
                  </a:lnTo>
                  <a:lnTo>
                    <a:pt x="2189510" y="221166"/>
                  </a:lnTo>
                  <a:lnTo>
                    <a:pt x="2199198" y="214709"/>
                  </a:lnTo>
                  <a:lnTo>
                    <a:pt x="2208886" y="206938"/>
                  </a:lnTo>
                  <a:lnTo>
                    <a:pt x="2218574" y="199260"/>
                  </a:lnTo>
                  <a:lnTo>
                    <a:pt x="2228262" y="191950"/>
                  </a:lnTo>
                  <a:lnTo>
                    <a:pt x="2237950" y="185908"/>
                  </a:lnTo>
                  <a:lnTo>
                    <a:pt x="2247639" y="179629"/>
                  </a:lnTo>
                  <a:lnTo>
                    <a:pt x="2257327" y="172238"/>
                  </a:lnTo>
                  <a:lnTo>
                    <a:pt x="2267015" y="164317"/>
                  </a:lnTo>
                  <a:lnTo>
                    <a:pt x="2276703" y="157027"/>
                  </a:lnTo>
                  <a:lnTo>
                    <a:pt x="2286391" y="149884"/>
                  </a:lnTo>
                  <a:lnTo>
                    <a:pt x="2296079" y="144025"/>
                  </a:lnTo>
                  <a:lnTo>
                    <a:pt x="2305767" y="137290"/>
                  </a:lnTo>
                  <a:lnTo>
                    <a:pt x="2315455" y="129794"/>
                  </a:lnTo>
                  <a:lnTo>
                    <a:pt x="2325143" y="123315"/>
                  </a:lnTo>
                  <a:lnTo>
                    <a:pt x="2334831" y="116971"/>
                  </a:lnTo>
                  <a:lnTo>
                    <a:pt x="2344520" y="110508"/>
                  </a:lnTo>
                  <a:lnTo>
                    <a:pt x="2354208" y="104546"/>
                  </a:lnTo>
                  <a:lnTo>
                    <a:pt x="2363896" y="98662"/>
                  </a:lnTo>
                  <a:lnTo>
                    <a:pt x="2373584" y="92401"/>
                  </a:lnTo>
                  <a:lnTo>
                    <a:pt x="2383272" y="85324"/>
                  </a:lnTo>
                  <a:lnTo>
                    <a:pt x="2392960" y="79084"/>
                  </a:lnTo>
                  <a:lnTo>
                    <a:pt x="2402648" y="72628"/>
                  </a:lnTo>
                  <a:lnTo>
                    <a:pt x="2412336" y="66036"/>
                  </a:lnTo>
                  <a:lnTo>
                    <a:pt x="2422024" y="59210"/>
                  </a:lnTo>
                  <a:lnTo>
                    <a:pt x="2431712" y="52810"/>
                  </a:lnTo>
                  <a:lnTo>
                    <a:pt x="2441401" y="46373"/>
                  </a:lnTo>
                  <a:lnTo>
                    <a:pt x="2451089" y="39824"/>
                  </a:lnTo>
                  <a:lnTo>
                    <a:pt x="2460777" y="32087"/>
                  </a:lnTo>
                  <a:lnTo>
                    <a:pt x="2470465" y="25218"/>
                  </a:lnTo>
                  <a:lnTo>
                    <a:pt x="2480153" y="17852"/>
                  </a:lnTo>
                  <a:lnTo>
                    <a:pt x="2489841" y="11532"/>
                  </a:lnTo>
                  <a:lnTo>
                    <a:pt x="2499529" y="5544"/>
                  </a:lnTo>
                  <a:lnTo>
                    <a:pt x="2509217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3502457" y="3222845"/>
              <a:ext cx="2509217" cy="723329"/>
            </a:xfrm>
            <a:custGeom>
              <a:avLst/>
              <a:pathLst>
                <a:path w="2509217" h="723329">
                  <a:moveTo>
                    <a:pt x="0" y="723329"/>
                  </a:moveTo>
                  <a:lnTo>
                    <a:pt x="9688" y="719983"/>
                  </a:lnTo>
                  <a:lnTo>
                    <a:pt x="19376" y="718332"/>
                  </a:lnTo>
                  <a:lnTo>
                    <a:pt x="29064" y="717765"/>
                  </a:lnTo>
                  <a:lnTo>
                    <a:pt x="38752" y="715328"/>
                  </a:lnTo>
                  <a:lnTo>
                    <a:pt x="48440" y="712697"/>
                  </a:lnTo>
                  <a:lnTo>
                    <a:pt x="58128" y="709567"/>
                  </a:lnTo>
                  <a:lnTo>
                    <a:pt x="67816" y="707128"/>
                  </a:lnTo>
                  <a:lnTo>
                    <a:pt x="77504" y="702968"/>
                  </a:lnTo>
                  <a:lnTo>
                    <a:pt x="87192" y="699464"/>
                  </a:lnTo>
                  <a:lnTo>
                    <a:pt x="96880" y="696112"/>
                  </a:lnTo>
                  <a:lnTo>
                    <a:pt x="106569" y="694555"/>
                  </a:lnTo>
                  <a:lnTo>
                    <a:pt x="116257" y="692478"/>
                  </a:lnTo>
                  <a:lnTo>
                    <a:pt x="125945" y="688882"/>
                  </a:lnTo>
                  <a:lnTo>
                    <a:pt x="135633" y="685040"/>
                  </a:lnTo>
                  <a:lnTo>
                    <a:pt x="145321" y="682966"/>
                  </a:lnTo>
                  <a:lnTo>
                    <a:pt x="155009" y="679883"/>
                  </a:lnTo>
                  <a:lnTo>
                    <a:pt x="164697" y="677022"/>
                  </a:lnTo>
                  <a:lnTo>
                    <a:pt x="174385" y="674146"/>
                  </a:lnTo>
                  <a:lnTo>
                    <a:pt x="184073" y="672303"/>
                  </a:lnTo>
                  <a:lnTo>
                    <a:pt x="193761" y="669530"/>
                  </a:lnTo>
                  <a:lnTo>
                    <a:pt x="203450" y="667289"/>
                  </a:lnTo>
                  <a:lnTo>
                    <a:pt x="213138" y="663824"/>
                  </a:lnTo>
                  <a:lnTo>
                    <a:pt x="222826" y="661221"/>
                  </a:lnTo>
                  <a:lnTo>
                    <a:pt x="232514" y="659232"/>
                  </a:lnTo>
                  <a:lnTo>
                    <a:pt x="242202" y="657084"/>
                  </a:lnTo>
                  <a:lnTo>
                    <a:pt x="251890" y="654491"/>
                  </a:lnTo>
                  <a:lnTo>
                    <a:pt x="261578" y="651861"/>
                  </a:lnTo>
                  <a:lnTo>
                    <a:pt x="271266" y="650270"/>
                  </a:lnTo>
                  <a:lnTo>
                    <a:pt x="280954" y="646644"/>
                  </a:lnTo>
                  <a:lnTo>
                    <a:pt x="290642" y="645288"/>
                  </a:lnTo>
                  <a:lnTo>
                    <a:pt x="300331" y="643825"/>
                  </a:lnTo>
                  <a:lnTo>
                    <a:pt x="310019" y="640736"/>
                  </a:lnTo>
                  <a:lnTo>
                    <a:pt x="319707" y="637037"/>
                  </a:lnTo>
                  <a:lnTo>
                    <a:pt x="329395" y="636102"/>
                  </a:lnTo>
                  <a:lnTo>
                    <a:pt x="339083" y="633649"/>
                  </a:lnTo>
                  <a:lnTo>
                    <a:pt x="348771" y="630977"/>
                  </a:lnTo>
                  <a:lnTo>
                    <a:pt x="358459" y="628468"/>
                  </a:lnTo>
                  <a:lnTo>
                    <a:pt x="368147" y="624831"/>
                  </a:lnTo>
                  <a:lnTo>
                    <a:pt x="377835" y="621577"/>
                  </a:lnTo>
                  <a:lnTo>
                    <a:pt x="387523" y="618020"/>
                  </a:lnTo>
                  <a:lnTo>
                    <a:pt x="397212" y="615726"/>
                  </a:lnTo>
                  <a:lnTo>
                    <a:pt x="406900" y="610059"/>
                  </a:lnTo>
                  <a:lnTo>
                    <a:pt x="416588" y="607599"/>
                  </a:lnTo>
                  <a:lnTo>
                    <a:pt x="426276" y="605160"/>
                  </a:lnTo>
                  <a:lnTo>
                    <a:pt x="435964" y="602463"/>
                  </a:lnTo>
                  <a:lnTo>
                    <a:pt x="445652" y="599916"/>
                  </a:lnTo>
                  <a:lnTo>
                    <a:pt x="455340" y="597730"/>
                  </a:lnTo>
                  <a:lnTo>
                    <a:pt x="465028" y="595696"/>
                  </a:lnTo>
                  <a:lnTo>
                    <a:pt x="474716" y="594339"/>
                  </a:lnTo>
                  <a:lnTo>
                    <a:pt x="484404" y="591151"/>
                  </a:lnTo>
                  <a:lnTo>
                    <a:pt x="494093" y="590447"/>
                  </a:lnTo>
                  <a:lnTo>
                    <a:pt x="503781" y="585692"/>
                  </a:lnTo>
                  <a:lnTo>
                    <a:pt x="513469" y="581997"/>
                  </a:lnTo>
                  <a:lnTo>
                    <a:pt x="523157" y="578888"/>
                  </a:lnTo>
                  <a:lnTo>
                    <a:pt x="532845" y="577155"/>
                  </a:lnTo>
                  <a:lnTo>
                    <a:pt x="542533" y="575631"/>
                  </a:lnTo>
                  <a:lnTo>
                    <a:pt x="552221" y="572045"/>
                  </a:lnTo>
                  <a:lnTo>
                    <a:pt x="561909" y="568757"/>
                  </a:lnTo>
                  <a:lnTo>
                    <a:pt x="571597" y="564929"/>
                  </a:lnTo>
                  <a:lnTo>
                    <a:pt x="581285" y="563620"/>
                  </a:lnTo>
                  <a:lnTo>
                    <a:pt x="590974" y="559992"/>
                  </a:lnTo>
                  <a:lnTo>
                    <a:pt x="600662" y="558668"/>
                  </a:lnTo>
                  <a:lnTo>
                    <a:pt x="610350" y="555034"/>
                  </a:lnTo>
                  <a:lnTo>
                    <a:pt x="620038" y="551941"/>
                  </a:lnTo>
                  <a:lnTo>
                    <a:pt x="629726" y="550958"/>
                  </a:lnTo>
                  <a:lnTo>
                    <a:pt x="639414" y="549487"/>
                  </a:lnTo>
                  <a:lnTo>
                    <a:pt x="649102" y="544659"/>
                  </a:lnTo>
                  <a:lnTo>
                    <a:pt x="658790" y="539987"/>
                  </a:lnTo>
                  <a:lnTo>
                    <a:pt x="668478" y="537546"/>
                  </a:lnTo>
                  <a:lnTo>
                    <a:pt x="678166" y="534251"/>
                  </a:lnTo>
                  <a:lnTo>
                    <a:pt x="687855" y="531657"/>
                  </a:lnTo>
                  <a:lnTo>
                    <a:pt x="697543" y="528252"/>
                  </a:lnTo>
                  <a:lnTo>
                    <a:pt x="707231" y="526179"/>
                  </a:lnTo>
                  <a:lnTo>
                    <a:pt x="716919" y="523043"/>
                  </a:lnTo>
                  <a:lnTo>
                    <a:pt x="726607" y="519594"/>
                  </a:lnTo>
                  <a:lnTo>
                    <a:pt x="736295" y="518369"/>
                  </a:lnTo>
                  <a:lnTo>
                    <a:pt x="745983" y="516413"/>
                  </a:lnTo>
                  <a:lnTo>
                    <a:pt x="755671" y="513290"/>
                  </a:lnTo>
                  <a:lnTo>
                    <a:pt x="765359" y="509928"/>
                  </a:lnTo>
                  <a:lnTo>
                    <a:pt x="775047" y="507382"/>
                  </a:lnTo>
                  <a:lnTo>
                    <a:pt x="784736" y="503944"/>
                  </a:lnTo>
                  <a:lnTo>
                    <a:pt x="794424" y="500712"/>
                  </a:lnTo>
                  <a:lnTo>
                    <a:pt x="804112" y="499401"/>
                  </a:lnTo>
                  <a:lnTo>
                    <a:pt x="813800" y="496448"/>
                  </a:lnTo>
                  <a:lnTo>
                    <a:pt x="823488" y="494870"/>
                  </a:lnTo>
                  <a:lnTo>
                    <a:pt x="833176" y="493413"/>
                  </a:lnTo>
                  <a:lnTo>
                    <a:pt x="842864" y="489514"/>
                  </a:lnTo>
                  <a:lnTo>
                    <a:pt x="852552" y="485620"/>
                  </a:lnTo>
                  <a:lnTo>
                    <a:pt x="862240" y="481748"/>
                  </a:lnTo>
                  <a:lnTo>
                    <a:pt x="871928" y="479910"/>
                  </a:lnTo>
                  <a:lnTo>
                    <a:pt x="881617" y="479095"/>
                  </a:lnTo>
                  <a:lnTo>
                    <a:pt x="891305" y="476408"/>
                  </a:lnTo>
                  <a:lnTo>
                    <a:pt x="900993" y="473158"/>
                  </a:lnTo>
                  <a:lnTo>
                    <a:pt x="910681" y="469153"/>
                  </a:lnTo>
                  <a:lnTo>
                    <a:pt x="920369" y="465644"/>
                  </a:lnTo>
                  <a:lnTo>
                    <a:pt x="930057" y="463310"/>
                  </a:lnTo>
                  <a:lnTo>
                    <a:pt x="939745" y="460770"/>
                  </a:lnTo>
                  <a:lnTo>
                    <a:pt x="949433" y="458177"/>
                  </a:lnTo>
                  <a:lnTo>
                    <a:pt x="959121" y="455047"/>
                  </a:lnTo>
                  <a:lnTo>
                    <a:pt x="968809" y="453248"/>
                  </a:lnTo>
                  <a:lnTo>
                    <a:pt x="978498" y="452174"/>
                  </a:lnTo>
                  <a:lnTo>
                    <a:pt x="988186" y="449357"/>
                  </a:lnTo>
                  <a:lnTo>
                    <a:pt x="997874" y="445060"/>
                  </a:lnTo>
                  <a:lnTo>
                    <a:pt x="1007562" y="442001"/>
                  </a:lnTo>
                  <a:lnTo>
                    <a:pt x="1017250" y="437981"/>
                  </a:lnTo>
                  <a:lnTo>
                    <a:pt x="1026938" y="436191"/>
                  </a:lnTo>
                  <a:lnTo>
                    <a:pt x="1036626" y="433441"/>
                  </a:lnTo>
                  <a:lnTo>
                    <a:pt x="1046314" y="432365"/>
                  </a:lnTo>
                  <a:lnTo>
                    <a:pt x="1056002" y="430093"/>
                  </a:lnTo>
                  <a:lnTo>
                    <a:pt x="1065690" y="427182"/>
                  </a:lnTo>
                  <a:lnTo>
                    <a:pt x="1075379" y="424602"/>
                  </a:lnTo>
                  <a:lnTo>
                    <a:pt x="1085067" y="422937"/>
                  </a:lnTo>
                  <a:lnTo>
                    <a:pt x="1094755" y="421385"/>
                  </a:lnTo>
                  <a:lnTo>
                    <a:pt x="1104443" y="416722"/>
                  </a:lnTo>
                  <a:lnTo>
                    <a:pt x="1114131" y="412138"/>
                  </a:lnTo>
                  <a:lnTo>
                    <a:pt x="1123819" y="409718"/>
                  </a:lnTo>
                  <a:lnTo>
                    <a:pt x="1133507" y="407376"/>
                  </a:lnTo>
                  <a:lnTo>
                    <a:pt x="1143195" y="404844"/>
                  </a:lnTo>
                  <a:lnTo>
                    <a:pt x="1152883" y="402459"/>
                  </a:lnTo>
                  <a:lnTo>
                    <a:pt x="1162571" y="400390"/>
                  </a:lnTo>
                  <a:lnTo>
                    <a:pt x="1172260" y="396920"/>
                  </a:lnTo>
                  <a:lnTo>
                    <a:pt x="1181948" y="393239"/>
                  </a:lnTo>
                  <a:lnTo>
                    <a:pt x="1191636" y="389436"/>
                  </a:lnTo>
                  <a:lnTo>
                    <a:pt x="1201324" y="387039"/>
                  </a:lnTo>
                  <a:lnTo>
                    <a:pt x="1211012" y="383299"/>
                  </a:lnTo>
                  <a:lnTo>
                    <a:pt x="1220700" y="378856"/>
                  </a:lnTo>
                  <a:lnTo>
                    <a:pt x="1230388" y="376499"/>
                  </a:lnTo>
                  <a:lnTo>
                    <a:pt x="1240076" y="375386"/>
                  </a:lnTo>
                  <a:lnTo>
                    <a:pt x="1249764" y="372658"/>
                  </a:lnTo>
                  <a:lnTo>
                    <a:pt x="1259452" y="371050"/>
                  </a:lnTo>
                  <a:lnTo>
                    <a:pt x="1269141" y="369462"/>
                  </a:lnTo>
                  <a:lnTo>
                    <a:pt x="1278829" y="365676"/>
                  </a:lnTo>
                  <a:lnTo>
                    <a:pt x="1288517" y="361073"/>
                  </a:lnTo>
                  <a:lnTo>
                    <a:pt x="1298205" y="357822"/>
                  </a:lnTo>
                  <a:lnTo>
                    <a:pt x="1307893" y="355041"/>
                  </a:lnTo>
                  <a:lnTo>
                    <a:pt x="1317581" y="351754"/>
                  </a:lnTo>
                  <a:lnTo>
                    <a:pt x="1327269" y="349735"/>
                  </a:lnTo>
                  <a:lnTo>
                    <a:pt x="1336957" y="346067"/>
                  </a:lnTo>
                  <a:lnTo>
                    <a:pt x="1346645" y="343393"/>
                  </a:lnTo>
                  <a:lnTo>
                    <a:pt x="1356333" y="340577"/>
                  </a:lnTo>
                  <a:lnTo>
                    <a:pt x="1366022" y="338171"/>
                  </a:lnTo>
                  <a:lnTo>
                    <a:pt x="1375710" y="334696"/>
                  </a:lnTo>
                  <a:lnTo>
                    <a:pt x="1385398" y="330903"/>
                  </a:lnTo>
                  <a:lnTo>
                    <a:pt x="1395086" y="327975"/>
                  </a:lnTo>
                  <a:lnTo>
                    <a:pt x="1404774" y="324878"/>
                  </a:lnTo>
                  <a:lnTo>
                    <a:pt x="1414462" y="321818"/>
                  </a:lnTo>
                  <a:lnTo>
                    <a:pt x="1424150" y="318320"/>
                  </a:lnTo>
                  <a:lnTo>
                    <a:pt x="1433838" y="315696"/>
                  </a:lnTo>
                  <a:lnTo>
                    <a:pt x="1443526" y="314117"/>
                  </a:lnTo>
                  <a:lnTo>
                    <a:pt x="1453214" y="310554"/>
                  </a:lnTo>
                  <a:lnTo>
                    <a:pt x="1462903" y="308403"/>
                  </a:lnTo>
                  <a:lnTo>
                    <a:pt x="1472591" y="306259"/>
                  </a:lnTo>
                  <a:lnTo>
                    <a:pt x="1482279" y="305244"/>
                  </a:lnTo>
                  <a:lnTo>
                    <a:pt x="1491967" y="301333"/>
                  </a:lnTo>
                  <a:lnTo>
                    <a:pt x="1501655" y="298708"/>
                  </a:lnTo>
                  <a:lnTo>
                    <a:pt x="1511343" y="295233"/>
                  </a:lnTo>
                  <a:lnTo>
                    <a:pt x="1521031" y="292101"/>
                  </a:lnTo>
                  <a:lnTo>
                    <a:pt x="1530719" y="290516"/>
                  </a:lnTo>
                  <a:lnTo>
                    <a:pt x="1540407" y="288288"/>
                  </a:lnTo>
                  <a:lnTo>
                    <a:pt x="1550095" y="285073"/>
                  </a:lnTo>
                  <a:lnTo>
                    <a:pt x="1559784" y="281649"/>
                  </a:lnTo>
                  <a:lnTo>
                    <a:pt x="1569472" y="279028"/>
                  </a:lnTo>
                  <a:lnTo>
                    <a:pt x="1579160" y="275166"/>
                  </a:lnTo>
                  <a:lnTo>
                    <a:pt x="1588848" y="270474"/>
                  </a:lnTo>
                  <a:lnTo>
                    <a:pt x="1598536" y="265309"/>
                  </a:lnTo>
                  <a:lnTo>
                    <a:pt x="1608224" y="262409"/>
                  </a:lnTo>
                  <a:lnTo>
                    <a:pt x="1617912" y="258496"/>
                  </a:lnTo>
                  <a:lnTo>
                    <a:pt x="1627600" y="256047"/>
                  </a:lnTo>
                  <a:lnTo>
                    <a:pt x="1637288" y="254704"/>
                  </a:lnTo>
                  <a:lnTo>
                    <a:pt x="1646976" y="250884"/>
                  </a:lnTo>
                  <a:lnTo>
                    <a:pt x="1656665" y="248556"/>
                  </a:lnTo>
                  <a:lnTo>
                    <a:pt x="1666353" y="244984"/>
                  </a:lnTo>
                  <a:lnTo>
                    <a:pt x="1676041" y="243560"/>
                  </a:lnTo>
                  <a:lnTo>
                    <a:pt x="1685729" y="241804"/>
                  </a:lnTo>
                  <a:lnTo>
                    <a:pt x="1695417" y="238098"/>
                  </a:lnTo>
                  <a:lnTo>
                    <a:pt x="1705105" y="233679"/>
                  </a:lnTo>
                  <a:lnTo>
                    <a:pt x="1714793" y="229330"/>
                  </a:lnTo>
                  <a:lnTo>
                    <a:pt x="1724481" y="226293"/>
                  </a:lnTo>
                  <a:lnTo>
                    <a:pt x="1734169" y="223449"/>
                  </a:lnTo>
                  <a:lnTo>
                    <a:pt x="1743857" y="220663"/>
                  </a:lnTo>
                  <a:lnTo>
                    <a:pt x="1753546" y="217350"/>
                  </a:lnTo>
                  <a:lnTo>
                    <a:pt x="1763234" y="215879"/>
                  </a:lnTo>
                  <a:lnTo>
                    <a:pt x="1772922" y="212883"/>
                  </a:lnTo>
                  <a:lnTo>
                    <a:pt x="1782610" y="209825"/>
                  </a:lnTo>
                  <a:lnTo>
                    <a:pt x="1792298" y="206803"/>
                  </a:lnTo>
                  <a:lnTo>
                    <a:pt x="1801986" y="204484"/>
                  </a:lnTo>
                  <a:lnTo>
                    <a:pt x="1811674" y="201671"/>
                  </a:lnTo>
                  <a:lnTo>
                    <a:pt x="1821362" y="199172"/>
                  </a:lnTo>
                  <a:lnTo>
                    <a:pt x="1831050" y="197187"/>
                  </a:lnTo>
                  <a:lnTo>
                    <a:pt x="1840738" y="195280"/>
                  </a:lnTo>
                  <a:lnTo>
                    <a:pt x="1850427" y="192059"/>
                  </a:lnTo>
                  <a:lnTo>
                    <a:pt x="1860115" y="190085"/>
                  </a:lnTo>
                  <a:lnTo>
                    <a:pt x="1869803" y="186810"/>
                  </a:lnTo>
                  <a:lnTo>
                    <a:pt x="1879491" y="183208"/>
                  </a:lnTo>
                  <a:lnTo>
                    <a:pt x="1889179" y="179630"/>
                  </a:lnTo>
                  <a:lnTo>
                    <a:pt x="1898867" y="176361"/>
                  </a:lnTo>
                  <a:lnTo>
                    <a:pt x="1908555" y="173100"/>
                  </a:lnTo>
                  <a:lnTo>
                    <a:pt x="1918243" y="169438"/>
                  </a:lnTo>
                  <a:lnTo>
                    <a:pt x="1927931" y="165809"/>
                  </a:lnTo>
                  <a:lnTo>
                    <a:pt x="1937619" y="162872"/>
                  </a:lnTo>
                  <a:lnTo>
                    <a:pt x="1947308" y="160023"/>
                  </a:lnTo>
                  <a:lnTo>
                    <a:pt x="1956996" y="158871"/>
                  </a:lnTo>
                  <a:lnTo>
                    <a:pt x="1966684" y="155385"/>
                  </a:lnTo>
                  <a:lnTo>
                    <a:pt x="1976372" y="151740"/>
                  </a:lnTo>
                  <a:lnTo>
                    <a:pt x="1986060" y="148147"/>
                  </a:lnTo>
                  <a:lnTo>
                    <a:pt x="1995748" y="145875"/>
                  </a:lnTo>
                  <a:lnTo>
                    <a:pt x="2005436" y="145084"/>
                  </a:lnTo>
                  <a:lnTo>
                    <a:pt x="2015124" y="143210"/>
                  </a:lnTo>
                  <a:lnTo>
                    <a:pt x="2024812" y="138648"/>
                  </a:lnTo>
                  <a:lnTo>
                    <a:pt x="2034500" y="135579"/>
                  </a:lnTo>
                  <a:lnTo>
                    <a:pt x="2044188" y="132144"/>
                  </a:lnTo>
                  <a:lnTo>
                    <a:pt x="2053877" y="130801"/>
                  </a:lnTo>
                  <a:lnTo>
                    <a:pt x="2063565" y="129875"/>
                  </a:lnTo>
                  <a:lnTo>
                    <a:pt x="2073253" y="127942"/>
                  </a:lnTo>
                  <a:lnTo>
                    <a:pt x="2082941" y="125343"/>
                  </a:lnTo>
                  <a:lnTo>
                    <a:pt x="2092629" y="123198"/>
                  </a:lnTo>
                  <a:lnTo>
                    <a:pt x="2102317" y="118975"/>
                  </a:lnTo>
                  <a:lnTo>
                    <a:pt x="2112005" y="115154"/>
                  </a:lnTo>
                  <a:lnTo>
                    <a:pt x="2121693" y="112687"/>
                  </a:lnTo>
                  <a:lnTo>
                    <a:pt x="2131381" y="110718"/>
                  </a:lnTo>
                  <a:lnTo>
                    <a:pt x="2141069" y="107851"/>
                  </a:lnTo>
                  <a:lnTo>
                    <a:pt x="2150758" y="105537"/>
                  </a:lnTo>
                  <a:lnTo>
                    <a:pt x="2160446" y="101372"/>
                  </a:lnTo>
                  <a:lnTo>
                    <a:pt x="2170134" y="99822"/>
                  </a:lnTo>
                  <a:lnTo>
                    <a:pt x="2179822" y="97211"/>
                  </a:lnTo>
                  <a:lnTo>
                    <a:pt x="2189510" y="95280"/>
                  </a:lnTo>
                  <a:lnTo>
                    <a:pt x="2199198" y="93073"/>
                  </a:lnTo>
                  <a:lnTo>
                    <a:pt x="2208886" y="91012"/>
                  </a:lnTo>
                  <a:lnTo>
                    <a:pt x="2218574" y="89150"/>
                  </a:lnTo>
                  <a:lnTo>
                    <a:pt x="2228262" y="86889"/>
                  </a:lnTo>
                  <a:lnTo>
                    <a:pt x="2237950" y="82203"/>
                  </a:lnTo>
                  <a:lnTo>
                    <a:pt x="2247639" y="77386"/>
                  </a:lnTo>
                  <a:lnTo>
                    <a:pt x="2257327" y="74229"/>
                  </a:lnTo>
                  <a:lnTo>
                    <a:pt x="2267015" y="71422"/>
                  </a:lnTo>
                  <a:lnTo>
                    <a:pt x="2276703" y="68341"/>
                  </a:lnTo>
                  <a:lnTo>
                    <a:pt x="2286391" y="64881"/>
                  </a:lnTo>
                  <a:lnTo>
                    <a:pt x="2296079" y="62373"/>
                  </a:lnTo>
                  <a:lnTo>
                    <a:pt x="2305767" y="60914"/>
                  </a:lnTo>
                  <a:lnTo>
                    <a:pt x="2315455" y="58034"/>
                  </a:lnTo>
                  <a:lnTo>
                    <a:pt x="2325143" y="53561"/>
                  </a:lnTo>
                  <a:lnTo>
                    <a:pt x="2334831" y="48771"/>
                  </a:lnTo>
                  <a:lnTo>
                    <a:pt x="2344520" y="46475"/>
                  </a:lnTo>
                  <a:lnTo>
                    <a:pt x="2354208" y="44260"/>
                  </a:lnTo>
                  <a:lnTo>
                    <a:pt x="2363896" y="43035"/>
                  </a:lnTo>
                  <a:lnTo>
                    <a:pt x="2373584" y="40623"/>
                  </a:lnTo>
                  <a:lnTo>
                    <a:pt x="2383272" y="36804"/>
                  </a:lnTo>
                  <a:lnTo>
                    <a:pt x="2392960" y="32274"/>
                  </a:lnTo>
                  <a:lnTo>
                    <a:pt x="2402648" y="29006"/>
                  </a:lnTo>
                  <a:lnTo>
                    <a:pt x="2412336" y="25925"/>
                  </a:lnTo>
                  <a:lnTo>
                    <a:pt x="2422024" y="23901"/>
                  </a:lnTo>
                  <a:lnTo>
                    <a:pt x="2431712" y="21990"/>
                  </a:lnTo>
                  <a:lnTo>
                    <a:pt x="2441401" y="19869"/>
                  </a:lnTo>
                  <a:lnTo>
                    <a:pt x="2451089" y="17049"/>
                  </a:lnTo>
                  <a:lnTo>
                    <a:pt x="2460777" y="15338"/>
                  </a:lnTo>
                  <a:lnTo>
                    <a:pt x="2470465" y="13007"/>
                  </a:lnTo>
                  <a:lnTo>
                    <a:pt x="2480153" y="9493"/>
                  </a:lnTo>
                  <a:lnTo>
                    <a:pt x="2489841" y="5310"/>
                  </a:lnTo>
                  <a:lnTo>
                    <a:pt x="2499529" y="2549"/>
                  </a:lnTo>
                  <a:lnTo>
                    <a:pt x="2509217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3502457" y="2983899"/>
              <a:ext cx="2509217" cy="840222"/>
            </a:xfrm>
            <a:custGeom>
              <a:avLst/>
              <a:pathLst>
                <a:path w="2509217" h="840222">
                  <a:moveTo>
                    <a:pt x="0" y="840222"/>
                  </a:moveTo>
                  <a:lnTo>
                    <a:pt x="9688" y="837992"/>
                  </a:lnTo>
                  <a:lnTo>
                    <a:pt x="19376" y="834635"/>
                  </a:lnTo>
                  <a:lnTo>
                    <a:pt x="29064" y="829849"/>
                  </a:lnTo>
                  <a:lnTo>
                    <a:pt x="38752" y="826808"/>
                  </a:lnTo>
                  <a:lnTo>
                    <a:pt x="48440" y="824639"/>
                  </a:lnTo>
                  <a:lnTo>
                    <a:pt x="58128" y="821293"/>
                  </a:lnTo>
                  <a:lnTo>
                    <a:pt x="67816" y="817520"/>
                  </a:lnTo>
                  <a:lnTo>
                    <a:pt x="77504" y="813377"/>
                  </a:lnTo>
                  <a:lnTo>
                    <a:pt x="87192" y="809774"/>
                  </a:lnTo>
                  <a:lnTo>
                    <a:pt x="96880" y="807007"/>
                  </a:lnTo>
                  <a:lnTo>
                    <a:pt x="106569" y="803167"/>
                  </a:lnTo>
                  <a:lnTo>
                    <a:pt x="116257" y="799437"/>
                  </a:lnTo>
                  <a:lnTo>
                    <a:pt x="125945" y="795417"/>
                  </a:lnTo>
                  <a:lnTo>
                    <a:pt x="135633" y="791954"/>
                  </a:lnTo>
                  <a:lnTo>
                    <a:pt x="145321" y="788921"/>
                  </a:lnTo>
                  <a:lnTo>
                    <a:pt x="155009" y="787116"/>
                  </a:lnTo>
                  <a:lnTo>
                    <a:pt x="164697" y="783064"/>
                  </a:lnTo>
                  <a:lnTo>
                    <a:pt x="174385" y="779639"/>
                  </a:lnTo>
                  <a:lnTo>
                    <a:pt x="184073" y="775753"/>
                  </a:lnTo>
                  <a:lnTo>
                    <a:pt x="193761" y="772504"/>
                  </a:lnTo>
                  <a:lnTo>
                    <a:pt x="203450" y="770503"/>
                  </a:lnTo>
                  <a:lnTo>
                    <a:pt x="213138" y="769157"/>
                  </a:lnTo>
                  <a:lnTo>
                    <a:pt x="222826" y="766133"/>
                  </a:lnTo>
                  <a:lnTo>
                    <a:pt x="232514" y="762597"/>
                  </a:lnTo>
                  <a:lnTo>
                    <a:pt x="242202" y="760185"/>
                  </a:lnTo>
                  <a:lnTo>
                    <a:pt x="251890" y="758692"/>
                  </a:lnTo>
                  <a:lnTo>
                    <a:pt x="261578" y="755520"/>
                  </a:lnTo>
                  <a:lnTo>
                    <a:pt x="271266" y="752478"/>
                  </a:lnTo>
                  <a:lnTo>
                    <a:pt x="280954" y="748522"/>
                  </a:lnTo>
                  <a:lnTo>
                    <a:pt x="290642" y="745238"/>
                  </a:lnTo>
                  <a:lnTo>
                    <a:pt x="300331" y="742527"/>
                  </a:lnTo>
                  <a:lnTo>
                    <a:pt x="310019" y="738220"/>
                  </a:lnTo>
                  <a:lnTo>
                    <a:pt x="319707" y="734806"/>
                  </a:lnTo>
                  <a:lnTo>
                    <a:pt x="329395" y="730723"/>
                  </a:lnTo>
                  <a:lnTo>
                    <a:pt x="339083" y="728898"/>
                  </a:lnTo>
                  <a:lnTo>
                    <a:pt x="348771" y="723870"/>
                  </a:lnTo>
                  <a:lnTo>
                    <a:pt x="358459" y="721411"/>
                  </a:lnTo>
                  <a:lnTo>
                    <a:pt x="368147" y="716887"/>
                  </a:lnTo>
                  <a:lnTo>
                    <a:pt x="377835" y="713252"/>
                  </a:lnTo>
                  <a:lnTo>
                    <a:pt x="387523" y="709997"/>
                  </a:lnTo>
                  <a:lnTo>
                    <a:pt x="397212" y="708993"/>
                  </a:lnTo>
                  <a:lnTo>
                    <a:pt x="406900" y="706339"/>
                  </a:lnTo>
                  <a:lnTo>
                    <a:pt x="416588" y="703732"/>
                  </a:lnTo>
                  <a:lnTo>
                    <a:pt x="426276" y="700573"/>
                  </a:lnTo>
                  <a:lnTo>
                    <a:pt x="435964" y="697282"/>
                  </a:lnTo>
                  <a:lnTo>
                    <a:pt x="445652" y="693255"/>
                  </a:lnTo>
                  <a:lnTo>
                    <a:pt x="455340" y="690240"/>
                  </a:lnTo>
                  <a:lnTo>
                    <a:pt x="465028" y="686322"/>
                  </a:lnTo>
                  <a:lnTo>
                    <a:pt x="474716" y="683231"/>
                  </a:lnTo>
                  <a:lnTo>
                    <a:pt x="484404" y="680070"/>
                  </a:lnTo>
                  <a:lnTo>
                    <a:pt x="494093" y="675987"/>
                  </a:lnTo>
                  <a:lnTo>
                    <a:pt x="503781" y="670842"/>
                  </a:lnTo>
                  <a:lnTo>
                    <a:pt x="513469" y="668253"/>
                  </a:lnTo>
                  <a:lnTo>
                    <a:pt x="523157" y="664674"/>
                  </a:lnTo>
                  <a:lnTo>
                    <a:pt x="532845" y="660588"/>
                  </a:lnTo>
                  <a:lnTo>
                    <a:pt x="542533" y="657969"/>
                  </a:lnTo>
                  <a:lnTo>
                    <a:pt x="552221" y="656791"/>
                  </a:lnTo>
                  <a:lnTo>
                    <a:pt x="561909" y="654335"/>
                  </a:lnTo>
                  <a:lnTo>
                    <a:pt x="571597" y="650877"/>
                  </a:lnTo>
                  <a:lnTo>
                    <a:pt x="581285" y="647246"/>
                  </a:lnTo>
                  <a:lnTo>
                    <a:pt x="590974" y="643096"/>
                  </a:lnTo>
                  <a:lnTo>
                    <a:pt x="600662" y="639986"/>
                  </a:lnTo>
                  <a:lnTo>
                    <a:pt x="610350" y="638249"/>
                  </a:lnTo>
                  <a:lnTo>
                    <a:pt x="620038" y="636272"/>
                  </a:lnTo>
                  <a:lnTo>
                    <a:pt x="629726" y="632607"/>
                  </a:lnTo>
                  <a:lnTo>
                    <a:pt x="639414" y="630223"/>
                  </a:lnTo>
                  <a:lnTo>
                    <a:pt x="649102" y="627813"/>
                  </a:lnTo>
                  <a:lnTo>
                    <a:pt x="658790" y="626597"/>
                  </a:lnTo>
                  <a:lnTo>
                    <a:pt x="668478" y="622558"/>
                  </a:lnTo>
                  <a:lnTo>
                    <a:pt x="678166" y="619134"/>
                  </a:lnTo>
                  <a:lnTo>
                    <a:pt x="687855" y="615474"/>
                  </a:lnTo>
                  <a:lnTo>
                    <a:pt x="697543" y="612060"/>
                  </a:lnTo>
                  <a:lnTo>
                    <a:pt x="707231" y="609468"/>
                  </a:lnTo>
                  <a:lnTo>
                    <a:pt x="716919" y="605789"/>
                  </a:lnTo>
                  <a:lnTo>
                    <a:pt x="726607" y="602430"/>
                  </a:lnTo>
                  <a:lnTo>
                    <a:pt x="736295" y="598039"/>
                  </a:lnTo>
                  <a:lnTo>
                    <a:pt x="745983" y="595116"/>
                  </a:lnTo>
                  <a:lnTo>
                    <a:pt x="755671" y="590245"/>
                  </a:lnTo>
                  <a:lnTo>
                    <a:pt x="765359" y="586041"/>
                  </a:lnTo>
                  <a:lnTo>
                    <a:pt x="775047" y="583728"/>
                  </a:lnTo>
                  <a:lnTo>
                    <a:pt x="784736" y="582658"/>
                  </a:lnTo>
                  <a:lnTo>
                    <a:pt x="794424" y="580035"/>
                  </a:lnTo>
                  <a:lnTo>
                    <a:pt x="804112" y="576351"/>
                  </a:lnTo>
                  <a:lnTo>
                    <a:pt x="813800" y="571855"/>
                  </a:lnTo>
                  <a:lnTo>
                    <a:pt x="823488" y="568222"/>
                  </a:lnTo>
                  <a:lnTo>
                    <a:pt x="833176" y="564635"/>
                  </a:lnTo>
                  <a:lnTo>
                    <a:pt x="842864" y="562104"/>
                  </a:lnTo>
                  <a:lnTo>
                    <a:pt x="852552" y="558075"/>
                  </a:lnTo>
                  <a:lnTo>
                    <a:pt x="862240" y="556701"/>
                  </a:lnTo>
                  <a:lnTo>
                    <a:pt x="871928" y="553821"/>
                  </a:lnTo>
                  <a:lnTo>
                    <a:pt x="881617" y="550023"/>
                  </a:lnTo>
                  <a:lnTo>
                    <a:pt x="891305" y="547988"/>
                  </a:lnTo>
                  <a:lnTo>
                    <a:pt x="900993" y="543865"/>
                  </a:lnTo>
                  <a:lnTo>
                    <a:pt x="910681" y="539873"/>
                  </a:lnTo>
                  <a:lnTo>
                    <a:pt x="920369" y="536681"/>
                  </a:lnTo>
                  <a:lnTo>
                    <a:pt x="930057" y="533087"/>
                  </a:lnTo>
                  <a:lnTo>
                    <a:pt x="939745" y="529547"/>
                  </a:lnTo>
                  <a:lnTo>
                    <a:pt x="949433" y="526342"/>
                  </a:lnTo>
                  <a:lnTo>
                    <a:pt x="959121" y="523175"/>
                  </a:lnTo>
                  <a:lnTo>
                    <a:pt x="968809" y="521188"/>
                  </a:lnTo>
                  <a:lnTo>
                    <a:pt x="978498" y="517402"/>
                  </a:lnTo>
                  <a:lnTo>
                    <a:pt x="988186" y="516628"/>
                  </a:lnTo>
                  <a:lnTo>
                    <a:pt x="997874" y="513222"/>
                  </a:lnTo>
                  <a:lnTo>
                    <a:pt x="1007562" y="509434"/>
                  </a:lnTo>
                  <a:lnTo>
                    <a:pt x="1017250" y="507366"/>
                  </a:lnTo>
                  <a:lnTo>
                    <a:pt x="1026938" y="504218"/>
                  </a:lnTo>
                  <a:lnTo>
                    <a:pt x="1036626" y="500476"/>
                  </a:lnTo>
                  <a:lnTo>
                    <a:pt x="1046314" y="497862"/>
                  </a:lnTo>
                  <a:lnTo>
                    <a:pt x="1056002" y="493096"/>
                  </a:lnTo>
                  <a:lnTo>
                    <a:pt x="1065690" y="489480"/>
                  </a:lnTo>
                  <a:lnTo>
                    <a:pt x="1075379" y="486183"/>
                  </a:lnTo>
                  <a:lnTo>
                    <a:pt x="1085067" y="484311"/>
                  </a:lnTo>
                  <a:lnTo>
                    <a:pt x="1094755" y="480356"/>
                  </a:lnTo>
                  <a:lnTo>
                    <a:pt x="1104443" y="477601"/>
                  </a:lnTo>
                  <a:lnTo>
                    <a:pt x="1114131" y="474276"/>
                  </a:lnTo>
                  <a:lnTo>
                    <a:pt x="1123819" y="470616"/>
                  </a:lnTo>
                  <a:lnTo>
                    <a:pt x="1133507" y="467123"/>
                  </a:lnTo>
                  <a:lnTo>
                    <a:pt x="1143195" y="463386"/>
                  </a:lnTo>
                  <a:lnTo>
                    <a:pt x="1152883" y="458719"/>
                  </a:lnTo>
                  <a:lnTo>
                    <a:pt x="1162571" y="455457"/>
                  </a:lnTo>
                  <a:lnTo>
                    <a:pt x="1172260" y="451864"/>
                  </a:lnTo>
                  <a:lnTo>
                    <a:pt x="1181948" y="447424"/>
                  </a:lnTo>
                  <a:lnTo>
                    <a:pt x="1191636" y="444905"/>
                  </a:lnTo>
                  <a:lnTo>
                    <a:pt x="1201324" y="441755"/>
                  </a:lnTo>
                  <a:lnTo>
                    <a:pt x="1211012" y="438641"/>
                  </a:lnTo>
                  <a:lnTo>
                    <a:pt x="1220700" y="433074"/>
                  </a:lnTo>
                  <a:lnTo>
                    <a:pt x="1230388" y="429454"/>
                  </a:lnTo>
                  <a:lnTo>
                    <a:pt x="1240076" y="426750"/>
                  </a:lnTo>
                  <a:lnTo>
                    <a:pt x="1249764" y="422980"/>
                  </a:lnTo>
                  <a:lnTo>
                    <a:pt x="1259452" y="419636"/>
                  </a:lnTo>
                  <a:lnTo>
                    <a:pt x="1269141" y="417212"/>
                  </a:lnTo>
                  <a:lnTo>
                    <a:pt x="1278829" y="415678"/>
                  </a:lnTo>
                  <a:lnTo>
                    <a:pt x="1288517" y="413310"/>
                  </a:lnTo>
                  <a:lnTo>
                    <a:pt x="1298205" y="409365"/>
                  </a:lnTo>
                  <a:lnTo>
                    <a:pt x="1307893" y="405296"/>
                  </a:lnTo>
                  <a:lnTo>
                    <a:pt x="1317581" y="402657"/>
                  </a:lnTo>
                  <a:lnTo>
                    <a:pt x="1327269" y="399414"/>
                  </a:lnTo>
                  <a:lnTo>
                    <a:pt x="1336957" y="395201"/>
                  </a:lnTo>
                  <a:lnTo>
                    <a:pt x="1346645" y="391536"/>
                  </a:lnTo>
                  <a:lnTo>
                    <a:pt x="1356333" y="387978"/>
                  </a:lnTo>
                  <a:lnTo>
                    <a:pt x="1366022" y="384905"/>
                  </a:lnTo>
                  <a:lnTo>
                    <a:pt x="1375710" y="382219"/>
                  </a:lnTo>
                  <a:lnTo>
                    <a:pt x="1385398" y="379012"/>
                  </a:lnTo>
                  <a:lnTo>
                    <a:pt x="1395086" y="375772"/>
                  </a:lnTo>
                  <a:lnTo>
                    <a:pt x="1404774" y="372814"/>
                  </a:lnTo>
                  <a:lnTo>
                    <a:pt x="1414462" y="369597"/>
                  </a:lnTo>
                  <a:lnTo>
                    <a:pt x="1424150" y="365739"/>
                  </a:lnTo>
                  <a:lnTo>
                    <a:pt x="1433838" y="363163"/>
                  </a:lnTo>
                  <a:lnTo>
                    <a:pt x="1443526" y="360970"/>
                  </a:lnTo>
                  <a:lnTo>
                    <a:pt x="1453214" y="357873"/>
                  </a:lnTo>
                  <a:lnTo>
                    <a:pt x="1462903" y="353902"/>
                  </a:lnTo>
                  <a:lnTo>
                    <a:pt x="1472591" y="349494"/>
                  </a:lnTo>
                  <a:lnTo>
                    <a:pt x="1482279" y="345182"/>
                  </a:lnTo>
                  <a:lnTo>
                    <a:pt x="1491967" y="341956"/>
                  </a:lnTo>
                  <a:lnTo>
                    <a:pt x="1501655" y="338976"/>
                  </a:lnTo>
                  <a:lnTo>
                    <a:pt x="1511343" y="335978"/>
                  </a:lnTo>
                  <a:lnTo>
                    <a:pt x="1521031" y="332176"/>
                  </a:lnTo>
                  <a:lnTo>
                    <a:pt x="1530719" y="328260"/>
                  </a:lnTo>
                  <a:lnTo>
                    <a:pt x="1540407" y="323640"/>
                  </a:lnTo>
                  <a:lnTo>
                    <a:pt x="1550095" y="317903"/>
                  </a:lnTo>
                  <a:lnTo>
                    <a:pt x="1559784" y="315747"/>
                  </a:lnTo>
                  <a:lnTo>
                    <a:pt x="1569472" y="311728"/>
                  </a:lnTo>
                  <a:lnTo>
                    <a:pt x="1579160" y="309292"/>
                  </a:lnTo>
                  <a:lnTo>
                    <a:pt x="1588848" y="305707"/>
                  </a:lnTo>
                  <a:lnTo>
                    <a:pt x="1598536" y="299440"/>
                  </a:lnTo>
                  <a:lnTo>
                    <a:pt x="1608224" y="293127"/>
                  </a:lnTo>
                  <a:lnTo>
                    <a:pt x="1617912" y="288670"/>
                  </a:lnTo>
                  <a:lnTo>
                    <a:pt x="1627600" y="286370"/>
                  </a:lnTo>
                  <a:lnTo>
                    <a:pt x="1637288" y="284099"/>
                  </a:lnTo>
                  <a:lnTo>
                    <a:pt x="1646976" y="279989"/>
                  </a:lnTo>
                  <a:lnTo>
                    <a:pt x="1656665" y="276363"/>
                  </a:lnTo>
                  <a:lnTo>
                    <a:pt x="1666353" y="271854"/>
                  </a:lnTo>
                  <a:lnTo>
                    <a:pt x="1676041" y="267883"/>
                  </a:lnTo>
                  <a:lnTo>
                    <a:pt x="1685729" y="267201"/>
                  </a:lnTo>
                  <a:lnTo>
                    <a:pt x="1695417" y="264499"/>
                  </a:lnTo>
                  <a:lnTo>
                    <a:pt x="1705105" y="259536"/>
                  </a:lnTo>
                  <a:lnTo>
                    <a:pt x="1714793" y="256844"/>
                  </a:lnTo>
                  <a:lnTo>
                    <a:pt x="1724481" y="253476"/>
                  </a:lnTo>
                  <a:lnTo>
                    <a:pt x="1734169" y="250763"/>
                  </a:lnTo>
                  <a:lnTo>
                    <a:pt x="1743857" y="248300"/>
                  </a:lnTo>
                  <a:lnTo>
                    <a:pt x="1753546" y="246207"/>
                  </a:lnTo>
                  <a:lnTo>
                    <a:pt x="1763234" y="243746"/>
                  </a:lnTo>
                  <a:lnTo>
                    <a:pt x="1772922" y="240143"/>
                  </a:lnTo>
                  <a:lnTo>
                    <a:pt x="1782610" y="237123"/>
                  </a:lnTo>
                  <a:lnTo>
                    <a:pt x="1792298" y="234244"/>
                  </a:lnTo>
                  <a:lnTo>
                    <a:pt x="1801986" y="231263"/>
                  </a:lnTo>
                  <a:lnTo>
                    <a:pt x="1811674" y="227921"/>
                  </a:lnTo>
                  <a:lnTo>
                    <a:pt x="1821362" y="225023"/>
                  </a:lnTo>
                  <a:lnTo>
                    <a:pt x="1831050" y="221923"/>
                  </a:lnTo>
                  <a:lnTo>
                    <a:pt x="1840738" y="217282"/>
                  </a:lnTo>
                  <a:lnTo>
                    <a:pt x="1850427" y="211360"/>
                  </a:lnTo>
                  <a:lnTo>
                    <a:pt x="1860115" y="206737"/>
                  </a:lnTo>
                  <a:lnTo>
                    <a:pt x="1869803" y="203882"/>
                  </a:lnTo>
                  <a:lnTo>
                    <a:pt x="1879491" y="201252"/>
                  </a:lnTo>
                  <a:lnTo>
                    <a:pt x="1889179" y="197805"/>
                  </a:lnTo>
                  <a:lnTo>
                    <a:pt x="1898867" y="194486"/>
                  </a:lnTo>
                  <a:lnTo>
                    <a:pt x="1908555" y="192316"/>
                  </a:lnTo>
                  <a:lnTo>
                    <a:pt x="1918243" y="188130"/>
                  </a:lnTo>
                  <a:lnTo>
                    <a:pt x="1927931" y="184526"/>
                  </a:lnTo>
                  <a:lnTo>
                    <a:pt x="1937619" y="180885"/>
                  </a:lnTo>
                  <a:lnTo>
                    <a:pt x="1947308" y="178263"/>
                  </a:lnTo>
                  <a:lnTo>
                    <a:pt x="1956996" y="174482"/>
                  </a:lnTo>
                  <a:lnTo>
                    <a:pt x="1966684" y="171632"/>
                  </a:lnTo>
                  <a:lnTo>
                    <a:pt x="1976372" y="168369"/>
                  </a:lnTo>
                  <a:lnTo>
                    <a:pt x="1986060" y="166012"/>
                  </a:lnTo>
                  <a:lnTo>
                    <a:pt x="1995748" y="162724"/>
                  </a:lnTo>
                  <a:lnTo>
                    <a:pt x="2005436" y="158901"/>
                  </a:lnTo>
                  <a:lnTo>
                    <a:pt x="2015124" y="154698"/>
                  </a:lnTo>
                  <a:lnTo>
                    <a:pt x="2024812" y="149950"/>
                  </a:lnTo>
                  <a:lnTo>
                    <a:pt x="2034500" y="147064"/>
                  </a:lnTo>
                  <a:lnTo>
                    <a:pt x="2044188" y="145096"/>
                  </a:lnTo>
                  <a:lnTo>
                    <a:pt x="2053877" y="144239"/>
                  </a:lnTo>
                  <a:lnTo>
                    <a:pt x="2063565" y="141101"/>
                  </a:lnTo>
                  <a:lnTo>
                    <a:pt x="2073253" y="136750"/>
                  </a:lnTo>
                  <a:lnTo>
                    <a:pt x="2082941" y="133962"/>
                  </a:lnTo>
                  <a:lnTo>
                    <a:pt x="2092629" y="129170"/>
                  </a:lnTo>
                  <a:lnTo>
                    <a:pt x="2102317" y="125457"/>
                  </a:lnTo>
                  <a:lnTo>
                    <a:pt x="2112005" y="124702"/>
                  </a:lnTo>
                  <a:lnTo>
                    <a:pt x="2121693" y="121696"/>
                  </a:lnTo>
                  <a:lnTo>
                    <a:pt x="2131381" y="117730"/>
                  </a:lnTo>
                  <a:lnTo>
                    <a:pt x="2141069" y="114685"/>
                  </a:lnTo>
                  <a:lnTo>
                    <a:pt x="2150758" y="112859"/>
                  </a:lnTo>
                  <a:lnTo>
                    <a:pt x="2160446" y="108008"/>
                  </a:lnTo>
                  <a:lnTo>
                    <a:pt x="2170134" y="103292"/>
                  </a:lnTo>
                  <a:lnTo>
                    <a:pt x="2179822" y="99202"/>
                  </a:lnTo>
                  <a:lnTo>
                    <a:pt x="2189510" y="95325"/>
                  </a:lnTo>
                  <a:lnTo>
                    <a:pt x="2199198" y="93232"/>
                  </a:lnTo>
                  <a:lnTo>
                    <a:pt x="2208886" y="90763"/>
                  </a:lnTo>
                  <a:lnTo>
                    <a:pt x="2218574" y="87627"/>
                  </a:lnTo>
                  <a:lnTo>
                    <a:pt x="2228262" y="83854"/>
                  </a:lnTo>
                  <a:lnTo>
                    <a:pt x="2237950" y="81081"/>
                  </a:lnTo>
                  <a:lnTo>
                    <a:pt x="2247639" y="79688"/>
                  </a:lnTo>
                  <a:lnTo>
                    <a:pt x="2257327" y="76838"/>
                  </a:lnTo>
                  <a:lnTo>
                    <a:pt x="2267015" y="73046"/>
                  </a:lnTo>
                  <a:lnTo>
                    <a:pt x="2276703" y="69995"/>
                  </a:lnTo>
                  <a:lnTo>
                    <a:pt x="2286391" y="68008"/>
                  </a:lnTo>
                  <a:lnTo>
                    <a:pt x="2296079" y="65744"/>
                  </a:lnTo>
                  <a:lnTo>
                    <a:pt x="2305767" y="63513"/>
                  </a:lnTo>
                  <a:lnTo>
                    <a:pt x="2315455" y="61845"/>
                  </a:lnTo>
                  <a:lnTo>
                    <a:pt x="2325143" y="59333"/>
                  </a:lnTo>
                  <a:lnTo>
                    <a:pt x="2334831" y="56611"/>
                  </a:lnTo>
                  <a:lnTo>
                    <a:pt x="2344520" y="54835"/>
                  </a:lnTo>
                  <a:lnTo>
                    <a:pt x="2354208" y="52750"/>
                  </a:lnTo>
                  <a:lnTo>
                    <a:pt x="2363896" y="49462"/>
                  </a:lnTo>
                  <a:lnTo>
                    <a:pt x="2373584" y="45869"/>
                  </a:lnTo>
                  <a:lnTo>
                    <a:pt x="2383272" y="40557"/>
                  </a:lnTo>
                  <a:lnTo>
                    <a:pt x="2392960" y="37703"/>
                  </a:lnTo>
                  <a:lnTo>
                    <a:pt x="2402648" y="35540"/>
                  </a:lnTo>
                  <a:lnTo>
                    <a:pt x="2412336" y="34019"/>
                  </a:lnTo>
                  <a:lnTo>
                    <a:pt x="2422024" y="31601"/>
                  </a:lnTo>
                  <a:lnTo>
                    <a:pt x="2431712" y="28674"/>
                  </a:lnTo>
                  <a:lnTo>
                    <a:pt x="2441401" y="25436"/>
                  </a:lnTo>
                  <a:lnTo>
                    <a:pt x="2451089" y="21745"/>
                  </a:lnTo>
                  <a:lnTo>
                    <a:pt x="2460777" y="17829"/>
                  </a:lnTo>
                  <a:lnTo>
                    <a:pt x="2470465" y="13599"/>
                  </a:lnTo>
                  <a:lnTo>
                    <a:pt x="2480153" y="10260"/>
                  </a:lnTo>
                  <a:lnTo>
                    <a:pt x="2489841" y="7063"/>
                  </a:lnTo>
                  <a:lnTo>
                    <a:pt x="2499529" y="3325"/>
                  </a:lnTo>
                  <a:lnTo>
                    <a:pt x="2509217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3502457" y="4242219"/>
              <a:ext cx="2509217" cy="541491"/>
            </a:xfrm>
            <a:custGeom>
              <a:avLst/>
              <a:pathLst>
                <a:path w="2509217" h="541491">
                  <a:moveTo>
                    <a:pt x="0" y="541491"/>
                  </a:moveTo>
                  <a:lnTo>
                    <a:pt x="9688" y="539768"/>
                  </a:lnTo>
                  <a:lnTo>
                    <a:pt x="19376" y="538827"/>
                  </a:lnTo>
                  <a:lnTo>
                    <a:pt x="29064" y="537590"/>
                  </a:lnTo>
                  <a:lnTo>
                    <a:pt x="38752" y="535905"/>
                  </a:lnTo>
                  <a:lnTo>
                    <a:pt x="48440" y="536031"/>
                  </a:lnTo>
                  <a:lnTo>
                    <a:pt x="58128" y="536277"/>
                  </a:lnTo>
                  <a:lnTo>
                    <a:pt x="67816" y="535465"/>
                  </a:lnTo>
                  <a:lnTo>
                    <a:pt x="77504" y="533233"/>
                  </a:lnTo>
                  <a:lnTo>
                    <a:pt x="87192" y="529214"/>
                  </a:lnTo>
                  <a:lnTo>
                    <a:pt x="96880" y="526952"/>
                  </a:lnTo>
                  <a:lnTo>
                    <a:pt x="106569" y="525194"/>
                  </a:lnTo>
                  <a:lnTo>
                    <a:pt x="116257" y="520711"/>
                  </a:lnTo>
                  <a:lnTo>
                    <a:pt x="125945" y="520830"/>
                  </a:lnTo>
                  <a:lnTo>
                    <a:pt x="135633" y="517842"/>
                  </a:lnTo>
                  <a:lnTo>
                    <a:pt x="145321" y="515838"/>
                  </a:lnTo>
                  <a:lnTo>
                    <a:pt x="155009" y="513611"/>
                  </a:lnTo>
                  <a:lnTo>
                    <a:pt x="164697" y="511677"/>
                  </a:lnTo>
                  <a:lnTo>
                    <a:pt x="174385" y="510066"/>
                  </a:lnTo>
                  <a:lnTo>
                    <a:pt x="184073" y="507606"/>
                  </a:lnTo>
                  <a:lnTo>
                    <a:pt x="193761" y="506360"/>
                  </a:lnTo>
                  <a:lnTo>
                    <a:pt x="203450" y="503758"/>
                  </a:lnTo>
                  <a:lnTo>
                    <a:pt x="213138" y="501951"/>
                  </a:lnTo>
                  <a:lnTo>
                    <a:pt x="222826" y="499608"/>
                  </a:lnTo>
                  <a:lnTo>
                    <a:pt x="232514" y="498266"/>
                  </a:lnTo>
                  <a:lnTo>
                    <a:pt x="242202" y="495992"/>
                  </a:lnTo>
                  <a:lnTo>
                    <a:pt x="251890" y="495329"/>
                  </a:lnTo>
                  <a:lnTo>
                    <a:pt x="261578" y="492571"/>
                  </a:lnTo>
                  <a:lnTo>
                    <a:pt x="271266" y="491163"/>
                  </a:lnTo>
                  <a:lnTo>
                    <a:pt x="280954" y="489520"/>
                  </a:lnTo>
                  <a:lnTo>
                    <a:pt x="290642" y="486408"/>
                  </a:lnTo>
                  <a:lnTo>
                    <a:pt x="300331" y="483902"/>
                  </a:lnTo>
                  <a:lnTo>
                    <a:pt x="310019" y="481166"/>
                  </a:lnTo>
                  <a:lnTo>
                    <a:pt x="319707" y="478247"/>
                  </a:lnTo>
                  <a:lnTo>
                    <a:pt x="329395" y="476266"/>
                  </a:lnTo>
                  <a:lnTo>
                    <a:pt x="339083" y="474420"/>
                  </a:lnTo>
                  <a:lnTo>
                    <a:pt x="348771" y="470261"/>
                  </a:lnTo>
                  <a:lnTo>
                    <a:pt x="358459" y="468128"/>
                  </a:lnTo>
                  <a:lnTo>
                    <a:pt x="368147" y="466363"/>
                  </a:lnTo>
                  <a:lnTo>
                    <a:pt x="377835" y="467310"/>
                  </a:lnTo>
                  <a:lnTo>
                    <a:pt x="387523" y="463332"/>
                  </a:lnTo>
                  <a:lnTo>
                    <a:pt x="397212" y="459984"/>
                  </a:lnTo>
                  <a:lnTo>
                    <a:pt x="406900" y="459659"/>
                  </a:lnTo>
                  <a:lnTo>
                    <a:pt x="416588" y="458668"/>
                  </a:lnTo>
                  <a:lnTo>
                    <a:pt x="426276" y="458568"/>
                  </a:lnTo>
                  <a:lnTo>
                    <a:pt x="435964" y="456027"/>
                  </a:lnTo>
                  <a:lnTo>
                    <a:pt x="445652" y="455630"/>
                  </a:lnTo>
                  <a:lnTo>
                    <a:pt x="455340" y="451557"/>
                  </a:lnTo>
                  <a:lnTo>
                    <a:pt x="465028" y="450982"/>
                  </a:lnTo>
                  <a:lnTo>
                    <a:pt x="474716" y="451291"/>
                  </a:lnTo>
                  <a:lnTo>
                    <a:pt x="484404" y="447524"/>
                  </a:lnTo>
                  <a:lnTo>
                    <a:pt x="494093" y="443694"/>
                  </a:lnTo>
                  <a:lnTo>
                    <a:pt x="503781" y="440215"/>
                  </a:lnTo>
                  <a:lnTo>
                    <a:pt x="513469" y="439046"/>
                  </a:lnTo>
                  <a:lnTo>
                    <a:pt x="523157" y="436903"/>
                  </a:lnTo>
                  <a:lnTo>
                    <a:pt x="532845" y="433502"/>
                  </a:lnTo>
                  <a:lnTo>
                    <a:pt x="542533" y="431804"/>
                  </a:lnTo>
                  <a:lnTo>
                    <a:pt x="552221" y="429878"/>
                  </a:lnTo>
                  <a:lnTo>
                    <a:pt x="561909" y="428509"/>
                  </a:lnTo>
                  <a:lnTo>
                    <a:pt x="571597" y="427383"/>
                  </a:lnTo>
                  <a:lnTo>
                    <a:pt x="581285" y="429175"/>
                  </a:lnTo>
                  <a:lnTo>
                    <a:pt x="590974" y="426991"/>
                  </a:lnTo>
                  <a:lnTo>
                    <a:pt x="600662" y="425649"/>
                  </a:lnTo>
                  <a:lnTo>
                    <a:pt x="610350" y="422722"/>
                  </a:lnTo>
                  <a:lnTo>
                    <a:pt x="620038" y="421780"/>
                  </a:lnTo>
                  <a:lnTo>
                    <a:pt x="629726" y="419402"/>
                  </a:lnTo>
                  <a:lnTo>
                    <a:pt x="639414" y="418632"/>
                  </a:lnTo>
                  <a:lnTo>
                    <a:pt x="649102" y="417687"/>
                  </a:lnTo>
                  <a:lnTo>
                    <a:pt x="658790" y="416520"/>
                  </a:lnTo>
                  <a:lnTo>
                    <a:pt x="668478" y="415843"/>
                  </a:lnTo>
                  <a:lnTo>
                    <a:pt x="678166" y="413747"/>
                  </a:lnTo>
                  <a:lnTo>
                    <a:pt x="687855" y="412025"/>
                  </a:lnTo>
                  <a:lnTo>
                    <a:pt x="697543" y="410176"/>
                  </a:lnTo>
                  <a:lnTo>
                    <a:pt x="707231" y="408066"/>
                  </a:lnTo>
                  <a:lnTo>
                    <a:pt x="716919" y="403856"/>
                  </a:lnTo>
                  <a:lnTo>
                    <a:pt x="726607" y="402064"/>
                  </a:lnTo>
                  <a:lnTo>
                    <a:pt x="736295" y="399205"/>
                  </a:lnTo>
                  <a:lnTo>
                    <a:pt x="745983" y="397205"/>
                  </a:lnTo>
                  <a:lnTo>
                    <a:pt x="755671" y="395081"/>
                  </a:lnTo>
                  <a:lnTo>
                    <a:pt x="765359" y="393628"/>
                  </a:lnTo>
                  <a:lnTo>
                    <a:pt x="775047" y="389716"/>
                  </a:lnTo>
                  <a:lnTo>
                    <a:pt x="784736" y="386150"/>
                  </a:lnTo>
                  <a:lnTo>
                    <a:pt x="794424" y="385280"/>
                  </a:lnTo>
                  <a:lnTo>
                    <a:pt x="804112" y="382466"/>
                  </a:lnTo>
                  <a:lnTo>
                    <a:pt x="813800" y="379465"/>
                  </a:lnTo>
                  <a:lnTo>
                    <a:pt x="823488" y="380068"/>
                  </a:lnTo>
                  <a:lnTo>
                    <a:pt x="833176" y="378639"/>
                  </a:lnTo>
                  <a:lnTo>
                    <a:pt x="842864" y="376702"/>
                  </a:lnTo>
                  <a:lnTo>
                    <a:pt x="852552" y="375521"/>
                  </a:lnTo>
                  <a:lnTo>
                    <a:pt x="862240" y="371409"/>
                  </a:lnTo>
                  <a:lnTo>
                    <a:pt x="871928" y="370564"/>
                  </a:lnTo>
                  <a:lnTo>
                    <a:pt x="881617" y="367247"/>
                  </a:lnTo>
                  <a:lnTo>
                    <a:pt x="891305" y="363446"/>
                  </a:lnTo>
                  <a:lnTo>
                    <a:pt x="900993" y="360857"/>
                  </a:lnTo>
                  <a:lnTo>
                    <a:pt x="910681" y="358794"/>
                  </a:lnTo>
                  <a:lnTo>
                    <a:pt x="920369" y="359017"/>
                  </a:lnTo>
                  <a:lnTo>
                    <a:pt x="930057" y="358014"/>
                  </a:lnTo>
                  <a:lnTo>
                    <a:pt x="939745" y="353390"/>
                  </a:lnTo>
                  <a:lnTo>
                    <a:pt x="949433" y="350042"/>
                  </a:lnTo>
                  <a:lnTo>
                    <a:pt x="959121" y="346177"/>
                  </a:lnTo>
                  <a:lnTo>
                    <a:pt x="968809" y="346314"/>
                  </a:lnTo>
                  <a:lnTo>
                    <a:pt x="978498" y="344669"/>
                  </a:lnTo>
                  <a:lnTo>
                    <a:pt x="988186" y="343226"/>
                  </a:lnTo>
                  <a:lnTo>
                    <a:pt x="997874" y="339363"/>
                  </a:lnTo>
                  <a:lnTo>
                    <a:pt x="1007562" y="335858"/>
                  </a:lnTo>
                  <a:lnTo>
                    <a:pt x="1017250" y="333366"/>
                  </a:lnTo>
                  <a:lnTo>
                    <a:pt x="1026938" y="330811"/>
                  </a:lnTo>
                  <a:lnTo>
                    <a:pt x="1036626" y="327457"/>
                  </a:lnTo>
                  <a:lnTo>
                    <a:pt x="1046314" y="326871"/>
                  </a:lnTo>
                  <a:lnTo>
                    <a:pt x="1056002" y="324868"/>
                  </a:lnTo>
                  <a:lnTo>
                    <a:pt x="1065690" y="322582"/>
                  </a:lnTo>
                  <a:lnTo>
                    <a:pt x="1075379" y="320490"/>
                  </a:lnTo>
                  <a:lnTo>
                    <a:pt x="1085067" y="319397"/>
                  </a:lnTo>
                  <a:lnTo>
                    <a:pt x="1094755" y="316851"/>
                  </a:lnTo>
                  <a:lnTo>
                    <a:pt x="1104443" y="311332"/>
                  </a:lnTo>
                  <a:lnTo>
                    <a:pt x="1114131" y="308761"/>
                  </a:lnTo>
                  <a:lnTo>
                    <a:pt x="1123819" y="305755"/>
                  </a:lnTo>
                  <a:lnTo>
                    <a:pt x="1133507" y="303607"/>
                  </a:lnTo>
                  <a:lnTo>
                    <a:pt x="1143195" y="301152"/>
                  </a:lnTo>
                  <a:lnTo>
                    <a:pt x="1152883" y="296511"/>
                  </a:lnTo>
                  <a:lnTo>
                    <a:pt x="1162571" y="294219"/>
                  </a:lnTo>
                  <a:lnTo>
                    <a:pt x="1172260" y="291019"/>
                  </a:lnTo>
                  <a:lnTo>
                    <a:pt x="1181948" y="288455"/>
                  </a:lnTo>
                  <a:lnTo>
                    <a:pt x="1191636" y="287477"/>
                  </a:lnTo>
                  <a:lnTo>
                    <a:pt x="1201324" y="284649"/>
                  </a:lnTo>
                  <a:lnTo>
                    <a:pt x="1211012" y="284848"/>
                  </a:lnTo>
                  <a:lnTo>
                    <a:pt x="1220700" y="283494"/>
                  </a:lnTo>
                  <a:lnTo>
                    <a:pt x="1230388" y="284364"/>
                  </a:lnTo>
                  <a:lnTo>
                    <a:pt x="1240076" y="284095"/>
                  </a:lnTo>
                  <a:lnTo>
                    <a:pt x="1249764" y="283455"/>
                  </a:lnTo>
                  <a:lnTo>
                    <a:pt x="1259452" y="281630"/>
                  </a:lnTo>
                  <a:lnTo>
                    <a:pt x="1269141" y="279053"/>
                  </a:lnTo>
                  <a:lnTo>
                    <a:pt x="1278829" y="275801"/>
                  </a:lnTo>
                  <a:lnTo>
                    <a:pt x="1288517" y="272612"/>
                  </a:lnTo>
                  <a:lnTo>
                    <a:pt x="1298205" y="272871"/>
                  </a:lnTo>
                  <a:lnTo>
                    <a:pt x="1307893" y="272241"/>
                  </a:lnTo>
                  <a:lnTo>
                    <a:pt x="1317581" y="269598"/>
                  </a:lnTo>
                  <a:lnTo>
                    <a:pt x="1327269" y="266853"/>
                  </a:lnTo>
                  <a:lnTo>
                    <a:pt x="1336957" y="264344"/>
                  </a:lnTo>
                  <a:lnTo>
                    <a:pt x="1346645" y="261307"/>
                  </a:lnTo>
                  <a:lnTo>
                    <a:pt x="1356333" y="259679"/>
                  </a:lnTo>
                  <a:lnTo>
                    <a:pt x="1366022" y="258070"/>
                  </a:lnTo>
                  <a:lnTo>
                    <a:pt x="1375710" y="257191"/>
                  </a:lnTo>
                  <a:lnTo>
                    <a:pt x="1385398" y="256559"/>
                  </a:lnTo>
                  <a:lnTo>
                    <a:pt x="1395086" y="255713"/>
                  </a:lnTo>
                  <a:lnTo>
                    <a:pt x="1404774" y="254534"/>
                  </a:lnTo>
                  <a:lnTo>
                    <a:pt x="1414462" y="253026"/>
                  </a:lnTo>
                  <a:lnTo>
                    <a:pt x="1424150" y="249714"/>
                  </a:lnTo>
                  <a:lnTo>
                    <a:pt x="1433838" y="249851"/>
                  </a:lnTo>
                  <a:lnTo>
                    <a:pt x="1443526" y="248461"/>
                  </a:lnTo>
                  <a:lnTo>
                    <a:pt x="1453214" y="247069"/>
                  </a:lnTo>
                  <a:lnTo>
                    <a:pt x="1462903" y="243675"/>
                  </a:lnTo>
                  <a:lnTo>
                    <a:pt x="1472591" y="238828"/>
                  </a:lnTo>
                  <a:lnTo>
                    <a:pt x="1482279" y="237664"/>
                  </a:lnTo>
                  <a:lnTo>
                    <a:pt x="1491967" y="234350"/>
                  </a:lnTo>
                  <a:lnTo>
                    <a:pt x="1501655" y="232802"/>
                  </a:lnTo>
                  <a:lnTo>
                    <a:pt x="1511343" y="231915"/>
                  </a:lnTo>
                  <a:lnTo>
                    <a:pt x="1521031" y="228052"/>
                  </a:lnTo>
                  <a:lnTo>
                    <a:pt x="1530719" y="224656"/>
                  </a:lnTo>
                  <a:lnTo>
                    <a:pt x="1540407" y="223248"/>
                  </a:lnTo>
                  <a:lnTo>
                    <a:pt x="1550095" y="220753"/>
                  </a:lnTo>
                  <a:lnTo>
                    <a:pt x="1559784" y="217218"/>
                  </a:lnTo>
                  <a:lnTo>
                    <a:pt x="1569472" y="218855"/>
                  </a:lnTo>
                  <a:lnTo>
                    <a:pt x="1579160" y="214180"/>
                  </a:lnTo>
                  <a:lnTo>
                    <a:pt x="1588848" y="209891"/>
                  </a:lnTo>
                  <a:lnTo>
                    <a:pt x="1598536" y="207265"/>
                  </a:lnTo>
                  <a:lnTo>
                    <a:pt x="1608224" y="206017"/>
                  </a:lnTo>
                  <a:lnTo>
                    <a:pt x="1617912" y="202109"/>
                  </a:lnTo>
                  <a:lnTo>
                    <a:pt x="1627600" y="199857"/>
                  </a:lnTo>
                  <a:lnTo>
                    <a:pt x="1637288" y="197296"/>
                  </a:lnTo>
                  <a:lnTo>
                    <a:pt x="1646976" y="194885"/>
                  </a:lnTo>
                  <a:lnTo>
                    <a:pt x="1656665" y="191240"/>
                  </a:lnTo>
                  <a:lnTo>
                    <a:pt x="1666353" y="189770"/>
                  </a:lnTo>
                  <a:lnTo>
                    <a:pt x="1676041" y="187841"/>
                  </a:lnTo>
                  <a:lnTo>
                    <a:pt x="1685729" y="185212"/>
                  </a:lnTo>
                  <a:lnTo>
                    <a:pt x="1695417" y="182786"/>
                  </a:lnTo>
                  <a:lnTo>
                    <a:pt x="1705105" y="180550"/>
                  </a:lnTo>
                  <a:lnTo>
                    <a:pt x="1714793" y="178855"/>
                  </a:lnTo>
                  <a:lnTo>
                    <a:pt x="1724481" y="175577"/>
                  </a:lnTo>
                  <a:lnTo>
                    <a:pt x="1734169" y="173785"/>
                  </a:lnTo>
                  <a:lnTo>
                    <a:pt x="1743857" y="170956"/>
                  </a:lnTo>
                  <a:lnTo>
                    <a:pt x="1753546" y="169177"/>
                  </a:lnTo>
                  <a:lnTo>
                    <a:pt x="1763234" y="168285"/>
                  </a:lnTo>
                  <a:lnTo>
                    <a:pt x="1772922" y="167969"/>
                  </a:lnTo>
                  <a:lnTo>
                    <a:pt x="1782610" y="167653"/>
                  </a:lnTo>
                  <a:lnTo>
                    <a:pt x="1792298" y="167003"/>
                  </a:lnTo>
                  <a:lnTo>
                    <a:pt x="1801986" y="165133"/>
                  </a:lnTo>
                  <a:lnTo>
                    <a:pt x="1811674" y="163260"/>
                  </a:lnTo>
                  <a:lnTo>
                    <a:pt x="1821362" y="161980"/>
                  </a:lnTo>
                  <a:lnTo>
                    <a:pt x="1831050" y="161084"/>
                  </a:lnTo>
                  <a:lnTo>
                    <a:pt x="1840738" y="160188"/>
                  </a:lnTo>
                  <a:lnTo>
                    <a:pt x="1850427" y="159020"/>
                  </a:lnTo>
                  <a:lnTo>
                    <a:pt x="1860115" y="156750"/>
                  </a:lnTo>
                  <a:lnTo>
                    <a:pt x="1869803" y="154477"/>
                  </a:lnTo>
                  <a:lnTo>
                    <a:pt x="1879491" y="152202"/>
                  </a:lnTo>
                  <a:lnTo>
                    <a:pt x="1889179" y="151224"/>
                  </a:lnTo>
                  <a:lnTo>
                    <a:pt x="1898867" y="149897"/>
                  </a:lnTo>
                  <a:lnTo>
                    <a:pt x="1908555" y="147807"/>
                  </a:lnTo>
                  <a:lnTo>
                    <a:pt x="1918243" y="144805"/>
                  </a:lnTo>
                  <a:lnTo>
                    <a:pt x="1927931" y="140695"/>
                  </a:lnTo>
                  <a:lnTo>
                    <a:pt x="1937619" y="136578"/>
                  </a:lnTo>
                  <a:lnTo>
                    <a:pt x="1947308" y="132453"/>
                  </a:lnTo>
                  <a:lnTo>
                    <a:pt x="1956996" y="128548"/>
                  </a:lnTo>
                  <a:lnTo>
                    <a:pt x="1966684" y="125642"/>
                  </a:lnTo>
                  <a:lnTo>
                    <a:pt x="1976372" y="123520"/>
                  </a:lnTo>
                  <a:lnTo>
                    <a:pt x="1986060" y="122631"/>
                  </a:lnTo>
                  <a:lnTo>
                    <a:pt x="1995748" y="121742"/>
                  </a:lnTo>
                  <a:lnTo>
                    <a:pt x="2005436" y="120852"/>
                  </a:lnTo>
                  <a:lnTo>
                    <a:pt x="2015124" y="117385"/>
                  </a:lnTo>
                  <a:lnTo>
                    <a:pt x="2024812" y="116775"/>
                  </a:lnTo>
                  <a:lnTo>
                    <a:pt x="2034500" y="117239"/>
                  </a:lnTo>
                  <a:lnTo>
                    <a:pt x="2044188" y="116776"/>
                  </a:lnTo>
                  <a:lnTo>
                    <a:pt x="2053877" y="112085"/>
                  </a:lnTo>
                  <a:lnTo>
                    <a:pt x="2063565" y="108386"/>
                  </a:lnTo>
                  <a:lnTo>
                    <a:pt x="2073253" y="106274"/>
                  </a:lnTo>
                  <a:lnTo>
                    <a:pt x="2082941" y="102218"/>
                  </a:lnTo>
                  <a:lnTo>
                    <a:pt x="2092629" y="98155"/>
                  </a:lnTo>
                  <a:lnTo>
                    <a:pt x="2102317" y="95244"/>
                  </a:lnTo>
                  <a:lnTo>
                    <a:pt x="2112005" y="93041"/>
                  </a:lnTo>
                  <a:lnTo>
                    <a:pt x="2121693" y="90834"/>
                  </a:lnTo>
                  <a:lnTo>
                    <a:pt x="2131381" y="87490"/>
                  </a:lnTo>
                  <a:lnTo>
                    <a:pt x="2141069" y="84121"/>
                  </a:lnTo>
                  <a:lnTo>
                    <a:pt x="2150758" y="78768"/>
                  </a:lnTo>
                  <a:lnTo>
                    <a:pt x="2160446" y="73773"/>
                  </a:lnTo>
                  <a:lnTo>
                    <a:pt x="2170134" y="70798"/>
                  </a:lnTo>
                  <a:lnTo>
                    <a:pt x="2179822" y="67851"/>
                  </a:lnTo>
                  <a:lnTo>
                    <a:pt x="2189510" y="64900"/>
                  </a:lnTo>
                  <a:lnTo>
                    <a:pt x="2199198" y="63939"/>
                  </a:lnTo>
                  <a:lnTo>
                    <a:pt x="2208886" y="63185"/>
                  </a:lnTo>
                  <a:lnTo>
                    <a:pt x="2218574" y="60283"/>
                  </a:lnTo>
                  <a:lnTo>
                    <a:pt x="2228262" y="57515"/>
                  </a:lnTo>
                  <a:lnTo>
                    <a:pt x="2237950" y="56624"/>
                  </a:lnTo>
                  <a:lnTo>
                    <a:pt x="2247639" y="55049"/>
                  </a:lnTo>
                  <a:lnTo>
                    <a:pt x="2257327" y="53755"/>
                  </a:lnTo>
                  <a:lnTo>
                    <a:pt x="2267015" y="52605"/>
                  </a:lnTo>
                  <a:lnTo>
                    <a:pt x="2276703" y="51883"/>
                  </a:lnTo>
                  <a:lnTo>
                    <a:pt x="2286391" y="51313"/>
                  </a:lnTo>
                  <a:lnTo>
                    <a:pt x="2296079" y="50727"/>
                  </a:lnTo>
                  <a:lnTo>
                    <a:pt x="2305767" y="50020"/>
                  </a:lnTo>
                  <a:lnTo>
                    <a:pt x="2315455" y="49374"/>
                  </a:lnTo>
                  <a:lnTo>
                    <a:pt x="2325143" y="48182"/>
                  </a:lnTo>
                  <a:lnTo>
                    <a:pt x="2334831" y="43583"/>
                  </a:lnTo>
                  <a:lnTo>
                    <a:pt x="2344520" y="38668"/>
                  </a:lnTo>
                  <a:lnTo>
                    <a:pt x="2354208" y="36206"/>
                  </a:lnTo>
                  <a:lnTo>
                    <a:pt x="2363896" y="33740"/>
                  </a:lnTo>
                  <a:lnTo>
                    <a:pt x="2373584" y="31273"/>
                  </a:lnTo>
                  <a:lnTo>
                    <a:pt x="2383272" y="28803"/>
                  </a:lnTo>
                  <a:lnTo>
                    <a:pt x="2392960" y="26721"/>
                  </a:lnTo>
                  <a:lnTo>
                    <a:pt x="2402648" y="24390"/>
                  </a:lnTo>
                  <a:lnTo>
                    <a:pt x="2412336" y="23051"/>
                  </a:lnTo>
                  <a:lnTo>
                    <a:pt x="2422024" y="23005"/>
                  </a:lnTo>
                  <a:lnTo>
                    <a:pt x="2431712" y="22049"/>
                  </a:lnTo>
                  <a:lnTo>
                    <a:pt x="2441401" y="19889"/>
                  </a:lnTo>
                  <a:lnTo>
                    <a:pt x="2451089" y="17727"/>
                  </a:lnTo>
                  <a:lnTo>
                    <a:pt x="2460777" y="16117"/>
                  </a:lnTo>
                  <a:lnTo>
                    <a:pt x="2470465" y="14817"/>
                  </a:lnTo>
                  <a:lnTo>
                    <a:pt x="2480153" y="10953"/>
                  </a:lnTo>
                  <a:lnTo>
                    <a:pt x="2489841" y="8138"/>
                  </a:lnTo>
                  <a:lnTo>
                    <a:pt x="2499529" y="4696"/>
                  </a:lnTo>
                  <a:lnTo>
                    <a:pt x="2509217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376996" y="745738"/>
              <a:ext cx="2760139" cy="51798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6206724" y="745738"/>
              <a:ext cx="2760139" cy="51798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6206724" y="5693439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6206724" y="4503633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6206724" y="3313828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206724" y="2124023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6206724" y="934218"/>
              <a:ext cx="2760139" cy="0"/>
            </a:xfrm>
            <a:custGeom>
              <a:avLst/>
              <a:pathLst>
                <a:path w="2760139" h="0">
                  <a:moveTo>
                    <a:pt x="0" y="0"/>
                  </a:moveTo>
                  <a:lnTo>
                    <a:pt x="2760139" y="0"/>
                  </a:lnTo>
                  <a:lnTo>
                    <a:pt x="2760139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6229324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6870238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7511153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8152067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8792981" y="745738"/>
              <a:ext cx="0" cy="5179814"/>
            </a:xfrm>
            <a:custGeom>
              <a:avLst/>
              <a:pathLst>
                <a:path w="0" h="5179814">
                  <a:moveTo>
                    <a:pt x="0" y="51798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6332185" y="4383154"/>
              <a:ext cx="2509217" cy="1284219"/>
            </a:xfrm>
            <a:custGeom>
              <a:avLst/>
              <a:pathLst>
                <a:path w="2509217" h="1284219">
                  <a:moveTo>
                    <a:pt x="0" y="0"/>
                  </a:moveTo>
                  <a:lnTo>
                    <a:pt x="9688" y="10460"/>
                  </a:lnTo>
                  <a:lnTo>
                    <a:pt x="19376" y="20868"/>
                  </a:lnTo>
                  <a:lnTo>
                    <a:pt x="29064" y="31124"/>
                  </a:lnTo>
                  <a:lnTo>
                    <a:pt x="38752" y="41292"/>
                  </a:lnTo>
                  <a:lnTo>
                    <a:pt x="48440" y="51418"/>
                  </a:lnTo>
                  <a:lnTo>
                    <a:pt x="58128" y="64296"/>
                  </a:lnTo>
                  <a:lnTo>
                    <a:pt x="67816" y="73909"/>
                  </a:lnTo>
                  <a:lnTo>
                    <a:pt x="77504" y="83273"/>
                  </a:lnTo>
                  <a:lnTo>
                    <a:pt x="87192" y="92436"/>
                  </a:lnTo>
                  <a:lnTo>
                    <a:pt x="96880" y="103279"/>
                  </a:lnTo>
                  <a:lnTo>
                    <a:pt x="106569" y="114460"/>
                  </a:lnTo>
                  <a:lnTo>
                    <a:pt x="116257" y="125551"/>
                  </a:lnTo>
                  <a:lnTo>
                    <a:pt x="125945" y="136598"/>
                  </a:lnTo>
                  <a:lnTo>
                    <a:pt x="135633" y="147493"/>
                  </a:lnTo>
                  <a:lnTo>
                    <a:pt x="145321" y="154501"/>
                  </a:lnTo>
                  <a:lnTo>
                    <a:pt x="155009" y="161951"/>
                  </a:lnTo>
                  <a:lnTo>
                    <a:pt x="164697" y="172088"/>
                  </a:lnTo>
                  <a:lnTo>
                    <a:pt x="174385" y="182205"/>
                  </a:lnTo>
                  <a:lnTo>
                    <a:pt x="184073" y="190443"/>
                  </a:lnTo>
                  <a:lnTo>
                    <a:pt x="193761" y="200211"/>
                  </a:lnTo>
                  <a:lnTo>
                    <a:pt x="203450" y="210135"/>
                  </a:lnTo>
                  <a:lnTo>
                    <a:pt x="213138" y="220018"/>
                  </a:lnTo>
                  <a:lnTo>
                    <a:pt x="222826" y="229839"/>
                  </a:lnTo>
                  <a:lnTo>
                    <a:pt x="232514" y="239252"/>
                  </a:lnTo>
                  <a:lnTo>
                    <a:pt x="242202" y="246274"/>
                  </a:lnTo>
                  <a:lnTo>
                    <a:pt x="251890" y="255122"/>
                  </a:lnTo>
                  <a:lnTo>
                    <a:pt x="261578" y="265182"/>
                  </a:lnTo>
                  <a:lnTo>
                    <a:pt x="271266" y="271955"/>
                  </a:lnTo>
                  <a:lnTo>
                    <a:pt x="280954" y="281934"/>
                  </a:lnTo>
                  <a:lnTo>
                    <a:pt x="290642" y="291922"/>
                  </a:lnTo>
                  <a:lnTo>
                    <a:pt x="300331" y="302012"/>
                  </a:lnTo>
                  <a:lnTo>
                    <a:pt x="310019" y="313072"/>
                  </a:lnTo>
                  <a:lnTo>
                    <a:pt x="319707" y="320335"/>
                  </a:lnTo>
                  <a:lnTo>
                    <a:pt x="329395" y="327067"/>
                  </a:lnTo>
                  <a:lnTo>
                    <a:pt x="339083" y="333403"/>
                  </a:lnTo>
                  <a:lnTo>
                    <a:pt x="348771" y="340225"/>
                  </a:lnTo>
                  <a:lnTo>
                    <a:pt x="358459" y="350801"/>
                  </a:lnTo>
                  <a:lnTo>
                    <a:pt x="368147" y="356366"/>
                  </a:lnTo>
                  <a:lnTo>
                    <a:pt x="377835" y="361922"/>
                  </a:lnTo>
                  <a:lnTo>
                    <a:pt x="387523" y="367620"/>
                  </a:lnTo>
                  <a:lnTo>
                    <a:pt x="397212" y="374222"/>
                  </a:lnTo>
                  <a:lnTo>
                    <a:pt x="406900" y="380789"/>
                  </a:lnTo>
                  <a:lnTo>
                    <a:pt x="416588" y="387398"/>
                  </a:lnTo>
                  <a:lnTo>
                    <a:pt x="426276" y="394190"/>
                  </a:lnTo>
                  <a:lnTo>
                    <a:pt x="435964" y="402638"/>
                  </a:lnTo>
                  <a:lnTo>
                    <a:pt x="445652" y="406863"/>
                  </a:lnTo>
                  <a:lnTo>
                    <a:pt x="455340" y="410468"/>
                  </a:lnTo>
                  <a:lnTo>
                    <a:pt x="465028" y="414758"/>
                  </a:lnTo>
                  <a:lnTo>
                    <a:pt x="474716" y="424268"/>
                  </a:lnTo>
                  <a:lnTo>
                    <a:pt x="484404" y="433489"/>
                  </a:lnTo>
                  <a:lnTo>
                    <a:pt x="494093" y="438412"/>
                  </a:lnTo>
                  <a:lnTo>
                    <a:pt x="503781" y="442768"/>
                  </a:lnTo>
                  <a:lnTo>
                    <a:pt x="513469" y="449793"/>
                  </a:lnTo>
                  <a:lnTo>
                    <a:pt x="523157" y="454895"/>
                  </a:lnTo>
                  <a:lnTo>
                    <a:pt x="532845" y="459472"/>
                  </a:lnTo>
                  <a:lnTo>
                    <a:pt x="542533" y="467002"/>
                  </a:lnTo>
                  <a:lnTo>
                    <a:pt x="552221" y="471599"/>
                  </a:lnTo>
                  <a:lnTo>
                    <a:pt x="561909" y="479167"/>
                  </a:lnTo>
                  <a:lnTo>
                    <a:pt x="571597" y="485904"/>
                  </a:lnTo>
                  <a:lnTo>
                    <a:pt x="581285" y="491441"/>
                  </a:lnTo>
                  <a:lnTo>
                    <a:pt x="590974" y="495429"/>
                  </a:lnTo>
                  <a:lnTo>
                    <a:pt x="600662" y="500945"/>
                  </a:lnTo>
                  <a:lnTo>
                    <a:pt x="610350" y="507541"/>
                  </a:lnTo>
                  <a:lnTo>
                    <a:pt x="620038" y="512732"/>
                  </a:lnTo>
                  <a:lnTo>
                    <a:pt x="629726" y="517503"/>
                  </a:lnTo>
                  <a:lnTo>
                    <a:pt x="639414" y="522100"/>
                  </a:lnTo>
                  <a:lnTo>
                    <a:pt x="649102" y="526308"/>
                  </a:lnTo>
                  <a:lnTo>
                    <a:pt x="658790" y="530893"/>
                  </a:lnTo>
                  <a:lnTo>
                    <a:pt x="668478" y="535946"/>
                  </a:lnTo>
                  <a:lnTo>
                    <a:pt x="678166" y="540826"/>
                  </a:lnTo>
                  <a:lnTo>
                    <a:pt x="687855" y="545660"/>
                  </a:lnTo>
                  <a:lnTo>
                    <a:pt x="697543" y="550273"/>
                  </a:lnTo>
                  <a:lnTo>
                    <a:pt x="707231" y="558304"/>
                  </a:lnTo>
                  <a:lnTo>
                    <a:pt x="716919" y="564068"/>
                  </a:lnTo>
                  <a:lnTo>
                    <a:pt x="726607" y="569837"/>
                  </a:lnTo>
                  <a:lnTo>
                    <a:pt x="736295" y="575524"/>
                  </a:lnTo>
                  <a:lnTo>
                    <a:pt x="745983" y="580572"/>
                  </a:lnTo>
                  <a:lnTo>
                    <a:pt x="755671" y="584251"/>
                  </a:lnTo>
                  <a:lnTo>
                    <a:pt x="765359" y="586517"/>
                  </a:lnTo>
                  <a:lnTo>
                    <a:pt x="775047" y="591010"/>
                  </a:lnTo>
                  <a:lnTo>
                    <a:pt x="784736" y="595182"/>
                  </a:lnTo>
                  <a:lnTo>
                    <a:pt x="794424" y="599742"/>
                  </a:lnTo>
                  <a:lnTo>
                    <a:pt x="804112" y="605499"/>
                  </a:lnTo>
                  <a:lnTo>
                    <a:pt x="813800" y="609279"/>
                  </a:lnTo>
                  <a:lnTo>
                    <a:pt x="823488" y="614779"/>
                  </a:lnTo>
                  <a:lnTo>
                    <a:pt x="833176" y="620282"/>
                  </a:lnTo>
                  <a:lnTo>
                    <a:pt x="842864" y="621765"/>
                  </a:lnTo>
                  <a:lnTo>
                    <a:pt x="852552" y="626465"/>
                  </a:lnTo>
                  <a:lnTo>
                    <a:pt x="862240" y="631207"/>
                  </a:lnTo>
                  <a:lnTo>
                    <a:pt x="871928" y="634811"/>
                  </a:lnTo>
                  <a:lnTo>
                    <a:pt x="881617" y="637843"/>
                  </a:lnTo>
                  <a:lnTo>
                    <a:pt x="891305" y="641061"/>
                  </a:lnTo>
                  <a:lnTo>
                    <a:pt x="900993" y="644305"/>
                  </a:lnTo>
                  <a:lnTo>
                    <a:pt x="910681" y="648518"/>
                  </a:lnTo>
                  <a:lnTo>
                    <a:pt x="920369" y="653544"/>
                  </a:lnTo>
                  <a:lnTo>
                    <a:pt x="930057" y="656912"/>
                  </a:lnTo>
                  <a:lnTo>
                    <a:pt x="939745" y="659433"/>
                  </a:lnTo>
                  <a:lnTo>
                    <a:pt x="949433" y="664275"/>
                  </a:lnTo>
                  <a:lnTo>
                    <a:pt x="959121" y="666355"/>
                  </a:lnTo>
                  <a:lnTo>
                    <a:pt x="968809" y="670318"/>
                  </a:lnTo>
                  <a:lnTo>
                    <a:pt x="978498" y="674337"/>
                  </a:lnTo>
                  <a:lnTo>
                    <a:pt x="988186" y="678335"/>
                  </a:lnTo>
                  <a:lnTo>
                    <a:pt x="997874" y="683778"/>
                  </a:lnTo>
                  <a:lnTo>
                    <a:pt x="1007562" y="686297"/>
                  </a:lnTo>
                  <a:lnTo>
                    <a:pt x="1017250" y="690028"/>
                  </a:lnTo>
                  <a:lnTo>
                    <a:pt x="1026938" y="693913"/>
                  </a:lnTo>
                  <a:lnTo>
                    <a:pt x="1036626" y="697805"/>
                  </a:lnTo>
                  <a:lnTo>
                    <a:pt x="1046314" y="702872"/>
                  </a:lnTo>
                  <a:lnTo>
                    <a:pt x="1056002" y="706235"/>
                  </a:lnTo>
                  <a:lnTo>
                    <a:pt x="1065690" y="709208"/>
                  </a:lnTo>
                  <a:lnTo>
                    <a:pt x="1075379" y="712970"/>
                  </a:lnTo>
                  <a:lnTo>
                    <a:pt x="1085067" y="716728"/>
                  </a:lnTo>
                  <a:lnTo>
                    <a:pt x="1094755" y="720466"/>
                  </a:lnTo>
                  <a:lnTo>
                    <a:pt x="1104443" y="722933"/>
                  </a:lnTo>
                  <a:lnTo>
                    <a:pt x="1114131" y="726774"/>
                  </a:lnTo>
                  <a:lnTo>
                    <a:pt x="1123819" y="730592"/>
                  </a:lnTo>
                  <a:lnTo>
                    <a:pt x="1133507" y="734476"/>
                  </a:lnTo>
                  <a:lnTo>
                    <a:pt x="1143195" y="738381"/>
                  </a:lnTo>
                  <a:lnTo>
                    <a:pt x="1152883" y="742221"/>
                  </a:lnTo>
                  <a:lnTo>
                    <a:pt x="1162571" y="745852"/>
                  </a:lnTo>
                  <a:lnTo>
                    <a:pt x="1172260" y="749462"/>
                  </a:lnTo>
                  <a:lnTo>
                    <a:pt x="1181948" y="753052"/>
                  </a:lnTo>
                  <a:lnTo>
                    <a:pt x="1191636" y="756621"/>
                  </a:lnTo>
                  <a:lnTo>
                    <a:pt x="1201324" y="758611"/>
                  </a:lnTo>
                  <a:lnTo>
                    <a:pt x="1211012" y="760465"/>
                  </a:lnTo>
                  <a:lnTo>
                    <a:pt x="1220700" y="764169"/>
                  </a:lnTo>
                  <a:lnTo>
                    <a:pt x="1230388" y="766896"/>
                  </a:lnTo>
                  <a:lnTo>
                    <a:pt x="1240076" y="768158"/>
                  </a:lnTo>
                  <a:lnTo>
                    <a:pt x="1249764" y="768871"/>
                  </a:lnTo>
                  <a:lnTo>
                    <a:pt x="1259452" y="769590"/>
                  </a:lnTo>
                  <a:lnTo>
                    <a:pt x="1269141" y="771590"/>
                  </a:lnTo>
                  <a:lnTo>
                    <a:pt x="1278829" y="774146"/>
                  </a:lnTo>
                  <a:lnTo>
                    <a:pt x="1288517" y="776163"/>
                  </a:lnTo>
                  <a:lnTo>
                    <a:pt x="1298205" y="777661"/>
                  </a:lnTo>
                  <a:lnTo>
                    <a:pt x="1307893" y="779171"/>
                  </a:lnTo>
                  <a:lnTo>
                    <a:pt x="1317581" y="780742"/>
                  </a:lnTo>
                  <a:lnTo>
                    <a:pt x="1327269" y="783212"/>
                  </a:lnTo>
                  <a:lnTo>
                    <a:pt x="1336957" y="783756"/>
                  </a:lnTo>
                  <a:lnTo>
                    <a:pt x="1346645" y="784866"/>
                  </a:lnTo>
                  <a:lnTo>
                    <a:pt x="1356333" y="786779"/>
                  </a:lnTo>
                  <a:lnTo>
                    <a:pt x="1366022" y="788780"/>
                  </a:lnTo>
                  <a:lnTo>
                    <a:pt x="1375710" y="789745"/>
                  </a:lnTo>
                  <a:lnTo>
                    <a:pt x="1385398" y="791252"/>
                  </a:lnTo>
                  <a:lnTo>
                    <a:pt x="1395086" y="795019"/>
                  </a:lnTo>
                  <a:lnTo>
                    <a:pt x="1404774" y="799088"/>
                  </a:lnTo>
                  <a:lnTo>
                    <a:pt x="1414462" y="801697"/>
                  </a:lnTo>
                  <a:lnTo>
                    <a:pt x="1424150" y="803497"/>
                  </a:lnTo>
                  <a:lnTo>
                    <a:pt x="1433838" y="804620"/>
                  </a:lnTo>
                  <a:lnTo>
                    <a:pt x="1443526" y="805483"/>
                  </a:lnTo>
                  <a:lnTo>
                    <a:pt x="1453214" y="804511"/>
                  </a:lnTo>
                  <a:lnTo>
                    <a:pt x="1462903" y="803550"/>
                  </a:lnTo>
                  <a:lnTo>
                    <a:pt x="1472591" y="804447"/>
                  </a:lnTo>
                  <a:lnTo>
                    <a:pt x="1482279" y="805871"/>
                  </a:lnTo>
                  <a:lnTo>
                    <a:pt x="1491967" y="807341"/>
                  </a:lnTo>
                  <a:lnTo>
                    <a:pt x="1501655" y="808808"/>
                  </a:lnTo>
                  <a:lnTo>
                    <a:pt x="1511343" y="810271"/>
                  </a:lnTo>
                  <a:lnTo>
                    <a:pt x="1521031" y="812355"/>
                  </a:lnTo>
                  <a:lnTo>
                    <a:pt x="1530719" y="814640"/>
                  </a:lnTo>
                  <a:lnTo>
                    <a:pt x="1540407" y="816916"/>
                  </a:lnTo>
                  <a:lnTo>
                    <a:pt x="1550095" y="818232"/>
                  </a:lnTo>
                  <a:lnTo>
                    <a:pt x="1559784" y="819358"/>
                  </a:lnTo>
                  <a:lnTo>
                    <a:pt x="1569472" y="820483"/>
                  </a:lnTo>
                  <a:lnTo>
                    <a:pt x="1579160" y="821621"/>
                  </a:lnTo>
                  <a:lnTo>
                    <a:pt x="1588848" y="823571"/>
                  </a:lnTo>
                  <a:lnTo>
                    <a:pt x="1598536" y="826090"/>
                  </a:lnTo>
                  <a:lnTo>
                    <a:pt x="1608224" y="826640"/>
                  </a:lnTo>
                  <a:lnTo>
                    <a:pt x="1617912" y="826069"/>
                  </a:lnTo>
                  <a:lnTo>
                    <a:pt x="1627600" y="827939"/>
                  </a:lnTo>
                  <a:lnTo>
                    <a:pt x="1637288" y="830065"/>
                  </a:lnTo>
                  <a:lnTo>
                    <a:pt x="1646976" y="831270"/>
                  </a:lnTo>
                  <a:lnTo>
                    <a:pt x="1656665" y="832112"/>
                  </a:lnTo>
                  <a:lnTo>
                    <a:pt x="1666353" y="832912"/>
                  </a:lnTo>
                  <a:lnTo>
                    <a:pt x="1676041" y="834203"/>
                  </a:lnTo>
                  <a:lnTo>
                    <a:pt x="1685729" y="835274"/>
                  </a:lnTo>
                  <a:lnTo>
                    <a:pt x="1695417" y="836267"/>
                  </a:lnTo>
                  <a:lnTo>
                    <a:pt x="1705105" y="837258"/>
                  </a:lnTo>
                  <a:lnTo>
                    <a:pt x="1714793" y="838251"/>
                  </a:lnTo>
                  <a:lnTo>
                    <a:pt x="1724481" y="839246"/>
                  </a:lnTo>
                  <a:lnTo>
                    <a:pt x="1734169" y="840239"/>
                  </a:lnTo>
                  <a:lnTo>
                    <a:pt x="1743857" y="840239"/>
                  </a:lnTo>
                  <a:lnTo>
                    <a:pt x="1753546" y="841282"/>
                  </a:lnTo>
                  <a:lnTo>
                    <a:pt x="1763234" y="842352"/>
                  </a:lnTo>
                  <a:lnTo>
                    <a:pt x="1772922" y="843428"/>
                  </a:lnTo>
                  <a:lnTo>
                    <a:pt x="1782610" y="844502"/>
                  </a:lnTo>
                  <a:lnTo>
                    <a:pt x="1792298" y="845574"/>
                  </a:lnTo>
                  <a:lnTo>
                    <a:pt x="1801986" y="846761"/>
                  </a:lnTo>
                  <a:lnTo>
                    <a:pt x="1811674" y="848115"/>
                  </a:lnTo>
                  <a:lnTo>
                    <a:pt x="1821362" y="849092"/>
                  </a:lnTo>
                  <a:lnTo>
                    <a:pt x="1831050" y="850089"/>
                  </a:lnTo>
                  <a:lnTo>
                    <a:pt x="1840738" y="851372"/>
                  </a:lnTo>
                  <a:lnTo>
                    <a:pt x="1850427" y="852651"/>
                  </a:lnTo>
                  <a:lnTo>
                    <a:pt x="1860115" y="853928"/>
                  </a:lnTo>
                  <a:lnTo>
                    <a:pt x="1869803" y="855203"/>
                  </a:lnTo>
                  <a:lnTo>
                    <a:pt x="1879491" y="855679"/>
                  </a:lnTo>
                  <a:lnTo>
                    <a:pt x="1889179" y="856821"/>
                  </a:lnTo>
                  <a:lnTo>
                    <a:pt x="1898867" y="858653"/>
                  </a:lnTo>
                  <a:lnTo>
                    <a:pt x="1908555" y="860277"/>
                  </a:lnTo>
                  <a:lnTo>
                    <a:pt x="1918243" y="861532"/>
                  </a:lnTo>
                  <a:lnTo>
                    <a:pt x="1927931" y="862788"/>
                  </a:lnTo>
                  <a:lnTo>
                    <a:pt x="1937619" y="864055"/>
                  </a:lnTo>
                  <a:lnTo>
                    <a:pt x="1947308" y="865325"/>
                  </a:lnTo>
                  <a:lnTo>
                    <a:pt x="1956996" y="866591"/>
                  </a:lnTo>
                  <a:lnTo>
                    <a:pt x="1966684" y="867855"/>
                  </a:lnTo>
                  <a:lnTo>
                    <a:pt x="1976372" y="869150"/>
                  </a:lnTo>
                  <a:lnTo>
                    <a:pt x="1986060" y="870934"/>
                  </a:lnTo>
                  <a:lnTo>
                    <a:pt x="1995748" y="872713"/>
                  </a:lnTo>
                  <a:lnTo>
                    <a:pt x="2005436" y="874135"/>
                  </a:lnTo>
                  <a:lnTo>
                    <a:pt x="2015124" y="874769"/>
                  </a:lnTo>
                  <a:lnTo>
                    <a:pt x="2024812" y="875602"/>
                  </a:lnTo>
                  <a:lnTo>
                    <a:pt x="2034500" y="877229"/>
                  </a:lnTo>
                  <a:lnTo>
                    <a:pt x="2044188" y="878854"/>
                  </a:lnTo>
                  <a:lnTo>
                    <a:pt x="2053877" y="880473"/>
                  </a:lnTo>
                  <a:lnTo>
                    <a:pt x="2063565" y="882086"/>
                  </a:lnTo>
                  <a:lnTo>
                    <a:pt x="2073253" y="883694"/>
                  </a:lnTo>
                  <a:lnTo>
                    <a:pt x="2082941" y="885296"/>
                  </a:lnTo>
                  <a:lnTo>
                    <a:pt x="2092629" y="886893"/>
                  </a:lnTo>
                  <a:lnTo>
                    <a:pt x="2102317" y="888485"/>
                  </a:lnTo>
                  <a:lnTo>
                    <a:pt x="2112005" y="889386"/>
                  </a:lnTo>
                  <a:lnTo>
                    <a:pt x="2121693" y="889882"/>
                  </a:lnTo>
                  <a:lnTo>
                    <a:pt x="2131381" y="890378"/>
                  </a:lnTo>
                  <a:lnTo>
                    <a:pt x="2141069" y="890873"/>
                  </a:lnTo>
                  <a:lnTo>
                    <a:pt x="2150758" y="891368"/>
                  </a:lnTo>
                  <a:lnTo>
                    <a:pt x="2160446" y="892187"/>
                  </a:lnTo>
                  <a:lnTo>
                    <a:pt x="2170134" y="893044"/>
                  </a:lnTo>
                  <a:lnTo>
                    <a:pt x="2179822" y="893523"/>
                  </a:lnTo>
                  <a:lnTo>
                    <a:pt x="2189510" y="894001"/>
                  </a:lnTo>
                  <a:lnTo>
                    <a:pt x="2199198" y="894479"/>
                  </a:lnTo>
                  <a:lnTo>
                    <a:pt x="2208886" y="894956"/>
                  </a:lnTo>
                  <a:lnTo>
                    <a:pt x="2218574" y="895432"/>
                  </a:lnTo>
                  <a:lnTo>
                    <a:pt x="2228262" y="895909"/>
                  </a:lnTo>
                  <a:lnTo>
                    <a:pt x="2237950" y="896560"/>
                  </a:lnTo>
                  <a:lnTo>
                    <a:pt x="2247639" y="898445"/>
                  </a:lnTo>
                  <a:lnTo>
                    <a:pt x="2257327" y="900337"/>
                  </a:lnTo>
                  <a:lnTo>
                    <a:pt x="2267015" y="902233"/>
                  </a:lnTo>
                  <a:lnTo>
                    <a:pt x="2276703" y="903513"/>
                  </a:lnTo>
                  <a:lnTo>
                    <a:pt x="2286391" y="904001"/>
                  </a:lnTo>
                  <a:lnTo>
                    <a:pt x="2296079" y="905430"/>
                  </a:lnTo>
                  <a:lnTo>
                    <a:pt x="2305767" y="907769"/>
                  </a:lnTo>
                  <a:lnTo>
                    <a:pt x="2315455" y="910104"/>
                  </a:lnTo>
                  <a:lnTo>
                    <a:pt x="2325143" y="911835"/>
                  </a:lnTo>
                  <a:lnTo>
                    <a:pt x="2334831" y="912981"/>
                  </a:lnTo>
                  <a:lnTo>
                    <a:pt x="2344520" y="914130"/>
                  </a:lnTo>
                  <a:lnTo>
                    <a:pt x="2354208" y="915276"/>
                  </a:lnTo>
                  <a:lnTo>
                    <a:pt x="2363896" y="916418"/>
                  </a:lnTo>
                  <a:lnTo>
                    <a:pt x="2373584" y="917700"/>
                  </a:lnTo>
                  <a:lnTo>
                    <a:pt x="2383272" y="919522"/>
                  </a:lnTo>
                  <a:lnTo>
                    <a:pt x="2392960" y="920496"/>
                  </a:lnTo>
                  <a:lnTo>
                    <a:pt x="2402648" y="921279"/>
                  </a:lnTo>
                  <a:lnTo>
                    <a:pt x="2412336" y="922968"/>
                  </a:lnTo>
                  <a:lnTo>
                    <a:pt x="2422024" y="924665"/>
                  </a:lnTo>
                  <a:lnTo>
                    <a:pt x="2431712" y="926355"/>
                  </a:lnTo>
                  <a:lnTo>
                    <a:pt x="2441401" y="927985"/>
                  </a:lnTo>
                  <a:lnTo>
                    <a:pt x="2451089" y="928134"/>
                  </a:lnTo>
                  <a:lnTo>
                    <a:pt x="2460777" y="929225"/>
                  </a:lnTo>
                  <a:lnTo>
                    <a:pt x="2470465" y="930632"/>
                  </a:lnTo>
                  <a:lnTo>
                    <a:pt x="2480153" y="932052"/>
                  </a:lnTo>
                  <a:lnTo>
                    <a:pt x="2489841" y="933468"/>
                  </a:lnTo>
                  <a:lnTo>
                    <a:pt x="2499529" y="933797"/>
                  </a:lnTo>
                  <a:lnTo>
                    <a:pt x="2509217" y="933934"/>
                  </a:lnTo>
                  <a:lnTo>
                    <a:pt x="2509217" y="1284219"/>
                  </a:lnTo>
                  <a:lnTo>
                    <a:pt x="2499529" y="1283918"/>
                  </a:lnTo>
                  <a:lnTo>
                    <a:pt x="2489841" y="1283539"/>
                  </a:lnTo>
                  <a:lnTo>
                    <a:pt x="2480153" y="1283138"/>
                  </a:lnTo>
                  <a:lnTo>
                    <a:pt x="2470465" y="1282731"/>
                  </a:lnTo>
                  <a:lnTo>
                    <a:pt x="2460777" y="1282330"/>
                  </a:lnTo>
                  <a:lnTo>
                    <a:pt x="2451089" y="1281948"/>
                  </a:lnTo>
                  <a:lnTo>
                    <a:pt x="2441401" y="1281560"/>
                  </a:lnTo>
                  <a:lnTo>
                    <a:pt x="2431712" y="1281166"/>
                  </a:lnTo>
                  <a:lnTo>
                    <a:pt x="2422024" y="1280766"/>
                  </a:lnTo>
                  <a:lnTo>
                    <a:pt x="2412336" y="1280361"/>
                  </a:lnTo>
                  <a:lnTo>
                    <a:pt x="2402648" y="1279951"/>
                  </a:lnTo>
                  <a:lnTo>
                    <a:pt x="2392960" y="1279535"/>
                  </a:lnTo>
                  <a:lnTo>
                    <a:pt x="2383272" y="1279113"/>
                  </a:lnTo>
                  <a:lnTo>
                    <a:pt x="2373584" y="1278686"/>
                  </a:lnTo>
                  <a:lnTo>
                    <a:pt x="2363896" y="1278252"/>
                  </a:lnTo>
                  <a:lnTo>
                    <a:pt x="2354208" y="1277840"/>
                  </a:lnTo>
                  <a:lnTo>
                    <a:pt x="2344520" y="1277521"/>
                  </a:lnTo>
                  <a:lnTo>
                    <a:pt x="2334831" y="1277199"/>
                  </a:lnTo>
                  <a:lnTo>
                    <a:pt x="2325143" y="1276779"/>
                  </a:lnTo>
                  <a:lnTo>
                    <a:pt x="2315455" y="1276308"/>
                  </a:lnTo>
                  <a:lnTo>
                    <a:pt x="2305767" y="1275830"/>
                  </a:lnTo>
                  <a:lnTo>
                    <a:pt x="2296079" y="1275346"/>
                  </a:lnTo>
                  <a:lnTo>
                    <a:pt x="2286391" y="1274855"/>
                  </a:lnTo>
                  <a:lnTo>
                    <a:pt x="2276703" y="1274363"/>
                  </a:lnTo>
                  <a:lnTo>
                    <a:pt x="2267015" y="1273943"/>
                  </a:lnTo>
                  <a:lnTo>
                    <a:pt x="2257327" y="1273516"/>
                  </a:lnTo>
                  <a:lnTo>
                    <a:pt x="2247639" y="1273083"/>
                  </a:lnTo>
                  <a:lnTo>
                    <a:pt x="2237950" y="1272645"/>
                  </a:lnTo>
                  <a:lnTo>
                    <a:pt x="2228262" y="1272203"/>
                  </a:lnTo>
                  <a:lnTo>
                    <a:pt x="2218574" y="1271755"/>
                  </a:lnTo>
                  <a:lnTo>
                    <a:pt x="2208886" y="1271301"/>
                  </a:lnTo>
                  <a:lnTo>
                    <a:pt x="2199198" y="1270843"/>
                  </a:lnTo>
                  <a:lnTo>
                    <a:pt x="2189510" y="1270313"/>
                  </a:lnTo>
                  <a:lnTo>
                    <a:pt x="2179822" y="1269884"/>
                  </a:lnTo>
                  <a:lnTo>
                    <a:pt x="2170134" y="1269444"/>
                  </a:lnTo>
                  <a:lnTo>
                    <a:pt x="2160446" y="1268968"/>
                  </a:lnTo>
                  <a:lnTo>
                    <a:pt x="2150758" y="1268487"/>
                  </a:lnTo>
                  <a:lnTo>
                    <a:pt x="2141069" y="1268000"/>
                  </a:lnTo>
                  <a:lnTo>
                    <a:pt x="2131381" y="1267395"/>
                  </a:lnTo>
                  <a:lnTo>
                    <a:pt x="2121693" y="1266874"/>
                  </a:lnTo>
                  <a:lnTo>
                    <a:pt x="2112005" y="1266372"/>
                  </a:lnTo>
                  <a:lnTo>
                    <a:pt x="2102317" y="1265864"/>
                  </a:lnTo>
                  <a:lnTo>
                    <a:pt x="2092629" y="1265351"/>
                  </a:lnTo>
                  <a:lnTo>
                    <a:pt x="2082941" y="1264785"/>
                  </a:lnTo>
                  <a:lnTo>
                    <a:pt x="2073253" y="1264072"/>
                  </a:lnTo>
                  <a:lnTo>
                    <a:pt x="2063565" y="1263345"/>
                  </a:lnTo>
                  <a:lnTo>
                    <a:pt x="2053877" y="1262607"/>
                  </a:lnTo>
                  <a:lnTo>
                    <a:pt x="2044188" y="1261915"/>
                  </a:lnTo>
                  <a:lnTo>
                    <a:pt x="2034500" y="1261353"/>
                  </a:lnTo>
                  <a:lnTo>
                    <a:pt x="2024812" y="1260784"/>
                  </a:lnTo>
                  <a:lnTo>
                    <a:pt x="2015124" y="1260124"/>
                  </a:lnTo>
                  <a:lnTo>
                    <a:pt x="2005436" y="1259403"/>
                  </a:lnTo>
                  <a:lnTo>
                    <a:pt x="1995748" y="1258673"/>
                  </a:lnTo>
                  <a:lnTo>
                    <a:pt x="1986060" y="1257931"/>
                  </a:lnTo>
                  <a:lnTo>
                    <a:pt x="1976372" y="1257178"/>
                  </a:lnTo>
                  <a:lnTo>
                    <a:pt x="1966684" y="1256413"/>
                  </a:lnTo>
                  <a:lnTo>
                    <a:pt x="1956996" y="1255636"/>
                  </a:lnTo>
                  <a:lnTo>
                    <a:pt x="1947308" y="1254848"/>
                  </a:lnTo>
                  <a:lnTo>
                    <a:pt x="1937619" y="1254220"/>
                  </a:lnTo>
                  <a:lnTo>
                    <a:pt x="1927931" y="1253650"/>
                  </a:lnTo>
                  <a:lnTo>
                    <a:pt x="1918243" y="1253074"/>
                  </a:lnTo>
                  <a:lnTo>
                    <a:pt x="1908555" y="1252384"/>
                  </a:lnTo>
                  <a:lnTo>
                    <a:pt x="1898867" y="1251405"/>
                  </a:lnTo>
                  <a:lnTo>
                    <a:pt x="1889179" y="1250368"/>
                  </a:lnTo>
                  <a:lnTo>
                    <a:pt x="1879491" y="1249576"/>
                  </a:lnTo>
                  <a:lnTo>
                    <a:pt x="1869803" y="1249023"/>
                  </a:lnTo>
                  <a:lnTo>
                    <a:pt x="1860115" y="1248177"/>
                  </a:lnTo>
                  <a:lnTo>
                    <a:pt x="1850427" y="1247461"/>
                  </a:lnTo>
                  <a:lnTo>
                    <a:pt x="1840738" y="1246605"/>
                  </a:lnTo>
                  <a:lnTo>
                    <a:pt x="1831050" y="1245688"/>
                  </a:lnTo>
                  <a:lnTo>
                    <a:pt x="1821362" y="1244933"/>
                  </a:lnTo>
                  <a:lnTo>
                    <a:pt x="1811674" y="1244170"/>
                  </a:lnTo>
                  <a:lnTo>
                    <a:pt x="1801986" y="1243397"/>
                  </a:lnTo>
                  <a:lnTo>
                    <a:pt x="1792298" y="1242612"/>
                  </a:lnTo>
                  <a:lnTo>
                    <a:pt x="1782610" y="1241817"/>
                  </a:lnTo>
                  <a:lnTo>
                    <a:pt x="1772922" y="1241014"/>
                  </a:lnTo>
                  <a:lnTo>
                    <a:pt x="1763234" y="1240201"/>
                  </a:lnTo>
                  <a:lnTo>
                    <a:pt x="1753546" y="1239381"/>
                  </a:lnTo>
                  <a:lnTo>
                    <a:pt x="1743857" y="1238399"/>
                  </a:lnTo>
                  <a:lnTo>
                    <a:pt x="1734169" y="1237410"/>
                  </a:lnTo>
                  <a:lnTo>
                    <a:pt x="1724481" y="1236632"/>
                  </a:lnTo>
                  <a:lnTo>
                    <a:pt x="1714793" y="1235439"/>
                  </a:lnTo>
                  <a:lnTo>
                    <a:pt x="1705105" y="1234434"/>
                  </a:lnTo>
                  <a:lnTo>
                    <a:pt x="1695417" y="1233528"/>
                  </a:lnTo>
                  <a:lnTo>
                    <a:pt x="1685729" y="1232743"/>
                  </a:lnTo>
                  <a:lnTo>
                    <a:pt x="1676041" y="1231945"/>
                  </a:lnTo>
                  <a:lnTo>
                    <a:pt x="1666353" y="1231122"/>
                  </a:lnTo>
                  <a:lnTo>
                    <a:pt x="1656665" y="1229948"/>
                  </a:lnTo>
                  <a:lnTo>
                    <a:pt x="1646976" y="1228892"/>
                  </a:lnTo>
                  <a:lnTo>
                    <a:pt x="1637288" y="1227856"/>
                  </a:lnTo>
                  <a:lnTo>
                    <a:pt x="1627600" y="1226903"/>
                  </a:lnTo>
                  <a:lnTo>
                    <a:pt x="1617912" y="1225821"/>
                  </a:lnTo>
                  <a:lnTo>
                    <a:pt x="1608224" y="1224824"/>
                  </a:lnTo>
                  <a:lnTo>
                    <a:pt x="1598536" y="1223974"/>
                  </a:lnTo>
                  <a:lnTo>
                    <a:pt x="1588848" y="1222976"/>
                  </a:lnTo>
                  <a:lnTo>
                    <a:pt x="1579160" y="1221822"/>
                  </a:lnTo>
                  <a:lnTo>
                    <a:pt x="1569472" y="1220650"/>
                  </a:lnTo>
                  <a:lnTo>
                    <a:pt x="1559784" y="1219535"/>
                  </a:lnTo>
                  <a:lnTo>
                    <a:pt x="1550095" y="1218502"/>
                  </a:lnTo>
                  <a:lnTo>
                    <a:pt x="1540407" y="1217456"/>
                  </a:lnTo>
                  <a:lnTo>
                    <a:pt x="1530719" y="1216396"/>
                  </a:lnTo>
                  <a:lnTo>
                    <a:pt x="1521031" y="1215339"/>
                  </a:lnTo>
                  <a:lnTo>
                    <a:pt x="1511343" y="1214232"/>
                  </a:lnTo>
                  <a:lnTo>
                    <a:pt x="1501655" y="1212998"/>
                  </a:lnTo>
                  <a:lnTo>
                    <a:pt x="1491967" y="1212048"/>
                  </a:lnTo>
                  <a:lnTo>
                    <a:pt x="1482279" y="1210936"/>
                  </a:lnTo>
                  <a:lnTo>
                    <a:pt x="1472591" y="1209810"/>
                  </a:lnTo>
                  <a:lnTo>
                    <a:pt x="1462903" y="1208668"/>
                  </a:lnTo>
                  <a:lnTo>
                    <a:pt x="1453214" y="1207664"/>
                  </a:lnTo>
                  <a:lnTo>
                    <a:pt x="1443526" y="1206347"/>
                  </a:lnTo>
                  <a:lnTo>
                    <a:pt x="1433838" y="1205164"/>
                  </a:lnTo>
                  <a:lnTo>
                    <a:pt x="1424150" y="1203973"/>
                  </a:lnTo>
                  <a:lnTo>
                    <a:pt x="1414462" y="1202767"/>
                  </a:lnTo>
                  <a:lnTo>
                    <a:pt x="1404774" y="1201547"/>
                  </a:lnTo>
                  <a:lnTo>
                    <a:pt x="1395086" y="1200314"/>
                  </a:lnTo>
                  <a:lnTo>
                    <a:pt x="1385398" y="1199067"/>
                  </a:lnTo>
                  <a:lnTo>
                    <a:pt x="1375710" y="1197806"/>
                  </a:lnTo>
                  <a:lnTo>
                    <a:pt x="1366022" y="1196531"/>
                  </a:lnTo>
                  <a:lnTo>
                    <a:pt x="1356333" y="1195242"/>
                  </a:lnTo>
                  <a:lnTo>
                    <a:pt x="1346645" y="1193890"/>
                  </a:lnTo>
                  <a:lnTo>
                    <a:pt x="1336957" y="1192539"/>
                  </a:lnTo>
                  <a:lnTo>
                    <a:pt x="1327269" y="1191290"/>
                  </a:lnTo>
                  <a:lnTo>
                    <a:pt x="1317581" y="1189973"/>
                  </a:lnTo>
                  <a:lnTo>
                    <a:pt x="1307893" y="1188582"/>
                  </a:lnTo>
                  <a:lnTo>
                    <a:pt x="1298205" y="1187211"/>
                  </a:lnTo>
                  <a:lnTo>
                    <a:pt x="1288517" y="1185898"/>
                  </a:lnTo>
                  <a:lnTo>
                    <a:pt x="1278829" y="1184762"/>
                  </a:lnTo>
                  <a:lnTo>
                    <a:pt x="1269141" y="1183615"/>
                  </a:lnTo>
                  <a:lnTo>
                    <a:pt x="1259452" y="1182319"/>
                  </a:lnTo>
                  <a:lnTo>
                    <a:pt x="1249764" y="1180981"/>
                  </a:lnTo>
                  <a:lnTo>
                    <a:pt x="1240076" y="1179493"/>
                  </a:lnTo>
                  <a:lnTo>
                    <a:pt x="1230388" y="1177982"/>
                  </a:lnTo>
                  <a:lnTo>
                    <a:pt x="1220700" y="1175955"/>
                  </a:lnTo>
                  <a:lnTo>
                    <a:pt x="1211012" y="1174876"/>
                  </a:lnTo>
                  <a:lnTo>
                    <a:pt x="1201324" y="1173364"/>
                  </a:lnTo>
                  <a:lnTo>
                    <a:pt x="1191636" y="1171788"/>
                  </a:lnTo>
                  <a:lnTo>
                    <a:pt x="1181948" y="1170194"/>
                  </a:lnTo>
                  <a:lnTo>
                    <a:pt x="1172260" y="1168578"/>
                  </a:lnTo>
                  <a:lnTo>
                    <a:pt x="1162571" y="1166941"/>
                  </a:lnTo>
                  <a:lnTo>
                    <a:pt x="1152883" y="1165614"/>
                  </a:lnTo>
                  <a:lnTo>
                    <a:pt x="1143195" y="1164088"/>
                  </a:lnTo>
                  <a:lnTo>
                    <a:pt x="1133507" y="1162196"/>
                  </a:lnTo>
                  <a:lnTo>
                    <a:pt x="1123819" y="1161102"/>
                  </a:lnTo>
                  <a:lnTo>
                    <a:pt x="1114131" y="1159990"/>
                  </a:lnTo>
                  <a:lnTo>
                    <a:pt x="1104443" y="1158551"/>
                  </a:lnTo>
                  <a:lnTo>
                    <a:pt x="1094755" y="1157225"/>
                  </a:lnTo>
                  <a:lnTo>
                    <a:pt x="1085067" y="1155122"/>
                  </a:lnTo>
                  <a:lnTo>
                    <a:pt x="1075379" y="1152977"/>
                  </a:lnTo>
                  <a:lnTo>
                    <a:pt x="1065690" y="1151970"/>
                  </a:lnTo>
                  <a:lnTo>
                    <a:pt x="1056002" y="1150484"/>
                  </a:lnTo>
                  <a:lnTo>
                    <a:pt x="1046314" y="1148579"/>
                  </a:lnTo>
                  <a:lnTo>
                    <a:pt x="1036626" y="1146643"/>
                  </a:lnTo>
                  <a:lnTo>
                    <a:pt x="1026938" y="1144685"/>
                  </a:lnTo>
                  <a:lnTo>
                    <a:pt x="1017250" y="1142699"/>
                  </a:lnTo>
                  <a:lnTo>
                    <a:pt x="1007562" y="1141154"/>
                  </a:lnTo>
                  <a:lnTo>
                    <a:pt x="997874" y="1139555"/>
                  </a:lnTo>
                  <a:lnTo>
                    <a:pt x="988186" y="1136991"/>
                  </a:lnTo>
                  <a:lnTo>
                    <a:pt x="978498" y="1135680"/>
                  </a:lnTo>
                  <a:lnTo>
                    <a:pt x="968809" y="1134425"/>
                  </a:lnTo>
                  <a:lnTo>
                    <a:pt x="959121" y="1131635"/>
                  </a:lnTo>
                  <a:lnTo>
                    <a:pt x="949433" y="1128798"/>
                  </a:lnTo>
                  <a:lnTo>
                    <a:pt x="939745" y="1127262"/>
                  </a:lnTo>
                  <a:lnTo>
                    <a:pt x="930057" y="1126001"/>
                  </a:lnTo>
                  <a:lnTo>
                    <a:pt x="920369" y="1124727"/>
                  </a:lnTo>
                  <a:lnTo>
                    <a:pt x="910681" y="1122747"/>
                  </a:lnTo>
                  <a:lnTo>
                    <a:pt x="900993" y="1121010"/>
                  </a:lnTo>
                  <a:lnTo>
                    <a:pt x="891305" y="1119528"/>
                  </a:lnTo>
                  <a:lnTo>
                    <a:pt x="881617" y="1118029"/>
                  </a:lnTo>
                  <a:lnTo>
                    <a:pt x="871928" y="1116501"/>
                  </a:lnTo>
                  <a:lnTo>
                    <a:pt x="862240" y="1114965"/>
                  </a:lnTo>
                  <a:lnTo>
                    <a:pt x="852552" y="1113495"/>
                  </a:lnTo>
                  <a:lnTo>
                    <a:pt x="842864" y="1111889"/>
                  </a:lnTo>
                  <a:lnTo>
                    <a:pt x="833176" y="1109474"/>
                  </a:lnTo>
                  <a:lnTo>
                    <a:pt x="823488" y="1107523"/>
                  </a:lnTo>
                  <a:lnTo>
                    <a:pt x="813800" y="1105968"/>
                  </a:lnTo>
                  <a:lnTo>
                    <a:pt x="804112" y="1103408"/>
                  </a:lnTo>
                  <a:lnTo>
                    <a:pt x="794424" y="1101139"/>
                  </a:lnTo>
                  <a:lnTo>
                    <a:pt x="784736" y="1099058"/>
                  </a:lnTo>
                  <a:lnTo>
                    <a:pt x="775047" y="1097867"/>
                  </a:lnTo>
                  <a:lnTo>
                    <a:pt x="765359" y="1095555"/>
                  </a:lnTo>
                  <a:lnTo>
                    <a:pt x="755671" y="1093646"/>
                  </a:lnTo>
                  <a:lnTo>
                    <a:pt x="745983" y="1092119"/>
                  </a:lnTo>
                  <a:lnTo>
                    <a:pt x="736295" y="1089985"/>
                  </a:lnTo>
                  <a:lnTo>
                    <a:pt x="726607" y="1088048"/>
                  </a:lnTo>
                  <a:lnTo>
                    <a:pt x="716919" y="1086375"/>
                  </a:lnTo>
                  <a:lnTo>
                    <a:pt x="707231" y="1085043"/>
                  </a:lnTo>
                  <a:lnTo>
                    <a:pt x="697543" y="1083994"/>
                  </a:lnTo>
                  <a:lnTo>
                    <a:pt x="687855" y="1082524"/>
                  </a:lnTo>
                  <a:lnTo>
                    <a:pt x="678166" y="1080908"/>
                  </a:lnTo>
                  <a:lnTo>
                    <a:pt x="668478" y="1078340"/>
                  </a:lnTo>
                  <a:lnTo>
                    <a:pt x="658790" y="1076658"/>
                  </a:lnTo>
                  <a:lnTo>
                    <a:pt x="649102" y="1075040"/>
                  </a:lnTo>
                  <a:lnTo>
                    <a:pt x="639414" y="1073403"/>
                  </a:lnTo>
                  <a:lnTo>
                    <a:pt x="629726" y="1071575"/>
                  </a:lnTo>
                  <a:lnTo>
                    <a:pt x="620038" y="1069078"/>
                  </a:lnTo>
                  <a:lnTo>
                    <a:pt x="610350" y="1066662"/>
                  </a:lnTo>
                  <a:lnTo>
                    <a:pt x="600662" y="1065261"/>
                  </a:lnTo>
                  <a:lnTo>
                    <a:pt x="590974" y="1064392"/>
                  </a:lnTo>
                  <a:lnTo>
                    <a:pt x="581285" y="1062918"/>
                  </a:lnTo>
                  <a:lnTo>
                    <a:pt x="571597" y="1061152"/>
                  </a:lnTo>
                  <a:lnTo>
                    <a:pt x="561909" y="1059506"/>
                  </a:lnTo>
                  <a:lnTo>
                    <a:pt x="552221" y="1058044"/>
                  </a:lnTo>
                  <a:lnTo>
                    <a:pt x="542533" y="1056545"/>
                  </a:lnTo>
                  <a:lnTo>
                    <a:pt x="532845" y="1054006"/>
                  </a:lnTo>
                  <a:lnTo>
                    <a:pt x="523157" y="1052266"/>
                  </a:lnTo>
                  <a:lnTo>
                    <a:pt x="513469" y="1050313"/>
                  </a:lnTo>
                  <a:lnTo>
                    <a:pt x="503781" y="1048406"/>
                  </a:lnTo>
                  <a:lnTo>
                    <a:pt x="494093" y="1045950"/>
                  </a:lnTo>
                  <a:lnTo>
                    <a:pt x="484404" y="1043555"/>
                  </a:lnTo>
                  <a:lnTo>
                    <a:pt x="474716" y="1042326"/>
                  </a:lnTo>
                  <a:lnTo>
                    <a:pt x="465028" y="1040903"/>
                  </a:lnTo>
                  <a:lnTo>
                    <a:pt x="455340" y="1039196"/>
                  </a:lnTo>
                  <a:lnTo>
                    <a:pt x="445652" y="1037055"/>
                  </a:lnTo>
                  <a:lnTo>
                    <a:pt x="435964" y="1035592"/>
                  </a:lnTo>
                  <a:lnTo>
                    <a:pt x="426276" y="1033486"/>
                  </a:lnTo>
                  <a:lnTo>
                    <a:pt x="416588" y="1031365"/>
                  </a:lnTo>
                  <a:lnTo>
                    <a:pt x="406900" y="1029213"/>
                  </a:lnTo>
                  <a:lnTo>
                    <a:pt x="397212" y="1027207"/>
                  </a:lnTo>
                  <a:lnTo>
                    <a:pt x="387523" y="1025194"/>
                  </a:lnTo>
                  <a:lnTo>
                    <a:pt x="377835" y="1023032"/>
                  </a:lnTo>
                  <a:lnTo>
                    <a:pt x="368147" y="1021480"/>
                  </a:lnTo>
                  <a:lnTo>
                    <a:pt x="358459" y="1020018"/>
                  </a:lnTo>
                  <a:lnTo>
                    <a:pt x="348771" y="1018365"/>
                  </a:lnTo>
                  <a:lnTo>
                    <a:pt x="339083" y="1015442"/>
                  </a:lnTo>
                  <a:lnTo>
                    <a:pt x="329395" y="1012912"/>
                  </a:lnTo>
                  <a:lnTo>
                    <a:pt x="319707" y="1010776"/>
                  </a:lnTo>
                  <a:lnTo>
                    <a:pt x="310019" y="1008650"/>
                  </a:lnTo>
                  <a:lnTo>
                    <a:pt x="300331" y="1006607"/>
                  </a:lnTo>
                  <a:lnTo>
                    <a:pt x="290642" y="1005398"/>
                  </a:lnTo>
                  <a:lnTo>
                    <a:pt x="280954" y="1003742"/>
                  </a:lnTo>
                  <a:lnTo>
                    <a:pt x="271266" y="1002066"/>
                  </a:lnTo>
                  <a:lnTo>
                    <a:pt x="261578" y="1000366"/>
                  </a:lnTo>
                  <a:lnTo>
                    <a:pt x="251890" y="998658"/>
                  </a:lnTo>
                  <a:lnTo>
                    <a:pt x="242202" y="996836"/>
                  </a:lnTo>
                  <a:lnTo>
                    <a:pt x="232514" y="994706"/>
                  </a:lnTo>
                  <a:lnTo>
                    <a:pt x="222826" y="992563"/>
                  </a:lnTo>
                  <a:lnTo>
                    <a:pt x="213138" y="990407"/>
                  </a:lnTo>
                  <a:lnTo>
                    <a:pt x="203450" y="988281"/>
                  </a:lnTo>
                  <a:lnTo>
                    <a:pt x="193761" y="986854"/>
                  </a:lnTo>
                  <a:lnTo>
                    <a:pt x="184073" y="984914"/>
                  </a:lnTo>
                  <a:lnTo>
                    <a:pt x="174385" y="981648"/>
                  </a:lnTo>
                  <a:lnTo>
                    <a:pt x="164697" y="979287"/>
                  </a:lnTo>
                  <a:lnTo>
                    <a:pt x="155009" y="977190"/>
                  </a:lnTo>
                  <a:lnTo>
                    <a:pt x="145321" y="974995"/>
                  </a:lnTo>
                  <a:lnTo>
                    <a:pt x="135633" y="972785"/>
                  </a:lnTo>
                  <a:lnTo>
                    <a:pt x="125945" y="970520"/>
                  </a:lnTo>
                  <a:lnTo>
                    <a:pt x="116257" y="968238"/>
                  </a:lnTo>
                  <a:lnTo>
                    <a:pt x="106569" y="965941"/>
                  </a:lnTo>
                  <a:lnTo>
                    <a:pt x="96880" y="963629"/>
                  </a:lnTo>
                  <a:lnTo>
                    <a:pt x="87192" y="961739"/>
                  </a:lnTo>
                  <a:lnTo>
                    <a:pt x="77504" y="961063"/>
                  </a:lnTo>
                  <a:lnTo>
                    <a:pt x="67816" y="960385"/>
                  </a:lnTo>
                  <a:lnTo>
                    <a:pt x="58128" y="959706"/>
                  </a:lnTo>
                  <a:lnTo>
                    <a:pt x="48440" y="959026"/>
                  </a:lnTo>
                  <a:lnTo>
                    <a:pt x="38752" y="958344"/>
                  </a:lnTo>
                  <a:lnTo>
                    <a:pt x="29064" y="957143"/>
                  </a:lnTo>
                  <a:lnTo>
                    <a:pt x="19376" y="955258"/>
                  </a:lnTo>
                  <a:lnTo>
                    <a:pt x="9688" y="953364"/>
                  </a:lnTo>
                  <a:lnTo>
                    <a:pt x="0" y="951461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6332185" y="4383154"/>
              <a:ext cx="2509217" cy="933934"/>
            </a:xfrm>
            <a:custGeom>
              <a:avLst/>
              <a:pathLst>
                <a:path w="2509217" h="933934">
                  <a:moveTo>
                    <a:pt x="0" y="0"/>
                  </a:moveTo>
                  <a:lnTo>
                    <a:pt x="9688" y="10460"/>
                  </a:lnTo>
                  <a:lnTo>
                    <a:pt x="19376" y="20868"/>
                  </a:lnTo>
                  <a:lnTo>
                    <a:pt x="29064" y="31124"/>
                  </a:lnTo>
                  <a:lnTo>
                    <a:pt x="38752" y="41292"/>
                  </a:lnTo>
                  <a:lnTo>
                    <a:pt x="48440" y="51418"/>
                  </a:lnTo>
                  <a:lnTo>
                    <a:pt x="58128" y="64296"/>
                  </a:lnTo>
                  <a:lnTo>
                    <a:pt x="67816" y="73909"/>
                  </a:lnTo>
                  <a:lnTo>
                    <a:pt x="77504" y="83273"/>
                  </a:lnTo>
                  <a:lnTo>
                    <a:pt x="87192" y="92436"/>
                  </a:lnTo>
                  <a:lnTo>
                    <a:pt x="96880" y="103279"/>
                  </a:lnTo>
                  <a:lnTo>
                    <a:pt x="106569" y="114460"/>
                  </a:lnTo>
                  <a:lnTo>
                    <a:pt x="116257" y="125551"/>
                  </a:lnTo>
                  <a:lnTo>
                    <a:pt x="125945" y="136598"/>
                  </a:lnTo>
                  <a:lnTo>
                    <a:pt x="135633" y="147493"/>
                  </a:lnTo>
                  <a:lnTo>
                    <a:pt x="145321" y="154501"/>
                  </a:lnTo>
                  <a:lnTo>
                    <a:pt x="155009" y="161951"/>
                  </a:lnTo>
                  <a:lnTo>
                    <a:pt x="164697" y="172088"/>
                  </a:lnTo>
                  <a:lnTo>
                    <a:pt x="174385" y="182205"/>
                  </a:lnTo>
                  <a:lnTo>
                    <a:pt x="184073" y="190443"/>
                  </a:lnTo>
                  <a:lnTo>
                    <a:pt x="193761" y="200211"/>
                  </a:lnTo>
                  <a:lnTo>
                    <a:pt x="203450" y="210135"/>
                  </a:lnTo>
                  <a:lnTo>
                    <a:pt x="213138" y="220018"/>
                  </a:lnTo>
                  <a:lnTo>
                    <a:pt x="222826" y="229839"/>
                  </a:lnTo>
                  <a:lnTo>
                    <a:pt x="232514" y="239252"/>
                  </a:lnTo>
                  <a:lnTo>
                    <a:pt x="242202" y="246274"/>
                  </a:lnTo>
                  <a:lnTo>
                    <a:pt x="251890" y="255122"/>
                  </a:lnTo>
                  <a:lnTo>
                    <a:pt x="261578" y="265182"/>
                  </a:lnTo>
                  <a:lnTo>
                    <a:pt x="271266" y="271955"/>
                  </a:lnTo>
                  <a:lnTo>
                    <a:pt x="280954" y="281934"/>
                  </a:lnTo>
                  <a:lnTo>
                    <a:pt x="290642" y="291922"/>
                  </a:lnTo>
                  <a:lnTo>
                    <a:pt x="300331" y="302012"/>
                  </a:lnTo>
                  <a:lnTo>
                    <a:pt x="310019" y="313072"/>
                  </a:lnTo>
                  <a:lnTo>
                    <a:pt x="319707" y="320335"/>
                  </a:lnTo>
                  <a:lnTo>
                    <a:pt x="329395" y="327067"/>
                  </a:lnTo>
                  <a:lnTo>
                    <a:pt x="339083" y="333403"/>
                  </a:lnTo>
                  <a:lnTo>
                    <a:pt x="348771" y="340225"/>
                  </a:lnTo>
                  <a:lnTo>
                    <a:pt x="358459" y="350801"/>
                  </a:lnTo>
                  <a:lnTo>
                    <a:pt x="368147" y="356366"/>
                  </a:lnTo>
                  <a:lnTo>
                    <a:pt x="377835" y="361922"/>
                  </a:lnTo>
                  <a:lnTo>
                    <a:pt x="387523" y="367620"/>
                  </a:lnTo>
                  <a:lnTo>
                    <a:pt x="397212" y="374222"/>
                  </a:lnTo>
                  <a:lnTo>
                    <a:pt x="406900" y="380789"/>
                  </a:lnTo>
                  <a:lnTo>
                    <a:pt x="416588" y="387398"/>
                  </a:lnTo>
                  <a:lnTo>
                    <a:pt x="426276" y="394190"/>
                  </a:lnTo>
                  <a:lnTo>
                    <a:pt x="435964" y="402638"/>
                  </a:lnTo>
                  <a:lnTo>
                    <a:pt x="445652" y="406863"/>
                  </a:lnTo>
                  <a:lnTo>
                    <a:pt x="455340" y="410468"/>
                  </a:lnTo>
                  <a:lnTo>
                    <a:pt x="465028" y="414758"/>
                  </a:lnTo>
                  <a:lnTo>
                    <a:pt x="474716" y="424268"/>
                  </a:lnTo>
                  <a:lnTo>
                    <a:pt x="484404" y="433489"/>
                  </a:lnTo>
                  <a:lnTo>
                    <a:pt x="494093" y="438412"/>
                  </a:lnTo>
                  <a:lnTo>
                    <a:pt x="503781" y="442768"/>
                  </a:lnTo>
                  <a:lnTo>
                    <a:pt x="513469" y="449793"/>
                  </a:lnTo>
                  <a:lnTo>
                    <a:pt x="523157" y="454895"/>
                  </a:lnTo>
                  <a:lnTo>
                    <a:pt x="532845" y="459472"/>
                  </a:lnTo>
                  <a:lnTo>
                    <a:pt x="542533" y="467002"/>
                  </a:lnTo>
                  <a:lnTo>
                    <a:pt x="552221" y="471599"/>
                  </a:lnTo>
                  <a:lnTo>
                    <a:pt x="561909" y="479167"/>
                  </a:lnTo>
                  <a:lnTo>
                    <a:pt x="571597" y="485904"/>
                  </a:lnTo>
                  <a:lnTo>
                    <a:pt x="581285" y="491441"/>
                  </a:lnTo>
                  <a:lnTo>
                    <a:pt x="590974" y="495429"/>
                  </a:lnTo>
                  <a:lnTo>
                    <a:pt x="600662" y="500945"/>
                  </a:lnTo>
                  <a:lnTo>
                    <a:pt x="610350" y="507541"/>
                  </a:lnTo>
                  <a:lnTo>
                    <a:pt x="620038" y="512732"/>
                  </a:lnTo>
                  <a:lnTo>
                    <a:pt x="629726" y="517503"/>
                  </a:lnTo>
                  <a:lnTo>
                    <a:pt x="639414" y="522100"/>
                  </a:lnTo>
                  <a:lnTo>
                    <a:pt x="649102" y="526308"/>
                  </a:lnTo>
                  <a:lnTo>
                    <a:pt x="658790" y="530893"/>
                  </a:lnTo>
                  <a:lnTo>
                    <a:pt x="668478" y="535946"/>
                  </a:lnTo>
                  <a:lnTo>
                    <a:pt x="678166" y="540826"/>
                  </a:lnTo>
                  <a:lnTo>
                    <a:pt x="687855" y="545660"/>
                  </a:lnTo>
                  <a:lnTo>
                    <a:pt x="697543" y="550273"/>
                  </a:lnTo>
                  <a:lnTo>
                    <a:pt x="707231" y="558304"/>
                  </a:lnTo>
                  <a:lnTo>
                    <a:pt x="716919" y="564068"/>
                  </a:lnTo>
                  <a:lnTo>
                    <a:pt x="726607" y="569837"/>
                  </a:lnTo>
                  <a:lnTo>
                    <a:pt x="736295" y="575524"/>
                  </a:lnTo>
                  <a:lnTo>
                    <a:pt x="745983" y="580572"/>
                  </a:lnTo>
                  <a:lnTo>
                    <a:pt x="755671" y="584251"/>
                  </a:lnTo>
                  <a:lnTo>
                    <a:pt x="765359" y="586517"/>
                  </a:lnTo>
                  <a:lnTo>
                    <a:pt x="775047" y="591010"/>
                  </a:lnTo>
                  <a:lnTo>
                    <a:pt x="784736" y="595182"/>
                  </a:lnTo>
                  <a:lnTo>
                    <a:pt x="794424" y="599742"/>
                  </a:lnTo>
                  <a:lnTo>
                    <a:pt x="804112" y="605499"/>
                  </a:lnTo>
                  <a:lnTo>
                    <a:pt x="813800" y="609279"/>
                  </a:lnTo>
                  <a:lnTo>
                    <a:pt x="823488" y="614779"/>
                  </a:lnTo>
                  <a:lnTo>
                    <a:pt x="833176" y="620282"/>
                  </a:lnTo>
                  <a:lnTo>
                    <a:pt x="842864" y="621765"/>
                  </a:lnTo>
                  <a:lnTo>
                    <a:pt x="852552" y="626465"/>
                  </a:lnTo>
                  <a:lnTo>
                    <a:pt x="862240" y="631207"/>
                  </a:lnTo>
                  <a:lnTo>
                    <a:pt x="871928" y="634811"/>
                  </a:lnTo>
                  <a:lnTo>
                    <a:pt x="881617" y="637843"/>
                  </a:lnTo>
                  <a:lnTo>
                    <a:pt x="891305" y="641061"/>
                  </a:lnTo>
                  <a:lnTo>
                    <a:pt x="900993" y="644305"/>
                  </a:lnTo>
                  <a:lnTo>
                    <a:pt x="910681" y="648518"/>
                  </a:lnTo>
                  <a:lnTo>
                    <a:pt x="920369" y="653544"/>
                  </a:lnTo>
                  <a:lnTo>
                    <a:pt x="930057" y="656912"/>
                  </a:lnTo>
                  <a:lnTo>
                    <a:pt x="939745" y="659433"/>
                  </a:lnTo>
                  <a:lnTo>
                    <a:pt x="949433" y="664275"/>
                  </a:lnTo>
                  <a:lnTo>
                    <a:pt x="959121" y="666355"/>
                  </a:lnTo>
                  <a:lnTo>
                    <a:pt x="968809" y="670318"/>
                  </a:lnTo>
                  <a:lnTo>
                    <a:pt x="978498" y="674337"/>
                  </a:lnTo>
                  <a:lnTo>
                    <a:pt x="988186" y="678335"/>
                  </a:lnTo>
                  <a:lnTo>
                    <a:pt x="997874" y="683778"/>
                  </a:lnTo>
                  <a:lnTo>
                    <a:pt x="1007562" y="686297"/>
                  </a:lnTo>
                  <a:lnTo>
                    <a:pt x="1017250" y="690028"/>
                  </a:lnTo>
                  <a:lnTo>
                    <a:pt x="1026938" y="693913"/>
                  </a:lnTo>
                  <a:lnTo>
                    <a:pt x="1036626" y="697805"/>
                  </a:lnTo>
                  <a:lnTo>
                    <a:pt x="1046314" y="702872"/>
                  </a:lnTo>
                  <a:lnTo>
                    <a:pt x="1056002" y="706235"/>
                  </a:lnTo>
                  <a:lnTo>
                    <a:pt x="1065690" y="709208"/>
                  </a:lnTo>
                  <a:lnTo>
                    <a:pt x="1075379" y="712970"/>
                  </a:lnTo>
                  <a:lnTo>
                    <a:pt x="1085067" y="716728"/>
                  </a:lnTo>
                  <a:lnTo>
                    <a:pt x="1094755" y="720466"/>
                  </a:lnTo>
                  <a:lnTo>
                    <a:pt x="1104443" y="722933"/>
                  </a:lnTo>
                  <a:lnTo>
                    <a:pt x="1114131" y="726774"/>
                  </a:lnTo>
                  <a:lnTo>
                    <a:pt x="1123819" y="730592"/>
                  </a:lnTo>
                  <a:lnTo>
                    <a:pt x="1133507" y="734476"/>
                  </a:lnTo>
                  <a:lnTo>
                    <a:pt x="1143195" y="738381"/>
                  </a:lnTo>
                  <a:lnTo>
                    <a:pt x="1152883" y="742221"/>
                  </a:lnTo>
                  <a:lnTo>
                    <a:pt x="1162571" y="745852"/>
                  </a:lnTo>
                  <a:lnTo>
                    <a:pt x="1172260" y="749462"/>
                  </a:lnTo>
                  <a:lnTo>
                    <a:pt x="1181948" y="753052"/>
                  </a:lnTo>
                  <a:lnTo>
                    <a:pt x="1191636" y="756621"/>
                  </a:lnTo>
                  <a:lnTo>
                    <a:pt x="1201324" y="758611"/>
                  </a:lnTo>
                  <a:lnTo>
                    <a:pt x="1211012" y="760465"/>
                  </a:lnTo>
                  <a:lnTo>
                    <a:pt x="1220700" y="764169"/>
                  </a:lnTo>
                  <a:lnTo>
                    <a:pt x="1230388" y="766896"/>
                  </a:lnTo>
                  <a:lnTo>
                    <a:pt x="1240076" y="768158"/>
                  </a:lnTo>
                  <a:lnTo>
                    <a:pt x="1249764" y="768871"/>
                  </a:lnTo>
                  <a:lnTo>
                    <a:pt x="1259452" y="769590"/>
                  </a:lnTo>
                  <a:lnTo>
                    <a:pt x="1269141" y="771590"/>
                  </a:lnTo>
                  <a:lnTo>
                    <a:pt x="1278829" y="774146"/>
                  </a:lnTo>
                  <a:lnTo>
                    <a:pt x="1288517" y="776163"/>
                  </a:lnTo>
                  <a:lnTo>
                    <a:pt x="1298205" y="777661"/>
                  </a:lnTo>
                  <a:lnTo>
                    <a:pt x="1307893" y="779171"/>
                  </a:lnTo>
                  <a:lnTo>
                    <a:pt x="1317581" y="780742"/>
                  </a:lnTo>
                  <a:lnTo>
                    <a:pt x="1327269" y="783212"/>
                  </a:lnTo>
                  <a:lnTo>
                    <a:pt x="1336957" y="783756"/>
                  </a:lnTo>
                  <a:lnTo>
                    <a:pt x="1346645" y="784866"/>
                  </a:lnTo>
                  <a:lnTo>
                    <a:pt x="1356333" y="786779"/>
                  </a:lnTo>
                  <a:lnTo>
                    <a:pt x="1366022" y="788780"/>
                  </a:lnTo>
                  <a:lnTo>
                    <a:pt x="1375710" y="789745"/>
                  </a:lnTo>
                  <a:lnTo>
                    <a:pt x="1385398" y="791252"/>
                  </a:lnTo>
                  <a:lnTo>
                    <a:pt x="1395086" y="795019"/>
                  </a:lnTo>
                  <a:lnTo>
                    <a:pt x="1404774" y="799088"/>
                  </a:lnTo>
                  <a:lnTo>
                    <a:pt x="1414462" y="801697"/>
                  </a:lnTo>
                  <a:lnTo>
                    <a:pt x="1424150" y="803497"/>
                  </a:lnTo>
                  <a:lnTo>
                    <a:pt x="1433838" y="804620"/>
                  </a:lnTo>
                  <a:lnTo>
                    <a:pt x="1443526" y="805483"/>
                  </a:lnTo>
                  <a:lnTo>
                    <a:pt x="1453214" y="804511"/>
                  </a:lnTo>
                  <a:lnTo>
                    <a:pt x="1462903" y="803550"/>
                  </a:lnTo>
                  <a:lnTo>
                    <a:pt x="1472591" y="804447"/>
                  </a:lnTo>
                  <a:lnTo>
                    <a:pt x="1482279" y="805871"/>
                  </a:lnTo>
                  <a:lnTo>
                    <a:pt x="1491967" y="807341"/>
                  </a:lnTo>
                  <a:lnTo>
                    <a:pt x="1501655" y="808808"/>
                  </a:lnTo>
                  <a:lnTo>
                    <a:pt x="1511343" y="810271"/>
                  </a:lnTo>
                  <a:lnTo>
                    <a:pt x="1521031" y="812355"/>
                  </a:lnTo>
                  <a:lnTo>
                    <a:pt x="1530719" y="814640"/>
                  </a:lnTo>
                  <a:lnTo>
                    <a:pt x="1540407" y="816916"/>
                  </a:lnTo>
                  <a:lnTo>
                    <a:pt x="1550095" y="818232"/>
                  </a:lnTo>
                  <a:lnTo>
                    <a:pt x="1559784" y="819358"/>
                  </a:lnTo>
                  <a:lnTo>
                    <a:pt x="1569472" y="820483"/>
                  </a:lnTo>
                  <a:lnTo>
                    <a:pt x="1579160" y="821621"/>
                  </a:lnTo>
                  <a:lnTo>
                    <a:pt x="1588848" y="823571"/>
                  </a:lnTo>
                  <a:lnTo>
                    <a:pt x="1598536" y="826090"/>
                  </a:lnTo>
                  <a:lnTo>
                    <a:pt x="1608224" y="826640"/>
                  </a:lnTo>
                  <a:lnTo>
                    <a:pt x="1617912" y="826069"/>
                  </a:lnTo>
                  <a:lnTo>
                    <a:pt x="1627600" y="827939"/>
                  </a:lnTo>
                  <a:lnTo>
                    <a:pt x="1637288" y="830065"/>
                  </a:lnTo>
                  <a:lnTo>
                    <a:pt x="1646976" y="831270"/>
                  </a:lnTo>
                  <a:lnTo>
                    <a:pt x="1656665" y="832112"/>
                  </a:lnTo>
                  <a:lnTo>
                    <a:pt x="1666353" y="832912"/>
                  </a:lnTo>
                  <a:lnTo>
                    <a:pt x="1676041" y="834203"/>
                  </a:lnTo>
                  <a:lnTo>
                    <a:pt x="1685729" y="835274"/>
                  </a:lnTo>
                  <a:lnTo>
                    <a:pt x="1695417" y="836267"/>
                  </a:lnTo>
                  <a:lnTo>
                    <a:pt x="1705105" y="837258"/>
                  </a:lnTo>
                  <a:lnTo>
                    <a:pt x="1714793" y="838251"/>
                  </a:lnTo>
                  <a:lnTo>
                    <a:pt x="1724481" y="839246"/>
                  </a:lnTo>
                  <a:lnTo>
                    <a:pt x="1734169" y="840239"/>
                  </a:lnTo>
                  <a:lnTo>
                    <a:pt x="1743857" y="840239"/>
                  </a:lnTo>
                  <a:lnTo>
                    <a:pt x="1753546" y="841282"/>
                  </a:lnTo>
                  <a:lnTo>
                    <a:pt x="1763234" y="842352"/>
                  </a:lnTo>
                  <a:lnTo>
                    <a:pt x="1772922" y="843428"/>
                  </a:lnTo>
                  <a:lnTo>
                    <a:pt x="1782610" y="844502"/>
                  </a:lnTo>
                  <a:lnTo>
                    <a:pt x="1792298" y="845574"/>
                  </a:lnTo>
                  <a:lnTo>
                    <a:pt x="1801986" y="846761"/>
                  </a:lnTo>
                  <a:lnTo>
                    <a:pt x="1811674" y="848115"/>
                  </a:lnTo>
                  <a:lnTo>
                    <a:pt x="1821362" y="849092"/>
                  </a:lnTo>
                  <a:lnTo>
                    <a:pt x="1831050" y="850089"/>
                  </a:lnTo>
                  <a:lnTo>
                    <a:pt x="1840738" y="851372"/>
                  </a:lnTo>
                  <a:lnTo>
                    <a:pt x="1850427" y="852651"/>
                  </a:lnTo>
                  <a:lnTo>
                    <a:pt x="1860115" y="853928"/>
                  </a:lnTo>
                  <a:lnTo>
                    <a:pt x="1869803" y="855203"/>
                  </a:lnTo>
                  <a:lnTo>
                    <a:pt x="1879491" y="855679"/>
                  </a:lnTo>
                  <a:lnTo>
                    <a:pt x="1889179" y="856821"/>
                  </a:lnTo>
                  <a:lnTo>
                    <a:pt x="1898867" y="858653"/>
                  </a:lnTo>
                  <a:lnTo>
                    <a:pt x="1908555" y="860277"/>
                  </a:lnTo>
                  <a:lnTo>
                    <a:pt x="1918243" y="861532"/>
                  </a:lnTo>
                  <a:lnTo>
                    <a:pt x="1927931" y="862788"/>
                  </a:lnTo>
                  <a:lnTo>
                    <a:pt x="1937619" y="864055"/>
                  </a:lnTo>
                  <a:lnTo>
                    <a:pt x="1947308" y="865325"/>
                  </a:lnTo>
                  <a:lnTo>
                    <a:pt x="1956996" y="866591"/>
                  </a:lnTo>
                  <a:lnTo>
                    <a:pt x="1966684" y="867855"/>
                  </a:lnTo>
                  <a:lnTo>
                    <a:pt x="1976372" y="869150"/>
                  </a:lnTo>
                  <a:lnTo>
                    <a:pt x="1986060" y="870934"/>
                  </a:lnTo>
                  <a:lnTo>
                    <a:pt x="1995748" y="872713"/>
                  </a:lnTo>
                  <a:lnTo>
                    <a:pt x="2005436" y="874135"/>
                  </a:lnTo>
                  <a:lnTo>
                    <a:pt x="2015124" y="874769"/>
                  </a:lnTo>
                  <a:lnTo>
                    <a:pt x="2024812" y="875602"/>
                  </a:lnTo>
                  <a:lnTo>
                    <a:pt x="2034500" y="877229"/>
                  </a:lnTo>
                  <a:lnTo>
                    <a:pt x="2044188" y="878854"/>
                  </a:lnTo>
                  <a:lnTo>
                    <a:pt x="2053877" y="880473"/>
                  </a:lnTo>
                  <a:lnTo>
                    <a:pt x="2063565" y="882086"/>
                  </a:lnTo>
                  <a:lnTo>
                    <a:pt x="2073253" y="883694"/>
                  </a:lnTo>
                  <a:lnTo>
                    <a:pt x="2082941" y="885296"/>
                  </a:lnTo>
                  <a:lnTo>
                    <a:pt x="2092629" y="886893"/>
                  </a:lnTo>
                  <a:lnTo>
                    <a:pt x="2102317" y="888485"/>
                  </a:lnTo>
                  <a:lnTo>
                    <a:pt x="2112005" y="889386"/>
                  </a:lnTo>
                  <a:lnTo>
                    <a:pt x="2121693" y="889882"/>
                  </a:lnTo>
                  <a:lnTo>
                    <a:pt x="2131381" y="890378"/>
                  </a:lnTo>
                  <a:lnTo>
                    <a:pt x="2141069" y="890873"/>
                  </a:lnTo>
                  <a:lnTo>
                    <a:pt x="2150758" y="891368"/>
                  </a:lnTo>
                  <a:lnTo>
                    <a:pt x="2160446" y="892187"/>
                  </a:lnTo>
                  <a:lnTo>
                    <a:pt x="2170134" y="893044"/>
                  </a:lnTo>
                  <a:lnTo>
                    <a:pt x="2179822" y="893523"/>
                  </a:lnTo>
                  <a:lnTo>
                    <a:pt x="2189510" y="894001"/>
                  </a:lnTo>
                  <a:lnTo>
                    <a:pt x="2199198" y="894479"/>
                  </a:lnTo>
                  <a:lnTo>
                    <a:pt x="2208886" y="894956"/>
                  </a:lnTo>
                  <a:lnTo>
                    <a:pt x="2218574" y="895432"/>
                  </a:lnTo>
                  <a:lnTo>
                    <a:pt x="2228262" y="895909"/>
                  </a:lnTo>
                  <a:lnTo>
                    <a:pt x="2237950" y="896560"/>
                  </a:lnTo>
                  <a:lnTo>
                    <a:pt x="2247639" y="898445"/>
                  </a:lnTo>
                  <a:lnTo>
                    <a:pt x="2257327" y="900337"/>
                  </a:lnTo>
                  <a:lnTo>
                    <a:pt x="2267015" y="902233"/>
                  </a:lnTo>
                  <a:lnTo>
                    <a:pt x="2276703" y="903513"/>
                  </a:lnTo>
                  <a:lnTo>
                    <a:pt x="2286391" y="904001"/>
                  </a:lnTo>
                  <a:lnTo>
                    <a:pt x="2296079" y="905430"/>
                  </a:lnTo>
                  <a:lnTo>
                    <a:pt x="2305767" y="907769"/>
                  </a:lnTo>
                  <a:lnTo>
                    <a:pt x="2315455" y="910104"/>
                  </a:lnTo>
                  <a:lnTo>
                    <a:pt x="2325143" y="911835"/>
                  </a:lnTo>
                  <a:lnTo>
                    <a:pt x="2334831" y="912981"/>
                  </a:lnTo>
                  <a:lnTo>
                    <a:pt x="2344520" y="914130"/>
                  </a:lnTo>
                  <a:lnTo>
                    <a:pt x="2354208" y="915276"/>
                  </a:lnTo>
                  <a:lnTo>
                    <a:pt x="2363896" y="916418"/>
                  </a:lnTo>
                  <a:lnTo>
                    <a:pt x="2373584" y="917700"/>
                  </a:lnTo>
                  <a:lnTo>
                    <a:pt x="2383272" y="919522"/>
                  </a:lnTo>
                  <a:lnTo>
                    <a:pt x="2392960" y="920496"/>
                  </a:lnTo>
                  <a:lnTo>
                    <a:pt x="2402648" y="921279"/>
                  </a:lnTo>
                  <a:lnTo>
                    <a:pt x="2412336" y="922968"/>
                  </a:lnTo>
                  <a:lnTo>
                    <a:pt x="2422024" y="924665"/>
                  </a:lnTo>
                  <a:lnTo>
                    <a:pt x="2431712" y="926355"/>
                  </a:lnTo>
                  <a:lnTo>
                    <a:pt x="2441401" y="927985"/>
                  </a:lnTo>
                  <a:lnTo>
                    <a:pt x="2451089" y="928134"/>
                  </a:lnTo>
                  <a:lnTo>
                    <a:pt x="2460777" y="929225"/>
                  </a:lnTo>
                  <a:lnTo>
                    <a:pt x="2470465" y="930632"/>
                  </a:lnTo>
                  <a:lnTo>
                    <a:pt x="2480153" y="932052"/>
                  </a:lnTo>
                  <a:lnTo>
                    <a:pt x="2489841" y="933468"/>
                  </a:lnTo>
                  <a:lnTo>
                    <a:pt x="2499529" y="933797"/>
                  </a:lnTo>
                  <a:lnTo>
                    <a:pt x="2509217" y="9339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6332185" y="5334615"/>
              <a:ext cx="2509217" cy="332757"/>
            </a:xfrm>
            <a:custGeom>
              <a:avLst/>
              <a:pathLst>
                <a:path w="2509217" h="332757">
                  <a:moveTo>
                    <a:pt x="2509217" y="332757"/>
                  </a:moveTo>
                  <a:lnTo>
                    <a:pt x="2499529" y="332456"/>
                  </a:lnTo>
                  <a:lnTo>
                    <a:pt x="2489841" y="332078"/>
                  </a:lnTo>
                  <a:lnTo>
                    <a:pt x="2480153" y="331677"/>
                  </a:lnTo>
                  <a:lnTo>
                    <a:pt x="2470465" y="331269"/>
                  </a:lnTo>
                  <a:lnTo>
                    <a:pt x="2460777" y="330869"/>
                  </a:lnTo>
                  <a:lnTo>
                    <a:pt x="2451089" y="330487"/>
                  </a:lnTo>
                  <a:lnTo>
                    <a:pt x="2441401" y="330098"/>
                  </a:lnTo>
                  <a:lnTo>
                    <a:pt x="2431712" y="329704"/>
                  </a:lnTo>
                  <a:lnTo>
                    <a:pt x="2422024" y="329305"/>
                  </a:lnTo>
                  <a:lnTo>
                    <a:pt x="2412336" y="328900"/>
                  </a:lnTo>
                  <a:lnTo>
                    <a:pt x="2402648" y="328489"/>
                  </a:lnTo>
                  <a:lnTo>
                    <a:pt x="2392960" y="328073"/>
                  </a:lnTo>
                  <a:lnTo>
                    <a:pt x="2383272" y="327652"/>
                  </a:lnTo>
                  <a:lnTo>
                    <a:pt x="2373584" y="327224"/>
                  </a:lnTo>
                  <a:lnTo>
                    <a:pt x="2363896" y="326791"/>
                  </a:lnTo>
                  <a:lnTo>
                    <a:pt x="2354208" y="326379"/>
                  </a:lnTo>
                  <a:lnTo>
                    <a:pt x="2344520" y="326060"/>
                  </a:lnTo>
                  <a:lnTo>
                    <a:pt x="2334831" y="325737"/>
                  </a:lnTo>
                  <a:lnTo>
                    <a:pt x="2325143" y="325318"/>
                  </a:lnTo>
                  <a:lnTo>
                    <a:pt x="2315455" y="324847"/>
                  </a:lnTo>
                  <a:lnTo>
                    <a:pt x="2305767" y="324369"/>
                  </a:lnTo>
                  <a:lnTo>
                    <a:pt x="2296079" y="323885"/>
                  </a:lnTo>
                  <a:lnTo>
                    <a:pt x="2286391" y="323394"/>
                  </a:lnTo>
                  <a:lnTo>
                    <a:pt x="2276703" y="322901"/>
                  </a:lnTo>
                  <a:lnTo>
                    <a:pt x="2267015" y="322482"/>
                  </a:lnTo>
                  <a:lnTo>
                    <a:pt x="2257327" y="322054"/>
                  </a:lnTo>
                  <a:lnTo>
                    <a:pt x="2247639" y="321622"/>
                  </a:lnTo>
                  <a:lnTo>
                    <a:pt x="2237950" y="321184"/>
                  </a:lnTo>
                  <a:lnTo>
                    <a:pt x="2228262" y="320741"/>
                  </a:lnTo>
                  <a:lnTo>
                    <a:pt x="2218574" y="320293"/>
                  </a:lnTo>
                  <a:lnTo>
                    <a:pt x="2208886" y="319840"/>
                  </a:lnTo>
                  <a:lnTo>
                    <a:pt x="2199198" y="319381"/>
                  </a:lnTo>
                  <a:lnTo>
                    <a:pt x="2189510" y="318852"/>
                  </a:lnTo>
                  <a:lnTo>
                    <a:pt x="2179822" y="318422"/>
                  </a:lnTo>
                  <a:lnTo>
                    <a:pt x="2170134" y="317983"/>
                  </a:lnTo>
                  <a:lnTo>
                    <a:pt x="2160446" y="317507"/>
                  </a:lnTo>
                  <a:lnTo>
                    <a:pt x="2150758" y="317026"/>
                  </a:lnTo>
                  <a:lnTo>
                    <a:pt x="2141069" y="316539"/>
                  </a:lnTo>
                  <a:lnTo>
                    <a:pt x="2131381" y="315933"/>
                  </a:lnTo>
                  <a:lnTo>
                    <a:pt x="2121693" y="315413"/>
                  </a:lnTo>
                  <a:lnTo>
                    <a:pt x="2112005" y="314911"/>
                  </a:lnTo>
                  <a:lnTo>
                    <a:pt x="2102317" y="314403"/>
                  </a:lnTo>
                  <a:lnTo>
                    <a:pt x="2092629" y="313889"/>
                  </a:lnTo>
                  <a:lnTo>
                    <a:pt x="2082941" y="313324"/>
                  </a:lnTo>
                  <a:lnTo>
                    <a:pt x="2073253" y="312610"/>
                  </a:lnTo>
                  <a:lnTo>
                    <a:pt x="2063565" y="311884"/>
                  </a:lnTo>
                  <a:lnTo>
                    <a:pt x="2053877" y="311146"/>
                  </a:lnTo>
                  <a:lnTo>
                    <a:pt x="2044188" y="310454"/>
                  </a:lnTo>
                  <a:lnTo>
                    <a:pt x="2034500" y="309892"/>
                  </a:lnTo>
                  <a:lnTo>
                    <a:pt x="2024812" y="309323"/>
                  </a:lnTo>
                  <a:lnTo>
                    <a:pt x="2015124" y="308663"/>
                  </a:lnTo>
                  <a:lnTo>
                    <a:pt x="2005436" y="307942"/>
                  </a:lnTo>
                  <a:lnTo>
                    <a:pt x="1995748" y="307211"/>
                  </a:lnTo>
                  <a:lnTo>
                    <a:pt x="1986060" y="306470"/>
                  </a:lnTo>
                  <a:lnTo>
                    <a:pt x="1976372" y="305717"/>
                  </a:lnTo>
                  <a:lnTo>
                    <a:pt x="1966684" y="304951"/>
                  </a:lnTo>
                  <a:lnTo>
                    <a:pt x="1956996" y="304174"/>
                  </a:lnTo>
                  <a:lnTo>
                    <a:pt x="1947308" y="303386"/>
                  </a:lnTo>
                  <a:lnTo>
                    <a:pt x="1937619" y="302759"/>
                  </a:lnTo>
                  <a:lnTo>
                    <a:pt x="1927931" y="302189"/>
                  </a:lnTo>
                  <a:lnTo>
                    <a:pt x="1918243" y="301613"/>
                  </a:lnTo>
                  <a:lnTo>
                    <a:pt x="1908555" y="300922"/>
                  </a:lnTo>
                  <a:lnTo>
                    <a:pt x="1898867" y="299943"/>
                  </a:lnTo>
                  <a:lnTo>
                    <a:pt x="1889179" y="298907"/>
                  </a:lnTo>
                  <a:lnTo>
                    <a:pt x="1879491" y="298115"/>
                  </a:lnTo>
                  <a:lnTo>
                    <a:pt x="1869803" y="297562"/>
                  </a:lnTo>
                  <a:lnTo>
                    <a:pt x="1860115" y="296716"/>
                  </a:lnTo>
                  <a:lnTo>
                    <a:pt x="1850427" y="296000"/>
                  </a:lnTo>
                  <a:lnTo>
                    <a:pt x="1840738" y="295144"/>
                  </a:lnTo>
                  <a:lnTo>
                    <a:pt x="1831050" y="294226"/>
                  </a:lnTo>
                  <a:lnTo>
                    <a:pt x="1821362" y="293472"/>
                  </a:lnTo>
                  <a:lnTo>
                    <a:pt x="1811674" y="292708"/>
                  </a:lnTo>
                  <a:lnTo>
                    <a:pt x="1801986" y="291936"/>
                  </a:lnTo>
                  <a:lnTo>
                    <a:pt x="1792298" y="291150"/>
                  </a:lnTo>
                  <a:lnTo>
                    <a:pt x="1782610" y="290356"/>
                  </a:lnTo>
                  <a:lnTo>
                    <a:pt x="1772922" y="289552"/>
                  </a:lnTo>
                  <a:lnTo>
                    <a:pt x="1763234" y="288739"/>
                  </a:lnTo>
                  <a:lnTo>
                    <a:pt x="1753546" y="287919"/>
                  </a:lnTo>
                  <a:lnTo>
                    <a:pt x="1743857" y="286937"/>
                  </a:lnTo>
                  <a:lnTo>
                    <a:pt x="1734169" y="285949"/>
                  </a:lnTo>
                  <a:lnTo>
                    <a:pt x="1724481" y="285170"/>
                  </a:lnTo>
                  <a:lnTo>
                    <a:pt x="1714793" y="283978"/>
                  </a:lnTo>
                  <a:lnTo>
                    <a:pt x="1705105" y="282972"/>
                  </a:lnTo>
                  <a:lnTo>
                    <a:pt x="1695417" y="282066"/>
                  </a:lnTo>
                  <a:lnTo>
                    <a:pt x="1685729" y="281281"/>
                  </a:lnTo>
                  <a:lnTo>
                    <a:pt x="1676041" y="280484"/>
                  </a:lnTo>
                  <a:lnTo>
                    <a:pt x="1666353" y="279661"/>
                  </a:lnTo>
                  <a:lnTo>
                    <a:pt x="1656665" y="278487"/>
                  </a:lnTo>
                  <a:lnTo>
                    <a:pt x="1646976" y="277430"/>
                  </a:lnTo>
                  <a:lnTo>
                    <a:pt x="1637288" y="276395"/>
                  </a:lnTo>
                  <a:lnTo>
                    <a:pt x="1627600" y="275442"/>
                  </a:lnTo>
                  <a:lnTo>
                    <a:pt x="1617912" y="274360"/>
                  </a:lnTo>
                  <a:lnTo>
                    <a:pt x="1608224" y="273363"/>
                  </a:lnTo>
                  <a:lnTo>
                    <a:pt x="1598536" y="272512"/>
                  </a:lnTo>
                  <a:lnTo>
                    <a:pt x="1588848" y="271514"/>
                  </a:lnTo>
                  <a:lnTo>
                    <a:pt x="1579160" y="270361"/>
                  </a:lnTo>
                  <a:lnTo>
                    <a:pt x="1569472" y="269189"/>
                  </a:lnTo>
                  <a:lnTo>
                    <a:pt x="1559784" y="268074"/>
                  </a:lnTo>
                  <a:lnTo>
                    <a:pt x="1550095" y="267041"/>
                  </a:lnTo>
                  <a:lnTo>
                    <a:pt x="1540407" y="265994"/>
                  </a:lnTo>
                  <a:lnTo>
                    <a:pt x="1530719" y="264934"/>
                  </a:lnTo>
                  <a:lnTo>
                    <a:pt x="1521031" y="263878"/>
                  </a:lnTo>
                  <a:lnTo>
                    <a:pt x="1511343" y="262771"/>
                  </a:lnTo>
                  <a:lnTo>
                    <a:pt x="1501655" y="261537"/>
                  </a:lnTo>
                  <a:lnTo>
                    <a:pt x="1491967" y="260587"/>
                  </a:lnTo>
                  <a:lnTo>
                    <a:pt x="1482279" y="259475"/>
                  </a:lnTo>
                  <a:lnTo>
                    <a:pt x="1472591" y="258348"/>
                  </a:lnTo>
                  <a:lnTo>
                    <a:pt x="1462903" y="257207"/>
                  </a:lnTo>
                  <a:lnTo>
                    <a:pt x="1453214" y="256203"/>
                  </a:lnTo>
                  <a:lnTo>
                    <a:pt x="1443526" y="254885"/>
                  </a:lnTo>
                  <a:lnTo>
                    <a:pt x="1433838" y="253702"/>
                  </a:lnTo>
                  <a:lnTo>
                    <a:pt x="1424150" y="252512"/>
                  </a:lnTo>
                  <a:lnTo>
                    <a:pt x="1414462" y="251305"/>
                  </a:lnTo>
                  <a:lnTo>
                    <a:pt x="1404774" y="250086"/>
                  </a:lnTo>
                  <a:lnTo>
                    <a:pt x="1395086" y="248852"/>
                  </a:lnTo>
                  <a:lnTo>
                    <a:pt x="1385398" y="247605"/>
                  </a:lnTo>
                  <a:lnTo>
                    <a:pt x="1375710" y="246344"/>
                  </a:lnTo>
                  <a:lnTo>
                    <a:pt x="1366022" y="245070"/>
                  </a:lnTo>
                  <a:lnTo>
                    <a:pt x="1356333" y="243781"/>
                  </a:lnTo>
                  <a:lnTo>
                    <a:pt x="1346645" y="242428"/>
                  </a:lnTo>
                  <a:lnTo>
                    <a:pt x="1336957" y="241078"/>
                  </a:lnTo>
                  <a:lnTo>
                    <a:pt x="1327269" y="239828"/>
                  </a:lnTo>
                  <a:lnTo>
                    <a:pt x="1317581" y="238511"/>
                  </a:lnTo>
                  <a:lnTo>
                    <a:pt x="1307893" y="237120"/>
                  </a:lnTo>
                  <a:lnTo>
                    <a:pt x="1298205" y="235749"/>
                  </a:lnTo>
                  <a:lnTo>
                    <a:pt x="1288517" y="234436"/>
                  </a:lnTo>
                  <a:lnTo>
                    <a:pt x="1278829" y="233300"/>
                  </a:lnTo>
                  <a:lnTo>
                    <a:pt x="1269141" y="232154"/>
                  </a:lnTo>
                  <a:lnTo>
                    <a:pt x="1259452" y="230857"/>
                  </a:lnTo>
                  <a:lnTo>
                    <a:pt x="1249764" y="229520"/>
                  </a:lnTo>
                  <a:lnTo>
                    <a:pt x="1240076" y="228031"/>
                  </a:lnTo>
                  <a:lnTo>
                    <a:pt x="1230388" y="226520"/>
                  </a:lnTo>
                  <a:lnTo>
                    <a:pt x="1220700" y="224494"/>
                  </a:lnTo>
                  <a:lnTo>
                    <a:pt x="1211012" y="223414"/>
                  </a:lnTo>
                  <a:lnTo>
                    <a:pt x="1201324" y="221903"/>
                  </a:lnTo>
                  <a:lnTo>
                    <a:pt x="1191636" y="220326"/>
                  </a:lnTo>
                  <a:lnTo>
                    <a:pt x="1181948" y="218733"/>
                  </a:lnTo>
                  <a:lnTo>
                    <a:pt x="1172260" y="217117"/>
                  </a:lnTo>
                  <a:lnTo>
                    <a:pt x="1162571" y="215480"/>
                  </a:lnTo>
                  <a:lnTo>
                    <a:pt x="1152883" y="214152"/>
                  </a:lnTo>
                  <a:lnTo>
                    <a:pt x="1143195" y="212627"/>
                  </a:lnTo>
                  <a:lnTo>
                    <a:pt x="1133507" y="210734"/>
                  </a:lnTo>
                  <a:lnTo>
                    <a:pt x="1123819" y="209641"/>
                  </a:lnTo>
                  <a:lnTo>
                    <a:pt x="1114131" y="208528"/>
                  </a:lnTo>
                  <a:lnTo>
                    <a:pt x="1104443" y="207090"/>
                  </a:lnTo>
                  <a:lnTo>
                    <a:pt x="1094755" y="205764"/>
                  </a:lnTo>
                  <a:lnTo>
                    <a:pt x="1085067" y="203661"/>
                  </a:lnTo>
                  <a:lnTo>
                    <a:pt x="1075379" y="201516"/>
                  </a:lnTo>
                  <a:lnTo>
                    <a:pt x="1065690" y="200508"/>
                  </a:lnTo>
                  <a:lnTo>
                    <a:pt x="1056002" y="199023"/>
                  </a:lnTo>
                  <a:lnTo>
                    <a:pt x="1046314" y="197117"/>
                  </a:lnTo>
                  <a:lnTo>
                    <a:pt x="1036626" y="195181"/>
                  </a:lnTo>
                  <a:lnTo>
                    <a:pt x="1026938" y="193223"/>
                  </a:lnTo>
                  <a:lnTo>
                    <a:pt x="1017250" y="191237"/>
                  </a:lnTo>
                  <a:lnTo>
                    <a:pt x="1007562" y="189692"/>
                  </a:lnTo>
                  <a:lnTo>
                    <a:pt x="997874" y="188094"/>
                  </a:lnTo>
                  <a:lnTo>
                    <a:pt x="988186" y="185530"/>
                  </a:lnTo>
                  <a:lnTo>
                    <a:pt x="978498" y="184219"/>
                  </a:lnTo>
                  <a:lnTo>
                    <a:pt x="968809" y="182963"/>
                  </a:lnTo>
                  <a:lnTo>
                    <a:pt x="959121" y="180174"/>
                  </a:lnTo>
                  <a:lnTo>
                    <a:pt x="949433" y="177337"/>
                  </a:lnTo>
                  <a:lnTo>
                    <a:pt x="939745" y="175801"/>
                  </a:lnTo>
                  <a:lnTo>
                    <a:pt x="930057" y="174540"/>
                  </a:lnTo>
                  <a:lnTo>
                    <a:pt x="920369" y="173266"/>
                  </a:lnTo>
                  <a:lnTo>
                    <a:pt x="910681" y="171285"/>
                  </a:lnTo>
                  <a:lnTo>
                    <a:pt x="900993" y="169548"/>
                  </a:lnTo>
                  <a:lnTo>
                    <a:pt x="891305" y="168067"/>
                  </a:lnTo>
                  <a:lnTo>
                    <a:pt x="881617" y="166568"/>
                  </a:lnTo>
                  <a:lnTo>
                    <a:pt x="871928" y="165040"/>
                  </a:lnTo>
                  <a:lnTo>
                    <a:pt x="862240" y="163504"/>
                  </a:lnTo>
                  <a:lnTo>
                    <a:pt x="852552" y="162034"/>
                  </a:lnTo>
                  <a:lnTo>
                    <a:pt x="842864" y="160427"/>
                  </a:lnTo>
                  <a:lnTo>
                    <a:pt x="833176" y="158012"/>
                  </a:lnTo>
                  <a:lnTo>
                    <a:pt x="823488" y="156062"/>
                  </a:lnTo>
                  <a:lnTo>
                    <a:pt x="813800" y="154506"/>
                  </a:lnTo>
                  <a:lnTo>
                    <a:pt x="804112" y="151946"/>
                  </a:lnTo>
                  <a:lnTo>
                    <a:pt x="794424" y="149677"/>
                  </a:lnTo>
                  <a:lnTo>
                    <a:pt x="784736" y="147596"/>
                  </a:lnTo>
                  <a:lnTo>
                    <a:pt x="775047" y="146406"/>
                  </a:lnTo>
                  <a:lnTo>
                    <a:pt x="765359" y="144094"/>
                  </a:lnTo>
                  <a:lnTo>
                    <a:pt x="755671" y="142185"/>
                  </a:lnTo>
                  <a:lnTo>
                    <a:pt x="745983" y="140658"/>
                  </a:lnTo>
                  <a:lnTo>
                    <a:pt x="736295" y="138524"/>
                  </a:lnTo>
                  <a:lnTo>
                    <a:pt x="726607" y="136587"/>
                  </a:lnTo>
                  <a:lnTo>
                    <a:pt x="716919" y="134913"/>
                  </a:lnTo>
                  <a:lnTo>
                    <a:pt x="707231" y="133581"/>
                  </a:lnTo>
                  <a:lnTo>
                    <a:pt x="697543" y="132532"/>
                  </a:lnTo>
                  <a:lnTo>
                    <a:pt x="687855" y="131063"/>
                  </a:lnTo>
                  <a:lnTo>
                    <a:pt x="678166" y="129447"/>
                  </a:lnTo>
                  <a:lnTo>
                    <a:pt x="668478" y="126878"/>
                  </a:lnTo>
                  <a:lnTo>
                    <a:pt x="658790" y="125196"/>
                  </a:lnTo>
                  <a:lnTo>
                    <a:pt x="649102" y="123579"/>
                  </a:lnTo>
                  <a:lnTo>
                    <a:pt x="639414" y="121942"/>
                  </a:lnTo>
                  <a:lnTo>
                    <a:pt x="629726" y="120113"/>
                  </a:lnTo>
                  <a:lnTo>
                    <a:pt x="620038" y="117616"/>
                  </a:lnTo>
                  <a:lnTo>
                    <a:pt x="610350" y="115201"/>
                  </a:lnTo>
                  <a:lnTo>
                    <a:pt x="600662" y="113800"/>
                  </a:lnTo>
                  <a:lnTo>
                    <a:pt x="590974" y="112930"/>
                  </a:lnTo>
                  <a:lnTo>
                    <a:pt x="581285" y="111457"/>
                  </a:lnTo>
                  <a:lnTo>
                    <a:pt x="571597" y="109691"/>
                  </a:lnTo>
                  <a:lnTo>
                    <a:pt x="561909" y="108045"/>
                  </a:lnTo>
                  <a:lnTo>
                    <a:pt x="552221" y="106583"/>
                  </a:lnTo>
                  <a:lnTo>
                    <a:pt x="542533" y="105084"/>
                  </a:lnTo>
                  <a:lnTo>
                    <a:pt x="532845" y="102544"/>
                  </a:lnTo>
                  <a:lnTo>
                    <a:pt x="523157" y="100804"/>
                  </a:lnTo>
                  <a:lnTo>
                    <a:pt x="513469" y="98851"/>
                  </a:lnTo>
                  <a:lnTo>
                    <a:pt x="503781" y="96944"/>
                  </a:lnTo>
                  <a:lnTo>
                    <a:pt x="494093" y="94488"/>
                  </a:lnTo>
                  <a:lnTo>
                    <a:pt x="484404" y="92093"/>
                  </a:lnTo>
                  <a:lnTo>
                    <a:pt x="474716" y="90865"/>
                  </a:lnTo>
                  <a:lnTo>
                    <a:pt x="465028" y="89441"/>
                  </a:lnTo>
                  <a:lnTo>
                    <a:pt x="455340" y="87734"/>
                  </a:lnTo>
                  <a:lnTo>
                    <a:pt x="445652" y="85594"/>
                  </a:lnTo>
                  <a:lnTo>
                    <a:pt x="435964" y="84130"/>
                  </a:lnTo>
                  <a:lnTo>
                    <a:pt x="426276" y="82024"/>
                  </a:lnTo>
                  <a:lnTo>
                    <a:pt x="416588" y="79903"/>
                  </a:lnTo>
                  <a:lnTo>
                    <a:pt x="406900" y="77752"/>
                  </a:lnTo>
                  <a:lnTo>
                    <a:pt x="397212" y="75746"/>
                  </a:lnTo>
                  <a:lnTo>
                    <a:pt x="387523" y="73733"/>
                  </a:lnTo>
                  <a:lnTo>
                    <a:pt x="377835" y="71571"/>
                  </a:lnTo>
                  <a:lnTo>
                    <a:pt x="368147" y="70018"/>
                  </a:lnTo>
                  <a:lnTo>
                    <a:pt x="358459" y="68556"/>
                  </a:lnTo>
                  <a:lnTo>
                    <a:pt x="348771" y="66904"/>
                  </a:lnTo>
                  <a:lnTo>
                    <a:pt x="339083" y="63980"/>
                  </a:lnTo>
                  <a:lnTo>
                    <a:pt x="329395" y="61450"/>
                  </a:lnTo>
                  <a:lnTo>
                    <a:pt x="319707" y="59314"/>
                  </a:lnTo>
                  <a:lnTo>
                    <a:pt x="310019" y="57189"/>
                  </a:lnTo>
                  <a:lnTo>
                    <a:pt x="300331" y="55146"/>
                  </a:lnTo>
                  <a:lnTo>
                    <a:pt x="290642" y="53936"/>
                  </a:lnTo>
                  <a:lnTo>
                    <a:pt x="280954" y="52281"/>
                  </a:lnTo>
                  <a:lnTo>
                    <a:pt x="271266" y="50605"/>
                  </a:lnTo>
                  <a:lnTo>
                    <a:pt x="261578" y="48905"/>
                  </a:lnTo>
                  <a:lnTo>
                    <a:pt x="251890" y="47197"/>
                  </a:lnTo>
                  <a:lnTo>
                    <a:pt x="242202" y="45375"/>
                  </a:lnTo>
                  <a:lnTo>
                    <a:pt x="232514" y="43245"/>
                  </a:lnTo>
                  <a:lnTo>
                    <a:pt x="222826" y="41102"/>
                  </a:lnTo>
                  <a:lnTo>
                    <a:pt x="213138" y="38945"/>
                  </a:lnTo>
                  <a:lnTo>
                    <a:pt x="203450" y="36819"/>
                  </a:lnTo>
                  <a:lnTo>
                    <a:pt x="193761" y="35392"/>
                  </a:lnTo>
                  <a:lnTo>
                    <a:pt x="184073" y="33453"/>
                  </a:lnTo>
                  <a:lnTo>
                    <a:pt x="174385" y="30186"/>
                  </a:lnTo>
                  <a:lnTo>
                    <a:pt x="164697" y="27825"/>
                  </a:lnTo>
                  <a:lnTo>
                    <a:pt x="155009" y="25729"/>
                  </a:lnTo>
                  <a:lnTo>
                    <a:pt x="145321" y="23533"/>
                  </a:lnTo>
                  <a:lnTo>
                    <a:pt x="135633" y="21324"/>
                  </a:lnTo>
                  <a:lnTo>
                    <a:pt x="125945" y="19059"/>
                  </a:lnTo>
                  <a:lnTo>
                    <a:pt x="116257" y="16776"/>
                  </a:lnTo>
                  <a:lnTo>
                    <a:pt x="106569" y="14479"/>
                  </a:lnTo>
                  <a:lnTo>
                    <a:pt x="96880" y="12168"/>
                  </a:lnTo>
                  <a:lnTo>
                    <a:pt x="87192" y="10278"/>
                  </a:lnTo>
                  <a:lnTo>
                    <a:pt x="77504" y="9601"/>
                  </a:lnTo>
                  <a:lnTo>
                    <a:pt x="67816" y="8924"/>
                  </a:lnTo>
                  <a:lnTo>
                    <a:pt x="58128" y="8245"/>
                  </a:lnTo>
                  <a:lnTo>
                    <a:pt x="48440" y="7564"/>
                  </a:lnTo>
                  <a:lnTo>
                    <a:pt x="38752" y="6882"/>
                  </a:lnTo>
                  <a:lnTo>
                    <a:pt x="29064" y="5681"/>
                  </a:lnTo>
                  <a:lnTo>
                    <a:pt x="19376" y="3797"/>
                  </a:lnTo>
                  <a:lnTo>
                    <a:pt x="9688" y="190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6332185" y="4418116"/>
              <a:ext cx="2509217" cy="1255320"/>
            </a:xfrm>
            <a:custGeom>
              <a:avLst/>
              <a:pathLst>
                <a:path w="2509217" h="1255320">
                  <a:moveTo>
                    <a:pt x="0" y="0"/>
                  </a:moveTo>
                  <a:lnTo>
                    <a:pt x="9688" y="10450"/>
                  </a:lnTo>
                  <a:lnTo>
                    <a:pt x="19376" y="18770"/>
                  </a:lnTo>
                  <a:lnTo>
                    <a:pt x="29064" y="28437"/>
                  </a:lnTo>
                  <a:lnTo>
                    <a:pt x="38752" y="43294"/>
                  </a:lnTo>
                  <a:lnTo>
                    <a:pt x="48440" y="55742"/>
                  </a:lnTo>
                  <a:lnTo>
                    <a:pt x="58128" y="65945"/>
                  </a:lnTo>
                  <a:lnTo>
                    <a:pt x="67816" y="77324"/>
                  </a:lnTo>
                  <a:lnTo>
                    <a:pt x="77504" y="85939"/>
                  </a:lnTo>
                  <a:lnTo>
                    <a:pt x="87192" y="96731"/>
                  </a:lnTo>
                  <a:lnTo>
                    <a:pt x="96880" y="105887"/>
                  </a:lnTo>
                  <a:lnTo>
                    <a:pt x="106569" y="114220"/>
                  </a:lnTo>
                  <a:lnTo>
                    <a:pt x="116257" y="122304"/>
                  </a:lnTo>
                  <a:lnTo>
                    <a:pt x="125945" y="130255"/>
                  </a:lnTo>
                  <a:lnTo>
                    <a:pt x="135633" y="138092"/>
                  </a:lnTo>
                  <a:lnTo>
                    <a:pt x="145321" y="146351"/>
                  </a:lnTo>
                  <a:lnTo>
                    <a:pt x="155009" y="156898"/>
                  </a:lnTo>
                  <a:lnTo>
                    <a:pt x="164697" y="167778"/>
                  </a:lnTo>
                  <a:lnTo>
                    <a:pt x="174385" y="176346"/>
                  </a:lnTo>
                  <a:lnTo>
                    <a:pt x="184073" y="184953"/>
                  </a:lnTo>
                  <a:lnTo>
                    <a:pt x="193761" y="192117"/>
                  </a:lnTo>
                  <a:lnTo>
                    <a:pt x="203450" y="199320"/>
                  </a:lnTo>
                  <a:lnTo>
                    <a:pt x="213138" y="208121"/>
                  </a:lnTo>
                  <a:lnTo>
                    <a:pt x="222826" y="216374"/>
                  </a:lnTo>
                  <a:lnTo>
                    <a:pt x="232514" y="224491"/>
                  </a:lnTo>
                  <a:lnTo>
                    <a:pt x="242202" y="230107"/>
                  </a:lnTo>
                  <a:lnTo>
                    <a:pt x="251890" y="234101"/>
                  </a:lnTo>
                  <a:lnTo>
                    <a:pt x="261578" y="240588"/>
                  </a:lnTo>
                  <a:lnTo>
                    <a:pt x="271266" y="249721"/>
                  </a:lnTo>
                  <a:lnTo>
                    <a:pt x="280954" y="257254"/>
                  </a:lnTo>
                  <a:lnTo>
                    <a:pt x="290642" y="265499"/>
                  </a:lnTo>
                  <a:lnTo>
                    <a:pt x="300331" y="272235"/>
                  </a:lnTo>
                  <a:lnTo>
                    <a:pt x="310019" y="281486"/>
                  </a:lnTo>
                  <a:lnTo>
                    <a:pt x="319707" y="286539"/>
                  </a:lnTo>
                  <a:lnTo>
                    <a:pt x="329395" y="294209"/>
                  </a:lnTo>
                  <a:lnTo>
                    <a:pt x="339083" y="301463"/>
                  </a:lnTo>
                  <a:lnTo>
                    <a:pt x="348771" y="309996"/>
                  </a:lnTo>
                  <a:lnTo>
                    <a:pt x="358459" y="315981"/>
                  </a:lnTo>
                  <a:lnTo>
                    <a:pt x="368147" y="323288"/>
                  </a:lnTo>
                  <a:lnTo>
                    <a:pt x="377835" y="332266"/>
                  </a:lnTo>
                  <a:lnTo>
                    <a:pt x="387523" y="337726"/>
                  </a:lnTo>
                  <a:lnTo>
                    <a:pt x="397212" y="344888"/>
                  </a:lnTo>
                  <a:lnTo>
                    <a:pt x="406900" y="351686"/>
                  </a:lnTo>
                  <a:lnTo>
                    <a:pt x="416588" y="357474"/>
                  </a:lnTo>
                  <a:lnTo>
                    <a:pt x="426276" y="365266"/>
                  </a:lnTo>
                  <a:lnTo>
                    <a:pt x="435964" y="370070"/>
                  </a:lnTo>
                  <a:lnTo>
                    <a:pt x="445652" y="373851"/>
                  </a:lnTo>
                  <a:lnTo>
                    <a:pt x="455340" y="380572"/>
                  </a:lnTo>
                  <a:lnTo>
                    <a:pt x="465028" y="387205"/>
                  </a:lnTo>
                  <a:lnTo>
                    <a:pt x="474716" y="389684"/>
                  </a:lnTo>
                  <a:lnTo>
                    <a:pt x="484404" y="394526"/>
                  </a:lnTo>
                  <a:lnTo>
                    <a:pt x="494093" y="399663"/>
                  </a:lnTo>
                  <a:lnTo>
                    <a:pt x="503781" y="405657"/>
                  </a:lnTo>
                  <a:lnTo>
                    <a:pt x="513469" y="411623"/>
                  </a:lnTo>
                  <a:lnTo>
                    <a:pt x="523157" y="417563"/>
                  </a:lnTo>
                  <a:lnTo>
                    <a:pt x="532845" y="421604"/>
                  </a:lnTo>
                  <a:lnTo>
                    <a:pt x="542533" y="427639"/>
                  </a:lnTo>
                  <a:lnTo>
                    <a:pt x="552221" y="432474"/>
                  </a:lnTo>
                  <a:lnTo>
                    <a:pt x="561909" y="434421"/>
                  </a:lnTo>
                  <a:lnTo>
                    <a:pt x="571597" y="436889"/>
                  </a:lnTo>
                  <a:lnTo>
                    <a:pt x="581285" y="441517"/>
                  </a:lnTo>
                  <a:lnTo>
                    <a:pt x="590974" y="446645"/>
                  </a:lnTo>
                  <a:lnTo>
                    <a:pt x="600662" y="452325"/>
                  </a:lnTo>
                  <a:lnTo>
                    <a:pt x="610350" y="458249"/>
                  </a:lnTo>
                  <a:lnTo>
                    <a:pt x="620038" y="461505"/>
                  </a:lnTo>
                  <a:lnTo>
                    <a:pt x="629726" y="465819"/>
                  </a:lnTo>
                  <a:lnTo>
                    <a:pt x="639414" y="469585"/>
                  </a:lnTo>
                  <a:lnTo>
                    <a:pt x="649102" y="473174"/>
                  </a:lnTo>
                  <a:lnTo>
                    <a:pt x="658790" y="475302"/>
                  </a:lnTo>
                  <a:lnTo>
                    <a:pt x="668478" y="477384"/>
                  </a:lnTo>
                  <a:lnTo>
                    <a:pt x="678166" y="480214"/>
                  </a:lnTo>
                  <a:lnTo>
                    <a:pt x="687855" y="483301"/>
                  </a:lnTo>
                  <a:lnTo>
                    <a:pt x="697543" y="486393"/>
                  </a:lnTo>
                  <a:lnTo>
                    <a:pt x="707231" y="489828"/>
                  </a:lnTo>
                  <a:lnTo>
                    <a:pt x="716919" y="493423"/>
                  </a:lnTo>
                  <a:lnTo>
                    <a:pt x="726607" y="498386"/>
                  </a:lnTo>
                  <a:lnTo>
                    <a:pt x="736295" y="502172"/>
                  </a:lnTo>
                  <a:lnTo>
                    <a:pt x="745983" y="501624"/>
                  </a:lnTo>
                  <a:lnTo>
                    <a:pt x="755671" y="507284"/>
                  </a:lnTo>
                  <a:lnTo>
                    <a:pt x="765359" y="509426"/>
                  </a:lnTo>
                  <a:lnTo>
                    <a:pt x="775047" y="512419"/>
                  </a:lnTo>
                  <a:lnTo>
                    <a:pt x="784736" y="513619"/>
                  </a:lnTo>
                  <a:lnTo>
                    <a:pt x="794424" y="518328"/>
                  </a:lnTo>
                  <a:lnTo>
                    <a:pt x="804112" y="524595"/>
                  </a:lnTo>
                  <a:lnTo>
                    <a:pt x="813800" y="527000"/>
                  </a:lnTo>
                  <a:lnTo>
                    <a:pt x="823488" y="528271"/>
                  </a:lnTo>
                  <a:lnTo>
                    <a:pt x="833176" y="529558"/>
                  </a:lnTo>
                  <a:lnTo>
                    <a:pt x="842864" y="533463"/>
                  </a:lnTo>
                  <a:lnTo>
                    <a:pt x="852552" y="538795"/>
                  </a:lnTo>
                  <a:lnTo>
                    <a:pt x="862240" y="540490"/>
                  </a:lnTo>
                  <a:lnTo>
                    <a:pt x="871928" y="543300"/>
                  </a:lnTo>
                  <a:lnTo>
                    <a:pt x="881617" y="544108"/>
                  </a:lnTo>
                  <a:lnTo>
                    <a:pt x="891305" y="545918"/>
                  </a:lnTo>
                  <a:lnTo>
                    <a:pt x="900993" y="548429"/>
                  </a:lnTo>
                  <a:lnTo>
                    <a:pt x="910681" y="548533"/>
                  </a:lnTo>
                  <a:lnTo>
                    <a:pt x="920369" y="548199"/>
                  </a:lnTo>
                  <a:lnTo>
                    <a:pt x="930057" y="548070"/>
                  </a:lnTo>
                  <a:lnTo>
                    <a:pt x="939745" y="551131"/>
                  </a:lnTo>
                  <a:lnTo>
                    <a:pt x="949433" y="549605"/>
                  </a:lnTo>
                  <a:lnTo>
                    <a:pt x="959121" y="550323"/>
                  </a:lnTo>
                  <a:lnTo>
                    <a:pt x="968809" y="551081"/>
                  </a:lnTo>
                  <a:lnTo>
                    <a:pt x="978498" y="551870"/>
                  </a:lnTo>
                  <a:lnTo>
                    <a:pt x="988186" y="553000"/>
                  </a:lnTo>
                  <a:lnTo>
                    <a:pt x="997874" y="554784"/>
                  </a:lnTo>
                  <a:lnTo>
                    <a:pt x="1007562" y="557671"/>
                  </a:lnTo>
                  <a:lnTo>
                    <a:pt x="1017250" y="562341"/>
                  </a:lnTo>
                  <a:lnTo>
                    <a:pt x="1026938" y="561870"/>
                  </a:lnTo>
                  <a:lnTo>
                    <a:pt x="1036626" y="565127"/>
                  </a:lnTo>
                  <a:lnTo>
                    <a:pt x="1046314" y="567056"/>
                  </a:lnTo>
                  <a:lnTo>
                    <a:pt x="1056002" y="566929"/>
                  </a:lnTo>
                  <a:lnTo>
                    <a:pt x="1065690" y="568305"/>
                  </a:lnTo>
                  <a:lnTo>
                    <a:pt x="1075379" y="572935"/>
                  </a:lnTo>
                  <a:lnTo>
                    <a:pt x="1085067" y="571474"/>
                  </a:lnTo>
                  <a:lnTo>
                    <a:pt x="1094755" y="568748"/>
                  </a:lnTo>
                  <a:lnTo>
                    <a:pt x="1104443" y="566013"/>
                  </a:lnTo>
                  <a:lnTo>
                    <a:pt x="1114131" y="567973"/>
                  </a:lnTo>
                  <a:lnTo>
                    <a:pt x="1123819" y="569249"/>
                  </a:lnTo>
                  <a:lnTo>
                    <a:pt x="1133507" y="571085"/>
                  </a:lnTo>
                  <a:lnTo>
                    <a:pt x="1143195" y="571931"/>
                  </a:lnTo>
                  <a:lnTo>
                    <a:pt x="1152883" y="570981"/>
                  </a:lnTo>
                  <a:lnTo>
                    <a:pt x="1162571" y="572214"/>
                  </a:lnTo>
                  <a:lnTo>
                    <a:pt x="1172260" y="574682"/>
                  </a:lnTo>
                  <a:lnTo>
                    <a:pt x="1181948" y="577821"/>
                  </a:lnTo>
                  <a:lnTo>
                    <a:pt x="1191636" y="580170"/>
                  </a:lnTo>
                  <a:lnTo>
                    <a:pt x="1201324" y="581536"/>
                  </a:lnTo>
                  <a:lnTo>
                    <a:pt x="1211012" y="584637"/>
                  </a:lnTo>
                  <a:lnTo>
                    <a:pt x="1220700" y="587499"/>
                  </a:lnTo>
                  <a:lnTo>
                    <a:pt x="1230388" y="589279"/>
                  </a:lnTo>
                  <a:lnTo>
                    <a:pt x="1240076" y="590267"/>
                  </a:lnTo>
                  <a:lnTo>
                    <a:pt x="1249764" y="588890"/>
                  </a:lnTo>
                  <a:lnTo>
                    <a:pt x="1259452" y="587511"/>
                  </a:lnTo>
                  <a:lnTo>
                    <a:pt x="1269141" y="589884"/>
                  </a:lnTo>
                  <a:lnTo>
                    <a:pt x="1278829" y="591581"/>
                  </a:lnTo>
                  <a:lnTo>
                    <a:pt x="1288517" y="592318"/>
                  </a:lnTo>
                  <a:lnTo>
                    <a:pt x="1298205" y="594561"/>
                  </a:lnTo>
                  <a:lnTo>
                    <a:pt x="1307893" y="595198"/>
                  </a:lnTo>
                  <a:lnTo>
                    <a:pt x="1317581" y="596598"/>
                  </a:lnTo>
                  <a:lnTo>
                    <a:pt x="1327269" y="599269"/>
                  </a:lnTo>
                  <a:lnTo>
                    <a:pt x="1336957" y="600034"/>
                  </a:lnTo>
                  <a:lnTo>
                    <a:pt x="1346645" y="598903"/>
                  </a:lnTo>
                  <a:lnTo>
                    <a:pt x="1356333" y="597974"/>
                  </a:lnTo>
                  <a:lnTo>
                    <a:pt x="1366022" y="599683"/>
                  </a:lnTo>
                  <a:lnTo>
                    <a:pt x="1375710" y="602102"/>
                  </a:lnTo>
                  <a:lnTo>
                    <a:pt x="1385398" y="602117"/>
                  </a:lnTo>
                  <a:lnTo>
                    <a:pt x="1395086" y="602282"/>
                  </a:lnTo>
                  <a:lnTo>
                    <a:pt x="1404774" y="603834"/>
                  </a:lnTo>
                  <a:lnTo>
                    <a:pt x="1414462" y="603759"/>
                  </a:lnTo>
                  <a:lnTo>
                    <a:pt x="1424150" y="604626"/>
                  </a:lnTo>
                  <a:lnTo>
                    <a:pt x="1433838" y="605811"/>
                  </a:lnTo>
                  <a:lnTo>
                    <a:pt x="1443526" y="606875"/>
                  </a:lnTo>
                  <a:lnTo>
                    <a:pt x="1453214" y="606283"/>
                  </a:lnTo>
                  <a:lnTo>
                    <a:pt x="1462903" y="606573"/>
                  </a:lnTo>
                  <a:lnTo>
                    <a:pt x="1472591" y="608620"/>
                  </a:lnTo>
                  <a:lnTo>
                    <a:pt x="1482279" y="610661"/>
                  </a:lnTo>
                  <a:lnTo>
                    <a:pt x="1491967" y="610789"/>
                  </a:lnTo>
                  <a:lnTo>
                    <a:pt x="1501655" y="609923"/>
                  </a:lnTo>
                  <a:lnTo>
                    <a:pt x="1511343" y="609057"/>
                  </a:lnTo>
                  <a:lnTo>
                    <a:pt x="1521031" y="608193"/>
                  </a:lnTo>
                  <a:lnTo>
                    <a:pt x="1530719" y="607391"/>
                  </a:lnTo>
                  <a:lnTo>
                    <a:pt x="1540407" y="606886"/>
                  </a:lnTo>
                  <a:lnTo>
                    <a:pt x="1550095" y="608961"/>
                  </a:lnTo>
                  <a:lnTo>
                    <a:pt x="1559784" y="609949"/>
                  </a:lnTo>
                  <a:lnTo>
                    <a:pt x="1569472" y="609767"/>
                  </a:lnTo>
                  <a:lnTo>
                    <a:pt x="1579160" y="609524"/>
                  </a:lnTo>
                  <a:lnTo>
                    <a:pt x="1588848" y="609279"/>
                  </a:lnTo>
                  <a:lnTo>
                    <a:pt x="1598536" y="609033"/>
                  </a:lnTo>
                  <a:lnTo>
                    <a:pt x="1608224" y="608787"/>
                  </a:lnTo>
                  <a:lnTo>
                    <a:pt x="1617912" y="608541"/>
                  </a:lnTo>
                  <a:lnTo>
                    <a:pt x="1627600" y="608295"/>
                  </a:lnTo>
                  <a:lnTo>
                    <a:pt x="1637288" y="608062"/>
                  </a:lnTo>
                  <a:lnTo>
                    <a:pt x="1646976" y="607859"/>
                  </a:lnTo>
                  <a:lnTo>
                    <a:pt x="1656665" y="607656"/>
                  </a:lnTo>
                  <a:lnTo>
                    <a:pt x="1666353" y="607453"/>
                  </a:lnTo>
                  <a:lnTo>
                    <a:pt x="1676041" y="607250"/>
                  </a:lnTo>
                  <a:lnTo>
                    <a:pt x="1685729" y="607074"/>
                  </a:lnTo>
                  <a:lnTo>
                    <a:pt x="1695417" y="607780"/>
                  </a:lnTo>
                  <a:lnTo>
                    <a:pt x="1705105" y="608361"/>
                  </a:lnTo>
                  <a:lnTo>
                    <a:pt x="1714793" y="607837"/>
                  </a:lnTo>
                  <a:lnTo>
                    <a:pt x="1724481" y="607312"/>
                  </a:lnTo>
                  <a:lnTo>
                    <a:pt x="1734169" y="606787"/>
                  </a:lnTo>
                  <a:lnTo>
                    <a:pt x="1743857" y="606262"/>
                  </a:lnTo>
                  <a:lnTo>
                    <a:pt x="1753546" y="605736"/>
                  </a:lnTo>
                  <a:lnTo>
                    <a:pt x="1763234" y="605202"/>
                  </a:lnTo>
                  <a:lnTo>
                    <a:pt x="1772922" y="604658"/>
                  </a:lnTo>
                  <a:lnTo>
                    <a:pt x="1782610" y="604106"/>
                  </a:lnTo>
                  <a:lnTo>
                    <a:pt x="1792298" y="603536"/>
                  </a:lnTo>
                  <a:lnTo>
                    <a:pt x="1801986" y="602380"/>
                  </a:lnTo>
                  <a:lnTo>
                    <a:pt x="1811674" y="599907"/>
                  </a:lnTo>
                  <a:lnTo>
                    <a:pt x="1821362" y="599251"/>
                  </a:lnTo>
                  <a:lnTo>
                    <a:pt x="1831050" y="599082"/>
                  </a:lnTo>
                  <a:lnTo>
                    <a:pt x="1840738" y="598912"/>
                  </a:lnTo>
                  <a:lnTo>
                    <a:pt x="1850427" y="598743"/>
                  </a:lnTo>
                  <a:lnTo>
                    <a:pt x="1860115" y="597887"/>
                  </a:lnTo>
                  <a:lnTo>
                    <a:pt x="1869803" y="595625"/>
                  </a:lnTo>
                  <a:lnTo>
                    <a:pt x="1879491" y="593408"/>
                  </a:lnTo>
                  <a:lnTo>
                    <a:pt x="1889179" y="595946"/>
                  </a:lnTo>
                  <a:lnTo>
                    <a:pt x="1898867" y="595494"/>
                  </a:lnTo>
                  <a:lnTo>
                    <a:pt x="1908555" y="597054"/>
                  </a:lnTo>
                  <a:lnTo>
                    <a:pt x="1918243" y="595778"/>
                  </a:lnTo>
                  <a:lnTo>
                    <a:pt x="1927931" y="593489"/>
                  </a:lnTo>
                  <a:lnTo>
                    <a:pt x="1937619" y="591701"/>
                  </a:lnTo>
                  <a:lnTo>
                    <a:pt x="1947308" y="590717"/>
                  </a:lnTo>
                  <a:lnTo>
                    <a:pt x="1956996" y="589732"/>
                  </a:lnTo>
                  <a:lnTo>
                    <a:pt x="1966684" y="588794"/>
                  </a:lnTo>
                  <a:lnTo>
                    <a:pt x="1976372" y="587867"/>
                  </a:lnTo>
                  <a:lnTo>
                    <a:pt x="1986060" y="586938"/>
                  </a:lnTo>
                  <a:lnTo>
                    <a:pt x="1995748" y="586277"/>
                  </a:lnTo>
                  <a:lnTo>
                    <a:pt x="2005436" y="587735"/>
                  </a:lnTo>
                  <a:lnTo>
                    <a:pt x="2015124" y="589355"/>
                  </a:lnTo>
                  <a:lnTo>
                    <a:pt x="2024812" y="588285"/>
                  </a:lnTo>
                  <a:lnTo>
                    <a:pt x="2034500" y="586823"/>
                  </a:lnTo>
                  <a:lnTo>
                    <a:pt x="2044188" y="585582"/>
                  </a:lnTo>
                  <a:lnTo>
                    <a:pt x="2053877" y="583793"/>
                  </a:lnTo>
                  <a:lnTo>
                    <a:pt x="2063565" y="582835"/>
                  </a:lnTo>
                  <a:lnTo>
                    <a:pt x="2073253" y="583543"/>
                  </a:lnTo>
                  <a:lnTo>
                    <a:pt x="2082941" y="582968"/>
                  </a:lnTo>
                  <a:lnTo>
                    <a:pt x="2092629" y="581772"/>
                  </a:lnTo>
                  <a:lnTo>
                    <a:pt x="2102317" y="581830"/>
                  </a:lnTo>
                  <a:lnTo>
                    <a:pt x="2112005" y="582658"/>
                  </a:lnTo>
                  <a:lnTo>
                    <a:pt x="2121693" y="583488"/>
                  </a:lnTo>
                  <a:lnTo>
                    <a:pt x="2131381" y="584317"/>
                  </a:lnTo>
                  <a:lnTo>
                    <a:pt x="2141069" y="582775"/>
                  </a:lnTo>
                  <a:lnTo>
                    <a:pt x="2150758" y="580130"/>
                  </a:lnTo>
                  <a:lnTo>
                    <a:pt x="2160446" y="579626"/>
                  </a:lnTo>
                  <a:lnTo>
                    <a:pt x="2170134" y="579429"/>
                  </a:lnTo>
                  <a:lnTo>
                    <a:pt x="2179822" y="579231"/>
                  </a:lnTo>
                  <a:lnTo>
                    <a:pt x="2189510" y="579037"/>
                  </a:lnTo>
                  <a:lnTo>
                    <a:pt x="2199198" y="578877"/>
                  </a:lnTo>
                  <a:lnTo>
                    <a:pt x="2208886" y="578717"/>
                  </a:lnTo>
                  <a:lnTo>
                    <a:pt x="2218574" y="578557"/>
                  </a:lnTo>
                  <a:lnTo>
                    <a:pt x="2228262" y="578396"/>
                  </a:lnTo>
                  <a:lnTo>
                    <a:pt x="2237950" y="578227"/>
                  </a:lnTo>
                  <a:lnTo>
                    <a:pt x="2247639" y="577658"/>
                  </a:lnTo>
                  <a:lnTo>
                    <a:pt x="2257327" y="577089"/>
                  </a:lnTo>
                  <a:lnTo>
                    <a:pt x="2267015" y="576538"/>
                  </a:lnTo>
                  <a:lnTo>
                    <a:pt x="2276703" y="575987"/>
                  </a:lnTo>
                  <a:lnTo>
                    <a:pt x="2286391" y="575436"/>
                  </a:lnTo>
                  <a:lnTo>
                    <a:pt x="2296079" y="574884"/>
                  </a:lnTo>
                  <a:lnTo>
                    <a:pt x="2305767" y="574333"/>
                  </a:lnTo>
                  <a:lnTo>
                    <a:pt x="2315455" y="573780"/>
                  </a:lnTo>
                  <a:lnTo>
                    <a:pt x="2325143" y="573228"/>
                  </a:lnTo>
                  <a:lnTo>
                    <a:pt x="2334831" y="572675"/>
                  </a:lnTo>
                  <a:lnTo>
                    <a:pt x="2344520" y="572121"/>
                  </a:lnTo>
                  <a:lnTo>
                    <a:pt x="2354208" y="571568"/>
                  </a:lnTo>
                  <a:lnTo>
                    <a:pt x="2363896" y="571014"/>
                  </a:lnTo>
                  <a:lnTo>
                    <a:pt x="2373584" y="570459"/>
                  </a:lnTo>
                  <a:lnTo>
                    <a:pt x="2383272" y="569904"/>
                  </a:lnTo>
                  <a:lnTo>
                    <a:pt x="2392960" y="568013"/>
                  </a:lnTo>
                  <a:lnTo>
                    <a:pt x="2402648" y="566001"/>
                  </a:lnTo>
                  <a:lnTo>
                    <a:pt x="2412336" y="563985"/>
                  </a:lnTo>
                  <a:lnTo>
                    <a:pt x="2422024" y="561964"/>
                  </a:lnTo>
                  <a:lnTo>
                    <a:pt x="2431712" y="559938"/>
                  </a:lnTo>
                  <a:lnTo>
                    <a:pt x="2441401" y="557926"/>
                  </a:lnTo>
                  <a:lnTo>
                    <a:pt x="2451089" y="555924"/>
                  </a:lnTo>
                  <a:lnTo>
                    <a:pt x="2460777" y="554035"/>
                  </a:lnTo>
                  <a:lnTo>
                    <a:pt x="2470465" y="554835"/>
                  </a:lnTo>
                  <a:lnTo>
                    <a:pt x="2480153" y="555634"/>
                  </a:lnTo>
                  <a:lnTo>
                    <a:pt x="2489841" y="556469"/>
                  </a:lnTo>
                  <a:lnTo>
                    <a:pt x="2499529" y="556858"/>
                  </a:lnTo>
                  <a:lnTo>
                    <a:pt x="2509217" y="555625"/>
                  </a:lnTo>
                  <a:lnTo>
                    <a:pt x="2509217" y="1255320"/>
                  </a:lnTo>
                  <a:lnTo>
                    <a:pt x="2499529" y="1255029"/>
                  </a:lnTo>
                  <a:lnTo>
                    <a:pt x="2489841" y="1254706"/>
                  </a:lnTo>
                  <a:lnTo>
                    <a:pt x="2480153" y="1254378"/>
                  </a:lnTo>
                  <a:lnTo>
                    <a:pt x="2470465" y="1254044"/>
                  </a:lnTo>
                  <a:lnTo>
                    <a:pt x="2460777" y="1253706"/>
                  </a:lnTo>
                  <a:lnTo>
                    <a:pt x="2451089" y="1253362"/>
                  </a:lnTo>
                  <a:lnTo>
                    <a:pt x="2441401" y="1253011"/>
                  </a:lnTo>
                  <a:lnTo>
                    <a:pt x="2431712" y="1252672"/>
                  </a:lnTo>
                  <a:lnTo>
                    <a:pt x="2422024" y="1252370"/>
                  </a:lnTo>
                  <a:lnTo>
                    <a:pt x="2412336" y="1252063"/>
                  </a:lnTo>
                  <a:lnTo>
                    <a:pt x="2402648" y="1251752"/>
                  </a:lnTo>
                  <a:lnTo>
                    <a:pt x="2392960" y="1251438"/>
                  </a:lnTo>
                  <a:lnTo>
                    <a:pt x="2383272" y="1251070"/>
                  </a:lnTo>
                  <a:lnTo>
                    <a:pt x="2373584" y="1250657"/>
                  </a:lnTo>
                  <a:lnTo>
                    <a:pt x="2363896" y="1250230"/>
                  </a:lnTo>
                  <a:lnTo>
                    <a:pt x="2354208" y="1249795"/>
                  </a:lnTo>
                  <a:lnTo>
                    <a:pt x="2344520" y="1249353"/>
                  </a:lnTo>
                  <a:lnTo>
                    <a:pt x="2334831" y="1248903"/>
                  </a:lnTo>
                  <a:lnTo>
                    <a:pt x="2325143" y="1248445"/>
                  </a:lnTo>
                  <a:lnTo>
                    <a:pt x="2315455" y="1247980"/>
                  </a:lnTo>
                  <a:lnTo>
                    <a:pt x="2305767" y="1247507"/>
                  </a:lnTo>
                  <a:lnTo>
                    <a:pt x="2296079" y="1247037"/>
                  </a:lnTo>
                  <a:lnTo>
                    <a:pt x="2286391" y="1246586"/>
                  </a:lnTo>
                  <a:lnTo>
                    <a:pt x="2276703" y="1246129"/>
                  </a:lnTo>
                  <a:lnTo>
                    <a:pt x="2267015" y="1245664"/>
                  </a:lnTo>
                  <a:lnTo>
                    <a:pt x="2257327" y="1245236"/>
                  </a:lnTo>
                  <a:lnTo>
                    <a:pt x="2247639" y="1244838"/>
                  </a:lnTo>
                  <a:lnTo>
                    <a:pt x="2237950" y="1244436"/>
                  </a:lnTo>
                  <a:lnTo>
                    <a:pt x="2228262" y="1244028"/>
                  </a:lnTo>
                  <a:lnTo>
                    <a:pt x="2218574" y="1243614"/>
                  </a:lnTo>
                  <a:lnTo>
                    <a:pt x="2208886" y="1243195"/>
                  </a:lnTo>
                  <a:lnTo>
                    <a:pt x="2199198" y="1242739"/>
                  </a:lnTo>
                  <a:lnTo>
                    <a:pt x="2189510" y="1242231"/>
                  </a:lnTo>
                  <a:lnTo>
                    <a:pt x="2179822" y="1241716"/>
                  </a:lnTo>
                  <a:lnTo>
                    <a:pt x="2170134" y="1241192"/>
                  </a:lnTo>
                  <a:lnTo>
                    <a:pt x="2160446" y="1240724"/>
                  </a:lnTo>
                  <a:lnTo>
                    <a:pt x="2150758" y="1240252"/>
                  </a:lnTo>
                  <a:lnTo>
                    <a:pt x="2141069" y="1239775"/>
                  </a:lnTo>
                  <a:lnTo>
                    <a:pt x="2131381" y="1239291"/>
                  </a:lnTo>
                  <a:lnTo>
                    <a:pt x="2121693" y="1238800"/>
                  </a:lnTo>
                  <a:lnTo>
                    <a:pt x="2112005" y="1238300"/>
                  </a:lnTo>
                  <a:lnTo>
                    <a:pt x="2102317" y="1237793"/>
                  </a:lnTo>
                  <a:lnTo>
                    <a:pt x="2092629" y="1237278"/>
                  </a:lnTo>
                  <a:lnTo>
                    <a:pt x="2082941" y="1236703"/>
                  </a:lnTo>
                  <a:lnTo>
                    <a:pt x="2073253" y="1236048"/>
                  </a:lnTo>
                  <a:lnTo>
                    <a:pt x="2063565" y="1235589"/>
                  </a:lnTo>
                  <a:lnTo>
                    <a:pt x="2053877" y="1234968"/>
                  </a:lnTo>
                  <a:lnTo>
                    <a:pt x="2044188" y="1234426"/>
                  </a:lnTo>
                  <a:lnTo>
                    <a:pt x="2034500" y="1233876"/>
                  </a:lnTo>
                  <a:lnTo>
                    <a:pt x="2024812" y="1233320"/>
                  </a:lnTo>
                  <a:lnTo>
                    <a:pt x="2015124" y="1232753"/>
                  </a:lnTo>
                  <a:lnTo>
                    <a:pt x="2005436" y="1232130"/>
                  </a:lnTo>
                  <a:lnTo>
                    <a:pt x="1995748" y="1231431"/>
                  </a:lnTo>
                  <a:lnTo>
                    <a:pt x="1986060" y="1230720"/>
                  </a:lnTo>
                  <a:lnTo>
                    <a:pt x="1976372" y="1229999"/>
                  </a:lnTo>
                  <a:lnTo>
                    <a:pt x="1966684" y="1229265"/>
                  </a:lnTo>
                  <a:lnTo>
                    <a:pt x="1956996" y="1228542"/>
                  </a:lnTo>
                  <a:lnTo>
                    <a:pt x="1947308" y="1227928"/>
                  </a:lnTo>
                  <a:lnTo>
                    <a:pt x="1937619" y="1227399"/>
                  </a:lnTo>
                  <a:lnTo>
                    <a:pt x="1927931" y="1226873"/>
                  </a:lnTo>
                  <a:lnTo>
                    <a:pt x="1918243" y="1226252"/>
                  </a:lnTo>
                  <a:lnTo>
                    <a:pt x="1908555" y="1225592"/>
                  </a:lnTo>
                  <a:lnTo>
                    <a:pt x="1898867" y="1224995"/>
                  </a:lnTo>
                  <a:lnTo>
                    <a:pt x="1889179" y="1224390"/>
                  </a:lnTo>
                  <a:lnTo>
                    <a:pt x="1879491" y="1223775"/>
                  </a:lnTo>
                  <a:lnTo>
                    <a:pt x="1869803" y="1223153"/>
                  </a:lnTo>
                  <a:lnTo>
                    <a:pt x="1860115" y="1222523"/>
                  </a:lnTo>
                  <a:lnTo>
                    <a:pt x="1850427" y="1221886"/>
                  </a:lnTo>
                  <a:lnTo>
                    <a:pt x="1840738" y="1221217"/>
                  </a:lnTo>
                  <a:lnTo>
                    <a:pt x="1831050" y="1220493"/>
                  </a:lnTo>
                  <a:lnTo>
                    <a:pt x="1821362" y="1219742"/>
                  </a:lnTo>
                  <a:lnTo>
                    <a:pt x="1811674" y="1218871"/>
                  </a:lnTo>
                  <a:lnTo>
                    <a:pt x="1801986" y="1217986"/>
                  </a:lnTo>
                  <a:lnTo>
                    <a:pt x="1792298" y="1217087"/>
                  </a:lnTo>
                  <a:lnTo>
                    <a:pt x="1782610" y="1216175"/>
                  </a:lnTo>
                  <a:lnTo>
                    <a:pt x="1772922" y="1215248"/>
                  </a:lnTo>
                  <a:lnTo>
                    <a:pt x="1763234" y="1214307"/>
                  </a:lnTo>
                  <a:lnTo>
                    <a:pt x="1753546" y="1213536"/>
                  </a:lnTo>
                  <a:lnTo>
                    <a:pt x="1743857" y="1212852"/>
                  </a:lnTo>
                  <a:lnTo>
                    <a:pt x="1734169" y="1212162"/>
                  </a:lnTo>
                  <a:lnTo>
                    <a:pt x="1724481" y="1211461"/>
                  </a:lnTo>
                  <a:lnTo>
                    <a:pt x="1714793" y="1210693"/>
                  </a:lnTo>
                  <a:lnTo>
                    <a:pt x="1705105" y="1210007"/>
                  </a:lnTo>
                  <a:lnTo>
                    <a:pt x="1695417" y="1209163"/>
                  </a:lnTo>
                  <a:lnTo>
                    <a:pt x="1685729" y="1208268"/>
                  </a:lnTo>
                  <a:lnTo>
                    <a:pt x="1676041" y="1207360"/>
                  </a:lnTo>
                  <a:lnTo>
                    <a:pt x="1666353" y="1206441"/>
                  </a:lnTo>
                  <a:lnTo>
                    <a:pt x="1656665" y="1205509"/>
                  </a:lnTo>
                  <a:lnTo>
                    <a:pt x="1646976" y="1204362"/>
                  </a:lnTo>
                  <a:lnTo>
                    <a:pt x="1637288" y="1203604"/>
                  </a:lnTo>
                  <a:lnTo>
                    <a:pt x="1627600" y="1202638"/>
                  </a:lnTo>
                  <a:lnTo>
                    <a:pt x="1617912" y="1201656"/>
                  </a:lnTo>
                  <a:lnTo>
                    <a:pt x="1608224" y="1200657"/>
                  </a:lnTo>
                  <a:lnTo>
                    <a:pt x="1598536" y="1199647"/>
                  </a:lnTo>
                  <a:lnTo>
                    <a:pt x="1588848" y="1198629"/>
                  </a:lnTo>
                  <a:lnTo>
                    <a:pt x="1579160" y="1197593"/>
                  </a:lnTo>
                  <a:lnTo>
                    <a:pt x="1569472" y="1196544"/>
                  </a:lnTo>
                  <a:lnTo>
                    <a:pt x="1559784" y="1195480"/>
                  </a:lnTo>
                  <a:lnTo>
                    <a:pt x="1550095" y="1194403"/>
                  </a:lnTo>
                  <a:lnTo>
                    <a:pt x="1540407" y="1193545"/>
                  </a:lnTo>
                  <a:lnTo>
                    <a:pt x="1530719" y="1192352"/>
                  </a:lnTo>
                  <a:lnTo>
                    <a:pt x="1521031" y="1191107"/>
                  </a:lnTo>
                  <a:lnTo>
                    <a:pt x="1511343" y="1189946"/>
                  </a:lnTo>
                  <a:lnTo>
                    <a:pt x="1501655" y="1188791"/>
                  </a:lnTo>
                  <a:lnTo>
                    <a:pt x="1491967" y="1187622"/>
                  </a:lnTo>
                  <a:lnTo>
                    <a:pt x="1482279" y="1186436"/>
                  </a:lnTo>
                  <a:lnTo>
                    <a:pt x="1472591" y="1185116"/>
                  </a:lnTo>
                  <a:lnTo>
                    <a:pt x="1462903" y="1184028"/>
                  </a:lnTo>
                  <a:lnTo>
                    <a:pt x="1453214" y="1182805"/>
                  </a:lnTo>
                  <a:lnTo>
                    <a:pt x="1443526" y="1181565"/>
                  </a:lnTo>
                  <a:lnTo>
                    <a:pt x="1433838" y="1180303"/>
                  </a:lnTo>
                  <a:lnTo>
                    <a:pt x="1424150" y="1179025"/>
                  </a:lnTo>
                  <a:lnTo>
                    <a:pt x="1414462" y="1177982"/>
                  </a:lnTo>
                  <a:lnTo>
                    <a:pt x="1404774" y="1177014"/>
                  </a:lnTo>
                  <a:lnTo>
                    <a:pt x="1395086" y="1175821"/>
                  </a:lnTo>
                  <a:lnTo>
                    <a:pt x="1385398" y="1174480"/>
                  </a:lnTo>
                  <a:lnTo>
                    <a:pt x="1375710" y="1172626"/>
                  </a:lnTo>
                  <a:lnTo>
                    <a:pt x="1366022" y="1170995"/>
                  </a:lnTo>
                  <a:lnTo>
                    <a:pt x="1356333" y="1169591"/>
                  </a:lnTo>
                  <a:lnTo>
                    <a:pt x="1346645" y="1168167"/>
                  </a:lnTo>
                  <a:lnTo>
                    <a:pt x="1336957" y="1166725"/>
                  </a:lnTo>
                  <a:lnTo>
                    <a:pt x="1327269" y="1165264"/>
                  </a:lnTo>
                  <a:lnTo>
                    <a:pt x="1317581" y="1163783"/>
                  </a:lnTo>
                  <a:lnTo>
                    <a:pt x="1307893" y="1162451"/>
                  </a:lnTo>
                  <a:lnTo>
                    <a:pt x="1298205" y="1161146"/>
                  </a:lnTo>
                  <a:lnTo>
                    <a:pt x="1288517" y="1159825"/>
                  </a:lnTo>
                  <a:lnTo>
                    <a:pt x="1278829" y="1158480"/>
                  </a:lnTo>
                  <a:lnTo>
                    <a:pt x="1269141" y="1157120"/>
                  </a:lnTo>
                  <a:lnTo>
                    <a:pt x="1259452" y="1155679"/>
                  </a:lnTo>
                  <a:lnTo>
                    <a:pt x="1249764" y="1154162"/>
                  </a:lnTo>
                  <a:lnTo>
                    <a:pt x="1240076" y="1152813"/>
                  </a:lnTo>
                  <a:lnTo>
                    <a:pt x="1230388" y="1151004"/>
                  </a:lnTo>
                  <a:lnTo>
                    <a:pt x="1220700" y="1149526"/>
                  </a:lnTo>
                  <a:lnTo>
                    <a:pt x="1211012" y="1148030"/>
                  </a:lnTo>
                  <a:lnTo>
                    <a:pt x="1201324" y="1146516"/>
                  </a:lnTo>
                  <a:lnTo>
                    <a:pt x="1191636" y="1144709"/>
                  </a:lnTo>
                  <a:lnTo>
                    <a:pt x="1181948" y="1142504"/>
                  </a:lnTo>
                  <a:lnTo>
                    <a:pt x="1172260" y="1140480"/>
                  </a:lnTo>
                  <a:lnTo>
                    <a:pt x="1162571" y="1138067"/>
                  </a:lnTo>
                  <a:lnTo>
                    <a:pt x="1152883" y="1136459"/>
                  </a:lnTo>
                  <a:lnTo>
                    <a:pt x="1143195" y="1135228"/>
                  </a:lnTo>
                  <a:lnTo>
                    <a:pt x="1133507" y="1133188"/>
                  </a:lnTo>
                  <a:lnTo>
                    <a:pt x="1123819" y="1131525"/>
                  </a:lnTo>
                  <a:lnTo>
                    <a:pt x="1114131" y="1129778"/>
                  </a:lnTo>
                  <a:lnTo>
                    <a:pt x="1104443" y="1127981"/>
                  </a:lnTo>
                  <a:lnTo>
                    <a:pt x="1094755" y="1125982"/>
                  </a:lnTo>
                  <a:lnTo>
                    <a:pt x="1085067" y="1123989"/>
                  </a:lnTo>
                  <a:lnTo>
                    <a:pt x="1075379" y="1122371"/>
                  </a:lnTo>
                  <a:lnTo>
                    <a:pt x="1065690" y="1120717"/>
                  </a:lnTo>
                  <a:lnTo>
                    <a:pt x="1056002" y="1119185"/>
                  </a:lnTo>
                  <a:lnTo>
                    <a:pt x="1046314" y="1117325"/>
                  </a:lnTo>
                  <a:lnTo>
                    <a:pt x="1036626" y="1114955"/>
                  </a:lnTo>
                  <a:lnTo>
                    <a:pt x="1026938" y="1113370"/>
                  </a:lnTo>
                  <a:lnTo>
                    <a:pt x="1017250" y="1111332"/>
                  </a:lnTo>
                  <a:lnTo>
                    <a:pt x="1007562" y="1108562"/>
                  </a:lnTo>
                  <a:lnTo>
                    <a:pt x="997874" y="1106240"/>
                  </a:lnTo>
                  <a:lnTo>
                    <a:pt x="988186" y="1104462"/>
                  </a:lnTo>
                  <a:lnTo>
                    <a:pt x="978498" y="1102773"/>
                  </a:lnTo>
                  <a:lnTo>
                    <a:pt x="968809" y="1100937"/>
                  </a:lnTo>
                  <a:lnTo>
                    <a:pt x="959121" y="1098253"/>
                  </a:lnTo>
                  <a:lnTo>
                    <a:pt x="949433" y="1095823"/>
                  </a:lnTo>
                  <a:lnTo>
                    <a:pt x="939745" y="1093853"/>
                  </a:lnTo>
                  <a:lnTo>
                    <a:pt x="930057" y="1092272"/>
                  </a:lnTo>
                  <a:lnTo>
                    <a:pt x="920369" y="1090465"/>
                  </a:lnTo>
                  <a:lnTo>
                    <a:pt x="910681" y="1087599"/>
                  </a:lnTo>
                  <a:lnTo>
                    <a:pt x="900993" y="1084684"/>
                  </a:lnTo>
                  <a:lnTo>
                    <a:pt x="891305" y="1081705"/>
                  </a:lnTo>
                  <a:lnTo>
                    <a:pt x="881617" y="1079238"/>
                  </a:lnTo>
                  <a:lnTo>
                    <a:pt x="871928" y="1077534"/>
                  </a:lnTo>
                  <a:lnTo>
                    <a:pt x="862240" y="1075981"/>
                  </a:lnTo>
                  <a:lnTo>
                    <a:pt x="852552" y="1073128"/>
                  </a:lnTo>
                  <a:lnTo>
                    <a:pt x="842864" y="1071298"/>
                  </a:lnTo>
                  <a:lnTo>
                    <a:pt x="833176" y="1069078"/>
                  </a:lnTo>
                  <a:lnTo>
                    <a:pt x="823488" y="1065611"/>
                  </a:lnTo>
                  <a:lnTo>
                    <a:pt x="813800" y="1063926"/>
                  </a:lnTo>
                  <a:lnTo>
                    <a:pt x="804112" y="1062312"/>
                  </a:lnTo>
                  <a:lnTo>
                    <a:pt x="794424" y="1060536"/>
                  </a:lnTo>
                  <a:lnTo>
                    <a:pt x="784736" y="1058829"/>
                  </a:lnTo>
                  <a:lnTo>
                    <a:pt x="775047" y="1057088"/>
                  </a:lnTo>
                  <a:lnTo>
                    <a:pt x="765359" y="1055195"/>
                  </a:lnTo>
                  <a:lnTo>
                    <a:pt x="755671" y="1053277"/>
                  </a:lnTo>
                  <a:lnTo>
                    <a:pt x="745983" y="1051192"/>
                  </a:lnTo>
                  <a:lnTo>
                    <a:pt x="736295" y="1048711"/>
                  </a:lnTo>
                  <a:lnTo>
                    <a:pt x="726607" y="1046505"/>
                  </a:lnTo>
                  <a:lnTo>
                    <a:pt x="716919" y="1044573"/>
                  </a:lnTo>
                  <a:lnTo>
                    <a:pt x="707231" y="1041907"/>
                  </a:lnTo>
                  <a:lnTo>
                    <a:pt x="697543" y="1039381"/>
                  </a:lnTo>
                  <a:lnTo>
                    <a:pt x="687855" y="1038403"/>
                  </a:lnTo>
                  <a:lnTo>
                    <a:pt x="678166" y="1036475"/>
                  </a:lnTo>
                  <a:lnTo>
                    <a:pt x="668478" y="1035085"/>
                  </a:lnTo>
                  <a:lnTo>
                    <a:pt x="658790" y="1033912"/>
                  </a:lnTo>
                  <a:lnTo>
                    <a:pt x="649102" y="1032737"/>
                  </a:lnTo>
                  <a:lnTo>
                    <a:pt x="639414" y="1031282"/>
                  </a:lnTo>
                  <a:lnTo>
                    <a:pt x="629726" y="1029761"/>
                  </a:lnTo>
                  <a:lnTo>
                    <a:pt x="620038" y="1028082"/>
                  </a:lnTo>
                  <a:lnTo>
                    <a:pt x="610350" y="1026439"/>
                  </a:lnTo>
                  <a:lnTo>
                    <a:pt x="600662" y="1023949"/>
                  </a:lnTo>
                  <a:lnTo>
                    <a:pt x="590974" y="1021849"/>
                  </a:lnTo>
                  <a:lnTo>
                    <a:pt x="581285" y="1019789"/>
                  </a:lnTo>
                  <a:lnTo>
                    <a:pt x="571597" y="1017725"/>
                  </a:lnTo>
                  <a:lnTo>
                    <a:pt x="561909" y="1016319"/>
                  </a:lnTo>
                  <a:lnTo>
                    <a:pt x="552221" y="1014911"/>
                  </a:lnTo>
                  <a:lnTo>
                    <a:pt x="542533" y="1012426"/>
                  </a:lnTo>
                  <a:lnTo>
                    <a:pt x="532845" y="1010130"/>
                  </a:lnTo>
                  <a:lnTo>
                    <a:pt x="523157" y="1008104"/>
                  </a:lnTo>
                  <a:lnTo>
                    <a:pt x="513469" y="1007272"/>
                  </a:lnTo>
                  <a:lnTo>
                    <a:pt x="503781" y="1005033"/>
                  </a:lnTo>
                  <a:lnTo>
                    <a:pt x="494093" y="1003316"/>
                  </a:lnTo>
                  <a:lnTo>
                    <a:pt x="484404" y="1001898"/>
                  </a:lnTo>
                  <a:lnTo>
                    <a:pt x="474716" y="1000618"/>
                  </a:lnTo>
                  <a:lnTo>
                    <a:pt x="465028" y="999025"/>
                  </a:lnTo>
                  <a:lnTo>
                    <a:pt x="455340" y="997593"/>
                  </a:lnTo>
                  <a:lnTo>
                    <a:pt x="445652" y="996140"/>
                  </a:lnTo>
                  <a:lnTo>
                    <a:pt x="435964" y="994679"/>
                  </a:lnTo>
                  <a:lnTo>
                    <a:pt x="426276" y="992930"/>
                  </a:lnTo>
                  <a:lnTo>
                    <a:pt x="416588" y="991133"/>
                  </a:lnTo>
                  <a:lnTo>
                    <a:pt x="406900" y="990285"/>
                  </a:lnTo>
                  <a:lnTo>
                    <a:pt x="397212" y="988819"/>
                  </a:lnTo>
                  <a:lnTo>
                    <a:pt x="387523" y="987780"/>
                  </a:lnTo>
                  <a:lnTo>
                    <a:pt x="377835" y="986640"/>
                  </a:lnTo>
                  <a:lnTo>
                    <a:pt x="368147" y="984327"/>
                  </a:lnTo>
                  <a:lnTo>
                    <a:pt x="358459" y="983137"/>
                  </a:lnTo>
                  <a:lnTo>
                    <a:pt x="348771" y="981588"/>
                  </a:lnTo>
                  <a:lnTo>
                    <a:pt x="339083" y="979764"/>
                  </a:lnTo>
                  <a:lnTo>
                    <a:pt x="329395" y="978663"/>
                  </a:lnTo>
                  <a:lnTo>
                    <a:pt x="319707" y="977371"/>
                  </a:lnTo>
                  <a:lnTo>
                    <a:pt x="310019" y="976201"/>
                  </a:lnTo>
                  <a:lnTo>
                    <a:pt x="300331" y="974993"/>
                  </a:lnTo>
                  <a:lnTo>
                    <a:pt x="290642" y="974413"/>
                  </a:lnTo>
                  <a:lnTo>
                    <a:pt x="280954" y="973898"/>
                  </a:lnTo>
                  <a:lnTo>
                    <a:pt x="271266" y="973108"/>
                  </a:lnTo>
                  <a:lnTo>
                    <a:pt x="261578" y="971880"/>
                  </a:lnTo>
                  <a:lnTo>
                    <a:pt x="251890" y="970826"/>
                  </a:lnTo>
                  <a:lnTo>
                    <a:pt x="242202" y="969207"/>
                  </a:lnTo>
                  <a:lnTo>
                    <a:pt x="232514" y="967535"/>
                  </a:lnTo>
                  <a:lnTo>
                    <a:pt x="222826" y="967213"/>
                  </a:lnTo>
                  <a:lnTo>
                    <a:pt x="213138" y="966202"/>
                  </a:lnTo>
                  <a:lnTo>
                    <a:pt x="203450" y="964506"/>
                  </a:lnTo>
                  <a:lnTo>
                    <a:pt x="193761" y="963276"/>
                  </a:lnTo>
                  <a:lnTo>
                    <a:pt x="184073" y="963454"/>
                  </a:lnTo>
                  <a:lnTo>
                    <a:pt x="174385" y="962169"/>
                  </a:lnTo>
                  <a:lnTo>
                    <a:pt x="164697" y="960813"/>
                  </a:lnTo>
                  <a:lnTo>
                    <a:pt x="155009" y="959532"/>
                  </a:lnTo>
                  <a:lnTo>
                    <a:pt x="145321" y="958160"/>
                  </a:lnTo>
                  <a:lnTo>
                    <a:pt x="135633" y="955425"/>
                  </a:lnTo>
                  <a:lnTo>
                    <a:pt x="125945" y="953040"/>
                  </a:lnTo>
                  <a:lnTo>
                    <a:pt x="116257" y="952282"/>
                  </a:lnTo>
                  <a:lnTo>
                    <a:pt x="106569" y="951522"/>
                  </a:lnTo>
                  <a:lnTo>
                    <a:pt x="96880" y="950761"/>
                  </a:lnTo>
                  <a:lnTo>
                    <a:pt x="87192" y="949998"/>
                  </a:lnTo>
                  <a:lnTo>
                    <a:pt x="77504" y="948702"/>
                  </a:lnTo>
                  <a:lnTo>
                    <a:pt x="67816" y="947344"/>
                  </a:lnTo>
                  <a:lnTo>
                    <a:pt x="58128" y="947752"/>
                  </a:lnTo>
                  <a:lnTo>
                    <a:pt x="48440" y="948417"/>
                  </a:lnTo>
                  <a:lnTo>
                    <a:pt x="38752" y="947997"/>
                  </a:lnTo>
                  <a:lnTo>
                    <a:pt x="29064" y="947118"/>
                  </a:lnTo>
                  <a:lnTo>
                    <a:pt x="19376" y="944989"/>
                  </a:lnTo>
                  <a:lnTo>
                    <a:pt x="9688" y="944965"/>
                  </a:lnTo>
                  <a:lnTo>
                    <a:pt x="0" y="944779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6332185" y="4418116"/>
              <a:ext cx="2509217" cy="610789"/>
            </a:xfrm>
            <a:custGeom>
              <a:avLst/>
              <a:pathLst>
                <a:path w="2509217" h="610789">
                  <a:moveTo>
                    <a:pt x="0" y="0"/>
                  </a:moveTo>
                  <a:lnTo>
                    <a:pt x="9688" y="10450"/>
                  </a:lnTo>
                  <a:lnTo>
                    <a:pt x="19376" y="18770"/>
                  </a:lnTo>
                  <a:lnTo>
                    <a:pt x="29064" y="28437"/>
                  </a:lnTo>
                  <a:lnTo>
                    <a:pt x="38752" y="43294"/>
                  </a:lnTo>
                  <a:lnTo>
                    <a:pt x="48440" y="55742"/>
                  </a:lnTo>
                  <a:lnTo>
                    <a:pt x="58128" y="65945"/>
                  </a:lnTo>
                  <a:lnTo>
                    <a:pt x="67816" y="77324"/>
                  </a:lnTo>
                  <a:lnTo>
                    <a:pt x="77504" y="85939"/>
                  </a:lnTo>
                  <a:lnTo>
                    <a:pt x="87192" y="96731"/>
                  </a:lnTo>
                  <a:lnTo>
                    <a:pt x="96880" y="105887"/>
                  </a:lnTo>
                  <a:lnTo>
                    <a:pt x="106569" y="114220"/>
                  </a:lnTo>
                  <a:lnTo>
                    <a:pt x="116257" y="122304"/>
                  </a:lnTo>
                  <a:lnTo>
                    <a:pt x="125945" y="130255"/>
                  </a:lnTo>
                  <a:lnTo>
                    <a:pt x="135633" y="138092"/>
                  </a:lnTo>
                  <a:lnTo>
                    <a:pt x="145321" y="146351"/>
                  </a:lnTo>
                  <a:lnTo>
                    <a:pt x="155009" y="156898"/>
                  </a:lnTo>
                  <a:lnTo>
                    <a:pt x="164697" y="167778"/>
                  </a:lnTo>
                  <a:lnTo>
                    <a:pt x="174385" y="176346"/>
                  </a:lnTo>
                  <a:lnTo>
                    <a:pt x="184073" y="184953"/>
                  </a:lnTo>
                  <a:lnTo>
                    <a:pt x="193761" y="192117"/>
                  </a:lnTo>
                  <a:lnTo>
                    <a:pt x="203450" y="199320"/>
                  </a:lnTo>
                  <a:lnTo>
                    <a:pt x="213138" y="208121"/>
                  </a:lnTo>
                  <a:lnTo>
                    <a:pt x="222826" y="216374"/>
                  </a:lnTo>
                  <a:lnTo>
                    <a:pt x="232514" y="224491"/>
                  </a:lnTo>
                  <a:lnTo>
                    <a:pt x="242202" y="230107"/>
                  </a:lnTo>
                  <a:lnTo>
                    <a:pt x="251890" y="234101"/>
                  </a:lnTo>
                  <a:lnTo>
                    <a:pt x="261578" y="240588"/>
                  </a:lnTo>
                  <a:lnTo>
                    <a:pt x="271266" y="249721"/>
                  </a:lnTo>
                  <a:lnTo>
                    <a:pt x="280954" y="257254"/>
                  </a:lnTo>
                  <a:lnTo>
                    <a:pt x="290642" y="265499"/>
                  </a:lnTo>
                  <a:lnTo>
                    <a:pt x="300331" y="272235"/>
                  </a:lnTo>
                  <a:lnTo>
                    <a:pt x="310019" y="281486"/>
                  </a:lnTo>
                  <a:lnTo>
                    <a:pt x="319707" y="286539"/>
                  </a:lnTo>
                  <a:lnTo>
                    <a:pt x="329395" y="294209"/>
                  </a:lnTo>
                  <a:lnTo>
                    <a:pt x="339083" y="301463"/>
                  </a:lnTo>
                  <a:lnTo>
                    <a:pt x="348771" y="309996"/>
                  </a:lnTo>
                  <a:lnTo>
                    <a:pt x="358459" y="315981"/>
                  </a:lnTo>
                  <a:lnTo>
                    <a:pt x="368147" y="323288"/>
                  </a:lnTo>
                  <a:lnTo>
                    <a:pt x="377835" y="332266"/>
                  </a:lnTo>
                  <a:lnTo>
                    <a:pt x="387523" y="337726"/>
                  </a:lnTo>
                  <a:lnTo>
                    <a:pt x="397212" y="344888"/>
                  </a:lnTo>
                  <a:lnTo>
                    <a:pt x="406900" y="351686"/>
                  </a:lnTo>
                  <a:lnTo>
                    <a:pt x="416588" y="357474"/>
                  </a:lnTo>
                  <a:lnTo>
                    <a:pt x="426276" y="365266"/>
                  </a:lnTo>
                  <a:lnTo>
                    <a:pt x="435964" y="370070"/>
                  </a:lnTo>
                  <a:lnTo>
                    <a:pt x="445652" y="373851"/>
                  </a:lnTo>
                  <a:lnTo>
                    <a:pt x="455340" y="380572"/>
                  </a:lnTo>
                  <a:lnTo>
                    <a:pt x="465028" y="387205"/>
                  </a:lnTo>
                  <a:lnTo>
                    <a:pt x="474716" y="389684"/>
                  </a:lnTo>
                  <a:lnTo>
                    <a:pt x="484404" y="394526"/>
                  </a:lnTo>
                  <a:lnTo>
                    <a:pt x="494093" y="399663"/>
                  </a:lnTo>
                  <a:lnTo>
                    <a:pt x="503781" y="405657"/>
                  </a:lnTo>
                  <a:lnTo>
                    <a:pt x="513469" y="411623"/>
                  </a:lnTo>
                  <a:lnTo>
                    <a:pt x="523157" y="417563"/>
                  </a:lnTo>
                  <a:lnTo>
                    <a:pt x="532845" y="421604"/>
                  </a:lnTo>
                  <a:lnTo>
                    <a:pt x="542533" y="427639"/>
                  </a:lnTo>
                  <a:lnTo>
                    <a:pt x="552221" y="432474"/>
                  </a:lnTo>
                  <a:lnTo>
                    <a:pt x="561909" y="434421"/>
                  </a:lnTo>
                  <a:lnTo>
                    <a:pt x="571597" y="436889"/>
                  </a:lnTo>
                  <a:lnTo>
                    <a:pt x="581285" y="441517"/>
                  </a:lnTo>
                  <a:lnTo>
                    <a:pt x="590974" y="446645"/>
                  </a:lnTo>
                  <a:lnTo>
                    <a:pt x="600662" y="452325"/>
                  </a:lnTo>
                  <a:lnTo>
                    <a:pt x="610350" y="458249"/>
                  </a:lnTo>
                  <a:lnTo>
                    <a:pt x="620038" y="461505"/>
                  </a:lnTo>
                  <a:lnTo>
                    <a:pt x="629726" y="465819"/>
                  </a:lnTo>
                  <a:lnTo>
                    <a:pt x="639414" y="469585"/>
                  </a:lnTo>
                  <a:lnTo>
                    <a:pt x="649102" y="473174"/>
                  </a:lnTo>
                  <a:lnTo>
                    <a:pt x="658790" y="475302"/>
                  </a:lnTo>
                  <a:lnTo>
                    <a:pt x="668478" y="477384"/>
                  </a:lnTo>
                  <a:lnTo>
                    <a:pt x="678166" y="480214"/>
                  </a:lnTo>
                  <a:lnTo>
                    <a:pt x="687855" y="483301"/>
                  </a:lnTo>
                  <a:lnTo>
                    <a:pt x="697543" y="486393"/>
                  </a:lnTo>
                  <a:lnTo>
                    <a:pt x="707231" y="489828"/>
                  </a:lnTo>
                  <a:lnTo>
                    <a:pt x="716919" y="493423"/>
                  </a:lnTo>
                  <a:lnTo>
                    <a:pt x="726607" y="498386"/>
                  </a:lnTo>
                  <a:lnTo>
                    <a:pt x="736295" y="502172"/>
                  </a:lnTo>
                  <a:lnTo>
                    <a:pt x="745983" y="501624"/>
                  </a:lnTo>
                  <a:lnTo>
                    <a:pt x="755671" y="507284"/>
                  </a:lnTo>
                  <a:lnTo>
                    <a:pt x="765359" y="509426"/>
                  </a:lnTo>
                  <a:lnTo>
                    <a:pt x="775047" y="512419"/>
                  </a:lnTo>
                  <a:lnTo>
                    <a:pt x="784736" y="513619"/>
                  </a:lnTo>
                  <a:lnTo>
                    <a:pt x="794424" y="518328"/>
                  </a:lnTo>
                  <a:lnTo>
                    <a:pt x="804112" y="524595"/>
                  </a:lnTo>
                  <a:lnTo>
                    <a:pt x="813800" y="527000"/>
                  </a:lnTo>
                  <a:lnTo>
                    <a:pt x="823488" y="528271"/>
                  </a:lnTo>
                  <a:lnTo>
                    <a:pt x="833176" y="529558"/>
                  </a:lnTo>
                  <a:lnTo>
                    <a:pt x="842864" y="533463"/>
                  </a:lnTo>
                  <a:lnTo>
                    <a:pt x="852552" y="538795"/>
                  </a:lnTo>
                  <a:lnTo>
                    <a:pt x="862240" y="540490"/>
                  </a:lnTo>
                  <a:lnTo>
                    <a:pt x="871928" y="543300"/>
                  </a:lnTo>
                  <a:lnTo>
                    <a:pt x="881617" y="544108"/>
                  </a:lnTo>
                  <a:lnTo>
                    <a:pt x="891305" y="545918"/>
                  </a:lnTo>
                  <a:lnTo>
                    <a:pt x="900993" y="548429"/>
                  </a:lnTo>
                  <a:lnTo>
                    <a:pt x="910681" y="548533"/>
                  </a:lnTo>
                  <a:lnTo>
                    <a:pt x="920369" y="548199"/>
                  </a:lnTo>
                  <a:lnTo>
                    <a:pt x="930057" y="548070"/>
                  </a:lnTo>
                  <a:lnTo>
                    <a:pt x="939745" y="551131"/>
                  </a:lnTo>
                  <a:lnTo>
                    <a:pt x="949433" y="549605"/>
                  </a:lnTo>
                  <a:lnTo>
                    <a:pt x="959121" y="550323"/>
                  </a:lnTo>
                  <a:lnTo>
                    <a:pt x="968809" y="551081"/>
                  </a:lnTo>
                  <a:lnTo>
                    <a:pt x="978498" y="551870"/>
                  </a:lnTo>
                  <a:lnTo>
                    <a:pt x="988186" y="553000"/>
                  </a:lnTo>
                  <a:lnTo>
                    <a:pt x="997874" y="554784"/>
                  </a:lnTo>
                  <a:lnTo>
                    <a:pt x="1007562" y="557671"/>
                  </a:lnTo>
                  <a:lnTo>
                    <a:pt x="1017250" y="562341"/>
                  </a:lnTo>
                  <a:lnTo>
                    <a:pt x="1026938" y="561870"/>
                  </a:lnTo>
                  <a:lnTo>
                    <a:pt x="1036626" y="565127"/>
                  </a:lnTo>
                  <a:lnTo>
                    <a:pt x="1046314" y="567056"/>
                  </a:lnTo>
                  <a:lnTo>
                    <a:pt x="1056002" y="566929"/>
                  </a:lnTo>
                  <a:lnTo>
                    <a:pt x="1065690" y="568305"/>
                  </a:lnTo>
                  <a:lnTo>
                    <a:pt x="1075379" y="572935"/>
                  </a:lnTo>
                  <a:lnTo>
                    <a:pt x="1085067" y="571474"/>
                  </a:lnTo>
                  <a:lnTo>
                    <a:pt x="1094755" y="568748"/>
                  </a:lnTo>
                  <a:lnTo>
                    <a:pt x="1104443" y="566013"/>
                  </a:lnTo>
                  <a:lnTo>
                    <a:pt x="1114131" y="567973"/>
                  </a:lnTo>
                  <a:lnTo>
                    <a:pt x="1123819" y="569249"/>
                  </a:lnTo>
                  <a:lnTo>
                    <a:pt x="1133507" y="571085"/>
                  </a:lnTo>
                  <a:lnTo>
                    <a:pt x="1143195" y="571931"/>
                  </a:lnTo>
                  <a:lnTo>
                    <a:pt x="1152883" y="570981"/>
                  </a:lnTo>
                  <a:lnTo>
                    <a:pt x="1162571" y="572214"/>
                  </a:lnTo>
                  <a:lnTo>
                    <a:pt x="1172260" y="574682"/>
                  </a:lnTo>
                  <a:lnTo>
                    <a:pt x="1181948" y="577821"/>
                  </a:lnTo>
                  <a:lnTo>
                    <a:pt x="1191636" y="580170"/>
                  </a:lnTo>
                  <a:lnTo>
                    <a:pt x="1201324" y="581536"/>
                  </a:lnTo>
                  <a:lnTo>
                    <a:pt x="1211012" y="584637"/>
                  </a:lnTo>
                  <a:lnTo>
                    <a:pt x="1220700" y="587499"/>
                  </a:lnTo>
                  <a:lnTo>
                    <a:pt x="1230388" y="589279"/>
                  </a:lnTo>
                  <a:lnTo>
                    <a:pt x="1240076" y="590267"/>
                  </a:lnTo>
                  <a:lnTo>
                    <a:pt x="1249764" y="588890"/>
                  </a:lnTo>
                  <a:lnTo>
                    <a:pt x="1259452" y="587511"/>
                  </a:lnTo>
                  <a:lnTo>
                    <a:pt x="1269141" y="589884"/>
                  </a:lnTo>
                  <a:lnTo>
                    <a:pt x="1278829" y="591581"/>
                  </a:lnTo>
                  <a:lnTo>
                    <a:pt x="1288517" y="592318"/>
                  </a:lnTo>
                  <a:lnTo>
                    <a:pt x="1298205" y="594561"/>
                  </a:lnTo>
                  <a:lnTo>
                    <a:pt x="1307893" y="595198"/>
                  </a:lnTo>
                  <a:lnTo>
                    <a:pt x="1317581" y="596598"/>
                  </a:lnTo>
                  <a:lnTo>
                    <a:pt x="1327269" y="599269"/>
                  </a:lnTo>
                  <a:lnTo>
                    <a:pt x="1336957" y="600034"/>
                  </a:lnTo>
                  <a:lnTo>
                    <a:pt x="1346645" y="598903"/>
                  </a:lnTo>
                  <a:lnTo>
                    <a:pt x="1356333" y="597974"/>
                  </a:lnTo>
                  <a:lnTo>
                    <a:pt x="1366022" y="599683"/>
                  </a:lnTo>
                  <a:lnTo>
                    <a:pt x="1375710" y="602102"/>
                  </a:lnTo>
                  <a:lnTo>
                    <a:pt x="1385398" y="602117"/>
                  </a:lnTo>
                  <a:lnTo>
                    <a:pt x="1395086" y="602282"/>
                  </a:lnTo>
                  <a:lnTo>
                    <a:pt x="1404774" y="603834"/>
                  </a:lnTo>
                  <a:lnTo>
                    <a:pt x="1414462" y="603759"/>
                  </a:lnTo>
                  <a:lnTo>
                    <a:pt x="1424150" y="604626"/>
                  </a:lnTo>
                  <a:lnTo>
                    <a:pt x="1433838" y="605811"/>
                  </a:lnTo>
                  <a:lnTo>
                    <a:pt x="1443526" y="606875"/>
                  </a:lnTo>
                  <a:lnTo>
                    <a:pt x="1453214" y="606283"/>
                  </a:lnTo>
                  <a:lnTo>
                    <a:pt x="1462903" y="606573"/>
                  </a:lnTo>
                  <a:lnTo>
                    <a:pt x="1472591" y="608620"/>
                  </a:lnTo>
                  <a:lnTo>
                    <a:pt x="1482279" y="610661"/>
                  </a:lnTo>
                  <a:lnTo>
                    <a:pt x="1491967" y="610789"/>
                  </a:lnTo>
                  <a:lnTo>
                    <a:pt x="1501655" y="609923"/>
                  </a:lnTo>
                  <a:lnTo>
                    <a:pt x="1511343" y="609057"/>
                  </a:lnTo>
                  <a:lnTo>
                    <a:pt x="1521031" y="608193"/>
                  </a:lnTo>
                  <a:lnTo>
                    <a:pt x="1530719" y="607391"/>
                  </a:lnTo>
                  <a:lnTo>
                    <a:pt x="1540407" y="606886"/>
                  </a:lnTo>
                  <a:lnTo>
                    <a:pt x="1550095" y="608961"/>
                  </a:lnTo>
                  <a:lnTo>
                    <a:pt x="1559784" y="609949"/>
                  </a:lnTo>
                  <a:lnTo>
                    <a:pt x="1569472" y="609767"/>
                  </a:lnTo>
                  <a:lnTo>
                    <a:pt x="1579160" y="609524"/>
                  </a:lnTo>
                  <a:lnTo>
                    <a:pt x="1588848" y="609279"/>
                  </a:lnTo>
                  <a:lnTo>
                    <a:pt x="1598536" y="609033"/>
                  </a:lnTo>
                  <a:lnTo>
                    <a:pt x="1608224" y="608787"/>
                  </a:lnTo>
                  <a:lnTo>
                    <a:pt x="1617912" y="608541"/>
                  </a:lnTo>
                  <a:lnTo>
                    <a:pt x="1627600" y="608295"/>
                  </a:lnTo>
                  <a:lnTo>
                    <a:pt x="1637288" y="608062"/>
                  </a:lnTo>
                  <a:lnTo>
                    <a:pt x="1646976" y="607859"/>
                  </a:lnTo>
                  <a:lnTo>
                    <a:pt x="1656665" y="607656"/>
                  </a:lnTo>
                  <a:lnTo>
                    <a:pt x="1666353" y="607453"/>
                  </a:lnTo>
                  <a:lnTo>
                    <a:pt x="1676041" y="607250"/>
                  </a:lnTo>
                  <a:lnTo>
                    <a:pt x="1685729" y="607074"/>
                  </a:lnTo>
                  <a:lnTo>
                    <a:pt x="1695417" y="607780"/>
                  </a:lnTo>
                  <a:lnTo>
                    <a:pt x="1705105" y="608361"/>
                  </a:lnTo>
                  <a:lnTo>
                    <a:pt x="1714793" y="607837"/>
                  </a:lnTo>
                  <a:lnTo>
                    <a:pt x="1724481" y="607312"/>
                  </a:lnTo>
                  <a:lnTo>
                    <a:pt x="1734169" y="606787"/>
                  </a:lnTo>
                  <a:lnTo>
                    <a:pt x="1743857" y="606262"/>
                  </a:lnTo>
                  <a:lnTo>
                    <a:pt x="1753546" y="605736"/>
                  </a:lnTo>
                  <a:lnTo>
                    <a:pt x="1763234" y="605202"/>
                  </a:lnTo>
                  <a:lnTo>
                    <a:pt x="1772922" y="604658"/>
                  </a:lnTo>
                  <a:lnTo>
                    <a:pt x="1782610" y="604106"/>
                  </a:lnTo>
                  <a:lnTo>
                    <a:pt x="1792298" y="603536"/>
                  </a:lnTo>
                  <a:lnTo>
                    <a:pt x="1801986" y="602380"/>
                  </a:lnTo>
                  <a:lnTo>
                    <a:pt x="1811674" y="599907"/>
                  </a:lnTo>
                  <a:lnTo>
                    <a:pt x="1821362" y="599251"/>
                  </a:lnTo>
                  <a:lnTo>
                    <a:pt x="1831050" y="599082"/>
                  </a:lnTo>
                  <a:lnTo>
                    <a:pt x="1840738" y="598912"/>
                  </a:lnTo>
                  <a:lnTo>
                    <a:pt x="1850427" y="598743"/>
                  </a:lnTo>
                  <a:lnTo>
                    <a:pt x="1860115" y="597887"/>
                  </a:lnTo>
                  <a:lnTo>
                    <a:pt x="1869803" y="595625"/>
                  </a:lnTo>
                  <a:lnTo>
                    <a:pt x="1879491" y="593408"/>
                  </a:lnTo>
                  <a:lnTo>
                    <a:pt x="1889179" y="595946"/>
                  </a:lnTo>
                  <a:lnTo>
                    <a:pt x="1898867" y="595494"/>
                  </a:lnTo>
                  <a:lnTo>
                    <a:pt x="1908555" y="597054"/>
                  </a:lnTo>
                  <a:lnTo>
                    <a:pt x="1918243" y="595778"/>
                  </a:lnTo>
                  <a:lnTo>
                    <a:pt x="1927931" y="593489"/>
                  </a:lnTo>
                  <a:lnTo>
                    <a:pt x="1937619" y="591701"/>
                  </a:lnTo>
                  <a:lnTo>
                    <a:pt x="1947308" y="590717"/>
                  </a:lnTo>
                  <a:lnTo>
                    <a:pt x="1956996" y="589732"/>
                  </a:lnTo>
                  <a:lnTo>
                    <a:pt x="1966684" y="588794"/>
                  </a:lnTo>
                  <a:lnTo>
                    <a:pt x="1976372" y="587867"/>
                  </a:lnTo>
                  <a:lnTo>
                    <a:pt x="1986060" y="586938"/>
                  </a:lnTo>
                  <a:lnTo>
                    <a:pt x="1995748" y="586277"/>
                  </a:lnTo>
                  <a:lnTo>
                    <a:pt x="2005436" y="587735"/>
                  </a:lnTo>
                  <a:lnTo>
                    <a:pt x="2015124" y="589355"/>
                  </a:lnTo>
                  <a:lnTo>
                    <a:pt x="2024812" y="588285"/>
                  </a:lnTo>
                  <a:lnTo>
                    <a:pt x="2034500" y="586823"/>
                  </a:lnTo>
                  <a:lnTo>
                    <a:pt x="2044188" y="585582"/>
                  </a:lnTo>
                  <a:lnTo>
                    <a:pt x="2053877" y="583793"/>
                  </a:lnTo>
                  <a:lnTo>
                    <a:pt x="2063565" y="582835"/>
                  </a:lnTo>
                  <a:lnTo>
                    <a:pt x="2073253" y="583543"/>
                  </a:lnTo>
                  <a:lnTo>
                    <a:pt x="2082941" y="582968"/>
                  </a:lnTo>
                  <a:lnTo>
                    <a:pt x="2092629" y="581772"/>
                  </a:lnTo>
                  <a:lnTo>
                    <a:pt x="2102317" y="581830"/>
                  </a:lnTo>
                  <a:lnTo>
                    <a:pt x="2112005" y="582658"/>
                  </a:lnTo>
                  <a:lnTo>
                    <a:pt x="2121693" y="583488"/>
                  </a:lnTo>
                  <a:lnTo>
                    <a:pt x="2131381" y="584317"/>
                  </a:lnTo>
                  <a:lnTo>
                    <a:pt x="2141069" y="582775"/>
                  </a:lnTo>
                  <a:lnTo>
                    <a:pt x="2150758" y="580130"/>
                  </a:lnTo>
                  <a:lnTo>
                    <a:pt x="2160446" y="579626"/>
                  </a:lnTo>
                  <a:lnTo>
                    <a:pt x="2170134" y="579429"/>
                  </a:lnTo>
                  <a:lnTo>
                    <a:pt x="2179822" y="579231"/>
                  </a:lnTo>
                  <a:lnTo>
                    <a:pt x="2189510" y="579037"/>
                  </a:lnTo>
                  <a:lnTo>
                    <a:pt x="2199198" y="578877"/>
                  </a:lnTo>
                  <a:lnTo>
                    <a:pt x="2208886" y="578717"/>
                  </a:lnTo>
                  <a:lnTo>
                    <a:pt x="2218574" y="578557"/>
                  </a:lnTo>
                  <a:lnTo>
                    <a:pt x="2228262" y="578396"/>
                  </a:lnTo>
                  <a:lnTo>
                    <a:pt x="2237950" y="578227"/>
                  </a:lnTo>
                  <a:lnTo>
                    <a:pt x="2247639" y="577658"/>
                  </a:lnTo>
                  <a:lnTo>
                    <a:pt x="2257327" y="577089"/>
                  </a:lnTo>
                  <a:lnTo>
                    <a:pt x="2267015" y="576538"/>
                  </a:lnTo>
                  <a:lnTo>
                    <a:pt x="2276703" y="575987"/>
                  </a:lnTo>
                  <a:lnTo>
                    <a:pt x="2286391" y="575436"/>
                  </a:lnTo>
                  <a:lnTo>
                    <a:pt x="2296079" y="574884"/>
                  </a:lnTo>
                  <a:lnTo>
                    <a:pt x="2305767" y="574333"/>
                  </a:lnTo>
                  <a:lnTo>
                    <a:pt x="2315455" y="573780"/>
                  </a:lnTo>
                  <a:lnTo>
                    <a:pt x="2325143" y="573228"/>
                  </a:lnTo>
                  <a:lnTo>
                    <a:pt x="2334831" y="572675"/>
                  </a:lnTo>
                  <a:lnTo>
                    <a:pt x="2344520" y="572121"/>
                  </a:lnTo>
                  <a:lnTo>
                    <a:pt x="2354208" y="571568"/>
                  </a:lnTo>
                  <a:lnTo>
                    <a:pt x="2363896" y="571014"/>
                  </a:lnTo>
                  <a:lnTo>
                    <a:pt x="2373584" y="570459"/>
                  </a:lnTo>
                  <a:lnTo>
                    <a:pt x="2383272" y="569904"/>
                  </a:lnTo>
                  <a:lnTo>
                    <a:pt x="2392960" y="568013"/>
                  </a:lnTo>
                  <a:lnTo>
                    <a:pt x="2402648" y="566001"/>
                  </a:lnTo>
                  <a:lnTo>
                    <a:pt x="2412336" y="563985"/>
                  </a:lnTo>
                  <a:lnTo>
                    <a:pt x="2422024" y="561964"/>
                  </a:lnTo>
                  <a:lnTo>
                    <a:pt x="2431712" y="559938"/>
                  </a:lnTo>
                  <a:lnTo>
                    <a:pt x="2441401" y="557926"/>
                  </a:lnTo>
                  <a:lnTo>
                    <a:pt x="2451089" y="555924"/>
                  </a:lnTo>
                  <a:lnTo>
                    <a:pt x="2460777" y="554035"/>
                  </a:lnTo>
                  <a:lnTo>
                    <a:pt x="2470465" y="554835"/>
                  </a:lnTo>
                  <a:lnTo>
                    <a:pt x="2480153" y="555634"/>
                  </a:lnTo>
                  <a:lnTo>
                    <a:pt x="2489841" y="556469"/>
                  </a:lnTo>
                  <a:lnTo>
                    <a:pt x="2499529" y="556858"/>
                  </a:lnTo>
                  <a:lnTo>
                    <a:pt x="2509217" y="5556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6332185" y="5362896"/>
              <a:ext cx="2509217" cy="310540"/>
            </a:xfrm>
            <a:custGeom>
              <a:avLst/>
              <a:pathLst>
                <a:path w="2509217" h="310540">
                  <a:moveTo>
                    <a:pt x="2509217" y="310540"/>
                  </a:moveTo>
                  <a:lnTo>
                    <a:pt x="2499529" y="310249"/>
                  </a:lnTo>
                  <a:lnTo>
                    <a:pt x="2489841" y="309926"/>
                  </a:lnTo>
                  <a:lnTo>
                    <a:pt x="2480153" y="309598"/>
                  </a:lnTo>
                  <a:lnTo>
                    <a:pt x="2470465" y="309265"/>
                  </a:lnTo>
                  <a:lnTo>
                    <a:pt x="2460777" y="308926"/>
                  </a:lnTo>
                  <a:lnTo>
                    <a:pt x="2451089" y="308582"/>
                  </a:lnTo>
                  <a:lnTo>
                    <a:pt x="2441401" y="308232"/>
                  </a:lnTo>
                  <a:lnTo>
                    <a:pt x="2431712" y="307893"/>
                  </a:lnTo>
                  <a:lnTo>
                    <a:pt x="2422024" y="307590"/>
                  </a:lnTo>
                  <a:lnTo>
                    <a:pt x="2412336" y="307284"/>
                  </a:lnTo>
                  <a:lnTo>
                    <a:pt x="2402648" y="306973"/>
                  </a:lnTo>
                  <a:lnTo>
                    <a:pt x="2392960" y="306658"/>
                  </a:lnTo>
                  <a:lnTo>
                    <a:pt x="2383272" y="306291"/>
                  </a:lnTo>
                  <a:lnTo>
                    <a:pt x="2373584" y="305877"/>
                  </a:lnTo>
                  <a:lnTo>
                    <a:pt x="2363896" y="305450"/>
                  </a:lnTo>
                  <a:lnTo>
                    <a:pt x="2354208" y="305015"/>
                  </a:lnTo>
                  <a:lnTo>
                    <a:pt x="2344520" y="304573"/>
                  </a:lnTo>
                  <a:lnTo>
                    <a:pt x="2334831" y="304123"/>
                  </a:lnTo>
                  <a:lnTo>
                    <a:pt x="2325143" y="303666"/>
                  </a:lnTo>
                  <a:lnTo>
                    <a:pt x="2315455" y="303200"/>
                  </a:lnTo>
                  <a:lnTo>
                    <a:pt x="2305767" y="302727"/>
                  </a:lnTo>
                  <a:lnTo>
                    <a:pt x="2296079" y="302258"/>
                  </a:lnTo>
                  <a:lnTo>
                    <a:pt x="2286391" y="301807"/>
                  </a:lnTo>
                  <a:lnTo>
                    <a:pt x="2276703" y="301349"/>
                  </a:lnTo>
                  <a:lnTo>
                    <a:pt x="2267015" y="300884"/>
                  </a:lnTo>
                  <a:lnTo>
                    <a:pt x="2257327" y="300456"/>
                  </a:lnTo>
                  <a:lnTo>
                    <a:pt x="2247639" y="300059"/>
                  </a:lnTo>
                  <a:lnTo>
                    <a:pt x="2237950" y="299656"/>
                  </a:lnTo>
                  <a:lnTo>
                    <a:pt x="2228262" y="299248"/>
                  </a:lnTo>
                  <a:lnTo>
                    <a:pt x="2218574" y="298835"/>
                  </a:lnTo>
                  <a:lnTo>
                    <a:pt x="2208886" y="298416"/>
                  </a:lnTo>
                  <a:lnTo>
                    <a:pt x="2199198" y="297960"/>
                  </a:lnTo>
                  <a:lnTo>
                    <a:pt x="2189510" y="297452"/>
                  </a:lnTo>
                  <a:lnTo>
                    <a:pt x="2179822" y="296936"/>
                  </a:lnTo>
                  <a:lnTo>
                    <a:pt x="2170134" y="296413"/>
                  </a:lnTo>
                  <a:lnTo>
                    <a:pt x="2160446" y="295944"/>
                  </a:lnTo>
                  <a:lnTo>
                    <a:pt x="2150758" y="295473"/>
                  </a:lnTo>
                  <a:lnTo>
                    <a:pt x="2141069" y="294995"/>
                  </a:lnTo>
                  <a:lnTo>
                    <a:pt x="2131381" y="294511"/>
                  </a:lnTo>
                  <a:lnTo>
                    <a:pt x="2121693" y="294021"/>
                  </a:lnTo>
                  <a:lnTo>
                    <a:pt x="2112005" y="293521"/>
                  </a:lnTo>
                  <a:lnTo>
                    <a:pt x="2102317" y="293013"/>
                  </a:lnTo>
                  <a:lnTo>
                    <a:pt x="2092629" y="292499"/>
                  </a:lnTo>
                  <a:lnTo>
                    <a:pt x="2082941" y="291924"/>
                  </a:lnTo>
                  <a:lnTo>
                    <a:pt x="2073253" y="291269"/>
                  </a:lnTo>
                  <a:lnTo>
                    <a:pt x="2063565" y="290809"/>
                  </a:lnTo>
                  <a:lnTo>
                    <a:pt x="2053877" y="290188"/>
                  </a:lnTo>
                  <a:lnTo>
                    <a:pt x="2044188" y="289646"/>
                  </a:lnTo>
                  <a:lnTo>
                    <a:pt x="2034500" y="289097"/>
                  </a:lnTo>
                  <a:lnTo>
                    <a:pt x="2024812" y="288540"/>
                  </a:lnTo>
                  <a:lnTo>
                    <a:pt x="2015124" y="287973"/>
                  </a:lnTo>
                  <a:lnTo>
                    <a:pt x="2005436" y="287351"/>
                  </a:lnTo>
                  <a:lnTo>
                    <a:pt x="1995748" y="286651"/>
                  </a:lnTo>
                  <a:lnTo>
                    <a:pt x="1986060" y="285941"/>
                  </a:lnTo>
                  <a:lnTo>
                    <a:pt x="1976372" y="285219"/>
                  </a:lnTo>
                  <a:lnTo>
                    <a:pt x="1966684" y="284486"/>
                  </a:lnTo>
                  <a:lnTo>
                    <a:pt x="1956996" y="283762"/>
                  </a:lnTo>
                  <a:lnTo>
                    <a:pt x="1947308" y="283148"/>
                  </a:lnTo>
                  <a:lnTo>
                    <a:pt x="1937619" y="282620"/>
                  </a:lnTo>
                  <a:lnTo>
                    <a:pt x="1927931" y="282093"/>
                  </a:lnTo>
                  <a:lnTo>
                    <a:pt x="1918243" y="281473"/>
                  </a:lnTo>
                  <a:lnTo>
                    <a:pt x="1908555" y="280813"/>
                  </a:lnTo>
                  <a:lnTo>
                    <a:pt x="1898867" y="280215"/>
                  </a:lnTo>
                  <a:lnTo>
                    <a:pt x="1889179" y="279610"/>
                  </a:lnTo>
                  <a:lnTo>
                    <a:pt x="1879491" y="278995"/>
                  </a:lnTo>
                  <a:lnTo>
                    <a:pt x="1869803" y="278373"/>
                  </a:lnTo>
                  <a:lnTo>
                    <a:pt x="1860115" y="277744"/>
                  </a:lnTo>
                  <a:lnTo>
                    <a:pt x="1850427" y="277107"/>
                  </a:lnTo>
                  <a:lnTo>
                    <a:pt x="1840738" y="276438"/>
                  </a:lnTo>
                  <a:lnTo>
                    <a:pt x="1831050" y="275714"/>
                  </a:lnTo>
                  <a:lnTo>
                    <a:pt x="1821362" y="274963"/>
                  </a:lnTo>
                  <a:lnTo>
                    <a:pt x="1811674" y="274091"/>
                  </a:lnTo>
                  <a:lnTo>
                    <a:pt x="1801986" y="273207"/>
                  </a:lnTo>
                  <a:lnTo>
                    <a:pt x="1792298" y="272308"/>
                  </a:lnTo>
                  <a:lnTo>
                    <a:pt x="1782610" y="271395"/>
                  </a:lnTo>
                  <a:lnTo>
                    <a:pt x="1772922" y="270468"/>
                  </a:lnTo>
                  <a:lnTo>
                    <a:pt x="1763234" y="269527"/>
                  </a:lnTo>
                  <a:lnTo>
                    <a:pt x="1753546" y="268756"/>
                  </a:lnTo>
                  <a:lnTo>
                    <a:pt x="1743857" y="268073"/>
                  </a:lnTo>
                  <a:lnTo>
                    <a:pt x="1734169" y="267382"/>
                  </a:lnTo>
                  <a:lnTo>
                    <a:pt x="1724481" y="266682"/>
                  </a:lnTo>
                  <a:lnTo>
                    <a:pt x="1714793" y="265914"/>
                  </a:lnTo>
                  <a:lnTo>
                    <a:pt x="1705105" y="265227"/>
                  </a:lnTo>
                  <a:lnTo>
                    <a:pt x="1695417" y="264384"/>
                  </a:lnTo>
                  <a:lnTo>
                    <a:pt x="1685729" y="263488"/>
                  </a:lnTo>
                  <a:lnTo>
                    <a:pt x="1676041" y="262581"/>
                  </a:lnTo>
                  <a:lnTo>
                    <a:pt x="1666353" y="261661"/>
                  </a:lnTo>
                  <a:lnTo>
                    <a:pt x="1656665" y="260729"/>
                  </a:lnTo>
                  <a:lnTo>
                    <a:pt x="1646976" y="259583"/>
                  </a:lnTo>
                  <a:lnTo>
                    <a:pt x="1637288" y="258824"/>
                  </a:lnTo>
                  <a:lnTo>
                    <a:pt x="1627600" y="257859"/>
                  </a:lnTo>
                  <a:lnTo>
                    <a:pt x="1617912" y="256876"/>
                  </a:lnTo>
                  <a:lnTo>
                    <a:pt x="1608224" y="255878"/>
                  </a:lnTo>
                  <a:lnTo>
                    <a:pt x="1598536" y="254868"/>
                  </a:lnTo>
                  <a:lnTo>
                    <a:pt x="1588848" y="253849"/>
                  </a:lnTo>
                  <a:lnTo>
                    <a:pt x="1579160" y="252814"/>
                  </a:lnTo>
                  <a:lnTo>
                    <a:pt x="1569472" y="251764"/>
                  </a:lnTo>
                  <a:lnTo>
                    <a:pt x="1559784" y="250701"/>
                  </a:lnTo>
                  <a:lnTo>
                    <a:pt x="1550095" y="249623"/>
                  </a:lnTo>
                  <a:lnTo>
                    <a:pt x="1540407" y="248765"/>
                  </a:lnTo>
                  <a:lnTo>
                    <a:pt x="1530719" y="247573"/>
                  </a:lnTo>
                  <a:lnTo>
                    <a:pt x="1521031" y="246327"/>
                  </a:lnTo>
                  <a:lnTo>
                    <a:pt x="1511343" y="245167"/>
                  </a:lnTo>
                  <a:lnTo>
                    <a:pt x="1501655" y="244012"/>
                  </a:lnTo>
                  <a:lnTo>
                    <a:pt x="1491967" y="242842"/>
                  </a:lnTo>
                  <a:lnTo>
                    <a:pt x="1482279" y="241657"/>
                  </a:lnTo>
                  <a:lnTo>
                    <a:pt x="1472591" y="240336"/>
                  </a:lnTo>
                  <a:lnTo>
                    <a:pt x="1462903" y="239249"/>
                  </a:lnTo>
                  <a:lnTo>
                    <a:pt x="1453214" y="238026"/>
                  </a:lnTo>
                  <a:lnTo>
                    <a:pt x="1443526" y="236785"/>
                  </a:lnTo>
                  <a:lnTo>
                    <a:pt x="1433838" y="235524"/>
                  </a:lnTo>
                  <a:lnTo>
                    <a:pt x="1424150" y="234245"/>
                  </a:lnTo>
                  <a:lnTo>
                    <a:pt x="1414462" y="233203"/>
                  </a:lnTo>
                  <a:lnTo>
                    <a:pt x="1404774" y="232234"/>
                  </a:lnTo>
                  <a:lnTo>
                    <a:pt x="1395086" y="231042"/>
                  </a:lnTo>
                  <a:lnTo>
                    <a:pt x="1385398" y="229701"/>
                  </a:lnTo>
                  <a:lnTo>
                    <a:pt x="1375710" y="227847"/>
                  </a:lnTo>
                  <a:lnTo>
                    <a:pt x="1366022" y="226215"/>
                  </a:lnTo>
                  <a:lnTo>
                    <a:pt x="1356333" y="224812"/>
                  </a:lnTo>
                  <a:lnTo>
                    <a:pt x="1346645" y="223388"/>
                  </a:lnTo>
                  <a:lnTo>
                    <a:pt x="1336957" y="221946"/>
                  </a:lnTo>
                  <a:lnTo>
                    <a:pt x="1327269" y="220484"/>
                  </a:lnTo>
                  <a:lnTo>
                    <a:pt x="1317581" y="219004"/>
                  </a:lnTo>
                  <a:lnTo>
                    <a:pt x="1307893" y="217672"/>
                  </a:lnTo>
                  <a:lnTo>
                    <a:pt x="1298205" y="216366"/>
                  </a:lnTo>
                  <a:lnTo>
                    <a:pt x="1288517" y="215046"/>
                  </a:lnTo>
                  <a:lnTo>
                    <a:pt x="1278829" y="213701"/>
                  </a:lnTo>
                  <a:lnTo>
                    <a:pt x="1269141" y="212340"/>
                  </a:lnTo>
                  <a:lnTo>
                    <a:pt x="1259452" y="210899"/>
                  </a:lnTo>
                  <a:lnTo>
                    <a:pt x="1249764" y="209383"/>
                  </a:lnTo>
                  <a:lnTo>
                    <a:pt x="1240076" y="208034"/>
                  </a:lnTo>
                  <a:lnTo>
                    <a:pt x="1230388" y="206225"/>
                  </a:lnTo>
                  <a:lnTo>
                    <a:pt x="1220700" y="204747"/>
                  </a:lnTo>
                  <a:lnTo>
                    <a:pt x="1211012" y="203251"/>
                  </a:lnTo>
                  <a:lnTo>
                    <a:pt x="1201324" y="201736"/>
                  </a:lnTo>
                  <a:lnTo>
                    <a:pt x="1191636" y="199929"/>
                  </a:lnTo>
                  <a:lnTo>
                    <a:pt x="1181948" y="197724"/>
                  </a:lnTo>
                  <a:lnTo>
                    <a:pt x="1172260" y="195700"/>
                  </a:lnTo>
                  <a:lnTo>
                    <a:pt x="1162571" y="193288"/>
                  </a:lnTo>
                  <a:lnTo>
                    <a:pt x="1152883" y="191680"/>
                  </a:lnTo>
                  <a:lnTo>
                    <a:pt x="1143195" y="190449"/>
                  </a:lnTo>
                  <a:lnTo>
                    <a:pt x="1133507" y="188409"/>
                  </a:lnTo>
                  <a:lnTo>
                    <a:pt x="1123819" y="186745"/>
                  </a:lnTo>
                  <a:lnTo>
                    <a:pt x="1114131" y="184998"/>
                  </a:lnTo>
                  <a:lnTo>
                    <a:pt x="1104443" y="183202"/>
                  </a:lnTo>
                  <a:lnTo>
                    <a:pt x="1094755" y="181203"/>
                  </a:lnTo>
                  <a:lnTo>
                    <a:pt x="1085067" y="179210"/>
                  </a:lnTo>
                  <a:lnTo>
                    <a:pt x="1075379" y="177591"/>
                  </a:lnTo>
                  <a:lnTo>
                    <a:pt x="1065690" y="175938"/>
                  </a:lnTo>
                  <a:lnTo>
                    <a:pt x="1056002" y="174406"/>
                  </a:lnTo>
                  <a:lnTo>
                    <a:pt x="1046314" y="172546"/>
                  </a:lnTo>
                  <a:lnTo>
                    <a:pt x="1036626" y="170175"/>
                  </a:lnTo>
                  <a:lnTo>
                    <a:pt x="1026938" y="168590"/>
                  </a:lnTo>
                  <a:lnTo>
                    <a:pt x="1017250" y="166553"/>
                  </a:lnTo>
                  <a:lnTo>
                    <a:pt x="1007562" y="163783"/>
                  </a:lnTo>
                  <a:lnTo>
                    <a:pt x="997874" y="161461"/>
                  </a:lnTo>
                  <a:lnTo>
                    <a:pt x="988186" y="159682"/>
                  </a:lnTo>
                  <a:lnTo>
                    <a:pt x="978498" y="157993"/>
                  </a:lnTo>
                  <a:lnTo>
                    <a:pt x="968809" y="156157"/>
                  </a:lnTo>
                  <a:lnTo>
                    <a:pt x="959121" y="153474"/>
                  </a:lnTo>
                  <a:lnTo>
                    <a:pt x="949433" y="151043"/>
                  </a:lnTo>
                  <a:lnTo>
                    <a:pt x="939745" y="149074"/>
                  </a:lnTo>
                  <a:lnTo>
                    <a:pt x="930057" y="147493"/>
                  </a:lnTo>
                  <a:lnTo>
                    <a:pt x="920369" y="145685"/>
                  </a:lnTo>
                  <a:lnTo>
                    <a:pt x="910681" y="142820"/>
                  </a:lnTo>
                  <a:lnTo>
                    <a:pt x="900993" y="139904"/>
                  </a:lnTo>
                  <a:lnTo>
                    <a:pt x="891305" y="136925"/>
                  </a:lnTo>
                  <a:lnTo>
                    <a:pt x="881617" y="134459"/>
                  </a:lnTo>
                  <a:lnTo>
                    <a:pt x="871928" y="132754"/>
                  </a:lnTo>
                  <a:lnTo>
                    <a:pt x="862240" y="131202"/>
                  </a:lnTo>
                  <a:lnTo>
                    <a:pt x="852552" y="128348"/>
                  </a:lnTo>
                  <a:lnTo>
                    <a:pt x="842864" y="126519"/>
                  </a:lnTo>
                  <a:lnTo>
                    <a:pt x="833176" y="124299"/>
                  </a:lnTo>
                  <a:lnTo>
                    <a:pt x="823488" y="120832"/>
                  </a:lnTo>
                  <a:lnTo>
                    <a:pt x="813800" y="119146"/>
                  </a:lnTo>
                  <a:lnTo>
                    <a:pt x="804112" y="117532"/>
                  </a:lnTo>
                  <a:lnTo>
                    <a:pt x="794424" y="115757"/>
                  </a:lnTo>
                  <a:lnTo>
                    <a:pt x="784736" y="114050"/>
                  </a:lnTo>
                  <a:lnTo>
                    <a:pt x="775047" y="112309"/>
                  </a:lnTo>
                  <a:lnTo>
                    <a:pt x="765359" y="110416"/>
                  </a:lnTo>
                  <a:lnTo>
                    <a:pt x="755671" y="108497"/>
                  </a:lnTo>
                  <a:lnTo>
                    <a:pt x="745983" y="106412"/>
                  </a:lnTo>
                  <a:lnTo>
                    <a:pt x="736295" y="103932"/>
                  </a:lnTo>
                  <a:lnTo>
                    <a:pt x="726607" y="101725"/>
                  </a:lnTo>
                  <a:lnTo>
                    <a:pt x="716919" y="99793"/>
                  </a:lnTo>
                  <a:lnTo>
                    <a:pt x="707231" y="97128"/>
                  </a:lnTo>
                  <a:lnTo>
                    <a:pt x="697543" y="94602"/>
                  </a:lnTo>
                  <a:lnTo>
                    <a:pt x="687855" y="93623"/>
                  </a:lnTo>
                  <a:lnTo>
                    <a:pt x="678166" y="91696"/>
                  </a:lnTo>
                  <a:lnTo>
                    <a:pt x="668478" y="90305"/>
                  </a:lnTo>
                  <a:lnTo>
                    <a:pt x="658790" y="89132"/>
                  </a:lnTo>
                  <a:lnTo>
                    <a:pt x="649102" y="87958"/>
                  </a:lnTo>
                  <a:lnTo>
                    <a:pt x="639414" y="86502"/>
                  </a:lnTo>
                  <a:lnTo>
                    <a:pt x="629726" y="84982"/>
                  </a:lnTo>
                  <a:lnTo>
                    <a:pt x="620038" y="83302"/>
                  </a:lnTo>
                  <a:lnTo>
                    <a:pt x="610350" y="81659"/>
                  </a:lnTo>
                  <a:lnTo>
                    <a:pt x="600662" y="79170"/>
                  </a:lnTo>
                  <a:lnTo>
                    <a:pt x="590974" y="77069"/>
                  </a:lnTo>
                  <a:lnTo>
                    <a:pt x="581285" y="75009"/>
                  </a:lnTo>
                  <a:lnTo>
                    <a:pt x="571597" y="72945"/>
                  </a:lnTo>
                  <a:lnTo>
                    <a:pt x="561909" y="71539"/>
                  </a:lnTo>
                  <a:lnTo>
                    <a:pt x="552221" y="70131"/>
                  </a:lnTo>
                  <a:lnTo>
                    <a:pt x="542533" y="67646"/>
                  </a:lnTo>
                  <a:lnTo>
                    <a:pt x="532845" y="65351"/>
                  </a:lnTo>
                  <a:lnTo>
                    <a:pt x="523157" y="63324"/>
                  </a:lnTo>
                  <a:lnTo>
                    <a:pt x="513469" y="62492"/>
                  </a:lnTo>
                  <a:lnTo>
                    <a:pt x="503781" y="60254"/>
                  </a:lnTo>
                  <a:lnTo>
                    <a:pt x="494093" y="58537"/>
                  </a:lnTo>
                  <a:lnTo>
                    <a:pt x="484404" y="57118"/>
                  </a:lnTo>
                  <a:lnTo>
                    <a:pt x="474716" y="55839"/>
                  </a:lnTo>
                  <a:lnTo>
                    <a:pt x="465028" y="54246"/>
                  </a:lnTo>
                  <a:lnTo>
                    <a:pt x="455340" y="52814"/>
                  </a:lnTo>
                  <a:lnTo>
                    <a:pt x="445652" y="51361"/>
                  </a:lnTo>
                  <a:lnTo>
                    <a:pt x="435964" y="49900"/>
                  </a:lnTo>
                  <a:lnTo>
                    <a:pt x="426276" y="48150"/>
                  </a:lnTo>
                  <a:lnTo>
                    <a:pt x="416588" y="46354"/>
                  </a:lnTo>
                  <a:lnTo>
                    <a:pt x="406900" y="45505"/>
                  </a:lnTo>
                  <a:lnTo>
                    <a:pt x="397212" y="44040"/>
                  </a:lnTo>
                  <a:lnTo>
                    <a:pt x="387523" y="43001"/>
                  </a:lnTo>
                  <a:lnTo>
                    <a:pt x="377835" y="41861"/>
                  </a:lnTo>
                  <a:lnTo>
                    <a:pt x="368147" y="39547"/>
                  </a:lnTo>
                  <a:lnTo>
                    <a:pt x="358459" y="38357"/>
                  </a:lnTo>
                  <a:lnTo>
                    <a:pt x="348771" y="36809"/>
                  </a:lnTo>
                  <a:lnTo>
                    <a:pt x="339083" y="34985"/>
                  </a:lnTo>
                  <a:lnTo>
                    <a:pt x="329395" y="33883"/>
                  </a:lnTo>
                  <a:lnTo>
                    <a:pt x="319707" y="32592"/>
                  </a:lnTo>
                  <a:lnTo>
                    <a:pt x="310019" y="31421"/>
                  </a:lnTo>
                  <a:lnTo>
                    <a:pt x="300331" y="30214"/>
                  </a:lnTo>
                  <a:lnTo>
                    <a:pt x="290642" y="29634"/>
                  </a:lnTo>
                  <a:lnTo>
                    <a:pt x="280954" y="29119"/>
                  </a:lnTo>
                  <a:lnTo>
                    <a:pt x="271266" y="28328"/>
                  </a:lnTo>
                  <a:lnTo>
                    <a:pt x="261578" y="27101"/>
                  </a:lnTo>
                  <a:lnTo>
                    <a:pt x="251890" y="26046"/>
                  </a:lnTo>
                  <a:lnTo>
                    <a:pt x="242202" y="24427"/>
                  </a:lnTo>
                  <a:lnTo>
                    <a:pt x="232514" y="22755"/>
                  </a:lnTo>
                  <a:lnTo>
                    <a:pt x="222826" y="22433"/>
                  </a:lnTo>
                  <a:lnTo>
                    <a:pt x="213138" y="21422"/>
                  </a:lnTo>
                  <a:lnTo>
                    <a:pt x="203450" y="19726"/>
                  </a:lnTo>
                  <a:lnTo>
                    <a:pt x="193761" y="18497"/>
                  </a:lnTo>
                  <a:lnTo>
                    <a:pt x="184073" y="18674"/>
                  </a:lnTo>
                  <a:lnTo>
                    <a:pt x="174385" y="17390"/>
                  </a:lnTo>
                  <a:lnTo>
                    <a:pt x="164697" y="16034"/>
                  </a:lnTo>
                  <a:lnTo>
                    <a:pt x="155009" y="14753"/>
                  </a:lnTo>
                  <a:lnTo>
                    <a:pt x="145321" y="13381"/>
                  </a:lnTo>
                  <a:lnTo>
                    <a:pt x="135633" y="10646"/>
                  </a:lnTo>
                  <a:lnTo>
                    <a:pt x="125945" y="8260"/>
                  </a:lnTo>
                  <a:lnTo>
                    <a:pt x="116257" y="7502"/>
                  </a:lnTo>
                  <a:lnTo>
                    <a:pt x="106569" y="6743"/>
                  </a:lnTo>
                  <a:lnTo>
                    <a:pt x="96880" y="5981"/>
                  </a:lnTo>
                  <a:lnTo>
                    <a:pt x="87192" y="5218"/>
                  </a:lnTo>
                  <a:lnTo>
                    <a:pt x="77504" y="3923"/>
                  </a:lnTo>
                  <a:lnTo>
                    <a:pt x="67816" y="2565"/>
                  </a:lnTo>
                  <a:lnTo>
                    <a:pt x="58128" y="2972"/>
                  </a:lnTo>
                  <a:lnTo>
                    <a:pt x="48440" y="3638"/>
                  </a:lnTo>
                  <a:lnTo>
                    <a:pt x="38752" y="3217"/>
                  </a:lnTo>
                  <a:lnTo>
                    <a:pt x="29064" y="2339"/>
                  </a:lnTo>
                  <a:lnTo>
                    <a:pt x="19376" y="210"/>
                  </a:lnTo>
                  <a:lnTo>
                    <a:pt x="9688" y="18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6332185" y="4559976"/>
              <a:ext cx="2509217" cy="1101337"/>
            </a:xfrm>
            <a:custGeom>
              <a:avLst/>
              <a:pathLst>
                <a:path w="2509217" h="1101337">
                  <a:moveTo>
                    <a:pt x="0" y="0"/>
                  </a:moveTo>
                  <a:lnTo>
                    <a:pt x="9688" y="5368"/>
                  </a:lnTo>
                  <a:lnTo>
                    <a:pt x="19376" y="12504"/>
                  </a:lnTo>
                  <a:lnTo>
                    <a:pt x="29064" y="21258"/>
                  </a:lnTo>
                  <a:lnTo>
                    <a:pt x="38752" y="29474"/>
                  </a:lnTo>
                  <a:lnTo>
                    <a:pt x="48440" y="35844"/>
                  </a:lnTo>
                  <a:lnTo>
                    <a:pt x="58128" y="42189"/>
                  </a:lnTo>
                  <a:lnTo>
                    <a:pt x="67816" y="50209"/>
                  </a:lnTo>
                  <a:lnTo>
                    <a:pt x="77504" y="59798"/>
                  </a:lnTo>
                  <a:lnTo>
                    <a:pt x="87192" y="69328"/>
                  </a:lnTo>
                  <a:lnTo>
                    <a:pt x="96880" y="77502"/>
                  </a:lnTo>
                  <a:lnTo>
                    <a:pt x="106569" y="82718"/>
                  </a:lnTo>
                  <a:lnTo>
                    <a:pt x="116257" y="90824"/>
                  </a:lnTo>
                  <a:lnTo>
                    <a:pt x="125945" y="99365"/>
                  </a:lnTo>
                  <a:lnTo>
                    <a:pt x="135633" y="106308"/>
                  </a:lnTo>
                  <a:lnTo>
                    <a:pt x="145321" y="113217"/>
                  </a:lnTo>
                  <a:lnTo>
                    <a:pt x="155009" y="119609"/>
                  </a:lnTo>
                  <a:lnTo>
                    <a:pt x="164697" y="125933"/>
                  </a:lnTo>
                  <a:lnTo>
                    <a:pt x="174385" y="132294"/>
                  </a:lnTo>
                  <a:lnTo>
                    <a:pt x="184073" y="140576"/>
                  </a:lnTo>
                  <a:lnTo>
                    <a:pt x="193761" y="147254"/>
                  </a:lnTo>
                  <a:lnTo>
                    <a:pt x="203450" y="153960"/>
                  </a:lnTo>
                  <a:lnTo>
                    <a:pt x="213138" y="160653"/>
                  </a:lnTo>
                  <a:lnTo>
                    <a:pt x="222826" y="169340"/>
                  </a:lnTo>
                  <a:lnTo>
                    <a:pt x="232514" y="177575"/>
                  </a:lnTo>
                  <a:lnTo>
                    <a:pt x="242202" y="183664"/>
                  </a:lnTo>
                  <a:lnTo>
                    <a:pt x="251890" y="193608"/>
                  </a:lnTo>
                  <a:lnTo>
                    <a:pt x="261578" y="203290"/>
                  </a:lnTo>
                  <a:lnTo>
                    <a:pt x="271266" y="209747"/>
                  </a:lnTo>
                  <a:lnTo>
                    <a:pt x="280954" y="216173"/>
                  </a:lnTo>
                  <a:lnTo>
                    <a:pt x="290642" y="222565"/>
                  </a:lnTo>
                  <a:lnTo>
                    <a:pt x="300331" y="228928"/>
                  </a:lnTo>
                  <a:lnTo>
                    <a:pt x="310019" y="234132"/>
                  </a:lnTo>
                  <a:lnTo>
                    <a:pt x="319707" y="241226"/>
                  </a:lnTo>
                  <a:lnTo>
                    <a:pt x="329395" y="247121"/>
                  </a:lnTo>
                  <a:lnTo>
                    <a:pt x="339083" y="253001"/>
                  </a:lnTo>
                  <a:lnTo>
                    <a:pt x="348771" y="258289"/>
                  </a:lnTo>
                  <a:lnTo>
                    <a:pt x="358459" y="265372"/>
                  </a:lnTo>
                  <a:lnTo>
                    <a:pt x="368147" y="272478"/>
                  </a:lnTo>
                  <a:lnTo>
                    <a:pt x="377835" y="278565"/>
                  </a:lnTo>
                  <a:lnTo>
                    <a:pt x="387523" y="283322"/>
                  </a:lnTo>
                  <a:lnTo>
                    <a:pt x="397212" y="288621"/>
                  </a:lnTo>
                  <a:lnTo>
                    <a:pt x="406900" y="293043"/>
                  </a:lnTo>
                  <a:lnTo>
                    <a:pt x="416588" y="298198"/>
                  </a:lnTo>
                  <a:lnTo>
                    <a:pt x="426276" y="304398"/>
                  </a:lnTo>
                  <a:lnTo>
                    <a:pt x="435964" y="310805"/>
                  </a:lnTo>
                  <a:lnTo>
                    <a:pt x="445652" y="318035"/>
                  </a:lnTo>
                  <a:lnTo>
                    <a:pt x="455340" y="325951"/>
                  </a:lnTo>
                  <a:lnTo>
                    <a:pt x="465028" y="332414"/>
                  </a:lnTo>
                  <a:lnTo>
                    <a:pt x="474716" y="339485"/>
                  </a:lnTo>
                  <a:lnTo>
                    <a:pt x="484404" y="346506"/>
                  </a:lnTo>
                  <a:lnTo>
                    <a:pt x="494093" y="351102"/>
                  </a:lnTo>
                  <a:lnTo>
                    <a:pt x="503781" y="356234"/>
                  </a:lnTo>
                  <a:lnTo>
                    <a:pt x="513469" y="363394"/>
                  </a:lnTo>
                  <a:lnTo>
                    <a:pt x="523157" y="367678"/>
                  </a:lnTo>
                  <a:lnTo>
                    <a:pt x="532845" y="370393"/>
                  </a:lnTo>
                  <a:lnTo>
                    <a:pt x="542533" y="375400"/>
                  </a:lnTo>
                  <a:lnTo>
                    <a:pt x="552221" y="379247"/>
                  </a:lnTo>
                  <a:lnTo>
                    <a:pt x="561909" y="384248"/>
                  </a:lnTo>
                  <a:lnTo>
                    <a:pt x="571597" y="388383"/>
                  </a:lnTo>
                  <a:lnTo>
                    <a:pt x="581285" y="393142"/>
                  </a:lnTo>
                  <a:lnTo>
                    <a:pt x="590974" y="398131"/>
                  </a:lnTo>
                  <a:lnTo>
                    <a:pt x="600662" y="404432"/>
                  </a:lnTo>
                  <a:lnTo>
                    <a:pt x="610350" y="406888"/>
                  </a:lnTo>
                  <a:lnTo>
                    <a:pt x="620038" y="411191"/>
                  </a:lnTo>
                  <a:lnTo>
                    <a:pt x="629726" y="415639"/>
                  </a:lnTo>
                  <a:lnTo>
                    <a:pt x="639414" y="420808"/>
                  </a:lnTo>
                  <a:lnTo>
                    <a:pt x="649102" y="426034"/>
                  </a:lnTo>
                  <a:lnTo>
                    <a:pt x="658790" y="429035"/>
                  </a:lnTo>
                  <a:lnTo>
                    <a:pt x="668478" y="432742"/>
                  </a:lnTo>
                  <a:lnTo>
                    <a:pt x="678166" y="434775"/>
                  </a:lnTo>
                  <a:lnTo>
                    <a:pt x="687855" y="436830"/>
                  </a:lnTo>
                  <a:lnTo>
                    <a:pt x="697543" y="441140"/>
                  </a:lnTo>
                  <a:lnTo>
                    <a:pt x="707231" y="446075"/>
                  </a:lnTo>
                  <a:lnTo>
                    <a:pt x="716919" y="450980"/>
                  </a:lnTo>
                  <a:lnTo>
                    <a:pt x="726607" y="453602"/>
                  </a:lnTo>
                  <a:lnTo>
                    <a:pt x="736295" y="454215"/>
                  </a:lnTo>
                  <a:lnTo>
                    <a:pt x="745983" y="454845"/>
                  </a:lnTo>
                  <a:lnTo>
                    <a:pt x="755671" y="459133"/>
                  </a:lnTo>
                  <a:lnTo>
                    <a:pt x="765359" y="463127"/>
                  </a:lnTo>
                  <a:lnTo>
                    <a:pt x="775047" y="465718"/>
                  </a:lnTo>
                  <a:lnTo>
                    <a:pt x="784736" y="469703"/>
                  </a:lnTo>
                  <a:lnTo>
                    <a:pt x="794424" y="473857"/>
                  </a:lnTo>
                  <a:lnTo>
                    <a:pt x="804112" y="478008"/>
                  </a:lnTo>
                  <a:lnTo>
                    <a:pt x="813800" y="480569"/>
                  </a:lnTo>
                  <a:lnTo>
                    <a:pt x="823488" y="485588"/>
                  </a:lnTo>
                  <a:lnTo>
                    <a:pt x="833176" y="486989"/>
                  </a:lnTo>
                  <a:lnTo>
                    <a:pt x="842864" y="490027"/>
                  </a:lnTo>
                  <a:lnTo>
                    <a:pt x="852552" y="492458"/>
                  </a:lnTo>
                  <a:lnTo>
                    <a:pt x="862240" y="496949"/>
                  </a:lnTo>
                  <a:lnTo>
                    <a:pt x="871928" y="498194"/>
                  </a:lnTo>
                  <a:lnTo>
                    <a:pt x="881617" y="500119"/>
                  </a:lnTo>
                  <a:lnTo>
                    <a:pt x="891305" y="503362"/>
                  </a:lnTo>
                  <a:lnTo>
                    <a:pt x="900993" y="505474"/>
                  </a:lnTo>
                  <a:lnTo>
                    <a:pt x="910681" y="508241"/>
                  </a:lnTo>
                  <a:lnTo>
                    <a:pt x="920369" y="512507"/>
                  </a:lnTo>
                  <a:lnTo>
                    <a:pt x="930057" y="516455"/>
                  </a:lnTo>
                  <a:lnTo>
                    <a:pt x="939745" y="519611"/>
                  </a:lnTo>
                  <a:lnTo>
                    <a:pt x="949433" y="522845"/>
                  </a:lnTo>
                  <a:lnTo>
                    <a:pt x="959121" y="526064"/>
                  </a:lnTo>
                  <a:lnTo>
                    <a:pt x="968809" y="529268"/>
                  </a:lnTo>
                  <a:lnTo>
                    <a:pt x="978498" y="533018"/>
                  </a:lnTo>
                  <a:lnTo>
                    <a:pt x="988186" y="537139"/>
                  </a:lnTo>
                  <a:lnTo>
                    <a:pt x="997874" y="541235"/>
                  </a:lnTo>
                  <a:lnTo>
                    <a:pt x="1007562" y="543104"/>
                  </a:lnTo>
                  <a:lnTo>
                    <a:pt x="1017250" y="544945"/>
                  </a:lnTo>
                  <a:lnTo>
                    <a:pt x="1026938" y="548016"/>
                  </a:lnTo>
                  <a:lnTo>
                    <a:pt x="1036626" y="550317"/>
                  </a:lnTo>
                  <a:lnTo>
                    <a:pt x="1046314" y="552913"/>
                  </a:lnTo>
                  <a:lnTo>
                    <a:pt x="1056002" y="554012"/>
                  </a:lnTo>
                  <a:lnTo>
                    <a:pt x="1065690" y="555110"/>
                  </a:lnTo>
                  <a:lnTo>
                    <a:pt x="1075379" y="556624"/>
                  </a:lnTo>
                  <a:lnTo>
                    <a:pt x="1085067" y="559827"/>
                  </a:lnTo>
                  <a:lnTo>
                    <a:pt x="1094755" y="563082"/>
                  </a:lnTo>
                  <a:lnTo>
                    <a:pt x="1104443" y="566652"/>
                  </a:lnTo>
                  <a:lnTo>
                    <a:pt x="1114131" y="569448"/>
                  </a:lnTo>
                  <a:lnTo>
                    <a:pt x="1123819" y="572600"/>
                  </a:lnTo>
                  <a:lnTo>
                    <a:pt x="1133507" y="575760"/>
                  </a:lnTo>
                  <a:lnTo>
                    <a:pt x="1143195" y="578904"/>
                  </a:lnTo>
                  <a:lnTo>
                    <a:pt x="1152883" y="581570"/>
                  </a:lnTo>
                  <a:lnTo>
                    <a:pt x="1162571" y="583640"/>
                  </a:lnTo>
                  <a:lnTo>
                    <a:pt x="1172260" y="586396"/>
                  </a:lnTo>
                  <a:lnTo>
                    <a:pt x="1181948" y="589338"/>
                  </a:lnTo>
                  <a:lnTo>
                    <a:pt x="1191636" y="591188"/>
                  </a:lnTo>
                  <a:lnTo>
                    <a:pt x="1201324" y="591918"/>
                  </a:lnTo>
                  <a:lnTo>
                    <a:pt x="1211012" y="592440"/>
                  </a:lnTo>
                  <a:lnTo>
                    <a:pt x="1220700" y="592949"/>
                  </a:lnTo>
                  <a:lnTo>
                    <a:pt x="1230388" y="593457"/>
                  </a:lnTo>
                  <a:lnTo>
                    <a:pt x="1240076" y="595564"/>
                  </a:lnTo>
                  <a:lnTo>
                    <a:pt x="1249764" y="599907"/>
                  </a:lnTo>
                  <a:lnTo>
                    <a:pt x="1259452" y="601354"/>
                  </a:lnTo>
                  <a:lnTo>
                    <a:pt x="1269141" y="601948"/>
                  </a:lnTo>
                  <a:lnTo>
                    <a:pt x="1278829" y="602541"/>
                  </a:lnTo>
                  <a:lnTo>
                    <a:pt x="1288517" y="603133"/>
                  </a:lnTo>
                  <a:lnTo>
                    <a:pt x="1298205" y="603725"/>
                  </a:lnTo>
                  <a:lnTo>
                    <a:pt x="1307893" y="604335"/>
                  </a:lnTo>
                  <a:lnTo>
                    <a:pt x="1317581" y="604949"/>
                  </a:lnTo>
                  <a:lnTo>
                    <a:pt x="1327269" y="605563"/>
                  </a:lnTo>
                  <a:lnTo>
                    <a:pt x="1336957" y="606230"/>
                  </a:lnTo>
                  <a:lnTo>
                    <a:pt x="1346645" y="609343"/>
                  </a:lnTo>
                  <a:lnTo>
                    <a:pt x="1356333" y="613577"/>
                  </a:lnTo>
                  <a:lnTo>
                    <a:pt x="1366022" y="613434"/>
                  </a:lnTo>
                  <a:lnTo>
                    <a:pt x="1375710" y="613211"/>
                  </a:lnTo>
                  <a:lnTo>
                    <a:pt x="1385398" y="612447"/>
                  </a:lnTo>
                  <a:lnTo>
                    <a:pt x="1395086" y="612093"/>
                  </a:lnTo>
                  <a:lnTo>
                    <a:pt x="1404774" y="614960"/>
                  </a:lnTo>
                  <a:lnTo>
                    <a:pt x="1414462" y="616045"/>
                  </a:lnTo>
                  <a:lnTo>
                    <a:pt x="1424150" y="617095"/>
                  </a:lnTo>
                  <a:lnTo>
                    <a:pt x="1433838" y="619301"/>
                  </a:lnTo>
                  <a:lnTo>
                    <a:pt x="1443526" y="620769"/>
                  </a:lnTo>
                  <a:lnTo>
                    <a:pt x="1453214" y="621506"/>
                  </a:lnTo>
                  <a:lnTo>
                    <a:pt x="1462903" y="622242"/>
                  </a:lnTo>
                  <a:lnTo>
                    <a:pt x="1472591" y="623061"/>
                  </a:lnTo>
                  <a:lnTo>
                    <a:pt x="1482279" y="624459"/>
                  </a:lnTo>
                  <a:lnTo>
                    <a:pt x="1491967" y="625853"/>
                  </a:lnTo>
                  <a:lnTo>
                    <a:pt x="1501655" y="627244"/>
                  </a:lnTo>
                  <a:lnTo>
                    <a:pt x="1511343" y="628378"/>
                  </a:lnTo>
                  <a:lnTo>
                    <a:pt x="1521031" y="629889"/>
                  </a:lnTo>
                  <a:lnTo>
                    <a:pt x="1530719" y="630299"/>
                  </a:lnTo>
                  <a:lnTo>
                    <a:pt x="1540407" y="630738"/>
                  </a:lnTo>
                  <a:lnTo>
                    <a:pt x="1550095" y="632490"/>
                  </a:lnTo>
                  <a:lnTo>
                    <a:pt x="1559784" y="634248"/>
                  </a:lnTo>
                  <a:lnTo>
                    <a:pt x="1569472" y="635733"/>
                  </a:lnTo>
                  <a:lnTo>
                    <a:pt x="1579160" y="635757"/>
                  </a:lnTo>
                  <a:lnTo>
                    <a:pt x="1588848" y="638307"/>
                  </a:lnTo>
                  <a:lnTo>
                    <a:pt x="1598536" y="640801"/>
                  </a:lnTo>
                  <a:lnTo>
                    <a:pt x="1608224" y="642529"/>
                  </a:lnTo>
                  <a:lnTo>
                    <a:pt x="1617912" y="643895"/>
                  </a:lnTo>
                  <a:lnTo>
                    <a:pt x="1627600" y="645267"/>
                  </a:lnTo>
                  <a:lnTo>
                    <a:pt x="1637288" y="646638"/>
                  </a:lnTo>
                  <a:lnTo>
                    <a:pt x="1646976" y="648012"/>
                  </a:lnTo>
                  <a:lnTo>
                    <a:pt x="1656665" y="648997"/>
                  </a:lnTo>
                  <a:lnTo>
                    <a:pt x="1666353" y="650718"/>
                  </a:lnTo>
                  <a:lnTo>
                    <a:pt x="1676041" y="651991"/>
                  </a:lnTo>
                  <a:lnTo>
                    <a:pt x="1685729" y="653308"/>
                  </a:lnTo>
                  <a:lnTo>
                    <a:pt x="1695417" y="654630"/>
                  </a:lnTo>
                  <a:lnTo>
                    <a:pt x="1705105" y="655958"/>
                  </a:lnTo>
                  <a:lnTo>
                    <a:pt x="1714793" y="657283"/>
                  </a:lnTo>
                  <a:lnTo>
                    <a:pt x="1724481" y="658604"/>
                  </a:lnTo>
                  <a:lnTo>
                    <a:pt x="1734169" y="659922"/>
                  </a:lnTo>
                  <a:lnTo>
                    <a:pt x="1743857" y="661237"/>
                  </a:lnTo>
                  <a:lnTo>
                    <a:pt x="1753546" y="662551"/>
                  </a:lnTo>
                  <a:lnTo>
                    <a:pt x="1763234" y="663893"/>
                  </a:lnTo>
                  <a:lnTo>
                    <a:pt x="1772922" y="665231"/>
                  </a:lnTo>
                  <a:lnTo>
                    <a:pt x="1782610" y="666565"/>
                  </a:lnTo>
                  <a:lnTo>
                    <a:pt x="1792298" y="667896"/>
                  </a:lnTo>
                  <a:lnTo>
                    <a:pt x="1801986" y="669224"/>
                  </a:lnTo>
                  <a:lnTo>
                    <a:pt x="1811674" y="669581"/>
                  </a:lnTo>
                  <a:lnTo>
                    <a:pt x="1821362" y="671394"/>
                  </a:lnTo>
                  <a:lnTo>
                    <a:pt x="1831050" y="671850"/>
                  </a:lnTo>
                  <a:lnTo>
                    <a:pt x="1840738" y="672369"/>
                  </a:lnTo>
                  <a:lnTo>
                    <a:pt x="1850427" y="672837"/>
                  </a:lnTo>
                  <a:lnTo>
                    <a:pt x="1860115" y="673071"/>
                  </a:lnTo>
                  <a:lnTo>
                    <a:pt x="1869803" y="673304"/>
                  </a:lnTo>
                  <a:lnTo>
                    <a:pt x="1879491" y="673329"/>
                  </a:lnTo>
                  <a:lnTo>
                    <a:pt x="1889179" y="672837"/>
                  </a:lnTo>
                  <a:lnTo>
                    <a:pt x="1898867" y="673468"/>
                  </a:lnTo>
                  <a:lnTo>
                    <a:pt x="1908555" y="674265"/>
                  </a:lnTo>
                  <a:lnTo>
                    <a:pt x="1918243" y="674502"/>
                  </a:lnTo>
                  <a:lnTo>
                    <a:pt x="1927931" y="674778"/>
                  </a:lnTo>
                  <a:lnTo>
                    <a:pt x="1937619" y="675054"/>
                  </a:lnTo>
                  <a:lnTo>
                    <a:pt x="1947308" y="675296"/>
                  </a:lnTo>
                  <a:lnTo>
                    <a:pt x="1956996" y="675535"/>
                  </a:lnTo>
                  <a:lnTo>
                    <a:pt x="1966684" y="676231"/>
                  </a:lnTo>
                  <a:lnTo>
                    <a:pt x="1976372" y="677132"/>
                  </a:lnTo>
                  <a:lnTo>
                    <a:pt x="1986060" y="678031"/>
                  </a:lnTo>
                  <a:lnTo>
                    <a:pt x="1995748" y="678929"/>
                  </a:lnTo>
                  <a:lnTo>
                    <a:pt x="2005436" y="679277"/>
                  </a:lnTo>
                  <a:lnTo>
                    <a:pt x="2015124" y="678894"/>
                  </a:lnTo>
                  <a:lnTo>
                    <a:pt x="2024812" y="678511"/>
                  </a:lnTo>
                  <a:lnTo>
                    <a:pt x="2034500" y="678128"/>
                  </a:lnTo>
                  <a:lnTo>
                    <a:pt x="2044188" y="677744"/>
                  </a:lnTo>
                  <a:lnTo>
                    <a:pt x="2053877" y="677969"/>
                  </a:lnTo>
                  <a:lnTo>
                    <a:pt x="2063565" y="678396"/>
                  </a:lnTo>
                  <a:lnTo>
                    <a:pt x="2073253" y="679781"/>
                  </a:lnTo>
                  <a:lnTo>
                    <a:pt x="2082941" y="681177"/>
                  </a:lnTo>
                  <a:lnTo>
                    <a:pt x="2092629" y="681783"/>
                  </a:lnTo>
                  <a:lnTo>
                    <a:pt x="2102317" y="682694"/>
                  </a:lnTo>
                  <a:lnTo>
                    <a:pt x="2112005" y="681984"/>
                  </a:lnTo>
                  <a:lnTo>
                    <a:pt x="2121693" y="681855"/>
                  </a:lnTo>
                  <a:lnTo>
                    <a:pt x="2131381" y="681605"/>
                  </a:lnTo>
                  <a:lnTo>
                    <a:pt x="2141069" y="681216"/>
                  </a:lnTo>
                  <a:lnTo>
                    <a:pt x="2150758" y="680843"/>
                  </a:lnTo>
                  <a:lnTo>
                    <a:pt x="2160446" y="680599"/>
                  </a:lnTo>
                  <a:lnTo>
                    <a:pt x="2170134" y="680823"/>
                  </a:lnTo>
                  <a:lnTo>
                    <a:pt x="2179822" y="681047"/>
                  </a:lnTo>
                  <a:lnTo>
                    <a:pt x="2189510" y="681311"/>
                  </a:lnTo>
                  <a:lnTo>
                    <a:pt x="2199198" y="681521"/>
                  </a:lnTo>
                  <a:lnTo>
                    <a:pt x="2208886" y="681730"/>
                  </a:lnTo>
                  <a:lnTo>
                    <a:pt x="2218574" y="681965"/>
                  </a:lnTo>
                  <a:lnTo>
                    <a:pt x="2228262" y="682233"/>
                  </a:lnTo>
                  <a:lnTo>
                    <a:pt x="2237950" y="682501"/>
                  </a:lnTo>
                  <a:lnTo>
                    <a:pt x="2247639" y="683245"/>
                  </a:lnTo>
                  <a:lnTo>
                    <a:pt x="2257327" y="683970"/>
                  </a:lnTo>
                  <a:lnTo>
                    <a:pt x="2267015" y="684124"/>
                  </a:lnTo>
                  <a:lnTo>
                    <a:pt x="2276703" y="684278"/>
                  </a:lnTo>
                  <a:lnTo>
                    <a:pt x="2286391" y="684431"/>
                  </a:lnTo>
                  <a:lnTo>
                    <a:pt x="2296079" y="684585"/>
                  </a:lnTo>
                  <a:lnTo>
                    <a:pt x="2305767" y="684745"/>
                  </a:lnTo>
                  <a:lnTo>
                    <a:pt x="2315455" y="685115"/>
                  </a:lnTo>
                  <a:lnTo>
                    <a:pt x="2325143" y="685852"/>
                  </a:lnTo>
                  <a:lnTo>
                    <a:pt x="2334831" y="686821"/>
                  </a:lnTo>
                  <a:lnTo>
                    <a:pt x="2344520" y="686716"/>
                  </a:lnTo>
                  <a:lnTo>
                    <a:pt x="2354208" y="687599"/>
                  </a:lnTo>
                  <a:lnTo>
                    <a:pt x="2363896" y="688290"/>
                  </a:lnTo>
                  <a:lnTo>
                    <a:pt x="2373584" y="688938"/>
                  </a:lnTo>
                  <a:lnTo>
                    <a:pt x="2383272" y="688290"/>
                  </a:lnTo>
                  <a:lnTo>
                    <a:pt x="2392960" y="688608"/>
                  </a:lnTo>
                  <a:lnTo>
                    <a:pt x="2402648" y="689465"/>
                  </a:lnTo>
                  <a:lnTo>
                    <a:pt x="2412336" y="690322"/>
                  </a:lnTo>
                  <a:lnTo>
                    <a:pt x="2422024" y="690559"/>
                  </a:lnTo>
                  <a:lnTo>
                    <a:pt x="2431712" y="690482"/>
                  </a:lnTo>
                  <a:lnTo>
                    <a:pt x="2441401" y="690405"/>
                  </a:lnTo>
                  <a:lnTo>
                    <a:pt x="2451089" y="690982"/>
                  </a:lnTo>
                  <a:lnTo>
                    <a:pt x="2460777" y="691595"/>
                  </a:lnTo>
                  <a:lnTo>
                    <a:pt x="2470465" y="692207"/>
                  </a:lnTo>
                  <a:lnTo>
                    <a:pt x="2480153" y="692818"/>
                  </a:lnTo>
                  <a:lnTo>
                    <a:pt x="2489841" y="693429"/>
                  </a:lnTo>
                  <a:lnTo>
                    <a:pt x="2499529" y="694038"/>
                  </a:lnTo>
                  <a:lnTo>
                    <a:pt x="2509217" y="694647"/>
                  </a:lnTo>
                  <a:lnTo>
                    <a:pt x="2509217" y="1101337"/>
                  </a:lnTo>
                  <a:lnTo>
                    <a:pt x="2499529" y="1100886"/>
                  </a:lnTo>
                  <a:lnTo>
                    <a:pt x="2489841" y="1100525"/>
                  </a:lnTo>
                  <a:lnTo>
                    <a:pt x="2480153" y="1100160"/>
                  </a:lnTo>
                  <a:lnTo>
                    <a:pt x="2470465" y="1099790"/>
                  </a:lnTo>
                  <a:lnTo>
                    <a:pt x="2460777" y="1099380"/>
                  </a:lnTo>
                  <a:lnTo>
                    <a:pt x="2451089" y="1098915"/>
                  </a:lnTo>
                  <a:lnTo>
                    <a:pt x="2441401" y="1098444"/>
                  </a:lnTo>
                  <a:lnTo>
                    <a:pt x="2431712" y="1097967"/>
                  </a:lnTo>
                  <a:lnTo>
                    <a:pt x="2422024" y="1097531"/>
                  </a:lnTo>
                  <a:lnTo>
                    <a:pt x="2412336" y="1097090"/>
                  </a:lnTo>
                  <a:lnTo>
                    <a:pt x="2402648" y="1096643"/>
                  </a:lnTo>
                  <a:lnTo>
                    <a:pt x="2392960" y="1096191"/>
                  </a:lnTo>
                  <a:lnTo>
                    <a:pt x="2383272" y="1095734"/>
                  </a:lnTo>
                  <a:lnTo>
                    <a:pt x="2373584" y="1095271"/>
                  </a:lnTo>
                  <a:lnTo>
                    <a:pt x="2363896" y="1094802"/>
                  </a:lnTo>
                  <a:lnTo>
                    <a:pt x="2354208" y="1094328"/>
                  </a:lnTo>
                  <a:lnTo>
                    <a:pt x="2344520" y="1093848"/>
                  </a:lnTo>
                  <a:lnTo>
                    <a:pt x="2334831" y="1093362"/>
                  </a:lnTo>
                  <a:lnTo>
                    <a:pt x="2325143" y="1092870"/>
                  </a:lnTo>
                  <a:lnTo>
                    <a:pt x="2315455" y="1092372"/>
                  </a:lnTo>
                  <a:lnTo>
                    <a:pt x="2305767" y="1091974"/>
                  </a:lnTo>
                  <a:lnTo>
                    <a:pt x="2296079" y="1091598"/>
                  </a:lnTo>
                  <a:lnTo>
                    <a:pt x="2286391" y="1091219"/>
                  </a:lnTo>
                  <a:lnTo>
                    <a:pt x="2276703" y="1090836"/>
                  </a:lnTo>
                  <a:lnTo>
                    <a:pt x="2267015" y="1090449"/>
                  </a:lnTo>
                  <a:lnTo>
                    <a:pt x="2257327" y="1089950"/>
                  </a:lnTo>
                  <a:lnTo>
                    <a:pt x="2247639" y="1089345"/>
                  </a:lnTo>
                  <a:lnTo>
                    <a:pt x="2237950" y="1088732"/>
                  </a:lnTo>
                  <a:lnTo>
                    <a:pt x="2228262" y="1088105"/>
                  </a:lnTo>
                  <a:lnTo>
                    <a:pt x="2218574" y="1087506"/>
                  </a:lnTo>
                  <a:lnTo>
                    <a:pt x="2208886" y="1087105"/>
                  </a:lnTo>
                  <a:lnTo>
                    <a:pt x="2199198" y="1086700"/>
                  </a:lnTo>
                  <a:lnTo>
                    <a:pt x="2189510" y="1086112"/>
                  </a:lnTo>
                  <a:lnTo>
                    <a:pt x="2179822" y="1085456"/>
                  </a:lnTo>
                  <a:lnTo>
                    <a:pt x="2170134" y="1084792"/>
                  </a:lnTo>
                  <a:lnTo>
                    <a:pt x="2160446" y="1084117"/>
                  </a:lnTo>
                  <a:lnTo>
                    <a:pt x="2150758" y="1083429"/>
                  </a:lnTo>
                  <a:lnTo>
                    <a:pt x="2141069" y="1082732"/>
                  </a:lnTo>
                  <a:lnTo>
                    <a:pt x="2131381" y="1082189"/>
                  </a:lnTo>
                  <a:lnTo>
                    <a:pt x="2121693" y="1081641"/>
                  </a:lnTo>
                  <a:lnTo>
                    <a:pt x="2112005" y="1081087"/>
                  </a:lnTo>
                  <a:lnTo>
                    <a:pt x="2102317" y="1080527"/>
                  </a:lnTo>
                  <a:lnTo>
                    <a:pt x="2092629" y="1079934"/>
                  </a:lnTo>
                  <a:lnTo>
                    <a:pt x="2082941" y="1079144"/>
                  </a:lnTo>
                  <a:lnTo>
                    <a:pt x="2073253" y="1078613"/>
                  </a:lnTo>
                  <a:lnTo>
                    <a:pt x="2063565" y="1078232"/>
                  </a:lnTo>
                  <a:lnTo>
                    <a:pt x="2053877" y="1077538"/>
                  </a:lnTo>
                  <a:lnTo>
                    <a:pt x="2044188" y="1077072"/>
                  </a:lnTo>
                  <a:lnTo>
                    <a:pt x="2034500" y="1076482"/>
                  </a:lnTo>
                  <a:lnTo>
                    <a:pt x="2024812" y="1075885"/>
                  </a:lnTo>
                  <a:lnTo>
                    <a:pt x="2015124" y="1075283"/>
                  </a:lnTo>
                  <a:lnTo>
                    <a:pt x="2005436" y="1074666"/>
                  </a:lnTo>
                  <a:lnTo>
                    <a:pt x="1995748" y="1074040"/>
                  </a:lnTo>
                  <a:lnTo>
                    <a:pt x="1986060" y="1073407"/>
                  </a:lnTo>
                  <a:lnTo>
                    <a:pt x="1976372" y="1072767"/>
                  </a:lnTo>
                  <a:lnTo>
                    <a:pt x="1966684" y="1072121"/>
                  </a:lnTo>
                  <a:lnTo>
                    <a:pt x="1956996" y="1071368"/>
                  </a:lnTo>
                  <a:lnTo>
                    <a:pt x="1947308" y="1070537"/>
                  </a:lnTo>
                  <a:lnTo>
                    <a:pt x="1937619" y="1069733"/>
                  </a:lnTo>
                  <a:lnTo>
                    <a:pt x="1927931" y="1069117"/>
                  </a:lnTo>
                  <a:lnTo>
                    <a:pt x="1918243" y="1068495"/>
                  </a:lnTo>
                  <a:lnTo>
                    <a:pt x="1908555" y="1067868"/>
                  </a:lnTo>
                  <a:lnTo>
                    <a:pt x="1898867" y="1067234"/>
                  </a:lnTo>
                  <a:lnTo>
                    <a:pt x="1889179" y="1066594"/>
                  </a:lnTo>
                  <a:lnTo>
                    <a:pt x="1879491" y="1065948"/>
                  </a:lnTo>
                  <a:lnTo>
                    <a:pt x="1869803" y="1065303"/>
                  </a:lnTo>
                  <a:lnTo>
                    <a:pt x="1860115" y="1064641"/>
                  </a:lnTo>
                  <a:lnTo>
                    <a:pt x="1850427" y="1063980"/>
                  </a:lnTo>
                  <a:lnTo>
                    <a:pt x="1840738" y="1063312"/>
                  </a:lnTo>
                  <a:lnTo>
                    <a:pt x="1831050" y="1062634"/>
                  </a:lnTo>
                  <a:lnTo>
                    <a:pt x="1821362" y="1061904"/>
                  </a:lnTo>
                  <a:lnTo>
                    <a:pt x="1811674" y="1061088"/>
                  </a:lnTo>
                  <a:lnTo>
                    <a:pt x="1801986" y="1060423"/>
                  </a:lnTo>
                  <a:lnTo>
                    <a:pt x="1792298" y="1059826"/>
                  </a:lnTo>
                  <a:lnTo>
                    <a:pt x="1782610" y="1059127"/>
                  </a:lnTo>
                  <a:lnTo>
                    <a:pt x="1772922" y="1058231"/>
                  </a:lnTo>
                  <a:lnTo>
                    <a:pt x="1763234" y="1057325"/>
                  </a:lnTo>
                  <a:lnTo>
                    <a:pt x="1753546" y="1056642"/>
                  </a:lnTo>
                  <a:lnTo>
                    <a:pt x="1743857" y="1056020"/>
                  </a:lnTo>
                  <a:lnTo>
                    <a:pt x="1734169" y="1055439"/>
                  </a:lnTo>
                  <a:lnTo>
                    <a:pt x="1724481" y="1054837"/>
                  </a:lnTo>
                  <a:lnTo>
                    <a:pt x="1714793" y="1054016"/>
                  </a:lnTo>
                  <a:lnTo>
                    <a:pt x="1705105" y="1053285"/>
                  </a:lnTo>
                  <a:lnTo>
                    <a:pt x="1695417" y="1052431"/>
                  </a:lnTo>
                  <a:lnTo>
                    <a:pt x="1685729" y="1051298"/>
                  </a:lnTo>
                  <a:lnTo>
                    <a:pt x="1676041" y="1050580"/>
                  </a:lnTo>
                  <a:lnTo>
                    <a:pt x="1666353" y="1049857"/>
                  </a:lnTo>
                  <a:lnTo>
                    <a:pt x="1656665" y="1049125"/>
                  </a:lnTo>
                  <a:lnTo>
                    <a:pt x="1646976" y="1048329"/>
                  </a:lnTo>
                  <a:lnTo>
                    <a:pt x="1637288" y="1047456"/>
                  </a:lnTo>
                  <a:lnTo>
                    <a:pt x="1627600" y="1046820"/>
                  </a:lnTo>
                  <a:lnTo>
                    <a:pt x="1617912" y="1046045"/>
                  </a:lnTo>
                  <a:lnTo>
                    <a:pt x="1608224" y="1045208"/>
                  </a:lnTo>
                  <a:lnTo>
                    <a:pt x="1598536" y="1044361"/>
                  </a:lnTo>
                  <a:lnTo>
                    <a:pt x="1588848" y="1043506"/>
                  </a:lnTo>
                  <a:lnTo>
                    <a:pt x="1579160" y="1042643"/>
                  </a:lnTo>
                  <a:lnTo>
                    <a:pt x="1569472" y="1041772"/>
                  </a:lnTo>
                  <a:lnTo>
                    <a:pt x="1559784" y="1040893"/>
                  </a:lnTo>
                  <a:lnTo>
                    <a:pt x="1550095" y="1040041"/>
                  </a:lnTo>
                  <a:lnTo>
                    <a:pt x="1540407" y="1039109"/>
                  </a:lnTo>
                  <a:lnTo>
                    <a:pt x="1530719" y="1038117"/>
                  </a:lnTo>
                  <a:lnTo>
                    <a:pt x="1521031" y="1036717"/>
                  </a:lnTo>
                  <a:lnTo>
                    <a:pt x="1511343" y="1035682"/>
                  </a:lnTo>
                  <a:lnTo>
                    <a:pt x="1501655" y="1034735"/>
                  </a:lnTo>
                  <a:lnTo>
                    <a:pt x="1491967" y="1033892"/>
                  </a:lnTo>
                  <a:lnTo>
                    <a:pt x="1482279" y="1032878"/>
                  </a:lnTo>
                  <a:lnTo>
                    <a:pt x="1472591" y="1032126"/>
                  </a:lnTo>
                  <a:lnTo>
                    <a:pt x="1462903" y="1031316"/>
                  </a:lnTo>
                  <a:lnTo>
                    <a:pt x="1453214" y="1030443"/>
                  </a:lnTo>
                  <a:lnTo>
                    <a:pt x="1443526" y="1029480"/>
                  </a:lnTo>
                  <a:lnTo>
                    <a:pt x="1433838" y="1028467"/>
                  </a:lnTo>
                  <a:lnTo>
                    <a:pt x="1424150" y="1027442"/>
                  </a:lnTo>
                  <a:lnTo>
                    <a:pt x="1414462" y="1026342"/>
                  </a:lnTo>
                  <a:lnTo>
                    <a:pt x="1404774" y="1024975"/>
                  </a:lnTo>
                  <a:lnTo>
                    <a:pt x="1395086" y="1023757"/>
                  </a:lnTo>
                  <a:lnTo>
                    <a:pt x="1385398" y="1022704"/>
                  </a:lnTo>
                  <a:lnTo>
                    <a:pt x="1375710" y="1021631"/>
                  </a:lnTo>
                  <a:lnTo>
                    <a:pt x="1366022" y="1020338"/>
                  </a:lnTo>
                  <a:lnTo>
                    <a:pt x="1356333" y="1019031"/>
                  </a:lnTo>
                  <a:lnTo>
                    <a:pt x="1346645" y="1018003"/>
                  </a:lnTo>
                  <a:lnTo>
                    <a:pt x="1336957" y="1016898"/>
                  </a:lnTo>
                  <a:lnTo>
                    <a:pt x="1327269" y="1015983"/>
                  </a:lnTo>
                  <a:lnTo>
                    <a:pt x="1317581" y="1015092"/>
                  </a:lnTo>
                  <a:lnTo>
                    <a:pt x="1307893" y="1013965"/>
                  </a:lnTo>
                  <a:lnTo>
                    <a:pt x="1298205" y="1012828"/>
                  </a:lnTo>
                  <a:lnTo>
                    <a:pt x="1288517" y="1011160"/>
                  </a:lnTo>
                  <a:lnTo>
                    <a:pt x="1278829" y="1010197"/>
                  </a:lnTo>
                  <a:lnTo>
                    <a:pt x="1269141" y="1009349"/>
                  </a:lnTo>
                  <a:lnTo>
                    <a:pt x="1259452" y="1008174"/>
                  </a:lnTo>
                  <a:lnTo>
                    <a:pt x="1249764" y="1006981"/>
                  </a:lnTo>
                  <a:lnTo>
                    <a:pt x="1240076" y="1005778"/>
                  </a:lnTo>
                  <a:lnTo>
                    <a:pt x="1230388" y="1004564"/>
                  </a:lnTo>
                  <a:lnTo>
                    <a:pt x="1220700" y="1002960"/>
                  </a:lnTo>
                  <a:lnTo>
                    <a:pt x="1211012" y="1001657"/>
                  </a:lnTo>
                  <a:lnTo>
                    <a:pt x="1201324" y="999944"/>
                  </a:lnTo>
                  <a:lnTo>
                    <a:pt x="1191636" y="998735"/>
                  </a:lnTo>
                  <a:lnTo>
                    <a:pt x="1181948" y="998076"/>
                  </a:lnTo>
                  <a:lnTo>
                    <a:pt x="1172260" y="996694"/>
                  </a:lnTo>
                  <a:lnTo>
                    <a:pt x="1162571" y="995720"/>
                  </a:lnTo>
                  <a:lnTo>
                    <a:pt x="1152883" y="994654"/>
                  </a:lnTo>
                  <a:lnTo>
                    <a:pt x="1143195" y="993788"/>
                  </a:lnTo>
                  <a:lnTo>
                    <a:pt x="1133507" y="992046"/>
                  </a:lnTo>
                  <a:lnTo>
                    <a:pt x="1123819" y="990458"/>
                  </a:lnTo>
                  <a:lnTo>
                    <a:pt x="1114131" y="989249"/>
                  </a:lnTo>
                  <a:lnTo>
                    <a:pt x="1104443" y="988058"/>
                  </a:lnTo>
                  <a:lnTo>
                    <a:pt x="1094755" y="987236"/>
                  </a:lnTo>
                  <a:lnTo>
                    <a:pt x="1085067" y="985992"/>
                  </a:lnTo>
                  <a:lnTo>
                    <a:pt x="1075379" y="984095"/>
                  </a:lnTo>
                  <a:lnTo>
                    <a:pt x="1065690" y="982175"/>
                  </a:lnTo>
                  <a:lnTo>
                    <a:pt x="1056002" y="980955"/>
                  </a:lnTo>
                  <a:lnTo>
                    <a:pt x="1046314" y="979910"/>
                  </a:lnTo>
                  <a:lnTo>
                    <a:pt x="1036626" y="978857"/>
                  </a:lnTo>
                  <a:lnTo>
                    <a:pt x="1026938" y="977746"/>
                  </a:lnTo>
                  <a:lnTo>
                    <a:pt x="1017250" y="976750"/>
                  </a:lnTo>
                  <a:lnTo>
                    <a:pt x="1007562" y="975684"/>
                  </a:lnTo>
                  <a:lnTo>
                    <a:pt x="997874" y="974619"/>
                  </a:lnTo>
                  <a:lnTo>
                    <a:pt x="988186" y="973558"/>
                  </a:lnTo>
                  <a:lnTo>
                    <a:pt x="978498" y="972466"/>
                  </a:lnTo>
                  <a:lnTo>
                    <a:pt x="968809" y="971075"/>
                  </a:lnTo>
                  <a:lnTo>
                    <a:pt x="959121" y="969934"/>
                  </a:lnTo>
                  <a:lnTo>
                    <a:pt x="949433" y="968456"/>
                  </a:lnTo>
                  <a:lnTo>
                    <a:pt x="939745" y="966388"/>
                  </a:lnTo>
                  <a:lnTo>
                    <a:pt x="930057" y="964047"/>
                  </a:lnTo>
                  <a:lnTo>
                    <a:pt x="920369" y="962712"/>
                  </a:lnTo>
                  <a:lnTo>
                    <a:pt x="910681" y="961367"/>
                  </a:lnTo>
                  <a:lnTo>
                    <a:pt x="900993" y="960302"/>
                  </a:lnTo>
                  <a:lnTo>
                    <a:pt x="891305" y="958647"/>
                  </a:lnTo>
                  <a:lnTo>
                    <a:pt x="881617" y="957252"/>
                  </a:lnTo>
                  <a:lnTo>
                    <a:pt x="871928" y="955673"/>
                  </a:lnTo>
                  <a:lnTo>
                    <a:pt x="862240" y="954277"/>
                  </a:lnTo>
                  <a:lnTo>
                    <a:pt x="852552" y="952908"/>
                  </a:lnTo>
                  <a:lnTo>
                    <a:pt x="842864" y="951659"/>
                  </a:lnTo>
                  <a:lnTo>
                    <a:pt x="833176" y="950409"/>
                  </a:lnTo>
                  <a:lnTo>
                    <a:pt x="823488" y="949032"/>
                  </a:lnTo>
                  <a:lnTo>
                    <a:pt x="813800" y="948728"/>
                  </a:lnTo>
                  <a:lnTo>
                    <a:pt x="804112" y="947789"/>
                  </a:lnTo>
                  <a:lnTo>
                    <a:pt x="794424" y="945584"/>
                  </a:lnTo>
                  <a:lnTo>
                    <a:pt x="784736" y="943673"/>
                  </a:lnTo>
                  <a:lnTo>
                    <a:pt x="775047" y="943261"/>
                  </a:lnTo>
                  <a:lnTo>
                    <a:pt x="765359" y="941456"/>
                  </a:lnTo>
                  <a:lnTo>
                    <a:pt x="755671" y="939975"/>
                  </a:lnTo>
                  <a:lnTo>
                    <a:pt x="745983" y="938846"/>
                  </a:lnTo>
                  <a:lnTo>
                    <a:pt x="736295" y="937822"/>
                  </a:lnTo>
                  <a:lnTo>
                    <a:pt x="726607" y="936793"/>
                  </a:lnTo>
                  <a:lnTo>
                    <a:pt x="716919" y="935779"/>
                  </a:lnTo>
                  <a:lnTo>
                    <a:pt x="707231" y="934760"/>
                  </a:lnTo>
                  <a:lnTo>
                    <a:pt x="697543" y="933432"/>
                  </a:lnTo>
                  <a:lnTo>
                    <a:pt x="687855" y="932724"/>
                  </a:lnTo>
                  <a:lnTo>
                    <a:pt x="678166" y="931397"/>
                  </a:lnTo>
                  <a:lnTo>
                    <a:pt x="668478" y="929869"/>
                  </a:lnTo>
                  <a:lnTo>
                    <a:pt x="658790" y="928240"/>
                  </a:lnTo>
                  <a:lnTo>
                    <a:pt x="649102" y="926581"/>
                  </a:lnTo>
                  <a:lnTo>
                    <a:pt x="639414" y="924935"/>
                  </a:lnTo>
                  <a:lnTo>
                    <a:pt x="629726" y="924194"/>
                  </a:lnTo>
                  <a:lnTo>
                    <a:pt x="620038" y="922440"/>
                  </a:lnTo>
                  <a:lnTo>
                    <a:pt x="610350" y="920647"/>
                  </a:lnTo>
                  <a:lnTo>
                    <a:pt x="600662" y="918825"/>
                  </a:lnTo>
                  <a:lnTo>
                    <a:pt x="590974" y="917430"/>
                  </a:lnTo>
                  <a:lnTo>
                    <a:pt x="581285" y="916827"/>
                  </a:lnTo>
                  <a:lnTo>
                    <a:pt x="571597" y="916223"/>
                  </a:lnTo>
                  <a:lnTo>
                    <a:pt x="561909" y="915617"/>
                  </a:lnTo>
                  <a:lnTo>
                    <a:pt x="552221" y="914135"/>
                  </a:lnTo>
                  <a:lnTo>
                    <a:pt x="542533" y="911783"/>
                  </a:lnTo>
                  <a:lnTo>
                    <a:pt x="532845" y="910339"/>
                  </a:lnTo>
                  <a:lnTo>
                    <a:pt x="523157" y="909445"/>
                  </a:lnTo>
                  <a:lnTo>
                    <a:pt x="513469" y="908253"/>
                  </a:lnTo>
                  <a:lnTo>
                    <a:pt x="503781" y="907291"/>
                  </a:lnTo>
                  <a:lnTo>
                    <a:pt x="494093" y="906118"/>
                  </a:lnTo>
                  <a:lnTo>
                    <a:pt x="484404" y="904468"/>
                  </a:lnTo>
                  <a:lnTo>
                    <a:pt x="474716" y="903267"/>
                  </a:lnTo>
                  <a:lnTo>
                    <a:pt x="465028" y="902336"/>
                  </a:lnTo>
                  <a:lnTo>
                    <a:pt x="455340" y="901792"/>
                  </a:lnTo>
                  <a:lnTo>
                    <a:pt x="445652" y="900257"/>
                  </a:lnTo>
                  <a:lnTo>
                    <a:pt x="435964" y="899082"/>
                  </a:lnTo>
                  <a:lnTo>
                    <a:pt x="426276" y="897536"/>
                  </a:lnTo>
                  <a:lnTo>
                    <a:pt x="416588" y="895968"/>
                  </a:lnTo>
                  <a:lnTo>
                    <a:pt x="406900" y="894862"/>
                  </a:lnTo>
                  <a:lnTo>
                    <a:pt x="397212" y="893902"/>
                  </a:lnTo>
                  <a:lnTo>
                    <a:pt x="387523" y="892302"/>
                  </a:lnTo>
                  <a:lnTo>
                    <a:pt x="377835" y="890997"/>
                  </a:lnTo>
                  <a:lnTo>
                    <a:pt x="368147" y="889734"/>
                  </a:lnTo>
                  <a:lnTo>
                    <a:pt x="358459" y="888465"/>
                  </a:lnTo>
                  <a:lnTo>
                    <a:pt x="348771" y="887790"/>
                  </a:lnTo>
                  <a:lnTo>
                    <a:pt x="339083" y="886213"/>
                  </a:lnTo>
                  <a:lnTo>
                    <a:pt x="329395" y="884592"/>
                  </a:lnTo>
                  <a:lnTo>
                    <a:pt x="319707" y="883279"/>
                  </a:lnTo>
                  <a:lnTo>
                    <a:pt x="310019" y="881802"/>
                  </a:lnTo>
                  <a:lnTo>
                    <a:pt x="300331" y="880682"/>
                  </a:lnTo>
                  <a:lnTo>
                    <a:pt x="290642" y="879367"/>
                  </a:lnTo>
                  <a:lnTo>
                    <a:pt x="280954" y="877784"/>
                  </a:lnTo>
                  <a:lnTo>
                    <a:pt x="271266" y="876952"/>
                  </a:lnTo>
                  <a:lnTo>
                    <a:pt x="261578" y="876530"/>
                  </a:lnTo>
                  <a:lnTo>
                    <a:pt x="251890" y="875983"/>
                  </a:lnTo>
                  <a:lnTo>
                    <a:pt x="242202" y="875525"/>
                  </a:lnTo>
                  <a:lnTo>
                    <a:pt x="232514" y="874980"/>
                  </a:lnTo>
                  <a:lnTo>
                    <a:pt x="222826" y="873122"/>
                  </a:lnTo>
                  <a:lnTo>
                    <a:pt x="213138" y="871831"/>
                  </a:lnTo>
                  <a:lnTo>
                    <a:pt x="203450" y="871200"/>
                  </a:lnTo>
                  <a:lnTo>
                    <a:pt x="193761" y="870559"/>
                  </a:lnTo>
                  <a:lnTo>
                    <a:pt x="184073" y="869966"/>
                  </a:lnTo>
                  <a:lnTo>
                    <a:pt x="174385" y="869328"/>
                  </a:lnTo>
                  <a:lnTo>
                    <a:pt x="164697" y="868757"/>
                  </a:lnTo>
                  <a:lnTo>
                    <a:pt x="155009" y="868638"/>
                  </a:lnTo>
                  <a:lnTo>
                    <a:pt x="145321" y="867464"/>
                  </a:lnTo>
                  <a:lnTo>
                    <a:pt x="135633" y="866819"/>
                  </a:lnTo>
                  <a:lnTo>
                    <a:pt x="125945" y="866163"/>
                  </a:lnTo>
                  <a:lnTo>
                    <a:pt x="116257" y="865174"/>
                  </a:lnTo>
                  <a:lnTo>
                    <a:pt x="106569" y="864850"/>
                  </a:lnTo>
                  <a:lnTo>
                    <a:pt x="96880" y="864032"/>
                  </a:lnTo>
                  <a:lnTo>
                    <a:pt x="87192" y="863629"/>
                  </a:lnTo>
                  <a:lnTo>
                    <a:pt x="77504" y="861915"/>
                  </a:lnTo>
                  <a:lnTo>
                    <a:pt x="67816" y="860010"/>
                  </a:lnTo>
                  <a:lnTo>
                    <a:pt x="58128" y="858093"/>
                  </a:lnTo>
                  <a:lnTo>
                    <a:pt x="48440" y="856742"/>
                  </a:lnTo>
                  <a:lnTo>
                    <a:pt x="38752" y="856127"/>
                  </a:lnTo>
                  <a:lnTo>
                    <a:pt x="29064" y="856151"/>
                  </a:lnTo>
                  <a:lnTo>
                    <a:pt x="19376" y="856730"/>
                  </a:lnTo>
                  <a:lnTo>
                    <a:pt x="9688" y="856998"/>
                  </a:lnTo>
                  <a:lnTo>
                    <a:pt x="0" y="855519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6332185" y="4559976"/>
              <a:ext cx="2509217" cy="694647"/>
            </a:xfrm>
            <a:custGeom>
              <a:avLst/>
              <a:pathLst>
                <a:path w="2509217" h="694647">
                  <a:moveTo>
                    <a:pt x="0" y="0"/>
                  </a:moveTo>
                  <a:lnTo>
                    <a:pt x="9688" y="5368"/>
                  </a:lnTo>
                  <a:lnTo>
                    <a:pt x="19376" y="12504"/>
                  </a:lnTo>
                  <a:lnTo>
                    <a:pt x="29064" y="21258"/>
                  </a:lnTo>
                  <a:lnTo>
                    <a:pt x="38752" y="29474"/>
                  </a:lnTo>
                  <a:lnTo>
                    <a:pt x="48440" y="35844"/>
                  </a:lnTo>
                  <a:lnTo>
                    <a:pt x="58128" y="42189"/>
                  </a:lnTo>
                  <a:lnTo>
                    <a:pt x="67816" y="50209"/>
                  </a:lnTo>
                  <a:lnTo>
                    <a:pt x="77504" y="59798"/>
                  </a:lnTo>
                  <a:lnTo>
                    <a:pt x="87192" y="69328"/>
                  </a:lnTo>
                  <a:lnTo>
                    <a:pt x="96880" y="77502"/>
                  </a:lnTo>
                  <a:lnTo>
                    <a:pt x="106569" y="82718"/>
                  </a:lnTo>
                  <a:lnTo>
                    <a:pt x="116257" y="90824"/>
                  </a:lnTo>
                  <a:lnTo>
                    <a:pt x="125945" y="99365"/>
                  </a:lnTo>
                  <a:lnTo>
                    <a:pt x="135633" y="106308"/>
                  </a:lnTo>
                  <a:lnTo>
                    <a:pt x="145321" y="113217"/>
                  </a:lnTo>
                  <a:lnTo>
                    <a:pt x="155009" y="119609"/>
                  </a:lnTo>
                  <a:lnTo>
                    <a:pt x="164697" y="125933"/>
                  </a:lnTo>
                  <a:lnTo>
                    <a:pt x="174385" y="132294"/>
                  </a:lnTo>
                  <a:lnTo>
                    <a:pt x="184073" y="140576"/>
                  </a:lnTo>
                  <a:lnTo>
                    <a:pt x="193761" y="147254"/>
                  </a:lnTo>
                  <a:lnTo>
                    <a:pt x="203450" y="153960"/>
                  </a:lnTo>
                  <a:lnTo>
                    <a:pt x="213138" y="160653"/>
                  </a:lnTo>
                  <a:lnTo>
                    <a:pt x="222826" y="169340"/>
                  </a:lnTo>
                  <a:lnTo>
                    <a:pt x="232514" y="177575"/>
                  </a:lnTo>
                  <a:lnTo>
                    <a:pt x="242202" y="183664"/>
                  </a:lnTo>
                  <a:lnTo>
                    <a:pt x="251890" y="193608"/>
                  </a:lnTo>
                  <a:lnTo>
                    <a:pt x="261578" y="203290"/>
                  </a:lnTo>
                  <a:lnTo>
                    <a:pt x="271266" y="209747"/>
                  </a:lnTo>
                  <a:lnTo>
                    <a:pt x="280954" y="216173"/>
                  </a:lnTo>
                  <a:lnTo>
                    <a:pt x="290642" y="222565"/>
                  </a:lnTo>
                  <a:lnTo>
                    <a:pt x="300331" y="228928"/>
                  </a:lnTo>
                  <a:lnTo>
                    <a:pt x="310019" y="234132"/>
                  </a:lnTo>
                  <a:lnTo>
                    <a:pt x="319707" y="241226"/>
                  </a:lnTo>
                  <a:lnTo>
                    <a:pt x="329395" y="247121"/>
                  </a:lnTo>
                  <a:lnTo>
                    <a:pt x="339083" y="253001"/>
                  </a:lnTo>
                  <a:lnTo>
                    <a:pt x="348771" y="258289"/>
                  </a:lnTo>
                  <a:lnTo>
                    <a:pt x="358459" y="265372"/>
                  </a:lnTo>
                  <a:lnTo>
                    <a:pt x="368147" y="272478"/>
                  </a:lnTo>
                  <a:lnTo>
                    <a:pt x="377835" y="278565"/>
                  </a:lnTo>
                  <a:lnTo>
                    <a:pt x="387523" y="283322"/>
                  </a:lnTo>
                  <a:lnTo>
                    <a:pt x="397212" y="288621"/>
                  </a:lnTo>
                  <a:lnTo>
                    <a:pt x="406900" y="293043"/>
                  </a:lnTo>
                  <a:lnTo>
                    <a:pt x="416588" y="298198"/>
                  </a:lnTo>
                  <a:lnTo>
                    <a:pt x="426276" y="304398"/>
                  </a:lnTo>
                  <a:lnTo>
                    <a:pt x="435964" y="310805"/>
                  </a:lnTo>
                  <a:lnTo>
                    <a:pt x="445652" y="318035"/>
                  </a:lnTo>
                  <a:lnTo>
                    <a:pt x="455340" y="325951"/>
                  </a:lnTo>
                  <a:lnTo>
                    <a:pt x="465028" y="332414"/>
                  </a:lnTo>
                  <a:lnTo>
                    <a:pt x="474716" y="339485"/>
                  </a:lnTo>
                  <a:lnTo>
                    <a:pt x="484404" y="346506"/>
                  </a:lnTo>
                  <a:lnTo>
                    <a:pt x="494093" y="351102"/>
                  </a:lnTo>
                  <a:lnTo>
                    <a:pt x="503781" y="356234"/>
                  </a:lnTo>
                  <a:lnTo>
                    <a:pt x="513469" y="363394"/>
                  </a:lnTo>
                  <a:lnTo>
                    <a:pt x="523157" y="367678"/>
                  </a:lnTo>
                  <a:lnTo>
                    <a:pt x="532845" y="370393"/>
                  </a:lnTo>
                  <a:lnTo>
                    <a:pt x="542533" y="375400"/>
                  </a:lnTo>
                  <a:lnTo>
                    <a:pt x="552221" y="379247"/>
                  </a:lnTo>
                  <a:lnTo>
                    <a:pt x="561909" y="384248"/>
                  </a:lnTo>
                  <a:lnTo>
                    <a:pt x="571597" y="388383"/>
                  </a:lnTo>
                  <a:lnTo>
                    <a:pt x="581285" y="393142"/>
                  </a:lnTo>
                  <a:lnTo>
                    <a:pt x="590974" y="398131"/>
                  </a:lnTo>
                  <a:lnTo>
                    <a:pt x="600662" y="404432"/>
                  </a:lnTo>
                  <a:lnTo>
                    <a:pt x="610350" y="406888"/>
                  </a:lnTo>
                  <a:lnTo>
                    <a:pt x="620038" y="411191"/>
                  </a:lnTo>
                  <a:lnTo>
                    <a:pt x="629726" y="415639"/>
                  </a:lnTo>
                  <a:lnTo>
                    <a:pt x="639414" y="420808"/>
                  </a:lnTo>
                  <a:lnTo>
                    <a:pt x="649102" y="426034"/>
                  </a:lnTo>
                  <a:lnTo>
                    <a:pt x="658790" y="429035"/>
                  </a:lnTo>
                  <a:lnTo>
                    <a:pt x="668478" y="432742"/>
                  </a:lnTo>
                  <a:lnTo>
                    <a:pt x="678166" y="434775"/>
                  </a:lnTo>
                  <a:lnTo>
                    <a:pt x="687855" y="436830"/>
                  </a:lnTo>
                  <a:lnTo>
                    <a:pt x="697543" y="441140"/>
                  </a:lnTo>
                  <a:lnTo>
                    <a:pt x="707231" y="446075"/>
                  </a:lnTo>
                  <a:lnTo>
                    <a:pt x="716919" y="450980"/>
                  </a:lnTo>
                  <a:lnTo>
                    <a:pt x="726607" y="453602"/>
                  </a:lnTo>
                  <a:lnTo>
                    <a:pt x="736295" y="454215"/>
                  </a:lnTo>
                  <a:lnTo>
                    <a:pt x="745983" y="454845"/>
                  </a:lnTo>
                  <a:lnTo>
                    <a:pt x="755671" y="459133"/>
                  </a:lnTo>
                  <a:lnTo>
                    <a:pt x="765359" y="463127"/>
                  </a:lnTo>
                  <a:lnTo>
                    <a:pt x="775047" y="465718"/>
                  </a:lnTo>
                  <a:lnTo>
                    <a:pt x="784736" y="469703"/>
                  </a:lnTo>
                  <a:lnTo>
                    <a:pt x="794424" y="473857"/>
                  </a:lnTo>
                  <a:lnTo>
                    <a:pt x="804112" y="478008"/>
                  </a:lnTo>
                  <a:lnTo>
                    <a:pt x="813800" y="480569"/>
                  </a:lnTo>
                  <a:lnTo>
                    <a:pt x="823488" y="485588"/>
                  </a:lnTo>
                  <a:lnTo>
                    <a:pt x="833176" y="486989"/>
                  </a:lnTo>
                  <a:lnTo>
                    <a:pt x="842864" y="490027"/>
                  </a:lnTo>
                  <a:lnTo>
                    <a:pt x="852552" y="492458"/>
                  </a:lnTo>
                  <a:lnTo>
                    <a:pt x="862240" y="496949"/>
                  </a:lnTo>
                  <a:lnTo>
                    <a:pt x="871928" y="498194"/>
                  </a:lnTo>
                  <a:lnTo>
                    <a:pt x="881617" y="500119"/>
                  </a:lnTo>
                  <a:lnTo>
                    <a:pt x="891305" y="503362"/>
                  </a:lnTo>
                  <a:lnTo>
                    <a:pt x="900993" y="505474"/>
                  </a:lnTo>
                  <a:lnTo>
                    <a:pt x="910681" y="508241"/>
                  </a:lnTo>
                  <a:lnTo>
                    <a:pt x="920369" y="512507"/>
                  </a:lnTo>
                  <a:lnTo>
                    <a:pt x="930057" y="516455"/>
                  </a:lnTo>
                  <a:lnTo>
                    <a:pt x="939745" y="519611"/>
                  </a:lnTo>
                  <a:lnTo>
                    <a:pt x="949433" y="522845"/>
                  </a:lnTo>
                  <a:lnTo>
                    <a:pt x="959121" y="526064"/>
                  </a:lnTo>
                  <a:lnTo>
                    <a:pt x="968809" y="529268"/>
                  </a:lnTo>
                  <a:lnTo>
                    <a:pt x="978498" y="533018"/>
                  </a:lnTo>
                  <a:lnTo>
                    <a:pt x="988186" y="537139"/>
                  </a:lnTo>
                  <a:lnTo>
                    <a:pt x="997874" y="541235"/>
                  </a:lnTo>
                  <a:lnTo>
                    <a:pt x="1007562" y="543104"/>
                  </a:lnTo>
                  <a:lnTo>
                    <a:pt x="1017250" y="544945"/>
                  </a:lnTo>
                  <a:lnTo>
                    <a:pt x="1026938" y="548016"/>
                  </a:lnTo>
                  <a:lnTo>
                    <a:pt x="1036626" y="550317"/>
                  </a:lnTo>
                  <a:lnTo>
                    <a:pt x="1046314" y="552913"/>
                  </a:lnTo>
                  <a:lnTo>
                    <a:pt x="1056002" y="554012"/>
                  </a:lnTo>
                  <a:lnTo>
                    <a:pt x="1065690" y="555110"/>
                  </a:lnTo>
                  <a:lnTo>
                    <a:pt x="1075379" y="556624"/>
                  </a:lnTo>
                  <a:lnTo>
                    <a:pt x="1085067" y="559827"/>
                  </a:lnTo>
                  <a:lnTo>
                    <a:pt x="1094755" y="563082"/>
                  </a:lnTo>
                  <a:lnTo>
                    <a:pt x="1104443" y="566652"/>
                  </a:lnTo>
                  <a:lnTo>
                    <a:pt x="1114131" y="569448"/>
                  </a:lnTo>
                  <a:lnTo>
                    <a:pt x="1123819" y="572600"/>
                  </a:lnTo>
                  <a:lnTo>
                    <a:pt x="1133507" y="575760"/>
                  </a:lnTo>
                  <a:lnTo>
                    <a:pt x="1143195" y="578904"/>
                  </a:lnTo>
                  <a:lnTo>
                    <a:pt x="1152883" y="581570"/>
                  </a:lnTo>
                  <a:lnTo>
                    <a:pt x="1162571" y="583640"/>
                  </a:lnTo>
                  <a:lnTo>
                    <a:pt x="1172260" y="586396"/>
                  </a:lnTo>
                  <a:lnTo>
                    <a:pt x="1181948" y="589338"/>
                  </a:lnTo>
                  <a:lnTo>
                    <a:pt x="1191636" y="591188"/>
                  </a:lnTo>
                  <a:lnTo>
                    <a:pt x="1201324" y="591918"/>
                  </a:lnTo>
                  <a:lnTo>
                    <a:pt x="1211012" y="592440"/>
                  </a:lnTo>
                  <a:lnTo>
                    <a:pt x="1220700" y="592949"/>
                  </a:lnTo>
                  <a:lnTo>
                    <a:pt x="1230388" y="593457"/>
                  </a:lnTo>
                  <a:lnTo>
                    <a:pt x="1240076" y="595564"/>
                  </a:lnTo>
                  <a:lnTo>
                    <a:pt x="1249764" y="599907"/>
                  </a:lnTo>
                  <a:lnTo>
                    <a:pt x="1259452" y="601354"/>
                  </a:lnTo>
                  <a:lnTo>
                    <a:pt x="1269141" y="601948"/>
                  </a:lnTo>
                  <a:lnTo>
                    <a:pt x="1278829" y="602541"/>
                  </a:lnTo>
                  <a:lnTo>
                    <a:pt x="1288517" y="603133"/>
                  </a:lnTo>
                  <a:lnTo>
                    <a:pt x="1298205" y="603725"/>
                  </a:lnTo>
                  <a:lnTo>
                    <a:pt x="1307893" y="604335"/>
                  </a:lnTo>
                  <a:lnTo>
                    <a:pt x="1317581" y="604949"/>
                  </a:lnTo>
                  <a:lnTo>
                    <a:pt x="1327269" y="605563"/>
                  </a:lnTo>
                  <a:lnTo>
                    <a:pt x="1336957" y="606230"/>
                  </a:lnTo>
                  <a:lnTo>
                    <a:pt x="1346645" y="609343"/>
                  </a:lnTo>
                  <a:lnTo>
                    <a:pt x="1356333" y="613577"/>
                  </a:lnTo>
                  <a:lnTo>
                    <a:pt x="1366022" y="613434"/>
                  </a:lnTo>
                  <a:lnTo>
                    <a:pt x="1375710" y="613211"/>
                  </a:lnTo>
                  <a:lnTo>
                    <a:pt x="1385398" y="612447"/>
                  </a:lnTo>
                  <a:lnTo>
                    <a:pt x="1395086" y="612093"/>
                  </a:lnTo>
                  <a:lnTo>
                    <a:pt x="1404774" y="614960"/>
                  </a:lnTo>
                  <a:lnTo>
                    <a:pt x="1414462" y="616045"/>
                  </a:lnTo>
                  <a:lnTo>
                    <a:pt x="1424150" y="617095"/>
                  </a:lnTo>
                  <a:lnTo>
                    <a:pt x="1433838" y="619301"/>
                  </a:lnTo>
                  <a:lnTo>
                    <a:pt x="1443526" y="620769"/>
                  </a:lnTo>
                  <a:lnTo>
                    <a:pt x="1453214" y="621506"/>
                  </a:lnTo>
                  <a:lnTo>
                    <a:pt x="1462903" y="622242"/>
                  </a:lnTo>
                  <a:lnTo>
                    <a:pt x="1472591" y="623061"/>
                  </a:lnTo>
                  <a:lnTo>
                    <a:pt x="1482279" y="624459"/>
                  </a:lnTo>
                  <a:lnTo>
                    <a:pt x="1491967" y="625853"/>
                  </a:lnTo>
                  <a:lnTo>
                    <a:pt x="1501655" y="627244"/>
                  </a:lnTo>
                  <a:lnTo>
                    <a:pt x="1511343" y="628378"/>
                  </a:lnTo>
                  <a:lnTo>
                    <a:pt x="1521031" y="629889"/>
                  </a:lnTo>
                  <a:lnTo>
                    <a:pt x="1530719" y="630299"/>
                  </a:lnTo>
                  <a:lnTo>
                    <a:pt x="1540407" y="630738"/>
                  </a:lnTo>
                  <a:lnTo>
                    <a:pt x="1550095" y="632490"/>
                  </a:lnTo>
                  <a:lnTo>
                    <a:pt x="1559784" y="634248"/>
                  </a:lnTo>
                  <a:lnTo>
                    <a:pt x="1569472" y="635733"/>
                  </a:lnTo>
                  <a:lnTo>
                    <a:pt x="1579160" y="635757"/>
                  </a:lnTo>
                  <a:lnTo>
                    <a:pt x="1588848" y="638307"/>
                  </a:lnTo>
                  <a:lnTo>
                    <a:pt x="1598536" y="640801"/>
                  </a:lnTo>
                  <a:lnTo>
                    <a:pt x="1608224" y="642529"/>
                  </a:lnTo>
                  <a:lnTo>
                    <a:pt x="1617912" y="643895"/>
                  </a:lnTo>
                  <a:lnTo>
                    <a:pt x="1627600" y="645267"/>
                  </a:lnTo>
                  <a:lnTo>
                    <a:pt x="1637288" y="646638"/>
                  </a:lnTo>
                  <a:lnTo>
                    <a:pt x="1646976" y="648012"/>
                  </a:lnTo>
                  <a:lnTo>
                    <a:pt x="1656665" y="648997"/>
                  </a:lnTo>
                  <a:lnTo>
                    <a:pt x="1666353" y="650718"/>
                  </a:lnTo>
                  <a:lnTo>
                    <a:pt x="1676041" y="651991"/>
                  </a:lnTo>
                  <a:lnTo>
                    <a:pt x="1685729" y="653308"/>
                  </a:lnTo>
                  <a:lnTo>
                    <a:pt x="1695417" y="654630"/>
                  </a:lnTo>
                  <a:lnTo>
                    <a:pt x="1705105" y="655958"/>
                  </a:lnTo>
                  <a:lnTo>
                    <a:pt x="1714793" y="657283"/>
                  </a:lnTo>
                  <a:lnTo>
                    <a:pt x="1724481" y="658604"/>
                  </a:lnTo>
                  <a:lnTo>
                    <a:pt x="1734169" y="659922"/>
                  </a:lnTo>
                  <a:lnTo>
                    <a:pt x="1743857" y="661237"/>
                  </a:lnTo>
                  <a:lnTo>
                    <a:pt x="1753546" y="662551"/>
                  </a:lnTo>
                  <a:lnTo>
                    <a:pt x="1763234" y="663893"/>
                  </a:lnTo>
                  <a:lnTo>
                    <a:pt x="1772922" y="665231"/>
                  </a:lnTo>
                  <a:lnTo>
                    <a:pt x="1782610" y="666565"/>
                  </a:lnTo>
                  <a:lnTo>
                    <a:pt x="1792298" y="667896"/>
                  </a:lnTo>
                  <a:lnTo>
                    <a:pt x="1801986" y="669224"/>
                  </a:lnTo>
                  <a:lnTo>
                    <a:pt x="1811674" y="669581"/>
                  </a:lnTo>
                  <a:lnTo>
                    <a:pt x="1821362" y="671394"/>
                  </a:lnTo>
                  <a:lnTo>
                    <a:pt x="1831050" y="671850"/>
                  </a:lnTo>
                  <a:lnTo>
                    <a:pt x="1840738" y="672369"/>
                  </a:lnTo>
                  <a:lnTo>
                    <a:pt x="1850427" y="672837"/>
                  </a:lnTo>
                  <a:lnTo>
                    <a:pt x="1860115" y="673071"/>
                  </a:lnTo>
                  <a:lnTo>
                    <a:pt x="1869803" y="673304"/>
                  </a:lnTo>
                  <a:lnTo>
                    <a:pt x="1879491" y="673329"/>
                  </a:lnTo>
                  <a:lnTo>
                    <a:pt x="1889179" y="672837"/>
                  </a:lnTo>
                  <a:lnTo>
                    <a:pt x="1898867" y="673468"/>
                  </a:lnTo>
                  <a:lnTo>
                    <a:pt x="1908555" y="674265"/>
                  </a:lnTo>
                  <a:lnTo>
                    <a:pt x="1918243" y="674502"/>
                  </a:lnTo>
                  <a:lnTo>
                    <a:pt x="1927931" y="674778"/>
                  </a:lnTo>
                  <a:lnTo>
                    <a:pt x="1937619" y="675054"/>
                  </a:lnTo>
                  <a:lnTo>
                    <a:pt x="1947308" y="675296"/>
                  </a:lnTo>
                  <a:lnTo>
                    <a:pt x="1956996" y="675535"/>
                  </a:lnTo>
                  <a:lnTo>
                    <a:pt x="1966684" y="676231"/>
                  </a:lnTo>
                  <a:lnTo>
                    <a:pt x="1976372" y="677132"/>
                  </a:lnTo>
                  <a:lnTo>
                    <a:pt x="1986060" y="678031"/>
                  </a:lnTo>
                  <a:lnTo>
                    <a:pt x="1995748" y="678929"/>
                  </a:lnTo>
                  <a:lnTo>
                    <a:pt x="2005436" y="679277"/>
                  </a:lnTo>
                  <a:lnTo>
                    <a:pt x="2015124" y="678894"/>
                  </a:lnTo>
                  <a:lnTo>
                    <a:pt x="2024812" y="678511"/>
                  </a:lnTo>
                  <a:lnTo>
                    <a:pt x="2034500" y="678128"/>
                  </a:lnTo>
                  <a:lnTo>
                    <a:pt x="2044188" y="677744"/>
                  </a:lnTo>
                  <a:lnTo>
                    <a:pt x="2053877" y="677969"/>
                  </a:lnTo>
                  <a:lnTo>
                    <a:pt x="2063565" y="678396"/>
                  </a:lnTo>
                  <a:lnTo>
                    <a:pt x="2073253" y="679781"/>
                  </a:lnTo>
                  <a:lnTo>
                    <a:pt x="2082941" y="681177"/>
                  </a:lnTo>
                  <a:lnTo>
                    <a:pt x="2092629" y="681783"/>
                  </a:lnTo>
                  <a:lnTo>
                    <a:pt x="2102317" y="682694"/>
                  </a:lnTo>
                  <a:lnTo>
                    <a:pt x="2112005" y="681984"/>
                  </a:lnTo>
                  <a:lnTo>
                    <a:pt x="2121693" y="681855"/>
                  </a:lnTo>
                  <a:lnTo>
                    <a:pt x="2131381" y="681605"/>
                  </a:lnTo>
                  <a:lnTo>
                    <a:pt x="2141069" y="681216"/>
                  </a:lnTo>
                  <a:lnTo>
                    <a:pt x="2150758" y="680843"/>
                  </a:lnTo>
                  <a:lnTo>
                    <a:pt x="2160446" y="680599"/>
                  </a:lnTo>
                  <a:lnTo>
                    <a:pt x="2170134" y="680823"/>
                  </a:lnTo>
                  <a:lnTo>
                    <a:pt x="2179822" y="681047"/>
                  </a:lnTo>
                  <a:lnTo>
                    <a:pt x="2189510" y="681311"/>
                  </a:lnTo>
                  <a:lnTo>
                    <a:pt x="2199198" y="681521"/>
                  </a:lnTo>
                  <a:lnTo>
                    <a:pt x="2208886" y="681730"/>
                  </a:lnTo>
                  <a:lnTo>
                    <a:pt x="2218574" y="681965"/>
                  </a:lnTo>
                  <a:lnTo>
                    <a:pt x="2228262" y="682233"/>
                  </a:lnTo>
                  <a:lnTo>
                    <a:pt x="2237950" y="682501"/>
                  </a:lnTo>
                  <a:lnTo>
                    <a:pt x="2247639" y="683245"/>
                  </a:lnTo>
                  <a:lnTo>
                    <a:pt x="2257327" y="683970"/>
                  </a:lnTo>
                  <a:lnTo>
                    <a:pt x="2267015" y="684124"/>
                  </a:lnTo>
                  <a:lnTo>
                    <a:pt x="2276703" y="684278"/>
                  </a:lnTo>
                  <a:lnTo>
                    <a:pt x="2286391" y="684431"/>
                  </a:lnTo>
                  <a:lnTo>
                    <a:pt x="2296079" y="684585"/>
                  </a:lnTo>
                  <a:lnTo>
                    <a:pt x="2305767" y="684745"/>
                  </a:lnTo>
                  <a:lnTo>
                    <a:pt x="2315455" y="685115"/>
                  </a:lnTo>
                  <a:lnTo>
                    <a:pt x="2325143" y="685852"/>
                  </a:lnTo>
                  <a:lnTo>
                    <a:pt x="2334831" y="686821"/>
                  </a:lnTo>
                  <a:lnTo>
                    <a:pt x="2344520" y="686716"/>
                  </a:lnTo>
                  <a:lnTo>
                    <a:pt x="2354208" y="687599"/>
                  </a:lnTo>
                  <a:lnTo>
                    <a:pt x="2363896" y="688290"/>
                  </a:lnTo>
                  <a:lnTo>
                    <a:pt x="2373584" y="688938"/>
                  </a:lnTo>
                  <a:lnTo>
                    <a:pt x="2383272" y="688290"/>
                  </a:lnTo>
                  <a:lnTo>
                    <a:pt x="2392960" y="688608"/>
                  </a:lnTo>
                  <a:lnTo>
                    <a:pt x="2402648" y="689465"/>
                  </a:lnTo>
                  <a:lnTo>
                    <a:pt x="2412336" y="690322"/>
                  </a:lnTo>
                  <a:lnTo>
                    <a:pt x="2422024" y="690559"/>
                  </a:lnTo>
                  <a:lnTo>
                    <a:pt x="2431712" y="690482"/>
                  </a:lnTo>
                  <a:lnTo>
                    <a:pt x="2441401" y="690405"/>
                  </a:lnTo>
                  <a:lnTo>
                    <a:pt x="2451089" y="690982"/>
                  </a:lnTo>
                  <a:lnTo>
                    <a:pt x="2460777" y="691595"/>
                  </a:lnTo>
                  <a:lnTo>
                    <a:pt x="2470465" y="692207"/>
                  </a:lnTo>
                  <a:lnTo>
                    <a:pt x="2480153" y="692818"/>
                  </a:lnTo>
                  <a:lnTo>
                    <a:pt x="2489841" y="693429"/>
                  </a:lnTo>
                  <a:lnTo>
                    <a:pt x="2499529" y="694038"/>
                  </a:lnTo>
                  <a:lnTo>
                    <a:pt x="2509217" y="6946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6332185" y="5415495"/>
              <a:ext cx="2509217" cy="245818"/>
            </a:xfrm>
            <a:custGeom>
              <a:avLst/>
              <a:pathLst>
                <a:path w="2509217" h="245818">
                  <a:moveTo>
                    <a:pt x="2509217" y="245818"/>
                  </a:moveTo>
                  <a:lnTo>
                    <a:pt x="2499529" y="245367"/>
                  </a:lnTo>
                  <a:lnTo>
                    <a:pt x="2489841" y="245006"/>
                  </a:lnTo>
                  <a:lnTo>
                    <a:pt x="2480153" y="244640"/>
                  </a:lnTo>
                  <a:lnTo>
                    <a:pt x="2470465" y="244271"/>
                  </a:lnTo>
                  <a:lnTo>
                    <a:pt x="2460777" y="243860"/>
                  </a:lnTo>
                  <a:lnTo>
                    <a:pt x="2451089" y="243396"/>
                  </a:lnTo>
                  <a:lnTo>
                    <a:pt x="2441401" y="242925"/>
                  </a:lnTo>
                  <a:lnTo>
                    <a:pt x="2431712" y="242448"/>
                  </a:lnTo>
                  <a:lnTo>
                    <a:pt x="2422024" y="242011"/>
                  </a:lnTo>
                  <a:lnTo>
                    <a:pt x="2412336" y="241570"/>
                  </a:lnTo>
                  <a:lnTo>
                    <a:pt x="2402648" y="241124"/>
                  </a:lnTo>
                  <a:lnTo>
                    <a:pt x="2392960" y="240672"/>
                  </a:lnTo>
                  <a:lnTo>
                    <a:pt x="2383272" y="240215"/>
                  </a:lnTo>
                  <a:lnTo>
                    <a:pt x="2373584" y="239752"/>
                  </a:lnTo>
                  <a:lnTo>
                    <a:pt x="2363896" y="239283"/>
                  </a:lnTo>
                  <a:lnTo>
                    <a:pt x="2354208" y="238809"/>
                  </a:lnTo>
                  <a:lnTo>
                    <a:pt x="2344520" y="238329"/>
                  </a:lnTo>
                  <a:lnTo>
                    <a:pt x="2334831" y="237843"/>
                  </a:lnTo>
                  <a:lnTo>
                    <a:pt x="2325143" y="237351"/>
                  </a:lnTo>
                  <a:lnTo>
                    <a:pt x="2315455" y="236853"/>
                  </a:lnTo>
                  <a:lnTo>
                    <a:pt x="2305767" y="236455"/>
                  </a:lnTo>
                  <a:lnTo>
                    <a:pt x="2296079" y="236079"/>
                  </a:lnTo>
                  <a:lnTo>
                    <a:pt x="2286391" y="235700"/>
                  </a:lnTo>
                  <a:lnTo>
                    <a:pt x="2276703" y="235317"/>
                  </a:lnTo>
                  <a:lnTo>
                    <a:pt x="2267015" y="234930"/>
                  </a:lnTo>
                  <a:lnTo>
                    <a:pt x="2257327" y="234431"/>
                  </a:lnTo>
                  <a:lnTo>
                    <a:pt x="2247639" y="233826"/>
                  </a:lnTo>
                  <a:lnTo>
                    <a:pt x="2237950" y="233213"/>
                  </a:lnTo>
                  <a:lnTo>
                    <a:pt x="2228262" y="232585"/>
                  </a:lnTo>
                  <a:lnTo>
                    <a:pt x="2218574" y="231987"/>
                  </a:lnTo>
                  <a:lnTo>
                    <a:pt x="2208886" y="231586"/>
                  </a:lnTo>
                  <a:lnTo>
                    <a:pt x="2199198" y="231181"/>
                  </a:lnTo>
                  <a:lnTo>
                    <a:pt x="2189510" y="230593"/>
                  </a:lnTo>
                  <a:lnTo>
                    <a:pt x="2179822" y="229937"/>
                  </a:lnTo>
                  <a:lnTo>
                    <a:pt x="2170134" y="229273"/>
                  </a:lnTo>
                  <a:lnTo>
                    <a:pt x="2160446" y="228598"/>
                  </a:lnTo>
                  <a:lnTo>
                    <a:pt x="2150758" y="227909"/>
                  </a:lnTo>
                  <a:lnTo>
                    <a:pt x="2141069" y="227213"/>
                  </a:lnTo>
                  <a:lnTo>
                    <a:pt x="2131381" y="226670"/>
                  </a:lnTo>
                  <a:lnTo>
                    <a:pt x="2121693" y="226122"/>
                  </a:lnTo>
                  <a:lnTo>
                    <a:pt x="2112005" y="225568"/>
                  </a:lnTo>
                  <a:lnTo>
                    <a:pt x="2102317" y="225008"/>
                  </a:lnTo>
                  <a:lnTo>
                    <a:pt x="2092629" y="224415"/>
                  </a:lnTo>
                  <a:lnTo>
                    <a:pt x="2082941" y="223625"/>
                  </a:lnTo>
                  <a:lnTo>
                    <a:pt x="2073253" y="223094"/>
                  </a:lnTo>
                  <a:lnTo>
                    <a:pt x="2063565" y="222713"/>
                  </a:lnTo>
                  <a:lnTo>
                    <a:pt x="2053877" y="222019"/>
                  </a:lnTo>
                  <a:lnTo>
                    <a:pt x="2044188" y="221552"/>
                  </a:lnTo>
                  <a:lnTo>
                    <a:pt x="2034500" y="220962"/>
                  </a:lnTo>
                  <a:lnTo>
                    <a:pt x="2024812" y="220366"/>
                  </a:lnTo>
                  <a:lnTo>
                    <a:pt x="2015124" y="219763"/>
                  </a:lnTo>
                  <a:lnTo>
                    <a:pt x="2005436" y="219146"/>
                  </a:lnTo>
                  <a:lnTo>
                    <a:pt x="1995748" y="218520"/>
                  </a:lnTo>
                  <a:lnTo>
                    <a:pt x="1986060" y="217888"/>
                  </a:lnTo>
                  <a:lnTo>
                    <a:pt x="1976372" y="217248"/>
                  </a:lnTo>
                  <a:lnTo>
                    <a:pt x="1966684" y="216602"/>
                  </a:lnTo>
                  <a:lnTo>
                    <a:pt x="1956996" y="215849"/>
                  </a:lnTo>
                  <a:lnTo>
                    <a:pt x="1947308" y="215018"/>
                  </a:lnTo>
                  <a:lnTo>
                    <a:pt x="1937619" y="214214"/>
                  </a:lnTo>
                  <a:lnTo>
                    <a:pt x="1927931" y="213598"/>
                  </a:lnTo>
                  <a:lnTo>
                    <a:pt x="1918243" y="212976"/>
                  </a:lnTo>
                  <a:lnTo>
                    <a:pt x="1908555" y="212348"/>
                  </a:lnTo>
                  <a:lnTo>
                    <a:pt x="1898867" y="211715"/>
                  </a:lnTo>
                  <a:lnTo>
                    <a:pt x="1889179" y="211075"/>
                  </a:lnTo>
                  <a:lnTo>
                    <a:pt x="1879491" y="210429"/>
                  </a:lnTo>
                  <a:lnTo>
                    <a:pt x="1869803" y="209783"/>
                  </a:lnTo>
                  <a:lnTo>
                    <a:pt x="1860115" y="209122"/>
                  </a:lnTo>
                  <a:lnTo>
                    <a:pt x="1850427" y="208461"/>
                  </a:lnTo>
                  <a:lnTo>
                    <a:pt x="1840738" y="207793"/>
                  </a:lnTo>
                  <a:lnTo>
                    <a:pt x="1831050" y="207114"/>
                  </a:lnTo>
                  <a:lnTo>
                    <a:pt x="1821362" y="206385"/>
                  </a:lnTo>
                  <a:lnTo>
                    <a:pt x="1811674" y="205569"/>
                  </a:lnTo>
                  <a:lnTo>
                    <a:pt x="1801986" y="204904"/>
                  </a:lnTo>
                  <a:lnTo>
                    <a:pt x="1792298" y="204307"/>
                  </a:lnTo>
                  <a:lnTo>
                    <a:pt x="1782610" y="203608"/>
                  </a:lnTo>
                  <a:lnTo>
                    <a:pt x="1772922" y="202712"/>
                  </a:lnTo>
                  <a:lnTo>
                    <a:pt x="1763234" y="201806"/>
                  </a:lnTo>
                  <a:lnTo>
                    <a:pt x="1753546" y="201123"/>
                  </a:lnTo>
                  <a:lnTo>
                    <a:pt x="1743857" y="200501"/>
                  </a:lnTo>
                  <a:lnTo>
                    <a:pt x="1734169" y="199920"/>
                  </a:lnTo>
                  <a:lnTo>
                    <a:pt x="1724481" y="199317"/>
                  </a:lnTo>
                  <a:lnTo>
                    <a:pt x="1714793" y="198497"/>
                  </a:lnTo>
                  <a:lnTo>
                    <a:pt x="1705105" y="197766"/>
                  </a:lnTo>
                  <a:lnTo>
                    <a:pt x="1695417" y="196912"/>
                  </a:lnTo>
                  <a:lnTo>
                    <a:pt x="1685729" y="195779"/>
                  </a:lnTo>
                  <a:lnTo>
                    <a:pt x="1676041" y="195061"/>
                  </a:lnTo>
                  <a:lnTo>
                    <a:pt x="1666353" y="194337"/>
                  </a:lnTo>
                  <a:lnTo>
                    <a:pt x="1656665" y="193605"/>
                  </a:lnTo>
                  <a:lnTo>
                    <a:pt x="1646976" y="192810"/>
                  </a:lnTo>
                  <a:lnTo>
                    <a:pt x="1637288" y="191937"/>
                  </a:lnTo>
                  <a:lnTo>
                    <a:pt x="1627600" y="191301"/>
                  </a:lnTo>
                  <a:lnTo>
                    <a:pt x="1617912" y="190526"/>
                  </a:lnTo>
                  <a:lnTo>
                    <a:pt x="1608224" y="189688"/>
                  </a:lnTo>
                  <a:lnTo>
                    <a:pt x="1598536" y="188841"/>
                  </a:lnTo>
                  <a:lnTo>
                    <a:pt x="1588848" y="187986"/>
                  </a:lnTo>
                  <a:lnTo>
                    <a:pt x="1579160" y="187124"/>
                  </a:lnTo>
                  <a:lnTo>
                    <a:pt x="1569472" y="186253"/>
                  </a:lnTo>
                  <a:lnTo>
                    <a:pt x="1559784" y="185373"/>
                  </a:lnTo>
                  <a:lnTo>
                    <a:pt x="1550095" y="184521"/>
                  </a:lnTo>
                  <a:lnTo>
                    <a:pt x="1540407" y="183590"/>
                  </a:lnTo>
                  <a:lnTo>
                    <a:pt x="1530719" y="182598"/>
                  </a:lnTo>
                  <a:lnTo>
                    <a:pt x="1521031" y="181197"/>
                  </a:lnTo>
                  <a:lnTo>
                    <a:pt x="1511343" y="180163"/>
                  </a:lnTo>
                  <a:lnTo>
                    <a:pt x="1501655" y="179216"/>
                  </a:lnTo>
                  <a:lnTo>
                    <a:pt x="1491967" y="178373"/>
                  </a:lnTo>
                  <a:lnTo>
                    <a:pt x="1482279" y="177359"/>
                  </a:lnTo>
                  <a:lnTo>
                    <a:pt x="1472591" y="176607"/>
                  </a:lnTo>
                  <a:lnTo>
                    <a:pt x="1462903" y="175796"/>
                  </a:lnTo>
                  <a:lnTo>
                    <a:pt x="1453214" y="174924"/>
                  </a:lnTo>
                  <a:lnTo>
                    <a:pt x="1443526" y="173961"/>
                  </a:lnTo>
                  <a:lnTo>
                    <a:pt x="1433838" y="172947"/>
                  </a:lnTo>
                  <a:lnTo>
                    <a:pt x="1424150" y="171922"/>
                  </a:lnTo>
                  <a:lnTo>
                    <a:pt x="1414462" y="170822"/>
                  </a:lnTo>
                  <a:lnTo>
                    <a:pt x="1404774" y="169456"/>
                  </a:lnTo>
                  <a:lnTo>
                    <a:pt x="1395086" y="168238"/>
                  </a:lnTo>
                  <a:lnTo>
                    <a:pt x="1385398" y="167185"/>
                  </a:lnTo>
                  <a:lnTo>
                    <a:pt x="1375710" y="166112"/>
                  </a:lnTo>
                  <a:lnTo>
                    <a:pt x="1366022" y="164819"/>
                  </a:lnTo>
                  <a:lnTo>
                    <a:pt x="1356333" y="163512"/>
                  </a:lnTo>
                  <a:lnTo>
                    <a:pt x="1346645" y="162484"/>
                  </a:lnTo>
                  <a:lnTo>
                    <a:pt x="1336957" y="161379"/>
                  </a:lnTo>
                  <a:lnTo>
                    <a:pt x="1327269" y="160463"/>
                  </a:lnTo>
                  <a:lnTo>
                    <a:pt x="1317581" y="159573"/>
                  </a:lnTo>
                  <a:lnTo>
                    <a:pt x="1307893" y="158446"/>
                  </a:lnTo>
                  <a:lnTo>
                    <a:pt x="1298205" y="157308"/>
                  </a:lnTo>
                  <a:lnTo>
                    <a:pt x="1288517" y="155641"/>
                  </a:lnTo>
                  <a:lnTo>
                    <a:pt x="1278829" y="154677"/>
                  </a:lnTo>
                  <a:lnTo>
                    <a:pt x="1269141" y="153830"/>
                  </a:lnTo>
                  <a:lnTo>
                    <a:pt x="1259452" y="152654"/>
                  </a:lnTo>
                  <a:lnTo>
                    <a:pt x="1249764" y="151462"/>
                  </a:lnTo>
                  <a:lnTo>
                    <a:pt x="1240076" y="150259"/>
                  </a:lnTo>
                  <a:lnTo>
                    <a:pt x="1230388" y="149044"/>
                  </a:lnTo>
                  <a:lnTo>
                    <a:pt x="1220700" y="147441"/>
                  </a:lnTo>
                  <a:lnTo>
                    <a:pt x="1211012" y="146138"/>
                  </a:lnTo>
                  <a:lnTo>
                    <a:pt x="1201324" y="144425"/>
                  </a:lnTo>
                  <a:lnTo>
                    <a:pt x="1191636" y="143216"/>
                  </a:lnTo>
                  <a:lnTo>
                    <a:pt x="1181948" y="142557"/>
                  </a:lnTo>
                  <a:lnTo>
                    <a:pt x="1172260" y="141175"/>
                  </a:lnTo>
                  <a:lnTo>
                    <a:pt x="1162571" y="140201"/>
                  </a:lnTo>
                  <a:lnTo>
                    <a:pt x="1152883" y="139134"/>
                  </a:lnTo>
                  <a:lnTo>
                    <a:pt x="1143195" y="138268"/>
                  </a:lnTo>
                  <a:lnTo>
                    <a:pt x="1133507" y="136527"/>
                  </a:lnTo>
                  <a:lnTo>
                    <a:pt x="1123819" y="134938"/>
                  </a:lnTo>
                  <a:lnTo>
                    <a:pt x="1114131" y="133730"/>
                  </a:lnTo>
                  <a:lnTo>
                    <a:pt x="1104443" y="132538"/>
                  </a:lnTo>
                  <a:lnTo>
                    <a:pt x="1094755" y="131717"/>
                  </a:lnTo>
                  <a:lnTo>
                    <a:pt x="1085067" y="130473"/>
                  </a:lnTo>
                  <a:lnTo>
                    <a:pt x="1075379" y="128576"/>
                  </a:lnTo>
                  <a:lnTo>
                    <a:pt x="1065690" y="126655"/>
                  </a:lnTo>
                  <a:lnTo>
                    <a:pt x="1056002" y="125436"/>
                  </a:lnTo>
                  <a:lnTo>
                    <a:pt x="1046314" y="124390"/>
                  </a:lnTo>
                  <a:lnTo>
                    <a:pt x="1036626" y="123338"/>
                  </a:lnTo>
                  <a:lnTo>
                    <a:pt x="1026938" y="122227"/>
                  </a:lnTo>
                  <a:lnTo>
                    <a:pt x="1017250" y="121231"/>
                  </a:lnTo>
                  <a:lnTo>
                    <a:pt x="1007562" y="120165"/>
                  </a:lnTo>
                  <a:lnTo>
                    <a:pt x="997874" y="119100"/>
                  </a:lnTo>
                  <a:lnTo>
                    <a:pt x="988186" y="118039"/>
                  </a:lnTo>
                  <a:lnTo>
                    <a:pt x="978498" y="116947"/>
                  </a:lnTo>
                  <a:lnTo>
                    <a:pt x="968809" y="115556"/>
                  </a:lnTo>
                  <a:lnTo>
                    <a:pt x="959121" y="114414"/>
                  </a:lnTo>
                  <a:lnTo>
                    <a:pt x="949433" y="112936"/>
                  </a:lnTo>
                  <a:lnTo>
                    <a:pt x="939745" y="110869"/>
                  </a:lnTo>
                  <a:lnTo>
                    <a:pt x="930057" y="108528"/>
                  </a:lnTo>
                  <a:lnTo>
                    <a:pt x="920369" y="107193"/>
                  </a:lnTo>
                  <a:lnTo>
                    <a:pt x="910681" y="105848"/>
                  </a:lnTo>
                  <a:lnTo>
                    <a:pt x="900993" y="104783"/>
                  </a:lnTo>
                  <a:lnTo>
                    <a:pt x="891305" y="103127"/>
                  </a:lnTo>
                  <a:lnTo>
                    <a:pt x="881617" y="101732"/>
                  </a:lnTo>
                  <a:lnTo>
                    <a:pt x="871928" y="100153"/>
                  </a:lnTo>
                  <a:lnTo>
                    <a:pt x="862240" y="98758"/>
                  </a:lnTo>
                  <a:lnTo>
                    <a:pt x="852552" y="97388"/>
                  </a:lnTo>
                  <a:lnTo>
                    <a:pt x="842864" y="96140"/>
                  </a:lnTo>
                  <a:lnTo>
                    <a:pt x="833176" y="94890"/>
                  </a:lnTo>
                  <a:lnTo>
                    <a:pt x="823488" y="93513"/>
                  </a:lnTo>
                  <a:lnTo>
                    <a:pt x="813800" y="93209"/>
                  </a:lnTo>
                  <a:lnTo>
                    <a:pt x="804112" y="92270"/>
                  </a:lnTo>
                  <a:lnTo>
                    <a:pt x="794424" y="90064"/>
                  </a:lnTo>
                  <a:lnTo>
                    <a:pt x="784736" y="88153"/>
                  </a:lnTo>
                  <a:lnTo>
                    <a:pt x="775047" y="87741"/>
                  </a:lnTo>
                  <a:lnTo>
                    <a:pt x="765359" y="85937"/>
                  </a:lnTo>
                  <a:lnTo>
                    <a:pt x="755671" y="84456"/>
                  </a:lnTo>
                  <a:lnTo>
                    <a:pt x="745983" y="83327"/>
                  </a:lnTo>
                  <a:lnTo>
                    <a:pt x="736295" y="82302"/>
                  </a:lnTo>
                  <a:lnTo>
                    <a:pt x="726607" y="81273"/>
                  </a:lnTo>
                  <a:lnTo>
                    <a:pt x="716919" y="80260"/>
                  </a:lnTo>
                  <a:lnTo>
                    <a:pt x="707231" y="79241"/>
                  </a:lnTo>
                  <a:lnTo>
                    <a:pt x="697543" y="77913"/>
                  </a:lnTo>
                  <a:lnTo>
                    <a:pt x="687855" y="77205"/>
                  </a:lnTo>
                  <a:lnTo>
                    <a:pt x="678166" y="75878"/>
                  </a:lnTo>
                  <a:lnTo>
                    <a:pt x="668478" y="74350"/>
                  </a:lnTo>
                  <a:lnTo>
                    <a:pt x="658790" y="72721"/>
                  </a:lnTo>
                  <a:lnTo>
                    <a:pt x="649102" y="71062"/>
                  </a:lnTo>
                  <a:lnTo>
                    <a:pt x="639414" y="69416"/>
                  </a:lnTo>
                  <a:lnTo>
                    <a:pt x="629726" y="68675"/>
                  </a:lnTo>
                  <a:lnTo>
                    <a:pt x="620038" y="66920"/>
                  </a:lnTo>
                  <a:lnTo>
                    <a:pt x="610350" y="65128"/>
                  </a:lnTo>
                  <a:lnTo>
                    <a:pt x="600662" y="63306"/>
                  </a:lnTo>
                  <a:lnTo>
                    <a:pt x="590974" y="61911"/>
                  </a:lnTo>
                  <a:lnTo>
                    <a:pt x="581285" y="61308"/>
                  </a:lnTo>
                  <a:lnTo>
                    <a:pt x="571597" y="60703"/>
                  </a:lnTo>
                  <a:lnTo>
                    <a:pt x="561909" y="60097"/>
                  </a:lnTo>
                  <a:lnTo>
                    <a:pt x="552221" y="58616"/>
                  </a:lnTo>
                  <a:lnTo>
                    <a:pt x="542533" y="56263"/>
                  </a:lnTo>
                  <a:lnTo>
                    <a:pt x="532845" y="54820"/>
                  </a:lnTo>
                  <a:lnTo>
                    <a:pt x="523157" y="53925"/>
                  </a:lnTo>
                  <a:lnTo>
                    <a:pt x="513469" y="52734"/>
                  </a:lnTo>
                  <a:lnTo>
                    <a:pt x="503781" y="51771"/>
                  </a:lnTo>
                  <a:lnTo>
                    <a:pt x="494093" y="50599"/>
                  </a:lnTo>
                  <a:lnTo>
                    <a:pt x="484404" y="48949"/>
                  </a:lnTo>
                  <a:lnTo>
                    <a:pt x="474716" y="47748"/>
                  </a:lnTo>
                  <a:lnTo>
                    <a:pt x="465028" y="46816"/>
                  </a:lnTo>
                  <a:lnTo>
                    <a:pt x="455340" y="46273"/>
                  </a:lnTo>
                  <a:lnTo>
                    <a:pt x="445652" y="44738"/>
                  </a:lnTo>
                  <a:lnTo>
                    <a:pt x="435964" y="43563"/>
                  </a:lnTo>
                  <a:lnTo>
                    <a:pt x="426276" y="42017"/>
                  </a:lnTo>
                  <a:lnTo>
                    <a:pt x="416588" y="40448"/>
                  </a:lnTo>
                  <a:lnTo>
                    <a:pt x="406900" y="39343"/>
                  </a:lnTo>
                  <a:lnTo>
                    <a:pt x="397212" y="38382"/>
                  </a:lnTo>
                  <a:lnTo>
                    <a:pt x="387523" y="36782"/>
                  </a:lnTo>
                  <a:lnTo>
                    <a:pt x="377835" y="35478"/>
                  </a:lnTo>
                  <a:lnTo>
                    <a:pt x="368147" y="34215"/>
                  </a:lnTo>
                  <a:lnTo>
                    <a:pt x="358459" y="32946"/>
                  </a:lnTo>
                  <a:lnTo>
                    <a:pt x="348771" y="32271"/>
                  </a:lnTo>
                  <a:lnTo>
                    <a:pt x="339083" y="30694"/>
                  </a:lnTo>
                  <a:lnTo>
                    <a:pt x="329395" y="29073"/>
                  </a:lnTo>
                  <a:lnTo>
                    <a:pt x="319707" y="27759"/>
                  </a:lnTo>
                  <a:lnTo>
                    <a:pt x="310019" y="26282"/>
                  </a:lnTo>
                  <a:lnTo>
                    <a:pt x="300331" y="25162"/>
                  </a:lnTo>
                  <a:lnTo>
                    <a:pt x="290642" y="23848"/>
                  </a:lnTo>
                  <a:lnTo>
                    <a:pt x="280954" y="22265"/>
                  </a:lnTo>
                  <a:lnTo>
                    <a:pt x="271266" y="21433"/>
                  </a:lnTo>
                  <a:lnTo>
                    <a:pt x="261578" y="21010"/>
                  </a:lnTo>
                  <a:lnTo>
                    <a:pt x="251890" y="20464"/>
                  </a:lnTo>
                  <a:lnTo>
                    <a:pt x="242202" y="20006"/>
                  </a:lnTo>
                  <a:lnTo>
                    <a:pt x="232514" y="19461"/>
                  </a:lnTo>
                  <a:lnTo>
                    <a:pt x="222826" y="17602"/>
                  </a:lnTo>
                  <a:lnTo>
                    <a:pt x="213138" y="16312"/>
                  </a:lnTo>
                  <a:lnTo>
                    <a:pt x="203450" y="15681"/>
                  </a:lnTo>
                  <a:lnTo>
                    <a:pt x="193761" y="15040"/>
                  </a:lnTo>
                  <a:lnTo>
                    <a:pt x="184073" y="14447"/>
                  </a:lnTo>
                  <a:lnTo>
                    <a:pt x="174385" y="13809"/>
                  </a:lnTo>
                  <a:lnTo>
                    <a:pt x="164697" y="13237"/>
                  </a:lnTo>
                  <a:lnTo>
                    <a:pt x="155009" y="13119"/>
                  </a:lnTo>
                  <a:lnTo>
                    <a:pt x="145321" y="11945"/>
                  </a:lnTo>
                  <a:lnTo>
                    <a:pt x="135633" y="11299"/>
                  </a:lnTo>
                  <a:lnTo>
                    <a:pt x="125945" y="10644"/>
                  </a:lnTo>
                  <a:lnTo>
                    <a:pt x="116257" y="9654"/>
                  </a:lnTo>
                  <a:lnTo>
                    <a:pt x="106569" y="9331"/>
                  </a:lnTo>
                  <a:lnTo>
                    <a:pt x="96880" y="8513"/>
                  </a:lnTo>
                  <a:lnTo>
                    <a:pt x="87192" y="8110"/>
                  </a:lnTo>
                  <a:lnTo>
                    <a:pt x="77504" y="6396"/>
                  </a:lnTo>
                  <a:lnTo>
                    <a:pt x="67816" y="4491"/>
                  </a:lnTo>
                  <a:lnTo>
                    <a:pt x="58128" y="2573"/>
                  </a:lnTo>
                  <a:lnTo>
                    <a:pt x="48440" y="1222"/>
                  </a:lnTo>
                  <a:lnTo>
                    <a:pt x="38752" y="608"/>
                  </a:lnTo>
                  <a:lnTo>
                    <a:pt x="29064" y="632"/>
                  </a:lnTo>
                  <a:lnTo>
                    <a:pt x="19376" y="1210"/>
                  </a:lnTo>
                  <a:lnTo>
                    <a:pt x="9688" y="147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6332185" y="4522458"/>
              <a:ext cx="2509217" cy="1146759"/>
            </a:xfrm>
            <a:custGeom>
              <a:avLst/>
              <a:pathLst>
                <a:path w="2509217" h="1146759">
                  <a:moveTo>
                    <a:pt x="0" y="0"/>
                  </a:moveTo>
                  <a:lnTo>
                    <a:pt x="9688" y="10104"/>
                  </a:lnTo>
                  <a:lnTo>
                    <a:pt x="19376" y="20150"/>
                  </a:lnTo>
                  <a:lnTo>
                    <a:pt x="29064" y="29836"/>
                  </a:lnTo>
                  <a:lnTo>
                    <a:pt x="38752" y="37150"/>
                  </a:lnTo>
                  <a:lnTo>
                    <a:pt x="48440" y="45024"/>
                  </a:lnTo>
                  <a:lnTo>
                    <a:pt x="58128" y="54403"/>
                  </a:lnTo>
                  <a:lnTo>
                    <a:pt x="67816" y="60391"/>
                  </a:lnTo>
                  <a:lnTo>
                    <a:pt x="77504" y="69207"/>
                  </a:lnTo>
                  <a:lnTo>
                    <a:pt x="87192" y="78008"/>
                  </a:lnTo>
                  <a:lnTo>
                    <a:pt x="96880" y="86760"/>
                  </a:lnTo>
                  <a:lnTo>
                    <a:pt x="106569" y="95462"/>
                  </a:lnTo>
                  <a:lnTo>
                    <a:pt x="116257" y="104215"/>
                  </a:lnTo>
                  <a:lnTo>
                    <a:pt x="125945" y="112942"/>
                  </a:lnTo>
                  <a:lnTo>
                    <a:pt x="135633" y="121523"/>
                  </a:lnTo>
                  <a:lnTo>
                    <a:pt x="145321" y="127685"/>
                  </a:lnTo>
                  <a:lnTo>
                    <a:pt x="155009" y="133856"/>
                  </a:lnTo>
                  <a:lnTo>
                    <a:pt x="164697" y="138952"/>
                  </a:lnTo>
                  <a:lnTo>
                    <a:pt x="174385" y="144518"/>
                  </a:lnTo>
                  <a:lnTo>
                    <a:pt x="184073" y="150195"/>
                  </a:lnTo>
                  <a:lnTo>
                    <a:pt x="193761" y="155984"/>
                  </a:lnTo>
                  <a:lnTo>
                    <a:pt x="203450" y="164730"/>
                  </a:lnTo>
                  <a:lnTo>
                    <a:pt x="213138" y="173468"/>
                  </a:lnTo>
                  <a:lnTo>
                    <a:pt x="222826" y="182718"/>
                  </a:lnTo>
                  <a:lnTo>
                    <a:pt x="232514" y="190981"/>
                  </a:lnTo>
                  <a:lnTo>
                    <a:pt x="242202" y="199818"/>
                  </a:lnTo>
                  <a:lnTo>
                    <a:pt x="251890" y="209169"/>
                  </a:lnTo>
                  <a:lnTo>
                    <a:pt x="261578" y="216543"/>
                  </a:lnTo>
                  <a:lnTo>
                    <a:pt x="271266" y="221379"/>
                  </a:lnTo>
                  <a:lnTo>
                    <a:pt x="280954" y="225453"/>
                  </a:lnTo>
                  <a:lnTo>
                    <a:pt x="290642" y="234890"/>
                  </a:lnTo>
                  <a:lnTo>
                    <a:pt x="300331" y="242632"/>
                  </a:lnTo>
                  <a:lnTo>
                    <a:pt x="310019" y="249334"/>
                  </a:lnTo>
                  <a:lnTo>
                    <a:pt x="319707" y="254255"/>
                  </a:lnTo>
                  <a:lnTo>
                    <a:pt x="329395" y="259349"/>
                  </a:lnTo>
                  <a:lnTo>
                    <a:pt x="339083" y="264443"/>
                  </a:lnTo>
                  <a:lnTo>
                    <a:pt x="348771" y="270818"/>
                  </a:lnTo>
                  <a:lnTo>
                    <a:pt x="358459" y="278818"/>
                  </a:lnTo>
                  <a:lnTo>
                    <a:pt x="368147" y="280767"/>
                  </a:lnTo>
                  <a:lnTo>
                    <a:pt x="377835" y="285922"/>
                  </a:lnTo>
                  <a:lnTo>
                    <a:pt x="387523" y="292963"/>
                  </a:lnTo>
                  <a:lnTo>
                    <a:pt x="397212" y="300000"/>
                  </a:lnTo>
                  <a:lnTo>
                    <a:pt x="406900" y="306993"/>
                  </a:lnTo>
                  <a:lnTo>
                    <a:pt x="416588" y="314121"/>
                  </a:lnTo>
                  <a:lnTo>
                    <a:pt x="426276" y="320810"/>
                  </a:lnTo>
                  <a:lnTo>
                    <a:pt x="435964" y="327606"/>
                  </a:lnTo>
                  <a:lnTo>
                    <a:pt x="445652" y="334406"/>
                  </a:lnTo>
                  <a:lnTo>
                    <a:pt x="455340" y="341204"/>
                  </a:lnTo>
                  <a:lnTo>
                    <a:pt x="465028" y="347946"/>
                  </a:lnTo>
                  <a:lnTo>
                    <a:pt x="474716" y="354575"/>
                  </a:lnTo>
                  <a:lnTo>
                    <a:pt x="484404" y="361168"/>
                  </a:lnTo>
                  <a:lnTo>
                    <a:pt x="494093" y="367810"/>
                  </a:lnTo>
                  <a:lnTo>
                    <a:pt x="503781" y="374324"/>
                  </a:lnTo>
                  <a:lnTo>
                    <a:pt x="513469" y="380797"/>
                  </a:lnTo>
                  <a:lnTo>
                    <a:pt x="523157" y="383723"/>
                  </a:lnTo>
                  <a:lnTo>
                    <a:pt x="532845" y="388497"/>
                  </a:lnTo>
                  <a:lnTo>
                    <a:pt x="542533" y="392757"/>
                  </a:lnTo>
                  <a:lnTo>
                    <a:pt x="552221" y="399777"/>
                  </a:lnTo>
                  <a:lnTo>
                    <a:pt x="561909" y="404405"/>
                  </a:lnTo>
                  <a:lnTo>
                    <a:pt x="571597" y="408990"/>
                  </a:lnTo>
                  <a:lnTo>
                    <a:pt x="581285" y="414198"/>
                  </a:lnTo>
                  <a:lnTo>
                    <a:pt x="590974" y="418550"/>
                  </a:lnTo>
                  <a:lnTo>
                    <a:pt x="600662" y="423368"/>
                  </a:lnTo>
                  <a:lnTo>
                    <a:pt x="610350" y="429483"/>
                  </a:lnTo>
                  <a:lnTo>
                    <a:pt x="620038" y="436799"/>
                  </a:lnTo>
                  <a:lnTo>
                    <a:pt x="629726" y="444056"/>
                  </a:lnTo>
                  <a:lnTo>
                    <a:pt x="639414" y="447323"/>
                  </a:lnTo>
                  <a:lnTo>
                    <a:pt x="649102" y="449933"/>
                  </a:lnTo>
                  <a:lnTo>
                    <a:pt x="658790" y="452985"/>
                  </a:lnTo>
                  <a:lnTo>
                    <a:pt x="668478" y="456227"/>
                  </a:lnTo>
                  <a:lnTo>
                    <a:pt x="678166" y="462564"/>
                  </a:lnTo>
                  <a:lnTo>
                    <a:pt x="687855" y="467310"/>
                  </a:lnTo>
                  <a:lnTo>
                    <a:pt x="697543" y="471430"/>
                  </a:lnTo>
                  <a:lnTo>
                    <a:pt x="707231" y="474895"/>
                  </a:lnTo>
                  <a:lnTo>
                    <a:pt x="716919" y="475080"/>
                  </a:lnTo>
                  <a:lnTo>
                    <a:pt x="726607" y="479260"/>
                  </a:lnTo>
                  <a:lnTo>
                    <a:pt x="736295" y="483530"/>
                  </a:lnTo>
                  <a:lnTo>
                    <a:pt x="745983" y="488014"/>
                  </a:lnTo>
                  <a:lnTo>
                    <a:pt x="755671" y="491882"/>
                  </a:lnTo>
                  <a:lnTo>
                    <a:pt x="765359" y="496032"/>
                  </a:lnTo>
                  <a:lnTo>
                    <a:pt x="775047" y="500139"/>
                  </a:lnTo>
                  <a:lnTo>
                    <a:pt x="784736" y="504225"/>
                  </a:lnTo>
                  <a:lnTo>
                    <a:pt x="794424" y="508328"/>
                  </a:lnTo>
                  <a:lnTo>
                    <a:pt x="804112" y="512417"/>
                  </a:lnTo>
                  <a:lnTo>
                    <a:pt x="813800" y="516444"/>
                  </a:lnTo>
                  <a:lnTo>
                    <a:pt x="823488" y="519924"/>
                  </a:lnTo>
                  <a:lnTo>
                    <a:pt x="833176" y="523676"/>
                  </a:lnTo>
                  <a:lnTo>
                    <a:pt x="842864" y="528308"/>
                  </a:lnTo>
                  <a:lnTo>
                    <a:pt x="852552" y="531038"/>
                  </a:lnTo>
                  <a:lnTo>
                    <a:pt x="862240" y="533383"/>
                  </a:lnTo>
                  <a:lnTo>
                    <a:pt x="871928" y="536178"/>
                  </a:lnTo>
                  <a:lnTo>
                    <a:pt x="881617" y="539025"/>
                  </a:lnTo>
                  <a:lnTo>
                    <a:pt x="891305" y="542317"/>
                  </a:lnTo>
                  <a:lnTo>
                    <a:pt x="900993" y="545620"/>
                  </a:lnTo>
                  <a:lnTo>
                    <a:pt x="910681" y="548917"/>
                  </a:lnTo>
                  <a:lnTo>
                    <a:pt x="920369" y="552312"/>
                  </a:lnTo>
                  <a:lnTo>
                    <a:pt x="930057" y="556161"/>
                  </a:lnTo>
                  <a:lnTo>
                    <a:pt x="939745" y="560222"/>
                  </a:lnTo>
                  <a:lnTo>
                    <a:pt x="949433" y="566219"/>
                  </a:lnTo>
                  <a:lnTo>
                    <a:pt x="959121" y="568316"/>
                  </a:lnTo>
                  <a:lnTo>
                    <a:pt x="968809" y="573093"/>
                  </a:lnTo>
                  <a:lnTo>
                    <a:pt x="978498" y="575774"/>
                  </a:lnTo>
                  <a:lnTo>
                    <a:pt x="988186" y="580066"/>
                  </a:lnTo>
                  <a:lnTo>
                    <a:pt x="997874" y="584731"/>
                  </a:lnTo>
                  <a:lnTo>
                    <a:pt x="1007562" y="588056"/>
                  </a:lnTo>
                  <a:lnTo>
                    <a:pt x="1017250" y="590051"/>
                  </a:lnTo>
                  <a:lnTo>
                    <a:pt x="1026938" y="591997"/>
                  </a:lnTo>
                  <a:lnTo>
                    <a:pt x="1036626" y="593606"/>
                  </a:lnTo>
                  <a:lnTo>
                    <a:pt x="1046314" y="595213"/>
                  </a:lnTo>
                  <a:lnTo>
                    <a:pt x="1056002" y="598595"/>
                  </a:lnTo>
                  <a:lnTo>
                    <a:pt x="1065690" y="600718"/>
                  </a:lnTo>
                  <a:lnTo>
                    <a:pt x="1075379" y="602528"/>
                  </a:lnTo>
                  <a:lnTo>
                    <a:pt x="1085067" y="605511"/>
                  </a:lnTo>
                  <a:lnTo>
                    <a:pt x="1094755" y="608505"/>
                  </a:lnTo>
                  <a:lnTo>
                    <a:pt x="1104443" y="610039"/>
                  </a:lnTo>
                  <a:lnTo>
                    <a:pt x="1114131" y="612835"/>
                  </a:lnTo>
                  <a:lnTo>
                    <a:pt x="1123819" y="615804"/>
                  </a:lnTo>
                  <a:lnTo>
                    <a:pt x="1133507" y="618648"/>
                  </a:lnTo>
                  <a:lnTo>
                    <a:pt x="1143195" y="620377"/>
                  </a:lnTo>
                  <a:lnTo>
                    <a:pt x="1152883" y="622264"/>
                  </a:lnTo>
                  <a:lnTo>
                    <a:pt x="1162571" y="624010"/>
                  </a:lnTo>
                  <a:lnTo>
                    <a:pt x="1172260" y="628390"/>
                  </a:lnTo>
                  <a:lnTo>
                    <a:pt x="1181948" y="630687"/>
                  </a:lnTo>
                  <a:lnTo>
                    <a:pt x="1191636" y="632551"/>
                  </a:lnTo>
                  <a:lnTo>
                    <a:pt x="1201324" y="634409"/>
                  </a:lnTo>
                  <a:lnTo>
                    <a:pt x="1211012" y="636262"/>
                  </a:lnTo>
                  <a:lnTo>
                    <a:pt x="1220700" y="638205"/>
                  </a:lnTo>
                  <a:lnTo>
                    <a:pt x="1230388" y="640704"/>
                  </a:lnTo>
                  <a:lnTo>
                    <a:pt x="1240076" y="641527"/>
                  </a:lnTo>
                  <a:lnTo>
                    <a:pt x="1249764" y="644562"/>
                  </a:lnTo>
                  <a:lnTo>
                    <a:pt x="1259452" y="647742"/>
                  </a:lnTo>
                  <a:lnTo>
                    <a:pt x="1269141" y="651274"/>
                  </a:lnTo>
                  <a:lnTo>
                    <a:pt x="1278829" y="654400"/>
                  </a:lnTo>
                  <a:lnTo>
                    <a:pt x="1288517" y="657145"/>
                  </a:lnTo>
                  <a:lnTo>
                    <a:pt x="1298205" y="660234"/>
                  </a:lnTo>
                  <a:lnTo>
                    <a:pt x="1307893" y="662341"/>
                  </a:lnTo>
                  <a:lnTo>
                    <a:pt x="1317581" y="664695"/>
                  </a:lnTo>
                  <a:lnTo>
                    <a:pt x="1327269" y="666414"/>
                  </a:lnTo>
                  <a:lnTo>
                    <a:pt x="1336957" y="668128"/>
                  </a:lnTo>
                  <a:lnTo>
                    <a:pt x="1346645" y="669877"/>
                  </a:lnTo>
                  <a:lnTo>
                    <a:pt x="1356333" y="672025"/>
                  </a:lnTo>
                  <a:lnTo>
                    <a:pt x="1366022" y="673463"/>
                  </a:lnTo>
                  <a:lnTo>
                    <a:pt x="1375710" y="676522"/>
                  </a:lnTo>
                  <a:lnTo>
                    <a:pt x="1385398" y="677380"/>
                  </a:lnTo>
                  <a:lnTo>
                    <a:pt x="1395086" y="678389"/>
                  </a:lnTo>
                  <a:lnTo>
                    <a:pt x="1404774" y="678258"/>
                  </a:lnTo>
                  <a:lnTo>
                    <a:pt x="1414462" y="679439"/>
                  </a:lnTo>
                  <a:lnTo>
                    <a:pt x="1424150" y="682839"/>
                  </a:lnTo>
                  <a:lnTo>
                    <a:pt x="1433838" y="684410"/>
                  </a:lnTo>
                  <a:lnTo>
                    <a:pt x="1443526" y="684770"/>
                  </a:lnTo>
                  <a:lnTo>
                    <a:pt x="1453214" y="684877"/>
                  </a:lnTo>
                  <a:lnTo>
                    <a:pt x="1462903" y="687771"/>
                  </a:lnTo>
                  <a:lnTo>
                    <a:pt x="1472591" y="689009"/>
                  </a:lnTo>
                  <a:lnTo>
                    <a:pt x="1482279" y="690159"/>
                  </a:lnTo>
                  <a:lnTo>
                    <a:pt x="1491967" y="692258"/>
                  </a:lnTo>
                  <a:lnTo>
                    <a:pt x="1501655" y="694486"/>
                  </a:lnTo>
                  <a:lnTo>
                    <a:pt x="1511343" y="696703"/>
                  </a:lnTo>
                  <a:lnTo>
                    <a:pt x="1521031" y="698912"/>
                  </a:lnTo>
                  <a:lnTo>
                    <a:pt x="1530719" y="701112"/>
                  </a:lnTo>
                  <a:lnTo>
                    <a:pt x="1540407" y="700928"/>
                  </a:lnTo>
                  <a:lnTo>
                    <a:pt x="1550095" y="700615"/>
                  </a:lnTo>
                  <a:lnTo>
                    <a:pt x="1559784" y="703592"/>
                  </a:lnTo>
                  <a:lnTo>
                    <a:pt x="1569472" y="704893"/>
                  </a:lnTo>
                  <a:lnTo>
                    <a:pt x="1579160" y="705475"/>
                  </a:lnTo>
                  <a:lnTo>
                    <a:pt x="1588848" y="707001"/>
                  </a:lnTo>
                  <a:lnTo>
                    <a:pt x="1598536" y="707729"/>
                  </a:lnTo>
                  <a:lnTo>
                    <a:pt x="1608224" y="708479"/>
                  </a:lnTo>
                  <a:lnTo>
                    <a:pt x="1617912" y="709194"/>
                  </a:lnTo>
                  <a:lnTo>
                    <a:pt x="1627600" y="710206"/>
                  </a:lnTo>
                  <a:lnTo>
                    <a:pt x="1637288" y="712124"/>
                  </a:lnTo>
                  <a:lnTo>
                    <a:pt x="1646976" y="713429"/>
                  </a:lnTo>
                  <a:lnTo>
                    <a:pt x="1656665" y="714388"/>
                  </a:lnTo>
                  <a:lnTo>
                    <a:pt x="1666353" y="715462"/>
                  </a:lnTo>
                  <a:lnTo>
                    <a:pt x="1676041" y="716683"/>
                  </a:lnTo>
                  <a:lnTo>
                    <a:pt x="1685729" y="717485"/>
                  </a:lnTo>
                  <a:lnTo>
                    <a:pt x="1695417" y="719467"/>
                  </a:lnTo>
                  <a:lnTo>
                    <a:pt x="1705105" y="721549"/>
                  </a:lnTo>
                  <a:lnTo>
                    <a:pt x="1714793" y="723622"/>
                  </a:lnTo>
                  <a:lnTo>
                    <a:pt x="1724481" y="725595"/>
                  </a:lnTo>
                  <a:lnTo>
                    <a:pt x="1734169" y="727129"/>
                  </a:lnTo>
                  <a:lnTo>
                    <a:pt x="1743857" y="728519"/>
                  </a:lnTo>
                  <a:lnTo>
                    <a:pt x="1753546" y="729419"/>
                  </a:lnTo>
                  <a:lnTo>
                    <a:pt x="1763234" y="730317"/>
                  </a:lnTo>
                  <a:lnTo>
                    <a:pt x="1772922" y="731214"/>
                  </a:lnTo>
                  <a:lnTo>
                    <a:pt x="1782610" y="731821"/>
                  </a:lnTo>
                  <a:lnTo>
                    <a:pt x="1792298" y="732981"/>
                  </a:lnTo>
                  <a:lnTo>
                    <a:pt x="1801986" y="733835"/>
                  </a:lnTo>
                  <a:lnTo>
                    <a:pt x="1811674" y="734688"/>
                  </a:lnTo>
                  <a:lnTo>
                    <a:pt x="1821362" y="735550"/>
                  </a:lnTo>
                  <a:lnTo>
                    <a:pt x="1831050" y="736825"/>
                  </a:lnTo>
                  <a:lnTo>
                    <a:pt x="1840738" y="737922"/>
                  </a:lnTo>
                  <a:lnTo>
                    <a:pt x="1850427" y="738149"/>
                  </a:lnTo>
                  <a:lnTo>
                    <a:pt x="1860115" y="738984"/>
                  </a:lnTo>
                  <a:lnTo>
                    <a:pt x="1869803" y="739253"/>
                  </a:lnTo>
                  <a:lnTo>
                    <a:pt x="1879491" y="740691"/>
                  </a:lnTo>
                  <a:lnTo>
                    <a:pt x="1889179" y="741032"/>
                  </a:lnTo>
                  <a:lnTo>
                    <a:pt x="1898867" y="740398"/>
                  </a:lnTo>
                  <a:lnTo>
                    <a:pt x="1908555" y="741425"/>
                  </a:lnTo>
                  <a:lnTo>
                    <a:pt x="1918243" y="742648"/>
                  </a:lnTo>
                  <a:lnTo>
                    <a:pt x="1927931" y="744185"/>
                  </a:lnTo>
                  <a:lnTo>
                    <a:pt x="1937619" y="745719"/>
                  </a:lnTo>
                  <a:lnTo>
                    <a:pt x="1947308" y="746821"/>
                  </a:lnTo>
                  <a:lnTo>
                    <a:pt x="1956996" y="748578"/>
                  </a:lnTo>
                  <a:lnTo>
                    <a:pt x="1966684" y="749065"/>
                  </a:lnTo>
                  <a:lnTo>
                    <a:pt x="1976372" y="750101"/>
                  </a:lnTo>
                  <a:lnTo>
                    <a:pt x="1986060" y="751036"/>
                  </a:lnTo>
                  <a:lnTo>
                    <a:pt x="1995748" y="751956"/>
                  </a:lnTo>
                  <a:lnTo>
                    <a:pt x="2005436" y="753135"/>
                  </a:lnTo>
                  <a:lnTo>
                    <a:pt x="2015124" y="754992"/>
                  </a:lnTo>
                  <a:lnTo>
                    <a:pt x="2024812" y="755430"/>
                  </a:lnTo>
                  <a:lnTo>
                    <a:pt x="2034500" y="756584"/>
                  </a:lnTo>
                  <a:lnTo>
                    <a:pt x="2044188" y="757734"/>
                  </a:lnTo>
                  <a:lnTo>
                    <a:pt x="2053877" y="758421"/>
                  </a:lnTo>
                  <a:lnTo>
                    <a:pt x="2063565" y="759766"/>
                  </a:lnTo>
                  <a:lnTo>
                    <a:pt x="2073253" y="760328"/>
                  </a:lnTo>
                  <a:lnTo>
                    <a:pt x="2082941" y="760491"/>
                  </a:lnTo>
                  <a:lnTo>
                    <a:pt x="2092629" y="760658"/>
                  </a:lnTo>
                  <a:lnTo>
                    <a:pt x="2102317" y="760836"/>
                  </a:lnTo>
                  <a:lnTo>
                    <a:pt x="2112005" y="761015"/>
                  </a:lnTo>
                  <a:lnTo>
                    <a:pt x="2121693" y="761574"/>
                  </a:lnTo>
                  <a:lnTo>
                    <a:pt x="2131381" y="762372"/>
                  </a:lnTo>
                  <a:lnTo>
                    <a:pt x="2141069" y="763181"/>
                  </a:lnTo>
                  <a:lnTo>
                    <a:pt x="2150758" y="764011"/>
                  </a:lnTo>
                  <a:lnTo>
                    <a:pt x="2160446" y="765077"/>
                  </a:lnTo>
                  <a:lnTo>
                    <a:pt x="2170134" y="766602"/>
                  </a:lnTo>
                  <a:lnTo>
                    <a:pt x="2179822" y="768122"/>
                  </a:lnTo>
                  <a:lnTo>
                    <a:pt x="2189510" y="769637"/>
                  </a:lnTo>
                  <a:lnTo>
                    <a:pt x="2199198" y="771146"/>
                  </a:lnTo>
                  <a:lnTo>
                    <a:pt x="2208886" y="772651"/>
                  </a:lnTo>
                  <a:lnTo>
                    <a:pt x="2218574" y="774150"/>
                  </a:lnTo>
                  <a:lnTo>
                    <a:pt x="2228262" y="775290"/>
                  </a:lnTo>
                  <a:lnTo>
                    <a:pt x="2237950" y="775725"/>
                  </a:lnTo>
                  <a:lnTo>
                    <a:pt x="2247639" y="776160"/>
                  </a:lnTo>
                  <a:lnTo>
                    <a:pt x="2257327" y="776595"/>
                  </a:lnTo>
                  <a:lnTo>
                    <a:pt x="2267015" y="777029"/>
                  </a:lnTo>
                  <a:lnTo>
                    <a:pt x="2276703" y="777466"/>
                  </a:lnTo>
                  <a:lnTo>
                    <a:pt x="2286391" y="777903"/>
                  </a:lnTo>
                  <a:lnTo>
                    <a:pt x="2296079" y="778340"/>
                  </a:lnTo>
                  <a:lnTo>
                    <a:pt x="2305767" y="778776"/>
                  </a:lnTo>
                  <a:lnTo>
                    <a:pt x="2315455" y="779212"/>
                  </a:lnTo>
                  <a:lnTo>
                    <a:pt x="2325143" y="779647"/>
                  </a:lnTo>
                  <a:lnTo>
                    <a:pt x="2334831" y="780193"/>
                  </a:lnTo>
                  <a:lnTo>
                    <a:pt x="2344520" y="781109"/>
                  </a:lnTo>
                  <a:lnTo>
                    <a:pt x="2354208" y="782023"/>
                  </a:lnTo>
                  <a:lnTo>
                    <a:pt x="2363896" y="782940"/>
                  </a:lnTo>
                  <a:lnTo>
                    <a:pt x="2373584" y="783859"/>
                  </a:lnTo>
                  <a:lnTo>
                    <a:pt x="2383272" y="784776"/>
                  </a:lnTo>
                  <a:lnTo>
                    <a:pt x="2392960" y="785695"/>
                  </a:lnTo>
                  <a:lnTo>
                    <a:pt x="2402648" y="786618"/>
                  </a:lnTo>
                  <a:lnTo>
                    <a:pt x="2412336" y="787538"/>
                  </a:lnTo>
                  <a:lnTo>
                    <a:pt x="2422024" y="788456"/>
                  </a:lnTo>
                  <a:lnTo>
                    <a:pt x="2431712" y="789372"/>
                  </a:lnTo>
                  <a:lnTo>
                    <a:pt x="2441401" y="790210"/>
                  </a:lnTo>
                  <a:lnTo>
                    <a:pt x="2451089" y="790695"/>
                  </a:lnTo>
                  <a:lnTo>
                    <a:pt x="2460777" y="791804"/>
                  </a:lnTo>
                  <a:lnTo>
                    <a:pt x="2470465" y="792910"/>
                  </a:lnTo>
                  <a:lnTo>
                    <a:pt x="2480153" y="793429"/>
                  </a:lnTo>
                  <a:lnTo>
                    <a:pt x="2489841" y="794455"/>
                  </a:lnTo>
                  <a:lnTo>
                    <a:pt x="2499529" y="794602"/>
                  </a:lnTo>
                  <a:lnTo>
                    <a:pt x="2509217" y="794673"/>
                  </a:lnTo>
                  <a:lnTo>
                    <a:pt x="2509217" y="1146759"/>
                  </a:lnTo>
                  <a:lnTo>
                    <a:pt x="2499529" y="1146446"/>
                  </a:lnTo>
                  <a:lnTo>
                    <a:pt x="2489841" y="1146128"/>
                  </a:lnTo>
                  <a:lnTo>
                    <a:pt x="2480153" y="1145806"/>
                  </a:lnTo>
                  <a:lnTo>
                    <a:pt x="2470465" y="1145482"/>
                  </a:lnTo>
                  <a:lnTo>
                    <a:pt x="2460777" y="1145153"/>
                  </a:lnTo>
                  <a:lnTo>
                    <a:pt x="2451089" y="1144821"/>
                  </a:lnTo>
                  <a:lnTo>
                    <a:pt x="2441401" y="1144484"/>
                  </a:lnTo>
                  <a:lnTo>
                    <a:pt x="2431712" y="1144142"/>
                  </a:lnTo>
                  <a:lnTo>
                    <a:pt x="2422024" y="1143824"/>
                  </a:lnTo>
                  <a:lnTo>
                    <a:pt x="2412336" y="1143557"/>
                  </a:lnTo>
                  <a:lnTo>
                    <a:pt x="2402648" y="1143195"/>
                  </a:lnTo>
                  <a:lnTo>
                    <a:pt x="2392960" y="1142803"/>
                  </a:lnTo>
                  <a:lnTo>
                    <a:pt x="2383272" y="1142406"/>
                  </a:lnTo>
                  <a:lnTo>
                    <a:pt x="2373584" y="1142021"/>
                  </a:lnTo>
                  <a:lnTo>
                    <a:pt x="2363896" y="1141660"/>
                  </a:lnTo>
                  <a:lnTo>
                    <a:pt x="2354208" y="1141358"/>
                  </a:lnTo>
                  <a:lnTo>
                    <a:pt x="2344520" y="1141048"/>
                  </a:lnTo>
                  <a:lnTo>
                    <a:pt x="2334831" y="1140607"/>
                  </a:lnTo>
                  <a:lnTo>
                    <a:pt x="2325143" y="1140160"/>
                  </a:lnTo>
                  <a:lnTo>
                    <a:pt x="2315455" y="1139705"/>
                  </a:lnTo>
                  <a:lnTo>
                    <a:pt x="2305767" y="1139286"/>
                  </a:lnTo>
                  <a:lnTo>
                    <a:pt x="2296079" y="1138878"/>
                  </a:lnTo>
                  <a:lnTo>
                    <a:pt x="2286391" y="1138465"/>
                  </a:lnTo>
                  <a:lnTo>
                    <a:pt x="2276703" y="1138047"/>
                  </a:lnTo>
                  <a:lnTo>
                    <a:pt x="2267015" y="1137622"/>
                  </a:lnTo>
                  <a:lnTo>
                    <a:pt x="2257327" y="1137189"/>
                  </a:lnTo>
                  <a:lnTo>
                    <a:pt x="2247639" y="1136751"/>
                  </a:lnTo>
                  <a:lnTo>
                    <a:pt x="2237950" y="1136308"/>
                  </a:lnTo>
                  <a:lnTo>
                    <a:pt x="2228262" y="1135859"/>
                  </a:lnTo>
                  <a:lnTo>
                    <a:pt x="2218574" y="1135404"/>
                  </a:lnTo>
                  <a:lnTo>
                    <a:pt x="2208886" y="1134959"/>
                  </a:lnTo>
                  <a:lnTo>
                    <a:pt x="2199198" y="1134481"/>
                  </a:lnTo>
                  <a:lnTo>
                    <a:pt x="2189510" y="1134014"/>
                  </a:lnTo>
                  <a:lnTo>
                    <a:pt x="2179822" y="1133540"/>
                  </a:lnTo>
                  <a:lnTo>
                    <a:pt x="2170134" y="1133056"/>
                  </a:lnTo>
                  <a:lnTo>
                    <a:pt x="2160446" y="1132565"/>
                  </a:lnTo>
                  <a:lnTo>
                    <a:pt x="2150758" y="1132071"/>
                  </a:lnTo>
                  <a:lnTo>
                    <a:pt x="2141069" y="1131567"/>
                  </a:lnTo>
                  <a:lnTo>
                    <a:pt x="2131381" y="1131061"/>
                  </a:lnTo>
                  <a:lnTo>
                    <a:pt x="2121693" y="1130548"/>
                  </a:lnTo>
                  <a:lnTo>
                    <a:pt x="2112005" y="1130028"/>
                  </a:lnTo>
                  <a:lnTo>
                    <a:pt x="2102317" y="1129502"/>
                  </a:lnTo>
                  <a:lnTo>
                    <a:pt x="2092629" y="1128970"/>
                  </a:lnTo>
                  <a:lnTo>
                    <a:pt x="2082941" y="1128430"/>
                  </a:lnTo>
                  <a:lnTo>
                    <a:pt x="2073253" y="1127884"/>
                  </a:lnTo>
                  <a:lnTo>
                    <a:pt x="2063565" y="1127331"/>
                  </a:lnTo>
                  <a:lnTo>
                    <a:pt x="2053877" y="1126770"/>
                  </a:lnTo>
                  <a:lnTo>
                    <a:pt x="2044188" y="1126203"/>
                  </a:lnTo>
                  <a:lnTo>
                    <a:pt x="2034500" y="1125628"/>
                  </a:lnTo>
                  <a:lnTo>
                    <a:pt x="2024812" y="1125045"/>
                  </a:lnTo>
                  <a:lnTo>
                    <a:pt x="2015124" y="1124453"/>
                  </a:lnTo>
                  <a:lnTo>
                    <a:pt x="2005436" y="1123854"/>
                  </a:lnTo>
                  <a:lnTo>
                    <a:pt x="1995748" y="1123246"/>
                  </a:lnTo>
                  <a:lnTo>
                    <a:pt x="1986060" y="1122631"/>
                  </a:lnTo>
                  <a:lnTo>
                    <a:pt x="1976372" y="1122008"/>
                  </a:lnTo>
                  <a:lnTo>
                    <a:pt x="1966684" y="1121377"/>
                  </a:lnTo>
                  <a:lnTo>
                    <a:pt x="1956996" y="1120713"/>
                  </a:lnTo>
                  <a:lnTo>
                    <a:pt x="1947308" y="1119992"/>
                  </a:lnTo>
                  <a:lnTo>
                    <a:pt x="1937619" y="1119260"/>
                  </a:lnTo>
                  <a:lnTo>
                    <a:pt x="1927931" y="1118516"/>
                  </a:lnTo>
                  <a:lnTo>
                    <a:pt x="1918243" y="1117814"/>
                  </a:lnTo>
                  <a:lnTo>
                    <a:pt x="1908555" y="1117012"/>
                  </a:lnTo>
                  <a:lnTo>
                    <a:pt x="1898867" y="1116227"/>
                  </a:lnTo>
                  <a:lnTo>
                    <a:pt x="1889179" y="1115444"/>
                  </a:lnTo>
                  <a:lnTo>
                    <a:pt x="1879491" y="1114650"/>
                  </a:lnTo>
                  <a:lnTo>
                    <a:pt x="1869803" y="1113923"/>
                  </a:lnTo>
                  <a:lnTo>
                    <a:pt x="1860115" y="1113261"/>
                  </a:lnTo>
                  <a:lnTo>
                    <a:pt x="1850427" y="1112591"/>
                  </a:lnTo>
                  <a:lnTo>
                    <a:pt x="1840738" y="1111912"/>
                  </a:lnTo>
                  <a:lnTo>
                    <a:pt x="1831050" y="1111226"/>
                  </a:lnTo>
                  <a:lnTo>
                    <a:pt x="1821362" y="1110532"/>
                  </a:lnTo>
                  <a:lnTo>
                    <a:pt x="1811674" y="1109830"/>
                  </a:lnTo>
                  <a:lnTo>
                    <a:pt x="1801986" y="1109120"/>
                  </a:lnTo>
                  <a:lnTo>
                    <a:pt x="1792298" y="1108402"/>
                  </a:lnTo>
                  <a:lnTo>
                    <a:pt x="1782610" y="1107676"/>
                  </a:lnTo>
                  <a:lnTo>
                    <a:pt x="1772922" y="1106941"/>
                  </a:lnTo>
                  <a:lnTo>
                    <a:pt x="1763234" y="1106161"/>
                  </a:lnTo>
                  <a:lnTo>
                    <a:pt x="1753546" y="1105453"/>
                  </a:lnTo>
                  <a:lnTo>
                    <a:pt x="1743857" y="1104702"/>
                  </a:lnTo>
                  <a:lnTo>
                    <a:pt x="1734169" y="1103936"/>
                  </a:lnTo>
                  <a:lnTo>
                    <a:pt x="1724481" y="1103158"/>
                  </a:lnTo>
                  <a:lnTo>
                    <a:pt x="1714793" y="1102369"/>
                  </a:lnTo>
                  <a:lnTo>
                    <a:pt x="1705105" y="1101564"/>
                  </a:lnTo>
                  <a:lnTo>
                    <a:pt x="1695417" y="1100585"/>
                  </a:lnTo>
                  <a:lnTo>
                    <a:pt x="1685729" y="1099905"/>
                  </a:lnTo>
                  <a:lnTo>
                    <a:pt x="1676041" y="1099171"/>
                  </a:lnTo>
                  <a:lnTo>
                    <a:pt x="1666353" y="1098450"/>
                  </a:lnTo>
                  <a:lnTo>
                    <a:pt x="1656665" y="1097563"/>
                  </a:lnTo>
                  <a:lnTo>
                    <a:pt x="1646976" y="1096625"/>
                  </a:lnTo>
                  <a:lnTo>
                    <a:pt x="1637288" y="1095765"/>
                  </a:lnTo>
                  <a:lnTo>
                    <a:pt x="1627600" y="1094896"/>
                  </a:lnTo>
                  <a:lnTo>
                    <a:pt x="1617912" y="1093984"/>
                  </a:lnTo>
                  <a:lnTo>
                    <a:pt x="1608224" y="1092761"/>
                  </a:lnTo>
                  <a:lnTo>
                    <a:pt x="1598536" y="1091519"/>
                  </a:lnTo>
                  <a:lnTo>
                    <a:pt x="1588848" y="1090257"/>
                  </a:lnTo>
                  <a:lnTo>
                    <a:pt x="1579160" y="1089025"/>
                  </a:lnTo>
                  <a:lnTo>
                    <a:pt x="1569472" y="1087889"/>
                  </a:lnTo>
                  <a:lnTo>
                    <a:pt x="1559784" y="1086738"/>
                  </a:lnTo>
                  <a:lnTo>
                    <a:pt x="1550095" y="1085571"/>
                  </a:lnTo>
                  <a:lnTo>
                    <a:pt x="1540407" y="1084676"/>
                  </a:lnTo>
                  <a:lnTo>
                    <a:pt x="1530719" y="1083971"/>
                  </a:lnTo>
                  <a:lnTo>
                    <a:pt x="1521031" y="1083293"/>
                  </a:lnTo>
                  <a:lnTo>
                    <a:pt x="1511343" y="1082395"/>
                  </a:lnTo>
                  <a:lnTo>
                    <a:pt x="1501655" y="1081418"/>
                  </a:lnTo>
                  <a:lnTo>
                    <a:pt x="1491967" y="1080607"/>
                  </a:lnTo>
                  <a:lnTo>
                    <a:pt x="1482279" y="1079979"/>
                  </a:lnTo>
                  <a:lnTo>
                    <a:pt x="1472591" y="1079291"/>
                  </a:lnTo>
                  <a:lnTo>
                    <a:pt x="1462903" y="1078340"/>
                  </a:lnTo>
                  <a:lnTo>
                    <a:pt x="1453214" y="1077242"/>
                  </a:lnTo>
                  <a:lnTo>
                    <a:pt x="1443526" y="1075995"/>
                  </a:lnTo>
                  <a:lnTo>
                    <a:pt x="1433838" y="1074629"/>
                  </a:lnTo>
                  <a:lnTo>
                    <a:pt x="1424150" y="1073244"/>
                  </a:lnTo>
                  <a:lnTo>
                    <a:pt x="1414462" y="1071833"/>
                  </a:lnTo>
                  <a:lnTo>
                    <a:pt x="1404774" y="1070401"/>
                  </a:lnTo>
                  <a:lnTo>
                    <a:pt x="1395086" y="1068949"/>
                  </a:lnTo>
                  <a:lnTo>
                    <a:pt x="1385398" y="1067582"/>
                  </a:lnTo>
                  <a:lnTo>
                    <a:pt x="1375710" y="1066402"/>
                  </a:lnTo>
                  <a:lnTo>
                    <a:pt x="1366022" y="1065045"/>
                  </a:lnTo>
                  <a:lnTo>
                    <a:pt x="1356333" y="1064274"/>
                  </a:lnTo>
                  <a:lnTo>
                    <a:pt x="1346645" y="1063292"/>
                  </a:lnTo>
                  <a:lnTo>
                    <a:pt x="1336957" y="1062508"/>
                  </a:lnTo>
                  <a:lnTo>
                    <a:pt x="1327269" y="1061707"/>
                  </a:lnTo>
                  <a:lnTo>
                    <a:pt x="1317581" y="1060507"/>
                  </a:lnTo>
                  <a:lnTo>
                    <a:pt x="1307893" y="1059722"/>
                  </a:lnTo>
                  <a:lnTo>
                    <a:pt x="1298205" y="1058732"/>
                  </a:lnTo>
                  <a:lnTo>
                    <a:pt x="1288517" y="1057854"/>
                  </a:lnTo>
                  <a:lnTo>
                    <a:pt x="1278829" y="1056511"/>
                  </a:lnTo>
                  <a:lnTo>
                    <a:pt x="1269141" y="1054858"/>
                  </a:lnTo>
                  <a:lnTo>
                    <a:pt x="1259452" y="1053509"/>
                  </a:lnTo>
                  <a:lnTo>
                    <a:pt x="1249764" y="1052075"/>
                  </a:lnTo>
                  <a:lnTo>
                    <a:pt x="1240076" y="1050797"/>
                  </a:lnTo>
                  <a:lnTo>
                    <a:pt x="1230388" y="1049822"/>
                  </a:lnTo>
                  <a:lnTo>
                    <a:pt x="1220700" y="1048844"/>
                  </a:lnTo>
                  <a:lnTo>
                    <a:pt x="1211012" y="1047069"/>
                  </a:lnTo>
                  <a:lnTo>
                    <a:pt x="1201324" y="1045637"/>
                  </a:lnTo>
                  <a:lnTo>
                    <a:pt x="1191636" y="1044391"/>
                  </a:lnTo>
                  <a:lnTo>
                    <a:pt x="1181948" y="1043123"/>
                  </a:lnTo>
                  <a:lnTo>
                    <a:pt x="1172260" y="1041730"/>
                  </a:lnTo>
                  <a:lnTo>
                    <a:pt x="1162571" y="1040596"/>
                  </a:lnTo>
                  <a:lnTo>
                    <a:pt x="1152883" y="1039306"/>
                  </a:lnTo>
                  <a:lnTo>
                    <a:pt x="1143195" y="1037975"/>
                  </a:lnTo>
                  <a:lnTo>
                    <a:pt x="1133507" y="1036648"/>
                  </a:lnTo>
                  <a:lnTo>
                    <a:pt x="1123819" y="1034923"/>
                  </a:lnTo>
                  <a:lnTo>
                    <a:pt x="1114131" y="1033848"/>
                  </a:lnTo>
                  <a:lnTo>
                    <a:pt x="1104443" y="1032618"/>
                  </a:lnTo>
                  <a:lnTo>
                    <a:pt x="1094755" y="1030985"/>
                  </a:lnTo>
                  <a:lnTo>
                    <a:pt x="1085067" y="1029869"/>
                  </a:lnTo>
                  <a:lnTo>
                    <a:pt x="1075379" y="1028484"/>
                  </a:lnTo>
                  <a:lnTo>
                    <a:pt x="1065690" y="1027072"/>
                  </a:lnTo>
                  <a:lnTo>
                    <a:pt x="1056002" y="1025642"/>
                  </a:lnTo>
                  <a:lnTo>
                    <a:pt x="1046314" y="1024241"/>
                  </a:lnTo>
                  <a:lnTo>
                    <a:pt x="1036626" y="1022843"/>
                  </a:lnTo>
                  <a:lnTo>
                    <a:pt x="1026938" y="1021705"/>
                  </a:lnTo>
                  <a:lnTo>
                    <a:pt x="1017250" y="1020461"/>
                  </a:lnTo>
                  <a:lnTo>
                    <a:pt x="1007562" y="1019172"/>
                  </a:lnTo>
                  <a:lnTo>
                    <a:pt x="997874" y="1017873"/>
                  </a:lnTo>
                  <a:lnTo>
                    <a:pt x="988186" y="1015931"/>
                  </a:lnTo>
                  <a:lnTo>
                    <a:pt x="978498" y="1014300"/>
                  </a:lnTo>
                  <a:lnTo>
                    <a:pt x="968809" y="1012611"/>
                  </a:lnTo>
                  <a:lnTo>
                    <a:pt x="959121" y="1011531"/>
                  </a:lnTo>
                  <a:lnTo>
                    <a:pt x="949433" y="1009782"/>
                  </a:lnTo>
                  <a:lnTo>
                    <a:pt x="939745" y="1008728"/>
                  </a:lnTo>
                  <a:lnTo>
                    <a:pt x="930057" y="1007475"/>
                  </a:lnTo>
                  <a:lnTo>
                    <a:pt x="920369" y="1006208"/>
                  </a:lnTo>
                  <a:lnTo>
                    <a:pt x="910681" y="1004818"/>
                  </a:lnTo>
                  <a:lnTo>
                    <a:pt x="900993" y="1003393"/>
                  </a:lnTo>
                  <a:lnTo>
                    <a:pt x="891305" y="1001956"/>
                  </a:lnTo>
                  <a:lnTo>
                    <a:pt x="881617" y="1000507"/>
                  </a:lnTo>
                  <a:lnTo>
                    <a:pt x="871928" y="998405"/>
                  </a:lnTo>
                  <a:lnTo>
                    <a:pt x="862240" y="996363"/>
                  </a:lnTo>
                  <a:lnTo>
                    <a:pt x="852552" y="995845"/>
                  </a:lnTo>
                  <a:lnTo>
                    <a:pt x="842864" y="994576"/>
                  </a:lnTo>
                  <a:lnTo>
                    <a:pt x="833176" y="993079"/>
                  </a:lnTo>
                  <a:lnTo>
                    <a:pt x="823488" y="991883"/>
                  </a:lnTo>
                  <a:lnTo>
                    <a:pt x="813800" y="990813"/>
                  </a:lnTo>
                  <a:lnTo>
                    <a:pt x="804112" y="989579"/>
                  </a:lnTo>
                  <a:lnTo>
                    <a:pt x="794424" y="987643"/>
                  </a:lnTo>
                  <a:lnTo>
                    <a:pt x="784736" y="985317"/>
                  </a:lnTo>
                  <a:lnTo>
                    <a:pt x="775047" y="983700"/>
                  </a:lnTo>
                  <a:lnTo>
                    <a:pt x="765359" y="982323"/>
                  </a:lnTo>
                  <a:lnTo>
                    <a:pt x="755671" y="981087"/>
                  </a:lnTo>
                  <a:lnTo>
                    <a:pt x="745983" y="979378"/>
                  </a:lnTo>
                  <a:lnTo>
                    <a:pt x="736295" y="978700"/>
                  </a:lnTo>
                  <a:lnTo>
                    <a:pt x="726607" y="976957"/>
                  </a:lnTo>
                  <a:lnTo>
                    <a:pt x="716919" y="975877"/>
                  </a:lnTo>
                  <a:lnTo>
                    <a:pt x="707231" y="975172"/>
                  </a:lnTo>
                  <a:lnTo>
                    <a:pt x="697543" y="972932"/>
                  </a:lnTo>
                  <a:lnTo>
                    <a:pt x="687855" y="971350"/>
                  </a:lnTo>
                  <a:lnTo>
                    <a:pt x="678166" y="969997"/>
                  </a:lnTo>
                  <a:lnTo>
                    <a:pt x="668478" y="968583"/>
                  </a:lnTo>
                  <a:lnTo>
                    <a:pt x="658790" y="967258"/>
                  </a:lnTo>
                  <a:lnTo>
                    <a:pt x="649102" y="965520"/>
                  </a:lnTo>
                  <a:lnTo>
                    <a:pt x="639414" y="964242"/>
                  </a:lnTo>
                  <a:lnTo>
                    <a:pt x="629726" y="963192"/>
                  </a:lnTo>
                  <a:lnTo>
                    <a:pt x="620038" y="962051"/>
                  </a:lnTo>
                  <a:lnTo>
                    <a:pt x="610350" y="960628"/>
                  </a:lnTo>
                  <a:lnTo>
                    <a:pt x="600662" y="959760"/>
                  </a:lnTo>
                  <a:lnTo>
                    <a:pt x="590974" y="958633"/>
                  </a:lnTo>
                  <a:lnTo>
                    <a:pt x="581285" y="957534"/>
                  </a:lnTo>
                  <a:lnTo>
                    <a:pt x="571597" y="956648"/>
                  </a:lnTo>
                  <a:lnTo>
                    <a:pt x="561909" y="955231"/>
                  </a:lnTo>
                  <a:lnTo>
                    <a:pt x="552221" y="954035"/>
                  </a:lnTo>
                  <a:lnTo>
                    <a:pt x="542533" y="953041"/>
                  </a:lnTo>
                  <a:lnTo>
                    <a:pt x="532845" y="952269"/>
                  </a:lnTo>
                  <a:lnTo>
                    <a:pt x="523157" y="951061"/>
                  </a:lnTo>
                  <a:lnTo>
                    <a:pt x="513469" y="949845"/>
                  </a:lnTo>
                  <a:lnTo>
                    <a:pt x="503781" y="948624"/>
                  </a:lnTo>
                  <a:lnTo>
                    <a:pt x="494093" y="947072"/>
                  </a:lnTo>
                  <a:lnTo>
                    <a:pt x="484404" y="944685"/>
                  </a:lnTo>
                  <a:lnTo>
                    <a:pt x="474716" y="943068"/>
                  </a:lnTo>
                  <a:lnTo>
                    <a:pt x="465028" y="941659"/>
                  </a:lnTo>
                  <a:lnTo>
                    <a:pt x="455340" y="940213"/>
                  </a:lnTo>
                  <a:lnTo>
                    <a:pt x="445652" y="938642"/>
                  </a:lnTo>
                  <a:lnTo>
                    <a:pt x="435964" y="936232"/>
                  </a:lnTo>
                  <a:lnTo>
                    <a:pt x="426276" y="934854"/>
                  </a:lnTo>
                  <a:lnTo>
                    <a:pt x="416588" y="933467"/>
                  </a:lnTo>
                  <a:lnTo>
                    <a:pt x="406900" y="932074"/>
                  </a:lnTo>
                  <a:lnTo>
                    <a:pt x="397212" y="930589"/>
                  </a:lnTo>
                  <a:lnTo>
                    <a:pt x="387523" y="929444"/>
                  </a:lnTo>
                  <a:lnTo>
                    <a:pt x="377835" y="928820"/>
                  </a:lnTo>
                  <a:lnTo>
                    <a:pt x="368147" y="927920"/>
                  </a:lnTo>
                  <a:lnTo>
                    <a:pt x="358459" y="926437"/>
                  </a:lnTo>
                  <a:lnTo>
                    <a:pt x="348771" y="925889"/>
                  </a:lnTo>
                  <a:lnTo>
                    <a:pt x="339083" y="923884"/>
                  </a:lnTo>
                  <a:lnTo>
                    <a:pt x="329395" y="921860"/>
                  </a:lnTo>
                  <a:lnTo>
                    <a:pt x="319707" y="920401"/>
                  </a:lnTo>
                  <a:lnTo>
                    <a:pt x="310019" y="919772"/>
                  </a:lnTo>
                  <a:lnTo>
                    <a:pt x="300331" y="919334"/>
                  </a:lnTo>
                  <a:lnTo>
                    <a:pt x="290642" y="917683"/>
                  </a:lnTo>
                  <a:lnTo>
                    <a:pt x="280954" y="916385"/>
                  </a:lnTo>
                  <a:lnTo>
                    <a:pt x="271266" y="915032"/>
                  </a:lnTo>
                  <a:lnTo>
                    <a:pt x="261578" y="913338"/>
                  </a:lnTo>
                  <a:lnTo>
                    <a:pt x="251890" y="912013"/>
                  </a:lnTo>
                  <a:lnTo>
                    <a:pt x="242202" y="911206"/>
                  </a:lnTo>
                  <a:lnTo>
                    <a:pt x="232514" y="910410"/>
                  </a:lnTo>
                  <a:lnTo>
                    <a:pt x="222826" y="909628"/>
                  </a:lnTo>
                  <a:lnTo>
                    <a:pt x="213138" y="908810"/>
                  </a:lnTo>
                  <a:lnTo>
                    <a:pt x="203450" y="908007"/>
                  </a:lnTo>
                  <a:lnTo>
                    <a:pt x="193761" y="907202"/>
                  </a:lnTo>
                  <a:lnTo>
                    <a:pt x="184073" y="907471"/>
                  </a:lnTo>
                  <a:lnTo>
                    <a:pt x="174385" y="906729"/>
                  </a:lnTo>
                  <a:lnTo>
                    <a:pt x="164697" y="905229"/>
                  </a:lnTo>
                  <a:lnTo>
                    <a:pt x="155009" y="903942"/>
                  </a:lnTo>
                  <a:lnTo>
                    <a:pt x="145321" y="903427"/>
                  </a:lnTo>
                  <a:lnTo>
                    <a:pt x="135633" y="902271"/>
                  </a:lnTo>
                  <a:lnTo>
                    <a:pt x="125945" y="900273"/>
                  </a:lnTo>
                  <a:lnTo>
                    <a:pt x="116257" y="899141"/>
                  </a:lnTo>
                  <a:lnTo>
                    <a:pt x="106569" y="898463"/>
                  </a:lnTo>
                  <a:lnTo>
                    <a:pt x="96880" y="897123"/>
                  </a:lnTo>
                  <a:lnTo>
                    <a:pt x="87192" y="896413"/>
                  </a:lnTo>
                  <a:lnTo>
                    <a:pt x="77504" y="894949"/>
                  </a:lnTo>
                  <a:lnTo>
                    <a:pt x="67816" y="893649"/>
                  </a:lnTo>
                  <a:lnTo>
                    <a:pt x="58128" y="891716"/>
                  </a:lnTo>
                  <a:lnTo>
                    <a:pt x="48440" y="890210"/>
                  </a:lnTo>
                  <a:lnTo>
                    <a:pt x="38752" y="888806"/>
                  </a:lnTo>
                  <a:lnTo>
                    <a:pt x="29064" y="887421"/>
                  </a:lnTo>
                  <a:lnTo>
                    <a:pt x="19376" y="886991"/>
                  </a:lnTo>
                  <a:lnTo>
                    <a:pt x="9688" y="886719"/>
                  </a:lnTo>
                  <a:lnTo>
                    <a:pt x="0" y="886446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6332185" y="4522458"/>
              <a:ext cx="2509217" cy="794673"/>
            </a:xfrm>
            <a:custGeom>
              <a:avLst/>
              <a:pathLst>
                <a:path w="2509217" h="794673">
                  <a:moveTo>
                    <a:pt x="0" y="0"/>
                  </a:moveTo>
                  <a:lnTo>
                    <a:pt x="9688" y="10104"/>
                  </a:lnTo>
                  <a:lnTo>
                    <a:pt x="19376" y="20150"/>
                  </a:lnTo>
                  <a:lnTo>
                    <a:pt x="29064" y="29836"/>
                  </a:lnTo>
                  <a:lnTo>
                    <a:pt x="38752" y="37150"/>
                  </a:lnTo>
                  <a:lnTo>
                    <a:pt x="48440" y="45024"/>
                  </a:lnTo>
                  <a:lnTo>
                    <a:pt x="58128" y="54403"/>
                  </a:lnTo>
                  <a:lnTo>
                    <a:pt x="67816" y="60391"/>
                  </a:lnTo>
                  <a:lnTo>
                    <a:pt x="77504" y="69207"/>
                  </a:lnTo>
                  <a:lnTo>
                    <a:pt x="87192" y="78008"/>
                  </a:lnTo>
                  <a:lnTo>
                    <a:pt x="96880" y="86760"/>
                  </a:lnTo>
                  <a:lnTo>
                    <a:pt x="106569" y="95462"/>
                  </a:lnTo>
                  <a:lnTo>
                    <a:pt x="116257" y="104215"/>
                  </a:lnTo>
                  <a:lnTo>
                    <a:pt x="125945" y="112942"/>
                  </a:lnTo>
                  <a:lnTo>
                    <a:pt x="135633" y="121523"/>
                  </a:lnTo>
                  <a:lnTo>
                    <a:pt x="145321" y="127685"/>
                  </a:lnTo>
                  <a:lnTo>
                    <a:pt x="155009" y="133856"/>
                  </a:lnTo>
                  <a:lnTo>
                    <a:pt x="164697" y="138952"/>
                  </a:lnTo>
                  <a:lnTo>
                    <a:pt x="174385" y="144518"/>
                  </a:lnTo>
                  <a:lnTo>
                    <a:pt x="184073" y="150195"/>
                  </a:lnTo>
                  <a:lnTo>
                    <a:pt x="193761" y="155984"/>
                  </a:lnTo>
                  <a:lnTo>
                    <a:pt x="203450" y="164730"/>
                  </a:lnTo>
                  <a:lnTo>
                    <a:pt x="213138" y="173468"/>
                  </a:lnTo>
                  <a:lnTo>
                    <a:pt x="222826" y="182718"/>
                  </a:lnTo>
                  <a:lnTo>
                    <a:pt x="232514" y="190981"/>
                  </a:lnTo>
                  <a:lnTo>
                    <a:pt x="242202" y="199818"/>
                  </a:lnTo>
                  <a:lnTo>
                    <a:pt x="251890" y="209169"/>
                  </a:lnTo>
                  <a:lnTo>
                    <a:pt x="261578" y="216543"/>
                  </a:lnTo>
                  <a:lnTo>
                    <a:pt x="271266" y="221379"/>
                  </a:lnTo>
                  <a:lnTo>
                    <a:pt x="280954" y="225453"/>
                  </a:lnTo>
                  <a:lnTo>
                    <a:pt x="290642" y="234890"/>
                  </a:lnTo>
                  <a:lnTo>
                    <a:pt x="300331" y="242632"/>
                  </a:lnTo>
                  <a:lnTo>
                    <a:pt x="310019" y="249334"/>
                  </a:lnTo>
                  <a:lnTo>
                    <a:pt x="319707" y="254255"/>
                  </a:lnTo>
                  <a:lnTo>
                    <a:pt x="329395" y="259349"/>
                  </a:lnTo>
                  <a:lnTo>
                    <a:pt x="339083" y="264443"/>
                  </a:lnTo>
                  <a:lnTo>
                    <a:pt x="348771" y="270818"/>
                  </a:lnTo>
                  <a:lnTo>
                    <a:pt x="358459" y="278818"/>
                  </a:lnTo>
                  <a:lnTo>
                    <a:pt x="368147" y="280767"/>
                  </a:lnTo>
                  <a:lnTo>
                    <a:pt x="377835" y="285922"/>
                  </a:lnTo>
                  <a:lnTo>
                    <a:pt x="387523" y="292963"/>
                  </a:lnTo>
                  <a:lnTo>
                    <a:pt x="397212" y="300000"/>
                  </a:lnTo>
                  <a:lnTo>
                    <a:pt x="406900" y="306993"/>
                  </a:lnTo>
                  <a:lnTo>
                    <a:pt x="416588" y="314121"/>
                  </a:lnTo>
                  <a:lnTo>
                    <a:pt x="426276" y="320810"/>
                  </a:lnTo>
                  <a:lnTo>
                    <a:pt x="435964" y="327606"/>
                  </a:lnTo>
                  <a:lnTo>
                    <a:pt x="445652" y="334406"/>
                  </a:lnTo>
                  <a:lnTo>
                    <a:pt x="455340" y="341204"/>
                  </a:lnTo>
                  <a:lnTo>
                    <a:pt x="465028" y="347946"/>
                  </a:lnTo>
                  <a:lnTo>
                    <a:pt x="474716" y="354575"/>
                  </a:lnTo>
                  <a:lnTo>
                    <a:pt x="484404" y="361168"/>
                  </a:lnTo>
                  <a:lnTo>
                    <a:pt x="494093" y="367810"/>
                  </a:lnTo>
                  <a:lnTo>
                    <a:pt x="503781" y="374324"/>
                  </a:lnTo>
                  <a:lnTo>
                    <a:pt x="513469" y="380797"/>
                  </a:lnTo>
                  <a:lnTo>
                    <a:pt x="523157" y="383723"/>
                  </a:lnTo>
                  <a:lnTo>
                    <a:pt x="532845" y="388497"/>
                  </a:lnTo>
                  <a:lnTo>
                    <a:pt x="542533" y="392757"/>
                  </a:lnTo>
                  <a:lnTo>
                    <a:pt x="552221" y="399777"/>
                  </a:lnTo>
                  <a:lnTo>
                    <a:pt x="561909" y="404405"/>
                  </a:lnTo>
                  <a:lnTo>
                    <a:pt x="571597" y="408990"/>
                  </a:lnTo>
                  <a:lnTo>
                    <a:pt x="581285" y="414198"/>
                  </a:lnTo>
                  <a:lnTo>
                    <a:pt x="590974" y="418550"/>
                  </a:lnTo>
                  <a:lnTo>
                    <a:pt x="600662" y="423368"/>
                  </a:lnTo>
                  <a:lnTo>
                    <a:pt x="610350" y="429483"/>
                  </a:lnTo>
                  <a:lnTo>
                    <a:pt x="620038" y="436799"/>
                  </a:lnTo>
                  <a:lnTo>
                    <a:pt x="629726" y="444056"/>
                  </a:lnTo>
                  <a:lnTo>
                    <a:pt x="639414" y="447323"/>
                  </a:lnTo>
                  <a:lnTo>
                    <a:pt x="649102" y="449933"/>
                  </a:lnTo>
                  <a:lnTo>
                    <a:pt x="658790" y="452985"/>
                  </a:lnTo>
                  <a:lnTo>
                    <a:pt x="668478" y="456227"/>
                  </a:lnTo>
                  <a:lnTo>
                    <a:pt x="678166" y="462564"/>
                  </a:lnTo>
                  <a:lnTo>
                    <a:pt x="687855" y="467310"/>
                  </a:lnTo>
                  <a:lnTo>
                    <a:pt x="697543" y="471430"/>
                  </a:lnTo>
                  <a:lnTo>
                    <a:pt x="707231" y="474895"/>
                  </a:lnTo>
                  <a:lnTo>
                    <a:pt x="716919" y="475080"/>
                  </a:lnTo>
                  <a:lnTo>
                    <a:pt x="726607" y="479260"/>
                  </a:lnTo>
                  <a:lnTo>
                    <a:pt x="736295" y="483530"/>
                  </a:lnTo>
                  <a:lnTo>
                    <a:pt x="745983" y="488014"/>
                  </a:lnTo>
                  <a:lnTo>
                    <a:pt x="755671" y="491882"/>
                  </a:lnTo>
                  <a:lnTo>
                    <a:pt x="765359" y="496032"/>
                  </a:lnTo>
                  <a:lnTo>
                    <a:pt x="775047" y="500139"/>
                  </a:lnTo>
                  <a:lnTo>
                    <a:pt x="784736" y="504225"/>
                  </a:lnTo>
                  <a:lnTo>
                    <a:pt x="794424" y="508328"/>
                  </a:lnTo>
                  <a:lnTo>
                    <a:pt x="804112" y="512417"/>
                  </a:lnTo>
                  <a:lnTo>
                    <a:pt x="813800" y="516444"/>
                  </a:lnTo>
                  <a:lnTo>
                    <a:pt x="823488" y="519924"/>
                  </a:lnTo>
                  <a:lnTo>
                    <a:pt x="833176" y="523676"/>
                  </a:lnTo>
                  <a:lnTo>
                    <a:pt x="842864" y="528308"/>
                  </a:lnTo>
                  <a:lnTo>
                    <a:pt x="852552" y="531038"/>
                  </a:lnTo>
                  <a:lnTo>
                    <a:pt x="862240" y="533383"/>
                  </a:lnTo>
                  <a:lnTo>
                    <a:pt x="871928" y="536178"/>
                  </a:lnTo>
                  <a:lnTo>
                    <a:pt x="881617" y="539025"/>
                  </a:lnTo>
                  <a:lnTo>
                    <a:pt x="891305" y="542317"/>
                  </a:lnTo>
                  <a:lnTo>
                    <a:pt x="900993" y="545620"/>
                  </a:lnTo>
                  <a:lnTo>
                    <a:pt x="910681" y="548917"/>
                  </a:lnTo>
                  <a:lnTo>
                    <a:pt x="920369" y="552312"/>
                  </a:lnTo>
                  <a:lnTo>
                    <a:pt x="930057" y="556161"/>
                  </a:lnTo>
                  <a:lnTo>
                    <a:pt x="939745" y="560222"/>
                  </a:lnTo>
                  <a:lnTo>
                    <a:pt x="949433" y="566219"/>
                  </a:lnTo>
                  <a:lnTo>
                    <a:pt x="959121" y="568316"/>
                  </a:lnTo>
                  <a:lnTo>
                    <a:pt x="968809" y="573093"/>
                  </a:lnTo>
                  <a:lnTo>
                    <a:pt x="978498" y="575774"/>
                  </a:lnTo>
                  <a:lnTo>
                    <a:pt x="988186" y="580066"/>
                  </a:lnTo>
                  <a:lnTo>
                    <a:pt x="997874" y="584731"/>
                  </a:lnTo>
                  <a:lnTo>
                    <a:pt x="1007562" y="588056"/>
                  </a:lnTo>
                  <a:lnTo>
                    <a:pt x="1017250" y="590051"/>
                  </a:lnTo>
                  <a:lnTo>
                    <a:pt x="1026938" y="591997"/>
                  </a:lnTo>
                  <a:lnTo>
                    <a:pt x="1036626" y="593606"/>
                  </a:lnTo>
                  <a:lnTo>
                    <a:pt x="1046314" y="595213"/>
                  </a:lnTo>
                  <a:lnTo>
                    <a:pt x="1056002" y="598595"/>
                  </a:lnTo>
                  <a:lnTo>
                    <a:pt x="1065690" y="600718"/>
                  </a:lnTo>
                  <a:lnTo>
                    <a:pt x="1075379" y="602528"/>
                  </a:lnTo>
                  <a:lnTo>
                    <a:pt x="1085067" y="605511"/>
                  </a:lnTo>
                  <a:lnTo>
                    <a:pt x="1094755" y="608505"/>
                  </a:lnTo>
                  <a:lnTo>
                    <a:pt x="1104443" y="610039"/>
                  </a:lnTo>
                  <a:lnTo>
                    <a:pt x="1114131" y="612835"/>
                  </a:lnTo>
                  <a:lnTo>
                    <a:pt x="1123819" y="615804"/>
                  </a:lnTo>
                  <a:lnTo>
                    <a:pt x="1133507" y="618648"/>
                  </a:lnTo>
                  <a:lnTo>
                    <a:pt x="1143195" y="620377"/>
                  </a:lnTo>
                  <a:lnTo>
                    <a:pt x="1152883" y="622264"/>
                  </a:lnTo>
                  <a:lnTo>
                    <a:pt x="1162571" y="624010"/>
                  </a:lnTo>
                  <a:lnTo>
                    <a:pt x="1172260" y="628390"/>
                  </a:lnTo>
                  <a:lnTo>
                    <a:pt x="1181948" y="630687"/>
                  </a:lnTo>
                  <a:lnTo>
                    <a:pt x="1191636" y="632551"/>
                  </a:lnTo>
                  <a:lnTo>
                    <a:pt x="1201324" y="634409"/>
                  </a:lnTo>
                  <a:lnTo>
                    <a:pt x="1211012" y="636262"/>
                  </a:lnTo>
                  <a:lnTo>
                    <a:pt x="1220700" y="638205"/>
                  </a:lnTo>
                  <a:lnTo>
                    <a:pt x="1230388" y="640704"/>
                  </a:lnTo>
                  <a:lnTo>
                    <a:pt x="1240076" y="641527"/>
                  </a:lnTo>
                  <a:lnTo>
                    <a:pt x="1249764" y="644562"/>
                  </a:lnTo>
                  <a:lnTo>
                    <a:pt x="1259452" y="647742"/>
                  </a:lnTo>
                  <a:lnTo>
                    <a:pt x="1269141" y="651274"/>
                  </a:lnTo>
                  <a:lnTo>
                    <a:pt x="1278829" y="654400"/>
                  </a:lnTo>
                  <a:lnTo>
                    <a:pt x="1288517" y="657145"/>
                  </a:lnTo>
                  <a:lnTo>
                    <a:pt x="1298205" y="660234"/>
                  </a:lnTo>
                  <a:lnTo>
                    <a:pt x="1307893" y="662341"/>
                  </a:lnTo>
                  <a:lnTo>
                    <a:pt x="1317581" y="664695"/>
                  </a:lnTo>
                  <a:lnTo>
                    <a:pt x="1327269" y="666414"/>
                  </a:lnTo>
                  <a:lnTo>
                    <a:pt x="1336957" y="668128"/>
                  </a:lnTo>
                  <a:lnTo>
                    <a:pt x="1346645" y="669877"/>
                  </a:lnTo>
                  <a:lnTo>
                    <a:pt x="1356333" y="672025"/>
                  </a:lnTo>
                  <a:lnTo>
                    <a:pt x="1366022" y="673463"/>
                  </a:lnTo>
                  <a:lnTo>
                    <a:pt x="1375710" y="676522"/>
                  </a:lnTo>
                  <a:lnTo>
                    <a:pt x="1385398" y="677380"/>
                  </a:lnTo>
                  <a:lnTo>
                    <a:pt x="1395086" y="678389"/>
                  </a:lnTo>
                  <a:lnTo>
                    <a:pt x="1404774" y="678258"/>
                  </a:lnTo>
                  <a:lnTo>
                    <a:pt x="1414462" y="679439"/>
                  </a:lnTo>
                  <a:lnTo>
                    <a:pt x="1424150" y="682839"/>
                  </a:lnTo>
                  <a:lnTo>
                    <a:pt x="1433838" y="684410"/>
                  </a:lnTo>
                  <a:lnTo>
                    <a:pt x="1443526" y="684770"/>
                  </a:lnTo>
                  <a:lnTo>
                    <a:pt x="1453214" y="684877"/>
                  </a:lnTo>
                  <a:lnTo>
                    <a:pt x="1462903" y="687771"/>
                  </a:lnTo>
                  <a:lnTo>
                    <a:pt x="1472591" y="689009"/>
                  </a:lnTo>
                  <a:lnTo>
                    <a:pt x="1482279" y="690159"/>
                  </a:lnTo>
                  <a:lnTo>
                    <a:pt x="1491967" y="692258"/>
                  </a:lnTo>
                  <a:lnTo>
                    <a:pt x="1501655" y="694486"/>
                  </a:lnTo>
                  <a:lnTo>
                    <a:pt x="1511343" y="696703"/>
                  </a:lnTo>
                  <a:lnTo>
                    <a:pt x="1521031" y="698912"/>
                  </a:lnTo>
                  <a:lnTo>
                    <a:pt x="1530719" y="701112"/>
                  </a:lnTo>
                  <a:lnTo>
                    <a:pt x="1540407" y="700928"/>
                  </a:lnTo>
                  <a:lnTo>
                    <a:pt x="1550095" y="700615"/>
                  </a:lnTo>
                  <a:lnTo>
                    <a:pt x="1559784" y="703592"/>
                  </a:lnTo>
                  <a:lnTo>
                    <a:pt x="1569472" y="704893"/>
                  </a:lnTo>
                  <a:lnTo>
                    <a:pt x="1579160" y="705475"/>
                  </a:lnTo>
                  <a:lnTo>
                    <a:pt x="1588848" y="707001"/>
                  </a:lnTo>
                  <a:lnTo>
                    <a:pt x="1598536" y="707729"/>
                  </a:lnTo>
                  <a:lnTo>
                    <a:pt x="1608224" y="708479"/>
                  </a:lnTo>
                  <a:lnTo>
                    <a:pt x="1617912" y="709194"/>
                  </a:lnTo>
                  <a:lnTo>
                    <a:pt x="1627600" y="710206"/>
                  </a:lnTo>
                  <a:lnTo>
                    <a:pt x="1637288" y="712124"/>
                  </a:lnTo>
                  <a:lnTo>
                    <a:pt x="1646976" y="713429"/>
                  </a:lnTo>
                  <a:lnTo>
                    <a:pt x="1656665" y="714388"/>
                  </a:lnTo>
                  <a:lnTo>
                    <a:pt x="1666353" y="715462"/>
                  </a:lnTo>
                  <a:lnTo>
                    <a:pt x="1676041" y="716683"/>
                  </a:lnTo>
                  <a:lnTo>
                    <a:pt x="1685729" y="717485"/>
                  </a:lnTo>
                  <a:lnTo>
                    <a:pt x="1695417" y="719467"/>
                  </a:lnTo>
                  <a:lnTo>
                    <a:pt x="1705105" y="721549"/>
                  </a:lnTo>
                  <a:lnTo>
                    <a:pt x="1714793" y="723622"/>
                  </a:lnTo>
                  <a:lnTo>
                    <a:pt x="1724481" y="725595"/>
                  </a:lnTo>
                  <a:lnTo>
                    <a:pt x="1734169" y="727129"/>
                  </a:lnTo>
                  <a:lnTo>
                    <a:pt x="1743857" y="728519"/>
                  </a:lnTo>
                  <a:lnTo>
                    <a:pt x="1753546" y="729419"/>
                  </a:lnTo>
                  <a:lnTo>
                    <a:pt x="1763234" y="730317"/>
                  </a:lnTo>
                  <a:lnTo>
                    <a:pt x="1772922" y="731214"/>
                  </a:lnTo>
                  <a:lnTo>
                    <a:pt x="1782610" y="731821"/>
                  </a:lnTo>
                  <a:lnTo>
                    <a:pt x="1792298" y="732981"/>
                  </a:lnTo>
                  <a:lnTo>
                    <a:pt x="1801986" y="733835"/>
                  </a:lnTo>
                  <a:lnTo>
                    <a:pt x="1811674" y="734688"/>
                  </a:lnTo>
                  <a:lnTo>
                    <a:pt x="1821362" y="735550"/>
                  </a:lnTo>
                  <a:lnTo>
                    <a:pt x="1831050" y="736825"/>
                  </a:lnTo>
                  <a:lnTo>
                    <a:pt x="1840738" y="737922"/>
                  </a:lnTo>
                  <a:lnTo>
                    <a:pt x="1850427" y="738149"/>
                  </a:lnTo>
                  <a:lnTo>
                    <a:pt x="1860115" y="738984"/>
                  </a:lnTo>
                  <a:lnTo>
                    <a:pt x="1869803" y="739253"/>
                  </a:lnTo>
                  <a:lnTo>
                    <a:pt x="1879491" y="740691"/>
                  </a:lnTo>
                  <a:lnTo>
                    <a:pt x="1889179" y="741032"/>
                  </a:lnTo>
                  <a:lnTo>
                    <a:pt x="1898867" y="740398"/>
                  </a:lnTo>
                  <a:lnTo>
                    <a:pt x="1908555" y="741425"/>
                  </a:lnTo>
                  <a:lnTo>
                    <a:pt x="1918243" y="742648"/>
                  </a:lnTo>
                  <a:lnTo>
                    <a:pt x="1927931" y="744185"/>
                  </a:lnTo>
                  <a:lnTo>
                    <a:pt x="1937619" y="745719"/>
                  </a:lnTo>
                  <a:lnTo>
                    <a:pt x="1947308" y="746821"/>
                  </a:lnTo>
                  <a:lnTo>
                    <a:pt x="1956996" y="748578"/>
                  </a:lnTo>
                  <a:lnTo>
                    <a:pt x="1966684" y="749065"/>
                  </a:lnTo>
                  <a:lnTo>
                    <a:pt x="1976372" y="750101"/>
                  </a:lnTo>
                  <a:lnTo>
                    <a:pt x="1986060" y="751036"/>
                  </a:lnTo>
                  <a:lnTo>
                    <a:pt x="1995748" y="751956"/>
                  </a:lnTo>
                  <a:lnTo>
                    <a:pt x="2005436" y="753135"/>
                  </a:lnTo>
                  <a:lnTo>
                    <a:pt x="2015124" y="754992"/>
                  </a:lnTo>
                  <a:lnTo>
                    <a:pt x="2024812" y="755430"/>
                  </a:lnTo>
                  <a:lnTo>
                    <a:pt x="2034500" y="756584"/>
                  </a:lnTo>
                  <a:lnTo>
                    <a:pt x="2044188" y="757734"/>
                  </a:lnTo>
                  <a:lnTo>
                    <a:pt x="2053877" y="758421"/>
                  </a:lnTo>
                  <a:lnTo>
                    <a:pt x="2063565" y="759766"/>
                  </a:lnTo>
                  <a:lnTo>
                    <a:pt x="2073253" y="760328"/>
                  </a:lnTo>
                  <a:lnTo>
                    <a:pt x="2082941" y="760491"/>
                  </a:lnTo>
                  <a:lnTo>
                    <a:pt x="2092629" y="760658"/>
                  </a:lnTo>
                  <a:lnTo>
                    <a:pt x="2102317" y="760836"/>
                  </a:lnTo>
                  <a:lnTo>
                    <a:pt x="2112005" y="761015"/>
                  </a:lnTo>
                  <a:lnTo>
                    <a:pt x="2121693" y="761574"/>
                  </a:lnTo>
                  <a:lnTo>
                    <a:pt x="2131381" y="762372"/>
                  </a:lnTo>
                  <a:lnTo>
                    <a:pt x="2141069" y="763181"/>
                  </a:lnTo>
                  <a:lnTo>
                    <a:pt x="2150758" y="764011"/>
                  </a:lnTo>
                  <a:lnTo>
                    <a:pt x="2160446" y="765077"/>
                  </a:lnTo>
                  <a:lnTo>
                    <a:pt x="2170134" y="766602"/>
                  </a:lnTo>
                  <a:lnTo>
                    <a:pt x="2179822" y="768122"/>
                  </a:lnTo>
                  <a:lnTo>
                    <a:pt x="2189510" y="769637"/>
                  </a:lnTo>
                  <a:lnTo>
                    <a:pt x="2199198" y="771146"/>
                  </a:lnTo>
                  <a:lnTo>
                    <a:pt x="2208886" y="772651"/>
                  </a:lnTo>
                  <a:lnTo>
                    <a:pt x="2218574" y="774150"/>
                  </a:lnTo>
                  <a:lnTo>
                    <a:pt x="2228262" y="775290"/>
                  </a:lnTo>
                  <a:lnTo>
                    <a:pt x="2237950" y="775725"/>
                  </a:lnTo>
                  <a:lnTo>
                    <a:pt x="2247639" y="776160"/>
                  </a:lnTo>
                  <a:lnTo>
                    <a:pt x="2257327" y="776595"/>
                  </a:lnTo>
                  <a:lnTo>
                    <a:pt x="2267015" y="777029"/>
                  </a:lnTo>
                  <a:lnTo>
                    <a:pt x="2276703" y="777466"/>
                  </a:lnTo>
                  <a:lnTo>
                    <a:pt x="2286391" y="777903"/>
                  </a:lnTo>
                  <a:lnTo>
                    <a:pt x="2296079" y="778340"/>
                  </a:lnTo>
                  <a:lnTo>
                    <a:pt x="2305767" y="778776"/>
                  </a:lnTo>
                  <a:lnTo>
                    <a:pt x="2315455" y="779212"/>
                  </a:lnTo>
                  <a:lnTo>
                    <a:pt x="2325143" y="779647"/>
                  </a:lnTo>
                  <a:lnTo>
                    <a:pt x="2334831" y="780193"/>
                  </a:lnTo>
                  <a:lnTo>
                    <a:pt x="2344520" y="781109"/>
                  </a:lnTo>
                  <a:lnTo>
                    <a:pt x="2354208" y="782023"/>
                  </a:lnTo>
                  <a:lnTo>
                    <a:pt x="2363896" y="782940"/>
                  </a:lnTo>
                  <a:lnTo>
                    <a:pt x="2373584" y="783859"/>
                  </a:lnTo>
                  <a:lnTo>
                    <a:pt x="2383272" y="784776"/>
                  </a:lnTo>
                  <a:lnTo>
                    <a:pt x="2392960" y="785695"/>
                  </a:lnTo>
                  <a:lnTo>
                    <a:pt x="2402648" y="786618"/>
                  </a:lnTo>
                  <a:lnTo>
                    <a:pt x="2412336" y="787538"/>
                  </a:lnTo>
                  <a:lnTo>
                    <a:pt x="2422024" y="788456"/>
                  </a:lnTo>
                  <a:lnTo>
                    <a:pt x="2431712" y="789372"/>
                  </a:lnTo>
                  <a:lnTo>
                    <a:pt x="2441401" y="790210"/>
                  </a:lnTo>
                  <a:lnTo>
                    <a:pt x="2451089" y="790695"/>
                  </a:lnTo>
                  <a:lnTo>
                    <a:pt x="2460777" y="791804"/>
                  </a:lnTo>
                  <a:lnTo>
                    <a:pt x="2470465" y="792910"/>
                  </a:lnTo>
                  <a:lnTo>
                    <a:pt x="2480153" y="793429"/>
                  </a:lnTo>
                  <a:lnTo>
                    <a:pt x="2489841" y="794455"/>
                  </a:lnTo>
                  <a:lnTo>
                    <a:pt x="2499529" y="794602"/>
                  </a:lnTo>
                  <a:lnTo>
                    <a:pt x="2509217" y="7946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6332185" y="5408904"/>
              <a:ext cx="2509217" cy="260312"/>
            </a:xfrm>
            <a:custGeom>
              <a:avLst/>
              <a:pathLst>
                <a:path w="2509217" h="260312">
                  <a:moveTo>
                    <a:pt x="2509217" y="260312"/>
                  </a:moveTo>
                  <a:lnTo>
                    <a:pt x="2499529" y="259999"/>
                  </a:lnTo>
                  <a:lnTo>
                    <a:pt x="2489841" y="259681"/>
                  </a:lnTo>
                  <a:lnTo>
                    <a:pt x="2480153" y="259360"/>
                  </a:lnTo>
                  <a:lnTo>
                    <a:pt x="2470465" y="259035"/>
                  </a:lnTo>
                  <a:lnTo>
                    <a:pt x="2460777" y="258707"/>
                  </a:lnTo>
                  <a:lnTo>
                    <a:pt x="2451089" y="258374"/>
                  </a:lnTo>
                  <a:lnTo>
                    <a:pt x="2441401" y="258037"/>
                  </a:lnTo>
                  <a:lnTo>
                    <a:pt x="2431712" y="257696"/>
                  </a:lnTo>
                  <a:lnTo>
                    <a:pt x="2422024" y="257377"/>
                  </a:lnTo>
                  <a:lnTo>
                    <a:pt x="2412336" y="257110"/>
                  </a:lnTo>
                  <a:lnTo>
                    <a:pt x="2402648" y="256748"/>
                  </a:lnTo>
                  <a:lnTo>
                    <a:pt x="2392960" y="256357"/>
                  </a:lnTo>
                  <a:lnTo>
                    <a:pt x="2383272" y="255960"/>
                  </a:lnTo>
                  <a:lnTo>
                    <a:pt x="2373584" y="255574"/>
                  </a:lnTo>
                  <a:lnTo>
                    <a:pt x="2363896" y="255214"/>
                  </a:lnTo>
                  <a:lnTo>
                    <a:pt x="2354208" y="254912"/>
                  </a:lnTo>
                  <a:lnTo>
                    <a:pt x="2344520" y="254602"/>
                  </a:lnTo>
                  <a:lnTo>
                    <a:pt x="2334831" y="254161"/>
                  </a:lnTo>
                  <a:lnTo>
                    <a:pt x="2325143" y="253713"/>
                  </a:lnTo>
                  <a:lnTo>
                    <a:pt x="2315455" y="253259"/>
                  </a:lnTo>
                  <a:lnTo>
                    <a:pt x="2305767" y="252839"/>
                  </a:lnTo>
                  <a:lnTo>
                    <a:pt x="2296079" y="252432"/>
                  </a:lnTo>
                  <a:lnTo>
                    <a:pt x="2286391" y="252019"/>
                  </a:lnTo>
                  <a:lnTo>
                    <a:pt x="2276703" y="251600"/>
                  </a:lnTo>
                  <a:lnTo>
                    <a:pt x="2267015" y="251175"/>
                  </a:lnTo>
                  <a:lnTo>
                    <a:pt x="2257327" y="250743"/>
                  </a:lnTo>
                  <a:lnTo>
                    <a:pt x="2247639" y="250305"/>
                  </a:lnTo>
                  <a:lnTo>
                    <a:pt x="2237950" y="249861"/>
                  </a:lnTo>
                  <a:lnTo>
                    <a:pt x="2228262" y="249412"/>
                  </a:lnTo>
                  <a:lnTo>
                    <a:pt x="2218574" y="248957"/>
                  </a:lnTo>
                  <a:lnTo>
                    <a:pt x="2208886" y="248512"/>
                  </a:lnTo>
                  <a:lnTo>
                    <a:pt x="2199198" y="248035"/>
                  </a:lnTo>
                  <a:lnTo>
                    <a:pt x="2189510" y="247568"/>
                  </a:lnTo>
                  <a:lnTo>
                    <a:pt x="2179822" y="247093"/>
                  </a:lnTo>
                  <a:lnTo>
                    <a:pt x="2170134" y="246609"/>
                  </a:lnTo>
                  <a:lnTo>
                    <a:pt x="2160446" y="246119"/>
                  </a:lnTo>
                  <a:lnTo>
                    <a:pt x="2150758" y="245624"/>
                  </a:lnTo>
                  <a:lnTo>
                    <a:pt x="2141069" y="245120"/>
                  </a:lnTo>
                  <a:lnTo>
                    <a:pt x="2131381" y="244614"/>
                  </a:lnTo>
                  <a:lnTo>
                    <a:pt x="2121693" y="244101"/>
                  </a:lnTo>
                  <a:lnTo>
                    <a:pt x="2112005" y="243582"/>
                  </a:lnTo>
                  <a:lnTo>
                    <a:pt x="2102317" y="243056"/>
                  </a:lnTo>
                  <a:lnTo>
                    <a:pt x="2092629" y="242523"/>
                  </a:lnTo>
                  <a:lnTo>
                    <a:pt x="2082941" y="241984"/>
                  </a:lnTo>
                  <a:lnTo>
                    <a:pt x="2073253" y="241437"/>
                  </a:lnTo>
                  <a:lnTo>
                    <a:pt x="2063565" y="240884"/>
                  </a:lnTo>
                  <a:lnTo>
                    <a:pt x="2053877" y="240324"/>
                  </a:lnTo>
                  <a:lnTo>
                    <a:pt x="2044188" y="239756"/>
                  </a:lnTo>
                  <a:lnTo>
                    <a:pt x="2034500" y="239182"/>
                  </a:lnTo>
                  <a:lnTo>
                    <a:pt x="2024812" y="238599"/>
                  </a:lnTo>
                  <a:lnTo>
                    <a:pt x="2015124" y="238006"/>
                  </a:lnTo>
                  <a:lnTo>
                    <a:pt x="2005436" y="237407"/>
                  </a:lnTo>
                  <a:lnTo>
                    <a:pt x="1995748" y="236800"/>
                  </a:lnTo>
                  <a:lnTo>
                    <a:pt x="1986060" y="236185"/>
                  </a:lnTo>
                  <a:lnTo>
                    <a:pt x="1976372" y="235562"/>
                  </a:lnTo>
                  <a:lnTo>
                    <a:pt x="1966684" y="234931"/>
                  </a:lnTo>
                  <a:lnTo>
                    <a:pt x="1956996" y="234266"/>
                  </a:lnTo>
                  <a:lnTo>
                    <a:pt x="1947308" y="233545"/>
                  </a:lnTo>
                  <a:lnTo>
                    <a:pt x="1937619" y="232813"/>
                  </a:lnTo>
                  <a:lnTo>
                    <a:pt x="1927931" y="232069"/>
                  </a:lnTo>
                  <a:lnTo>
                    <a:pt x="1918243" y="231367"/>
                  </a:lnTo>
                  <a:lnTo>
                    <a:pt x="1908555" y="230565"/>
                  </a:lnTo>
                  <a:lnTo>
                    <a:pt x="1898867" y="229781"/>
                  </a:lnTo>
                  <a:lnTo>
                    <a:pt x="1889179" y="228998"/>
                  </a:lnTo>
                  <a:lnTo>
                    <a:pt x="1879491" y="228204"/>
                  </a:lnTo>
                  <a:lnTo>
                    <a:pt x="1869803" y="227476"/>
                  </a:lnTo>
                  <a:lnTo>
                    <a:pt x="1860115" y="226815"/>
                  </a:lnTo>
                  <a:lnTo>
                    <a:pt x="1850427" y="226144"/>
                  </a:lnTo>
                  <a:lnTo>
                    <a:pt x="1840738" y="225466"/>
                  </a:lnTo>
                  <a:lnTo>
                    <a:pt x="1831050" y="224780"/>
                  </a:lnTo>
                  <a:lnTo>
                    <a:pt x="1821362" y="224086"/>
                  </a:lnTo>
                  <a:lnTo>
                    <a:pt x="1811674" y="223384"/>
                  </a:lnTo>
                  <a:lnTo>
                    <a:pt x="1801986" y="222674"/>
                  </a:lnTo>
                  <a:lnTo>
                    <a:pt x="1792298" y="221955"/>
                  </a:lnTo>
                  <a:lnTo>
                    <a:pt x="1782610" y="221229"/>
                  </a:lnTo>
                  <a:lnTo>
                    <a:pt x="1772922" y="220494"/>
                  </a:lnTo>
                  <a:lnTo>
                    <a:pt x="1763234" y="219714"/>
                  </a:lnTo>
                  <a:lnTo>
                    <a:pt x="1753546" y="219007"/>
                  </a:lnTo>
                  <a:lnTo>
                    <a:pt x="1743857" y="218255"/>
                  </a:lnTo>
                  <a:lnTo>
                    <a:pt x="1734169" y="217489"/>
                  </a:lnTo>
                  <a:lnTo>
                    <a:pt x="1724481" y="216711"/>
                  </a:lnTo>
                  <a:lnTo>
                    <a:pt x="1714793" y="215922"/>
                  </a:lnTo>
                  <a:lnTo>
                    <a:pt x="1705105" y="215118"/>
                  </a:lnTo>
                  <a:lnTo>
                    <a:pt x="1695417" y="214138"/>
                  </a:lnTo>
                  <a:lnTo>
                    <a:pt x="1685729" y="213458"/>
                  </a:lnTo>
                  <a:lnTo>
                    <a:pt x="1676041" y="212724"/>
                  </a:lnTo>
                  <a:lnTo>
                    <a:pt x="1666353" y="212003"/>
                  </a:lnTo>
                  <a:lnTo>
                    <a:pt x="1656665" y="211116"/>
                  </a:lnTo>
                  <a:lnTo>
                    <a:pt x="1646976" y="210178"/>
                  </a:lnTo>
                  <a:lnTo>
                    <a:pt x="1637288" y="209319"/>
                  </a:lnTo>
                  <a:lnTo>
                    <a:pt x="1627600" y="208450"/>
                  </a:lnTo>
                  <a:lnTo>
                    <a:pt x="1617912" y="207538"/>
                  </a:lnTo>
                  <a:lnTo>
                    <a:pt x="1608224" y="206315"/>
                  </a:lnTo>
                  <a:lnTo>
                    <a:pt x="1598536" y="205073"/>
                  </a:lnTo>
                  <a:lnTo>
                    <a:pt x="1588848" y="203811"/>
                  </a:lnTo>
                  <a:lnTo>
                    <a:pt x="1579160" y="202579"/>
                  </a:lnTo>
                  <a:lnTo>
                    <a:pt x="1569472" y="201443"/>
                  </a:lnTo>
                  <a:lnTo>
                    <a:pt x="1559784" y="200291"/>
                  </a:lnTo>
                  <a:lnTo>
                    <a:pt x="1550095" y="199124"/>
                  </a:lnTo>
                  <a:lnTo>
                    <a:pt x="1540407" y="198230"/>
                  </a:lnTo>
                  <a:lnTo>
                    <a:pt x="1530719" y="197524"/>
                  </a:lnTo>
                  <a:lnTo>
                    <a:pt x="1521031" y="196847"/>
                  </a:lnTo>
                  <a:lnTo>
                    <a:pt x="1511343" y="195949"/>
                  </a:lnTo>
                  <a:lnTo>
                    <a:pt x="1501655" y="194971"/>
                  </a:lnTo>
                  <a:lnTo>
                    <a:pt x="1491967" y="194161"/>
                  </a:lnTo>
                  <a:lnTo>
                    <a:pt x="1482279" y="193532"/>
                  </a:lnTo>
                  <a:lnTo>
                    <a:pt x="1472591" y="192844"/>
                  </a:lnTo>
                  <a:lnTo>
                    <a:pt x="1462903" y="191893"/>
                  </a:lnTo>
                  <a:lnTo>
                    <a:pt x="1453214" y="190796"/>
                  </a:lnTo>
                  <a:lnTo>
                    <a:pt x="1443526" y="189548"/>
                  </a:lnTo>
                  <a:lnTo>
                    <a:pt x="1433838" y="188182"/>
                  </a:lnTo>
                  <a:lnTo>
                    <a:pt x="1424150" y="186797"/>
                  </a:lnTo>
                  <a:lnTo>
                    <a:pt x="1414462" y="185387"/>
                  </a:lnTo>
                  <a:lnTo>
                    <a:pt x="1404774" y="183955"/>
                  </a:lnTo>
                  <a:lnTo>
                    <a:pt x="1395086" y="182502"/>
                  </a:lnTo>
                  <a:lnTo>
                    <a:pt x="1385398" y="181135"/>
                  </a:lnTo>
                  <a:lnTo>
                    <a:pt x="1375710" y="179955"/>
                  </a:lnTo>
                  <a:lnTo>
                    <a:pt x="1366022" y="178598"/>
                  </a:lnTo>
                  <a:lnTo>
                    <a:pt x="1356333" y="177827"/>
                  </a:lnTo>
                  <a:lnTo>
                    <a:pt x="1346645" y="176845"/>
                  </a:lnTo>
                  <a:lnTo>
                    <a:pt x="1336957" y="176061"/>
                  </a:lnTo>
                  <a:lnTo>
                    <a:pt x="1327269" y="175260"/>
                  </a:lnTo>
                  <a:lnTo>
                    <a:pt x="1317581" y="174060"/>
                  </a:lnTo>
                  <a:lnTo>
                    <a:pt x="1307893" y="173276"/>
                  </a:lnTo>
                  <a:lnTo>
                    <a:pt x="1298205" y="172285"/>
                  </a:lnTo>
                  <a:lnTo>
                    <a:pt x="1288517" y="171407"/>
                  </a:lnTo>
                  <a:lnTo>
                    <a:pt x="1278829" y="170065"/>
                  </a:lnTo>
                  <a:lnTo>
                    <a:pt x="1269141" y="168412"/>
                  </a:lnTo>
                  <a:lnTo>
                    <a:pt x="1259452" y="167063"/>
                  </a:lnTo>
                  <a:lnTo>
                    <a:pt x="1249764" y="165628"/>
                  </a:lnTo>
                  <a:lnTo>
                    <a:pt x="1240076" y="164350"/>
                  </a:lnTo>
                  <a:lnTo>
                    <a:pt x="1230388" y="163375"/>
                  </a:lnTo>
                  <a:lnTo>
                    <a:pt x="1220700" y="162397"/>
                  </a:lnTo>
                  <a:lnTo>
                    <a:pt x="1211012" y="160623"/>
                  </a:lnTo>
                  <a:lnTo>
                    <a:pt x="1201324" y="159190"/>
                  </a:lnTo>
                  <a:lnTo>
                    <a:pt x="1191636" y="157945"/>
                  </a:lnTo>
                  <a:lnTo>
                    <a:pt x="1181948" y="156677"/>
                  </a:lnTo>
                  <a:lnTo>
                    <a:pt x="1172260" y="155283"/>
                  </a:lnTo>
                  <a:lnTo>
                    <a:pt x="1162571" y="154149"/>
                  </a:lnTo>
                  <a:lnTo>
                    <a:pt x="1152883" y="152859"/>
                  </a:lnTo>
                  <a:lnTo>
                    <a:pt x="1143195" y="151528"/>
                  </a:lnTo>
                  <a:lnTo>
                    <a:pt x="1133507" y="150202"/>
                  </a:lnTo>
                  <a:lnTo>
                    <a:pt x="1123819" y="148476"/>
                  </a:lnTo>
                  <a:lnTo>
                    <a:pt x="1114131" y="147401"/>
                  </a:lnTo>
                  <a:lnTo>
                    <a:pt x="1104443" y="146172"/>
                  </a:lnTo>
                  <a:lnTo>
                    <a:pt x="1094755" y="144538"/>
                  </a:lnTo>
                  <a:lnTo>
                    <a:pt x="1085067" y="143422"/>
                  </a:lnTo>
                  <a:lnTo>
                    <a:pt x="1075379" y="142037"/>
                  </a:lnTo>
                  <a:lnTo>
                    <a:pt x="1065690" y="140626"/>
                  </a:lnTo>
                  <a:lnTo>
                    <a:pt x="1056002" y="139195"/>
                  </a:lnTo>
                  <a:lnTo>
                    <a:pt x="1046314" y="137795"/>
                  </a:lnTo>
                  <a:lnTo>
                    <a:pt x="1036626" y="136397"/>
                  </a:lnTo>
                  <a:lnTo>
                    <a:pt x="1026938" y="135258"/>
                  </a:lnTo>
                  <a:lnTo>
                    <a:pt x="1017250" y="134014"/>
                  </a:lnTo>
                  <a:lnTo>
                    <a:pt x="1007562" y="132725"/>
                  </a:lnTo>
                  <a:lnTo>
                    <a:pt x="997874" y="131426"/>
                  </a:lnTo>
                  <a:lnTo>
                    <a:pt x="988186" y="129484"/>
                  </a:lnTo>
                  <a:lnTo>
                    <a:pt x="978498" y="127853"/>
                  </a:lnTo>
                  <a:lnTo>
                    <a:pt x="968809" y="126164"/>
                  </a:lnTo>
                  <a:lnTo>
                    <a:pt x="959121" y="125084"/>
                  </a:lnTo>
                  <a:lnTo>
                    <a:pt x="949433" y="123335"/>
                  </a:lnTo>
                  <a:lnTo>
                    <a:pt x="939745" y="122281"/>
                  </a:lnTo>
                  <a:lnTo>
                    <a:pt x="930057" y="121028"/>
                  </a:lnTo>
                  <a:lnTo>
                    <a:pt x="920369" y="119761"/>
                  </a:lnTo>
                  <a:lnTo>
                    <a:pt x="910681" y="118372"/>
                  </a:lnTo>
                  <a:lnTo>
                    <a:pt x="900993" y="116946"/>
                  </a:lnTo>
                  <a:lnTo>
                    <a:pt x="891305" y="115509"/>
                  </a:lnTo>
                  <a:lnTo>
                    <a:pt x="881617" y="114060"/>
                  </a:lnTo>
                  <a:lnTo>
                    <a:pt x="871928" y="111958"/>
                  </a:lnTo>
                  <a:lnTo>
                    <a:pt x="862240" y="109916"/>
                  </a:lnTo>
                  <a:lnTo>
                    <a:pt x="852552" y="109399"/>
                  </a:lnTo>
                  <a:lnTo>
                    <a:pt x="842864" y="108129"/>
                  </a:lnTo>
                  <a:lnTo>
                    <a:pt x="833176" y="106632"/>
                  </a:lnTo>
                  <a:lnTo>
                    <a:pt x="823488" y="105437"/>
                  </a:lnTo>
                  <a:lnTo>
                    <a:pt x="813800" y="104366"/>
                  </a:lnTo>
                  <a:lnTo>
                    <a:pt x="804112" y="103132"/>
                  </a:lnTo>
                  <a:lnTo>
                    <a:pt x="794424" y="101196"/>
                  </a:lnTo>
                  <a:lnTo>
                    <a:pt x="784736" y="98871"/>
                  </a:lnTo>
                  <a:lnTo>
                    <a:pt x="775047" y="97253"/>
                  </a:lnTo>
                  <a:lnTo>
                    <a:pt x="765359" y="95877"/>
                  </a:lnTo>
                  <a:lnTo>
                    <a:pt x="755671" y="94640"/>
                  </a:lnTo>
                  <a:lnTo>
                    <a:pt x="745983" y="92931"/>
                  </a:lnTo>
                  <a:lnTo>
                    <a:pt x="736295" y="92253"/>
                  </a:lnTo>
                  <a:lnTo>
                    <a:pt x="726607" y="90511"/>
                  </a:lnTo>
                  <a:lnTo>
                    <a:pt x="716919" y="89431"/>
                  </a:lnTo>
                  <a:lnTo>
                    <a:pt x="707231" y="88725"/>
                  </a:lnTo>
                  <a:lnTo>
                    <a:pt x="697543" y="86486"/>
                  </a:lnTo>
                  <a:lnTo>
                    <a:pt x="687855" y="84903"/>
                  </a:lnTo>
                  <a:lnTo>
                    <a:pt x="678166" y="83550"/>
                  </a:lnTo>
                  <a:lnTo>
                    <a:pt x="668478" y="82136"/>
                  </a:lnTo>
                  <a:lnTo>
                    <a:pt x="658790" y="80812"/>
                  </a:lnTo>
                  <a:lnTo>
                    <a:pt x="649102" y="79074"/>
                  </a:lnTo>
                  <a:lnTo>
                    <a:pt x="639414" y="77795"/>
                  </a:lnTo>
                  <a:lnTo>
                    <a:pt x="629726" y="76746"/>
                  </a:lnTo>
                  <a:lnTo>
                    <a:pt x="620038" y="75604"/>
                  </a:lnTo>
                  <a:lnTo>
                    <a:pt x="610350" y="74181"/>
                  </a:lnTo>
                  <a:lnTo>
                    <a:pt x="600662" y="73313"/>
                  </a:lnTo>
                  <a:lnTo>
                    <a:pt x="590974" y="72187"/>
                  </a:lnTo>
                  <a:lnTo>
                    <a:pt x="581285" y="71088"/>
                  </a:lnTo>
                  <a:lnTo>
                    <a:pt x="571597" y="70201"/>
                  </a:lnTo>
                  <a:lnTo>
                    <a:pt x="561909" y="68785"/>
                  </a:lnTo>
                  <a:lnTo>
                    <a:pt x="552221" y="67589"/>
                  </a:lnTo>
                  <a:lnTo>
                    <a:pt x="542533" y="66594"/>
                  </a:lnTo>
                  <a:lnTo>
                    <a:pt x="532845" y="65823"/>
                  </a:lnTo>
                  <a:lnTo>
                    <a:pt x="523157" y="64614"/>
                  </a:lnTo>
                  <a:lnTo>
                    <a:pt x="513469" y="63399"/>
                  </a:lnTo>
                  <a:lnTo>
                    <a:pt x="503781" y="62177"/>
                  </a:lnTo>
                  <a:lnTo>
                    <a:pt x="494093" y="60625"/>
                  </a:lnTo>
                  <a:lnTo>
                    <a:pt x="484404" y="58238"/>
                  </a:lnTo>
                  <a:lnTo>
                    <a:pt x="474716" y="56621"/>
                  </a:lnTo>
                  <a:lnTo>
                    <a:pt x="465028" y="55212"/>
                  </a:lnTo>
                  <a:lnTo>
                    <a:pt x="455340" y="53766"/>
                  </a:lnTo>
                  <a:lnTo>
                    <a:pt x="445652" y="52195"/>
                  </a:lnTo>
                  <a:lnTo>
                    <a:pt x="435964" y="49785"/>
                  </a:lnTo>
                  <a:lnTo>
                    <a:pt x="426276" y="48407"/>
                  </a:lnTo>
                  <a:lnTo>
                    <a:pt x="416588" y="47021"/>
                  </a:lnTo>
                  <a:lnTo>
                    <a:pt x="406900" y="45627"/>
                  </a:lnTo>
                  <a:lnTo>
                    <a:pt x="397212" y="44142"/>
                  </a:lnTo>
                  <a:lnTo>
                    <a:pt x="387523" y="42998"/>
                  </a:lnTo>
                  <a:lnTo>
                    <a:pt x="377835" y="42373"/>
                  </a:lnTo>
                  <a:lnTo>
                    <a:pt x="368147" y="41473"/>
                  </a:lnTo>
                  <a:lnTo>
                    <a:pt x="358459" y="39991"/>
                  </a:lnTo>
                  <a:lnTo>
                    <a:pt x="348771" y="39443"/>
                  </a:lnTo>
                  <a:lnTo>
                    <a:pt x="339083" y="37437"/>
                  </a:lnTo>
                  <a:lnTo>
                    <a:pt x="329395" y="35413"/>
                  </a:lnTo>
                  <a:lnTo>
                    <a:pt x="319707" y="33954"/>
                  </a:lnTo>
                  <a:lnTo>
                    <a:pt x="310019" y="33325"/>
                  </a:lnTo>
                  <a:lnTo>
                    <a:pt x="300331" y="32887"/>
                  </a:lnTo>
                  <a:lnTo>
                    <a:pt x="290642" y="31236"/>
                  </a:lnTo>
                  <a:lnTo>
                    <a:pt x="280954" y="29939"/>
                  </a:lnTo>
                  <a:lnTo>
                    <a:pt x="271266" y="28586"/>
                  </a:lnTo>
                  <a:lnTo>
                    <a:pt x="261578" y="26892"/>
                  </a:lnTo>
                  <a:lnTo>
                    <a:pt x="251890" y="25566"/>
                  </a:lnTo>
                  <a:lnTo>
                    <a:pt x="242202" y="24759"/>
                  </a:lnTo>
                  <a:lnTo>
                    <a:pt x="232514" y="23963"/>
                  </a:lnTo>
                  <a:lnTo>
                    <a:pt x="222826" y="23181"/>
                  </a:lnTo>
                  <a:lnTo>
                    <a:pt x="213138" y="22364"/>
                  </a:lnTo>
                  <a:lnTo>
                    <a:pt x="203450" y="21561"/>
                  </a:lnTo>
                  <a:lnTo>
                    <a:pt x="193761" y="20755"/>
                  </a:lnTo>
                  <a:lnTo>
                    <a:pt x="184073" y="21024"/>
                  </a:lnTo>
                  <a:lnTo>
                    <a:pt x="174385" y="20282"/>
                  </a:lnTo>
                  <a:lnTo>
                    <a:pt x="164697" y="18782"/>
                  </a:lnTo>
                  <a:lnTo>
                    <a:pt x="155009" y="17496"/>
                  </a:lnTo>
                  <a:lnTo>
                    <a:pt x="145321" y="16980"/>
                  </a:lnTo>
                  <a:lnTo>
                    <a:pt x="135633" y="15824"/>
                  </a:lnTo>
                  <a:lnTo>
                    <a:pt x="125945" y="13827"/>
                  </a:lnTo>
                  <a:lnTo>
                    <a:pt x="116257" y="12694"/>
                  </a:lnTo>
                  <a:lnTo>
                    <a:pt x="106569" y="12016"/>
                  </a:lnTo>
                  <a:lnTo>
                    <a:pt x="96880" y="10677"/>
                  </a:lnTo>
                  <a:lnTo>
                    <a:pt x="87192" y="9967"/>
                  </a:lnTo>
                  <a:lnTo>
                    <a:pt x="77504" y="8502"/>
                  </a:lnTo>
                  <a:lnTo>
                    <a:pt x="67816" y="7203"/>
                  </a:lnTo>
                  <a:lnTo>
                    <a:pt x="58128" y="5270"/>
                  </a:lnTo>
                  <a:lnTo>
                    <a:pt x="48440" y="3763"/>
                  </a:lnTo>
                  <a:lnTo>
                    <a:pt x="38752" y="2360"/>
                  </a:lnTo>
                  <a:lnTo>
                    <a:pt x="29064" y="974"/>
                  </a:lnTo>
                  <a:lnTo>
                    <a:pt x="19376" y="544"/>
                  </a:lnTo>
                  <a:lnTo>
                    <a:pt x="9688" y="2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6332185" y="1614679"/>
              <a:ext cx="2509217" cy="4075427"/>
            </a:xfrm>
            <a:custGeom>
              <a:avLst/>
              <a:pathLst>
                <a:path w="2509217" h="4075427">
                  <a:moveTo>
                    <a:pt x="0" y="1948003"/>
                  </a:moveTo>
                  <a:lnTo>
                    <a:pt x="9688" y="1961763"/>
                  </a:lnTo>
                  <a:lnTo>
                    <a:pt x="19376" y="1975843"/>
                  </a:lnTo>
                  <a:lnTo>
                    <a:pt x="29064" y="1990704"/>
                  </a:lnTo>
                  <a:lnTo>
                    <a:pt x="38752" y="2006291"/>
                  </a:lnTo>
                  <a:lnTo>
                    <a:pt x="48440" y="2022092"/>
                  </a:lnTo>
                  <a:lnTo>
                    <a:pt x="58128" y="2036529"/>
                  </a:lnTo>
                  <a:lnTo>
                    <a:pt x="67816" y="2053729"/>
                  </a:lnTo>
                  <a:lnTo>
                    <a:pt x="77504" y="2064728"/>
                  </a:lnTo>
                  <a:lnTo>
                    <a:pt x="87192" y="2069534"/>
                  </a:lnTo>
                  <a:lnTo>
                    <a:pt x="96880" y="2077261"/>
                  </a:lnTo>
                  <a:lnTo>
                    <a:pt x="106569" y="2091768"/>
                  </a:lnTo>
                  <a:lnTo>
                    <a:pt x="116257" y="2099114"/>
                  </a:lnTo>
                  <a:lnTo>
                    <a:pt x="125945" y="2106867"/>
                  </a:lnTo>
                  <a:lnTo>
                    <a:pt x="135633" y="2113357"/>
                  </a:lnTo>
                  <a:lnTo>
                    <a:pt x="145321" y="2122906"/>
                  </a:lnTo>
                  <a:lnTo>
                    <a:pt x="155009" y="2129385"/>
                  </a:lnTo>
                  <a:lnTo>
                    <a:pt x="164697" y="2139378"/>
                  </a:lnTo>
                  <a:lnTo>
                    <a:pt x="174385" y="2144418"/>
                  </a:lnTo>
                  <a:lnTo>
                    <a:pt x="184073" y="2159534"/>
                  </a:lnTo>
                  <a:lnTo>
                    <a:pt x="193761" y="2164776"/>
                  </a:lnTo>
                  <a:lnTo>
                    <a:pt x="203450" y="2173486"/>
                  </a:lnTo>
                  <a:lnTo>
                    <a:pt x="213138" y="2184840"/>
                  </a:lnTo>
                  <a:lnTo>
                    <a:pt x="222826" y="2194898"/>
                  </a:lnTo>
                  <a:lnTo>
                    <a:pt x="232514" y="2203860"/>
                  </a:lnTo>
                  <a:lnTo>
                    <a:pt x="242202" y="2212204"/>
                  </a:lnTo>
                  <a:lnTo>
                    <a:pt x="251890" y="2221240"/>
                  </a:lnTo>
                  <a:lnTo>
                    <a:pt x="261578" y="2222050"/>
                  </a:lnTo>
                  <a:lnTo>
                    <a:pt x="271266" y="2218906"/>
                  </a:lnTo>
                  <a:lnTo>
                    <a:pt x="280954" y="2216760"/>
                  </a:lnTo>
                  <a:lnTo>
                    <a:pt x="290642" y="2209812"/>
                  </a:lnTo>
                  <a:lnTo>
                    <a:pt x="300331" y="2208142"/>
                  </a:lnTo>
                  <a:lnTo>
                    <a:pt x="310019" y="2208102"/>
                  </a:lnTo>
                  <a:lnTo>
                    <a:pt x="319707" y="2205340"/>
                  </a:lnTo>
                  <a:lnTo>
                    <a:pt x="329395" y="2201431"/>
                  </a:lnTo>
                  <a:lnTo>
                    <a:pt x="339083" y="2204833"/>
                  </a:lnTo>
                  <a:lnTo>
                    <a:pt x="348771" y="2215267"/>
                  </a:lnTo>
                  <a:lnTo>
                    <a:pt x="358459" y="2233176"/>
                  </a:lnTo>
                  <a:lnTo>
                    <a:pt x="368147" y="2231209"/>
                  </a:lnTo>
                  <a:lnTo>
                    <a:pt x="377835" y="2231253"/>
                  </a:lnTo>
                  <a:lnTo>
                    <a:pt x="387523" y="2230096"/>
                  </a:lnTo>
                  <a:lnTo>
                    <a:pt x="397212" y="2227315"/>
                  </a:lnTo>
                  <a:lnTo>
                    <a:pt x="406900" y="2222077"/>
                  </a:lnTo>
                  <a:lnTo>
                    <a:pt x="416588" y="2214657"/>
                  </a:lnTo>
                  <a:lnTo>
                    <a:pt x="426276" y="2223455"/>
                  </a:lnTo>
                  <a:lnTo>
                    <a:pt x="435964" y="2221689"/>
                  </a:lnTo>
                  <a:lnTo>
                    <a:pt x="445652" y="2205205"/>
                  </a:lnTo>
                  <a:lnTo>
                    <a:pt x="455340" y="2188790"/>
                  </a:lnTo>
                  <a:lnTo>
                    <a:pt x="465028" y="2186654"/>
                  </a:lnTo>
                  <a:lnTo>
                    <a:pt x="474716" y="2190635"/>
                  </a:lnTo>
                  <a:lnTo>
                    <a:pt x="484404" y="2193202"/>
                  </a:lnTo>
                  <a:lnTo>
                    <a:pt x="494093" y="2193238"/>
                  </a:lnTo>
                  <a:lnTo>
                    <a:pt x="503781" y="2194655"/>
                  </a:lnTo>
                  <a:lnTo>
                    <a:pt x="513469" y="2187035"/>
                  </a:lnTo>
                  <a:lnTo>
                    <a:pt x="523157" y="2179450"/>
                  </a:lnTo>
                  <a:lnTo>
                    <a:pt x="532845" y="2181201"/>
                  </a:lnTo>
                  <a:lnTo>
                    <a:pt x="542533" y="2177033"/>
                  </a:lnTo>
                  <a:lnTo>
                    <a:pt x="552221" y="2170753"/>
                  </a:lnTo>
                  <a:lnTo>
                    <a:pt x="561909" y="2155482"/>
                  </a:lnTo>
                  <a:lnTo>
                    <a:pt x="571597" y="2145597"/>
                  </a:lnTo>
                  <a:lnTo>
                    <a:pt x="581285" y="2146312"/>
                  </a:lnTo>
                  <a:lnTo>
                    <a:pt x="590974" y="2146410"/>
                  </a:lnTo>
                  <a:lnTo>
                    <a:pt x="600662" y="2146904"/>
                  </a:lnTo>
                  <a:lnTo>
                    <a:pt x="610350" y="2147545"/>
                  </a:lnTo>
                  <a:lnTo>
                    <a:pt x="620038" y="2148310"/>
                  </a:lnTo>
                  <a:lnTo>
                    <a:pt x="629726" y="2138409"/>
                  </a:lnTo>
                  <a:lnTo>
                    <a:pt x="639414" y="2125648"/>
                  </a:lnTo>
                  <a:lnTo>
                    <a:pt x="649102" y="2119812"/>
                  </a:lnTo>
                  <a:lnTo>
                    <a:pt x="658790" y="2118268"/>
                  </a:lnTo>
                  <a:lnTo>
                    <a:pt x="668478" y="2106786"/>
                  </a:lnTo>
                  <a:lnTo>
                    <a:pt x="678166" y="2092238"/>
                  </a:lnTo>
                  <a:lnTo>
                    <a:pt x="687855" y="2075613"/>
                  </a:lnTo>
                  <a:lnTo>
                    <a:pt x="697543" y="2061011"/>
                  </a:lnTo>
                  <a:lnTo>
                    <a:pt x="707231" y="2052408"/>
                  </a:lnTo>
                  <a:lnTo>
                    <a:pt x="716919" y="2041908"/>
                  </a:lnTo>
                  <a:lnTo>
                    <a:pt x="726607" y="2027343"/>
                  </a:lnTo>
                  <a:lnTo>
                    <a:pt x="736295" y="2012819"/>
                  </a:lnTo>
                  <a:lnTo>
                    <a:pt x="745983" y="2001078"/>
                  </a:lnTo>
                  <a:lnTo>
                    <a:pt x="755671" y="1993125"/>
                  </a:lnTo>
                  <a:lnTo>
                    <a:pt x="765359" y="1985350"/>
                  </a:lnTo>
                  <a:lnTo>
                    <a:pt x="775047" y="1976479"/>
                  </a:lnTo>
                  <a:lnTo>
                    <a:pt x="784736" y="1961403"/>
                  </a:lnTo>
                  <a:lnTo>
                    <a:pt x="794424" y="1941080"/>
                  </a:lnTo>
                  <a:lnTo>
                    <a:pt x="804112" y="1920911"/>
                  </a:lnTo>
                  <a:lnTo>
                    <a:pt x="813800" y="1907166"/>
                  </a:lnTo>
                  <a:lnTo>
                    <a:pt x="823488" y="1909217"/>
                  </a:lnTo>
                  <a:lnTo>
                    <a:pt x="833176" y="1916070"/>
                  </a:lnTo>
                  <a:lnTo>
                    <a:pt x="842864" y="1902217"/>
                  </a:lnTo>
                  <a:lnTo>
                    <a:pt x="852552" y="1884391"/>
                  </a:lnTo>
                  <a:lnTo>
                    <a:pt x="862240" y="1878333"/>
                  </a:lnTo>
                  <a:lnTo>
                    <a:pt x="871928" y="1872575"/>
                  </a:lnTo>
                  <a:lnTo>
                    <a:pt x="881617" y="1866997"/>
                  </a:lnTo>
                  <a:lnTo>
                    <a:pt x="891305" y="1861416"/>
                  </a:lnTo>
                  <a:lnTo>
                    <a:pt x="900993" y="1858379"/>
                  </a:lnTo>
                  <a:lnTo>
                    <a:pt x="910681" y="1852068"/>
                  </a:lnTo>
                  <a:lnTo>
                    <a:pt x="920369" y="1843957"/>
                  </a:lnTo>
                  <a:lnTo>
                    <a:pt x="930057" y="1837826"/>
                  </a:lnTo>
                  <a:lnTo>
                    <a:pt x="939745" y="1826609"/>
                  </a:lnTo>
                  <a:lnTo>
                    <a:pt x="949433" y="1811849"/>
                  </a:lnTo>
                  <a:lnTo>
                    <a:pt x="959121" y="1797391"/>
                  </a:lnTo>
                  <a:lnTo>
                    <a:pt x="968809" y="1782925"/>
                  </a:lnTo>
                  <a:lnTo>
                    <a:pt x="978498" y="1764377"/>
                  </a:lnTo>
                  <a:lnTo>
                    <a:pt x="988186" y="1744668"/>
                  </a:lnTo>
                  <a:lnTo>
                    <a:pt x="997874" y="1728613"/>
                  </a:lnTo>
                  <a:lnTo>
                    <a:pt x="1007562" y="1720721"/>
                  </a:lnTo>
                  <a:lnTo>
                    <a:pt x="1017250" y="1710407"/>
                  </a:lnTo>
                  <a:lnTo>
                    <a:pt x="1026938" y="1705089"/>
                  </a:lnTo>
                  <a:lnTo>
                    <a:pt x="1036626" y="1688781"/>
                  </a:lnTo>
                  <a:lnTo>
                    <a:pt x="1046314" y="1675202"/>
                  </a:lnTo>
                  <a:lnTo>
                    <a:pt x="1056002" y="1653141"/>
                  </a:lnTo>
                  <a:lnTo>
                    <a:pt x="1065690" y="1637112"/>
                  </a:lnTo>
                  <a:lnTo>
                    <a:pt x="1075379" y="1622379"/>
                  </a:lnTo>
                  <a:lnTo>
                    <a:pt x="1085067" y="1607652"/>
                  </a:lnTo>
                  <a:lnTo>
                    <a:pt x="1094755" y="1589787"/>
                  </a:lnTo>
                  <a:lnTo>
                    <a:pt x="1104443" y="1567481"/>
                  </a:lnTo>
                  <a:lnTo>
                    <a:pt x="1114131" y="1545198"/>
                  </a:lnTo>
                  <a:lnTo>
                    <a:pt x="1123819" y="1525900"/>
                  </a:lnTo>
                  <a:lnTo>
                    <a:pt x="1133507" y="1507774"/>
                  </a:lnTo>
                  <a:lnTo>
                    <a:pt x="1143195" y="1489695"/>
                  </a:lnTo>
                  <a:lnTo>
                    <a:pt x="1152883" y="1471901"/>
                  </a:lnTo>
                  <a:lnTo>
                    <a:pt x="1162571" y="1457422"/>
                  </a:lnTo>
                  <a:lnTo>
                    <a:pt x="1172260" y="1446430"/>
                  </a:lnTo>
                  <a:lnTo>
                    <a:pt x="1181948" y="1435651"/>
                  </a:lnTo>
                  <a:lnTo>
                    <a:pt x="1191636" y="1424883"/>
                  </a:lnTo>
                  <a:lnTo>
                    <a:pt x="1201324" y="1414126"/>
                  </a:lnTo>
                  <a:lnTo>
                    <a:pt x="1211012" y="1404304"/>
                  </a:lnTo>
                  <a:lnTo>
                    <a:pt x="1220700" y="1395941"/>
                  </a:lnTo>
                  <a:lnTo>
                    <a:pt x="1230388" y="1387585"/>
                  </a:lnTo>
                  <a:lnTo>
                    <a:pt x="1240076" y="1375227"/>
                  </a:lnTo>
                  <a:lnTo>
                    <a:pt x="1249764" y="1360942"/>
                  </a:lnTo>
                  <a:lnTo>
                    <a:pt x="1259452" y="1349443"/>
                  </a:lnTo>
                  <a:lnTo>
                    <a:pt x="1269141" y="1338626"/>
                  </a:lnTo>
                  <a:lnTo>
                    <a:pt x="1278829" y="1327825"/>
                  </a:lnTo>
                  <a:lnTo>
                    <a:pt x="1288517" y="1316527"/>
                  </a:lnTo>
                  <a:lnTo>
                    <a:pt x="1298205" y="1299889"/>
                  </a:lnTo>
                  <a:lnTo>
                    <a:pt x="1307893" y="1284629"/>
                  </a:lnTo>
                  <a:lnTo>
                    <a:pt x="1317581" y="1269334"/>
                  </a:lnTo>
                  <a:lnTo>
                    <a:pt x="1327269" y="1252259"/>
                  </a:lnTo>
                  <a:lnTo>
                    <a:pt x="1336957" y="1235232"/>
                  </a:lnTo>
                  <a:lnTo>
                    <a:pt x="1346645" y="1218749"/>
                  </a:lnTo>
                  <a:lnTo>
                    <a:pt x="1356333" y="1206165"/>
                  </a:lnTo>
                  <a:lnTo>
                    <a:pt x="1366022" y="1190671"/>
                  </a:lnTo>
                  <a:lnTo>
                    <a:pt x="1375710" y="1176649"/>
                  </a:lnTo>
                  <a:lnTo>
                    <a:pt x="1385398" y="1162763"/>
                  </a:lnTo>
                  <a:lnTo>
                    <a:pt x="1395086" y="1149022"/>
                  </a:lnTo>
                  <a:lnTo>
                    <a:pt x="1404774" y="1139276"/>
                  </a:lnTo>
                  <a:lnTo>
                    <a:pt x="1414462" y="1126700"/>
                  </a:lnTo>
                  <a:lnTo>
                    <a:pt x="1424150" y="1112997"/>
                  </a:lnTo>
                  <a:lnTo>
                    <a:pt x="1433838" y="1100980"/>
                  </a:lnTo>
                  <a:lnTo>
                    <a:pt x="1443526" y="1088996"/>
                  </a:lnTo>
                  <a:lnTo>
                    <a:pt x="1453214" y="1077057"/>
                  </a:lnTo>
                  <a:lnTo>
                    <a:pt x="1462903" y="1065271"/>
                  </a:lnTo>
                  <a:lnTo>
                    <a:pt x="1472591" y="1053563"/>
                  </a:lnTo>
                  <a:lnTo>
                    <a:pt x="1482279" y="1041887"/>
                  </a:lnTo>
                  <a:lnTo>
                    <a:pt x="1491967" y="1032450"/>
                  </a:lnTo>
                  <a:lnTo>
                    <a:pt x="1501655" y="1019359"/>
                  </a:lnTo>
                  <a:lnTo>
                    <a:pt x="1511343" y="1006728"/>
                  </a:lnTo>
                  <a:lnTo>
                    <a:pt x="1521031" y="993945"/>
                  </a:lnTo>
                  <a:lnTo>
                    <a:pt x="1530719" y="976478"/>
                  </a:lnTo>
                  <a:lnTo>
                    <a:pt x="1540407" y="969377"/>
                  </a:lnTo>
                  <a:lnTo>
                    <a:pt x="1550095" y="959969"/>
                  </a:lnTo>
                  <a:lnTo>
                    <a:pt x="1559784" y="948376"/>
                  </a:lnTo>
                  <a:lnTo>
                    <a:pt x="1569472" y="936845"/>
                  </a:lnTo>
                  <a:lnTo>
                    <a:pt x="1579160" y="925410"/>
                  </a:lnTo>
                  <a:lnTo>
                    <a:pt x="1588848" y="914055"/>
                  </a:lnTo>
                  <a:lnTo>
                    <a:pt x="1598536" y="902740"/>
                  </a:lnTo>
                  <a:lnTo>
                    <a:pt x="1608224" y="891466"/>
                  </a:lnTo>
                  <a:lnTo>
                    <a:pt x="1617912" y="880232"/>
                  </a:lnTo>
                  <a:lnTo>
                    <a:pt x="1627600" y="869039"/>
                  </a:lnTo>
                  <a:lnTo>
                    <a:pt x="1637288" y="857889"/>
                  </a:lnTo>
                  <a:lnTo>
                    <a:pt x="1646976" y="846780"/>
                  </a:lnTo>
                  <a:lnTo>
                    <a:pt x="1656665" y="835714"/>
                  </a:lnTo>
                  <a:lnTo>
                    <a:pt x="1666353" y="824690"/>
                  </a:lnTo>
                  <a:lnTo>
                    <a:pt x="1676041" y="813710"/>
                  </a:lnTo>
                  <a:lnTo>
                    <a:pt x="1685729" y="802773"/>
                  </a:lnTo>
                  <a:lnTo>
                    <a:pt x="1695417" y="791880"/>
                  </a:lnTo>
                  <a:lnTo>
                    <a:pt x="1705105" y="781032"/>
                  </a:lnTo>
                  <a:lnTo>
                    <a:pt x="1714793" y="770228"/>
                  </a:lnTo>
                  <a:lnTo>
                    <a:pt x="1724481" y="759470"/>
                  </a:lnTo>
                  <a:lnTo>
                    <a:pt x="1734169" y="748756"/>
                  </a:lnTo>
                  <a:lnTo>
                    <a:pt x="1743857" y="738088"/>
                  </a:lnTo>
                  <a:lnTo>
                    <a:pt x="1753546" y="727466"/>
                  </a:lnTo>
                  <a:lnTo>
                    <a:pt x="1763234" y="716891"/>
                  </a:lnTo>
                  <a:lnTo>
                    <a:pt x="1772922" y="705918"/>
                  </a:lnTo>
                  <a:lnTo>
                    <a:pt x="1782610" y="690919"/>
                  </a:lnTo>
                  <a:lnTo>
                    <a:pt x="1792298" y="676017"/>
                  </a:lnTo>
                  <a:lnTo>
                    <a:pt x="1801986" y="661213"/>
                  </a:lnTo>
                  <a:lnTo>
                    <a:pt x="1811674" y="646574"/>
                  </a:lnTo>
                  <a:lnTo>
                    <a:pt x="1821362" y="633420"/>
                  </a:lnTo>
                  <a:lnTo>
                    <a:pt x="1831050" y="626531"/>
                  </a:lnTo>
                  <a:lnTo>
                    <a:pt x="1840738" y="619778"/>
                  </a:lnTo>
                  <a:lnTo>
                    <a:pt x="1850427" y="613048"/>
                  </a:lnTo>
                  <a:lnTo>
                    <a:pt x="1860115" y="606339"/>
                  </a:lnTo>
                  <a:lnTo>
                    <a:pt x="1869803" y="599653"/>
                  </a:lnTo>
                  <a:lnTo>
                    <a:pt x="1879491" y="592989"/>
                  </a:lnTo>
                  <a:lnTo>
                    <a:pt x="1889179" y="583744"/>
                  </a:lnTo>
                  <a:lnTo>
                    <a:pt x="1898867" y="573844"/>
                  </a:lnTo>
                  <a:lnTo>
                    <a:pt x="1908555" y="563994"/>
                  </a:lnTo>
                  <a:lnTo>
                    <a:pt x="1918243" y="554194"/>
                  </a:lnTo>
                  <a:lnTo>
                    <a:pt x="1927931" y="544444"/>
                  </a:lnTo>
                  <a:lnTo>
                    <a:pt x="1937619" y="534745"/>
                  </a:lnTo>
                  <a:lnTo>
                    <a:pt x="1947308" y="525096"/>
                  </a:lnTo>
                  <a:lnTo>
                    <a:pt x="1956996" y="515498"/>
                  </a:lnTo>
                  <a:lnTo>
                    <a:pt x="1966684" y="502319"/>
                  </a:lnTo>
                  <a:lnTo>
                    <a:pt x="1976372" y="488020"/>
                  </a:lnTo>
                  <a:lnTo>
                    <a:pt x="1986060" y="473839"/>
                  </a:lnTo>
                  <a:lnTo>
                    <a:pt x="1995748" y="459776"/>
                  </a:lnTo>
                  <a:lnTo>
                    <a:pt x="2005436" y="445830"/>
                  </a:lnTo>
                  <a:lnTo>
                    <a:pt x="2015124" y="435742"/>
                  </a:lnTo>
                  <a:lnTo>
                    <a:pt x="2024812" y="426574"/>
                  </a:lnTo>
                  <a:lnTo>
                    <a:pt x="2034500" y="417460"/>
                  </a:lnTo>
                  <a:lnTo>
                    <a:pt x="2044188" y="408398"/>
                  </a:lnTo>
                  <a:lnTo>
                    <a:pt x="2053877" y="399389"/>
                  </a:lnTo>
                  <a:lnTo>
                    <a:pt x="2063565" y="390433"/>
                  </a:lnTo>
                  <a:lnTo>
                    <a:pt x="2073253" y="381531"/>
                  </a:lnTo>
                  <a:lnTo>
                    <a:pt x="2082941" y="372682"/>
                  </a:lnTo>
                  <a:lnTo>
                    <a:pt x="2092629" y="363886"/>
                  </a:lnTo>
                  <a:lnTo>
                    <a:pt x="2102317" y="355144"/>
                  </a:lnTo>
                  <a:lnTo>
                    <a:pt x="2112005" y="346455"/>
                  </a:lnTo>
                  <a:lnTo>
                    <a:pt x="2121693" y="337964"/>
                  </a:lnTo>
                  <a:lnTo>
                    <a:pt x="2131381" y="329528"/>
                  </a:lnTo>
                  <a:lnTo>
                    <a:pt x="2141069" y="321143"/>
                  </a:lnTo>
                  <a:lnTo>
                    <a:pt x="2150758" y="312809"/>
                  </a:lnTo>
                  <a:lnTo>
                    <a:pt x="2160446" y="304527"/>
                  </a:lnTo>
                  <a:lnTo>
                    <a:pt x="2170134" y="296295"/>
                  </a:lnTo>
                  <a:lnTo>
                    <a:pt x="2179822" y="288115"/>
                  </a:lnTo>
                  <a:lnTo>
                    <a:pt x="2189510" y="279637"/>
                  </a:lnTo>
                  <a:lnTo>
                    <a:pt x="2199198" y="270471"/>
                  </a:lnTo>
                  <a:lnTo>
                    <a:pt x="2208886" y="261372"/>
                  </a:lnTo>
                  <a:lnTo>
                    <a:pt x="2218574" y="252339"/>
                  </a:lnTo>
                  <a:lnTo>
                    <a:pt x="2228262" y="243371"/>
                  </a:lnTo>
                  <a:lnTo>
                    <a:pt x="2237950" y="234469"/>
                  </a:lnTo>
                  <a:lnTo>
                    <a:pt x="2247639" y="225633"/>
                  </a:lnTo>
                  <a:lnTo>
                    <a:pt x="2257327" y="216862"/>
                  </a:lnTo>
                  <a:lnTo>
                    <a:pt x="2267015" y="208157"/>
                  </a:lnTo>
                  <a:lnTo>
                    <a:pt x="2276703" y="199517"/>
                  </a:lnTo>
                  <a:lnTo>
                    <a:pt x="2286391" y="190942"/>
                  </a:lnTo>
                  <a:lnTo>
                    <a:pt x="2296079" y="182432"/>
                  </a:lnTo>
                  <a:lnTo>
                    <a:pt x="2305767" y="173988"/>
                  </a:lnTo>
                  <a:lnTo>
                    <a:pt x="2315455" y="165602"/>
                  </a:lnTo>
                  <a:lnTo>
                    <a:pt x="2325143" y="156409"/>
                  </a:lnTo>
                  <a:lnTo>
                    <a:pt x="2334831" y="146391"/>
                  </a:lnTo>
                  <a:lnTo>
                    <a:pt x="2344520" y="136467"/>
                  </a:lnTo>
                  <a:lnTo>
                    <a:pt x="2354208" y="126638"/>
                  </a:lnTo>
                  <a:lnTo>
                    <a:pt x="2363896" y="116903"/>
                  </a:lnTo>
                  <a:lnTo>
                    <a:pt x="2373584" y="107263"/>
                  </a:lnTo>
                  <a:lnTo>
                    <a:pt x="2383272" y="97716"/>
                  </a:lnTo>
                  <a:lnTo>
                    <a:pt x="2392960" y="88262"/>
                  </a:lnTo>
                  <a:lnTo>
                    <a:pt x="2402648" y="78902"/>
                  </a:lnTo>
                  <a:lnTo>
                    <a:pt x="2412336" y="69634"/>
                  </a:lnTo>
                  <a:lnTo>
                    <a:pt x="2422024" y="60458"/>
                  </a:lnTo>
                  <a:lnTo>
                    <a:pt x="2431712" y="51405"/>
                  </a:lnTo>
                  <a:lnTo>
                    <a:pt x="2441401" y="42529"/>
                  </a:lnTo>
                  <a:lnTo>
                    <a:pt x="2451089" y="33741"/>
                  </a:lnTo>
                  <a:lnTo>
                    <a:pt x="2460777" y="25294"/>
                  </a:lnTo>
                  <a:lnTo>
                    <a:pt x="2470465" y="20158"/>
                  </a:lnTo>
                  <a:lnTo>
                    <a:pt x="2480153" y="15054"/>
                  </a:lnTo>
                  <a:lnTo>
                    <a:pt x="2489841" y="9981"/>
                  </a:lnTo>
                  <a:lnTo>
                    <a:pt x="2499529" y="4950"/>
                  </a:lnTo>
                  <a:lnTo>
                    <a:pt x="2509217" y="0"/>
                  </a:lnTo>
                  <a:lnTo>
                    <a:pt x="2509217" y="4075427"/>
                  </a:lnTo>
                  <a:lnTo>
                    <a:pt x="2499529" y="4075343"/>
                  </a:lnTo>
                  <a:lnTo>
                    <a:pt x="2489841" y="4075257"/>
                  </a:lnTo>
                  <a:lnTo>
                    <a:pt x="2480153" y="4075169"/>
                  </a:lnTo>
                  <a:lnTo>
                    <a:pt x="2470465" y="4075079"/>
                  </a:lnTo>
                  <a:lnTo>
                    <a:pt x="2460777" y="4074987"/>
                  </a:lnTo>
                  <a:lnTo>
                    <a:pt x="2451089" y="4074892"/>
                  </a:lnTo>
                  <a:lnTo>
                    <a:pt x="2441401" y="4074795"/>
                  </a:lnTo>
                  <a:lnTo>
                    <a:pt x="2431712" y="4074695"/>
                  </a:lnTo>
                  <a:lnTo>
                    <a:pt x="2422024" y="4074593"/>
                  </a:lnTo>
                  <a:lnTo>
                    <a:pt x="2412336" y="4074488"/>
                  </a:lnTo>
                  <a:lnTo>
                    <a:pt x="2402648" y="4074381"/>
                  </a:lnTo>
                  <a:lnTo>
                    <a:pt x="2392960" y="4074283"/>
                  </a:lnTo>
                  <a:lnTo>
                    <a:pt x="2383272" y="4074187"/>
                  </a:lnTo>
                  <a:lnTo>
                    <a:pt x="2373584" y="4074089"/>
                  </a:lnTo>
                  <a:lnTo>
                    <a:pt x="2363896" y="4073989"/>
                  </a:lnTo>
                  <a:lnTo>
                    <a:pt x="2354208" y="4073887"/>
                  </a:lnTo>
                  <a:lnTo>
                    <a:pt x="2344520" y="4073782"/>
                  </a:lnTo>
                  <a:lnTo>
                    <a:pt x="2334831" y="4073675"/>
                  </a:lnTo>
                  <a:lnTo>
                    <a:pt x="2325143" y="4073566"/>
                  </a:lnTo>
                  <a:lnTo>
                    <a:pt x="2315455" y="4073455"/>
                  </a:lnTo>
                  <a:lnTo>
                    <a:pt x="2305767" y="4073341"/>
                  </a:lnTo>
                  <a:lnTo>
                    <a:pt x="2296079" y="4073224"/>
                  </a:lnTo>
                  <a:lnTo>
                    <a:pt x="2286391" y="4073106"/>
                  </a:lnTo>
                  <a:lnTo>
                    <a:pt x="2276703" y="4072984"/>
                  </a:lnTo>
                  <a:lnTo>
                    <a:pt x="2267015" y="4072860"/>
                  </a:lnTo>
                  <a:lnTo>
                    <a:pt x="2257327" y="4072733"/>
                  </a:lnTo>
                  <a:lnTo>
                    <a:pt x="2247639" y="4072604"/>
                  </a:lnTo>
                  <a:lnTo>
                    <a:pt x="2237950" y="4072458"/>
                  </a:lnTo>
                  <a:lnTo>
                    <a:pt x="2228262" y="4072305"/>
                  </a:lnTo>
                  <a:lnTo>
                    <a:pt x="2218574" y="4072149"/>
                  </a:lnTo>
                  <a:lnTo>
                    <a:pt x="2208886" y="4071989"/>
                  </a:lnTo>
                  <a:lnTo>
                    <a:pt x="2199198" y="4071825"/>
                  </a:lnTo>
                  <a:lnTo>
                    <a:pt x="2189510" y="4071656"/>
                  </a:lnTo>
                  <a:lnTo>
                    <a:pt x="2179822" y="4071483"/>
                  </a:lnTo>
                  <a:lnTo>
                    <a:pt x="2170134" y="4071296"/>
                  </a:lnTo>
                  <a:lnTo>
                    <a:pt x="2160446" y="4071079"/>
                  </a:lnTo>
                  <a:lnTo>
                    <a:pt x="2150758" y="4070856"/>
                  </a:lnTo>
                  <a:lnTo>
                    <a:pt x="2141069" y="4070626"/>
                  </a:lnTo>
                  <a:lnTo>
                    <a:pt x="2131381" y="4070389"/>
                  </a:lnTo>
                  <a:lnTo>
                    <a:pt x="2121693" y="4070146"/>
                  </a:lnTo>
                  <a:lnTo>
                    <a:pt x="2112005" y="4069895"/>
                  </a:lnTo>
                  <a:lnTo>
                    <a:pt x="2102317" y="4069714"/>
                  </a:lnTo>
                  <a:lnTo>
                    <a:pt x="2092629" y="4069463"/>
                  </a:lnTo>
                  <a:lnTo>
                    <a:pt x="2082941" y="4069206"/>
                  </a:lnTo>
                  <a:lnTo>
                    <a:pt x="2073253" y="4068942"/>
                  </a:lnTo>
                  <a:lnTo>
                    <a:pt x="2063565" y="4068671"/>
                  </a:lnTo>
                  <a:lnTo>
                    <a:pt x="2053877" y="4068390"/>
                  </a:lnTo>
                  <a:lnTo>
                    <a:pt x="2044188" y="4068102"/>
                  </a:lnTo>
                  <a:lnTo>
                    <a:pt x="2034500" y="4067806"/>
                  </a:lnTo>
                  <a:lnTo>
                    <a:pt x="2024812" y="4067501"/>
                  </a:lnTo>
                  <a:lnTo>
                    <a:pt x="2015124" y="4067188"/>
                  </a:lnTo>
                  <a:lnTo>
                    <a:pt x="2005436" y="4066866"/>
                  </a:lnTo>
                  <a:lnTo>
                    <a:pt x="1995748" y="4066584"/>
                  </a:lnTo>
                  <a:lnTo>
                    <a:pt x="1986060" y="4066327"/>
                  </a:lnTo>
                  <a:lnTo>
                    <a:pt x="1976372" y="4066066"/>
                  </a:lnTo>
                  <a:lnTo>
                    <a:pt x="1966684" y="4065798"/>
                  </a:lnTo>
                  <a:lnTo>
                    <a:pt x="1956996" y="4065525"/>
                  </a:lnTo>
                  <a:lnTo>
                    <a:pt x="1947308" y="4065247"/>
                  </a:lnTo>
                  <a:lnTo>
                    <a:pt x="1937619" y="4064962"/>
                  </a:lnTo>
                  <a:lnTo>
                    <a:pt x="1927931" y="4064672"/>
                  </a:lnTo>
                  <a:lnTo>
                    <a:pt x="1918243" y="4064375"/>
                  </a:lnTo>
                  <a:lnTo>
                    <a:pt x="1908555" y="4064072"/>
                  </a:lnTo>
                  <a:lnTo>
                    <a:pt x="1898867" y="4063763"/>
                  </a:lnTo>
                  <a:lnTo>
                    <a:pt x="1889179" y="4063447"/>
                  </a:lnTo>
                  <a:lnTo>
                    <a:pt x="1879491" y="4063125"/>
                  </a:lnTo>
                  <a:lnTo>
                    <a:pt x="1869803" y="4062796"/>
                  </a:lnTo>
                  <a:lnTo>
                    <a:pt x="1860115" y="4062460"/>
                  </a:lnTo>
                  <a:lnTo>
                    <a:pt x="1850427" y="4062117"/>
                  </a:lnTo>
                  <a:lnTo>
                    <a:pt x="1840738" y="4061738"/>
                  </a:lnTo>
                  <a:lnTo>
                    <a:pt x="1831050" y="4061317"/>
                  </a:lnTo>
                  <a:lnTo>
                    <a:pt x="1821362" y="4060886"/>
                  </a:lnTo>
                  <a:lnTo>
                    <a:pt x="1811674" y="4060444"/>
                  </a:lnTo>
                  <a:lnTo>
                    <a:pt x="1801986" y="4059990"/>
                  </a:lnTo>
                  <a:lnTo>
                    <a:pt x="1792298" y="4059524"/>
                  </a:lnTo>
                  <a:lnTo>
                    <a:pt x="1782610" y="4059047"/>
                  </a:lnTo>
                  <a:lnTo>
                    <a:pt x="1772922" y="4058558"/>
                  </a:lnTo>
                  <a:lnTo>
                    <a:pt x="1763234" y="4058057"/>
                  </a:lnTo>
                  <a:lnTo>
                    <a:pt x="1753546" y="4057544"/>
                  </a:lnTo>
                  <a:lnTo>
                    <a:pt x="1743857" y="4057017"/>
                  </a:lnTo>
                  <a:lnTo>
                    <a:pt x="1734169" y="4056477"/>
                  </a:lnTo>
                  <a:lnTo>
                    <a:pt x="1724481" y="4055900"/>
                  </a:lnTo>
                  <a:lnTo>
                    <a:pt x="1714793" y="4055267"/>
                  </a:lnTo>
                  <a:lnTo>
                    <a:pt x="1705105" y="4054617"/>
                  </a:lnTo>
                  <a:lnTo>
                    <a:pt x="1695417" y="4053948"/>
                  </a:lnTo>
                  <a:lnTo>
                    <a:pt x="1685729" y="4053262"/>
                  </a:lnTo>
                  <a:lnTo>
                    <a:pt x="1676041" y="4052556"/>
                  </a:lnTo>
                  <a:lnTo>
                    <a:pt x="1666353" y="4051985"/>
                  </a:lnTo>
                  <a:lnTo>
                    <a:pt x="1656665" y="4051440"/>
                  </a:lnTo>
                  <a:lnTo>
                    <a:pt x="1646976" y="4050884"/>
                  </a:lnTo>
                  <a:lnTo>
                    <a:pt x="1637288" y="4050265"/>
                  </a:lnTo>
                  <a:lnTo>
                    <a:pt x="1627600" y="4049541"/>
                  </a:lnTo>
                  <a:lnTo>
                    <a:pt x="1617912" y="4048823"/>
                  </a:lnTo>
                  <a:lnTo>
                    <a:pt x="1608224" y="4048084"/>
                  </a:lnTo>
                  <a:lnTo>
                    <a:pt x="1598536" y="4047257"/>
                  </a:lnTo>
                  <a:lnTo>
                    <a:pt x="1588848" y="4046457"/>
                  </a:lnTo>
                  <a:lnTo>
                    <a:pt x="1579160" y="4045636"/>
                  </a:lnTo>
                  <a:lnTo>
                    <a:pt x="1569472" y="4044795"/>
                  </a:lnTo>
                  <a:lnTo>
                    <a:pt x="1559784" y="4043933"/>
                  </a:lnTo>
                  <a:lnTo>
                    <a:pt x="1550095" y="4043169"/>
                  </a:lnTo>
                  <a:lnTo>
                    <a:pt x="1540407" y="4042436"/>
                  </a:lnTo>
                  <a:lnTo>
                    <a:pt x="1530719" y="4041545"/>
                  </a:lnTo>
                  <a:lnTo>
                    <a:pt x="1521031" y="4040633"/>
                  </a:lnTo>
                  <a:lnTo>
                    <a:pt x="1511343" y="4039699"/>
                  </a:lnTo>
                  <a:lnTo>
                    <a:pt x="1501655" y="4038735"/>
                  </a:lnTo>
                  <a:lnTo>
                    <a:pt x="1491967" y="4037737"/>
                  </a:lnTo>
                  <a:lnTo>
                    <a:pt x="1482279" y="4036714"/>
                  </a:lnTo>
                  <a:lnTo>
                    <a:pt x="1472591" y="4035390"/>
                  </a:lnTo>
                  <a:lnTo>
                    <a:pt x="1462903" y="4034023"/>
                  </a:lnTo>
                  <a:lnTo>
                    <a:pt x="1453214" y="4032890"/>
                  </a:lnTo>
                  <a:lnTo>
                    <a:pt x="1443526" y="4031808"/>
                  </a:lnTo>
                  <a:lnTo>
                    <a:pt x="1433838" y="4030765"/>
                  </a:lnTo>
                  <a:lnTo>
                    <a:pt x="1424150" y="4029699"/>
                  </a:lnTo>
                  <a:lnTo>
                    <a:pt x="1414462" y="4028609"/>
                  </a:lnTo>
                  <a:lnTo>
                    <a:pt x="1404774" y="4027496"/>
                  </a:lnTo>
                  <a:lnTo>
                    <a:pt x="1395086" y="4026358"/>
                  </a:lnTo>
                  <a:lnTo>
                    <a:pt x="1385398" y="4025157"/>
                  </a:lnTo>
                  <a:lnTo>
                    <a:pt x="1375710" y="4024014"/>
                  </a:lnTo>
                  <a:lnTo>
                    <a:pt x="1366022" y="4022803"/>
                  </a:lnTo>
                  <a:lnTo>
                    <a:pt x="1356333" y="4021380"/>
                  </a:lnTo>
                  <a:lnTo>
                    <a:pt x="1346645" y="4020069"/>
                  </a:lnTo>
                  <a:lnTo>
                    <a:pt x="1336957" y="4019012"/>
                  </a:lnTo>
                  <a:lnTo>
                    <a:pt x="1327269" y="4017702"/>
                  </a:lnTo>
                  <a:lnTo>
                    <a:pt x="1317581" y="4016363"/>
                  </a:lnTo>
                  <a:lnTo>
                    <a:pt x="1307893" y="4014990"/>
                  </a:lnTo>
                  <a:lnTo>
                    <a:pt x="1298205" y="4013586"/>
                  </a:lnTo>
                  <a:lnTo>
                    <a:pt x="1288517" y="4012144"/>
                  </a:lnTo>
                  <a:lnTo>
                    <a:pt x="1278829" y="4010670"/>
                  </a:lnTo>
                  <a:lnTo>
                    <a:pt x="1269141" y="4009164"/>
                  </a:lnTo>
                  <a:lnTo>
                    <a:pt x="1259452" y="4007625"/>
                  </a:lnTo>
                  <a:lnTo>
                    <a:pt x="1249764" y="4006045"/>
                  </a:lnTo>
                  <a:lnTo>
                    <a:pt x="1240076" y="4004216"/>
                  </a:lnTo>
                  <a:lnTo>
                    <a:pt x="1230388" y="4002799"/>
                  </a:lnTo>
                  <a:lnTo>
                    <a:pt x="1220700" y="4001134"/>
                  </a:lnTo>
                  <a:lnTo>
                    <a:pt x="1211012" y="3999426"/>
                  </a:lnTo>
                  <a:lnTo>
                    <a:pt x="1201324" y="3997677"/>
                  </a:lnTo>
                  <a:lnTo>
                    <a:pt x="1191636" y="3995920"/>
                  </a:lnTo>
                  <a:lnTo>
                    <a:pt x="1181948" y="3994070"/>
                  </a:lnTo>
                  <a:lnTo>
                    <a:pt x="1172260" y="3992208"/>
                  </a:lnTo>
                  <a:lnTo>
                    <a:pt x="1162571" y="3990065"/>
                  </a:lnTo>
                  <a:lnTo>
                    <a:pt x="1152883" y="3987800"/>
                  </a:lnTo>
                  <a:lnTo>
                    <a:pt x="1143195" y="3985603"/>
                  </a:lnTo>
                  <a:lnTo>
                    <a:pt x="1133507" y="3983807"/>
                  </a:lnTo>
                  <a:lnTo>
                    <a:pt x="1123819" y="3981602"/>
                  </a:lnTo>
                  <a:lnTo>
                    <a:pt x="1114131" y="3979160"/>
                  </a:lnTo>
                  <a:lnTo>
                    <a:pt x="1104443" y="3976652"/>
                  </a:lnTo>
                  <a:lnTo>
                    <a:pt x="1094755" y="3974345"/>
                  </a:lnTo>
                  <a:lnTo>
                    <a:pt x="1085067" y="3972285"/>
                  </a:lnTo>
                  <a:lnTo>
                    <a:pt x="1075379" y="3970186"/>
                  </a:lnTo>
                  <a:lnTo>
                    <a:pt x="1065690" y="3968046"/>
                  </a:lnTo>
                  <a:lnTo>
                    <a:pt x="1056002" y="3965866"/>
                  </a:lnTo>
                  <a:lnTo>
                    <a:pt x="1046314" y="3963643"/>
                  </a:lnTo>
                  <a:lnTo>
                    <a:pt x="1036626" y="3961378"/>
                  </a:lnTo>
                  <a:lnTo>
                    <a:pt x="1026938" y="3958985"/>
                  </a:lnTo>
                  <a:lnTo>
                    <a:pt x="1017250" y="3956380"/>
                  </a:lnTo>
                  <a:lnTo>
                    <a:pt x="1007562" y="3953421"/>
                  </a:lnTo>
                  <a:lnTo>
                    <a:pt x="997874" y="3949644"/>
                  </a:lnTo>
                  <a:lnTo>
                    <a:pt x="988186" y="3945755"/>
                  </a:lnTo>
                  <a:lnTo>
                    <a:pt x="978498" y="3943296"/>
                  </a:lnTo>
                  <a:lnTo>
                    <a:pt x="968809" y="3941808"/>
                  </a:lnTo>
                  <a:lnTo>
                    <a:pt x="959121" y="3940329"/>
                  </a:lnTo>
                  <a:lnTo>
                    <a:pt x="949433" y="3938848"/>
                  </a:lnTo>
                  <a:lnTo>
                    <a:pt x="939745" y="3936280"/>
                  </a:lnTo>
                  <a:lnTo>
                    <a:pt x="930057" y="3933496"/>
                  </a:lnTo>
                  <a:lnTo>
                    <a:pt x="920369" y="3930557"/>
                  </a:lnTo>
                  <a:lnTo>
                    <a:pt x="910681" y="3927784"/>
                  </a:lnTo>
                  <a:lnTo>
                    <a:pt x="900993" y="3924864"/>
                  </a:lnTo>
                  <a:lnTo>
                    <a:pt x="891305" y="3922133"/>
                  </a:lnTo>
                  <a:lnTo>
                    <a:pt x="881617" y="3920193"/>
                  </a:lnTo>
                  <a:lnTo>
                    <a:pt x="871928" y="3916145"/>
                  </a:lnTo>
                  <a:lnTo>
                    <a:pt x="862240" y="3912611"/>
                  </a:lnTo>
                  <a:lnTo>
                    <a:pt x="852552" y="3909362"/>
                  </a:lnTo>
                  <a:lnTo>
                    <a:pt x="842864" y="3906048"/>
                  </a:lnTo>
                  <a:lnTo>
                    <a:pt x="833176" y="3902671"/>
                  </a:lnTo>
                  <a:lnTo>
                    <a:pt x="823488" y="3898610"/>
                  </a:lnTo>
                  <a:lnTo>
                    <a:pt x="813800" y="3894677"/>
                  </a:lnTo>
                  <a:lnTo>
                    <a:pt x="804112" y="3890438"/>
                  </a:lnTo>
                  <a:lnTo>
                    <a:pt x="794424" y="3887859"/>
                  </a:lnTo>
                  <a:lnTo>
                    <a:pt x="784736" y="3883114"/>
                  </a:lnTo>
                  <a:lnTo>
                    <a:pt x="775047" y="3879604"/>
                  </a:lnTo>
                  <a:lnTo>
                    <a:pt x="765359" y="3875230"/>
                  </a:lnTo>
                  <a:lnTo>
                    <a:pt x="755671" y="3871501"/>
                  </a:lnTo>
                  <a:lnTo>
                    <a:pt x="745983" y="3868802"/>
                  </a:lnTo>
                  <a:lnTo>
                    <a:pt x="736295" y="3862429"/>
                  </a:lnTo>
                  <a:lnTo>
                    <a:pt x="726607" y="3856903"/>
                  </a:lnTo>
                  <a:lnTo>
                    <a:pt x="716919" y="3852724"/>
                  </a:lnTo>
                  <a:lnTo>
                    <a:pt x="707231" y="3847137"/>
                  </a:lnTo>
                  <a:lnTo>
                    <a:pt x="697543" y="3841681"/>
                  </a:lnTo>
                  <a:lnTo>
                    <a:pt x="687855" y="3836135"/>
                  </a:lnTo>
                  <a:lnTo>
                    <a:pt x="678166" y="3829934"/>
                  </a:lnTo>
                  <a:lnTo>
                    <a:pt x="668478" y="3825521"/>
                  </a:lnTo>
                  <a:lnTo>
                    <a:pt x="658790" y="3820869"/>
                  </a:lnTo>
                  <a:lnTo>
                    <a:pt x="649102" y="3816507"/>
                  </a:lnTo>
                  <a:lnTo>
                    <a:pt x="639414" y="3811309"/>
                  </a:lnTo>
                  <a:lnTo>
                    <a:pt x="629726" y="3807648"/>
                  </a:lnTo>
                  <a:lnTo>
                    <a:pt x="620038" y="3801531"/>
                  </a:lnTo>
                  <a:lnTo>
                    <a:pt x="610350" y="3796519"/>
                  </a:lnTo>
                  <a:lnTo>
                    <a:pt x="600662" y="3795603"/>
                  </a:lnTo>
                  <a:lnTo>
                    <a:pt x="590974" y="3791914"/>
                  </a:lnTo>
                  <a:lnTo>
                    <a:pt x="581285" y="3786628"/>
                  </a:lnTo>
                  <a:lnTo>
                    <a:pt x="571597" y="3782234"/>
                  </a:lnTo>
                  <a:lnTo>
                    <a:pt x="561909" y="3775783"/>
                  </a:lnTo>
                  <a:lnTo>
                    <a:pt x="552221" y="3770416"/>
                  </a:lnTo>
                  <a:lnTo>
                    <a:pt x="542533" y="3764597"/>
                  </a:lnTo>
                  <a:lnTo>
                    <a:pt x="532845" y="3757652"/>
                  </a:lnTo>
                  <a:lnTo>
                    <a:pt x="523157" y="3751095"/>
                  </a:lnTo>
                  <a:lnTo>
                    <a:pt x="513469" y="3744357"/>
                  </a:lnTo>
                  <a:lnTo>
                    <a:pt x="503781" y="3737607"/>
                  </a:lnTo>
                  <a:lnTo>
                    <a:pt x="494093" y="3732485"/>
                  </a:lnTo>
                  <a:lnTo>
                    <a:pt x="484404" y="3726070"/>
                  </a:lnTo>
                  <a:lnTo>
                    <a:pt x="474716" y="3717214"/>
                  </a:lnTo>
                  <a:lnTo>
                    <a:pt x="465028" y="3715896"/>
                  </a:lnTo>
                  <a:lnTo>
                    <a:pt x="455340" y="3709402"/>
                  </a:lnTo>
                  <a:lnTo>
                    <a:pt x="445652" y="3704950"/>
                  </a:lnTo>
                  <a:lnTo>
                    <a:pt x="435964" y="3698082"/>
                  </a:lnTo>
                  <a:lnTo>
                    <a:pt x="426276" y="3690993"/>
                  </a:lnTo>
                  <a:lnTo>
                    <a:pt x="416588" y="3686867"/>
                  </a:lnTo>
                  <a:lnTo>
                    <a:pt x="406900" y="3684225"/>
                  </a:lnTo>
                  <a:lnTo>
                    <a:pt x="397212" y="3684103"/>
                  </a:lnTo>
                  <a:lnTo>
                    <a:pt x="387523" y="3679153"/>
                  </a:lnTo>
                  <a:lnTo>
                    <a:pt x="377835" y="3674791"/>
                  </a:lnTo>
                  <a:lnTo>
                    <a:pt x="368147" y="3670638"/>
                  </a:lnTo>
                  <a:lnTo>
                    <a:pt x="358459" y="3665403"/>
                  </a:lnTo>
                  <a:lnTo>
                    <a:pt x="348771" y="3659560"/>
                  </a:lnTo>
                  <a:lnTo>
                    <a:pt x="339083" y="3654585"/>
                  </a:lnTo>
                  <a:lnTo>
                    <a:pt x="329395" y="3649737"/>
                  </a:lnTo>
                  <a:lnTo>
                    <a:pt x="319707" y="3644363"/>
                  </a:lnTo>
                  <a:lnTo>
                    <a:pt x="310019" y="3642009"/>
                  </a:lnTo>
                  <a:lnTo>
                    <a:pt x="300331" y="3635167"/>
                  </a:lnTo>
                  <a:lnTo>
                    <a:pt x="290642" y="3628869"/>
                  </a:lnTo>
                  <a:lnTo>
                    <a:pt x="280954" y="3625275"/>
                  </a:lnTo>
                  <a:lnTo>
                    <a:pt x="271266" y="3621939"/>
                  </a:lnTo>
                  <a:lnTo>
                    <a:pt x="261578" y="3616712"/>
                  </a:lnTo>
                  <a:lnTo>
                    <a:pt x="251890" y="3612943"/>
                  </a:lnTo>
                  <a:lnTo>
                    <a:pt x="242202" y="3610781"/>
                  </a:lnTo>
                  <a:lnTo>
                    <a:pt x="232514" y="3606925"/>
                  </a:lnTo>
                  <a:lnTo>
                    <a:pt x="222826" y="3602982"/>
                  </a:lnTo>
                  <a:lnTo>
                    <a:pt x="213138" y="3601973"/>
                  </a:lnTo>
                  <a:lnTo>
                    <a:pt x="203450" y="3597043"/>
                  </a:lnTo>
                  <a:lnTo>
                    <a:pt x="193761" y="3593422"/>
                  </a:lnTo>
                  <a:lnTo>
                    <a:pt x="184073" y="3594380"/>
                  </a:lnTo>
                  <a:lnTo>
                    <a:pt x="174385" y="3594764"/>
                  </a:lnTo>
                  <a:lnTo>
                    <a:pt x="164697" y="3593730"/>
                  </a:lnTo>
                  <a:lnTo>
                    <a:pt x="155009" y="3594142"/>
                  </a:lnTo>
                  <a:lnTo>
                    <a:pt x="145321" y="3594721"/>
                  </a:lnTo>
                  <a:lnTo>
                    <a:pt x="135633" y="3596976"/>
                  </a:lnTo>
                  <a:lnTo>
                    <a:pt x="125945" y="3596174"/>
                  </a:lnTo>
                  <a:lnTo>
                    <a:pt x="116257" y="3595110"/>
                  </a:lnTo>
                  <a:lnTo>
                    <a:pt x="106569" y="3591238"/>
                  </a:lnTo>
                  <a:lnTo>
                    <a:pt x="96880" y="3590590"/>
                  </a:lnTo>
                  <a:lnTo>
                    <a:pt x="87192" y="3589608"/>
                  </a:lnTo>
                  <a:lnTo>
                    <a:pt x="77504" y="3587906"/>
                  </a:lnTo>
                  <a:lnTo>
                    <a:pt x="67816" y="3588033"/>
                  </a:lnTo>
                  <a:lnTo>
                    <a:pt x="58128" y="3589129"/>
                  </a:lnTo>
                  <a:lnTo>
                    <a:pt x="48440" y="3588431"/>
                  </a:lnTo>
                  <a:lnTo>
                    <a:pt x="38752" y="3587001"/>
                  </a:lnTo>
                  <a:lnTo>
                    <a:pt x="29064" y="3583480"/>
                  </a:lnTo>
                  <a:lnTo>
                    <a:pt x="19376" y="3581221"/>
                  </a:lnTo>
                  <a:lnTo>
                    <a:pt x="9688" y="3581943"/>
                  </a:lnTo>
                  <a:lnTo>
                    <a:pt x="0" y="3584657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6332185" y="1614679"/>
              <a:ext cx="2509217" cy="2233176"/>
            </a:xfrm>
            <a:custGeom>
              <a:avLst/>
              <a:pathLst>
                <a:path w="2509217" h="2233176">
                  <a:moveTo>
                    <a:pt x="0" y="1948003"/>
                  </a:moveTo>
                  <a:lnTo>
                    <a:pt x="9688" y="1961763"/>
                  </a:lnTo>
                  <a:lnTo>
                    <a:pt x="19376" y="1975843"/>
                  </a:lnTo>
                  <a:lnTo>
                    <a:pt x="29064" y="1990704"/>
                  </a:lnTo>
                  <a:lnTo>
                    <a:pt x="38752" y="2006291"/>
                  </a:lnTo>
                  <a:lnTo>
                    <a:pt x="48440" y="2022092"/>
                  </a:lnTo>
                  <a:lnTo>
                    <a:pt x="58128" y="2036529"/>
                  </a:lnTo>
                  <a:lnTo>
                    <a:pt x="67816" y="2053729"/>
                  </a:lnTo>
                  <a:lnTo>
                    <a:pt x="77504" y="2064728"/>
                  </a:lnTo>
                  <a:lnTo>
                    <a:pt x="87192" y="2069534"/>
                  </a:lnTo>
                  <a:lnTo>
                    <a:pt x="96880" y="2077261"/>
                  </a:lnTo>
                  <a:lnTo>
                    <a:pt x="106569" y="2091768"/>
                  </a:lnTo>
                  <a:lnTo>
                    <a:pt x="116257" y="2099114"/>
                  </a:lnTo>
                  <a:lnTo>
                    <a:pt x="125945" y="2106867"/>
                  </a:lnTo>
                  <a:lnTo>
                    <a:pt x="135633" y="2113357"/>
                  </a:lnTo>
                  <a:lnTo>
                    <a:pt x="145321" y="2122906"/>
                  </a:lnTo>
                  <a:lnTo>
                    <a:pt x="155009" y="2129385"/>
                  </a:lnTo>
                  <a:lnTo>
                    <a:pt x="164697" y="2139378"/>
                  </a:lnTo>
                  <a:lnTo>
                    <a:pt x="174385" y="2144418"/>
                  </a:lnTo>
                  <a:lnTo>
                    <a:pt x="184073" y="2159534"/>
                  </a:lnTo>
                  <a:lnTo>
                    <a:pt x="193761" y="2164776"/>
                  </a:lnTo>
                  <a:lnTo>
                    <a:pt x="203450" y="2173486"/>
                  </a:lnTo>
                  <a:lnTo>
                    <a:pt x="213138" y="2184840"/>
                  </a:lnTo>
                  <a:lnTo>
                    <a:pt x="222826" y="2194898"/>
                  </a:lnTo>
                  <a:lnTo>
                    <a:pt x="232514" y="2203860"/>
                  </a:lnTo>
                  <a:lnTo>
                    <a:pt x="242202" y="2212204"/>
                  </a:lnTo>
                  <a:lnTo>
                    <a:pt x="251890" y="2221240"/>
                  </a:lnTo>
                  <a:lnTo>
                    <a:pt x="261578" y="2222050"/>
                  </a:lnTo>
                  <a:lnTo>
                    <a:pt x="271266" y="2218906"/>
                  </a:lnTo>
                  <a:lnTo>
                    <a:pt x="280954" y="2216760"/>
                  </a:lnTo>
                  <a:lnTo>
                    <a:pt x="290642" y="2209812"/>
                  </a:lnTo>
                  <a:lnTo>
                    <a:pt x="300331" y="2208142"/>
                  </a:lnTo>
                  <a:lnTo>
                    <a:pt x="310019" y="2208102"/>
                  </a:lnTo>
                  <a:lnTo>
                    <a:pt x="319707" y="2205340"/>
                  </a:lnTo>
                  <a:lnTo>
                    <a:pt x="329395" y="2201431"/>
                  </a:lnTo>
                  <a:lnTo>
                    <a:pt x="339083" y="2204833"/>
                  </a:lnTo>
                  <a:lnTo>
                    <a:pt x="348771" y="2215267"/>
                  </a:lnTo>
                  <a:lnTo>
                    <a:pt x="358459" y="2233176"/>
                  </a:lnTo>
                  <a:lnTo>
                    <a:pt x="368147" y="2231209"/>
                  </a:lnTo>
                  <a:lnTo>
                    <a:pt x="377835" y="2231253"/>
                  </a:lnTo>
                  <a:lnTo>
                    <a:pt x="387523" y="2230096"/>
                  </a:lnTo>
                  <a:lnTo>
                    <a:pt x="397212" y="2227315"/>
                  </a:lnTo>
                  <a:lnTo>
                    <a:pt x="406900" y="2222077"/>
                  </a:lnTo>
                  <a:lnTo>
                    <a:pt x="416588" y="2214657"/>
                  </a:lnTo>
                  <a:lnTo>
                    <a:pt x="426276" y="2223455"/>
                  </a:lnTo>
                  <a:lnTo>
                    <a:pt x="435964" y="2221689"/>
                  </a:lnTo>
                  <a:lnTo>
                    <a:pt x="445652" y="2205205"/>
                  </a:lnTo>
                  <a:lnTo>
                    <a:pt x="455340" y="2188790"/>
                  </a:lnTo>
                  <a:lnTo>
                    <a:pt x="465028" y="2186654"/>
                  </a:lnTo>
                  <a:lnTo>
                    <a:pt x="474716" y="2190635"/>
                  </a:lnTo>
                  <a:lnTo>
                    <a:pt x="484404" y="2193202"/>
                  </a:lnTo>
                  <a:lnTo>
                    <a:pt x="494093" y="2193238"/>
                  </a:lnTo>
                  <a:lnTo>
                    <a:pt x="503781" y="2194655"/>
                  </a:lnTo>
                  <a:lnTo>
                    <a:pt x="513469" y="2187035"/>
                  </a:lnTo>
                  <a:lnTo>
                    <a:pt x="523157" y="2179450"/>
                  </a:lnTo>
                  <a:lnTo>
                    <a:pt x="532845" y="2181201"/>
                  </a:lnTo>
                  <a:lnTo>
                    <a:pt x="542533" y="2177033"/>
                  </a:lnTo>
                  <a:lnTo>
                    <a:pt x="552221" y="2170753"/>
                  </a:lnTo>
                  <a:lnTo>
                    <a:pt x="561909" y="2155482"/>
                  </a:lnTo>
                  <a:lnTo>
                    <a:pt x="571597" y="2145597"/>
                  </a:lnTo>
                  <a:lnTo>
                    <a:pt x="581285" y="2146312"/>
                  </a:lnTo>
                  <a:lnTo>
                    <a:pt x="590974" y="2146410"/>
                  </a:lnTo>
                  <a:lnTo>
                    <a:pt x="600662" y="2146904"/>
                  </a:lnTo>
                  <a:lnTo>
                    <a:pt x="610350" y="2147545"/>
                  </a:lnTo>
                  <a:lnTo>
                    <a:pt x="620038" y="2148310"/>
                  </a:lnTo>
                  <a:lnTo>
                    <a:pt x="629726" y="2138409"/>
                  </a:lnTo>
                  <a:lnTo>
                    <a:pt x="639414" y="2125648"/>
                  </a:lnTo>
                  <a:lnTo>
                    <a:pt x="649102" y="2119812"/>
                  </a:lnTo>
                  <a:lnTo>
                    <a:pt x="658790" y="2118268"/>
                  </a:lnTo>
                  <a:lnTo>
                    <a:pt x="668478" y="2106786"/>
                  </a:lnTo>
                  <a:lnTo>
                    <a:pt x="678166" y="2092238"/>
                  </a:lnTo>
                  <a:lnTo>
                    <a:pt x="687855" y="2075613"/>
                  </a:lnTo>
                  <a:lnTo>
                    <a:pt x="697543" y="2061011"/>
                  </a:lnTo>
                  <a:lnTo>
                    <a:pt x="707231" y="2052408"/>
                  </a:lnTo>
                  <a:lnTo>
                    <a:pt x="716919" y="2041908"/>
                  </a:lnTo>
                  <a:lnTo>
                    <a:pt x="726607" y="2027343"/>
                  </a:lnTo>
                  <a:lnTo>
                    <a:pt x="736295" y="2012819"/>
                  </a:lnTo>
                  <a:lnTo>
                    <a:pt x="745983" y="2001078"/>
                  </a:lnTo>
                  <a:lnTo>
                    <a:pt x="755671" y="1993125"/>
                  </a:lnTo>
                  <a:lnTo>
                    <a:pt x="765359" y="1985350"/>
                  </a:lnTo>
                  <a:lnTo>
                    <a:pt x="775047" y="1976479"/>
                  </a:lnTo>
                  <a:lnTo>
                    <a:pt x="784736" y="1961403"/>
                  </a:lnTo>
                  <a:lnTo>
                    <a:pt x="794424" y="1941080"/>
                  </a:lnTo>
                  <a:lnTo>
                    <a:pt x="804112" y="1920911"/>
                  </a:lnTo>
                  <a:lnTo>
                    <a:pt x="813800" y="1907166"/>
                  </a:lnTo>
                  <a:lnTo>
                    <a:pt x="823488" y="1909217"/>
                  </a:lnTo>
                  <a:lnTo>
                    <a:pt x="833176" y="1916070"/>
                  </a:lnTo>
                  <a:lnTo>
                    <a:pt x="842864" y="1902217"/>
                  </a:lnTo>
                  <a:lnTo>
                    <a:pt x="852552" y="1884391"/>
                  </a:lnTo>
                  <a:lnTo>
                    <a:pt x="862240" y="1878333"/>
                  </a:lnTo>
                  <a:lnTo>
                    <a:pt x="871928" y="1872575"/>
                  </a:lnTo>
                  <a:lnTo>
                    <a:pt x="881617" y="1866997"/>
                  </a:lnTo>
                  <a:lnTo>
                    <a:pt x="891305" y="1861416"/>
                  </a:lnTo>
                  <a:lnTo>
                    <a:pt x="900993" y="1858379"/>
                  </a:lnTo>
                  <a:lnTo>
                    <a:pt x="910681" y="1852068"/>
                  </a:lnTo>
                  <a:lnTo>
                    <a:pt x="920369" y="1843957"/>
                  </a:lnTo>
                  <a:lnTo>
                    <a:pt x="930057" y="1837826"/>
                  </a:lnTo>
                  <a:lnTo>
                    <a:pt x="939745" y="1826609"/>
                  </a:lnTo>
                  <a:lnTo>
                    <a:pt x="949433" y="1811849"/>
                  </a:lnTo>
                  <a:lnTo>
                    <a:pt x="959121" y="1797391"/>
                  </a:lnTo>
                  <a:lnTo>
                    <a:pt x="968809" y="1782925"/>
                  </a:lnTo>
                  <a:lnTo>
                    <a:pt x="978498" y="1764377"/>
                  </a:lnTo>
                  <a:lnTo>
                    <a:pt x="988186" y="1744668"/>
                  </a:lnTo>
                  <a:lnTo>
                    <a:pt x="997874" y="1728613"/>
                  </a:lnTo>
                  <a:lnTo>
                    <a:pt x="1007562" y="1720721"/>
                  </a:lnTo>
                  <a:lnTo>
                    <a:pt x="1017250" y="1710407"/>
                  </a:lnTo>
                  <a:lnTo>
                    <a:pt x="1026938" y="1705089"/>
                  </a:lnTo>
                  <a:lnTo>
                    <a:pt x="1036626" y="1688781"/>
                  </a:lnTo>
                  <a:lnTo>
                    <a:pt x="1046314" y="1675202"/>
                  </a:lnTo>
                  <a:lnTo>
                    <a:pt x="1056002" y="1653141"/>
                  </a:lnTo>
                  <a:lnTo>
                    <a:pt x="1065690" y="1637112"/>
                  </a:lnTo>
                  <a:lnTo>
                    <a:pt x="1075379" y="1622379"/>
                  </a:lnTo>
                  <a:lnTo>
                    <a:pt x="1085067" y="1607652"/>
                  </a:lnTo>
                  <a:lnTo>
                    <a:pt x="1094755" y="1589787"/>
                  </a:lnTo>
                  <a:lnTo>
                    <a:pt x="1104443" y="1567481"/>
                  </a:lnTo>
                  <a:lnTo>
                    <a:pt x="1114131" y="1545198"/>
                  </a:lnTo>
                  <a:lnTo>
                    <a:pt x="1123819" y="1525900"/>
                  </a:lnTo>
                  <a:lnTo>
                    <a:pt x="1133507" y="1507774"/>
                  </a:lnTo>
                  <a:lnTo>
                    <a:pt x="1143195" y="1489695"/>
                  </a:lnTo>
                  <a:lnTo>
                    <a:pt x="1152883" y="1471901"/>
                  </a:lnTo>
                  <a:lnTo>
                    <a:pt x="1162571" y="1457422"/>
                  </a:lnTo>
                  <a:lnTo>
                    <a:pt x="1172260" y="1446430"/>
                  </a:lnTo>
                  <a:lnTo>
                    <a:pt x="1181948" y="1435651"/>
                  </a:lnTo>
                  <a:lnTo>
                    <a:pt x="1191636" y="1424883"/>
                  </a:lnTo>
                  <a:lnTo>
                    <a:pt x="1201324" y="1414126"/>
                  </a:lnTo>
                  <a:lnTo>
                    <a:pt x="1211012" y="1404304"/>
                  </a:lnTo>
                  <a:lnTo>
                    <a:pt x="1220700" y="1395941"/>
                  </a:lnTo>
                  <a:lnTo>
                    <a:pt x="1230388" y="1387585"/>
                  </a:lnTo>
                  <a:lnTo>
                    <a:pt x="1240076" y="1375227"/>
                  </a:lnTo>
                  <a:lnTo>
                    <a:pt x="1249764" y="1360942"/>
                  </a:lnTo>
                  <a:lnTo>
                    <a:pt x="1259452" y="1349443"/>
                  </a:lnTo>
                  <a:lnTo>
                    <a:pt x="1269141" y="1338626"/>
                  </a:lnTo>
                  <a:lnTo>
                    <a:pt x="1278829" y="1327825"/>
                  </a:lnTo>
                  <a:lnTo>
                    <a:pt x="1288517" y="1316527"/>
                  </a:lnTo>
                  <a:lnTo>
                    <a:pt x="1298205" y="1299889"/>
                  </a:lnTo>
                  <a:lnTo>
                    <a:pt x="1307893" y="1284629"/>
                  </a:lnTo>
                  <a:lnTo>
                    <a:pt x="1317581" y="1269334"/>
                  </a:lnTo>
                  <a:lnTo>
                    <a:pt x="1327269" y="1252259"/>
                  </a:lnTo>
                  <a:lnTo>
                    <a:pt x="1336957" y="1235232"/>
                  </a:lnTo>
                  <a:lnTo>
                    <a:pt x="1346645" y="1218749"/>
                  </a:lnTo>
                  <a:lnTo>
                    <a:pt x="1356333" y="1206165"/>
                  </a:lnTo>
                  <a:lnTo>
                    <a:pt x="1366022" y="1190671"/>
                  </a:lnTo>
                  <a:lnTo>
                    <a:pt x="1375710" y="1176649"/>
                  </a:lnTo>
                  <a:lnTo>
                    <a:pt x="1385398" y="1162763"/>
                  </a:lnTo>
                  <a:lnTo>
                    <a:pt x="1395086" y="1149022"/>
                  </a:lnTo>
                  <a:lnTo>
                    <a:pt x="1404774" y="1139276"/>
                  </a:lnTo>
                  <a:lnTo>
                    <a:pt x="1414462" y="1126700"/>
                  </a:lnTo>
                  <a:lnTo>
                    <a:pt x="1424150" y="1112997"/>
                  </a:lnTo>
                  <a:lnTo>
                    <a:pt x="1433838" y="1100980"/>
                  </a:lnTo>
                  <a:lnTo>
                    <a:pt x="1443526" y="1088996"/>
                  </a:lnTo>
                  <a:lnTo>
                    <a:pt x="1453214" y="1077057"/>
                  </a:lnTo>
                  <a:lnTo>
                    <a:pt x="1462903" y="1065271"/>
                  </a:lnTo>
                  <a:lnTo>
                    <a:pt x="1472591" y="1053563"/>
                  </a:lnTo>
                  <a:lnTo>
                    <a:pt x="1482279" y="1041887"/>
                  </a:lnTo>
                  <a:lnTo>
                    <a:pt x="1491967" y="1032450"/>
                  </a:lnTo>
                  <a:lnTo>
                    <a:pt x="1501655" y="1019359"/>
                  </a:lnTo>
                  <a:lnTo>
                    <a:pt x="1511343" y="1006728"/>
                  </a:lnTo>
                  <a:lnTo>
                    <a:pt x="1521031" y="993945"/>
                  </a:lnTo>
                  <a:lnTo>
                    <a:pt x="1530719" y="976478"/>
                  </a:lnTo>
                  <a:lnTo>
                    <a:pt x="1540407" y="969377"/>
                  </a:lnTo>
                  <a:lnTo>
                    <a:pt x="1550095" y="959969"/>
                  </a:lnTo>
                  <a:lnTo>
                    <a:pt x="1559784" y="948376"/>
                  </a:lnTo>
                  <a:lnTo>
                    <a:pt x="1569472" y="936845"/>
                  </a:lnTo>
                  <a:lnTo>
                    <a:pt x="1579160" y="925410"/>
                  </a:lnTo>
                  <a:lnTo>
                    <a:pt x="1588848" y="914055"/>
                  </a:lnTo>
                  <a:lnTo>
                    <a:pt x="1598536" y="902740"/>
                  </a:lnTo>
                  <a:lnTo>
                    <a:pt x="1608224" y="891466"/>
                  </a:lnTo>
                  <a:lnTo>
                    <a:pt x="1617912" y="880232"/>
                  </a:lnTo>
                  <a:lnTo>
                    <a:pt x="1627600" y="869039"/>
                  </a:lnTo>
                  <a:lnTo>
                    <a:pt x="1637288" y="857889"/>
                  </a:lnTo>
                  <a:lnTo>
                    <a:pt x="1646976" y="846780"/>
                  </a:lnTo>
                  <a:lnTo>
                    <a:pt x="1656665" y="835714"/>
                  </a:lnTo>
                  <a:lnTo>
                    <a:pt x="1666353" y="824690"/>
                  </a:lnTo>
                  <a:lnTo>
                    <a:pt x="1676041" y="813710"/>
                  </a:lnTo>
                  <a:lnTo>
                    <a:pt x="1685729" y="802773"/>
                  </a:lnTo>
                  <a:lnTo>
                    <a:pt x="1695417" y="791880"/>
                  </a:lnTo>
                  <a:lnTo>
                    <a:pt x="1705105" y="781032"/>
                  </a:lnTo>
                  <a:lnTo>
                    <a:pt x="1714793" y="770228"/>
                  </a:lnTo>
                  <a:lnTo>
                    <a:pt x="1724481" y="759470"/>
                  </a:lnTo>
                  <a:lnTo>
                    <a:pt x="1734169" y="748756"/>
                  </a:lnTo>
                  <a:lnTo>
                    <a:pt x="1743857" y="738088"/>
                  </a:lnTo>
                  <a:lnTo>
                    <a:pt x="1753546" y="727466"/>
                  </a:lnTo>
                  <a:lnTo>
                    <a:pt x="1763234" y="716891"/>
                  </a:lnTo>
                  <a:lnTo>
                    <a:pt x="1772922" y="705918"/>
                  </a:lnTo>
                  <a:lnTo>
                    <a:pt x="1782610" y="690919"/>
                  </a:lnTo>
                  <a:lnTo>
                    <a:pt x="1792298" y="676017"/>
                  </a:lnTo>
                  <a:lnTo>
                    <a:pt x="1801986" y="661213"/>
                  </a:lnTo>
                  <a:lnTo>
                    <a:pt x="1811674" y="646574"/>
                  </a:lnTo>
                  <a:lnTo>
                    <a:pt x="1821362" y="633420"/>
                  </a:lnTo>
                  <a:lnTo>
                    <a:pt x="1831050" y="626531"/>
                  </a:lnTo>
                  <a:lnTo>
                    <a:pt x="1840738" y="619778"/>
                  </a:lnTo>
                  <a:lnTo>
                    <a:pt x="1850427" y="613048"/>
                  </a:lnTo>
                  <a:lnTo>
                    <a:pt x="1860115" y="606339"/>
                  </a:lnTo>
                  <a:lnTo>
                    <a:pt x="1869803" y="599653"/>
                  </a:lnTo>
                  <a:lnTo>
                    <a:pt x="1879491" y="592989"/>
                  </a:lnTo>
                  <a:lnTo>
                    <a:pt x="1889179" y="583744"/>
                  </a:lnTo>
                  <a:lnTo>
                    <a:pt x="1898867" y="573844"/>
                  </a:lnTo>
                  <a:lnTo>
                    <a:pt x="1908555" y="563994"/>
                  </a:lnTo>
                  <a:lnTo>
                    <a:pt x="1918243" y="554194"/>
                  </a:lnTo>
                  <a:lnTo>
                    <a:pt x="1927931" y="544444"/>
                  </a:lnTo>
                  <a:lnTo>
                    <a:pt x="1937619" y="534745"/>
                  </a:lnTo>
                  <a:lnTo>
                    <a:pt x="1947308" y="525096"/>
                  </a:lnTo>
                  <a:lnTo>
                    <a:pt x="1956996" y="515498"/>
                  </a:lnTo>
                  <a:lnTo>
                    <a:pt x="1966684" y="502319"/>
                  </a:lnTo>
                  <a:lnTo>
                    <a:pt x="1976372" y="488020"/>
                  </a:lnTo>
                  <a:lnTo>
                    <a:pt x="1986060" y="473839"/>
                  </a:lnTo>
                  <a:lnTo>
                    <a:pt x="1995748" y="459776"/>
                  </a:lnTo>
                  <a:lnTo>
                    <a:pt x="2005436" y="445830"/>
                  </a:lnTo>
                  <a:lnTo>
                    <a:pt x="2015124" y="435742"/>
                  </a:lnTo>
                  <a:lnTo>
                    <a:pt x="2024812" y="426574"/>
                  </a:lnTo>
                  <a:lnTo>
                    <a:pt x="2034500" y="417460"/>
                  </a:lnTo>
                  <a:lnTo>
                    <a:pt x="2044188" y="408398"/>
                  </a:lnTo>
                  <a:lnTo>
                    <a:pt x="2053877" y="399389"/>
                  </a:lnTo>
                  <a:lnTo>
                    <a:pt x="2063565" y="390433"/>
                  </a:lnTo>
                  <a:lnTo>
                    <a:pt x="2073253" y="381531"/>
                  </a:lnTo>
                  <a:lnTo>
                    <a:pt x="2082941" y="372682"/>
                  </a:lnTo>
                  <a:lnTo>
                    <a:pt x="2092629" y="363886"/>
                  </a:lnTo>
                  <a:lnTo>
                    <a:pt x="2102317" y="355144"/>
                  </a:lnTo>
                  <a:lnTo>
                    <a:pt x="2112005" y="346455"/>
                  </a:lnTo>
                  <a:lnTo>
                    <a:pt x="2121693" y="337964"/>
                  </a:lnTo>
                  <a:lnTo>
                    <a:pt x="2131381" y="329528"/>
                  </a:lnTo>
                  <a:lnTo>
                    <a:pt x="2141069" y="321143"/>
                  </a:lnTo>
                  <a:lnTo>
                    <a:pt x="2150758" y="312809"/>
                  </a:lnTo>
                  <a:lnTo>
                    <a:pt x="2160446" y="304527"/>
                  </a:lnTo>
                  <a:lnTo>
                    <a:pt x="2170134" y="296295"/>
                  </a:lnTo>
                  <a:lnTo>
                    <a:pt x="2179822" y="288115"/>
                  </a:lnTo>
                  <a:lnTo>
                    <a:pt x="2189510" y="279637"/>
                  </a:lnTo>
                  <a:lnTo>
                    <a:pt x="2199198" y="270471"/>
                  </a:lnTo>
                  <a:lnTo>
                    <a:pt x="2208886" y="261372"/>
                  </a:lnTo>
                  <a:lnTo>
                    <a:pt x="2218574" y="252339"/>
                  </a:lnTo>
                  <a:lnTo>
                    <a:pt x="2228262" y="243371"/>
                  </a:lnTo>
                  <a:lnTo>
                    <a:pt x="2237950" y="234469"/>
                  </a:lnTo>
                  <a:lnTo>
                    <a:pt x="2247639" y="225633"/>
                  </a:lnTo>
                  <a:lnTo>
                    <a:pt x="2257327" y="216862"/>
                  </a:lnTo>
                  <a:lnTo>
                    <a:pt x="2267015" y="208157"/>
                  </a:lnTo>
                  <a:lnTo>
                    <a:pt x="2276703" y="199517"/>
                  </a:lnTo>
                  <a:lnTo>
                    <a:pt x="2286391" y="190942"/>
                  </a:lnTo>
                  <a:lnTo>
                    <a:pt x="2296079" y="182432"/>
                  </a:lnTo>
                  <a:lnTo>
                    <a:pt x="2305767" y="173988"/>
                  </a:lnTo>
                  <a:lnTo>
                    <a:pt x="2315455" y="165602"/>
                  </a:lnTo>
                  <a:lnTo>
                    <a:pt x="2325143" y="156409"/>
                  </a:lnTo>
                  <a:lnTo>
                    <a:pt x="2334831" y="146391"/>
                  </a:lnTo>
                  <a:lnTo>
                    <a:pt x="2344520" y="136467"/>
                  </a:lnTo>
                  <a:lnTo>
                    <a:pt x="2354208" y="126638"/>
                  </a:lnTo>
                  <a:lnTo>
                    <a:pt x="2363896" y="116903"/>
                  </a:lnTo>
                  <a:lnTo>
                    <a:pt x="2373584" y="107263"/>
                  </a:lnTo>
                  <a:lnTo>
                    <a:pt x="2383272" y="97716"/>
                  </a:lnTo>
                  <a:lnTo>
                    <a:pt x="2392960" y="88262"/>
                  </a:lnTo>
                  <a:lnTo>
                    <a:pt x="2402648" y="78902"/>
                  </a:lnTo>
                  <a:lnTo>
                    <a:pt x="2412336" y="69634"/>
                  </a:lnTo>
                  <a:lnTo>
                    <a:pt x="2422024" y="60458"/>
                  </a:lnTo>
                  <a:lnTo>
                    <a:pt x="2431712" y="51405"/>
                  </a:lnTo>
                  <a:lnTo>
                    <a:pt x="2441401" y="42529"/>
                  </a:lnTo>
                  <a:lnTo>
                    <a:pt x="2451089" y="33741"/>
                  </a:lnTo>
                  <a:lnTo>
                    <a:pt x="2460777" y="25294"/>
                  </a:lnTo>
                  <a:lnTo>
                    <a:pt x="2470465" y="20158"/>
                  </a:lnTo>
                  <a:lnTo>
                    <a:pt x="2480153" y="15054"/>
                  </a:lnTo>
                  <a:lnTo>
                    <a:pt x="2489841" y="9981"/>
                  </a:lnTo>
                  <a:lnTo>
                    <a:pt x="2499529" y="4950"/>
                  </a:lnTo>
                  <a:lnTo>
                    <a:pt x="250921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6332185" y="5195901"/>
              <a:ext cx="2509217" cy="494206"/>
            </a:xfrm>
            <a:custGeom>
              <a:avLst/>
              <a:pathLst>
                <a:path w="2509217" h="494206">
                  <a:moveTo>
                    <a:pt x="2509217" y="494206"/>
                  </a:moveTo>
                  <a:lnTo>
                    <a:pt x="2499529" y="494122"/>
                  </a:lnTo>
                  <a:lnTo>
                    <a:pt x="2489841" y="494036"/>
                  </a:lnTo>
                  <a:lnTo>
                    <a:pt x="2480153" y="493948"/>
                  </a:lnTo>
                  <a:lnTo>
                    <a:pt x="2470465" y="493858"/>
                  </a:lnTo>
                  <a:lnTo>
                    <a:pt x="2460777" y="493765"/>
                  </a:lnTo>
                  <a:lnTo>
                    <a:pt x="2451089" y="493671"/>
                  </a:lnTo>
                  <a:lnTo>
                    <a:pt x="2441401" y="493573"/>
                  </a:lnTo>
                  <a:lnTo>
                    <a:pt x="2431712" y="493474"/>
                  </a:lnTo>
                  <a:lnTo>
                    <a:pt x="2422024" y="493372"/>
                  </a:lnTo>
                  <a:lnTo>
                    <a:pt x="2412336" y="493267"/>
                  </a:lnTo>
                  <a:lnTo>
                    <a:pt x="2402648" y="493160"/>
                  </a:lnTo>
                  <a:lnTo>
                    <a:pt x="2392960" y="493062"/>
                  </a:lnTo>
                  <a:lnTo>
                    <a:pt x="2383272" y="492966"/>
                  </a:lnTo>
                  <a:lnTo>
                    <a:pt x="2373584" y="492868"/>
                  </a:lnTo>
                  <a:lnTo>
                    <a:pt x="2363896" y="492768"/>
                  </a:lnTo>
                  <a:lnTo>
                    <a:pt x="2354208" y="492666"/>
                  </a:lnTo>
                  <a:lnTo>
                    <a:pt x="2344520" y="492561"/>
                  </a:lnTo>
                  <a:lnTo>
                    <a:pt x="2334831" y="492454"/>
                  </a:lnTo>
                  <a:lnTo>
                    <a:pt x="2325143" y="492345"/>
                  </a:lnTo>
                  <a:lnTo>
                    <a:pt x="2315455" y="492233"/>
                  </a:lnTo>
                  <a:lnTo>
                    <a:pt x="2305767" y="492120"/>
                  </a:lnTo>
                  <a:lnTo>
                    <a:pt x="2296079" y="492003"/>
                  </a:lnTo>
                  <a:lnTo>
                    <a:pt x="2286391" y="491884"/>
                  </a:lnTo>
                  <a:lnTo>
                    <a:pt x="2276703" y="491763"/>
                  </a:lnTo>
                  <a:lnTo>
                    <a:pt x="2267015" y="491639"/>
                  </a:lnTo>
                  <a:lnTo>
                    <a:pt x="2257327" y="491512"/>
                  </a:lnTo>
                  <a:lnTo>
                    <a:pt x="2247639" y="491383"/>
                  </a:lnTo>
                  <a:lnTo>
                    <a:pt x="2237950" y="491236"/>
                  </a:lnTo>
                  <a:lnTo>
                    <a:pt x="2228262" y="491084"/>
                  </a:lnTo>
                  <a:lnTo>
                    <a:pt x="2218574" y="490928"/>
                  </a:lnTo>
                  <a:lnTo>
                    <a:pt x="2208886" y="490768"/>
                  </a:lnTo>
                  <a:lnTo>
                    <a:pt x="2199198" y="490604"/>
                  </a:lnTo>
                  <a:lnTo>
                    <a:pt x="2189510" y="490435"/>
                  </a:lnTo>
                  <a:lnTo>
                    <a:pt x="2179822" y="490262"/>
                  </a:lnTo>
                  <a:lnTo>
                    <a:pt x="2170134" y="490075"/>
                  </a:lnTo>
                  <a:lnTo>
                    <a:pt x="2160446" y="489858"/>
                  </a:lnTo>
                  <a:lnTo>
                    <a:pt x="2150758" y="489634"/>
                  </a:lnTo>
                  <a:lnTo>
                    <a:pt x="2141069" y="489405"/>
                  </a:lnTo>
                  <a:lnTo>
                    <a:pt x="2131381" y="489168"/>
                  </a:lnTo>
                  <a:lnTo>
                    <a:pt x="2121693" y="488925"/>
                  </a:lnTo>
                  <a:lnTo>
                    <a:pt x="2112005" y="488674"/>
                  </a:lnTo>
                  <a:lnTo>
                    <a:pt x="2102317" y="488492"/>
                  </a:lnTo>
                  <a:lnTo>
                    <a:pt x="2092629" y="488242"/>
                  </a:lnTo>
                  <a:lnTo>
                    <a:pt x="2082941" y="487985"/>
                  </a:lnTo>
                  <a:lnTo>
                    <a:pt x="2073253" y="487721"/>
                  </a:lnTo>
                  <a:lnTo>
                    <a:pt x="2063565" y="487449"/>
                  </a:lnTo>
                  <a:lnTo>
                    <a:pt x="2053877" y="487169"/>
                  </a:lnTo>
                  <a:lnTo>
                    <a:pt x="2044188" y="486881"/>
                  </a:lnTo>
                  <a:lnTo>
                    <a:pt x="2034500" y="486584"/>
                  </a:lnTo>
                  <a:lnTo>
                    <a:pt x="2024812" y="486280"/>
                  </a:lnTo>
                  <a:lnTo>
                    <a:pt x="2015124" y="485967"/>
                  </a:lnTo>
                  <a:lnTo>
                    <a:pt x="2005436" y="485645"/>
                  </a:lnTo>
                  <a:lnTo>
                    <a:pt x="1995748" y="485363"/>
                  </a:lnTo>
                  <a:lnTo>
                    <a:pt x="1986060" y="485106"/>
                  </a:lnTo>
                  <a:lnTo>
                    <a:pt x="1976372" y="484844"/>
                  </a:lnTo>
                  <a:lnTo>
                    <a:pt x="1966684" y="484577"/>
                  </a:lnTo>
                  <a:lnTo>
                    <a:pt x="1956996" y="484304"/>
                  </a:lnTo>
                  <a:lnTo>
                    <a:pt x="1947308" y="484025"/>
                  </a:lnTo>
                  <a:lnTo>
                    <a:pt x="1937619" y="483741"/>
                  </a:lnTo>
                  <a:lnTo>
                    <a:pt x="1927931" y="483450"/>
                  </a:lnTo>
                  <a:lnTo>
                    <a:pt x="1918243" y="483154"/>
                  </a:lnTo>
                  <a:lnTo>
                    <a:pt x="1908555" y="482851"/>
                  </a:lnTo>
                  <a:lnTo>
                    <a:pt x="1898867" y="482542"/>
                  </a:lnTo>
                  <a:lnTo>
                    <a:pt x="1889179" y="482226"/>
                  </a:lnTo>
                  <a:lnTo>
                    <a:pt x="1879491" y="481904"/>
                  </a:lnTo>
                  <a:lnTo>
                    <a:pt x="1869803" y="481575"/>
                  </a:lnTo>
                  <a:lnTo>
                    <a:pt x="1860115" y="481239"/>
                  </a:lnTo>
                  <a:lnTo>
                    <a:pt x="1850427" y="480895"/>
                  </a:lnTo>
                  <a:lnTo>
                    <a:pt x="1840738" y="480516"/>
                  </a:lnTo>
                  <a:lnTo>
                    <a:pt x="1831050" y="480096"/>
                  </a:lnTo>
                  <a:lnTo>
                    <a:pt x="1821362" y="479665"/>
                  </a:lnTo>
                  <a:lnTo>
                    <a:pt x="1811674" y="479223"/>
                  </a:lnTo>
                  <a:lnTo>
                    <a:pt x="1801986" y="478768"/>
                  </a:lnTo>
                  <a:lnTo>
                    <a:pt x="1792298" y="478303"/>
                  </a:lnTo>
                  <a:lnTo>
                    <a:pt x="1782610" y="477826"/>
                  </a:lnTo>
                  <a:lnTo>
                    <a:pt x="1772922" y="477337"/>
                  </a:lnTo>
                  <a:lnTo>
                    <a:pt x="1763234" y="476836"/>
                  </a:lnTo>
                  <a:lnTo>
                    <a:pt x="1753546" y="476323"/>
                  </a:lnTo>
                  <a:lnTo>
                    <a:pt x="1743857" y="475796"/>
                  </a:lnTo>
                  <a:lnTo>
                    <a:pt x="1734169" y="475256"/>
                  </a:lnTo>
                  <a:lnTo>
                    <a:pt x="1724481" y="474679"/>
                  </a:lnTo>
                  <a:lnTo>
                    <a:pt x="1714793" y="474046"/>
                  </a:lnTo>
                  <a:lnTo>
                    <a:pt x="1705105" y="473395"/>
                  </a:lnTo>
                  <a:lnTo>
                    <a:pt x="1695417" y="472727"/>
                  </a:lnTo>
                  <a:lnTo>
                    <a:pt x="1685729" y="472040"/>
                  </a:lnTo>
                  <a:lnTo>
                    <a:pt x="1676041" y="471335"/>
                  </a:lnTo>
                  <a:lnTo>
                    <a:pt x="1666353" y="470764"/>
                  </a:lnTo>
                  <a:lnTo>
                    <a:pt x="1656665" y="470219"/>
                  </a:lnTo>
                  <a:lnTo>
                    <a:pt x="1646976" y="469662"/>
                  </a:lnTo>
                  <a:lnTo>
                    <a:pt x="1637288" y="469044"/>
                  </a:lnTo>
                  <a:lnTo>
                    <a:pt x="1627600" y="468320"/>
                  </a:lnTo>
                  <a:lnTo>
                    <a:pt x="1617912" y="467602"/>
                  </a:lnTo>
                  <a:lnTo>
                    <a:pt x="1608224" y="466863"/>
                  </a:lnTo>
                  <a:lnTo>
                    <a:pt x="1598536" y="466036"/>
                  </a:lnTo>
                  <a:lnTo>
                    <a:pt x="1588848" y="465235"/>
                  </a:lnTo>
                  <a:lnTo>
                    <a:pt x="1579160" y="464415"/>
                  </a:lnTo>
                  <a:lnTo>
                    <a:pt x="1569472" y="463574"/>
                  </a:lnTo>
                  <a:lnTo>
                    <a:pt x="1559784" y="462712"/>
                  </a:lnTo>
                  <a:lnTo>
                    <a:pt x="1550095" y="461948"/>
                  </a:lnTo>
                  <a:lnTo>
                    <a:pt x="1540407" y="461215"/>
                  </a:lnTo>
                  <a:lnTo>
                    <a:pt x="1530719" y="460324"/>
                  </a:lnTo>
                  <a:lnTo>
                    <a:pt x="1521031" y="459412"/>
                  </a:lnTo>
                  <a:lnTo>
                    <a:pt x="1511343" y="458478"/>
                  </a:lnTo>
                  <a:lnTo>
                    <a:pt x="1501655" y="457514"/>
                  </a:lnTo>
                  <a:lnTo>
                    <a:pt x="1491967" y="456516"/>
                  </a:lnTo>
                  <a:lnTo>
                    <a:pt x="1482279" y="455493"/>
                  </a:lnTo>
                  <a:lnTo>
                    <a:pt x="1472591" y="454169"/>
                  </a:lnTo>
                  <a:lnTo>
                    <a:pt x="1462903" y="452802"/>
                  </a:lnTo>
                  <a:lnTo>
                    <a:pt x="1453214" y="451669"/>
                  </a:lnTo>
                  <a:lnTo>
                    <a:pt x="1443526" y="450586"/>
                  </a:lnTo>
                  <a:lnTo>
                    <a:pt x="1433838" y="449543"/>
                  </a:lnTo>
                  <a:lnTo>
                    <a:pt x="1424150" y="448477"/>
                  </a:lnTo>
                  <a:lnTo>
                    <a:pt x="1414462" y="447388"/>
                  </a:lnTo>
                  <a:lnTo>
                    <a:pt x="1404774" y="446275"/>
                  </a:lnTo>
                  <a:lnTo>
                    <a:pt x="1395086" y="445137"/>
                  </a:lnTo>
                  <a:lnTo>
                    <a:pt x="1385398" y="443936"/>
                  </a:lnTo>
                  <a:lnTo>
                    <a:pt x="1375710" y="442793"/>
                  </a:lnTo>
                  <a:lnTo>
                    <a:pt x="1366022" y="441582"/>
                  </a:lnTo>
                  <a:lnTo>
                    <a:pt x="1356333" y="440159"/>
                  </a:lnTo>
                  <a:lnTo>
                    <a:pt x="1346645" y="438848"/>
                  </a:lnTo>
                  <a:lnTo>
                    <a:pt x="1336957" y="437790"/>
                  </a:lnTo>
                  <a:lnTo>
                    <a:pt x="1327269" y="436480"/>
                  </a:lnTo>
                  <a:lnTo>
                    <a:pt x="1317581" y="435142"/>
                  </a:lnTo>
                  <a:lnTo>
                    <a:pt x="1307893" y="433769"/>
                  </a:lnTo>
                  <a:lnTo>
                    <a:pt x="1298205" y="432364"/>
                  </a:lnTo>
                  <a:lnTo>
                    <a:pt x="1288517" y="430923"/>
                  </a:lnTo>
                  <a:lnTo>
                    <a:pt x="1278829" y="429449"/>
                  </a:lnTo>
                  <a:lnTo>
                    <a:pt x="1269141" y="427943"/>
                  </a:lnTo>
                  <a:lnTo>
                    <a:pt x="1259452" y="426403"/>
                  </a:lnTo>
                  <a:lnTo>
                    <a:pt x="1249764" y="424824"/>
                  </a:lnTo>
                  <a:lnTo>
                    <a:pt x="1240076" y="422994"/>
                  </a:lnTo>
                  <a:lnTo>
                    <a:pt x="1230388" y="421578"/>
                  </a:lnTo>
                  <a:lnTo>
                    <a:pt x="1220700" y="419913"/>
                  </a:lnTo>
                  <a:lnTo>
                    <a:pt x="1211012" y="418205"/>
                  </a:lnTo>
                  <a:lnTo>
                    <a:pt x="1201324" y="416456"/>
                  </a:lnTo>
                  <a:lnTo>
                    <a:pt x="1191636" y="414699"/>
                  </a:lnTo>
                  <a:lnTo>
                    <a:pt x="1181948" y="412849"/>
                  </a:lnTo>
                  <a:lnTo>
                    <a:pt x="1172260" y="410987"/>
                  </a:lnTo>
                  <a:lnTo>
                    <a:pt x="1162571" y="408844"/>
                  </a:lnTo>
                  <a:lnTo>
                    <a:pt x="1152883" y="406579"/>
                  </a:lnTo>
                  <a:lnTo>
                    <a:pt x="1143195" y="404382"/>
                  </a:lnTo>
                  <a:lnTo>
                    <a:pt x="1133507" y="402586"/>
                  </a:lnTo>
                  <a:lnTo>
                    <a:pt x="1123819" y="400381"/>
                  </a:lnTo>
                  <a:lnTo>
                    <a:pt x="1114131" y="397938"/>
                  </a:lnTo>
                  <a:lnTo>
                    <a:pt x="1104443" y="395431"/>
                  </a:lnTo>
                  <a:lnTo>
                    <a:pt x="1094755" y="393123"/>
                  </a:lnTo>
                  <a:lnTo>
                    <a:pt x="1085067" y="391064"/>
                  </a:lnTo>
                  <a:lnTo>
                    <a:pt x="1075379" y="388965"/>
                  </a:lnTo>
                  <a:lnTo>
                    <a:pt x="1065690" y="386825"/>
                  </a:lnTo>
                  <a:lnTo>
                    <a:pt x="1056002" y="384644"/>
                  </a:lnTo>
                  <a:lnTo>
                    <a:pt x="1046314" y="382422"/>
                  </a:lnTo>
                  <a:lnTo>
                    <a:pt x="1036626" y="380156"/>
                  </a:lnTo>
                  <a:lnTo>
                    <a:pt x="1026938" y="377764"/>
                  </a:lnTo>
                  <a:lnTo>
                    <a:pt x="1017250" y="375159"/>
                  </a:lnTo>
                  <a:lnTo>
                    <a:pt x="1007562" y="372200"/>
                  </a:lnTo>
                  <a:lnTo>
                    <a:pt x="997874" y="368422"/>
                  </a:lnTo>
                  <a:lnTo>
                    <a:pt x="988186" y="364534"/>
                  </a:lnTo>
                  <a:lnTo>
                    <a:pt x="978498" y="362074"/>
                  </a:lnTo>
                  <a:lnTo>
                    <a:pt x="968809" y="360587"/>
                  </a:lnTo>
                  <a:lnTo>
                    <a:pt x="959121" y="359108"/>
                  </a:lnTo>
                  <a:lnTo>
                    <a:pt x="949433" y="357626"/>
                  </a:lnTo>
                  <a:lnTo>
                    <a:pt x="939745" y="355059"/>
                  </a:lnTo>
                  <a:lnTo>
                    <a:pt x="930057" y="352275"/>
                  </a:lnTo>
                  <a:lnTo>
                    <a:pt x="920369" y="349336"/>
                  </a:lnTo>
                  <a:lnTo>
                    <a:pt x="910681" y="346563"/>
                  </a:lnTo>
                  <a:lnTo>
                    <a:pt x="900993" y="343643"/>
                  </a:lnTo>
                  <a:lnTo>
                    <a:pt x="891305" y="340912"/>
                  </a:lnTo>
                  <a:lnTo>
                    <a:pt x="881617" y="338972"/>
                  </a:lnTo>
                  <a:lnTo>
                    <a:pt x="871928" y="334924"/>
                  </a:lnTo>
                  <a:lnTo>
                    <a:pt x="862240" y="331389"/>
                  </a:lnTo>
                  <a:lnTo>
                    <a:pt x="852552" y="328141"/>
                  </a:lnTo>
                  <a:lnTo>
                    <a:pt x="842864" y="324827"/>
                  </a:lnTo>
                  <a:lnTo>
                    <a:pt x="833176" y="321450"/>
                  </a:lnTo>
                  <a:lnTo>
                    <a:pt x="823488" y="317389"/>
                  </a:lnTo>
                  <a:lnTo>
                    <a:pt x="813800" y="313455"/>
                  </a:lnTo>
                  <a:lnTo>
                    <a:pt x="804112" y="309217"/>
                  </a:lnTo>
                  <a:lnTo>
                    <a:pt x="794424" y="306638"/>
                  </a:lnTo>
                  <a:lnTo>
                    <a:pt x="784736" y="301892"/>
                  </a:lnTo>
                  <a:lnTo>
                    <a:pt x="775047" y="298383"/>
                  </a:lnTo>
                  <a:lnTo>
                    <a:pt x="765359" y="294009"/>
                  </a:lnTo>
                  <a:lnTo>
                    <a:pt x="755671" y="290280"/>
                  </a:lnTo>
                  <a:lnTo>
                    <a:pt x="745983" y="287581"/>
                  </a:lnTo>
                  <a:lnTo>
                    <a:pt x="736295" y="281208"/>
                  </a:lnTo>
                  <a:lnTo>
                    <a:pt x="726607" y="275682"/>
                  </a:lnTo>
                  <a:lnTo>
                    <a:pt x="716919" y="271502"/>
                  </a:lnTo>
                  <a:lnTo>
                    <a:pt x="707231" y="265916"/>
                  </a:lnTo>
                  <a:lnTo>
                    <a:pt x="697543" y="260460"/>
                  </a:lnTo>
                  <a:lnTo>
                    <a:pt x="687855" y="254914"/>
                  </a:lnTo>
                  <a:lnTo>
                    <a:pt x="678166" y="248713"/>
                  </a:lnTo>
                  <a:lnTo>
                    <a:pt x="668478" y="244299"/>
                  </a:lnTo>
                  <a:lnTo>
                    <a:pt x="658790" y="239648"/>
                  </a:lnTo>
                  <a:lnTo>
                    <a:pt x="649102" y="235286"/>
                  </a:lnTo>
                  <a:lnTo>
                    <a:pt x="639414" y="230088"/>
                  </a:lnTo>
                  <a:lnTo>
                    <a:pt x="629726" y="226427"/>
                  </a:lnTo>
                  <a:lnTo>
                    <a:pt x="620038" y="220309"/>
                  </a:lnTo>
                  <a:lnTo>
                    <a:pt x="610350" y="215297"/>
                  </a:lnTo>
                  <a:lnTo>
                    <a:pt x="600662" y="214382"/>
                  </a:lnTo>
                  <a:lnTo>
                    <a:pt x="590974" y="210693"/>
                  </a:lnTo>
                  <a:lnTo>
                    <a:pt x="581285" y="205407"/>
                  </a:lnTo>
                  <a:lnTo>
                    <a:pt x="571597" y="201013"/>
                  </a:lnTo>
                  <a:lnTo>
                    <a:pt x="561909" y="194561"/>
                  </a:lnTo>
                  <a:lnTo>
                    <a:pt x="552221" y="189195"/>
                  </a:lnTo>
                  <a:lnTo>
                    <a:pt x="542533" y="183376"/>
                  </a:lnTo>
                  <a:lnTo>
                    <a:pt x="532845" y="176431"/>
                  </a:lnTo>
                  <a:lnTo>
                    <a:pt x="523157" y="169874"/>
                  </a:lnTo>
                  <a:lnTo>
                    <a:pt x="513469" y="163136"/>
                  </a:lnTo>
                  <a:lnTo>
                    <a:pt x="503781" y="156386"/>
                  </a:lnTo>
                  <a:lnTo>
                    <a:pt x="494093" y="151264"/>
                  </a:lnTo>
                  <a:lnTo>
                    <a:pt x="484404" y="144849"/>
                  </a:lnTo>
                  <a:lnTo>
                    <a:pt x="474716" y="135993"/>
                  </a:lnTo>
                  <a:lnTo>
                    <a:pt x="465028" y="134675"/>
                  </a:lnTo>
                  <a:lnTo>
                    <a:pt x="455340" y="128181"/>
                  </a:lnTo>
                  <a:lnTo>
                    <a:pt x="445652" y="123729"/>
                  </a:lnTo>
                  <a:lnTo>
                    <a:pt x="435964" y="116861"/>
                  </a:lnTo>
                  <a:lnTo>
                    <a:pt x="426276" y="109772"/>
                  </a:lnTo>
                  <a:lnTo>
                    <a:pt x="416588" y="105646"/>
                  </a:lnTo>
                  <a:lnTo>
                    <a:pt x="406900" y="103004"/>
                  </a:lnTo>
                  <a:lnTo>
                    <a:pt x="397212" y="102882"/>
                  </a:lnTo>
                  <a:lnTo>
                    <a:pt x="387523" y="97931"/>
                  </a:lnTo>
                  <a:lnTo>
                    <a:pt x="377835" y="93570"/>
                  </a:lnTo>
                  <a:lnTo>
                    <a:pt x="368147" y="89417"/>
                  </a:lnTo>
                  <a:lnTo>
                    <a:pt x="358459" y="84181"/>
                  </a:lnTo>
                  <a:lnTo>
                    <a:pt x="348771" y="78338"/>
                  </a:lnTo>
                  <a:lnTo>
                    <a:pt x="339083" y="73363"/>
                  </a:lnTo>
                  <a:lnTo>
                    <a:pt x="329395" y="68515"/>
                  </a:lnTo>
                  <a:lnTo>
                    <a:pt x="319707" y="63141"/>
                  </a:lnTo>
                  <a:lnTo>
                    <a:pt x="310019" y="60788"/>
                  </a:lnTo>
                  <a:lnTo>
                    <a:pt x="300331" y="53946"/>
                  </a:lnTo>
                  <a:lnTo>
                    <a:pt x="290642" y="47648"/>
                  </a:lnTo>
                  <a:lnTo>
                    <a:pt x="280954" y="44053"/>
                  </a:lnTo>
                  <a:lnTo>
                    <a:pt x="271266" y="40718"/>
                  </a:lnTo>
                  <a:lnTo>
                    <a:pt x="261578" y="35491"/>
                  </a:lnTo>
                  <a:lnTo>
                    <a:pt x="251890" y="31721"/>
                  </a:lnTo>
                  <a:lnTo>
                    <a:pt x="242202" y="29560"/>
                  </a:lnTo>
                  <a:lnTo>
                    <a:pt x="232514" y="25704"/>
                  </a:lnTo>
                  <a:lnTo>
                    <a:pt x="222826" y="21761"/>
                  </a:lnTo>
                  <a:lnTo>
                    <a:pt x="213138" y="20752"/>
                  </a:lnTo>
                  <a:lnTo>
                    <a:pt x="203450" y="15822"/>
                  </a:lnTo>
                  <a:lnTo>
                    <a:pt x="193761" y="12200"/>
                  </a:lnTo>
                  <a:lnTo>
                    <a:pt x="184073" y="13159"/>
                  </a:lnTo>
                  <a:lnTo>
                    <a:pt x="174385" y="13543"/>
                  </a:lnTo>
                  <a:lnTo>
                    <a:pt x="164697" y="12508"/>
                  </a:lnTo>
                  <a:lnTo>
                    <a:pt x="155009" y="12921"/>
                  </a:lnTo>
                  <a:lnTo>
                    <a:pt x="145321" y="13500"/>
                  </a:lnTo>
                  <a:lnTo>
                    <a:pt x="135633" y="15754"/>
                  </a:lnTo>
                  <a:lnTo>
                    <a:pt x="125945" y="14953"/>
                  </a:lnTo>
                  <a:lnTo>
                    <a:pt x="116257" y="13888"/>
                  </a:lnTo>
                  <a:lnTo>
                    <a:pt x="106569" y="10016"/>
                  </a:lnTo>
                  <a:lnTo>
                    <a:pt x="96880" y="9369"/>
                  </a:lnTo>
                  <a:lnTo>
                    <a:pt x="87192" y="8387"/>
                  </a:lnTo>
                  <a:lnTo>
                    <a:pt x="77504" y="6684"/>
                  </a:lnTo>
                  <a:lnTo>
                    <a:pt x="67816" y="6812"/>
                  </a:lnTo>
                  <a:lnTo>
                    <a:pt x="58128" y="7908"/>
                  </a:lnTo>
                  <a:lnTo>
                    <a:pt x="48440" y="7209"/>
                  </a:lnTo>
                  <a:lnTo>
                    <a:pt x="38752" y="5780"/>
                  </a:lnTo>
                  <a:lnTo>
                    <a:pt x="29064" y="2259"/>
                  </a:lnTo>
                  <a:lnTo>
                    <a:pt x="19376" y="0"/>
                  </a:lnTo>
                  <a:lnTo>
                    <a:pt x="9688" y="721"/>
                  </a:lnTo>
                  <a:lnTo>
                    <a:pt x="0" y="34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6332185" y="4986951"/>
              <a:ext cx="2509217" cy="607512"/>
            </a:xfrm>
            <a:custGeom>
              <a:avLst/>
              <a:pathLst>
                <a:path w="2509217" h="607512">
                  <a:moveTo>
                    <a:pt x="0" y="0"/>
                  </a:moveTo>
                  <a:lnTo>
                    <a:pt x="9688" y="5369"/>
                  </a:lnTo>
                  <a:lnTo>
                    <a:pt x="19376" y="11049"/>
                  </a:lnTo>
                  <a:lnTo>
                    <a:pt x="29064" y="16339"/>
                  </a:lnTo>
                  <a:lnTo>
                    <a:pt x="38752" y="20983"/>
                  </a:lnTo>
                  <a:lnTo>
                    <a:pt x="48440" y="25104"/>
                  </a:lnTo>
                  <a:lnTo>
                    <a:pt x="58128" y="29114"/>
                  </a:lnTo>
                  <a:lnTo>
                    <a:pt x="67816" y="33095"/>
                  </a:lnTo>
                  <a:lnTo>
                    <a:pt x="77504" y="37834"/>
                  </a:lnTo>
                  <a:lnTo>
                    <a:pt x="87192" y="42712"/>
                  </a:lnTo>
                  <a:lnTo>
                    <a:pt x="96880" y="47203"/>
                  </a:lnTo>
                  <a:lnTo>
                    <a:pt x="106569" y="51182"/>
                  </a:lnTo>
                  <a:lnTo>
                    <a:pt x="116257" y="55773"/>
                  </a:lnTo>
                  <a:lnTo>
                    <a:pt x="125945" y="61293"/>
                  </a:lnTo>
                  <a:lnTo>
                    <a:pt x="135633" y="65986"/>
                  </a:lnTo>
                  <a:lnTo>
                    <a:pt x="145321" y="70408"/>
                  </a:lnTo>
                  <a:lnTo>
                    <a:pt x="155009" y="75089"/>
                  </a:lnTo>
                  <a:lnTo>
                    <a:pt x="164697" y="79481"/>
                  </a:lnTo>
                  <a:lnTo>
                    <a:pt x="174385" y="83798"/>
                  </a:lnTo>
                  <a:lnTo>
                    <a:pt x="184073" y="88255"/>
                  </a:lnTo>
                  <a:lnTo>
                    <a:pt x="193761" y="91788"/>
                  </a:lnTo>
                  <a:lnTo>
                    <a:pt x="203450" y="95977"/>
                  </a:lnTo>
                  <a:lnTo>
                    <a:pt x="213138" y="100401"/>
                  </a:lnTo>
                  <a:lnTo>
                    <a:pt x="222826" y="104204"/>
                  </a:lnTo>
                  <a:lnTo>
                    <a:pt x="232514" y="108697"/>
                  </a:lnTo>
                  <a:lnTo>
                    <a:pt x="242202" y="112997"/>
                  </a:lnTo>
                  <a:lnTo>
                    <a:pt x="251890" y="118263"/>
                  </a:lnTo>
                  <a:lnTo>
                    <a:pt x="261578" y="123485"/>
                  </a:lnTo>
                  <a:lnTo>
                    <a:pt x="271266" y="128300"/>
                  </a:lnTo>
                  <a:lnTo>
                    <a:pt x="280954" y="132757"/>
                  </a:lnTo>
                  <a:lnTo>
                    <a:pt x="290642" y="136397"/>
                  </a:lnTo>
                  <a:lnTo>
                    <a:pt x="300331" y="140715"/>
                  </a:lnTo>
                  <a:lnTo>
                    <a:pt x="310019" y="145509"/>
                  </a:lnTo>
                  <a:lnTo>
                    <a:pt x="319707" y="150021"/>
                  </a:lnTo>
                  <a:lnTo>
                    <a:pt x="329395" y="154269"/>
                  </a:lnTo>
                  <a:lnTo>
                    <a:pt x="339083" y="158505"/>
                  </a:lnTo>
                  <a:lnTo>
                    <a:pt x="348771" y="162041"/>
                  </a:lnTo>
                  <a:lnTo>
                    <a:pt x="358459" y="166181"/>
                  </a:lnTo>
                  <a:lnTo>
                    <a:pt x="368147" y="170420"/>
                  </a:lnTo>
                  <a:lnTo>
                    <a:pt x="377835" y="174528"/>
                  </a:lnTo>
                  <a:lnTo>
                    <a:pt x="387523" y="178833"/>
                  </a:lnTo>
                  <a:lnTo>
                    <a:pt x="397212" y="182063"/>
                  </a:lnTo>
                  <a:lnTo>
                    <a:pt x="406900" y="185693"/>
                  </a:lnTo>
                  <a:lnTo>
                    <a:pt x="416588" y="189836"/>
                  </a:lnTo>
                  <a:lnTo>
                    <a:pt x="426276" y="193416"/>
                  </a:lnTo>
                  <a:lnTo>
                    <a:pt x="435964" y="196465"/>
                  </a:lnTo>
                  <a:lnTo>
                    <a:pt x="445652" y="199886"/>
                  </a:lnTo>
                  <a:lnTo>
                    <a:pt x="455340" y="203502"/>
                  </a:lnTo>
                  <a:lnTo>
                    <a:pt x="465028" y="207033"/>
                  </a:lnTo>
                  <a:lnTo>
                    <a:pt x="474716" y="210336"/>
                  </a:lnTo>
                  <a:lnTo>
                    <a:pt x="484404" y="213882"/>
                  </a:lnTo>
                  <a:lnTo>
                    <a:pt x="494093" y="216774"/>
                  </a:lnTo>
                  <a:lnTo>
                    <a:pt x="503781" y="220786"/>
                  </a:lnTo>
                  <a:lnTo>
                    <a:pt x="513469" y="223219"/>
                  </a:lnTo>
                  <a:lnTo>
                    <a:pt x="523157" y="227164"/>
                  </a:lnTo>
                  <a:lnTo>
                    <a:pt x="532845" y="231311"/>
                  </a:lnTo>
                  <a:lnTo>
                    <a:pt x="542533" y="234184"/>
                  </a:lnTo>
                  <a:lnTo>
                    <a:pt x="552221" y="237120"/>
                  </a:lnTo>
                  <a:lnTo>
                    <a:pt x="561909" y="240610"/>
                  </a:lnTo>
                  <a:lnTo>
                    <a:pt x="571597" y="243986"/>
                  </a:lnTo>
                  <a:lnTo>
                    <a:pt x="581285" y="247576"/>
                  </a:lnTo>
                  <a:lnTo>
                    <a:pt x="590974" y="250842"/>
                  </a:lnTo>
                  <a:lnTo>
                    <a:pt x="600662" y="254199"/>
                  </a:lnTo>
                  <a:lnTo>
                    <a:pt x="610350" y="257328"/>
                  </a:lnTo>
                  <a:lnTo>
                    <a:pt x="620038" y="260230"/>
                  </a:lnTo>
                  <a:lnTo>
                    <a:pt x="629726" y="263658"/>
                  </a:lnTo>
                  <a:lnTo>
                    <a:pt x="639414" y="266809"/>
                  </a:lnTo>
                  <a:lnTo>
                    <a:pt x="649102" y="269524"/>
                  </a:lnTo>
                  <a:lnTo>
                    <a:pt x="658790" y="272751"/>
                  </a:lnTo>
                  <a:lnTo>
                    <a:pt x="668478" y="275532"/>
                  </a:lnTo>
                  <a:lnTo>
                    <a:pt x="678166" y="278913"/>
                  </a:lnTo>
                  <a:lnTo>
                    <a:pt x="687855" y="282030"/>
                  </a:lnTo>
                  <a:lnTo>
                    <a:pt x="697543" y="285441"/>
                  </a:lnTo>
                  <a:lnTo>
                    <a:pt x="707231" y="288358"/>
                  </a:lnTo>
                  <a:lnTo>
                    <a:pt x="716919" y="291446"/>
                  </a:lnTo>
                  <a:lnTo>
                    <a:pt x="726607" y="294089"/>
                  </a:lnTo>
                  <a:lnTo>
                    <a:pt x="736295" y="296782"/>
                  </a:lnTo>
                  <a:lnTo>
                    <a:pt x="745983" y="299289"/>
                  </a:lnTo>
                  <a:lnTo>
                    <a:pt x="755671" y="302006"/>
                  </a:lnTo>
                  <a:lnTo>
                    <a:pt x="765359" y="305175"/>
                  </a:lnTo>
                  <a:lnTo>
                    <a:pt x="775047" y="308235"/>
                  </a:lnTo>
                  <a:lnTo>
                    <a:pt x="784736" y="311010"/>
                  </a:lnTo>
                  <a:lnTo>
                    <a:pt x="794424" y="314294"/>
                  </a:lnTo>
                  <a:lnTo>
                    <a:pt x="804112" y="316888"/>
                  </a:lnTo>
                  <a:lnTo>
                    <a:pt x="813800" y="319581"/>
                  </a:lnTo>
                  <a:lnTo>
                    <a:pt x="823488" y="322289"/>
                  </a:lnTo>
                  <a:lnTo>
                    <a:pt x="833176" y="324881"/>
                  </a:lnTo>
                  <a:lnTo>
                    <a:pt x="842864" y="328064"/>
                  </a:lnTo>
                  <a:lnTo>
                    <a:pt x="852552" y="331600"/>
                  </a:lnTo>
                  <a:lnTo>
                    <a:pt x="862240" y="334499"/>
                  </a:lnTo>
                  <a:lnTo>
                    <a:pt x="871928" y="337269"/>
                  </a:lnTo>
                  <a:lnTo>
                    <a:pt x="881617" y="340030"/>
                  </a:lnTo>
                  <a:lnTo>
                    <a:pt x="891305" y="342903"/>
                  </a:lnTo>
                  <a:lnTo>
                    <a:pt x="900993" y="345981"/>
                  </a:lnTo>
                  <a:lnTo>
                    <a:pt x="910681" y="348659"/>
                  </a:lnTo>
                  <a:lnTo>
                    <a:pt x="920369" y="351281"/>
                  </a:lnTo>
                  <a:lnTo>
                    <a:pt x="930057" y="353669"/>
                  </a:lnTo>
                  <a:lnTo>
                    <a:pt x="939745" y="356292"/>
                  </a:lnTo>
                  <a:lnTo>
                    <a:pt x="949433" y="359090"/>
                  </a:lnTo>
                  <a:lnTo>
                    <a:pt x="959121" y="361693"/>
                  </a:lnTo>
                  <a:lnTo>
                    <a:pt x="968809" y="363958"/>
                  </a:lnTo>
                  <a:lnTo>
                    <a:pt x="978498" y="366609"/>
                  </a:lnTo>
                  <a:lnTo>
                    <a:pt x="988186" y="369074"/>
                  </a:lnTo>
                  <a:lnTo>
                    <a:pt x="997874" y="371774"/>
                  </a:lnTo>
                  <a:lnTo>
                    <a:pt x="1007562" y="374473"/>
                  </a:lnTo>
                  <a:lnTo>
                    <a:pt x="1017250" y="376612"/>
                  </a:lnTo>
                  <a:lnTo>
                    <a:pt x="1026938" y="378647"/>
                  </a:lnTo>
                  <a:lnTo>
                    <a:pt x="1036626" y="381196"/>
                  </a:lnTo>
                  <a:lnTo>
                    <a:pt x="1046314" y="383234"/>
                  </a:lnTo>
                  <a:lnTo>
                    <a:pt x="1056002" y="385336"/>
                  </a:lnTo>
                  <a:lnTo>
                    <a:pt x="1065690" y="387596"/>
                  </a:lnTo>
                  <a:lnTo>
                    <a:pt x="1075379" y="389703"/>
                  </a:lnTo>
                  <a:lnTo>
                    <a:pt x="1085067" y="392483"/>
                  </a:lnTo>
                  <a:lnTo>
                    <a:pt x="1094755" y="394684"/>
                  </a:lnTo>
                  <a:lnTo>
                    <a:pt x="1104443" y="396983"/>
                  </a:lnTo>
                  <a:lnTo>
                    <a:pt x="1114131" y="399587"/>
                  </a:lnTo>
                  <a:lnTo>
                    <a:pt x="1123819" y="402301"/>
                  </a:lnTo>
                  <a:lnTo>
                    <a:pt x="1133507" y="404310"/>
                  </a:lnTo>
                  <a:lnTo>
                    <a:pt x="1143195" y="406466"/>
                  </a:lnTo>
                  <a:lnTo>
                    <a:pt x="1152883" y="408363"/>
                  </a:lnTo>
                  <a:lnTo>
                    <a:pt x="1162571" y="410812"/>
                  </a:lnTo>
                  <a:lnTo>
                    <a:pt x="1172260" y="413520"/>
                  </a:lnTo>
                  <a:lnTo>
                    <a:pt x="1181948" y="415705"/>
                  </a:lnTo>
                  <a:lnTo>
                    <a:pt x="1191636" y="417774"/>
                  </a:lnTo>
                  <a:lnTo>
                    <a:pt x="1201324" y="419518"/>
                  </a:lnTo>
                  <a:lnTo>
                    <a:pt x="1211012" y="422197"/>
                  </a:lnTo>
                  <a:lnTo>
                    <a:pt x="1220700" y="424172"/>
                  </a:lnTo>
                  <a:lnTo>
                    <a:pt x="1230388" y="426238"/>
                  </a:lnTo>
                  <a:lnTo>
                    <a:pt x="1240076" y="428317"/>
                  </a:lnTo>
                  <a:lnTo>
                    <a:pt x="1249764" y="430598"/>
                  </a:lnTo>
                  <a:lnTo>
                    <a:pt x="1259452" y="432825"/>
                  </a:lnTo>
                  <a:lnTo>
                    <a:pt x="1269141" y="435954"/>
                  </a:lnTo>
                  <a:lnTo>
                    <a:pt x="1278829" y="437806"/>
                  </a:lnTo>
                  <a:lnTo>
                    <a:pt x="1288517" y="439501"/>
                  </a:lnTo>
                  <a:lnTo>
                    <a:pt x="1298205" y="441567"/>
                  </a:lnTo>
                  <a:lnTo>
                    <a:pt x="1307893" y="443922"/>
                  </a:lnTo>
                  <a:lnTo>
                    <a:pt x="1317581" y="445721"/>
                  </a:lnTo>
                  <a:lnTo>
                    <a:pt x="1327269" y="447615"/>
                  </a:lnTo>
                  <a:lnTo>
                    <a:pt x="1336957" y="449317"/>
                  </a:lnTo>
                  <a:lnTo>
                    <a:pt x="1346645" y="451245"/>
                  </a:lnTo>
                  <a:lnTo>
                    <a:pt x="1356333" y="453401"/>
                  </a:lnTo>
                  <a:lnTo>
                    <a:pt x="1366022" y="455570"/>
                  </a:lnTo>
                  <a:lnTo>
                    <a:pt x="1375710" y="457314"/>
                  </a:lnTo>
                  <a:lnTo>
                    <a:pt x="1385398" y="459278"/>
                  </a:lnTo>
                  <a:lnTo>
                    <a:pt x="1395086" y="461343"/>
                  </a:lnTo>
                  <a:lnTo>
                    <a:pt x="1404774" y="463201"/>
                  </a:lnTo>
                  <a:lnTo>
                    <a:pt x="1414462" y="464983"/>
                  </a:lnTo>
                  <a:lnTo>
                    <a:pt x="1424150" y="466814"/>
                  </a:lnTo>
                  <a:lnTo>
                    <a:pt x="1433838" y="468559"/>
                  </a:lnTo>
                  <a:lnTo>
                    <a:pt x="1443526" y="470290"/>
                  </a:lnTo>
                  <a:lnTo>
                    <a:pt x="1453214" y="472399"/>
                  </a:lnTo>
                  <a:lnTo>
                    <a:pt x="1462903" y="474238"/>
                  </a:lnTo>
                  <a:lnTo>
                    <a:pt x="1472591" y="476107"/>
                  </a:lnTo>
                  <a:lnTo>
                    <a:pt x="1482279" y="477833"/>
                  </a:lnTo>
                  <a:lnTo>
                    <a:pt x="1491967" y="479206"/>
                  </a:lnTo>
                  <a:lnTo>
                    <a:pt x="1501655" y="480855"/>
                  </a:lnTo>
                  <a:lnTo>
                    <a:pt x="1511343" y="482648"/>
                  </a:lnTo>
                  <a:lnTo>
                    <a:pt x="1521031" y="484297"/>
                  </a:lnTo>
                  <a:lnTo>
                    <a:pt x="1530719" y="486333"/>
                  </a:lnTo>
                  <a:lnTo>
                    <a:pt x="1540407" y="487699"/>
                  </a:lnTo>
                  <a:lnTo>
                    <a:pt x="1550095" y="489364"/>
                  </a:lnTo>
                  <a:lnTo>
                    <a:pt x="1559784" y="491080"/>
                  </a:lnTo>
                  <a:lnTo>
                    <a:pt x="1569472" y="493231"/>
                  </a:lnTo>
                  <a:lnTo>
                    <a:pt x="1579160" y="494955"/>
                  </a:lnTo>
                  <a:lnTo>
                    <a:pt x="1588848" y="496493"/>
                  </a:lnTo>
                  <a:lnTo>
                    <a:pt x="1598536" y="498325"/>
                  </a:lnTo>
                  <a:lnTo>
                    <a:pt x="1608224" y="499990"/>
                  </a:lnTo>
                  <a:lnTo>
                    <a:pt x="1617912" y="501760"/>
                  </a:lnTo>
                  <a:lnTo>
                    <a:pt x="1627600" y="503470"/>
                  </a:lnTo>
                  <a:lnTo>
                    <a:pt x="1637288" y="505048"/>
                  </a:lnTo>
                  <a:lnTo>
                    <a:pt x="1646976" y="506626"/>
                  </a:lnTo>
                  <a:lnTo>
                    <a:pt x="1656665" y="508597"/>
                  </a:lnTo>
                  <a:lnTo>
                    <a:pt x="1666353" y="510130"/>
                  </a:lnTo>
                  <a:lnTo>
                    <a:pt x="1676041" y="511348"/>
                  </a:lnTo>
                  <a:lnTo>
                    <a:pt x="1685729" y="513190"/>
                  </a:lnTo>
                  <a:lnTo>
                    <a:pt x="1695417" y="514692"/>
                  </a:lnTo>
                  <a:lnTo>
                    <a:pt x="1705105" y="516167"/>
                  </a:lnTo>
                  <a:lnTo>
                    <a:pt x="1714793" y="517871"/>
                  </a:lnTo>
                  <a:lnTo>
                    <a:pt x="1724481" y="519316"/>
                  </a:lnTo>
                  <a:lnTo>
                    <a:pt x="1734169" y="520927"/>
                  </a:lnTo>
                  <a:lnTo>
                    <a:pt x="1743857" y="522401"/>
                  </a:lnTo>
                  <a:lnTo>
                    <a:pt x="1753546" y="523867"/>
                  </a:lnTo>
                  <a:lnTo>
                    <a:pt x="1763234" y="525158"/>
                  </a:lnTo>
                  <a:lnTo>
                    <a:pt x="1772922" y="526826"/>
                  </a:lnTo>
                  <a:lnTo>
                    <a:pt x="1782610" y="528161"/>
                  </a:lnTo>
                  <a:lnTo>
                    <a:pt x="1792298" y="529242"/>
                  </a:lnTo>
                  <a:lnTo>
                    <a:pt x="1801986" y="530382"/>
                  </a:lnTo>
                  <a:lnTo>
                    <a:pt x="1811674" y="531605"/>
                  </a:lnTo>
                  <a:lnTo>
                    <a:pt x="1821362" y="533066"/>
                  </a:lnTo>
                  <a:lnTo>
                    <a:pt x="1831050" y="534384"/>
                  </a:lnTo>
                  <a:lnTo>
                    <a:pt x="1840738" y="535618"/>
                  </a:lnTo>
                  <a:lnTo>
                    <a:pt x="1850427" y="536811"/>
                  </a:lnTo>
                  <a:lnTo>
                    <a:pt x="1860115" y="538381"/>
                  </a:lnTo>
                  <a:lnTo>
                    <a:pt x="1869803" y="539930"/>
                  </a:lnTo>
                  <a:lnTo>
                    <a:pt x="1879491" y="541324"/>
                  </a:lnTo>
                  <a:lnTo>
                    <a:pt x="1889179" y="542615"/>
                  </a:lnTo>
                  <a:lnTo>
                    <a:pt x="1898867" y="543904"/>
                  </a:lnTo>
                  <a:lnTo>
                    <a:pt x="1908555" y="545181"/>
                  </a:lnTo>
                  <a:lnTo>
                    <a:pt x="1918243" y="546315"/>
                  </a:lnTo>
                  <a:lnTo>
                    <a:pt x="1927931" y="547681"/>
                  </a:lnTo>
                  <a:lnTo>
                    <a:pt x="1937619" y="548919"/>
                  </a:lnTo>
                  <a:lnTo>
                    <a:pt x="1947308" y="550298"/>
                  </a:lnTo>
                  <a:lnTo>
                    <a:pt x="1956996" y="551312"/>
                  </a:lnTo>
                  <a:lnTo>
                    <a:pt x="1966684" y="552441"/>
                  </a:lnTo>
                  <a:lnTo>
                    <a:pt x="1976372" y="553553"/>
                  </a:lnTo>
                  <a:lnTo>
                    <a:pt x="1986060" y="554854"/>
                  </a:lnTo>
                  <a:lnTo>
                    <a:pt x="1995748" y="555990"/>
                  </a:lnTo>
                  <a:lnTo>
                    <a:pt x="2005436" y="557214"/>
                  </a:lnTo>
                  <a:lnTo>
                    <a:pt x="2015124" y="558305"/>
                  </a:lnTo>
                  <a:lnTo>
                    <a:pt x="2024812" y="559249"/>
                  </a:lnTo>
                  <a:lnTo>
                    <a:pt x="2034500" y="560422"/>
                  </a:lnTo>
                  <a:lnTo>
                    <a:pt x="2044188" y="561573"/>
                  </a:lnTo>
                  <a:lnTo>
                    <a:pt x="2053877" y="562684"/>
                  </a:lnTo>
                  <a:lnTo>
                    <a:pt x="2063565" y="563974"/>
                  </a:lnTo>
                  <a:lnTo>
                    <a:pt x="2073253" y="564944"/>
                  </a:lnTo>
                  <a:lnTo>
                    <a:pt x="2082941" y="566055"/>
                  </a:lnTo>
                  <a:lnTo>
                    <a:pt x="2092629" y="567363"/>
                  </a:lnTo>
                  <a:lnTo>
                    <a:pt x="2102317" y="568621"/>
                  </a:lnTo>
                  <a:lnTo>
                    <a:pt x="2112005" y="569622"/>
                  </a:lnTo>
                  <a:lnTo>
                    <a:pt x="2121693" y="570528"/>
                  </a:lnTo>
                  <a:lnTo>
                    <a:pt x="2131381" y="571650"/>
                  </a:lnTo>
                  <a:lnTo>
                    <a:pt x="2141069" y="572746"/>
                  </a:lnTo>
                  <a:lnTo>
                    <a:pt x="2150758" y="573808"/>
                  </a:lnTo>
                  <a:lnTo>
                    <a:pt x="2160446" y="574820"/>
                  </a:lnTo>
                  <a:lnTo>
                    <a:pt x="2170134" y="575969"/>
                  </a:lnTo>
                  <a:lnTo>
                    <a:pt x="2179822" y="577071"/>
                  </a:lnTo>
                  <a:lnTo>
                    <a:pt x="2189510" y="578073"/>
                  </a:lnTo>
                  <a:lnTo>
                    <a:pt x="2199198" y="579034"/>
                  </a:lnTo>
                  <a:lnTo>
                    <a:pt x="2208886" y="579915"/>
                  </a:lnTo>
                  <a:lnTo>
                    <a:pt x="2218574" y="580943"/>
                  </a:lnTo>
                  <a:lnTo>
                    <a:pt x="2228262" y="582038"/>
                  </a:lnTo>
                  <a:lnTo>
                    <a:pt x="2237950" y="582876"/>
                  </a:lnTo>
                  <a:lnTo>
                    <a:pt x="2247639" y="583968"/>
                  </a:lnTo>
                  <a:lnTo>
                    <a:pt x="2257327" y="585163"/>
                  </a:lnTo>
                  <a:lnTo>
                    <a:pt x="2267015" y="586325"/>
                  </a:lnTo>
                  <a:lnTo>
                    <a:pt x="2276703" y="587343"/>
                  </a:lnTo>
                  <a:lnTo>
                    <a:pt x="2286391" y="588348"/>
                  </a:lnTo>
                  <a:lnTo>
                    <a:pt x="2296079" y="589286"/>
                  </a:lnTo>
                  <a:lnTo>
                    <a:pt x="2305767" y="590284"/>
                  </a:lnTo>
                  <a:lnTo>
                    <a:pt x="2315455" y="591121"/>
                  </a:lnTo>
                  <a:lnTo>
                    <a:pt x="2325143" y="591907"/>
                  </a:lnTo>
                  <a:lnTo>
                    <a:pt x="2334831" y="592747"/>
                  </a:lnTo>
                  <a:lnTo>
                    <a:pt x="2344520" y="593664"/>
                  </a:lnTo>
                  <a:lnTo>
                    <a:pt x="2354208" y="594569"/>
                  </a:lnTo>
                  <a:lnTo>
                    <a:pt x="2363896" y="595391"/>
                  </a:lnTo>
                  <a:lnTo>
                    <a:pt x="2373584" y="596225"/>
                  </a:lnTo>
                  <a:lnTo>
                    <a:pt x="2383272" y="597089"/>
                  </a:lnTo>
                  <a:lnTo>
                    <a:pt x="2392960" y="597983"/>
                  </a:lnTo>
                  <a:lnTo>
                    <a:pt x="2402648" y="598831"/>
                  </a:lnTo>
                  <a:lnTo>
                    <a:pt x="2412336" y="599593"/>
                  </a:lnTo>
                  <a:lnTo>
                    <a:pt x="2422024" y="600433"/>
                  </a:lnTo>
                  <a:lnTo>
                    <a:pt x="2431712" y="601172"/>
                  </a:lnTo>
                  <a:lnTo>
                    <a:pt x="2441401" y="601881"/>
                  </a:lnTo>
                  <a:lnTo>
                    <a:pt x="2451089" y="602551"/>
                  </a:lnTo>
                  <a:lnTo>
                    <a:pt x="2460777" y="603242"/>
                  </a:lnTo>
                  <a:lnTo>
                    <a:pt x="2470465" y="604083"/>
                  </a:lnTo>
                  <a:lnTo>
                    <a:pt x="2480153" y="604901"/>
                  </a:lnTo>
                  <a:lnTo>
                    <a:pt x="2489841" y="605881"/>
                  </a:lnTo>
                  <a:lnTo>
                    <a:pt x="2499529" y="606710"/>
                  </a:lnTo>
                  <a:lnTo>
                    <a:pt x="2509217" y="607512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6332185" y="5006090"/>
              <a:ext cx="2509217" cy="564957"/>
            </a:xfrm>
            <a:custGeom>
              <a:avLst/>
              <a:pathLst>
                <a:path w="2509217" h="564957">
                  <a:moveTo>
                    <a:pt x="0" y="0"/>
                  </a:moveTo>
                  <a:lnTo>
                    <a:pt x="9688" y="4387"/>
                  </a:lnTo>
                  <a:lnTo>
                    <a:pt x="19376" y="7538"/>
                  </a:lnTo>
                  <a:lnTo>
                    <a:pt x="29064" y="12607"/>
                  </a:lnTo>
                  <a:lnTo>
                    <a:pt x="38752" y="16252"/>
                  </a:lnTo>
                  <a:lnTo>
                    <a:pt x="48440" y="20993"/>
                  </a:lnTo>
                  <a:lnTo>
                    <a:pt x="58128" y="25239"/>
                  </a:lnTo>
                  <a:lnTo>
                    <a:pt x="67816" y="29708"/>
                  </a:lnTo>
                  <a:lnTo>
                    <a:pt x="77504" y="32741"/>
                  </a:lnTo>
                  <a:lnTo>
                    <a:pt x="87192" y="37010"/>
                  </a:lnTo>
                  <a:lnTo>
                    <a:pt x="96880" y="41713"/>
                  </a:lnTo>
                  <a:lnTo>
                    <a:pt x="106569" y="46535"/>
                  </a:lnTo>
                  <a:lnTo>
                    <a:pt x="116257" y="49981"/>
                  </a:lnTo>
                  <a:lnTo>
                    <a:pt x="125945" y="53905"/>
                  </a:lnTo>
                  <a:lnTo>
                    <a:pt x="135633" y="58057"/>
                  </a:lnTo>
                  <a:lnTo>
                    <a:pt x="145321" y="61753"/>
                  </a:lnTo>
                  <a:lnTo>
                    <a:pt x="155009" y="66114"/>
                  </a:lnTo>
                  <a:lnTo>
                    <a:pt x="164697" y="68362"/>
                  </a:lnTo>
                  <a:lnTo>
                    <a:pt x="174385" y="72584"/>
                  </a:lnTo>
                  <a:lnTo>
                    <a:pt x="184073" y="76657"/>
                  </a:lnTo>
                  <a:lnTo>
                    <a:pt x="193761" y="80488"/>
                  </a:lnTo>
                  <a:lnTo>
                    <a:pt x="203450" y="85168"/>
                  </a:lnTo>
                  <a:lnTo>
                    <a:pt x="213138" y="88969"/>
                  </a:lnTo>
                  <a:lnTo>
                    <a:pt x="222826" y="92217"/>
                  </a:lnTo>
                  <a:lnTo>
                    <a:pt x="232514" y="95670"/>
                  </a:lnTo>
                  <a:lnTo>
                    <a:pt x="242202" y="98556"/>
                  </a:lnTo>
                  <a:lnTo>
                    <a:pt x="251890" y="102381"/>
                  </a:lnTo>
                  <a:lnTo>
                    <a:pt x="261578" y="106506"/>
                  </a:lnTo>
                  <a:lnTo>
                    <a:pt x="271266" y="110345"/>
                  </a:lnTo>
                  <a:lnTo>
                    <a:pt x="280954" y="114283"/>
                  </a:lnTo>
                  <a:lnTo>
                    <a:pt x="290642" y="118026"/>
                  </a:lnTo>
                  <a:lnTo>
                    <a:pt x="300331" y="121250"/>
                  </a:lnTo>
                  <a:lnTo>
                    <a:pt x="310019" y="123937"/>
                  </a:lnTo>
                  <a:lnTo>
                    <a:pt x="319707" y="128257"/>
                  </a:lnTo>
                  <a:lnTo>
                    <a:pt x="329395" y="131349"/>
                  </a:lnTo>
                  <a:lnTo>
                    <a:pt x="339083" y="134560"/>
                  </a:lnTo>
                  <a:lnTo>
                    <a:pt x="348771" y="138363"/>
                  </a:lnTo>
                  <a:lnTo>
                    <a:pt x="358459" y="142762"/>
                  </a:lnTo>
                  <a:lnTo>
                    <a:pt x="368147" y="146119"/>
                  </a:lnTo>
                  <a:lnTo>
                    <a:pt x="377835" y="149811"/>
                  </a:lnTo>
                  <a:lnTo>
                    <a:pt x="387523" y="153772"/>
                  </a:lnTo>
                  <a:lnTo>
                    <a:pt x="397212" y="157459"/>
                  </a:lnTo>
                  <a:lnTo>
                    <a:pt x="406900" y="161338"/>
                  </a:lnTo>
                  <a:lnTo>
                    <a:pt x="416588" y="165292"/>
                  </a:lnTo>
                  <a:lnTo>
                    <a:pt x="426276" y="168830"/>
                  </a:lnTo>
                  <a:lnTo>
                    <a:pt x="435964" y="172492"/>
                  </a:lnTo>
                  <a:lnTo>
                    <a:pt x="445652" y="176002"/>
                  </a:lnTo>
                  <a:lnTo>
                    <a:pt x="455340" y="178892"/>
                  </a:lnTo>
                  <a:lnTo>
                    <a:pt x="465028" y="182225"/>
                  </a:lnTo>
                  <a:lnTo>
                    <a:pt x="474716" y="185112"/>
                  </a:lnTo>
                  <a:lnTo>
                    <a:pt x="484404" y="188223"/>
                  </a:lnTo>
                  <a:lnTo>
                    <a:pt x="494093" y="191768"/>
                  </a:lnTo>
                  <a:lnTo>
                    <a:pt x="503781" y="194735"/>
                  </a:lnTo>
                  <a:lnTo>
                    <a:pt x="513469" y="197746"/>
                  </a:lnTo>
                  <a:lnTo>
                    <a:pt x="523157" y="200141"/>
                  </a:lnTo>
                  <a:lnTo>
                    <a:pt x="532845" y="203393"/>
                  </a:lnTo>
                  <a:lnTo>
                    <a:pt x="542533" y="206133"/>
                  </a:lnTo>
                  <a:lnTo>
                    <a:pt x="552221" y="209327"/>
                  </a:lnTo>
                  <a:lnTo>
                    <a:pt x="561909" y="213226"/>
                  </a:lnTo>
                  <a:lnTo>
                    <a:pt x="571597" y="215666"/>
                  </a:lnTo>
                  <a:lnTo>
                    <a:pt x="581285" y="218842"/>
                  </a:lnTo>
                  <a:lnTo>
                    <a:pt x="590974" y="221222"/>
                  </a:lnTo>
                  <a:lnTo>
                    <a:pt x="600662" y="224168"/>
                  </a:lnTo>
                  <a:lnTo>
                    <a:pt x="610350" y="227006"/>
                  </a:lnTo>
                  <a:lnTo>
                    <a:pt x="620038" y="229662"/>
                  </a:lnTo>
                  <a:lnTo>
                    <a:pt x="629726" y="233148"/>
                  </a:lnTo>
                  <a:lnTo>
                    <a:pt x="639414" y="236268"/>
                  </a:lnTo>
                  <a:lnTo>
                    <a:pt x="649102" y="239298"/>
                  </a:lnTo>
                  <a:lnTo>
                    <a:pt x="658790" y="241720"/>
                  </a:lnTo>
                  <a:lnTo>
                    <a:pt x="668478" y="244694"/>
                  </a:lnTo>
                  <a:lnTo>
                    <a:pt x="678166" y="248341"/>
                  </a:lnTo>
                  <a:lnTo>
                    <a:pt x="687855" y="250863"/>
                  </a:lnTo>
                  <a:lnTo>
                    <a:pt x="697543" y="253477"/>
                  </a:lnTo>
                  <a:lnTo>
                    <a:pt x="707231" y="256925"/>
                  </a:lnTo>
                  <a:lnTo>
                    <a:pt x="716919" y="260234"/>
                  </a:lnTo>
                  <a:lnTo>
                    <a:pt x="726607" y="263234"/>
                  </a:lnTo>
                  <a:lnTo>
                    <a:pt x="736295" y="266251"/>
                  </a:lnTo>
                  <a:lnTo>
                    <a:pt x="745983" y="269660"/>
                  </a:lnTo>
                  <a:lnTo>
                    <a:pt x="755671" y="272794"/>
                  </a:lnTo>
                  <a:lnTo>
                    <a:pt x="765359" y="275327"/>
                  </a:lnTo>
                  <a:lnTo>
                    <a:pt x="775047" y="278157"/>
                  </a:lnTo>
                  <a:lnTo>
                    <a:pt x="784736" y="280877"/>
                  </a:lnTo>
                  <a:lnTo>
                    <a:pt x="794424" y="283120"/>
                  </a:lnTo>
                  <a:lnTo>
                    <a:pt x="804112" y="285763"/>
                  </a:lnTo>
                  <a:lnTo>
                    <a:pt x="813800" y="288497"/>
                  </a:lnTo>
                  <a:lnTo>
                    <a:pt x="823488" y="291095"/>
                  </a:lnTo>
                  <a:lnTo>
                    <a:pt x="833176" y="293473"/>
                  </a:lnTo>
                  <a:lnTo>
                    <a:pt x="842864" y="295368"/>
                  </a:lnTo>
                  <a:lnTo>
                    <a:pt x="852552" y="297953"/>
                  </a:lnTo>
                  <a:lnTo>
                    <a:pt x="862240" y="301345"/>
                  </a:lnTo>
                  <a:lnTo>
                    <a:pt x="871928" y="304058"/>
                  </a:lnTo>
                  <a:lnTo>
                    <a:pt x="881617" y="306642"/>
                  </a:lnTo>
                  <a:lnTo>
                    <a:pt x="891305" y="309006"/>
                  </a:lnTo>
                  <a:lnTo>
                    <a:pt x="900993" y="312074"/>
                  </a:lnTo>
                  <a:lnTo>
                    <a:pt x="910681" y="314842"/>
                  </a:lnTo>
                  <a:lnTo>
                    <a:pt x="920369" y="317255"/>
                  </a:lnTo>
                  <a:lnTo>
                    <a:pt x="930057" y="319945"/>
                  </a:lnTo>
                  <a:lnTo>
                    <a:pt x="939745" y="322412"/>
                  </a:lnTo>
                  <a:lnTo>
                    <a:pt x="949433" y="325539"/>
                  </a:lnTo>
                  <a:lnTo>
                    <a:pt x="959121" y="327731"/>
                  </a:lnTo>
                  <a:lnTo>
                    <a:pt x="968809" y="329623"/>
                  </a:lnTo>
                  <a:lnTo>
                    <a:pt x="978498" y="331723"/>
                  </a:lnTo>
                  <a:lnTo>
                    <a:pt x="988186" y="334477"/>
                  </a:lnTo>
                  <a:lnTo>
                    <a:pt x="997874" y="336937"/>
                  </a:lnTo>
                  <a:lnTo>
                    <a:pt x="1007562" y="338944"/>
                  </a:lnTo>
                  <a:lnTo>
                    <a:pt x="1017250" y="341016"/>
                  </a:lnTo>
                  <a:lnTo>
                    <a:pt x="1026938" y="342964"/>
                  </a:lnTo>
                  <a:lnTo>
                    <a:pt x="1036626" y="344775"/>
                  </a:lnTo>
                  <a:lnTo>
                    <a:pt x="1046314" y="347263"/>
                  </a:lnTo>
                  <a:lnTo>
                    <a:pt x="1056002" y="349766"/>
                  </a:lnTo>
                  <a:lnTo>
                    <a:pt x="1065690" y="351803"/>
                  </a:lnTo>
                  <a:lnTo>
                    <a:pt x="1075379" y="353958"/>
                  </a:lnTo>
                  <a:lnTo>
                    <a:pt x="1085067" y="355930"/>
                  </a:lnTo>
                  <a:lnTo>
                    <a:pt x="1094755" y="358545"/>
                  </a:lnTo>
                  <a:lnTo>
                    <a:pt x="1104443" y="360464"/>
                  </a:lnTo>
                  <a:lnTo>
                    <a:pt x="1114131" y="362140"/>
                  </a:lnTo>
                  <a:lnTo>
                    <a:pt x="1123819" y="364814"/>
                  </a:lnTo>
                  <a:lnTo>
                    <a:pt x="1133507" y="366398"/>
                  </a:lnTo>
                  <a:lnTo>
                    <a:pt x="1143195" y="368816"/>
                  </a:lnTo>
                  <a:lnTo>
                    <a:pt x="1152883" y="371573"/>
                  </a:lnTo>
                  <a:lnTo>
                    <a:pt x="1162571" y="374182"/>
                  </a:lnTo>
                  <a:lnTo>
                    <a:pt x="1172260" y="376289"/>
                  </a:lnTo>
                  <a:lnTo>
                    <a:pt x="1181948" y="378781"/>
                  </a:lnTo>
                  <a:lnTo>
                    <a:pt x="1191636" y="380891"/>
                  </a:lnTo>
                  <a:lnTo>
                    <a:pt x="1201324" y="383591"/>
                  </a:lnTo>
                  <a:lnTo>
                    <a:pt x="1211012" y="384969"/>
                  </a:lnTo>
                  <a:lnTo>
                    <a:pt x="1220700" y="386823"/>
                  </a:lnTo>
                  <a:lnTo>
                    <a:pt x="1230388" y="389121"/>
                  </a:lnTo>
                  <a:lnTo>
                    <a:pt x="1240076" y="391361"/>
                  </a:lnTo>
                  <a:lnTo>
                    <a:pt x="1249764" y="393307"/>
                  </a:lnTo>
                  <a:lnTo>
                    <a:pt x="1259452" y="395360"/>
                  </a:lnTo>
                  <a:lnTo>
                    <a:pt x="1269141" y="397154"/>
                  </a:lnTo>
                  <a:lnTo>
                    <a:pt x="1278829" y="399204"/>
                  </a:lnTo>
                  <a:lnTo>
                    <a:pt x="1288517" y="401678"/>
                  </a:lnTo>
                  <a:lnTo>
                    <a:pt x="1298205" y="403528"/>
                  </a:lnTo>
                  <a:lnTo>
                    <a:pt x="1307893" y="405732"/>
                  </a:lnTo>
                  <a:lnTo>
                    <a:pt x="1317581" y="407088"/>
                  </a:lnTo>
                  <a:lnTo>
                    <a:pt x="1327269" y="409476"/>
                  </a:lnTo>
                  <a:lnTo>
                    <a:pt x="1336957" y="411859"/>
                  </a:lnTo>
                  <a:lnTo>
                    <a:pt x="1346645" y="413913"/>
                  </a:lnTo>
                  <a:lnTo>
                    <a:pt x="1356333" y="415632"/>
                  </a:lnTo>
                  <a:lnTo>
                    <a:pt x="1366022" y="417561"/>
                  </a:lnTo>
                  <a:lnTo>
                    <a:pt x="1375710" y="418933"/>
                  </a:lnTo>
                  <a:lnTo>
                    <a:pt x="1385398" y="420689"/>
                  </a:lnTo>
                  <a:lnTo>
                    <a:pt x="1395086" y="422946"/>
                  </a:lnTo>
                  <a:lnTo>
                    <a:pt x="1404774" y="424575"/>
                  </a:lnTo>
                  <a:lnTo>
                    <a:pt x="1414462" y="426273"/>
                  </a:lnTo>
                  <a:lnTo>
                    <a:pt x="1424150" y="428408"/>
                  </a:lnTo>
                  <a:lnTo>
                    <a:pt x="1433838" y="429973"/>
                  </a:lnTo>
                  <a:lnTo>
                    <a:pt x="1443526" y="431597"/>
                  </a:lnTo>
                  <a:lnTo>
                    <a:pt x="1453214" y="433035"/>
                  </a:lnTo>
                  <a:lnTo>
                    <a:pt x="1462903" y="434692"/>
                  </a:lnTo>
                  <a:lnTo>
                    <a:pt x="1472591" y="436219"/>
                  </a:lnTo>
                  <a:lnTo>
                    <a:pt x="1482279" y="437949"/>
                  </a:lnTo>
                  <a:lnTo>
                    <a:pt x="1491967" y="439634"/>
                  </a:lnTo>
                  <a:lnTo>
                    <a:pt x="1501655" y="440825"/>
                  </a:lnTo>
                  <a:lnTo>
                    <a:pt x="1511343" y="442204"/>
                  </a:lnTo>
                  <a:lnTo>
                    <a:pt x="1521031" y="443921"/>
                  </a:lnTo>
                  <a:lnTo>
                    <a:pt x="1530719" y="445521"/>
                  </a:lnTo>
                  <a:lnTo>
                    <a:pt x="1540407" y="446965"/>
                  </a:lnTo>
                  <a:lnTo>
                    <a:pt x="1550095" y="449391"/>
                  </a:lnTo>
                  <a:lnTo>
                    <a:pt x="1559784" y="450995"/>
                  </a:lnTo>
                  <a:lnTo>
                    <a:pt x="1569472" y="452728"/>
                  </a:lnTo>
                  <a:lnTo>
                    <a:pt x="1579160" y="454226"/>
                  </a:lnTo>
                  <a:lnTo>
                    <a:pt x="1588848" y="455638"/>
                  </a:lnTo>
                  <a:lnTo>
                    <a:pt x="1598536" y="456839"/>
                  </a:lnTo>
                  <a:lnTo>
                    <a:pt x="1608224" y="458330"/>
                  </a:lnTo>
                  <a:lnTo>
                    <a:pt x="1617912" y="460234"/>
                  </a:lnTo>
                  <a:lnTo>
                    <a:pt x="1627600" y="461887"/>
                  </a:lnTo>
                  <a:lnTo>
                    <a:pt x="1637288" y="463184"/>
                  </a:lnTo>
                  <a:lnTo>
                    <a:pt x="1646976" y="464931"/>
                  </a:lnTo>
                  <a:lnTo>
                    <a:pt x="1656665" y="466708"/>
                  </a:lnTo>
                  <a:lnTo>
                    <a:pt x="1666353" y="468144"/>
                  </a:lnTo>
                  <a:lnTo>
                    <a:pt x="1676041" y="469540"/>
                  </a:lnTo>
                  <a:lnTo>
                    <a:pt x="1685729" y="470741"/>
                  </a:lnTo>
                  <a:lnTo>
                    <a:pt x="1695417" y="472111"/>
                  </a:lnTo>
                  <a:lnTo>
                    <a:pt x="1705105" y="474020"/>
                  </a:lnTo>
                  <a:lnTo>
                    <a:pt x="1714793" y="475317"/>
                  </a:lnTo>
                  <a:lnTo>
                    <a:pt x="1724481" y="476700"/>
                  </a:lnTo>
                  <a:lnTo>
                    <a:pt x="1734169" y="478074"/>
                  </a:lnTo>
                  <a:lnTo>
                    <a:pt x="1743857" y="479683"/>
                  </a:lnTo>
                  <a:lnTo>
                    <a:pt x="1753546" y="481106"/>
                  </a:lnTo>
                  <a:lnTo>
                    <a:pt x="1763234" y="482390"/>
                  </a:lnTo>
                  <a:lnTo>
                    <a:pt x="1772922" y="483641"/>
                  </a:lnTo>
                  <a:lnTo>
                    <a:pt x="1782610" y="484990"/>
                  </a:lnTo>
                  <a:lnTo>
                    <a:pt x="1792298" y="486329"/>
                  </a:lnTo>
                  <a:lnTo>
                    <a:pt x="1801986" y="487778"/>
                  </a:lnTo>
                  <a:lnTo>
                    <a:pt x="1811674" y="489341"/>
                  </a:lnTo>
                  <a:lnTo>
                    <a:pt x="1821362" y="490602"/>
                  </a:lnTo>
                  <a:lnTo>
                    <a:pt x="1831050" y="492204"/>
                  </a:lnTo>
                  <a:lnTo>
                    <a:pt x="1840738" y="493565"/>
                  </a:lnTo>
                  <a:lnTo>
                    <a:pt x="1850427" y="495237"/>
                  </a:lnTo>
                  <a:lnTo>
                    <a:pt x="1860115" y="496447"/>
                  </a:lnTo>
                  <a:lnTo>
                    <a:pt x="1869803" y="497478"/>
                  </a:lnTo>
                  <a:lnTo>
                    <a:pt x="1879491" y="498767"/>
                  </a:lnTo>
                  <a:lnTo>
                    <a:pt x="1889179" y="499660"/>
                  </a:lnTo>
                  <a:lnTo>
                    <a:pt x="1898867" y="500754"/>
                  </a:lnTo>
                  <a:lnTo>
                    <a:pt x="1908555" y="501998"/>
                  </a:lnTo>
                  <a:lnTo>
                    <a:pt x="1918243" y="503378"/>
                  </a:lnTo>
                  <a:lnTo>
                    <a:pt x="1927931" y="504504"/>
                  </a:lnTo>
                  <a:lnTo>
                    <a:pt x="1937619" y="505756"/>
                  </a:lnTo>
                  <a:lnTo>
                    <a:pt x="1947308" y="506882"/>
                  </a:lnTo>
                  <a:lnTo>
                    <a:pt x="1956996" y="508031"/>
                  </a:lnTo>
                  <a:lnTo>
                    <a:pt x="1966684" y="509328"/>
                  </a:lnTo>
                  <a:lnTo>
                    <a:pt x="1976372" y="510516"/>
                  </a:lnTo>
                  <a:lnTo>
                    <a:pt x="1986060" y="511773"/>
                  </a:lnTo>
                  <a:lnTo>
                    <a:pt x="1995748" y="513024"/>
                  </a:lnTo>
                  <a:lnTo>
                    <a:pt x="2005436" y="514240"/>
                  </a:lnTo>
                  <a:lnTo>
                    <a:pt x="2015124" y="515353"/>
                  </a:lnTo>
                  <a:lnTo>
                    <a:pt x="2024812" y="516415"/>
                  </a:lnTo>
                  <a:lnTo>
                    <a:pt x="2034500" y="517610"/>
                  </a:lnTo>
                  <a:lnTo>
                    <a:pt x="2044188" y="518656"/>
                  </a:lnTo>
                  <a:lnTo>
                    <a:pt x="2053877" y="519669"/>
                  </a:lnTo>
                  <a:lnTo>
                    <a:pt x="2063565" y="520760"/>
                  </a:lnTo>
                  <a:lnTo>
                    <a:pt x="2073253" y="521845"/>
                  </a:lnTo>
                  <a:lnTo>
                    <a:pt x="2082941" y="522825"/>
                  </a:lnTo>
                  <a:lnTo>
                    <a:pt x="2092629" y="523659"/>
                  </a:lnTo>
                  <a:lnTo>
                    <a:pt x="2102317" y="524381"/>
                  </a:lnTo>
                  <a:lnTo>
                    <a:pt x="2112005" y="525528"/>
                  </a:lnTo>
                  <a:lnTo>
                    <a:pt x="2121693" y="526771"/>
                  </a:lnTo>
                  <a:lnTo>
                    <a:pt x="2131381" y="527996"/>
                  </a:lnTo>
                  <a:lnTo>
                    <a:pt x="2141069" y="529032"/>
                  </a:lnTo>
                  <a:lnTo>
                    <a:pt x="2150758" y="529950"/>
                  </a:lnTo>
                  <a:lnTo>
                    <a:pt x="2160446" y="530936"/>
                  </a:lnTo>
                  <a:lnTo>
                    <a:pt x="2170134" y="532064"/>
                  </a:lnTo>
                  <a:lnTo>
                    <a:pt x="2179822" y="533102"/>
                  </a:lnTo>
                  <a:lnTo>
                    <a:pt x="2189510" y="534206"/>
                  </a:lnTo>
                  <a:lnTo>
                    <a:pt x="2199198" y="535187"/>
                  </a:lnTo>
                  <a:lnTo>
                    <a:pt x="2208886" y="536023"/>
                  </a:lnTo>
                  <a:lnTo>
                    <a:pt x="2218574" y="536970"/>
                  </a:lnTo>
                  <a:lnTo>
                    <a:pt x="2228262" y="537994"/>
                  </a:lnTo>
                  <a:lnTo>
                    <a:pt x="2237950" y="539305"/>
                  </a:lnTo>
                  <a:lnTo>
                    <a:pt x="2247639" y="540193"/>
                  </a:lnTo>
                  <a:lnTo>
                    <a:pt x="2257327" y="540951"/>
                  </a:lnTo>
                  <a:lnTo>
                    <a:pt x="2267015" y="541871"/>
                  </a:lnTo>
                  <a:lnTo>
                    <a:pt x="2276703" y="542756"/>
                  </a:lnTo>
                  <a:lnTo>
                    <a:pt x="2286391" y="543860"/>
                  </a:lnTo>
                  <a:lnTo>
                    <a:pt x="2296079" y="544956"/>
                  </a:lnTo>
                  <a:lnTo>
                    <a:pt x="2305767" y="546044"/>
                  </a:lnTo>
                  <a:lnTo>
                    <a:pt x="2315455" y="547136"/>
                  </a:lnTo>
                  <a:lnTo>
                    <a:pt x="2325143" y="548039"/>
                  </a:lnTo>
                  <a:lnTo>
                    <a:pt x="2334831" y="548898"/>
                  </a:lnTo>
                  <a:lnTo>
                    <a:pt x="2344520" y="549605"/>
                  </a:lnTo>
                  <a:lnTo>
                    <a:pt x="2354208" y="550695"/>
                  </a:lnTo>
                  <a:lnTo>
                    <a:pt x="2363896" y="551794"/>
                  </a:lnTo>
                  <a:lnTo>
                    <a:pt x="2373584" y="552842"/>
                  </a:lnTo>
                  <a:lnTo>
                    <a:pt x="2383272" y="553773"/>
                  </a:lnTo>
                  <a:lnTo>
                    <a:pt x="2392960" y="554732"/>
                  </a:lnTo>
                  <a:lnTo>
                    <a:pt x="2402648" y="555633"/>
                  </a:lnTo>
                  <a:lnTo>
                    <a:pt x="2412336" y="556473"/>
                  </a:lnTo>
                  <a:lnTo>
                    <a:pt x="2422024" y="557417"/>
                  </a:lnTo>
                  <a:lnTo>
                    <a:pt x="2431712" y="558360"/>
                  </a:lnTo>
                  <a:lnTo>
                    <a:pt x="2441401" y="559138"/>
                  </a:lnTo>
                  <a:lnTo>
                    <a:pt x="2451089" y="559869"/>
                  </a:lnTo>
                  <a:lnTo>
                    <a:pt x="2460777" y="560800"/>
                  </a:lnTo>
                  <a:lnTo>
                    <a:pt x="2470465" y="561775"/>
                  </a:lnTo>
                  <a:lnTo>
                    <a:pt x="2480153" y="562547"/>
                  </a:lnTo>
                  <a:lnTo>
                    <a:pt x="2489841" y="563340"/>
                  </a:lnTo>
                  <a:lnTo>
                    <a:pt x="2499529" y="564014"/>
                  </a:lnTo>
                  <a:lnTo>
                    <a:pt x="2509217" y="564957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6332185" y="5106180"/>
              <a:ext cx="2509217" cy="463408"/>
            </a:xfrm>
            <a:custGeom>
              <a:avLst/>
              <a:pathLst>
                <a:path w="2509217" h="463408">
                  <a:moveTo>
                    <a:pt x="0" y="0"/>
                  </a:moveTo>
                  <a:lnTo>
                    <a:pt x="9688" y="3358"/>
                  </a:lnTo>
                  <a:lnTo>
                    <a:pt x="19376" y="7191"/>
                  </a:lnTo>
                  <a:lnTo>
                    <a:pt x="29064" y="10617"/>
                  </a:lnTo>
                  <a:lnTo>
                    <a:pt x="38752" y="14488"/>
                  </a:lnTo>
                  <a:lnTo>
                    <a:pt x="48440" y="17369"/>
                  </a:lnTo>
                  <a:lnTo>
                    <a:pt x="58128" y="21256"/>
                  </a:lnTo>
                  <a:lnTo>
                    <a:pt x="67816" y="24933"/>
                  </a:lnTo>
                  <a:lnTo>
                    <a:pt x="77504" y="28125"/>
                  </a:lnTo>
                  <a:lnTo>
                    <a:pt x="87192" y="32249"/>
                  </a:lnTo>
                  <a:lnTo>
                    <a:pt x="96880" y="34731"/>
                  </a:lnTo>
                  <a:lnTo>
                    <a:pt x="106569" y="38538"/>
                  </a:lnTo>
                  <a:lnTo>
                    <a:pt x="116257" y="41739"/>
                  </a:lnTo>
                  <a:lnTo>
                    <a:pt x="125945" y="44982"/>
                  </a:lnTo>
                  <a:lnTo>
                    <a:pt x="135633" y="48387"/>
                  </a:lnTo>
                  <a:lnTo>
                    <a:pt x="145321" y="51455"/>
                  </a:lnTo>
                  <a:lnTo>
                    <a:pt x="155009" y="55022"/>
                  </a:lnTo>
                  <a:lnTo>
                    <a:pt x="164697" y="58432"/>
                  </a:lnTo>
                  <a:lnTo>
                    <a:pt x="174385" y="61974"/>
                  </a:lnTo>
                  <a:lnTo>
                    <a:pt x="184073" y="64596"/>
                  </a:lnTo>
                  <a:lnTo>
                    <a:pt x="193761" y="67889"/>
                  </a:lnTo>
                  <a:lnTo>
                    <a:pt x="203450" y="70527"/>
                  </a:lnTo>
                  <a:lnTo>
                    <a:pt x="213138" y="73573"/>
                  </a:lnTo>
                  <a:lnTo>
                    <a:pt x="222826" y="76980"/>
                  </a:lnTo>
                  <a:lnTo>
                    <a:pt x="232514" y="80229"/>
                  </a:lnTo>
                  <a:lnTo>
                    <a:pt x="242202" y="83176"/>
                  </a:lnTo>
                  <a:lnTo>
                    <a:pt x="251890" y="85293"/>
                  </a:lnTo>
                  <a:lnTo>
                    <a:pt x="261578" y="88471"/>
                  </a:lnTo>
                  <a:lnTo>
                    <a:pt x="271266" y="91491"/>
                  </a:lnTo>
                  <a:lnTo>
                    <a:pt x="280954" y="94419"/>
                  </a:lnTo>
                  <a:lnTo>
                    <a:pt x="290642" y="97434"/>
                  </a:lnTo>
                  <a:lnTo>
                    <a:pt x="300331" y="99424"/>
                  </a:lnTo>
                  <a:lnTo>
                    <a:pt x="310019" y="101827"/>
                  </a:lnTo>
                  <a:lnTo>
                    <a:pt x="319707" y="104930"/>
                  </a:lnTo>
                  <a:lnTo>
                    <a:pt x="329395" y="107964"/>
                  </a:lnTo>
                  <a:lnTo>
                    <a:pt x="339083" y="110770"/>
                  </a:lnTo>
                  <a:lnTo>
                    <a:pt x="348771" y="113036"/>
                  </a:lnTo>
                  <a:lnTo>
                    <a:pt x="358459" y="115459"/>
                  </a:lnTo>
                  <a:lnTo>
                    <a:pt x="368147" y="118364"/>
                  </a:lnTo>
                  <a:lnTo>
                    <a:pt x="377835" y="121454"/>
                  </a:lnTo>
                  <a:lnTo>
                    <a:pt x="387523" y="124015"/>
                  </a:lnTo>
                  <a:lnTo>
                    <a:pt x="397212" y="126168"/>
                  </a:lnTo>
                  <a:lnTo>
                    <a:pt x="406900" y="128740"/>
                  </a:lnTo>
                  <a:lnTo>
                    <a:pt x="416588" y="131163"/>
                  </a:lnTo>
                  <a:lnTo>
                    <a:pt x="426276" y="134071"/>
                  </a:lnTo>
                  <a:lnTo>
                    <a:pt x="435964" y="137154"/>
                  </a:lnTo>
                  <a:lnTo>
                    <a:pt x="445652" y="139461"/>
                  </a:lnTo>
                  <a:lnTo>
                    <a:pt x="455340" y="141855"/>
                  </a:lnTo>
                  <a:lnTo>
                    <a:pt x="465028" y="144118"/>
                  </a:lnTo>
                  <a:lnTo>
                    <a:pt x="474716" y="146243"/>
                  </a:lnTo>
                  <a:lnTo>
                    <a:pt x="484404" y="148259"/>
                  </a:lnTo>
                  <a:lnTo>
                    <a:pt x="494093" y="150593"/>
                  </a:lnTo>
                  <a:lnTo>
                    <a:pt x="503781" y="152592"/>
                  </a:lnTo>
                  <a:lnTo>
                    <a:pt x="513469" y="154864"/>
                  </a:lnTo>
                  <a:lnTo>
                    <a:pt x="523157" y="157357"/>
                  </a:lnTo>
                  <a:lnTo>
                    <a:pt x="532845" y="160296"/>
                  </a:lnTo>
                  <a:lnTo>
                    <a:pt x="542533" y="162551"/>
                  </a:lnTo>
                  <a:lnTo>
                    <a:pt x="552221" y="165509"/>
                  </a:lnTo>
                  <a:lnTo>
                    <a:pt x="561909" y="168451"/>
                  </a:lnTo>
                  <a:lnTo>
                    <a:pt x="571597" y="170688"/>
                  </a:lnTo>
                  <a:lnTo>
                    <a:pt x="581285" y="173252"/>
                  </a:lnTo>
                  <a:lnTo>
                    <a:pt x="590974" y="174868"/>
                  </a:lnTo>
                  <a:lnTo>
                    <a:pt x="600662" y="177491"/>
                  </a:lnTo>
                  <a:lnTo>
                    <a:pt x="610350" y="180929"/>
                  </a:lnTo>
                  <a:lnTo>
                    <a:pt x="620038" y="183423"/>
                  </a:lnTo>
                  <a:lnTo>
                    <a:pt x="629726" y="185746"/>
                  </a:lnTo>
                  <a:lnTo>
                    <a:pt x="639414" y="187446"/>
                  </a:lnTo>
                  <a:lnTo>
                    <a:pt x="649102" y="189748"/>
                  </a:lnTo>
                  <a:lnTo>
                    <a:pt x="658790" y="191980"/>
                  </a:lnTo>
                  <a:lnTo>
                    <a:pt x="668478" y="194356"/>
                  </a:lnTo>
                  <a:lnTo>
                    <a:pt x="678166" y="196106"/>
                  </a:lnTo>
                  <a:lnTo>
                    <a:pt x="687855" y="198438"/>
                  </a:lnTo>
                  <a:lnTo>
                    <a:pt x="697543" y="200779"/>
                  </a:lnTo>
                  <a:lnTo>
                    <a:pt x="707231" y="203230"/>
                  </a:lnTo>
                  <a:lnTo>
                    <a:pt x="716919" y="205208"/>
                  </a:lnTo>
                  <a:lnTo>
                    <a:pt x="726607" y="207756"/>
                  </a:lnTo>
                  <a:lnTo>
                    <a:pt x="736295" y="209868"/>
                  </a:lnTo>
                  <a:lnTo>
                    <a:pt x="745983" y="212130"/>
                  </a:lnTo>
                  <a:lnTo>
                    <a:pt x="755671" y="214170"/>
                  </a:lnTo>
                  <a:lnTo>
                    <a:pt x="765359" y="216159"/>
                  </a:lnTo>
                  <a:lnTo>
                    <a:pt x="775047" y="218210"/>
                  </a:lnTo>
                  <a:lnTo>
                    <a:pt x="784736" y="220876"/>
                  </a:lnTo>
                  <a:lnTo>
                    <a:pt x="794424" y="223185"/>
                  </a:lnTo>
                  <a:lnTo>
                    <a:pt x="804112" y="225535"/>
                  </a:lnTo>
                  <a:lnTo>
                    <a:pt x="813800" y="228228"/>
                  </a:lnTo>
                  <a:lnTo>
                    <a:pt x="823488" y="230260"/>
                  </a:lnTo>
                  <a:lnTo>
                    <a:pt x="833176" y="232271"/>
                  </a:lnTo>
                  <a:lnTo>
                    <a:pt x="842864" y="234321"/>
                  </a:lnTo>
                  <a:lnTo>
                    <a:pt x="852552" y="236157"/>
                  </a:lnTo>
                  <a:lnTo>
                    <a:pt x="862240" y="238738"/>
                  </a:lnTo>
                  <a:lnTo>
                    <a:pt x="871928" y="240989"/>
                  </a:lnTo>
                  <a:lnTo>
                    <a:pt x="881617" y="243361"/>
                  </a:lnTo>
                  <a:lnTo>
                    <a:pt x="891305" y="245439"/>
                  </a:lnTo>
                  <a:lnTo>
                    <a:pt x="900993" y="247958"/>
                  </a:lnTo>
                  <a:lnTo>
                    <a:pt x="910681" y="249818"/>
                  </a:lnTo>
                  <a:lnTo>
                    <a:pt x="920369" y="251907"/>
                  </a:lnTo>
                  <a:lnTo>
                    <a:pt x="930057" y="254188"/>
                  </a:lnTo>
                  <a:lnTo>
                    <a:pt x="939745" y="256507"/>
                  </a:lnTo>
                  <a:lnTo>
                    <a:pt x="949433" y="259089"/>
                  </a:lnTo>
                  <a:lnTo>
                    <a:pt x="959121" y="261308"/>
                  </a:lnTo>
                  <a:lnTo>
                    <a:pt x="968809" y="263246"/>
                  </a:lnTo>
                  <a:lnTo>
                    <a:pt x="978498" y="265076"/>
                  </a:lnTo>
                  <a:lnTo>
                    <a:pt x="988186" y="267318"/>
                  </a:lnTo>
                  <a:lnTo>
                    <a:pt x="997874" y="268810"/>
                  </a:lnTo>
                  <a:lnTo>
                    <a:pt x="1007562" y="270119"/>
                  </a:lnTo>
                  <a:lnTo>
                    <a:pt x="1017250" y="271838"/>
                  </a:lnTo>
                  <a:lnTo>
                    <a:pt x="1026938" y="273714"/>
                  </a:lnTo>
                  <a:lnTo>
                    <a:pt x="1036626" y="275361"/>
                  </a:lnTo>
                  <a:lnTo>
                    <a:pt x="1046314" y="276942"/>
                  </a:lnTo>
                  <a:lnTo>
                    <a:pt x="1056002" y="279033"/>
                  </a:lnTo>
                  <a:lnTo>
                    <a:pt x="1065690" y="281165"/>
                  </a:lnTo>
                  <a:lnTo>
                    <a:pt x="1075379" y="283011"/>
                  </a:lnTo>
                  <a:lnTo>
                    <a:pt x="1085067" y="284849"/>
                  </a:lnTo>
                  <a:lnTo>
                    <a:pt x="1094755" y="286280"/>
                  </a:lnTo>
                  <a:lnTo>
                    <a:pt x="1104443" y="288890"/>
                  </a:lnTo>
                  <a:lnTo>
                    <a:pt x="1114131" y="290893"/>
                  </a:lnTo>
                  <a:lnTo>
                    <a:pt x="1123819" y="293200"/>
                  </a:lnTo>
                  <a:lnTo>
                    <a:pt x="1133507" y="294852"/>
                  </a:lnTo>
                  <a:lnTo>
                    <a:pt x="1143195" y="296209"/>
                  </a:lnTo>
                  <a:lnTo>
                    <a:pt x="1152883" y="298093"/>
                  </a:lnTo>
                  <a:lnTo>
                    <a:pt x="1162571" y="299830"/>
                  </a:lnTo>
                  <a:lnTo>
                    <a:pt x="1172260" y="301950"/>
                  </a:lnTo>
                  <a:lnTo>
                    <a:pt x="1181948" y="303249"/>
                  </a:lnTo>
                  <a:lnTo>
                    <a:pt x="1191636" y="304855"/>
                  </a:lnTo>
                  <a:lnTo>
                    <a:pt x="1201324" y="307036"/>
                  </a:lnTo>
                  <a:lnTo>
                    <a:pt x="1211012" y="308841"/>
                  </a:lnTo>
                  <a:lnTo>
                    <a:pt x="1220700" y="310525"/>
                  </a:lnTo>
                  <a:lnTo>
                    <a:pt x="1230388" y="311621"/>
                  </a:lnTo>
                  <a:lnTo>
                    <a:pt x="1240076" y="312886"/>
                  </a:lnTo>
                  <a:lnTo>
                    <a:pt x="1249764" y="314289"/>
                  </a:lnTo>
                  <a:lnTo>
                    <a:pt x="1259452" y="315565"/>
                  </a:lnTo>
                  <a:lnTo>
                    <a:pt x="1269141" y="317002"/>
                  </a:lnTo>
                  <a:lnTo>
                    <a:pt x="1278829" y="318154"/>
                  </a:lnTo>
                  <a:lnTo>
                    <a:pt x="1288517" y="320043"/>
                  </a:lnTo>
                  <a:lnTo>
                    <a:pt x="1298205" y="322061"/>
                  </a:lnTo>
                  <a:lnTo>
                    <a:pt x="1307893" y="323463"/>
                  </a:lnTo>
                  <a:lnTo>
                    <a:pt x="1317581" y="325380"/>
                  </a:lnTo>
                  <a:lnTo>
                    <a:pt x="1327269" y="327076"/>
                  </a:lnTo>
                  <a:lnTo>
                    <a:pt x="1336957" y="329060"/>
                  </a:lnTo>
                  <a:lnTo>
                    <a:pt x="1346645" y="330428"/>
                  </a:lnTo>
                  <a:lnTo>
                    <a:pt x="1356333" y="331872"/>
                  </a:lnTo>
                  <a:lnTo>
                    <a:pt x="1366022" y="333114"/>
                  </a:lnTo>
                  <a:lnTo>
                    <a:pt x="1375710" y="334781"/>
                  </a:lnTo>
                  <a:lnTo>
                    <a:pt x="1385398" y="335833"/>
                  </a:lnTo>
                  <a:lnTo>
                    <a:pt x="1395086" y="337522"/>
                  </a:lnTo>
                  <a:lnTo>
                    <a:pt x="1404774" y="338741"/>
                  </a:lnTo>
                  <a:lnTo>
                    <a:pt x="1414462" y="340296"/>
                  </a:lnTo>
                  <a:lnTo>
                    <a:pt x="1424150" y="341978"/>
                  </a:lnTo>
                  <a:lnTo>
                    <a:pt x="1433838" y="343612"/>
                  </a:lnTo>
                  <a:lnTo>
                    <a:pt x="1443526" y="344783"/>
                  </a:lnTo>
                  <a:lnTo>
                    <a:pt x="1453214" y="346121"/>
                  </a:lnTo>
                  <a:lnTo>
                    <a:pt x="1462903" y="347584"/>
                  </a:lnTo>
                  <a:lnTo>
                    <a:pt x="1472591" y="348943"/>
                  </a:lnTo>
                  <a:lnTo>
                    <a:pt x="1482279" y="350388"/>
                  </a:lnTo>
                  <a:lnTo>
                    <a:pt x="1491967" y="352073"/>
                  </a:lnTo>
                  <a:lnTo>
                    <a:pt x="1501655" y="353602"/>
                  </a:lnTo>
                  <a:lnTo>
                    <a:pt x="1511343" y="354762"/>
                  </a:lnTo>
                  <a:lnTo>
                    <a:pt x="1521031" y="356246"/>
                  </a:lnTo>
                  <a:lnTo>
                    <a:pt x="1530719" y="357524"/>
                  </a:lnTo>
                  <a:lnTo>
                    <a:pt x="1540407" y="358964"/>
                  </a:lnTo>
                  <a:lnTo>
                    <a:pt x="1550095" y="359886"/>
                  </a:lnTo>
                  <a:lnTo>
                    <a:pt x="1559784" y="361278"/>
                  </a:lnTo>
                  <a:lnTo>
                    <a:pt x="1569472" y="363025"/>
                  </a:lnTo>
                  <a:lnTo>
                    <a:pt x="1579160" y="364308"/>
                  </a:lnTo>
                  <a:lnTo>
                    <a:pt x="1588848" y="365494"/>
                  </a:lnTo>
                  <a:lnTo>
                    <a:pt x="1598536" y="367042"/>
                  </a:lnTo>
                  <a:lnTo>
                    <a:pt x="1608224" y="368579"/>
                  </a:lnTo>
                  <a:lnTo>
                    <a:pt x="1617912" y="370200"/>
                  </a:lnTo>
                  <a:lnTo>
                    <a:pt x="1627600" y="371684"/>
                  </a:lnTo>
                  <a:lnTo>
                    <a:pt x="1637288" y="373018"/>
                  </a:lnTo>
                  <a:lnTo>
                    <a:pt x="1646976" y="374411"/>
                  </a:lnTo>
                  <a:lnTo>
                    <a:pt x="1656665" y="375444"/>
                  </a:lnTo>
                  <a:lnTo>
                    <a:pt x="1666353" y="376478"/>
                  </a:lnTo>
                  <a:lnTo>
                    <a:pt x="1676041" y="377513"/>
                  </a:lnTo>
                  <a:lnTo>
                    <a:pt x="1685729" y="378682"/>
                  </a:lnTo>
                  <a:lnTo>
                    <a:pt x="1695417" y="379755"/>
                  </a:lnTo>
                  <a:lnTo>
                    <a:pt x="1705105" y="381035"/>
                  </a:lnTo>
                  <a:lnTo>
                    <a:pt x="1714793" y="382214"/>
                  </a:lnTo>
                  <a:lnTo>
                    <a:pt x="1724481" y="383224"/>
                  </a:lnTo>
                  <a:lnTo>
                    <a:pt x="1734169" y="384576"/>
                  </a:lnTo>
                  <a:lnTo>
                    <a:pt x="1743857" y="385910"/>
                  </a:lnTo>
                  <a:lnTo>
                    <a:pt x="1753546" y="387286"/>
                  </a:lnTo>
                  <a:lnTo>
                    <a:pt x="1763234" y="388678"/>
                  </a:lnTo>
                  <a:lnTo>
                    <a:pt x="1772922" y="389608"/>
                  </a:lnTo>
                  <a:lnTo>
                    <a:pt x="1782610" y="390648"/>
                  </a:lnTo>
                  <a:lnTo>
                    <a:pt x="1792298" y="391661"/>
                  </a:lnTo>
                  <a:lnTo>
                    <a:pt x="1801986" y="392792"/>
                  </a:lnTo>
                  <a:lnTo>
                    <a:pt x="1811674" y="394119"/>
                  </a:lnTo>
                  <a:lnTo>
                    <a:pt x="1821362" y="395313"/>
                  </a:lnTo>
                  <a:lnTo>
                    <a:pt x="1831050" y="396831"/>
                  </a:lnTo>
                  <a:lnTo>
                    <a:pt x="1840738" y="397767"/>
                  </a:lnTo>
                  <a:lnTo>
                    <a:pt x="1850427" y="398710"/>
                  </a:lnTo>
                  <a:lnTo>
                    <a:pt x="1860115" y="399747"/>
                  </a:lnTo>
                  <a:lnTo>
                    <a:pt x="1869803" y="400914"/>
                  </a:lnTo>
                  <a:lnTo>
                    <a:pt x="1879491" y="401897"/>
                  </a:lnTo>
                  <a:lnTo>
                    <a:pt x="1889179" y="403109"/>
                  </a:lnTo>
                  <a:lnTo>
                    <a:pt x="1898867" y="404239"/>
                  </a:lnTo>
                  <a:lnTo>
                    <a:pt x="1908555" y="405312"/>
                  </a:lnTo>
                  <a:lnTo>
                    <a:pt x="1918243" y="406507"/>
                  </a:lnTo>
                  <a:lnTo>
                    <a:pt x="1927931" y="407581"/>
                  </a:lnTo>
                  <a:lnTo>
                    <a:pt x="1937619" y="408489"/>
                  </a:lnTo>
                  <a:lnTo>
                    <a:pt x="1947308" y="409503"/>
                  </a:lnTo>
                  <a:lnTo>
                    <a:pt x="1956996" y="410341"/>
                  </a:lnTo>
                  <a:lnTo>
                    <a:pt x="1966684" y="411298"/>
                  </a:lnTo>
                  <a:lnTo>
                    <a:pt x="1976372" y="412404"/>
                  </a:lnTo>
                  <a:lnTo>
                    <a:pt x="1986060" y="413502"/>
                  </a:lnTo>
                  <a:lnTo>
                    <a:pt x="1995748" y="414651"/>
                  </a:lnTo>
                  <a:lnTo>
                    <a:pt x="2005436" y="415897"/>
                  </a:lnTo>
                  <a:lnTo>
                    <a:pt x="2015124" y="417191"/>
                  </a:lnTo>
                  <a:lnTo>
                    <a:pt x="2024812" y="418136"/>
                  </a:lnTo>
                  <a:lnTo>
                    <a:pt x="2034500" y="419061"/>
                  </a:lnTo>
                  <a:lnTo>
                    <a:pt x="2044188" y="420195"/>
                  </a:lnTo>
                  <a:lnTo>
                    <a:pt x="2053877" y="421341"/>
                  </a:lnTo>
                  <a:lnTo>
                    <a:pt x="2063565" y="422351"/>
                  </a:lnTo>
                  <a:lnTo>
                    <a:pt x="2073253" y="423191"/>
                  </a:lnTo>
                  <a:lnTo>
                    <a:pt x="2082941" y="423981"/>
                  </a:lnTo>
                  <a:lnTo>
                    <a:pt x="2092629" y="424891"/>
                  </a:lnTo>
                  <a:lnTo>
                    <a:pt x="2102317" y="425952"/>
                  </a:lnTo>
                  <a:lnTo>
                    <a:pt x="2112005" y="427173"/>
                  </a:lnTo>
                  <a:lnTo>
                    <a:pt x="2121693" y="428339"/>
                  </a:lnTo>
                  <a:lnTo>
                    <a:pt x="2131381" y="429365"/>
                  </a:lnTo>
                  <a:lnTo>
                    <a:pt x="2141069" y="430196"/>
                  </a:lnTo>
                  <a:lnTo>
                    <a:pt x="2150758" y="431097"/>
                  </a:lnTo>
                  <a:lnTo>
                    <a:pt x="2160446" y="432032"/>
                  </a:lnTo>
                  <a:lnTo>
                    <a:pt x="2170134" y="433083"/>
                  </a:lnTo>
                  <a:lnTo>
                    <a:pt x="2179822" y="433988"/>
                  </a:lnTo>
                  <a:lnTo>
                    <a:pt x="2189510" y="434871"/>
                  </a:lnTo>
                  <a:lnTo>
                    <a:pt x="2199198" y="435925"/>
                  </a:lnTo>
                  <a:lnTo>
                    <a:pt x="2208886" y="436894"/>
                  </a:lnTo>
                  <a:lnTo>
                    <a:pt x="2218574" y="437837"/>
                  </a:lnTo>
                  <a:lnTo>
                    <a:pt x="2228262" y="438866"/>
                  </a:lnTo>
                  <a:lnTo>
                    <a:pt x="2237950" y="439796"/>
                  </a:lnTo>
                  <a:lnTo>
                    <a:pt x="2247639" y="440606"/>
                  </a:lnTo>
                  <a:lnTo>
                    <a:pt x="2257327" y="441563"/>
                  </a:lnTo>
                  <a:lnTo>
                    <a:pt x="2267015" y="442515"/>
                  </a:lnTo>
                  <a:lnTo>
                    <a:pt x="2276703" y="443458"/>
                  </a:lnTo>
                  <a:lnTo>
                    <a:pt x="2286391" y="444413"/>
                  </a:lnTo>
                  <a:lnTo>
                    <a:pt x="2296079" y="445263"/>
                  </a:lnTo>
                  <a:lnTo>
                    <a:pt x="2305767" y="445976"/>
                  </a:lnTo>
                  <a:lnTo>
                    <a:pt x="2315455" y="446819"/>
                  </a:lnTo>
                  <a:lnTo>
                    <a:pt x="2325143" y="447783"/>
                  </a:lnTo>
                  <a:lnTo>
                    <a:pt x="2334831" y="448584"/>
                  </a:lnTo>
                  <a:lnTo>
                    <a:pt x="2344520" y="449512"/>
                  </a:lnTo>
                  <a:lnTo>
                    <a:pt x="2354208" y="450269"/>
                  </a:lnTo>
                  <a:lnTo>
                    <a:pt x="2363896" y="451134"/>
                  </a:lnTo>
                  <a:lnTo>
                    <a:pt x="2373584" y="451878"/>
                  </a:lnTo>
                  <a:lnTo>
                    <a:pt x="2383272" y="452869"/>
                  </a:lnTo>
                  <a:lnTo>
                    <a:pt x="2392960" y="453608"/>
                  </a:lnTo>
                  <a:lnTo>
                    <a:pt x="2402648" y="454502"/>
                  </a:lnTo>
                  <a:lnTo>
                    <a:pt x="2412336" y="455351"/>
                  </a:lnTo>
                  <a:lnTo>
                    <a:pt x="2422024" y="456075"/>
                  </a:lnTo>
                  <a:lnTo>
                    <a:pt x="2431712" y="456940"/>
                  </a:lnTo>
                  <a:lnTo>
                    <a:pt x="2441401" y="457756"/>
                  </a:lnTo>
                  <a:lnTo>
                    <a:pt x="2451089" y="458722"/>
                  </a:lnTo>
                  <a:lnTo>
                    <a:pt x="2460777" y="459510"/>
                  </a:lnTo>
                  <a:lnTo>
                    <a:pt x="2470465" y="460574"/>
                  </a:lnTo>
                  <a:lnTo>
                    <a:pt x="2480153" y="461482"/>
                  </a:lnTo>
                  <a:lnTo>
                    <a:pt x="2489841" y="462075"/>
                  </a:lnTo>
                  <a:lnTo>
                    <a:pt x="2499529" y="462812"/>
                  </a:lnTo>
                  <a:lnTo>
                    <a:pt x="2509217" y="463408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6332185" y="5083052"/>
              <a:ext cx="2509217" cy="507218"/>
            </a:xfrm>
            <a:custGeom>
              <a:avLst/>
              <a:pathLst>
                <a:path w="2509217" h="507218">
                  <a:moveTo>
                    <a:pt x="0" y="0"/>
                  </a:moveTo>
                  <a:lnTo>
                    <a:pt x="9688" y="3533"/>
                  </a:lnTo>
                  <a:lnTo>
                    <a:pt x="19376" y="6541"/>
                  </a:lnTo>
                  <a:lnTo>
                    <a:pt x="29064" y="11255"/>
                  </a:lnTo>
                  <a:lnTo>
                    <a:pt x="38752" y="14658"/>
                  </a:lnTo>
                  <a:lnTo>
                    <a:pt x="48440" y="19012"/>
                  </a:lnTo>
                  <a:lnTo>
                    <a:pt x="58128" y="22539"/>
                  </a:lnTo>
                  <a:lnTo>
                    <a:pt x="67816" y="25772"/>
                  </a:lnTo>
                  <a:lnTo>
                    <a:pt x="77504" y="30474"/>
                  </a:lnTo>
                  <a:lnTo>
                    <a:pt x="87192" y="35269"/>
                  </a:lnTo>
                  <a:lnTo>
                    <a:pt x="96880" y="40075"/>
                  </a:lnTo>
                  <a:lnTo>
                    <a:pt x="106569" y="43877"/>
                  </a:lnTo>
                  <a:lnTo>
                    <a:pt x="116257" y="48047"/>
                  </a:lnTo>
                  <a:lnTo>
                    <a:pt x="125945" y="50448"/>
                  </a:lnTo>
                  <a:lnTo>
                    <a:pt x="135633" y="52819"/>
                  </a:lnTo>
                  <a:lnTo>
                    <a:pt x="145321" y="55615"/>
                  </a:lnTo>
                  <a:lnTo>
                    <a:pt x="155009" y="58794"/>
                  </a:lnTo>
                  <a:lnTo>
                    <a:pt x="164697" y="62148"/>
                  </a:lnTo>
                  <a:lnTo>
                    <a:pt x="174385" y="65316"/>
                  </a:lnTo>
                  <a:lnTo>
                    <a:pt x="184073" y="68596"/>
                  </a:lnTo>
                  <a:lnTo>
                    <a:pt x="193761" y="71821"/>
                  </a:lnTo>
                  <a:lnTo>
                    <a:pt x="203450" y="75470"/>
                  </a:lnTo>
                  <a:lnTo>
                    <a:pt x="213138" y="78803"/>
                  </a:lnTo>
                  <a:lnTo>
                    <a:pt x="222826" y="82573"/>
                  </a:lnTo>
                  <a:lnTo>
                    <a:pt x="232514" y="86435"/>
                  </a:lnTo>
                  <a:lnTo>
                    <a:pt x="242202" y="89896"/>
                  </a:lnTo>
                  <a:lnTo>
                    <a:pt x="251890" y="93498"/>
                  </a:lnTo>
                  <a:lnTo>
                    <a:pt x="261578" y="97246"/>
                  </a:lnTo>
                  <a:lnTo>
                    <a:pt x="271266" y="100568"/>
                  </a:lnTo>
                  <a:lnTo>
                    <a:pt x="280954" y="103665"/>
                  </a:lnTo>
                  <a:lnTo>
                    <a:pt x="290642" y="106625"/>
                  </a:lnTo>
                  <a:lnTo>
                    <a:pt x="300331" y="110120"/>
                  </a:lnTo>
                  <a:lnTo>
                    <a:pt x="310019" y="113957"/>
                  </a:lnTo>
                  <a:lnTo>
                    <a:pt x="319707" y="117739"/>
                  </a:lnTo>
                  <a:lnTo>
                    <a:pt x="329395" y="121466"/>
                  </a:lnTo>
                  <a:lnTo>
                    <a:pt x="339083" y="124918"/>
                  </a:lnTo>
                  <a:lnTo>
                    <a:pt x="348771" y="128268"/>
                  </a:lnTo>
                  <a:lnTo>
                    <a:pt x="358459" y="131361"/>
                  </a:lnTo>
                  <a:lnTo>
                    <a:pt x="368147" y="134888"/>
                  </a:lnTo>
                  <a:lnTo>
                    <a:pt x="377835" y="138871"/>
                  </a:lnTo>
                  <a:lnTo>
                    <a:pt x="387523" y="141510"/>
                  </a:lnTo>
                  <a:lnTo>
                    <a:pt x="397212" y="144076"/>
                  </a:lnTo>
                  <a:lnTo>
                    <a:pt x="406900" y="147636"/>
                  </a:lnTo>
                  <a:lnTo>
                    <a:pt x="416588" y="150385"/>
                  </a:lnTo>
                  <a:lnTo>
                    <a:pt x="426276" y="153177"/>
                  </a:lnTo>
                  <a:lnTo>
                    <a:pt x="435964" y="155337"/>
                  </a:lnTo>
                  <a:lnTo>
                    <a:pt x="445652" y="158343"/>
                  </a:lnTo>
                  <a:lnTo>
                    <a:pt x="455340" y="160933"/>
                  </a:lnTo>
                  <a:lnTo>
                    <a:pt x="465028" y="164109"/>
                  </a:lnTo>
                  <a:lnTo>
                    <a:pt x="474716" y="167996"/>
                  </a:lnTo>
                  <a:lnTo>
                    <a:pt x="484404" y="171851"/>
                  </a:lnTo>
                  <a:lnTo>
                    <a:pt x="494093" y="174203"/>
                  </a:lnTo>
                  <a:lnTo>
                    <a:pt x="503781" y="176974"/>
                  </a:lnTo>
                  <a:lnTo>
                    <a:pt x="513469" y="179991"/>
                  </a:lnTo>
                  <a:lnTo>
                    <a:pt x="523157" y="182564"/>
                  </a:lnTo>
                  <a:lnTo>
                    <a:pt x="532845" y="185376"/>
                  </a:lnTo>
                  <a:lnTo>
                    <a:pt x="542533" y="187693"/>
                  </a:lnTo>
                  <a:lnTo>
                    <a:pt x="552221" y="190701"/>
                  </a:lnTo>
                  <a:lnTo>
                    <a:pt x="561909" y="194452"/>
                  </a:lnTo>
                  <a:lnTo>
                    <a:pt x="571597" y="198159"/>
                  </a:lnTo>
                  <a:lnTo>
                    <a:pt x="581285" y="201120"/>
                  </a:lnTo>
                  <a:lnTo>
                    <a:pt x="590974" y="203430"/>
                  </a:lnTo>
                  <a:lnTo>
                    <a:pt x="600662" y="206399"/>
                  </a:lnTo>
                  <a:lnTo>
                    <a:pt x="610350" y="208568"/>
                  </a:lnTo>
                  <a:lnTo>
                    <a:pt x="620038" y="211886"/>
                  </a:lnTo>
                  <a:lnTo>
                    <a:pt x="629726" y="214605"/>
                  </a:lnTo>
                  <a:lnTo>
                    <a:pt x="639414" y="216417"/>
                  </a:lnTo>
                  <a:lnTo>
                    <a:pt x="649102" y="218729"/>
                  </a:lnTo>
                  <a:lnTo>
                    <a:pt x="658790" y="221346"/>
                  </a:lnTo>
                  <a:lnTo>
                    <a:pt x="668478" y="222822"/>
                  </a:lnTo>
                  <a:lnTo>
                    <a:pt x="678166" y="225144"/>
                  </a:lnTo>
                  <a:lnTo>
                    <a:pt x="687855" y="228105"/>
                  </a:lnTo>
                  <a:lnTo>
                    <a:pt x="697543" y="230486"/>
                  </a:lnTo>
                  <a:lnTo>
                    <a:pt x="707231" y="232883"/>
                  </a:lnTo>
                  <a:lnTo>
                    <a:pt x="716919" y="235951"/>
                  </a:lnTo>
                  <a:lnTo>
                    <a:pt x="726607" y="238533"/>
                  </a:lnTo>
                  <a:lnTo>
                    <a:pt x="736295" y="240616"/>
                  </a:lnTo>
                  <a:lnTo>
                    <a:pt x="745983" y="243488"/>
                  </a:lnTo>
                  <a:lnTo>
                    <a:pt x="755671" y="246494"/>
                  </a:lnTo>
                  <a:lnTo>
                    <a:pt x="765359" y="248691"/>
                  </a:lnTo>
                  <a:lnTo>
                    <a:pt x="775047" y="251177"/>
                  </a:lnTo>
                  <a:lnTo>
                    <a:pt x="784736" y="252950"/>
                  </a:lnTo>
                  <a:lnTo>
                    <a:pt x="794424" y="255108"/>
                  </a:lnTo>
                  <a:lnTo>
                    <a:pt x="804112" y="258104"/>
                  </a:lnTo>
                  <a:lnTo>
                    <a:pt x="813800" y="260293"/>
                  </a:lnTo>
                  <a:lnTo>
                    <a:pt x="823488" y="262902"/>
                  </a:lnTo>
                  <a:lnTo>
                    <a:pt x="833176" y="264564"/>
                  </a:lnTo>
                  <a:lnTo>
                    <a:pt x="842864" y="266883"/>
                  </a:lnTo>
                  <a:lnTo>
                    <a:pt x="852552" y="269016"/>
                  </a:lnTo>
                  <a:lnTo>
                    <a:pt x="862240" y="270763"/>
                  </a:lnTo>
                  <a:lnTo>
                    <a:pt x="871928" y="272663"/>
                  </a:lnTo>
                  <a:lnTo>
                    <a:pt x="881617" y="274472"/>
                  </a:lnTo>
                  <a:lnTo>
                    <a:pt x="891305" y="277339"/>
                  </a:lnTo>
                  <a:lnTo>
                    <a:pt x="900993" y="279962"/>
                  </a:lnTo>
                  <a:lnTo>
                    <a:pt x="910681" y="282046"/>
                  </a:lnTo>
                  <a:lnTo>
                    <a:pt x="920369" y="283651"/>
                  </a:lnTo>
                  <a:lnTo>
                    <a:pt x="930057" y="285634"/>
                  </a:lnTo>
                  <a:lnTo>
                    <a:pt x="939745" y="287296"/>
                  </a:lnTo>
                  <a:lnTo>
                    <a:pt x="949433" y="289587"/>
                  </a:lnTo>
                  <a:lnTo>
                    <a:pt x="959121" y="292025"/>
                  </a:lnTo>
                  <a:lnTo>
                    <a:pt x="968809" y="294101"/>
                  </a:lnTo>
                  <a:lnTo>
                    <a:pt x="978498" y="296235"/>
                  </a:lnTo>
                  <a:lnTo>
                    <a:pt x="988186" y="298401"/>
                  </a:lnTo>
                  <a:lnTo>
                    <a:pt x="997874" y="300475"/>
                  </a:lnTo>
                  <a:lnTo>
                    <a:pt x="1007562" y="302830"/>
                  </a:lnTo>
                  <a:lnTo>
                    <a:pt x="1017250" y="304938"/>
                  </a:lnTo>
                  <a:lnTo>
                    <a:pt x="1026938" y="306522"/>
                  </a:lnTo>
                  <a:lnTo>
                    <a:pt x="1036626" y="308711"/>
                  </a:lnTo>
                  <a:lnTo>
                    <a:pt x="1046314" y="310793"/>
                  </a:lnTo>
                  <a:lnTo>
                    <a:pt x="1056002" y="312932"/>
                  </a:lnTo>
                  <a:lnTo>
                    <a:pt x="1065690" y="315225"/>
                  </a:lnTo>
                  <a:lnTo>
                    <a:pt x="1075379" y="317198"/>
                  </a:lnTo>
                  <a:lnTo>
                    <a:pt x="1085067" y="319609"/>
                  </a:lnTo>
                  <a:lnTo>
                    <a:pt x="1094755" y="321716"/>
                  </a:lnTo>
                  <a:lnTo>
                    <a:pt x="1104443" y="323937"/>
                  </a:lnTo>
                  <a:lnTo>
                    <a:pt x="1114131" y="325912"/>
                  </a:lnTo>
                  <a:lnTo>
                    <a:pt x="1123819" y="327910"/>
                  </a:lnTo>
                  <a:lnTo>
                    <a:pt x="1133507" y="329764"/>
                  </a:lnTo>
                  <a:lnTo>
                    <a:pt x="1143195" y="331944"/>
                  </a:lnTo>
                  <a:lnTo>
                    <a:pt x="1152883" y="333847"/>
                  </a:lnTo>
                  <a:lnTo>
                    <a:pt x="1162571" y="335346"/>
                  </a:lnTo>
                  <a:lnTo>
                    <a:pt x="1172260" y="337604"/>
                  </a:lnTo>
                  <a:lnTo>
                    <a:pt x="1181948" y="339048"/>
                  </a:lnTo>
                  <a:lnTo>
                    <a:pt x="1191636" y="340984"/>
                  </a:lnTo>
                  <a:lnTo>
                    <a:pt x="1201324" y="342952"/>
                  </a:lnTo>
                  <a:lnTo>
                    <a:pt x="1211012" y="344685"/>
                  </a:lnTo>
                  <a:lnTo>
                    <a:pt x="1220700" y="346161"/>
                  </a:lnTo>
                  <a:lnTo>
                    <a:pt x="1230388" y="347974"/>
                  </a:lnTo>
                  <a:lnTo>
                    <a:pt x="1240076" y="349672"/>
                  </a:lnTo>
                  <a:lnTo>
                    <a:pt x="1249764" y="351381"/>
                  </a:lnTo>
                  <a:lnTo>
                    <a:pt x="1259452" y="353121"/>
                  </a:lnTo>
                  <a:lnTo>
                    <a:pt x="1269141" y="354734"/>
                  </a:lnTo>
                  <a:lnTo>
                    <a:pt x="1278829" y="356708"/>
                  </a:lnTo>
                  <a:lnTo>
                    <a:pt x="1288517" y="357940"/>
                  </a:lnTo>
                  <a:lnTo>
                    <a:pt x="1298205" y="359285"/>
                  </a:lnTo>
                  <a:lnTo>
                    <a:pt x="1307893" y="360653"/>
                  </a:lnTo>
                  <a:lnTo>
                    <a:pt x="1317581" y="362152"/>
                  </a:lnTo>
                  <a:lnTo>
                    <a:pt x="1327269" y="363686"/>
                  </a:lnTo>
                  <a:lnTo>
                    <a:pt x="1336957" y="365184"/>
                  </a:lnTo>
                  <a:lnTo>
                    <a:pt x="1346645" y="366695"/>
                  </a:lnTo>
                  <a:lnTo>
                    <a:pt x="1356333" y="368279"/>
                  </a:lnTo>
                  <a:lnTo>
                    <a:pt x="1366022" y="370144"/>
                  </a:lnTo>
                  <a:lnTo>
                    <a:pt x="1375710" y="371550"/>
                  </a:lnTo>
                  <a:lnTo>
                    <a:pt x="1385398" y="373258"/>
                  </a:lnTo>
                  <a:lnTo>
                    <a:pt x="1395086" y="374391"/>
                  </a:lnTo>
                  <a:lnTo>
                    <a:pt x="1404774" y="376381"/>
                  </a:lnTo>
                  <a:lnTo>
                    <a:pt x="1414462" y="377486"/>
                  </a:lnTo>
                  <a:lnTo>
                    <a:pt x="1424150" y="379199"/>
                  </a:lnTo>
                  <a:lnTo>
                    <a:pt x="1433838" y="380759"/>
                  </a:lnTo>
                  <a:lnTo>
                    <a:pt x="1443526" y="382327"/>
                  </a:lnTo>
                  <a:lnTo>
                    <a:pt x="1453214" y="383994"/>
                  </a:lnTo>
                  <a:lnTo>
                    <a:pt x="1462903" y="385313"/>
                  </a:lnTo>
                  <a:lnTo>
                    <a:pt x="1472591" y="386880"/>
                  </a:lnTo>
                  <a:lnTo>
                    <a:pt x="1482279" y="388526"/>
                  </a:lnTo>
                  <a:lnTo>
                    <a:pt x="1491967" y="390149"/>
                  </a:lnTo>
                  <a:lnTo>
                    <a:pt x="1501655" y="391841"/>
                  </a:lnTo>
                  <a:lnTo>
                    <a:pt x="1511343" y="393363"/>
                  </a:lnTo>
                  <a:lnTo>
                    <a:pt x="1521031" y="394528"/>
                  </a:lnTo>
                  <a:lnTo>
                    <a:pt x="1530719" y="395626"/>
                  </a:lnTo>
                  <a:lnTo>
                    <a:pt x="1540407" y="396930"/>
                  </a:lnTo>
                  <a:lnTo>
                    <a:pt x="1550095" y="397922"/>
                  </a:lnTo>
                  <a:lnTo>
                    <a:pt x="1559784" y="399451"/>
                  </a:lnTo>
                  <a:lnTo>
                    <a:pt x="1569472" y="401228"/>
                  </a:lnTo>
                  <a:lnTo>
                    <a:pt x="1579160" y="403094"/>
                  </a:lnTo>
                  <a:lnTo>
                    <a:pt x="1588848" y="404351"/>
                  </a:lnTo>
                  <a:lnTo>
                    <a:pt x="1598536" y="405789"/>
                  </a:lnTo>
                  <a:lnTo>
                    <a:pt x="1608224" y="407326"/>
                  </a:lnTo>
                  <a:lnTo>
                    <a:pt x="1617912" y="408827"/>
                  </a:lnTo>
                  <a:lnTo>
                    <a:pt x="1627600" y="410333"/>
                  </a:lnTo>
                  <a:lnTo>
                    <a:pt x="1637288" y="411678"/>
                  </a:lnTo>
                  <a:lnTo>
                    <a:pt x="1646976" y="412782"/>
                  </a:lnTo>
                  <a:lnTo>
                    <a:pt x="1656665" y="414200"/>
                  </a:lnTo>
                  <a:lnTo>
                    <a:pt x="1666353" y="415476"/>
                  </a:lnTo>
                  <a:lnTo>
                    <a:pt x="1676041" y="416763"/>
                  </a:lnTo>
                  <a:lnTo>
                    <a:pt x="1685729" y="418353"/>
                  </a:lnTo>
                  <a:lnTo>
                    <a:pt x="1695417" y="419659"/>
                  </a:lnTo>
                  <a:lnTo>
                    <a:pt x="1705105" y="420936"/>
                  </a:lnTo>
                  <a:lnTo>
                    <a:pt x="1714793" y="422172"/>
                  </a:lnTo>
                  <a:lnTo>
                    <a:pt x="1724481" y="423347"/>
                  </a:lnTo>
                  <a:lnTo>
                    <a:pt x="1734169" y="424706"/>
                  </a:lnTo>
                  <a:lnTo>
                    <a:pt x="1743857" y="425813"/>
                  </a:lnTo>
                  <a:lnTo>
                    <a:pt x="1753546" y="427074"/>
                  </a:lnTo>
                  <a:lnTo>
                    <a:pt x="1763234" y="428197"/>
                  </a:lnTo>
                  <a:lnTo>
                    <a:pt x="1772922" y="429421"/>
                  </a:lnTo>
                  <a:lnTo>
                    <a:pt x="1782610" y="430687"/>
                  </a:lnTo>
                  <a:lnTo>
                    <a:pt x="1792298" y="431988"/>
                  </a:lnTo>
                  <a:lnTo>
                    <a:pt x="1801986" y="433217"/>
                  </a:lnTo>
                  <a:lnTo>
                    <a:pt x="1811674" y="434389"/>
                  </a:lnTo>
                  <a:lnTo>
                    <a:pt x="1821362" y="435728"/>
                  </a:lnTo>
                  <a:lnTo>
                    <a:pt x="1831050" y="436836"/>
                  </a:lnTo>
                  <a:lnTo>
                    <a:pt x="1840738" y="438181"/>
                  </a:lnTo>
                  <a:lnTo>
                    <a:pt x="1850427" y="439123"/>
                  </a:lnTo>
                  <a:lnTo>
                    <a:pt x="1860115" y="440503"/>
                  </a:lnTo>
                  <a:lnTo>
                    <a:pt x="1869803" y="441839"/>
                  </a:lnTo>
                  <a:lnTo>
                    <a:pt x="1879491" y="443106"/>
                  </a:lnTo>
                  <a:lnTo>
                    <a:pt x="1889179" y="444358"/>
                  </a:lnTo>
                  <a:lnTo>
                    <a:pt x="1898867" y="445682"/>
                  </a:lnTo>
                  <a:lnTo>
                    <a:pt x="1908555" y="446705"/>
                  </a:lnTo>
                  <a:lnTo>
                    <a:pt x="1918243" y="448038"/>
                  </a:lnTo>
                  <a:lnTo>
                    <a:pt x="1927931" y="449245"/>
                  </a:lnTo>
                  <a:lnTo>
                    <a:pt x="1937619" y="450462"/>
                  </a:lnTo>
                  <a:lnTo>
                    <a:pt x="1947308" y="451738"/>
                  </a:lnTo>
                  <a:lnTo>
                    <a:pt x="1956996" y="452752"/>
                  </a:lnTo>
                  <a:lnTo>
                    <a:pt x="1966684" y="453799"/>
                  </a:lnTo>
                  <a:lnTo>
                    <a:pt x="1976372" y="454961"/>
                  </a:lnTo>
                  <a:lnTo>
                    <a:pt x="1986060" y="456079"/>
                  </a:lnTo>
                  <a:lnTo>
                    <a:pt x="1995748" y="457114"/>
                  </a:lnTo>
                  <a:lnTo>
                    <a:pt x="2005436" y="458228"/>
                  </a:lnTo>
                  <a:lnTo>
                    <a:pt x="2015124" y="459223"/>
                  </a:lnTo>
                  <a:lnTo>
                    <a:pt x="2024812" y="460205"/>
                  </a:lnTo>
                  <a:lnTo>
                    <a:pt x="2034500" y="461311"/>
                  </a:lnTo>
                  <a:lnTo>
                    <a:pt x="2044188" y="462631"/>
                  </a:lnTo>
                  <a:lnTo>
                    <a:pt x="2053877" y="463826"/>
                  </a:lnTo>
                  <a:lnTo>
                    <a:pt x="2063565" y="464962"/>
                  </a:lnTo>
                  <a:lnTo>
                    <a:pt x="2073253" y="466220"/>
                  </a:lnTo>
                  <a:lnTo>
                    <a:pt x="2082941" y="467294"/>
                  </a:lnTo>
                  <a:lnTo>
                    <a:pt x="2092629" y="468300"/>
                  </a:lnTo>
                  <a:lnTo>
                    <a:pt x="2102317" y="469338"/>
                  </a:lnTo>
                  <a:lnTo>
                    <a:pt x="2112005" y="470377"/>
                  </a:lnTo>
                  <a:lnTo>
                    <a:pt x="2121693" y="471268"/>
                  </a:lnTo>
                  <a:lnTo>
                    <a:pt x="2131381" y="472395"/>
                  </a:lnTo>
                  <a:lnTo>
                    <a:pt x="2141069" y="473497"/>
                  </a:lnTo>
                  <a:lnTo>
                    <a:pt x="2150758" y="474515"/>
                  </a:lnTo>
                  <a:lnTo>
                    <a:pt x="2160446" y="475356"/>
                  </a:lnTo>
                  <a:lnTo>
                    <a:pt x="2170134" y="476292"/>
                  </a:lnTo>
                  <a:lnTo>
                    <a:pt x="2179822" y="477267"/>
                  </a:lnTo>
                  <a:lnTo>
                    <a:pt x="2189510" y="478172"/>
                  </a:lnTo>
                  <a:lnTo>
                    <a:pt x="2199198" y="478982"/>
                  </a:lnTo>
                  <a:lnTo>
                    <a:pt x="2208886" y="479880"/>
                  </a:lnTo>
                  <a:lnTo>
                    <a:pt x="2218574" y="481019"/>
                  </a:lnTo>
                  <a:lnTo>
                    <a:pt x="2228262" y="481821"/>
                  </a:lnTo>
                  <a:lnTo>
                    <a:pt x="2237950" y="482854"/>
                  </a:lnTo>
                  <a:lnTo>
                    <a:pt x="2247639" y="483780"/>
                  </a:lnTo>
                  <a:lnTo>
                    <a:pt x="2257327" y="484733"/>
                  </a:lnTo>
                  <a:lnTo>
                    <a:pt x="2267015" y="485758"/>
                  </a:lnTo>
                  <a:lnTo>
                    <a:pt x="2276703" y="486938"/>
                  </a:lnTo>
                  <a:lnTo>
                    <a:pt x="2286391" y="488022"/>
                  </a:lnTo>
                  <a:lnTo>
                    <a:pt x="2296079" y="488883"/>
                  </a:lnTo>
                  <a:lnTo>
                    <a:pt x="2305767" y="489671"/>
                  </a:lnTo>
                  <a:lnTo>
                    <a:pt x="2315455" y="490525"/>
                  </a:lnTo>
                  <a:lnTo>
                    <a:pt x="2325143" y="491331"/>
                  </a:lnTo>
                  <a:lnTo>
                    <a:pt x="2334831" y="492007"/>
                  </a:lnTo>
                  <a:lnTo>
                    <a:pt x="2344520" y="492695"/>
                  </a:lnTo>
                  <a:lnTo>
                    <a:pt x="2354208" y="493560"/>
                  </a:lnTo>
                  <a:lnTo>
                    <a:pt x="2363896" y="494591"/>
                  </a:lnTo>
                  <a:lnTo>
                    <a:pt x="2373584" y="495513"/>
                  </a:lnTo>
                  <a:lnTo>
                    <a:pt x="2383272" y="496322"/>
                  </a:lnTo>
                  <a:lnTo>
                    <a:pt x="2392960" y="497074"/>
                  </a:lnTo>
                  <a:lnTo>
                    <a:pt x="2402648" y="497851"/>
                  </a:lnTo>
                  <a:lnTo>
                    <a:pt x="2412336" y="498795"/>
                  </a:lnTo>
                  <a:lnTo>
                    <a:pt x="2422024" y="499663"/>
                  </a:lnTo>
                  <a:lnTo>
                    <a:pt x="2431712" y="500619"/>
                  </a:lnTo>
                  <a:lnTo>
                    <a:pt x="2441401" y="501545"/>
                  </a:lnTo>
                  <a:lnTo>
                    <a:pt x="2451089" y="502308"/>
                  </a:lnTo>
                  <a:lnTo>
                    <a:pt x="2460777" y="503090"/>
                  </a:lnTo>
                  <a:lnTo>
                    <a:pt x="2470465" y="503900"/>
                  </a:lnTo>
                  <a:lnTo>
                    <a:pt x="2480153" y="504761"/>
                  </a:lnTo>
                  <a:lnTo>
                    <a:pt x="2489841" y="505670"/>
                  </a:lnTo>
                  <a:lnTo>
                    <a:pt x="2499529" y="506462"/>
                  </a:lnTo>
                  <a:lnTo>
                    <a:pt x="2509217" y="507218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6332185" y="4577610"/>
              <a:ext cx="2509217" cy="816204"/>
            </a:xfrm>
            <a:custGeom>
              <a:avLst/>
              <a:pathLst>
                <a:path w="2509217" h="816204">
                  <a:moveTo>
                    <a:pt x="0" y="0"/>
                  </a:moveTo>
                  <a:lnTo>
                    <a:pt x="9688" y="3241"/>
                  </a:lnTo>
                  <a:lnTo>
                    <a:pt x="19376" y="8436"/>
                  </a:lnTo>
                  <a:lnTo>
                    <a:pt x="29064" y="14389"/>
                  </a:lnTo>
                  <a:lnTo>
                    <a:pt x="38752" y="18007"/>
                  </a:lnTo>
                  <a:lnTo>
                    <a:pt x="48440" y="25060"/>
                  </a:lnTo>
                  <a:lnTo>
                    <a:pt x="58128" y="30660"/>
                  </a:lnTo>
                  <a:lnTo>
                    <a:pt x="67816" y="36204"/>
                  </a:lnTo>
                  <a:lnTo>
                    <a:pt x="77504" y="40193"/>
                  </a:lnTo>
                  <a:lnTo>
                    <a:pt x="87192" y="45562"/>
                  </a:lnTo>
                  <a:lnTo>
                    <a:pt x="96880" y="48445"/>
                  </a:lnTo>
                  <a:lnTo>
                    <a:pt x="106569" y="54841"/>
                  </a:lnTo>
                  <a:lnTo>
                    <a:pt x="116257" y="62234"/>
                  </a:lnTo>
                  <a:lnTo>
                    <a:pt x="125945" y="68543"/>
                  </a:lnTo>
                  <a:lnTo>
                    <a:pt x="135633" y="75125"/>
                  </a:lnTo>
                  <a:lnTo>
                    <a:pt x="145321" y="81710"/>
                  </a:lnTo>
                  <a:lnTo>
                    <a:pt x="155009" y="84231"/>
                  </a:lnTo>
                  <a:lnTo>
                    <a:pt x="164697" y="88002"/>
                  </a:lnTo>
                  <a:lnTo>
                    <a:pt x="174385" y="92498"/>
                  </a:lnTo>
                  <a:lnTo>
                    <a:pt x="184073" y="96271"/>
                  </a:lnTo>
                  <a:lnTo>
                    <a:pt x="193761" y="101138"/>
                  </a:lnTo>
                  <a:lnTo>
                    <a:pt x="203450" y="105793"/>
                  </a:lnTo>
                  <a:lnTo>
                    <a:pt x="213138" y="108100"/>
                  </a:lnTo>
                  <a:lnTo>
                    <a:pt x="222826" y="111625"/>
                  </a:lnTo>
                  <a:lnTo>
                    <a:pt x="232514" y="117720"/>
                  </a:lnTo>
                  <a:lnTo>
                    <a:pt x="242202" y="122104"/>
                  </a:lnTo>
                  <a:lnTo>
                    <a:pt x="251890" y="125865"/>
                  </a:lnTo>
                  <a:lnTo>
                    <a:pt x="261578" y="131434"/>
                  </a:lnTo>
                  <a:lnTo>
                    <a:pt x="271266" y="135361"/>
                  </a:lnTo>
                  <a:lnTo>
                    <a:pt x="280954" y="138743"/>
                  </a:lnTo>
                  <a:lnTo>
                    <a:pt x="290642" y="141571"/>
                  </a:lnTo>
                  <a:lnTo>
                    <a:pt x="300331" y="145523"/>
                  </a:lnTo>
                  <a:lnTo>
                    <a:pt x="310019" y="149309"/>
                  </a:lnTo>
                  <a:lnTo>
                    <a:pt x="319707" y="155632"/>
                  </a:lnTo>
                  <a:lnTo>
                    <a:pt x="329395" y="158150"/>
                  </a:lnTo>
                  <a:lnTo>
                    <a:pt x="339083" y="164752"/>
                  </a:lnTo>
                  <a:lnTo>
                    <a:pt x="348771" y="168015"/>
                  </a:lnTo>
                  <a:lnTo>
                    <a:pt x="358459" y="171502"/>
                  </a:lnTo>
                  <a:lnTo>
                    <a:pt x="368147" y="176592"/>
                  </a:lnTo>
                  <a:lnTo>
                    <a:pt x="377835" y="181950"/>
                  </a:lnTo>
                  <a:lnTo>
                    <a:pt x="387523" y="186772"/>
                  </a:lnTo>
                  <a:lnTo>
                    <a:pt x="397212" y="192315"/>
                  </a:lnTo>
                  <a:lnTo>
                    <a:pt x="406900" y="196949"/>
                  </a:lnTo>
                  <a:lnTo>
                    <a:pt x="416588" y="201154"/>
                  </a:lnTo>
                  <a:lnTo>
                    <a:pt x="426276" y="204418"/>
                  </a:lnTo>
                  <a:lnTo>
                    <a:pt x="435964" y="210695"/>
                  </a:lnTo>
                  <a:lnTo>
                    <a:pt x="445652" y="214251"/>
                  </a:lnTo>
                  <a:lnTo>
                    <a:pt x="455340" y="220561"/>
                  </a:lnTo>
                  <a:lnTo>
                    <a:pt x="465028" y="224439"/>
                  </a:lnTo>
                  <a:lnTo>
                    <a:pt x="474716" y="227802"/>
                  </a:lnTo>
                  <a:lnTo>
                    <a:pt x="484404" y="234090"/>
                  </a:lnTo>
                  <a:lnTo>
                    <a:pt x="494093" y="237499"/>
                  </a:lnTo>
                  <a:lnTo>
                    <a:pt x="503781" y="243029"/>
                  </a:lnTo>
                  <a:lnTo>
                    <a:pt x="513469" y="248647"/>
                  </a:lnTo>
                  <a:lnTo>
                    <a:pt x="523157" y="253302"/>
                  </a:lnTo>
                  <a:lnTo>
                    <a:pt x="532845" y="258954"/>
                  </a:lnTo>
                  <a:lnTo>
                    <a:pt x="542533" y="262740"/>
                  </a:lnTo>
                  <a:lnTo>
                    <a:pt x="552221" y="265966"/>
                  </a:lnTo>
                  <a:lnTo>
                    <a:pt x="561909" y="270282"/>
                  </a:lnTo>
                  <a:lnTo>
                    <a:pt x="571597" y="274599"/>
                  </a:lnTo>
                  <a:lnTo>
                    <a:pt x="581285" y="279031"/>
                  </a:lnTo>
                  <a:lnTo>
                    <a:pt x="590974" y="284867"/>
                  </a:lnTo>
                  <a:lnTo>
                    <a:pt x="600662" y="288379"/>
                  </a:lnTo>
                  <a:lnTo>
                    <a:pt x="610350" y="292089"/>
                  </a:lnTo>
                  <a:lnTo>
                    <a:pt x="620038" y="297122"/>
                  </a:lnTo>
                  <a:lnTo>
                    <a:pt x="629726" y="301178"/>
                  </a:lnTo>
                  <a:lnTo>
                    <a:pt x="639414" y="304435"/>
                  </a:lnTo>
                  <a:lnTo>
                    <a:pt x="649102" y="306821"/>
                  </a:lnTo>
                  <a:lnTo>
                    <a:pt x="658790" y="311036"/>
                  </a:lnTo>
                  <a:lnTo>
                    <a:pt x="668478" y="317352"/>
                  </a:lnTo>
                  <a:lnTo>
                    <a:pt x="678166" y="321328"/>
                  </a:lnTo>
                  <a:lnTo>
                    <a:pt x="687855" y="326460"/>
                  </a:lnTo>
                  <a:lnTo>
                    <a:pt x="697543" y="330842"/>
                  </a:lnTo>
                  <a:lnTo>
                    <a:pt x="707231" y="336385"/>
                  </a:lnTo>
                  <a:lnTo>
                    <a:pt x="716919" y="341267"/>
                  </a:lnTo>
                  <a:lnTo>
                    <a:pt x="726607" y="347405"/>
                  </a:lnTo>
                  <a:lnTo>
                    <a:pt x="736295" y="351334"/>
                  </a:lnTo>
                  <a:lnTo>
                    <a:pt x="745983" y="354764"/>
                  </a:lnTo>
                  <a:lnTo>
                    <a:pt x="755671" y="359660"/>
                  </a:lnTo>
                  <a:lnTo>
                    <a:pt x="765359" y="363207"/>
                  </a:lnTo>
                  <a:lnTo>
                    <a:pt x="775047" y="366450"/>
                  </a:lnTo>
                  <a:lnTo>
                    <a:pt x="784736" y="370545"/>
                  </a:lnTo>
                  <a:lnTo>
                    <a:pt x="794424" y="374071"/>
                  </a:lnTo>
                  <a:lnTo>
                    <a:pt x="804112" y="377631"/>
                  </a:lnTo>
                  <a:lnTo>
                    <a:pt x="813800" y="381085"/>
                  </a:lnTo>
                  <a:lnTo>
                    <a:pt x="823488" y="384375"/>
                  </a:lnTo>
                  <a:lnTo>
                    <a:pt x="833176" y="386691"/>
                  </a:lnTo>
                  <a:lnTo>
                    <a:pt x="842864" y="390680"/>
                  </a:lnTo>
                  <a:lnTo>
                    <a:pt x="852552" y="395671"/>
                  </a:lnTo>
                  <a:lnTo>
                    <a:pt x="862240" y="399681"/>
                  </a:lnTo>
                  <a:lnTo>
                    <a:pt x="871928" y="402669"/>
                  </a:lnTo>
                  <a:lnTo>
                    <a:pt x="881617" y="404342"/>
                  </a:lnTo>
                  <a:lnTo>
                    <a:pt x="891305" y="406454"/>
                  </a:lnTo>
                  <a:lnTo>
                    <a:pt x="900993" y="410397"/>
                  </a:lnTo>
                  <a:lnTo>
                    <a:pt x="910681" y="413190"/>
                  </a:lnTo>
                  <a:lnTo>
                    <a:pt x="920369" y="416117"/>
                  </a:lnTo>
                  <a:lnTo>
                    <a:pt x="930057" y="419045"/>
                  </a:lnTo>
                  <a:lnTo>
                    <a:pt x="939745" y="422007"/>
                  </a:lnTo>
                  <a:lnTo>
                    <a:pt x="949433" y="426765"/>
                  </a:lnTo>
                  <a:lnTo>
                    <a:pt x="959121" y="429420"/>
                  </a:lnTo>
                  <a:lnTo>
                    <a:pt x="968809" y="432762"/>
                  </a:lnTo>
                  <a:lnTo>
                    <a:pt x="978498" y="436196"/>
                  </a:lnTo>
                  <a:lnTo>
                    <a:pt x="988186" y="439195"/>
                  </a:lnTo>
                  <a:lnTo>
                    <a:pt x="997874" y="443500"/>
                  </a:lnTo>
                  <a:lnTo>
                    <a:pt x="1007562" y="446209"/>
                  </a:lnTo>
                  <a:lnTo>
                    <a:pt x="1017250" y="449884"/>
                  </a:lnTo>
                  <a:lnTo>
                    <a:pt x="1026938" y="452750"/>
                  </a:lnTo>
                  <a:lnTo>
                    <a:pt x="1036626" y="457335"/>
                  </a:lnTo>
                  <a:lnTo>
                    <a:pt x="1046314" y="461431"/>
                  </a:lnTo>
                  <a:lnTo>
                    <a:pt x="1056002" y="464406"/>
                  </a:lnTo>
                  <a:lnTo>
                    <a:pt x="1065690" y="466943"/>
                  </a:lnTo>
                  <a:lnTo>
                    <a:pt x="1075379" y="469188"/>
                  </a:lnTo>
                  <a:lnTo>
                    <a:pt x="1085067" y="470406"/>
                  </a:lnTo>
                  <a:lnTo>
                    <a:pt x="1094755" y="474061"/>
                  </a:lnTo>
                  <a:lnTo>
                    <a:pt x="1104443" y="475988"/>
                  </a:lnTo>
                  <a:lnTo>
                    <a:pt x="1114131" y="478212"/>
                  </a:lnTo>
                  <a:lnTo>
                    <a:pt x="1123819" y="481006"/>
                  </a:lnTo>
                  <a:lnTo>
                    <a:pt x="1133507" y="484503"/>
                  </a:lnTo>
                  <a:lnTo>
                    <a:pt x="1143195" y="487791"/>
                  </a:lnTo>
                  <a:lnTo>
                    <a:pt x="1152883" y="491142"/>
                  </a:lnTo>
                  <a:lnTo>
                    <a:pt x="1162571" y="495193"/>
                  </a:lnTo>
                  <a:lnTo>
                    <a:pt x="1172260" y="497904"/>
                  </a:lnTo>
                  <a:lnTo>
                    <a:pt x="1181948" y="501159"/>
                  </a:lnTo>
                  <a:lnTo>
                    <a:pt x="1191636" y="503713"/>
                  </a:lnTo>
                  <a:lnTo>
                    <a:pt x="1201324" y="506640"/>
                  </a:lnTo>
                  <a:lnTo>
                    <a:pt x="1211012" y="509336"/>
                  </a:lnTo>
                  <a:lnTo>
                    <a:pt x="1220700" y="512730"/>
                  </a:lnTo>
                  <a:lnTo>
                    <a:pt x="1230388" y="515252"/>
                  </a:lnTo>
                  <a:lnTo>
                    <a:pt x="1240076" y="517033"/>
                  </a:lnTo>
                  <a:lnTo>
                    <a:pt x="1249764" y="519653"/>
                  </a:lnTo>
                  <a:lnTo>
                    <a:pt x="1259452" y="522566"/>
                  </a:lnTo>
                  <a:lnTo>
                    <a:pt x="1269141" y="524784"/>
                  </a:lnTo>
                  <a:lnTo>
                    <a:pt x="1278829" y="527765"/>
                  </a:lnTo>
                  <a:lnTo>
                    <a:pt x="1288517" y="530545"/>
                  </a:lnTo>
                  <a:lnTo>
                    <a:pt x="1298205" y="532624"/>
                  </a:lnTo>
                  <a:lnTo>
                    <a:pt x="1307893" y="537444"/>
                  </a:lnTo>
                  <a:lnTo>
                    <a:pt x="1317581" y="539687"/>
                  </a:lnTo>
                  <a:lnTo>
                    <a:pt x="1327269" y="542066"/>
                  </a:lnTo>
                  <a:lnTo>
                    <a:pt x="1336957" y="544389"/>
                  </a:lnTo>
                  <a:lnTo>
                    <a:pt x="1346645" y="547149"/>
                  </a:lnTo>
                  <a:lnTo>
                    <a:pt x="1356333" y="548927"/>
                  </a:lnTo>
                  <a:lnTo>
                    <a:pt x="1366022" y="551176"/>
                  </a:lnTo>
                  <a:lnTo>
                    <a:pt x="1375710" y="553987"/>
                  </a:lnTo>
                  <a:lnTo>
                    <a:pt x="1385398" y="555691"/>
                  </a:lnTo>
                  <a:lnTo>
                    <a:pt x="1395086" y="557923"/>
                  </a:lnTo>
                  <a:lnTo>
                    <a:pt x="1404774" y="560172"/>
                  </a:lnTo>
                  <a:lnTo>
                    <a:pt x="1414462" y="562711"/>
                  </a:lnTo>
                  <a:lnTo>
                    <a:pt x="1424150" y="566799"/>
                  </a:lnTo>
                  <a:lnTo>
                    <a:pt x="1433838" y="570640"/>
                  </a:lnTo>
                  <a:lnTo>
                    <a:pt x="1443526" y="574615"/>
                  </a:lnTo>
                  <a:lnTo>
                    <a:pt x="1453214" y="578389"/>
                  </a:lnTo>
                  <a:lnTo>
                    <a:pt x="1462903" y="580792"/>
                  </a:lnTo>
                  <a:lnTo>
                    <a:pt x="1472591" y="583618"/>
                  </a:lnTo>
                  <a:lnTo>
                    <a:pt x="1482279" y="586725"/>
                  </a:lnTo>
                  <a:lnTo>
                    <a:pt x="1491967" y="589471"/>
                  </a:lnTo>
                  <a:lnTo>
                    <a:pt x="1501655" y="592377"/>
                  </a:lnTo>
                  <a:lnTo>
                    <a:pt x="1511343" y="595552"/>
                  </a:lnTo>
                  <a:lnTo>
                    <a:pt x="1521031" y="598065"/>
                  </a:lnTo>
                  <a:lnTo>
                    <a:pt x="1530719" y="601015"/>
                  </a:lnTo>
                  <a:lnTo>
                    <a:pt x="1540407" y="602751"/>
                  </a:lnTo>
                  <a:lnTo>
                    <a:pt x="1550095" y="603748"/>
                  </a:lnTo>
                  <a:lnTo>
                    <a:pt x="1559784" y="606411"/>
                  </a:lnTo>
                  <a:lnTo>
                    <a:pt x="1569472" y="609749"/>
                  </a:lnTo>
                  <a:lnTo>
                    <a:pt x="1579160" y="611676"/>
                  </a:lnTo>
                  <a:lnTo>
                    <a:pt x="1588848" y="616239"/>
                  </a:lnTo>
                  <a:lnTo>
                    <a:pt x="1598536" y="620895"/>
                  </a:lnTo>
                  <a:lnTo>
                    <a:pt x="1608224" y="624418"/>
                  </a:lnTo>
                  <a:lnTo>
                    <a:pt x="1617912" y="627382"/>
                  </a:lnTo>
                  <a:lnTo>
                    <a:pt x="1627600" y="629258"/>
                  </a:lnTo>
                  <a:lnTo>
                    <a:pt x="1637288" y="631582"/>
                  </a:lnTo>
                  <a:lnTo>
                    <a:pt x="1646976" y="633254"/>
                  </a:lnTo>
                  <a:lnTo>
                    <a:pt x="1656665" y="636508"/>
                  </a:lnTo>
                  <a:lnTo>
                    <a:pt x="1666353" y="640241"/>
                  </a:lnTo>
                  <a:lnTo>
                    <a:pt x="1676041" y="640811"/>
                  </a:lnTo>
                  <a:lnTo>
                    <a:pt x="1685729" y="642751"/>
                  </a:lnTo>
                  <a:lnTo>
                    <a:pt x="1695417" y="645728"/>
                  </a:lnTo>
                  <a:lnTo>
                    <a:pt x="1705105" y="648257"/>
                  </a:lnTo>
                  <a:lnTo>
                    <a:pt x="1714793" y="650589"/>
                  </a:lnTo>
                  <a:lnTo>
                    <a:pt x="1724481" y="653082"/>
                  </a:lnTo>
                  <a:lnTo>
                    <a:pt x="1734169" y="656237"/>
                  </a:lnTo>
                  <a:lnTo>
                    <a:pt x="1743857" y="658423"/>
                  </a:lnTo>
                  <a:lnTo>
                    <a:pt x="1753546" y="660899"/>
                  </a:lnTo>
                  <a:lnTo>
                    <a:pt x="1763234" y="663325"/>
                  </a:lnTo>
                  <a:lnTo>
                    <a:pt x="1772922" y="665728"/>
                  </a:lnTo>
                  <a:lnTo>
                    <a:pt x="1782610" y="668557"/>
                  </a:lnTo>
                  <a:lnTo>
                    <a:pt x="1792298" y="671706"/>
                  </a:lnTo>
                  <a:lnTo>
                    <a:pt x="1801986" y="674298"/>
                  </a:lnTo>
                  <a:lnTo>
                    <a:pt x="1811674" y="676232"/>
                  </a:lnTo>
                  <a:lnTo>
                    <a:pt x="1821362" y="678158"/>
                  </a:lnTo>
                  <a:lnTo>
                    <a:pt x="1831050" y="679451"/>
                  </a:lnTo>
                  <a:lnTo>
                    <a:pt x="1840738" y="680690"/>
                  </a:lnTo>
                  <a:lnTo>
                    <a:pt x="1850427" y="681526"/>
                  </a:lnTo>
                  <a:lnTo>
                    <a:pt x="1860115" y="684469"/>
                  </a:lnTo>
                  <a:lnTo>
                    <a:pt x="1869803" y="687884"/>
                  </a:lnTo>
                  <a:lnTo>
                    <a:pt x="1879491" y="690079"/>
                  </a:lnTo>
                  <a:lnTo>
                    <a:pt x="1889179" y="691372"/>
                  </a:lnTo>
                  <a:lnTo>
                    <a:pt x="1898867" y="693657"/>
                  </a:lnTo>
                  <a:lnTo>
                    <a:pt x="1908555" y="695983"/>
                  </a:lnTo>
                  <a:lnTo>
                    <a:pt x="1918243" y="697079"/>
                  </a:lnTo>
                  <a:lnTo>
                    <a:pt x="1927931" y="698968"/>
                  </a:lnTo>
                  <a:lnTo>
                    <a:pt x="1937619" y="701869"/>
                  </a:lnTo>
                  <a:lnTo>
                    <a:pt x="1947308" y="703839"/>
                  </a:lnTo>
                  <a:lnTo>
                    <a:pt x="1956996" y="705461"/>
                  </a:lnTo>
                  <a:lnTo>
                    <a:pt x="1966684" y="707076"/>
                  </a:lnTo>
                  <a:lnTo>
                    <a:pt x="1976372" y="708686"/>
                  </a:lnTo>
                  <a:lnTo>
                    <a:pt x="1986060" y="710290"/>
                  </a:lnTo>
                  <a:lnTo>
                    <a:pt x="1995748" y="711888"/>
                  </a:lnTo>
                  <a:lnTo>
                    <a:pt x="2005436" y="713480"/>
                  </a:lnTo>
                  <a:lnTo>
                    <a:pt x="2015124" y="715067"/>
                  </a:lnTo>
                  <a:lnTo>
                    <a:pt x="2024812" y="716728"/>
                  </a:lnTo>
                  <a:lnTo>
                    <a:pt x="2034500" y="718486"/>
                  </a:lnTo>
                  <a:lnTo>
                    <a:pt x="2044188" y="720415"/>
                  </a:lnTo>
                  <a:lnTo>
                    <a:pt x="2053877" y="722747"/>
                  </a:lnTo>
                  <a:lnTo>
                    <a:pt x="2063565" y="725698"/>
                  </a:lnTo>
                  <a:lnTo>
                    <a:pt x="2073253" y="729302"/>
                  </a:lnTo>
                  <a:lnTo>
                    <a:pt x="2082941" y="732343"/>
                  </a:lnTo>
                  <a:lnTo>
                    <a:pt x="2092629" y="734691"/>
                  </a:lnTo>
                  <a:lnTo>
                    <a:pt x="2102317" y="736696"/>
                  </a:lnTo>
                  <a:lnTo>
                    <a:pt x="2112005" y="738455"/>
                  </a:lnTo>
                  <a:lnTo>
                    <a:pt x="2121693" y="739575"/>
                  </a:lnTo>
                  <a:lnTo>
                    <a:pt x="2131381" y="741944"/>
                  </a:lnTo>
                  <a:lnTo>
                    <a:pt x="2141069" y="744743"/>
                  </a:lnTo>
                  <a:lnTo>
                    <a:pt x="2150758" y="746821"/>
                  </a:lnTo>
                  <a:lnTo>
                    <a:pt x="2160446" y="748436"/>
                  </a:lnTo>
                  <a:lnTo>
                    <a:pt x="2170134" y="749715"/>
                  </a:lnTo>
                  <a:lnTo>
                    <a:pt x="2179822" y="750804"/>
                  </a:lnTo>
                  <a:lnTo>
                    <a:pt x="2189510" y="753066"/>
                  </a:lnTo>
                  <a:lnTo>
                    <a:pt x="2199198" y="755171"/>
                  </a:lnTo>
                  <a:lnTo>
                    <a:pt x="2208886" y="757105"/>
                  </a:lnTo>
                  <a:lnTo>
                    <a:pt x="2218574" y="759028"/>
                  </a:lnTo>
                  <a:lnTo>
                    <a:pt x="2228262" y="760942"/>
                  </a:lnTo>
                  <a:lnTo>
                    <a:pt x="2237950" y="762846"/>
                  </a:lnTo>
                  <a:lnTo>
                    <a:pt x="2247639" y="764775"/>
                  </a:lnTo>
                  <a:lnTo>
                    <a:pt x="2257327" y="766707"/>
                  </a:lnTo>
                  <a:lnTo>
                    <a:pt x="2267015" y="768414"/>
                  </a:lnTo>
                  <a:lnTo>
                    <a:pt x="2276703" y="770064"/>
                  </a:lnTo>
                  <a:lnTo>
                    <a:pt x="2286391" y="772171"/>
                  </a:lnTo>
                  <a:lnTo>
                    <a:pt x="2296079" y="774267"/>
                  </a:lnTo>
                  <a:lnTo>
                    <a:pt x="2305767" y="776382"/>
                  </a:lnTo>
                  <a:lnTo>
                    <a:pt x="2315455" y="778885"/>
                  </a:lnTo>
                  <a:lnTo>
                    <a:pt x="2325143" y="780305"/>
                  </a:lnTo>
                  <a:lnTo>
                    <a:pt x="2334831" y="782141"/>
                  </a:lnTo>
                  <a:lnTo>
                    <a:pt x="2344520" y="783930"/>
                  </a:lnTo>
                  <a:lnTo>
                    <a:pt x="2354208" y="785711"/>
                  </a:lnTo>
                  <a:lnTo>
                    <a:pt x="2363896" y="787482"/>
                  </a:lnTo>
                  <a:lnTo>
                    <a:pt x="2373584" y="789156"/>
                  </a:lnTo>
                  <a:lnTo>
                    <a:pt x="2383272" y="790524"/>
                  </a:lnTo>
                  <a:lnTo>
                    <a:pt x="2392960" y="792098"/>
                  </a:lnTo>
                  <a:lnTo>
                    <a:pt x="2402648" y="793832"/>
                  </a:lnTo>
                  <a:lnTo>
                    <a:pt x="2412336" y="795188"/>
                  </a:lnTo>
                  <a:lnTo>
                    <a:pt x="2422024" y="796967"/>
                  </a:lnTo>
                  <a:lnTo>
                    <a:pt x="2431712" y="798952"/>
                  </a:lnTo>
                  <a:lnTo>
                    <a:pt x="2441401" y="801042"/>
                  </a:lnTo>
                  <a:lnTo>
                    <a:pt x="2451089" y="802959"/>
                  </a:lnTo>
                  <a:lnTo>
                    <a:pt x="2460777" y="804864"/>
                  </a:lnTo>
                  <a:lnTo>
                    <a:pt x="2470465" y="807150"/>
                  </a:lnTo>
                  <a:lnTo>
                    <a:pt x="2480153" y="809476"/>
                  </a:lnTo>
                  <a:lnTo>
                    <a:pt x="2489841" y="811785"/>
                  </a:lnTo>
                  <a:lnTo>
                    <a:pt x="2499529" y="814079"/>
                  </a:lnTo>
                  <a:lnTo>
                    <a:pt x="2509217" y="816204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6206724" y="745738"/>
              <a:ext cx="2760139" cy="51798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547267" y="529239"/>
              <a:ext cx="2760139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2"/>
            <p:cNvSpPr/>
            <p:nvPr/>
          </p:nvSpPr>
          <p:spPr>
            <a:xfrm>
              <a:off x="1793858" y="595196"/>
              <a:ext cx="266957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Total</a:t>
              </a:r>
            </a:p>
          </p:txBody>
        </p:sp>
        <p:sp>
          <p:nvSpPr>
            <p:cNvPr id="104" name="rc103"/>
            <p:cNvSpPr/>
            <p:nvPr/>
          </p:nvSpPr>
          <p:spPr>
            <a:xfrm>
              <a:off x="3376996" y="529239"/>
              <a:ext cx="2760139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4"/>
            <p:cNvSpPr/>
            <p:nvPr/>
          </p:nvSpPr>
          <p:spPr>
            <a:xfrm>
              <a:off x="4514882" y="595196"/>
              <a:ext cx="484366" cy="825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Turnover</a:t>
              </a:r>
            </a:p>
          </p:txBody>
        </p:sp>
        <p:sp>
          <p:nvSpPr>
            <p:cNvPr id="106" name="rc105"/>
            <p:cNvSpPr/>
            <p:nvPr/>
          </p:nvSpPr>
          <p:spPr>
            <a:xfrm>
              <a:off x="6206724" y="529239"/>
              <a:ext cx="2760139" cy="216499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948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6"/>
            <p:cNvSpPr/>
            <p:nvPr/>
          </p:nvSpPr>
          <p:spPr>
            <a:xfrm>
              <a:off x="7027803" y="592686"/>
              <a:ext cx="1117981" cy="850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Helvetica"/>
                  <a:cs typeface="Helvetica"/>
                </a:rPr>
                <a:t>Gradient/Nestedness</a:t>
              </a:r>
            </a:p>
          </p:txBody>
        </p:sp>
        <p:sp>
          <p:nvSpPr>
            <p:cNvPr id="108" name="pl107"/>
            <p:cNvSpPr/>
            <p:nvPr/>
          </p:nvSpPr>
          <p:spPr>
            <a:xfrm>
              <a:off x="569867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210781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851695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2492610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3133524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2"/>
            <p:cNvSpPr/>
            <p:nvPr/>
          </p:nvSpPr>
          <p:spPr>
            <a:xfrm>
              <a:off x="520181" y="5990530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1179703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1820618" y="5990530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16" name="tx115"/>
            <p:cNvSpPr/>
            <p:nvPr/>
          </p:nvSpPr>
          <p:spPr>
            <a:xfrm>
              <a:off x="2461532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17" name="tx116"/>
            <p:cNvSpPr/>
            <p:nvPr/>
          </p:nvSpPr>
          <p:spPr>
            <a:xfrm>
              <a:off x="3102446" y="5987965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18" name="pl117"/>
            <p:cNvSpPr/>
            <p:nvPr/>
          </p:nvSpPr>
          <p:spPr>
            <a:xfrm>
              <a:off x="3399596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4040510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4681424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5322338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5963252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tx122"/>
            <p:cNvSpPr/>
            <p:nvPr/>
          </p:nvSpPr>
          <p:spPr>
            <a:xfrm>
              <a:off x="3349909" y="5990530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4009432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4650346" y="5990530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5291260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5932174" y="5987965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28" name="pl127"/>
            <p:cNvSpPr/>
            <p:nvPr/>
          </p:nvSpPr>
          <p:spPr>
            <a:xfrm>
              <a:off x="6229324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6870238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29"/>
            <p:cNvSpPr/>
            <p:nvPr/>
          </p:nvSpPr>
          <p:spPr>
            <a:xfrm>
              <a:off x="7511153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8152067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8792981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tx132"/>
            <p:cNvSpPr/>
            <p:nvPr/>
          </p:nvSpPr>
          <p:spPr>
            <a:xfrm>
              <a:off x="6179638" y="5990530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6839161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7480075" y="5990530"/>
              <a:ext cx="62155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8120989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37" name="tx136"/>
            <p:cNvSpPr/>
            <p:nvPr/>
          </p:nvSpPr>
          <p:spPr>
            <a:xfrm>
              <a:off x="8761903" y="5987965"/>
              <a:ext cx="62155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38" name="tx137"/>
            <p:cNvSpPr/>
            <p:nvPr/>
          </p:nvSpPr>
          <p:spPr>
            <a:xfrm>
              <a:off x="267120" y="5653248"/>
              <a:ext cx="217517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267120" y="4463169"/>
              <a:ext cx="217517" cy="805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267120" y="3273637"/>
              <a:ext cx="217517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267120" y="2083832"/>
              <a:ext cx="217517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142" name="tx141"/>
            <p:cNvSpPr/>
            <p:nvPr/>
          </p:nvSpPr>
          <p:spPr>
            <a:xfrm>
              <a:off x="267120" y="894027"/>
              <a:ext cx="217517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43" name="pl142"/>
            <p:cNvSpPr/>
            <p:nvPr/>
          </p:nvSpPr>
          <p:spPr>
            <a:xfrm>
              <a:off x="512473" y="56934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512473" y="45036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512473" y="33138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512473" y="21240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512473" y="9342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tx147"/>
            <p:cNvSpPr/>
            <p:nvPr/>
          </p:nvSpPr>
          <p:spPr>
            <a:xfrm>
              <a:off x="3033394" y="6096279"/>
              <a:ext cx="3447343" cy="131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Pair-level mean temperature anomaly (pair_clim_mean)</a:t>
              </a:r>
            </a:p>
          </p:txBody>
        </p:sp>
        <p:sp>
          <p:nvSpPr>
            <p:cNvPr id="149" name="tx148"/>
            <p:cNvSpPr/>
            <p:nvPr/>
          </p:nvSpPr>
          <p:spPr>
            <a:xfrm rot="-5400000">
              <a:off x="-1102737" y="3269752"/>
              <a:ext cx="2476537" cy="1317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compositional dissimilarity (D)</a:t>
              </a:r>
            </a:p>
          </p:txBody>
        </p:sp>
        <p:sp>
          <p:nvSpPr>
            <p:cNvPr id="150" name="rc149"/>
            <p:cNvSpPr/>
            <p:nvPr/>
          </p:nvSpPr>
          <p:spPr>
            <a:xfrm>
              <a:off x="1907497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0"/>
            <p:cNvSpPr/>
            <p:nvPr/>
          </p:nvSpPr>
          <p:spPr>
            <a:xfrm>
              <a:off x="1907497" y="6467734"/>
              <a:ext cx="219456" cy="219455"/>
            </a:xfrm>
            <a:prstGeom prst="rect">
              <a:avLst/>
            </a:pr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929442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rc152"/>
            <p:cNvSpPr/>
            <p:nvPr/>
          </p:nvSpPr>
          <p:spPr>
            <a:xfrm>
              <a:off x="3197864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3"/>
            <p:cNvSpPr/>
            <p:nvPr/>
          </p:nvSpPr>
          <p:spPr>
            <a:xfrm>
              <a:off x="3197864" y="6467734"/>
              <a:ext cx="219455" cy="219455"/>
            </a:xfrm>
            <a:prstGeom prst="rect">
              <a:avLst/>
            </a:pr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3219810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rc155"/>
            <p:cNvSpPr/>
            <p:nvPr/>
          </p:nvSpPr>
          <p:spPr>
            <a:xfrm>
              <a:off x="4637591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6"/>
            <p:cNvSpPr/>
            <p:nvPr/>
          </p:nvSpPr>
          <p:spPr>
            <a:xfrm>
              <a:off x="4637591" y="6467734"/>
              <a:ext cx="219455" cy="219455"/>
            </a:xfrm>
            <a:prstGeom prst="rect">
              <a:avLst/>
            </a:pr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4659536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rc158"/>
            <p:cNvSpPr/>
            <p:nvPr/>
          </p:nvSpPr>
          <p:spPr>
            <a:xfrm>
              <a:off x="5803592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59"/>
            <p:cNvSpPr/>
            <p:nvPr/>
          </p:nvSpPr>
          <p:spPr>
            <a:xfrm>
              <a:off x="5803592" y="6467734"/>
              <a:ext cx="219455" cy="219455"/>
            </a:xfrm>
            <a:prstGeom prst="rect">
              <a:avLst/>
            </a:pr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5825538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rc161"/>
            <p:cNvSpPr/>
            <p:nvPr/>
          </p:nvSpPr>
          <p:spPr>
            <a:xfrm>
              <a:off x="7013196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2"/>
            <p:cNvSpPr/>
            <p:nvPr/>
          </p:nvSpPr>
          <p:spPr>
            <a:xfrm>
              <a:off x="7013196" y="6467734"/>
              <a:ext cx="219455" cy="219455"/>
            </a:xfrm>
            <a:prstGeom prst="rect">
              <a:avLst/>
            </a:pr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7035142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4"/>
            <p:cNvSpPr/>
            <p:nvPr/>
          </p:nvSpPr>
          <p:spPr>
            <a:xfrm>
              <a:off x="2196542" y="6512660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3486909" y="6510477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4926636" y="6511350"/>
              <a:ext cx="807367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(low)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6092638" y="6511350"/>
              <a:ext cx="850969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(high)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7302241" y="6534979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170" name="tx169"/>
            <p:cNvSpPr/>
            <p:nvPr/>
          </p:nvSpPr>
          <p:spPr>
            <a:xfrm>
              <a:off x="547267" y="294915"/>
              <a:ext cx="5016034" cy="133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Main results shown only for Bray-Curtis total, turnover, and gradient components.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547267" y="62420"/>
              <a:ext cx="6595340" cy="1594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Compositional dissimilarity responds differently to warming across land-use types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2026-03-23T21:30:00Z</dcterms:modified>
  <cp:category/>
</cp:coreProperties>
</file>