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Diversity max-anomaly support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91905" y="328544"/>
              <a:ext cx="6926464" cy="60948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91905" y="6146328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91905" y="4075244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91905" y="2004160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69885" y="328544"/>
              <a:ext cx="0" cy="6094820"/>
            </a:xfrm>
            <a:custGeom>
              <a:avLst/>
              <a:pathLst>
                <a:path w="0" h="6094820">
                  <a:moveTo>
                    <a:pt x="0" y="6094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898158" y="328544"/>
              <a:ext cx="0" cy="6094820"/>
            </a:xfrm>
            <a:custGeom>
              <a:avLst/>
              <a:pathLst>
                <a:path w="0" h="6094820">
                  <a:moveTo>
                    <a:pt x="0" y="6094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326432" y="328544"/>
              <a:ext cx="0" cy="6094820"/>
            </a:xfrm>
            <a:custGeom>
              <a:avLst/>
              <a:pathLst>
                <a:path w="0" h="6094820">
                  <a:moveTo>
                    <a:pt x="0" y="6094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754705" y="328544"/>
              <a:ext cx="0" cy="6094820"/>
            </a:xfrm>
            <a:custGeom>
              <a:avLst/>
              <a:pathLst>
                <a:path w="0" h="6094820">
                  <a:moveTo>
                    <a:pt x="0" y="6094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6182979" y="328544"/>
              <a:ext cx="0" cy="6094820"/>
            </a:xfrm>
            <a:custGeom>
              <a:avLst/>
              <a:pathLst>
                <a:path w="0" h="6094820">
                  <a:moveTo>
                    <a:pt x="0" y="60948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706745" y="4390832"/>
              <a:ext cx="6296786" cy="1755496"/>
            </a:xfrm>
            <a:custGeom>
              <a:avLst/>
              <a:pathLst>
                <a:path w="6296786" h="1755496">
                  <a:moveTo>
                    <a:pt x="0" y="1715889"/>
                  </a:moveTo>
                  <a:lnTo>
                    <a:pt x="12322" y="1716204"/>
                  </a:lnTo>
                  <a:lnTo>
                    <a:pt x="24644" y="1717160"/>
                  </a:lnTo>
                  <a:lnTo>
                    <a:pt x="36967" y="1718715"/>
                  </a:lnTo>
                  <a:lnTo>
                    <a:pt x="49289" y="1720830"/>
                  </a:lnTo>
                  <a:lnTo>
                    <a:pt x="61612" y="1723380"/>
                  </a:lnTo>
                  <a:lnTo>
                    <a:pt x="73934" y="1726221"/>
                  </a:lnTo>
                  <a:lnTo>
                    <a:pt x="86257" y="1729237"/>
                  </a:lnTo>
                  <a:lnTo>
                    <a:pt x="98579" y="1732313"/>
                  </a:lnTo>
                  <a:lnTo>
                    <a:pt x="110902" y="1735344"/>
                  </a:lnTo>
                  <a:lnTo>
                    <a:pt x="123224" y="1738234"/>
                  </a:lnTo>
                  <a:lnTo>
                    <a:pt x="135547" y="1740903"/>
                  </a:lnTo>
                  <a:lnTo>
                    <a:pt x="147869" y="1743287"/>
                  </a:lnTo>
                  <a:lnTo>
                    <a:pt x="160192" y="1745326"/>
                  </a:lnTo>
                  <a:lnTo>
                    <a:pt x="172514" y="1746958"/>
                  </a:lnTo>
                  <a:lnTo>
                    <a:pt x="184837" y="1748203"/>
                  </a:lnTo>
                  <a:lnTo>
                    <a:pt x="197159" y="1749054"/>
                  </a:lnTo>
                  <a:lnTo>
                    <a:pt x="209482" y="1749514"/>
                  </a:lnTo>
                  <a:lnTo>
                    <a:pt x="221804" y="1749585"/>
                  </a:lnTo>
                  <a:lnTo>
                    <a:pt x="234127" y="1749279"/>
                  </a:lnTo>
                  <a:lnTo>
                    <a:pt x="246449" y="1748607"/>
                  </a:lnTo>
                  <a:lnTo>
                    <a:pt x="258772" y="1747587"/>
                  </a:lnTo>
                  <a:lnTo>
                    <a:pt x="271094" y="1746239"/>
                  </a:lnTo>
                  <a:lnTo>
                    <a:pt x="283416" y="1744564"/>
                  </a:lnTo>
                  <a:lnTo>
                    <a:pt x="295739" y="1742640"/>
                  </a:lnTo>
                  <a:lnTo>
                    <a:pt x="308061" y="1740526"/>
                  </a:lnTo>
                  <a:lnTo>
                    <a:pt x="320384" y="1738287"/>
                  </a:lnTo>
                  <a:lnTo>
                    <a:pt x="332706" y="1735997"/>
                  </a:lnTo>
                  <a:lnTo>
                    <a:pt x="345029" y="1733738"/>
                  </a:lnTo>
                  <a:lnTo>
                    <a:pt x="357351" y="1731599"/>
                  </a:lnTo>
                  <a:lnTo>
                    <a:pt x="369674" y="1729668"/>
                  </a:lnTo>
                  <a:lnTo>
                    <a:pt x="381996" y="1728031"/>
                  </a:lnTo>
                  <a:lnTo>
                    <a:pt x="394319" y="1726799"/>
                  </a:lnTo>
                  <a:lnTo>
                    <a:pt x="406641" y="1726036"/>
                  </a:lnTo>
                  <a:lnTo>
                    <a:pt x="418964" y="1725755"/>
                  </a:lnTo>
                  <a:lnTo>
                    <a:pt x="431286" y="1725967"/>
                  </a:lnTo>
                  <a:lnTo>
                    <a:pt x="443609" y="1726659"/>
                  </a:lnTo>
                  <a:lnTo>
                    <a:pt x="455931" y="1727800"/>
                  </a:lnTo>
                  <a:lnTo>
                    <a:pt x="468254" y="1729337"/>
                  </a:lnTo>
                  <a:lnTo>
                    <a:pt x="480576" y="1731201"/>
                  </a:lnTo>
                  <a:lnTo>
                    <a:pt x="492899" y="1733314"/>
                  </a:lnTo>
                  <a:lnTo>
                    <a:pt x="505221" y="1735593"/>
                  </a:lnTo>
                  <a:lnTo>
                    <a:pt x="517544" y="1737940"/>
                  </a:lnTo>
                  <a:lnTo>
                    <a:pt x="529866" y="1740262"/>
                  </a:lnTo>
                  <a:lnTo>
                    <a:pt x="542189" y="1742494"/>
                  </a:lnTo>
                  <a:lnTo>
                    <a:pt x="554511" y="1744582"/>
                  </a:lnTo>
                  <a:lnTo>
                    <a:pt x="566833" y="1746488"/>
                  </a:lnTo>
                  <a:lnTo>
                    <a:pt x="579156" y="1748184"/>
                  </a:lnTo>
                  <a:lnTo>
                    <a:pt x="591478" y="1749659"/>
                  </a:lnTo>
                  <a:lnTo>
                    <a:pt x="603801" y="1750910"/>
                  </a:lnTo>
                  <a:lnTo>
                    <a:pt x="616123" y="1751943"/>
                  </a:lnTo>
                  <a:lnTo>
                    <a:pt x="628446" y="1752752"/>
                  </a:lnTo>
                  <a:lnTo>
                    <a:pt x="640768" y="1753377"/>
                  </a:lnTo>
                  <a:lnTo>
                    <a:pt x="653091" y="1753843"/>
                  </a:lnTo>
                  <a:lnTo>
                    <a:pt x="665413" y="1754166"/>
                  </a:lnTo>
                  <a:lnTo>
                    <a:pt x="677736" y="1754365"/>
                  </a:lnTo>
                  <a:lnTo>
                    <a:pt x="690058" y="1754452"/>
                  </a:lnTo>
                  <a:lnTo>
                    <a:pt x="702381" y="1754440"/>
                  </a:lnTo>
                  <a:lnTo>
                    <a:pt x="714703" y="1754337"/>
                  </a:lnTo>
                  <a:lnTo>
                    <a:pt x="727026" y="1754150"/>
                  </a:lnTo>
                  <a:lnTo>
                    <a:pt x="739348" y="1753880"/>
                  </a:lnTo>
                  <a:lnTo>
                    <a:pt x="751671" y="1753532"/>
                  </a:lnTo>
                  <a:lnTo>
                    <a:pt x="763993" y="1753118"/>
                  </a:lnTo>
                  <a:lnTo>
                    <a:pt x="776316" y="1752645"/>
                  </a:lnTo>
                  <a:lnTo>
                    <a:pt x="788638" y="1752123"/>
                  </a:lnTo>
                  <a:lnTo>
                    <a:pt x="800961" y="1751564"/>
                  </a:lnTo>
                  <a:lnTo>
                    <a:pt x="813283" y="1750982"/>
                  </a:lnTo>
                  <a:lnTo>
                    <a:pt x="825606" y="1750397"/>
                  </a:lnTo>
                  <a:lnTo>
                    <a:pt x="837928" y="1749826"/>
                  </a:lnTo>
                  <a:lnTo>
                    <a:pt x="850250" y="1749291"/>
                  </a:lnTo>
                  <a:lnTo>
                    <a:pt x="862573" y="1748819"/>
                  </a:lnTo>
                  <a:lnTo>
                    <a:pt x="874895" y="1748422"/>
                  </a:lnTo>
                  <a:lnTo>
                    <a:pt x="887218" y="1748109"/>
                  </a:lnTo>
                  <a:lnTo>
                    <a:pt x="899540" y="1747883"/>
                  </a:lnTo>
                  <a:lnTo>
                    <a:pt x="911863" y="1747738"/>
                  </a:lnTo>
                  <a:lnTo>
                    <a:pt x="924185" y="1747659"/>
                  </a:lnTo>
                  <a:lnTo>
                    <a:pt x="936508" y="1747619"/>
                  </a:lnTo>
                  <a:lnTo>
                    <a:pt x="948830" y="1747579"/>
                  </a:lnTo>
                  <a:lnTo>
                    <a:pt x="961153" y="1747490"/>
                  </a:lnTo>
                  <a:lnTo>
                    <a:pt x="973475" y="1747264"/>
                  </a:lnTo>
                  <a:lnTo>
                    <a:pt x="985798" y="1746824"/>
                  </a:lnTo>
                  <a:lnTo>
                    <a:pt x="998120" y="1746084"/>
                  </a:lnTo>
                  <a:lnTo>
                    <a:pt x="1010443" y="1744953"/>
                  </a:lnTo>
                  <a:lnTo>
                    <a:pt x="1022765" y="1743338"/>
                  </a:lnTo>
                  <a:lnTo>
                    <a:pt x="1035088" y="1741149"/>
                  </a:lnTo>
                  <a:lnTo>
                    <a:pt x="1047410" y="1738306"/>
                  </a:lnTo>
                  <a:lnTo>
                    <a:pt x="1059733" y="1734743"/>
                  </a:lnTo>
                  <a:lnTo>
                    <a:pt x="1072055" y="1730416"/>
                  </a:lnTo>
                  <a:lnTo>
                    <a:pt x="1084378" y="1725256"/>
                  </a:lnTo>
                  <a:lnTo>
                    <a:pt x="1096700" y="1719312"/>
                  </a:lnTo>
                  <a:lnTo>
                    <a:pt x="1109022" y="1712722"/>
                  </a:lnTo>
                  <a:lnTo>
                    <a:pt x="1121345" y="1705618"/>
                  </a:lnTo>
                  <a:lnTo>
                    <a:pt x="1133667" y="1698178"/>
                  </a:lnTo>
                  <a:lnTo>
                    <a:pt x="1145990" y="1690618"/>
                  </a:lnTo>
                  <a:lnTo>
                    <a:pt x="1158312" y="1683182"/>
                  </a:lnTo>
                  <a:lnTo>
                    <a:pt x="1170635" y="1676136"/>
                  </a:lnTo>
                  <a:lnTo>
                    <a:pt x="1182957" y="1669746"/>
                  </a:lnTo>
                  <a:lnTo>
                    <a:pt x="1195280" y="1664301"/>
                  </a:lnTo>
                  <a:lnTo>
                    <a:pt x="1207602" y="1660150"/>
                  </a:lnTo>
                  <a:lnTo>
                    <a:pt x="1219925" y="1657341"/>
                  </a:lnTo>
                  <a:lnTo>
                    <a:pt x="1232247" y="1655949"/>
                  </a:lnTo>
                  <a:lnTo>
                    <a:pt x="1244570" y="1655980"/>
                  </a:lnTo>
                  <a:lnTo>
                    <a:pt x="1256892" y="1657363"/>
                  </a:lnTo>
                  <a:lnTo>
                    <a:pt x="1269215" y="1659956"/>
                  </a:lnTo>
                  <a:lnTo>
                    <a:pt x="1281537" y="1663557"/>
                  </a:lnTo>
                  <a:lnTo>
                    <a:pt x="1293860" y="1667913"/>
                  </a:lnTo>
                  <a:lnTo>
                    <a:pt x="1306182" y="1672735"/>
                  </a:lnTo>
                  <a:lnTo>
                    <a:pt x="1318505" y="1677687"/>
                  </a:lnTo>
                  <a:lnTo>
                    <a:pt x="1330827" y="1682400"/>
                  </a:lnTo>
                  <a:lnTo>
                    <a:pt x="1343150" y="1686594"/>
                  </a:lnTo>
                  <a:lnTo>
                    <a:pt x="1355472" y="1690023"/>
                  </a:lnTo>
                  <a:lnTo>
                    <a:pt x="1367795" y="1692483"/>
                  </a:lnTo>
                  <a:lnTo>
                    <a:pt x="1380117" y="1693817"/>
                  </a:lnTo>
                  <a:lnTo>
                    <a:pt x="1392439" y="1693912"/>
                  </a:lnTo>
                  <a:lnTo>
                    <a:pt x="1404762" y="1692707"/>
                  </a:lnTo>
                  <a:lnTo>
                    <a:pt x="1417084" y="1690187"/>
                  </a:lnTo>
                  <a:lnTo>
                    <a:pt x="1429407" y="1686298"/>
                  </a:lnTo>
                  <a:lnTo>
                    <a:pt x="1441729" y="1681163"/>
                  </a:lnTo>
                  <a:lnTo>
                    <a:pt x="1454052" y="1675003"/>
                  </a:lnTo>
                  <a:lnTo>
                    <a:pt x="1466374" y="1667999"/>
                  </a:lnTo>
                  <a:lnTo>
                    <a:pt x="1478697" y="1660365"/>
                  </a:lnTo>
                  <a:lnTo>
                    <a:pt x="1491019" y="1652342"/>
                  </a:lnTo>
                  <a:lnTo>
                    <a:pt x="1503342" y="1644191"/>
                  </a:lnTo>
                  <a:lnTo>
                    <a:pt x="1515664" y="1636184"/>
                  </a:lnTo>
                  <a:lnTo>
                    <a:pt x="1527987" y="1628591"/>
                  </a:lnTo>
                  <a:lnTo>
                    <a:pt x="1540309" y="1621694"/>
                  </a:lnTo>
                  <a:lnTo>
                    <a:pt x="1552632" y="1615831"/>
                  </a:lnTo>
                  <a:lnTo>
                    <a:pt x="1564954" y="1611081"/>
                  </a:lnTo>
                  <a:lnTo>
                    <a:pt x="1577277" y="1607533"/>
                  </a:lnTo>
                  <a:lnTo>
                    <a:pt x="1589599" y="1605206"/>
                  </a:lnTo>
                  <a:lnTo>
                    <a:pt x="1601922" y="1604041"/>
                  </a:lnTo>
                  <a:lnTo>
                    <a:pt x="1614244" y="1603901"/>
                  </a:lnTo>
                  <a:lnTo>
                    <a:pt x="1626567" y="1604576"/>
                  </a:lnTo>
                  <a:lnTo>
                    <a:pt x="1638889" y="1605788"/>
                  </a:lnTo>
                  <a:lnTo>
                    <a:pt x="1651212" y="1607203"/>
                  </a:lnTo>
                  <a:lnTo>
                    <a:pt x="1663534" y="1608360"/>
                  </a:lnTo>
                  <a:lnTo>
                    <a:pt x="1675856" y="1608806"/>
                  </a:lnTo>
                  <a:lnTo>
                    <a:pt x="1688179" y="1608146"/>
                  </a:lnTo>
                  <a:lnTo>
                    <a:pt x="1700501" y="1606008"/>
                  </a:lnTo>
                  <a:lnTo>
                    <a:pt x="1712824" y="1602067"/>
                  </a:lnTo>
                  <a:lnTo>
                    <a:pt x="1725146" y="1596062"/>
                  </a:lnTo>
                  <a:lnTo>
                    <a:pt x="1737469" y="1587805"/>
                  </a:lnTo>
                  <a:lnTo>
                    <a:pt x="1749791" y="1577196"/>
                  </a:lnTo>
                  <a:lnTo>
                    <a:pt x="1762114" y="1564225"/>
                  </a:lnTo>
                  <a:lnTo>
                    <a:pt x="1774436" y="1548830"/>
                  </a:lnTo>
                  <a:lnTo>
                    <a:pt x="1786759" y="1531263"/>
                  </a:lnTo>
                  <a:lnTo>
                    <a:pt x="1799081" y="1511944"/>
                  </a:lnTo>
                  <a:lnTo>
                    <a:pt x="1811404" y="1491190"/>
                  </a:lnTo>
                  <a:lnTo>
                    <a:pt x="1823726" y="1469335"/>
                  </a:lnTo>
                  <a:lnTo>
                    <a:pt x="1836049" y="1446704"/>
                  </a:lnTo>
                  <a:lnTo>
                    <a:pt x="1848371" y="1423593"/>
                  </a:lnTo>
                  <a:lnTo>
                    <a:pt x="1860694" y="1400243"/>
                  </a:lnTo>
                  <a:lnTo>
                    <a:pt x="1873016" y="1376824"/>
                  </a:lnTo>
                  <a:lnTo>
                    <a:pt x="1885339" y="1353421"/>
                  </a:lnTo>
                  <a:lnTo>
                    <a:pt x="1897661" y="1330004"/>
                  </a:lnTo>
                  <a:lnTo>
                    <a:pt x="1909984" y="1306433"/>
                  </a:lnTo>
                  <a:lnTo>
                    <a:pt x="1922306" y="1282512"/>
                  </a:lnTo>
                  <a:lnTo>
                    <a:pt x="1934629" y="1258005"/>
                  </a:lnTo>
                  <a:lnTo>
                    <a:pt x="1946951" y="1232671"/>
                  </a:lnTo>
                  <a:lnTo>
                    <a:pt x="1959273" y="1206297"/>
                  </a:lnTo>
                  <a:lnTo>
                    <a:pt x="1971596" y="1178724"/>
                  </a:lnTo>
                  <a:lnTo>
                    <a:pt x="1983918" y="1149882"/>
                  </a:lnTo>
                  <a:lnTo>
                    <a:pt x="1996241" y="1119815"/>
                  </a:lnTo>
                  <a:lnTo>
                    <a:pt x="2008563" y="1088622"/>
                  </a:lnTo>
                  <a:lnTo>
                    <a:pt x="2020886" y="1056806"/>
                  </a:lnTo>
                  <a:lnTo>
                    <a:pt x="2033208" y="1024856"/>
                  </a:lnTo>
                  <a:lnTo>
                    <a:pt x="2045531" y="993294"/>
                  </a:lnTo>
                  <a:lnTo>
                    <a:pt x="2057853" y="962648"/>
                  </a:lnTo>
                  <a:lnTo>
                    <a:pt x="2070176" y="933386"/>
                  </a:lnTo>
                  <a:lnTo>
                    <a:pt x="2082498" y="905852"/>
                  </a:lnTo>
                  <a:lnTo>
                    <a:pt x="2094821" y="880208"/>
                  </a:lnTo>
                  <a:lnTo>
                    <a:pt x="2107143" y="856372"/>
                  </a:lnTo>
                  <a:lnTo>
                    <a:pt x="2119466" y="834021"/>
                  </a:lnTo>
                  <a:lnTo>
                    <a:pt x="2131788" y="812233"/>
                  </a:lnTo>
                  <a:lnTo>
                    <a:pt x="2144111" y="789836"/>
                  </a:lnTo>
                  <a:lnTo>
                    <a:pt x="2156433" y="765567"/>
                  </a:lnTo>
                  <a:lnTo>
                    <a:pt x="2168756" y="738080"/>
                  </a:lnTo>
                  <a:lnTo>
                    <a:pt x="2181078" y="706062"/>
                  </a:lnTo>
                  <a:lnTo>
                    <a:pt x="2193401" y="668368"/>
                  </a:lnTo>
                  <a:lnTo>
                    <a:pt x="2205723" y="624144"/>
                  </a:lnTo>
                  <a:lnTo>
                    <a:pt x="2218045" y="572961"/>
                  </a:lnTo>
                  <a:lnTo>
                    <a:pt x="2230368" y="514764"/>
                  </a:lnTo>
                  <a:lnTo>
                    <a:pt x="2242690" y="450050"/>
                  </a:lnTo>
                  <a:lnTo>
                    <a:pt x="2255013" y="381255"/>
                  </a:lnTo>
                  <a:lnTo>
                    <a:pt x="2267335" y="310609"/>
                  </a:lnTo>
                  <a:lnTo>
                    <a:pt x="2279658" y="240773"/>
                  </a:lnTo>
                  <a:lnTo>
                    <a:pt x="2291980" y="174684"/>
                  </a:lnTo>
                  <a:lnTo>
                    <a:pt x="2304303" y="115363"/>
                  </a:lnTo>
                  <a:lnTo>
                    <a:pt x="2316625" y="65720"/>
                  </a:lnTo>
                  <a:lnTo>
                    <a:pt x="2328948" y="28352"/>
                  </a:lnTo>
                  <a:lnTo>
                    <a:pt x="2341270" y="5346"/>
                  </a:lnTo>
                  <a:lnTo>
                    <a:pt x="2353593" y="0"/>
                  </a:lnTo>
                  <a:lnTo>
                    <a:pt x="2365915" y="11192"/>
                  </a:lnTo>
                  <a:lnTo>
                    <a:pt x="2378238" y="37912"/>
                  </a:lnTo>
                  <a:lnTo>
                    <a:pt x="2390560" y="78694"/>
                  </a:lnTo>
                  <a:lnTo>
                    <a:pt x="2402883" y="131409"/>
                  </a:lnTo>
                  <a:lnTo>
                    <a:pt x="2415205" y="193424"/>
                  </a:lnTo>
                  <a:lnTo>
                    <a:pt x="2427528" y="261778"/>
                  </a:lnTo>
                  <a:lnTo>
                    <a:pt x="2439850" y="333376"/>
                  </a:lnTo>
                  <a:lnTo>
                    <a:pt x="2452173" y="405188"/>
                  </a:lnTo>
                  <a:lnTo>
                    <a:pt x="2464495" y="474052"/>
                  </a:lnTo>
                  <a:lnTo>
                    <a:pt x="2476818" y="537229"/>
                  </a:lnTo>
                  <a:lnTo>
                    <a:pt x="2489140" y="593375"/>
                  </a:lnTo>
                  <a:lnTo>
                    <a:pt x="2501462" y="641570"/>
                  </a:lnTo>
                  <a:lnTo>
                    <a:pt x="2513785" y="681480"/>
                  </a:lnTo>
                  <a:lnTo>
                    <a:pt x="2526107" y="713312"/>
                  </a:lnTo>
                  <a:lnTo>
                    <a:pt x="2538430" y="737742"/>
                  </a:lnTo>
                  <a:lnTo>
                    <a:pt x="2550752" y="755827"/>
                  </a:lnTo>
                  <a:lnTo>
                    <a:pt x="2563075" y="768900"/>
                  </a:lnTo>
                  <a:lnTo>
                    <a:pt x="2575397" y="778427"/>
                  </a:lnTo>
                  <a:lnTo>
                    <a:pt x="2587720" y="786111"/>
                  </a:lnTo>
                  <a:lnTo>
                    <a:pt x="2600042" y="793804"/>
                  </a:lnTo>
                  <a:lnTo>
                    <a:pt x="2612365" y="802791"/>
                  </a:lnTo>
                  <a:lnTo>
                    <a:pt x="2624687" y="814129"/>
                  </a:lnTo>
                  <a:lnTo>
                    <a:pt x="2637010" y="828604"/>
                  </a:lnTo>
                  <a:lnTo>
                    <a:pt x="2649332" y="846707"/>
                  </a:lnTo>
                  <a:lnTo>
                    <a:pt x="2661655" y="868628"/>
                  </a:lnTo>
                  <a:lnTo>
                    <a:pt x="2673977" y="894258"/>
                  </a:lnTo>
                  <a:lnTo>
                    <a:pt x="2686300" y="923208"/>
                  </a:lnTo>
                  <a:lnTo>
                    <a:pt x="2698622" y="955021"/>
                  </a:lnTo>
                  <a:lnTo>
                    <a:pt x="2710945" y="988416"/>
                  </a:lnTo>
                  <a:lnTo>
                    <a:pt x="2723267" y="1022329"/>
                  </a:lnTo>
                  <a:lnTo>
                    <a:pt x="2735590" y="1055716"/>
                  </a:lnTo>
                  <a:lnTo>
                    <a:pt x="2747912" y="1087569"/>
                  </a:lnTo>
                  <a:lnTo>
                    <a:pt x="2760235" y="1116971"/>
                  </a:lnTo>
                  <a:lnTo>
                    <a:pt x="2772557" y="1143149"/>
                  </a:lnTo>
                  <a:lnTo>
                    <a:pt x="2784879" y="1165516"/>
                  </a:lnTo>
                  <a:lnTo>
                    <a:pt x="2797202" y="1183704"/>
                  </a:lnTo>
                  <a:lnTo>
                    <a:pt x="2809524" y="1197294"/>
                  </a:lnTo>
                  <a:lnTo>
                    <a:pt x="2821847" y="1206495"/>
                  </a:lnTo>
                  <a:lnTo>
                    <a:pt x="2834169" y="1212021"/>
                  </a:lnTo>
                  <a:lnTo>
                    <a:pt x="2846492" y="1214454"/>
                  </a:lnTo>
                  <a:lnTo>
                    <a:pt x="2858814" y="1214488"/>
                  </a:lnTo>
                  <a:lnTo>
                    <a:pt x="2871137" y="1212876"/>
                  </a:lnTo>
                  <a:lnTo>
                    <a:pt x="2883459" y="1210381"/>
                  </a:lnTo>
                  <a:lnTo>
                    <a:pt x="2895782" y="1207732"/>
                  </a:lnTo>
                  <a:lnTo>
                    <a:pt x="2908104" y="1205580"/>
                  </a:lnTo>
                  <a:lnTo>
                    <a:pt x="2920427" y="1204498"/>
                  </a:lnTo>
                  <a:lnTo>
                    <a:pt x="2932749" y="1205070"/>
                  </a:lnTo>
                  <a:lnTo>
                    <a:pt x="2945072" y="1207367"/>
                  </a:lnTo>
                  <a:lnTo>
                    <a:pt x="2957394" y="1211458"/>
                  </a:lnTo>
                  <a:lnTo>
                    <a:pt x="2969717" y="1217303"/>
                  </a:lnTo>
                  <a:lnTo>
                    <a:pt x="2982039" y="1224787"/>
                  </a:lnTo>
                  <a:lnTo>
                    <a:pt x="2994362" y="1233744"/>
                  </a:lnTo>
                  <a:lnTo>
                    <a:pt x="3006684" y="1243984"/>
                  </a:lnTo>
                  <a:lnTo>
                    <a:pt x="3019007" y="1255323"/>
                  </a:lnTo>
                  <a:lnTo>
                    <a:pt x="3031329" y="1267599"/>
                  </a:lnTo>
                  <a:lnTo>
                    <a:pt x="3043652" y="1280777"/>
                  </a:lnTo>
                  <a:lnTo>
                    <a:pt x="3055974" y="1294717"/>
                  </a:lnTo>
                  <a:lnTo>
                    <a:pt x="3068296" y="1309397"/>
                  </a:lnTo>
                  <a:lnTo>
                    <a:pt x="3080619" y="1324843"/>
                  </a:lnTo>
                  <a:lnTo>
                    <a:pt x="3092941" y="1341098"/>
                  </a:lnTo>
                  <a:lnTo>
                    <a:pt x="3105264" y="1358197"/>
                  </a:lnTo>
                  <a:lnTo>
                    <a:pt x="3117586" y="1376156"/>
                  </a:lnTo>
                  <a:lnTo>
                    <a:pt x="3129909" y="1394955"/>
                  </a:lnTo>
                  <a:lnTo>
                    <a:pt x="3142231" y="1414522"/>
                  </a:lnTo>
                  <a:lnTo>
                    <a:pt x="3154554" y="1434750"/>
                  </a:lnTo>
                  <a:lnTo>
                    <a:pt x="3166876" y="1455381"/>
                  </a:lnTo>
                  <a:lnTo>
                    <a:pt x="3179199" y="1476093"/>
                  </a:lnTo>
                  <a:lnTo>
                    <a:pt x="3191521" y="1496569"/>
                  </a:lnTo>
                  <a:lnTo>
                    <a:pt x="3203844" y="1516471"/>
                  </a:lnTo>
                  <a:lnTo>
                    <a:pt x="3216166" y="1535455"/>
                  </a:lnTo>
                  <a:lnTo>
                    <a:pt x="3228489" y="1553195"/>
                  </a:lnTo>
                  <a:lnTo>
                    <a:pt x="3240811" y="1569396"/>
                  </a:lnTo>
                  <a:lnTo>
                    <a:pt x="3253134" y="1583814"/>
                  </a:lnTo>
                  <a:lnTo>
                    <a:pt x="3265456" y="1596221"/>
                  </a:lnTo>
                  <a:lnTo>
                    <a:pt x="3277779" y="1606314"/>
                  </a:lnTo>
                  <a:lnTo>
                    <a:pt x="3290101" y="1614326"/>
                  </a:lnTo>
                  <a:lnTo>
                    <a:pt x="3302424" y="1620339"/>
                  </a:lnTo>
                  <a:lnTo>
                    <a:pt x="3314746" y="1624500"/>
                  </a:lnTo>
                  <a:lnTo>
                    <a:pt x="3327068" y="1627013"/>
                  </a:lnTo>
                  <a:lnTo>
                    <a:pt x="3339391" y="1628123"/>
                  </a:lnTo>
                  <a:lnTo>
                    <a:pt x="3351713" y="1628106"/>
                  </a:lnTo>
                  <a:lnTo>
                    <a:pt x="3364036" y="1627250"/>
                  </a:lnTo>
                  <a:lnTo>
                    <a:pt x="3376358" y="1625846"/>
                  </a:lnTo>
                  <a:lnTo>
                    <a:pt x="3388681" y="1624170"/>
                  </a:lnTo>
                  <a:lnTo>
                    <a:pt x="3401003" y="1622515"/>
                  </a:lnTo>
                  <a:lnTo>
                    <a:pt x="3413326" y="1621062"/>
                  </a:lnTo>
                  <a:lnTo>
                    <a:pt x="3425648" y="1619936"/>
                  </a:lnTo>
                  <a:lnTo>
                    <a:pt x="3437971" y="1619207"/>
                  </a:lnTo>
                  <a:lnTo>
                    <a:pt x="3450293" y="1618896"/>
                  </a:lnTo>
                  <a:lnTo>
                    <a:pt x="3462616" y="1618979"/>
                  </a:lnTo>
                  <a:lnTo>
                    <a:pt x="3474938" y="1619397"/>
                  </a:lnTo>
                  <a:lnTo>
                    <a:pt x="3487261" y="1620064"/>
                  </a:lnTo>
                  <a:lnTo>
                    <a:pt x="3499583" y="1620889"/>
                  </a:lnTo>
                  <a:lnTo>
                    <a:pt x="3511906" y="1621764"/>
                  </a:lnTo>
                  <a:lnTo>
                    <a:pt x="3524228" y="1622618"/>
                  </a:lnTo>
                  <a:lnTo>
                    <a:pt x="3536551" y="1623426"/>
                  </a:lnTo>
                  <a:lnTo>
                    <a:pt x="3548873" y="1624199"/>
                  </a:lnTo>
                  <a:lnTo>
                    <a:pt x="3561196" y="1624988"/>
                  </a:lnTo>
                  <a:lnTo>
                    <a:pt x="3573518" y="1625879"/>
                  </a:lnTo>
                  <a:lnTo>
                    <a:pt x="3585841" y="1626986"/>
                  </a:lnTo>
                  <a:lnTo>
                    <a:pt x="3598163" y="1628440"/>
                  </a:lnTo>
                  <a:lnTo>
                    <a:pt x="3610485" y="1630394"/>
                  </a:lnTo>
                  <a:lnTo>
                    <a:pt x="3622808" y="1633055"/>
                  </a:lnTo>
                  <a:lnTo>
                    <a:pt x="3635130" y="1636456"/>
                  </a:lnTo>
                  <a:lnTo>
                    <a:pt x="3647453" y="1640647"/>
                  </a:lnTo>
                  <a:lnTo>
                    <a:pt x="3659775" y="1645630"/>
                  </a:lnTo>
                  <a:lnTo>
                    <a:pt x="3672098" y="1651364"/>
                  </a:lnTo>
                  <a:lnTo>
                    <a:pt x="3684420" y="1657757"/>
                  </a:lnTo>
                  <a:lnTo>
                    <a:pt x="3696743" y="1664680"/>
                  </a:lnTo>
                  <a:lnTo>
                    <a:pt x="3709065" y="1671967"/>
                  </a:lnTo>
                  <a:lnTo>
                    <a:pt x="3721388" y="1679429"/>
                  </a:lnTo>
                  <a:lnTo>
                    <a:pt x="3733710" y="1686823"/>
                  </a:lnTo>
                  <a:lnTo>
                    <a:pt x="3746033" y="1693905"/>
                  </a:lnTo>
                  <a:lnTo>
                    <a:pt x="3758355" y="1700469"/>
                  </a:lnTo>
                  <a:lnTo>
                    <a:pt x="3770678" y="1706317"/>
                  </a:lnTo>
                  <a:lnTo>
                    <a:pt x="3783000" y="1711263"/>
                  </a:lnTo>
                  <a:lnTo>
                    <a:pt x="3795323" y="1715133"/>
                  </a:lnTo>
                  <a:lnTo>
                    <a:pt x="3807645" y="1717762"/>
                  </a:lnTo>
                  <a:lnTo>
                    <a:pt x="3819968" y="1718991"/>
                  </a:lnTo>
                  <a:lnTo>
                    <a:pt x="3832290" y="1718670"/>
                  </a:lnTo>
                  <a:lnTo>
                    <a:pt x="3844613" y="1716524"/>
                  </a:lnTo>
                  <a:lnTo>
                    <a:pt x="3856935" y="1712369"/>
                  </a:lnTo>
                  <a:lnTo>
                    <a:pt x="3869258" y="1706185"/>
                  </a:lnTo>
                  <a:lnTo>
                    <a:pt x="3881580" y="1697847"/>
                  </a:lnTo>
                  <a:lnTo>
                    <a:pt x="3893902" y="1687247"/>
                  </a:lnTo>
                  <a:lnTo>
                    <a:pt x="3906225" y="1674306"/>
                  </a:lnTo>
                  <a:lnTo>
                    <a:pt x="3918547" y="1658980"/>
                  </a:lnTo>
                  <a:lnTo>
                    <a:pt x="3930870" y="1641275"/>
                  </a:lnTo>
                  <a:lnTo>
                    <a:pt x="3943192" y="1621256"/>
                  </a:lnTo>
                  <a:lnTo>
                    <a:pt x="3955515" y="1599022"/>
                  </a:lnTo>
                  <a:lnTo>
                    <a:pt x="3967837" y="1574667"/>
                  </a:lnTo>
                  <a:lnTo>
                    <a:pt x="3980160" y="1548800"/>
                  </a:lnTo>
                  <a:lnTo>
                    <a:pt x="3992482" y="1521864"/>
                  </a:lnTo>
                  <a:lnTo>
                    <a:pt x="4004805" y="1494391"/>
                  </a:lnTo>
                  <a:lnTo>
                    <a:pt x="4017127" y="1466985"/>
                  </a:lnTo>
                  <a:lnTo>
                    <a:pt x="4029450" y="1440311"/>
                  </a:lnTo>
                  <a:lnTo>
                    <a:pt x="4041772" y="1415071"/>
                  </a:lnTo>
                  <a:lnTo>
                    <a:pt x="4054095" y="1391982"/>
                  </a:lnTo>
                  <a:lnTo>
                    <a:pt x="4066417" y="1371749"/>
                  </a:lnTo>
                  <a:lnTo>
                    <a:pt x="4078740" y="1355501"/>
                  </a:lnTo>
                  <a:lnTo>
                    <a:pt x="4091062" y="1343577"/>
                  </a:lnTo>
                  <a:lnTo>
                    <a:pt x="4103385" y="1336286"/>
                  </a:lnTo>
                  <a:lnTo>
                    <a:pt x="4115707" y="1333883"/>
                  </a:lnTo>
                  <a:lnTo>
                    <a:pt x="4128030" y="1336462"/>
                  </a:lnTo>
                  <a:lnTo>
                    <a:pt x="4140352" y="1343955"/>
                  </a:lnTo>
                  <a:lnTo>
                    <a:pt x="4152675" y="1356136"/>
                  </a:lnTo>
                  <a:lnTo>
                    <a:pt x="4164997" y="1372624"/>
                  </a:lnTo>
                  <a:lnTo>
                    <a:pt x="4177319" y="1392908"/>
                  </a:lnTo>
                  <a:lnTo>
                    <a:pt x="4189642" y="1416516"/>
                  </a:lnTo>
                  <a:lnTo>
                    <a:pt x="4201964" y="1442586"/>
                  </a:lnTo>
                  <a:lnTo>
                    <a:pt x="4214287" y="1470144"/>
                  </a:lnTo>
                  <a:lnTo>
                    <a:pt x="4226609" y="1498449"/>
                  </a:lnTo>
                  <a:lnTo>
                    <a:pt x="4238932" y="1526802"/>
                  </a:lnTo>
                  <a:lnTo>
                    <a:pt x="4251254" y="1554561"/>
                  </a:lnTo>
                  <a:lnTo>
                    <a:pt x="4263577" y="1581168"/>
                  </a:lnTo>
                  <a:lnTo>
                    <a:pt x="4275899" y="1606158"/>
                  </a:lnTo>
                  <a:lnTo>
                    <a:pt x="4288222" y="1629166"/>
                  </a:lnTo>
                  <a:lnTo>
                    <a:pt x="4300544" y="1649885"/>
                  </a:lnTo>
                  <a:lnTo>
                    <a:pt x="4312867" y="1667915"/>
                  </a:lnTo>
                  <a:lnTo>
                    <a:pt x="4325189" y="1683498"/>
                  </a:lnTo>
                  <a:lnTo>
                    <a:pt x="4337512" y="1696686"/>
                  </a:lnTo>
                  <a:lnTo>
                    <a:pt x="4349834" y="1707591"/>
                  </a:lnTo>
                  <a:lnTo>
                    <a:pt x="4362157" y="1716369"/>
                  </a:lnTo>
                  <a:lnTo>
                    <a:pt x="4374479" y="1723212"/>
                  </a:lnTo>
                  <a:lnTo>
                    <a:pt x="4386802" y="1728334"/>
                  </a:lnTo>
                  <a:lnTo>
                    <a:pt x="4399124" y="1731960"/>
                  </a:lnTo>
                  <a:lnTo>
                    <a:pt x="4411447" y="1734321"/>
                  </a:lnTo>
                  <a:lnTo>
                    <a:pt x="4423769" y="1735564"/>
                  </a:lnTo>
                  <a:lnTo>
                    <a:pt x="4436091" y="1736030"/>
                  </a:lnTo>
                  <a:lnTo>
                    <a:pt x="4448414" y="1735948"/>
                  </a:lnTo>
                  <a:lnTo>
                    <a:pt x="4460736" y="1735501"/>
                  </a:lnTo>
                  <a:lnTo>
                    <a:pt x="4473059" y="1734857"/>
                  </a:lnTo>
                  <a:lnTo>
                    <a:pt x="4485381" y="1734162"/>
                  </a:lnTo>
                  <a:lnTo>
                    <a:pt x="4497704" y="1733540"/>
                  </a:lnTo>
                  <a:lnTo>
                    <a:pt x="4510026" y="1733090"/>
                  </a:lnTo>
                  <a:lnTo>
                    <a:pt x="4522349" y="1732891"/>
                  </a:lnTo>
                  <a:lnTo>
                    <a:pt x="4534671" y="1733013"/>
                  </a:lnTo>
                  <a:lnTo>
                    <a:pt x="4546994" y="1733483"/>
                  </a:lnTo>
                  <a:lnTo>
                    <a:pt x="4559316" y="1734272"/>
                  </a:lnTo>
                  <a:lnTo>
                    <a:pt x="4571639" y="1735353"/>
                  </a:lnTo>
                  <a:lnTo>
                    <a:pt x="4583961" y="1736684"/>
                  </a:lnTo>
                  <a:lnTo>
                    <a:pt x="4596284" y="1738211"/>
                  </a:lnTo>
                  <a:lnTo>
                    <a:pt x="4608606" y="1739875"/>
                  </a:lnTo>
                  <a:lnTo>
                    <a:pt x="4620929" y="1741616"/>
                  </a:lnTo>
                  <a:lnTo>
                    <a:pt x="4633251" y="1743373"/>
                  </a:lnTo>
                  <a:lnTo>
                    <a:pt x="4645574" y="1745089"/>
                  </a:lnTo>
                  <a:lnTo>
                    <a:pt x="4657896" y="1746703"/>
                  </a:lnTo>
                  <a:lnTo>
                    <a:pt x="4670219" y="1748188"/>
                  </a:lnTo>
                  <a:lnTo>
                    <a:pt x="4682541" y="1749522"/>
                  </a:lnTo>
                  <a:lnTo>
                    <a:pt x="4694864" y="1750695"/>
                  </a:lnTo>
                  <a:lnTo>
                    <a:pt x="4707186" y="1751704"/>
                  </a:lnTo>
                  <a:lnTo>
                    <a:pt x="4719508" y="1752553"/>
                  </a:lnTo>
                  <a:lnTo>
                    <a:pt x="4731831" y="1753252"/>
                  </a:lnTo>
                  <a:lnTo>
                    <a:pt x="4744153" y="1753817"/>
                  </a:lnTo>
                  <a:lnTo>
                    <a:pt x="4756476" y="1754263"/>
                  </a:lnTo>
                  <a:lnTo>
                    <a:pt x="4768798" y="1754598"/>
                  </a:lnTo>
                  <a:lnTo>
                    <a:pt x="4781121" y="1754853"/>
                  </a:lnTo>
                  <a:lnTo>
                    <a:pt x="4793443" y="1755043"/>
                  </a:lnTo>
                  <a:lnTo>
                    <a:pt x="4805766" y="1755182"/>
                  </a:lnTo>
                  <a:lnTo>
                    <a:pt x="4818088" y="1755283"/>
                  </a:lnTo>
                  <a:lnTo>
                    <a:pt x="4830411" y="1755354"/>
                  </a:lnTo>
                  <a:lnTo>
                    <a:pt x="4842733" y="1755403"/>
                  </a:lnTo>
                  <a:lnTo>
                    <a:pt x="4855056" y="1755436"/>
                  </a:lnTo>
                  <a:lnTo>
                    <a:pt x="4867378" y="1755458"/>
                  </a:lnTo>
                  <a:lnTo>
                    <a:pt x="4879701" y="1755472"/>
                  </a:lnTo>
                  <a:lnTo>
                    <a:pt x="4892023" y="1755481"/>
                  </a:lnTo>
                  <a:lnTo>
                    <a:pt x="4904346" y="1755487"/>
                  </a:lnTo>
                  <a:lnTo>
                    <a:pt x="4916668" y="1755490"/>
                  </a:lnTo>
                  <a:lnTo>
                    <a:pt x="4928991" y="1755493"/>
                  </a:lnTo>
                  <a:lnTo>
                    <a:pt x="4941313" y="1755494"/>
                  </a:lnTo>
                  <a:lnTo>
                    <a:pt x="4953636" y="1755495"/>
                  </a:lnTo>
                  <a:lnTo>
                    <a:pt x="4965958" y="1755495"/>
                  </a:lnTo>
                  <a:lnTo>
                    <a:pt x="4978281" y="1755495"/>
                  </a:lnTo>
                  <a:lnTo>
                    <a:pt x="4990603" y="1755495"/>
                  </a:lnTo>
                  <a:lnTo>
                    <a:pt x="5002925" y="1755495"/>
                  </a:lnTo>
                  <a:lnTo>
                    <a:pt x="5015248" y="1755496"/>
                  </a:lnTo>
                  <a:lnTo>
                    <a:pt x="5027570" y="1755496"/>
                  </a:lnTo>
                  <a:lnTo>
                    <a:pt x="5039893" y="1755496"/>
                  </a:lnTo>
                  <a:lnTo>
                    <a:pt x="5052215" y="1755496"/>
                  </a:lnTo>
                  <a:lnTo>
                    <a:pt x="5064538" y="1755496"/>
                  </a:lnTo>
                  <a:lnTo>
                    <a:pt x="5076860" y="1755496"/>
                  </a:lnTo>
                  <a:lnTo>
                    <a:pt x="5089183" y="1755496"/>
                  </a:lnTo>
                  <a:lnTo>
                    <a:pt x="5101505" y="1755496"/>
                  </a:lnTo>
                  <a:lnTo>
                    <a:pt x="5113828" y="1755496"/>
                  </a:lnTo>
                  <a:lnTo>
                    <a:pt x="5126150" y="1755496"/>
                  </a:lnTo>
                  <a:lnTo>
                    <a:pt x="5138473" y="1755496"/>
                  </a:lnTo>
                  <a:lnTo>
                    <a:pt x="5150795" y="1755496"/>
                  </a:lnTo>
                  <a:lnTo>
                    <a:pt x="5163118" y="1755496"/>
                  </a:lnTo>
                  <a:lnTo>
                    <a:pt x="5175440" y="1755496"/>
                  </a:lnTo>
                  <a:lnTo>
                    <a:pt x="5187763" y="1755496"/>
                  </a:lnTo>
                  <a:lnTo>
                    <a:pt x="5200085" y="1755496"/>
                  </a:lnTo>
                  <a:lnTo>
                    <a:pt x="5212408" y="1755496"/>
                  </a:lnTo>
                  <a:lnTo>
                    <a:pt x="5224730" y="1755496"/>
                  </a:lnTo>
                  <a:lnTo>
                    <a:pt x="5237053" y="1755496"/>
                  </a:lnTo>
                  <a:lnTo>
                    <a:pt x="5249375" y="1755496"/>
                  </a:lnTo>
                  <a:lnTo>
                    <a:pt x="5261698" y="1755496"/>
                  </a:lnTo>
                  <a:lnTo>
                    <a:pt x="5274020" y="1755496"/>
                  </a:lnTo>
                  <a:lnTo>
                    <a:pt x="5286342" y="1755496"/>
                  </a:lnTo>
                  <a:lnTo>
                    <a:pt x="5298665" y="1755496"/>
                  </a:lnTo>
                  <a:lnTo>
                    <a:pt x="5310987" y="1755496"/>
                  </a:lnTo>
                  <a:lnTo>
                    <a:pt x="5323310" y="1755496"/>
                  </a:lnTo>
                  <a:lnTo>
                    <a:pt x="5335632" y="1755496"/>
                  </a:lnTo>
                  <a:lnTo>
                    <a:pt x="5347955" y="1755496"/>
                  </a:lnTo>
                  <a:lnTo>
                    <a:pt x="5360277" y="1755496"/>
                  </a:lnTo>
                  <a:lnTo>
                    <a:pt x="5372600" y="1755496"/>
                  </a:lnTo>
                  <a:lnTo>
                    <a:pt x="5384922" y="1755496"/>
                  </a:lnTo>
                  <a:lnTo>
                    <a:pt x="5397245" y="1755496"/>
                  </a:lnTo>
                  <a:lnTo>
                    <a:pt x="5409567" y="1755496"/>
                  </a:lnTo>
                  <a:lnTo>
                    <a:pt x="5421890" y="1755496"/>
                  </a:lnTo>
                  <a:lnTo>
                    <a:pt x="5434212" y="1755496"/>
                  </a:lnTo>
                  <a:lnTo>
                    <a:pt x="5446535" y="1755496"/>
                  </a:lnTo>
                  <a:lnTo>
                    <a:pt x="5458857" y="1755496"/>
                  </a:lnTo>
                  <a:lnTo>
                    <a:pt x="5471180" y="1755496"/>
                  </a:lnTo>
                  <a:lnTo>
                    <a:pt x="5483502" y="1755496"/>
                  </a:lnTo>
                  <a:lnTo>
                    <a:pt x="5495825" y="1755496"/>
                  </a:lnTo>
                  <a:lnTo>
                    <a:pt x="5508147" y="1755496"/>
                  </a:lnTo>
                  <a:lnTo>
                    <a:pt x="5520470" y="1755496"/>
                  </a:lnTo>
                  <a:lnTo>
                    <a:pt x="5532792" y="1755496"/>
                  </a:lnTo>
                  <a:lnTo>
                    <a:pt x="5545114" y="1755496"/>
                  </a:lnTo>
                  <a:lnTo>
                    <a:pt x="5557437" y="1755496"/>
                  </a:lnTo>
                  <a:lnTo>
                    <a:pt x="5569759" y="1755495"/>
                  </a:lnTo>
                  <a:lnTo>
                    <a:pt x="5582082" y="1755495"/>
                  </a:lnTo>
                  <a:lnTo>
                    <a:pt x="5594404" y="1755495"/>
                  </a:lnTo>
                  <a:lnTo>
                    <a:pt x="5606727" y="1755495"/>
                  </a:lnTo>
                  <a:lnTo>
                    <a:pt x="5619049" y="1755494"/>
                  </a:lnTo>
                  <a:lnTo>
                    <a:pt x="5631372" y="1755494"/>
                  </a:lnTo>
                  <a:lnTo>
                    <a:pt x="5643694" y="1755492"/>
                  </a:lnTo>
                  <a:lnTo>
                    <a:pt x="5656017" y="1755491"/>
                  </a:lnTo>
                  <a:lnTo>
                    <a:pt x="5668339" y="1755488"/>
                  </a:lnTo>
                  <a:lnTo>
                    <a:pt x="5680662" y="1755484"/>
                  </a:lnTo>
                  <a:lnTo>
                    <a:pt x="5692984" y="1755478"/>
                  </a:lnTo>
                  <a:lnTo>
                    <a:pt x="5705307" y="1755469"/>
                  </a:lnTo>
                  <a:lnTo>
                    <a:pt x="5717629" y="1755456"/>
                  </a:lnTo>
                  <a:lnTo>
                    <a:pt x="5729952" y="1755439"/>
                  </a:lnTo>
                  <a:lnTo>
                    <a:pt x="5742274" y="1755415"/>
                  </a:lnTo>
                  <a:lnTo>
                    <a:pt x="5754597" y="1755383"/>
                  </a:lnTo>
                  <a:lnTo>
                    <a:pt x="5766919" y="1755342"/>
                  </a:lnTo>
                  <a:lnTo>
                    <a:pt x="5779242" y="1755289"/>
                  </a:lnTo>
                  <a:lnTo>
                    <a:pt x="5791564" y="1755223"/>
                  </a:lnTo>
                  <a:lnTo>
                    <a:pt x="5803887" y="1755139"/>
                  </a:lnTo>
                  <a:lnTo>
                    <a:pt x="5816209" y="1755038"/>
                  </a:lnTo>
                  <a:lnTo>
                    <a:pt x="5828531" y="1754918"/>
                  </a:lnTo>
                  <a:lnTo>
                    <a:pt x="5840854" y="1754780"/>
                  </a:lnTo>
                  <a:lnTo>
                    <a:pt x="5853176" y="1754623"/>
                  </a:lnTo>
                  <a:lnTo>
                    <a:pt x="5865499" y="1754449"/>
                  </a:lnTo>
                  <a:lnTo>
                    <a:pt x="5877821" y="1754259"/>
                  </a:lnTo>
                  <a:lnTo>
                    <a:pt x="5890144" y="1754058"/>
                  </a:lnTo>
                  <a:lnTo>
                    <a:pt x="5902466" y="1753847"/>
                  </a:lnTo>
                  <a:lnTo>
                    <a:pt x="5914789" y="1753630"/>
                  </a:lnTo>
                  <a:lnTo>
                    <a:pt x="5927111" y="1753408"/>
                  </a:lnTo>
                  <a:lnTo>
                    <a:pt x="5939434" y="1753183"/>
                  </a:lnTo>
                  <a:lnTo>
                    <a:pt x="5951756" y="1752949"/>
                  </a:lnTo>
                  <a:lnTo>
                    <a:pt x="5964079" y="1752698"/>
                  </a:lnTo>
                  <a:lnTo>
                    <a:pt x="5976401" y="1752415"/>
                  </a:lnTo>
                  <a:lnTo>
                    <a:pt x="5988724" y="1752078"/>
                  </a:lnTo>
                  <a:lnTo>
                    <a:pt x="6001046" y="1751654"/>
                  </a:lnTo>
                  <a:lnTo>
                    <a:pt x="6013369" y="1751102"/>
                  </a:lnTo>
                  <a:lnTo>
                    <a:pt x="6025691" y="1750366"/>
                  </a:lnTo>
                  <a:lnTo>
                    <a:pt x="6038014" y="1749341"/>
                  </a:lnTo>
                  <a:lnTo>
                    <a:pt x="6050336" y="1747969"/>
                  </a:lnTo>
                  <a:lnTo>
                    <a:pt x="6062659" y="1746164"/>
                  </a:lnTo>
                  <a:lnTo>
                    <a:pt x="6074981" y="1743832"/>
                  </a:lnTo>
                  <a:lnTo>
                    <a:pt x="6087304" y="1740883"/>
                  </a:lnTo>
                  <a:lnTo>
                    <a:pt x="6099626" y="1737231"/>
                  </a:lnTo>
                  <a:lnTo>
                    <a:pt x="6111948" y="1732805"/>
                  </a:lnTo>
                  <a:lnTo>
                    <a:pt x="6124271" y="1727554"/>
                  </a:lnTo>
                  <a:lnTo>
                    <a:pt x="6136593" y="1721454"/>
                  </a:lnTo>
                  <a:lnTo>
                    <a:pt x="6148916" y="1714443"/>
                  </a:lnTo>
                  <a:lnTo>
                    <a:pt x="6161238" y="1706671"/>
                  </a:lnTo>
                  <a:lnTo>
                    <a:pt x="6173561" y="1698302"/>
                  </a:lnTo>
                  <a:lnTo>
                    <a:pt x="6185883" y="1689527"/>
                  </a:lnTo>
                  <a:lnTo>
                    <a:pt x="6198206" y="1680582"/>
                  </a:lnTo>
                  <a:lnTo>
                    <a:pt x="6210528" y="1671744"/>
                  </a:lnTo>
                  <a:lnTo>
                    <a:pt x="6222851" y="1663318"/>
                  </a:lnTo>
                  <a:lnTo>
                    <a:pt x="6235173" y="1655623"/>
                  </a:lnTo>
                  <a:lnTo>
                    <a:pt x="6247496" y="1648974"/>
                  </a:lnTo>
                  <a:lnTo>
                    <a:pt x="6259818" y="1643761"/>
                  </a:lnTo>
                  <a:lnTo>
                    <a:pt x="6272141" y="1640300"/>
                  </a:lnTo>
                  <a:lnTo>
                    <a:pt x="6284463" y="1638637"/>
                  </a:lnTo>
                  <a:lnTo>
                    <a:pt x="6296786" y="1638845"/>
                  </a:lnTo>
                  <a:lnTo>
                    <a:pt x="6296786" y="1755496"/>
                  </a:lnTo>
                  <a:lnTo>
                    <a:pt x="6284463" y="1755496"/>
                  </a:lnTo>
                  <a:lnTo>
                    <a:pt x="6272141" y="1755496"/>
                  </a:lnTo>
                  <a:lnTo>
                    <a:pt x="6259818" y="1755496"/>
                  </a:lnTo>
                  <a:lnTo>
                    <a:pt x="6247496" y="1755496"/>
                  </a:lnTo>
                  <a:lnTo>
                    <a:pt x="6235173" y="1755496"/>
                  </a:lnTo>
                  <a:lnTo>
                    <a:pt x="6222851" y="1755496"/>
                  </a:lnTo>
                  <a:lnTo>
                    <a:pt x="6210528" y="1755496"/>
                  </a:lnTo>
                  <a:lnTo>
                    <a:pt x="6198206" y="1755496"/>
                  </a:lnTo>
                  <a:lnTo>
                    <a:pt x="6185883" y="1755496"/>
                  </a:lnTo>
                  <a:lnTo>
                    <a:pt x="6173561" y="1755496"/>
                  </a:lnTo>
                  <a:lnTo>
                    <a:pt x="6161238" y="1755496"/>
                  </a:lnTo>
                  <a:lnTo>
                    <a:pt x="6148916" y="1755496"/>
                  </a:lnTo>
                  <a:lnTo>
                    <a:pt x="6136593" y="1755496"/>
                  </a:lnTo>
                  <a:lnTo>
                    <a:pt x="6124271" y="1755496"/>
                  </a:lnTo>
                  <a:lnTo>
                    <a:pt x="6111948" y="1755496"/>
                  </a:lnTo>
                  <a:lnTo>
                    <a:pt x="6099626" y="1755496"/>
                  </a:lnTo>
                  <a:lnTo>
                    <a:pt x="6087304" y="1755496"/>
                  </a:lnTo>
                  <a:lnTo>
                    <a:pt x="6074981" y="1755496"/>
                  </a:lnTo>
                  <a:lnTo>
                    <a:pt x="6062659" y="1755496"/>
                  </a:lnTo>
                  <a:lnTo>
                    <a:pt x="6050336" y="1755496"/>
                  </a:lnTo>
                  <a:lnTo>
                    <a:pt x="6038014" y="1755496"/>
                  </a:lnTo>
                  <a:lnTo>
                    <a:pt x="6025691" y="1755496"/>
                  </a:lnTo>
                  <a:lnTo>
                    <a:pt x="6013369" y="1755496"/>
                  </a:lnTo>
                  <a:lnTo>
                    <a:pt x="6001046" y="1755496"/>
                  </a:lnTo>
                  <a:lnTo>
                    <a:pt x="5988724" y="1755496"/>
                  </a:lnTo>
                  <a:lnTo>
                    <a:pt x="5976401" y="1755496"/>
                  </a:lnTo>
                  <a:lnTo>
                    <a:pt x="5964079" y="1755496"/>
                  </a:lnTo>
                  <a:lnTo>
                    <a:pt x="5951756" y="1755496"/>
                  </a:lnTo>
                  <a:lnTo>
                    <a:pt x="5939434" y="1755496"/>
                  </a:lnTo>
                  <a:lnTo>
                    <a:pt x="5927111" y="1755496"/>
                  </a:lnTo>
                  <a:lnTo>
                    <a:pt x="5914789" y="1755496"/>
                  </a:lnTo>
                  <a:lnTo>
                    <a:pt x="5902466" y="1755496"/>
                  </a:lnTo>
                  <a:lnTo>
                    <a:pt x="5890144" y="1755496"/>
                  </a:lnTo>
                  <a:lnTo>
                    <a:pt x="5877821" y="1755496"/>
                  </a:lnTo>
                  <a:lnTo>
                    <a:pt x="5865499" y="1755496"/>
                  </a:lnTo>
                  <a:lnTo>
                    <a:pt x="5853176" y="1755496"/>
                  </a:lnTo>
                  <a:lnTo>
                    <a:pt x="5840854" y="1755496"/>
                  </a:lnTo>
                  <a:lnTo>
                    <a:pt x="5828531" y="1755496"/>
                  </a:lnTo>
                  <a:lnTo>
                    <a:pt x="5816209" y="1755496"/>
                  </a:lnTo>
                  <a:lnTo>
                    <a:pt x="5803887" y="1755496"/>
                  </a:lnTo>
                  <a:lnTo>
                    <a:pt x="5791564" y="1755496"/>
                  </a:lnTo>
                  <a:lnTo>
                    <a:pt x="5779242" y="1755496"/>
                  </a:lnTo>
                  <a:lnTo>
                    <a:pt x="5766919" y="1755496"/>
                  </a:lnTo>
                  <a:lnTo>
                    <a:pt x="5754597" y="1755496"/>
                  </a:lnTo>
                  <a:lnTo>
                    <a:pt x="5742274" y="1755496"/>
                  </a:lnTo>
                  <a:lnTo>
                    <a:pt x="5729952" y="1755496"/>
                  </a:lnTo>
                  <a:lnTo>
                    <a:pt x="5717629" y="1755496"/>
                  </a:lnTo>
                  <a:lnTo>
                    <a:pt x="5705307" y="1755496"/>
                  </a:lnTo>
                  <a:lnTo>
                    <a:pt x="5692984" y="1755496"/>
                  </a:lnTo>
                  <a:lnTo>
                    <a:pt x="5680662" y="1755496"/>
                  </a:lnTo>
                  <a:lnTo>
                    <a:pt x="5668339" y="1755496"/>
                  </a:lnTo>
                  <a:lnTo>
                    <a:pt x="5656017" y="1755496"/>
                  </a:lnTo>
                  <a:lnTo>
                    <a:pt x="5643694" y="1755496"/>
                  </a:lnTo>
                  <a:lnTo>
                    <a:pt x="5631372" y="1755496"/>
                  </a:lnTo>
                  <a:lnTo>
                    <a:pt x="5619049" y="1755496"/>
                  </a:lnTo>
                  <a:lnTo>
                    <a:pt x="5606727" y="1755496"/>
                  </a:lnTo>
                  <a:lnTo>
                    <a:pt x="5594404" y="1755496"/>
                  </a:lnTo>
                  <a:lnTo>
                    <a:pt x="5582082" y="1755496"/>
                  </a:lnTo>
                  <a:lnTo>
                    <a:pt x="5569759" y="1755496"/>
                  </a:lnTo>
                  <a:lnTo>
                    <a:pt x="5557437" y="1755496"/>
                  </a:lnTo>
                  <a:lnTo>
                    <a:pt x="5545114" y="1755496"/>
                  </a:lnTo>
                  <a:lnTo>
                    <a:pt x="5532792" y="1755496"/>
                  </a:lnTo>
                  <a:lnTo>
                    <a:pt x="5520470" y="1755496"/>
                  </a:lnTo>
                  <a:lnTo>
                    <a:pt x="5508147" y="1755496"/>
                  </a:lnTo>
                  <a:lnTo>
                    <a:pt x="5495825" y="1755496"/>
                  </a:lnTo>
                  <a:lnTo>
                    <a:pt x="5483502" y="1755496"/>
                  </a:lnTo>
                  <a:lnTo>
                    <a:pt x="5471180" y="1755496"/>
                  </a:lnTo>
                  <a:lnTo>
                    <a:pt x="5458857" y="1755496"/>
                  </a:lnTo>
                  <a:lnTo>
                    <a:pt x="5446535" y="1755496"/>
                  </a:lnTo>
                  <a:lnTo>
                    <a:pt x="5434212" y="1755496"/>
                  </a:lnTo>
                  <a:lnTo>
                    <a:pt x="5421890" y="1755496"/>
                  </a:lnTo>
                  <a:lnTo>
                    <a:pt x="5409567" y="1755496"/>
                  </a:lnTo>
                  <a:lnTo>
                    <a:pt x="5397245" y="1755496"/>
                  </a:lnTo>
                  <a:lnTo>
                    <a:pt x="5384922" y="1755496"/>
                  </a:lnTo>
                  <a:lnTo>
                    <a:pt x="5372600" y="1755496"/>
                  </a:lnTo>
                  <a:lnTo>
                    <a:pt x="5360277" y="1755496"/>
                  </a:lnTo>
                  <a:lnTo>
                    <a:pt x="5347955" y="1755496"/>
                  </a:lnTo>
                  <a:lnTo>
                    <a:pt x="5335632" y="1755496"/>
                  </a:lnTo>
                  <a:lnTo>
                    <a:pt x="5323310" y="1755496"/>
                  </a:lnTo>
                  <a:lnTo>
                    <a:pt x="5310987" y="1755496"/>
                  </a:lnTo>
                  <a:lnTo>
                    <a:pt x="5298665" y="1755496"/>
                  </a:lnTo>
                  <a:lnTo>
                    <a:pt x="5286342" y="1755496"/>
                  </a:lnTo>
                  <a:lnTo>
                    <a:pt x="5274020" y="1755496"/>
                  </a:lnTo>
                  <a:lnTo>
                    <a:pt x="5261698" y="1755496"/>
                  </a:lnTo>
                  <a:lnTo>
                    <a:pt x="5249375" y="1755496"/>
                  </a:lnTo>
                  <a:lnTo>
                    <a:pt x="5237053" y="1755496"/>
                  </a:lnTo>
                  <a:lnTo>
                    <a:pt x="5224730" y="1755496"/>
                  </a:lnTo>
                  <a:lnTo>
                    <a:pt x="5212408" y="1755496"/>
                  </a:lnTo>
                  <a:lnTo>
                    <a:pt x="5200085" y="1755496"/>
                  </a:lnTo>
                  <a:lnTo>
                    <a:pt x="5187763" y="1755496"/>
                  </a:lnTo>
                  <a:lnTo>
                    <a:pt x="5175440" y="1755496"/>
                  </a:lnTo>
                  <a:lnTo>
                    <a:pt x="5163118" y="1755496"/>
                  </a:lnTo>
                  <a:lnTo>
                    <a:pt x="5150795" y="1755496"/>
                  </a:lnTo>
                  <a:lnTo>
                    <a:pt x="5138473" y="1755496"/>
                  </a:lnTo>
                  <a:lnTo>
                    <a:pt x="5126150" y="1755496"/>
                  </a:lnTo>
                  <a:lnTo>
                    <a:pt x="5113828" y="1755496"/>
                  </a:lnTo>
                  <a:lnTo>
                    <a:pt x="5101505" y="1755496"/>
                  </a:lnTo>
                  <a:lnTo>
                    <a:pt x="5089183" y="1755496"/>
                  </a:lnTo>
                  <a:lnTo>
                    <a:pt x="5076860" y="1755496"/>
                  </a:lnTo>
                  <a:lnTo>
                    <a:pt x="5064538" y="1755496"/>
                  </a:lnTo>
                  <a:lnTo>
                    <a:pt x="5052215" y="1755496"/>
                  </a:lnTo>
                  <a:lnTo>
                    <a:pt x="5039893" y="1755496"/>
                  </a:lnTo>
                  <a:lnTo>
                    <a:pt x="5027570" y="1755496"/>
                  </a:lnTo>
                  <a:lnTo>
                    <a:pt x="5015248" y="1755496"/>
                  </a:lnTo>
                  <a:lnTo>
                    <a:pt x="5002925" y="1755496"/>
                  </a:lnTo>
                  <a:lnTo>
                    <a:pt x="4990603" y="1755496"/>
                  </a:lnTo>
                  <a:lnTo>
                    <a:pt x="4978281" y="1755496"/>
                  </a:lnTo>
                  <a:lnTo>
                    <a:pt x="4965958" y="1755496"/>
                  </a:lnTo>
                  <a:lnTo>
                    <a:pt x="4953636" y="1755496"/>
                  </a:lnTo>
                  <a:lnTo>
                    <a:pt x="4941313" y="1755496"/>
                  </a:lnTo>
                  <a:lnTo>
                    <a:pt x="4928991" y="1755496"/>
                  </a:lnTo>
                  <a:lnTo>
                    <a:pt x="4916668" y="1755496"/>
                  </a:lnTo>
                  <a:lnTo>
                    <a:pt x="4904346" y="1755496"/>
                  </a:lnTo>
                  <a:lnTo>
                    <a:pt x="4892023" y="1755496"/>
                  </a:lnTo>
                  <a:lnTo>
                    <a:pt x="4879701" y="1755496"/>
                  </a:lnTo>
                  <a:lnTo>
                    <a:pt x="4867378" y="1755496"/>
                  </a:lnTo>
                  <a:lnTo>
                    <a:pt x="4855056" y="1755496"/>
                  </a:lnTo>
                  <a:lnTo>
                    <a:pt x="4842733" y="1755496"/>
                  </a:lnTo>
                  <a:lnTo>
                    <a:pt x="4830411" y="1755496"/>
                  </a:lnTo>
                  <a:lnTo>
                    <a:pt x="4818088" y="1755496"/>
                  </a:lnTo>
                  <a:lnTo>
                    <a:pt x="4805766" y="1755496"/>
                  </a:lnTo>
                  <a:lnTo>
                    <a:pt x="4793443" y="1755496"/>
                  </a:lnTo>
                  <a:lnTo>
                    <a:pt x="4781121" y="1755496"/>
                  </a:lnTo>
                  <a:lnTo>
                    <a:pt x="4768798" y="1755496"/>
                  </a:lnTo>
                  <a:lnTo>
                    <a:pt x="4756476" y="1755496"/>
                  </a:lnTo>
                  <a:lnTo>
                    <a:pt x="4744153" y="1755496"/>
                  </a:lnTo>
                  <a:lnTo>
                    <a:pt x="4731831" y="1755496"/>
                  </a:lnTo>
                  <a:lnTo>
                    <a:pt x="4719508" y="1755496"/>
                  </a:lnTo>
                  <a:lnTo>
                    <a:pt x="4707186" y="1755496"/>
                  </a:lnTo>
                  <a:lnTo>
                    <a:pt x="4694864" y="1755496"/>
                  </a:lnTo>
                  <a:lnTo>
                    <a:pt x="4682541" y="1755496"/>
                  </a:lnTo>
                  <a:lnTo>
                    <a:pt x="4670219" y="1755496"/>
                  </a:lnTo>
                  <a:lnTo>
                    <a:pt x="4657896" y="1755496"/>
                  </a:lnTo>
                  <a:lnTo>
                    <a:pt x="4645574" y="1755496"/>
                  </a:lnTo>
                  <a:lnTo>
                    <a:pt x="4633251" y="1755496"/>
                  </a:lnTo>
                  <a:lnTo>
                    <a:pt x="4620929" y="1755496"/>
                  </a:lnTo>
                  <a:lnTo>
                    <a:pt x="4608606" y="1755496"/>
                  </a:lnTo>
                  <a:lnTo>
                    <a:pt x="4596284" y="1755496"/>
                  </a:lnTo>
                  <a:lnTo>
                    <a:pt x="4583961" y="1755496"/>
                  </a:lnTo>
                  <a:lnTo>
                    <a:pt x="4571639" y="1755496"/>
                  </a:lnTo>
                  <a:lnTo>
                    <a:pt x="4559316" y="1755496"/>
                  </a:lnTo>
                  <a:lnTo>
                    <a:pt x="4546994" y="1755496"/>
                  </a:lnTo>
                  <a:lnTo>
                    <a:pt x="4534671" y="1755496"/>
                  </a:lnTo>
                  <a:lnTo>
                    <a:pt x="4522349" y="1755496"/>
                  </a:lnTo>
                  <a:lnTo>
                    <a:pt x="4510026" y="1755496"/>
                  </a:lnTo>
                  <a:lnTo>
                    <a:pt x="4497704" y="1755496"/>
                  </a:lnTo>
                  <a:lnTo>
                    <a:pt x="4485381" y="1755496"/>
                  </a:lnTo>
                  <a:lnTo>
                    <a:pt x="4473059" y="1755496"/>
                  </a:lnTo>
                  <a:lnTo>
                    <a:pt x="4460736" y="1755496"/>
                  </a:lnTo>
                  <a:lnTo>
                    <a:pt x="4448414" y="1755496"/>
                  </a:lnTo>
                  <a:lnTo>
                    <a:pt x="4436091" y="1755496"/>
                  </a:lnTo>
                  <a:lnTo>
                    <a:pt x="4423769" y="1755496"/>
                  </a:lnTo>
                  <a:lnTo>
                    <a:pt x="4411447" y="1755496"/>
                  </a:lnTo>
                  <a:lnTo>
                    <a:pt x="4399124" y="1755496"/>
                  </a:lnTo>
                  <a:lnTo>
                    <a:pt x="4386802" y="1755496"/>
                  </a:lnTo>
                  <a:lnTo>
                    <a:pt x="4374479" y="1755496"/>
                  </a:lnTo>
                  <a:lnTo>
                    <a:pt x="4362157" y="1755496"/>
                  </a:lnTo>
                  <a:lnTo>
                    <a:pt x="4349834" y="1755496"/>
                  </a:lnTo>
                  <a:lnTo>
                    <a:pt x="4337512" y="1755496"/>
                  </a:lnTo>
                  <a:lnTo>
                    <a:pt x="4325189" y="1755496"/>
                  </a:lnTo>
                  <a:lnTo>
                    <a:pt x="4312867" y="1755496"/>
                  </a:lnTo>
                  <a:lnTo>
                    <a:pt x="4300544" y="1755496"/>
                  </a:lnTo>
                  <a:lnTo>
                    <a:pt x="4288222" y="1755496"/>
                  </a:lnTo>
                  <a:lnTo>
                    <a:pt x="4275899" y="1755496"/>
                  </a:lnTo>
                  <a:lnTo>
                    <a:pt x="4263577" y="1755496"/>
                  </a:lnTo>
                  <a:lnTo>
                    <a:pt x="4251254" y="1755496"/>
                  </a:lnTo>
                  <a:lnTo>
                    <a:pt x="4238932" y="1755496"/>
                  </a:lnTo>
                  <a:lnTo>
                    <a:pt x="4226609" y="1755496"/>
                  </a:lnTo>
                  <a:lnTo>
                    <a:pt x="4214287" y="1755496"/>
                  </a:lnTo>
                  <a:lnTo>
                    <a:pt x="4201964" y="1755496"/>
                  </a:lnTo>
                  <a:lnTo>
                    <a:pt x="4189642" y="1755496"/>
                  </a:lnTo>
                  <a:lnTo>
                    <a:pt x="4177319" y="1755496"/>
                  </a:lnTo>
                  <a:lnTo>
                    <a:pt x="4164997" y="1755496"/>
                  </a:lnTo>
                  <a:lnTo>
                    <a:pt x="4152675" y="1755496"/>
                  </a:lnTo>
                  <a:lnTo>
                    <a:pt x="4140352" y="1755496"/>
                  </a:lnTo>
                  <a:lnTo>
                    <a:pt x="4128030" y="1755496"/>
                  </a:lnTo>
                  <a:lnTo>
                    <a:pt x="4115707" y="1755496"/>
                  </a:lnTo>
                  <a:lnTo>
                    <a:pt x="4103385" y="1755496"/>
                  </a:lnTo>
                  <a:lnTo>
                    <a:pt x="4091062" y="1755496"/>
                  </a:lnTo>
                  <a:lnTo>
                    <a:pt x="4078740" y="1755496"/>
                  </a:lnTo>
                  <a:lnTo>
                    <a:pt x="4066417" y="1755496"/>
                  </a:lnTo>
                  <a:lnTo>
                    <a:pt x="4054095" y="1755496"/>
                  </a:lnTo>
                  <a:lnTo>
                    <a:pt x="4041772" y="1755496"/>
                  </a:lnTo>
                  <a:lnTo>
                    <a:pt x="4029450" y="1755496"/>
                  </a:lnTo>
                  <a:lnTo>
                    <a:pt x="4017127" y="1755496"/>
                  </a:lnTo>
                  <a:lnTo>
                    <a:pt x="4004805" y="1755496"/>
                  </a:lnTo>
                  <a:lnTo>
                    <a:pt x="3992482" y="1755496"/>
                  </a:lnTo>
                  <a:lnTo>
                    <a:pt x="3980160" y="1755496"/>
                  </a:lnTo>
                  <a:lnTo>
                    <a:pt x="3967837" y="1755496"/>
                  </a:lnTo>
                  <a:lnTo>
                    <a:pt x="3955515" y="1755496"/>
                  </a:lnTo>
                  <a:lnTo>
                    <a:pt x="3943192" y="1755496"/>
                  </a:lnTo>
                  <a:lnTo>
                    <a:pt x="3930870" y="1755496"/>
                  </a:lnTo>
                  <a:lnTo>
                    <a:pt x="3918547" y="1755496"/>
                  </a:lnTo>
                  <a:lnTo>
                    <a:pt x="3906225" y="1755496"/>
                  </a:lnTo>
                  <a:lnTo>
                    <a:pt x="3893902" y="1755496"/>
                  </a:lnTo>
                  <a:lnTo>
                    <a:pt x="3881580" y="1755496"/>
                  </a:lnTo>
                  <a:lnTo>
                    <a:pt x="3869258" y="1755496"/>
                  </a:lnTo>
                  <a:lnTo>
                    <a:pt x="3856935" y="1755496"/>
                  </a:lnTo>
                  <a:lnTo>
                    <a:pt x="3844613" y="1755496"/>
                  </a:lnTo>
                  <a:lnTo>
                    <a:pt x="3832290" y="1755496"/>
                  </a:lnTo>
                  <a:lnTo>
                    <a:pt x="3819968" y="1755496"/>
                  </a:lnTo>
                  <a:lnTo>
                    <a:pt x="3807645" y="1755496"/>
                  </a:lnTo>
                  <a:lnTo>
                    <a:pt x="3795323" y="1755496"/>
                  </a:lnTo>
                  <a:lnTo>
                    <a:pt x="3783000" y="1755496"/>
                  </a:lnTo>
                  <a:lnTo>
                    <a:pt x="3770678" y="1755496"/>
                  </a:lnTo>
                  <a:lnTo>
                    <a:pt x="3758355" y="1755496"/>
                  </a:lnTo>
                  <a:lnTo>
                    <a:pt x="3746033" y="1755496"/>
                  </a:lnTo>
                  <a:lnTo>
                    <a:pt x="3733710" y="1755496"/>
                  </a:lnTo>
                  <a:lnTo>
                    <a:pt x="3721388" y="1755496"/>
                  </a:lnTo>
                  <a:lnTo>
                    <a:pt x="3709065" y="1755496"/>
                  </a:lnTo>
                  <a:lnTo>
                    <a:pt x="3696743" y="1755496"/>
                  </a:lnTo>
                  <a:lnTo>
                    <a:pt x="3684420" y="1755496"/>
                  </a:lnTo>
                  <a:lnTo>
                    <a:pt x="3672098" y="1755496"/>
                  </a:lnTo>
                  <a:lnTo>
                    <a:pt x="3659775" y="1755496"/>
                  </a:lnTo>
                  <a:lnTo>
                    <a:pt x="3647453" y="1755496"/>
                  </a:lnTo>
                  <a:lnTo>
                    <a:pt x="3635130" y="1755496"/>
                  </a:lnTo>
                  <a:lnTo>
                    <a:pt x="3622808" y="1755496"/>
                  </a:lnTo>
                  <a:lnTo>
                    <a:pt x="3610485" y="1755496"/>
                  </a:lnTo>
                  <a:lnTo>
                    <a:pt x="3598163" y="1755496"/>
                  </a:lnTo>
                  <a:lnTo>
                    <a:pt x="3585841" y="1755496"/>
                  </a:lnTo>
                  <a:lnTo>
                    <a:pt x="3573518" y="1755496"/>
                  </a:lnTo>
                  <a:lnTo>
                    <a:pt x="3561196" y="1755496"/>
                  </a:lnTo>
                  <a:lnTo>
                    <a:pt x="3548873" y="1755496"/>
                  </a:lnTo>
                  <a:lnTo>
                    <a:pt x="3536551" y="1755496"/>
                  </a:lnTo>
                  <a:lnTo>
                    <a:pt x="3524228" y="1755496"/>
                  </a:lnTo>
                  <a:lnTo>
                    <a:pt x="3511906" y="1755496"/>
                  </a:lnTo>
                  <a:lnTo>
                    <a:pt x="3499583" y="1755496"/>
                  </a:lnTo>
                  <a:lnTo>
                    <a:pt x="3487261" y="1755496"/>
                  </a:lnTo>
                  <a:lnTo>
                    <a:pt x="3474938" y="1755496"/>
                  </a:lnTo>
                  <a:lnTo>
                    <a:pt x="3462616" y="1755496"/>
                  </a:lnTo>
                  <a:lnTo>
                    <a:pt x="3450293" y="1755496"/>
                  </a:lnTo>
                  <a:lnTo>
                    <a:pt x="3437971" y="1755496"/>
                  </a:lnTo>
                  <a:lnTo>
                    <a:pt x="3425648" y="1755496"/>
                  </a:lnTo>
                  <a:lnTo>
                    <a:pt x="3413326" y="1755496"/>
                  </a:lnTo>
                  <a:lnTo>
                    <a:pt x="3401003" y="1755496"/>
                  </a:lnTo>
                  <a:lnTo>
                    <a:pt x="3388681" y="1755496"/>
                  </a:lnTo>
                  <a:lnTo>
                    <a:pt x="3376358" y="1755496"/>
                  </a:lnTo>
                  <a:lnTo>
                    <a:pt x="3364036" y="1755496"/>
                  </a:lnTo>
                  <a:lnTo>
                    <a:pt x="3351713" y="1755496"/>
                  </a:lnTo>
                  <a:lnTo>
                    <a:pt x="3339391" y="1755496"/>
                  </a:lnTo>
                  <a:lnTo>
                    <a:pt x="3327068" y="1755496"/>
                  </a:lnTo>
                  <a:lnTo>
                    <a:pt x="3314746" y="1755496"/>
                  </a:lnTo>
                  <a:lnTo>
                    <a:pt x="3302424" y="1755496"/>
                  </a:lnTo>
                  <a:lnTo>
                    <a:pt x="3290101" y="1755496"/>
                  </a:lnTo>
                  <a:lnTo>
                    <a:pt x="3277779" y="1755496"/>
                  </a:lnTo>
                  <a:lnTo>
                    <a:pt x="3265456" y="1755496"/>
                  </a:lnTo>
                  <a:lnTo>
                    <a:pt x="3253134" y="1755496"/>
                  </a:lnTo>
                  <a:lnTo>
                    <a:pt x="3240811" y="1755496"/>
                  </a:lnTo>
                  <a:lnTo>
                    <a:pt x="3228489" y="1755496"/>
                  </a:lnTo>
                  <a:lnTo>
                    <a:pt x="3216166" y="1755496"/>
                  </a:lnTo>
                  <a:lnTo>
                    <a:pt x="3203844" y="1755496"/>
                  </a:lnTo>
                  <a:lnTo>
                    <a:pt x="3191521" y="1755496"/>
                  </a:lnTo>
                  <a:lnTo>
                    <a:pt x="3179199" y="1755496"/>
                  </a:lnTo>
                  <a:lnTo>
                    <a:pt x="3166876" y="1755496"/>
                  </a:lnTo>
                  <a:lnTo>
                    <a:pt x="3154554" y="1755496"/>
                  </a:lnTo>
                  <a:lnTo>
                    <a:pt x="3142231" y="1755496"/>
                  </a:lnTo>
                  <a:lnTo>
                    <a:pt x="3129909" y="1755496"/>
                  </a:lnTo>
                  <a:lnTo>
                    <a:pt x="3117586" y="1755496"/>
                  </a:lnTo>
                  <a:lnTo>
                    <a:pt x="3105264" y="1755496"/>
                  </a:lnTo>
                  <a:lnTo>
                    <a:pt x="3092941" y="1755496"/>
                  </a:lnTo>
                  <a:lnTo>
                    <a:pt x="3080619" y="1755496"/>
                  </a:lnTo>
                  <a:lnTo>
                    <a:pt x="3068296" y="1755496"/>
                  </a:lnTo>
                  <a:lnTo>
                    <a:pt x="3055974" y="1755496"/>
                  </a:lnTo>
                  <a:lnTo>
                    <a:pt x="3043652" y="1755496"/>
                  </a:lnTo>
                  <a:lnTo>
                    <a:pt x="3031329" y="1755496"/>
                  </a:lnTo>
                  <a:lnTo>
                    <a:pt x="3019007" y="1755496"/>
                  </a:lnTo>
                  <a:lnTo>
                    <a:pt x="3006684" y="1755496"/>
                  </a:lnTo>
                  <a:lnTo>
                    <a:pt x="2994362" y="1755496"/>
                  </a:lnTo>
                  <a:lnTo>
                    <a:pt x="2982039" y="1755496"/>
                  </a:lnTo>
                  <a:lnTo>
                    <a:pt x="2969717" y="1755496"/>
                  </a:lnTo>
                  <a:lnTo>
                    <a:pt x="2957394" y="1755496"/>
                  </a:lnTo>
                  <a:lnTo>
                    <a:pt x="2945072" y="1755496"/>
                  </a:lnTo>
                  <a:lnTo>
                    <a:pt x="2932749" y="1755496"/>
                  </a:lnTo>
                  <a:lnTo>
                    <a:pt x="2920427" y="1755496"/>
                  </a:lnTo>
                  <a:lnTo>
                    <a:pt x="2908104" y="1755496"/>
                  </a:lnTo>
                  <a:lnTo>
                    <a:pt x="2895782" y="1755496"/>
                  </a:lnTo>
                  <a:lnTo>
                    <a:pt x="2883459" y="1755496"/>
                  </a:lnTo>
                  <a:lnTo>
                    <a:pt x="2871137" y="1755496"/>
                  </a:lnTo>
                  <a:lnTo>
                    <a:pt x="2858814" y="1755496"/>
                  </a:lnTo>
                  <a:lnTo>
                    <a:pt x="2846492" y="1755496"/>
                  </a:lnTo>
                  <a:lnTo>
                    <a:pt x="2834169" y="1755496"/>
                  </a:lnTo>
                  <a:lnTo>
                    <a:pt x="2821847" y="1755496"/>
                  </a:lnTo>
                  <a:lnTo>
                    <a:pt x="2809524" y="1755496"/>
                  </a:lnTo>
                  <a:lnTo>
                    <a:pt x="2797202" y="1755496"/>
                  </a:lnTo>
                  <a:lnTo>
                    <a:pt x="2784879" y="1755496"/>
                  </a:lnTo>
                  <a:lnTo>
                    <a:pt x="2772557" y="1755496"/>
                  </a:lnTo>
                  <a:lnTo>
                    <a:pt x="2760235" y="1755496"/>
                  </a:lnTo>
                  <a:lnTo>
                    <a:pt x="2747912" y="1755496"/>
                  </a:lnTo>
                  <a:lnTo>
                    <a:pt x="2735590" y="1755496"/>
                  </a:lnTo>
                  <a:lnTo>
                    <a:pt x="2723267" y="1755496"/>
                  </a:lnTo>
                  <a:lnTo>
                    <a:pt x="2710945" y="1755496"/>
                  </a:lnTo>
                  <a:lnTo>
                    <a:pt x="2698622" y="1755496"/>
                  </a:lnTo>
                  <a:lnTo>
                    <a:pt x="2686300" y="1755496"/>
                  </a:lnTo>
                  <a:lnTo>
                    <a:pt x="2673977" y="1755496"/>
                  </a:lnTo>
                  <a:lnTo>
                    <a:pt x="2661655" y="1755496"/>
                  </a:lnTo>
                  <a:lnTo>
                    <a:pt x="2649332" y="1755496"/>
                  </a:lnTo>
                  <a:lnTo>
                    <a:pt x="2637010" y="1755496"/>
                  </a:lnTo>
                  <a:lnTo>
                    <a:pt x="2624687" y="1755496"/>
                  </a:lnTo>
                  <a:lnTo>
                    <a:pt x="2612365" y="1755496"/>
                  </a:lnTo>
                  <a:lnTo>
                    <a:pt x="2600042" y="1755496"/>
                  </a:lnTo>
                  <a:lnTo>
                    <a:pt x="2587720" y="1755496"/>
                  </a:lnTo>
                  <a:lnTo>
                    <a:pt x="2575397" y="1755496"/>
                  </a:lnTo>
                  <a:lnTo>
                    <a:pt x="2563075" y="1755496"/>
                  </a:lnTo>
                  <a:lnTo>
                    <a:pt x="2550752" y="1755496"/>
                  </a:lnTo>
                  <a:lnTo>
                    <a:pt x="2538430" y="1755496"/>
                  </a:lnTo>
                  <a:lnTo>
                    <a:pt x="2526107" y="1755496"/>
                  </a:lnTo>
                  <a:lnTo>
                    <a:pt x="2513785" y="1755496"/>
                  </a:lnTo>
                  <a:lnTo>
                    <a:pt x="2501462" y="1755496"/>
                  </a:lnTo>
                  <a:lnTo>
                    <a:pt x="2489140" y="1755496"/>
                  </a:lnTo>
                  <a:lnTo>
                    <a:pt x="2476818" y="1755496"/>
                  </a:lnTo>
                  <a:lnTo>
                    <a:pt x="2464495" y="1755496"/>
                  </a:lnTo>
                  <a:lnTo>
                    <a:pt x="2452173" y="1755496"/>
                  </a:lnTo>
                  <a:lnTo>
                    <a:pt x="2439850" y="1755496"/>
                  </a:lnTo>
                  <a:lnTo>
                    <a:pt x="2427528" y="1755496"/>
                  </a:lnTo>
                  <a:lnTo>
                    <a:pt x="2415205" y="1755496"/>
                  </a:lnTo>
                  <a:lnTo>
                    <a:pt x="2402883" y="1755496"/>
                  </a:lnTo>
                  <a:lnTo>
                    <a:pt x="2390560" y="1755496"/>
                  </a:lnTo>
                  <a:lnTo>
                    <a:pt x="2378238" y="1755496"/>
                  </a:lnTo>
                  <a:lnTo>
                    <a:pt x="2365915" y="1755496"/>
                  </a:lnTo>
                  <a:lnTo>
                    <a:pt x="2353593" y="1755496"/>
                  </a:lnTo>
                  <a:lnTo>
                    <a:pt x="2341270" y="1755496"/>
                  </a:lnTo>
                  <a:lnTo>
                    <a:pt x="2328948" y="1755496"/>
                  </a:lnTo>
                  <a:lnTo>
                    <a:pt x="2316625" y="1755496"/>
                  </a:lnTo>
                  <a:lnTo>
                    <a:pt x="2304303" y="1755496"/>
                  </a:lnTo>
                  <a:lnTo>
                    <a:pt x="2291980" y="1755496"/>
                  </a:lnTo>
                  <a:lnTo>
                    <a:pt x="2279658" y="1755496"/>
                  </a:lnTo>
                  <a:lnTo>
                    <a:pt x="2267335" y="1755496"/>
                  </a:lnTo>
                  <a:lnTo>
                    <a:pt x="2255013" y="1755496"/>
                  </a:lnTo>
                  <a:lnTo>
                    <a:pt x="2242690" y="1755496"/>
                  </a:lnTo>
                  <a:lnTo>
                    <a:pt x="2230368" y="1755496"/>
                  </a:lnTo>
                  <a:lnTo>
                    <a:pt x="2218045" y="1755496"/>
                  </a:lnTo>
                  <a:lnTo>
                    <a:pt x="2205723" y="1755496"/>
                  </a:lnTo>
                  <a:lnTo>
                    <a:pt x="2193401" y="1755496"/>
                  </a:lnTo>
                  <a:lnTo>
                    <a:pt x="2181078" y="1755496"/>
                  </a:lnTo>
                  <a:lnTo>
                    <a:pt x="2168756" y="1755496"/>
                  </a:lnTo>
                  <a:lnTo>
                    <a:pt x="2156433" y="1755496"/>
                  </a:lnTo>
                  <a:lnTo>
                    <a:pt x="2144111" y="1755496"/>
                  </a:lnTo>
                  <a:lnTo>
                    <a:pt x="2131788" y="1755496"/>
                  </a:lnTo>
                  <a:lnTo>
                    <a:pt x="2119466" y="1755496"/>
                  </a:lnTo>
                  <a:lnTo>
                    <a:pt x="2107143" y="1755496"/>
                  </a:lnTo>
                  <a:lnTo>
                    <a:pt x="2094821" y="1755496"/>
                  </a:lnTo>
                  <a:lnTo>
                    <a:pt x="2082498" y="1755496"/>
                  </a:lnTo>
                  <a:lnTo>
                    <a:pt x="2070176" y="1755496"/>
                  </a:lnTo>
                  <a:lnTo>
                    <a:pt x="2057853" y="1755496"/>
                  </a:lnTo>
                  <a:lnTo>
                    <a:pt x="2045531" y="1755496"/>
                  </a:lnTo>
                  <a:lnTo>
                    <a:pt x="2033208" y="1755496"/>
                  </a:lnTo>
                  <a:lnTo>
                    <a:pt x="2020886" y="1755496"/>
                  </a:lnTo>
                  <a:lnTo>
                    <a:pt x="2008563" y="1755496"/>
                  </a:lnTo>
                  <a:lnTo>
                    <a:pt x="1996241" y="1755496"/>
                  </a:lnTo>
                  <a:lnTo>
                    <a:pt x="1983918" y="1755496"/>
                  </a:lnTo>
                  <a:lnTo>
                    <a:pt x="1971596" y="1755496"/>
                  </a:lnTo>
                  <a:lnTo>
                    <a:pt x="1959273" y="1755496"/>
                  </a:lnTo>
                  <a:lnTo>
                    <a:pt x="1946951" y="1755496"/>
                  </a:lnTo>
                  <a:lnTo>
                    <a:pt x="1934629" y="1755496"/>
                  </a:lnTo>
                  <a:lnTo>
                    <a:pt x="1922306" y="1755496"/>
                  </a:lnTo>
                  <a:lnTo>
                    <a:pt x="1909984" y="1755496"/>
                  </a:lnTo>
                  <a:lnTo>
                    <a:pt x="1897661" y="1755496"/>
                  </a:lnTo>
                  <a:lnTo>
                    <a:pt x="1885339" y="1755496"/>
                  </a:lnTo>
                  <a:lnTo>
                    <a:pt x="1873016" y="1755496"/>
                  </a:lnTo>
                  <a:lnTo>
                    <a:pt x="1860694" y="1755496"/>
                  </a:lnTo>
                  <a:lnTo>
                    <a:pt x="1848371" y="1755496"/>
                  </a:lnTo>
                  <a:lnTo>
                    <a:pt x="1836049" y="1755496"/>
                  </a:lnTo>
                  <a:lnTo>
                    <a:pt x="1823726" y="1755496"/>
                  </a:lnTo>
                  <a:lnTo>
                    <a:pt x="1811404" y="1755496"/>
                  </a:lnTo>
                  <a:lnTo>
                    <a:pt x="1799081" y="1755496"/>
                  </a:lnTo>
                  <a:lnTo>
                    <a:pt x="1786759" y="1755496"/>
                  </a:lnTo>
                  <a:lnTo>
                    <a:pt x="1774436" y="1755496"/>
                  </a:lnTo>
                  <a:lnTo>
                    <a:pt x="1762114" y="1755496"/>
                  </a:lnTo>
                  <a:lnTo>
                    <a:pt x="1749791" y="1755496"/>
                  </a:lnTo>
                  <a:lnTo>
                    <a:pt x="1737469" y="1755496"/>
                  </a:lnTo>
                  <a:lnTo>
                    <a:pt x="1725146" y="1755496"/>
                  </a:lnTo>
                  <a:lnTo>
                    <a:pt x="1712824" y="1755496"/>
                  </a:lnTo>
                  <a:lnTo>
                    <a:pt x="1700501" y="1755496"/>
                  </a:lnTo>
                  <a:lnTo>
                    <a:pt x="1688179" y="1755496"/>
                  </a:lnTo>
                  <a:lnTo>
                    <a:pt x="1675856" y="1755496"/>
                  </a:lnTo>
                  <a:lnTo>
                    <a:pt x="1663534" y="1755496"/>
                  </a:lnTo>
                  <a:lnTo>
                    <a:pt x="1651212" y="1755496"/>
                  </a:lnTo>
                  <a:lnTo>
                    <a:pt x="1638889" y="1755496"/>
                  </a:lnTo>
                  <a:lnTo>
                    <a:pt x="1626567" y="1755496"/>
                  </a:lnTo>
                  <a:lnTo>
                    <a:pt x="1614244" y="1755496"/>
                  </a:lnTo>
                  <a:lnTo>
                    <a:pt x="1601922" y="1755496"/>
                  </a:lnTo>
                  <a:lnTo>
                    <a:pt x="1589599" y="1755496"/>
                  </a:lnTo>
                  <a:lnTo>
                    <a:pt x="1577277" y="1755496"/>
                  </a:lnTo>
                  <a:lnTo>
                    <a:pt x="1564954" y="1755496"/>
                  </a:lnTo>
                  <a:lnTo>
                    <a:pt x="1552632" y="1755496"/>
                  </a:lnTo>
                  <a:lnTo>
                    <a:pt x="1540309" y="1755496"/>
                  </a:lnTo>
                  <a:lnTo>
                    <a:pt x="1527987" y="1755496"/>
                  </a:lnTo>
                  <a:lnTo>
                    <a:pt x="1515664" y="1755496"/>
                  </a:lnTo>
                  <a:lnTo>
                    <a:pt x="1503342" y="1755496"/>
                  </a:lnTo>
                  <a:lnTo>
                    <a:pt x="1491019" y="1755496"/>
                  </a:lnTo>
                  <a:lnTo>
                    <a:pt x="1478697" y="1755496"/>
                  </a:lnTo>
                  <a:lnTo>
                    <a:pt x="1466374" y="1755496"/>
                  </a:lnTo>
                  <a:lnTo>
                    <a:pt x="1454052" y="1755496"/>
                  </a:lnTo>
                  <a:lnTo>
                    <a:pt x="1441729" y="1755496"/>
                  </a:lnTo>
                  <a:lnTo>
                    <a:pt x="1429407" y="1755496"/>
                  </a:lnTo>
                  <a:lnTo>
                    <a:pt x="1417084" y="1755496"/>
                  </a:lnTo>
                  <a:lnTo>
                    <a:pt x="1404762" y="1755496"/>
                  </a:lnTo>
                  <a:lnTo>
                    <a:pt x="1392439" y="1755496"/>
                  </a:lnTo>
                  <a:lnTo>
                    <a:pt x="1380117" y="1755496"/>
                  </a:lnTo>
                  <a:lnTo>
                    <a:pt x="1367795" y="1755496"/>
                  </a:lnTo>
                  <a:lnTo>
                    <a:pt x="1355472" y="1755496"/>
                  </a:lnTo>
                  <a:lnTo>
                    <a:pt x="1343150" y="1755496"/>
                  </a:lnTo>
                  <a:lnTo>
                    <a:pt x="1330827" y="1755496"/>
                  </a:lnTo>
                  <a:lnTo>
                    <a:pt x="1318505" y="1755496"/>
                  </a:lnTo>
                  <a:lnTo>
                    <a:pt x="1306182" y="1755496"/>
                  </a:lnTo>
                  <a:lnTo>
                    <a:pt x="1293860" y="1755496"/>
                  </a:lnTo>
                  <a:lnTo>
                    <a:pt x="1281537" y="1755496"/>
                  </a:lnTo>
                  <a:lnTo>
                    <a:pt x="1269215" y="1755496"/>
                  </a:lnTo>
                  <a:lnTo>
                    <a:pt x="1256892" y="1755496"/>
                  </a:lnTo>
                  <a:lnTo>
                    <a:pt x="1244570" y="1755496"/>
                  </a:lnTo>
                  <a:lnTo>
                    <a:pt x="1232247" y="1755496"/>
                  </a:lnTo>
                  <a:lnTo>
                    <a:pt x="1219925" y="1755496"/>
                  </a:lnTo>
                  <a:lnTo>
                    <a:pt x="1207602" y="1755496"/>
                  </a:lnTo>
                  <a:lnTo>
                    <a:pt x="1195280" y="1755496"/>
                  </a:lnTo>
                  <a:lnTo>
                    <a:pt x="1182957" y="1755496"/>
                  </a:lnTo>
                  <a:lnTo>
                    <a:pt x="1170635" y="1755496"/>
                  </a:lnTo>
                  <a:lnTo>
                    <a:pt x="1158312" y="1755496"/>
                  </a:lnTo>
                  <a:lnTo>
                    <a:pt x="1145990" y="1755496"/>
                  </a:lnTo>
                  <a:lnTo>
                    <a:pt x="1133667" y="1755496"/>
                  </a:lnTo>
                  <a:lnTo>
                    <a:pt x="1121345" y="1755496"/>
                  </a:lnTo>
                  <a:lnTo>
                    <a:pt x="1109022" y="1755496"/>
                  </a:lnTo>
                  <a:lnTo>
                    <a:pt x="1096700" y="1755496"/>
                  </a:lnTo>
                  <a:lnTo>
                    <a:pt x="1084378" y="1755496"/>
                  </a:lnTo>
                  <a:lnTo>
                    <a:pt x="1072055" y="1755496"/>
                  </a:lnTo>
                  <a:lnTo>
                    <a:pt x="1059733" y="1755496"/>
                  </a:lnTo>
                  <a:lnTo>
                    <a:pt x="1047410" y="1755496"/>
                  </a:lnTo>
                  <a:lnTo>
                    <a:pt x="1035088" y="1755496"/>
                  </a:lnTo>
                  <a:lnTo>
                    <a:pt x="1022765" y="1755496"/>
                  </a:lnTo>
                  <a:lnTo>
                    <a:pt x="1010443" y="1755496"/>
                  </a:lnTo>
                  <a:lnTo>
                    <a:pt x="998120" y="1755496"/>
                  </a:lnTo>
                  <a:lnTo>
                    <a:pt x="985798" y="1755496"/>
                  </a:lnTo>
                  <a:lnTo>
                    <a:pt x="973475" y="1755496"/>
                  </a:lnTo>
                  <a:lnTo>
                    <a:pt x="961153" y="1755496"/>
                  </a:lnTo>
                  <a:lnTo>
                    <a:pt x="948830" y="1755496"/>
                  </a:lnTo>
                  <a:lnTo>
                    <a:pt x="936508" y="1755496"/>
                  </a:lnTo>
                  <a:lnTo>
                    <a:pt x="924185" y="1755496"/>
                  </a:lnTo>
                  <a:lnTo>
                    <a:pt x="911863" y="1755496"/>
                  </a:lnTo>
                  <a:lnTo>
                    <a:pt x="899540" y="1755496"/>
                  </a:lnTo>
                  <a:lnTo>
                    <a:pt x="887218" y="1755496"/>
                  </a:lnTo>
                  <a:lnTo>
                    <a:pt x="874895" y="1755496"/>
                  </a:lnTo>
                  <a:lnTo>
                    <a:pt x="862573" y="1755496"/>
                  </a:lnTo>
                  <a:lnTo>
                    <a:pt x="850250" y="1755496"/>
                  </a:lnTo>
                  <a:lnTo>
                    <a:pt x="837928" y="1755496"/>
                  </a:lnTo>
                  <a:lnTo>
                    <a:pt x="825606" y="1755496"/>
                  </a:lnTo>
                  <a:lnTo>
                    <a:pt x="813283" y="1755496"/>
                  </a:lnTo>
                  <a:lnTo>
                    <a:pt x="800961" y="1755496"/>
                  </a:lnTo>
                  <a:lnTo>
                    <a:pt x="788638" y="1755496"/>
                  </a:lnTo>
                  <a:lnTo>
                    <a:pt x="776316" y="1755496"/>
                  </a:lnTo>
                  <a:lnTo>
                    <a:pt x="763993" y="1755496"/>
                  </a:lnTo>
                  <a:lnTo>
                    <a:pt x="751671" y="1755496"/>
                  </a:lnTo>
                  <a:lnTo>
                    <a:pt x="739348" y="1755496"/>
                  </a:lnTo>
                  <a:lnTo>
                    <a:pt x="727026" y="1755496"/>
                  </a:lnTo>
                  <a:lnTo>
                    <a:pt x="714703" y="1755496"/>
                  </a:lnTo>
                  <a:lnTo>
                    <a:pt x="702381" y="1755496"/>
                  </a:lnTo>
                  <a:lnTo>
                    <a:pt x="690058" y="1755496"/>
                  </a:lnTo>
                  <a:lnTo>
                    <a:pt x="677736" y="1755496"/>
                  </a:lnTo>
                  <a:lnTo>
                    <a:pt x="665413" y="1755496"/>
                  </a:lnTo>
                  <a:lnTo>
                    <a:pt x="653091" y="1755496"/>
                  </a:lnTo>
                  <a:lnTo>
                    <a:pt x="640768" y="1755496"/>
                  </a:lnTo>
                  <a:lnTo>
                    <a:pt x="628446" y="1755496"/>
                  </a:lnTo>
                  <a:lnTo>
                    <a:pt x="616123" y="1755496"/>
                  </a:lnTo>
                  <a:lnTo>
                    <a:pt x="603801" y="1755496"/>
                  </a:lnTo>
                  <a:lnTo>
                    <a:pt x="591478" y="1755496"/>
                  </a:lnTo>
                  <a:lnTo>
                    <a:pt x="579156" y="1755496"/>
                  </a:lnTo>
                  <a:lnTo>
                    <a:pt x="566833" y="1755496"/>
                  </a:lnTo>
                  <a:lnTo>
                    <a:pt x="554511" y="1755496"/>
                  </a:lnTo>
                  <a:lnTo>
                    <a:pt x="542189" y="1755496"/>
                  </a:lnTo>
                  <a:lnTo>
                    <a:pt x="529866" y="1755496"/>
                  </a:lnTo>
                  <a:lnTo>
                    <a:pt x="517544" y="1755496"/>
                  </a:lnTo>
                  <a:lnTo>
                    <a:pt x="505221" y="1755496"/>
                  </a:lnTo>
                  <a:lnTo>
                    <a:pt x="492899" y="1755496"/>
                  </a:lnTo>
                  <a:lnTo>
                    <a:pt x="480576" y="1755496"/>
                  </a:lnTo>
                  <a:lnTo>
                    <a:pt x="468254" y="1755496"/>
                  </a:lnTo>
                  <a:lnTo>
                    <a:pt x="455931" y="1755496"/>
                  </a:lnTo>
                  <a:lnTo>
                    <a:pt x="443609" y="1755496"/>
                  </a:lnTo>
                  <a:lnTo>
                    <a:pt x="431286" y="1755496"/>
                  </a:lnTo>
                  <a:lnTo>
                    <a:pt x="418964" y="1755496"/>
                  </a:lnTo>
                  <a:lnTo>
                    <a:pt x="406641" y="1755496"/>
                  </a:lnTo>
                  <a:lnTo>
                    <a:pt x="394319" y="1755496"/>
                  </a:lnTo>
                  <a:lnTo>
                    <a:pt x="381996" y="1755496"/>
                  </a:lnTo>
                  <a:lnTo>
                    <a:pt x="369674" y="1755496"/>
                  </a:lnTo>
                  <a:lnTo>
                    <a:pt x="357351" y="1755496"/>
                  </a:lnTo>
                  <a:lnTo>
                    <a:pt x="345029" y="1755496"/>
                  </a:lnTo>
                  <a:lnTo>
                    <a:pt x="332706" y="1755496"/>
                  </a:lnTo>
                  <a:lnTo>
                    <a:pt x="320384" y="1755496"/>
                  </a:lnTo>
                  <a:lnTo>
                    <a:pt x="308061" y="1755496"/>
                  </a:lnTo>
                  <a:lnTo>
                    <a:pt x="295739" y="1755496"/>
                  </a:lnTo>
                  <a:lnTo>
                    <a:pt x="283416" y="1755496"/>
                  </a:lnTo>
                  <a:lnTo>
                    <a:pt x="271094" y="1755496"/>
                  </a:lnTo>
                  <a:lnTo>
                    <a:pt x="258772" y="1755496"/>
                  </a:lnTo>
                  <a:lnTo>
                    <a:pt x="246449" y="1755496"/>
                  </a:lnTo>
                  <a:lnTo>
                    <a:pt x="234127" y="1755496"/>
                  </a:lnTo>
                  <a:lnTo>
                    <a:pt x="221804" y="1755496"/>
                  </a:lnTo>
                  <a:lnTo>
                    <a:pt x="209482" y="1755496"/>
                  </a:lnTo>
                  <a:lnTo>
                    <a:pt x="197159" y="1755496"/>
                  </a:lnTo>
                  <a:lnTo>
                    <a:pt x="184837" y="1755496"/>
                  </a:lnTo>
                  <a:lnTo>
                    <a:pt x="172514" y="1755496"/>
                  </a:lnTo>
                  <a:lnTo>
                    <a:pt x="160192" y="1755496"/>
                  </a:lnTo>
                  <a:lnTo>
                    <a:pt x="147869" y="1755496"/>
                  </a:lnTo>
                  <a:lnTo>
                    <a:pt x="135547" y="1755496"/>
                  </a:lnTo>
                  <a:lnTo>
                    <a:pt x="123224" y="1755496"/>
                  </a:lnTo>
                  <a:lnTo>
                    <a:pt x="110902" y="1755496"/>
                  </a:lnTo>
                  <a:lnTo>
                    <a:pt x="98579" y="1755496"/>
                  </a:lnTo>
                  <a:lnTo>
                    <a:pt x="86257" y="1755496"/>
                  </a:lnTo>
                  <a:lnTo>
                    <a:pt x="73934" y="1755496"/>
                  </a:lnTo>
                  <a:lnTo>
                    <a:pt x="61612" y="1755496"/>
                  </a:lnTo>
                  <a:lnTo>
                    <a:pt x="49289" y="1755496"/>
                  </a:lnTo>
                  <a:lnTo>
                    <a:pt x="36967" y="1755496"/>
                  </a:lnTo>
                  <a:lnTo>
                    <a:pt x="24644" y="1755496"/>
                  </a:lnTo>
                  <a:lnTo>
                    <a:pt x="12322" y="1755496"/>
                  </a:lnTo>
                  <a:lnTo>
                    <a:pt x="0" y="1755496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706745" y="4390832"/>
              <a:ext cx="6296786" cy="1755496"/>
            </a:xfrm>
            <a:custGeom>
              <a:avLst/>
              <a:pathLst>
                <a:path w="6296786" h="1755496">
                  <a:moveTo>
                    <a:pt x="0" y="1715889"/>
                  </a:moveTo>
                  <a:lnTo>
                    <a:pt x="12322" y="1716204"/>
                  </a:lnTo>
                  <a:lnTo>
                    <a:pt x="24644" y="1717160"/>
                  </a:lnTo>
                  <a:lnTo>
                    <a:pt x="36967" y="1718715"/>
                  </a:lnTo>
                  <a:lnTo>
                    <a:pt x="49289" y="1720830"/>
                  </a:lnTo>
                  <a:lnTo>
                    <a:pt x="61612" y="1723380"/>
                  </a:lnTo>
                  <a:lnTo>
                    <a:pt x="73934" y="1726221"/>
                  </a:lnTo>
                  <a:lnTo>
                    <a:pt x="86257" y="1729237"/>
                  </a:lnTo>
                  <a:lnTo>
                    <a:pt x="98579" y="1732313"/>
                  </a:lnTo>
                  <a:lnTo>
                    <a:pt x="110902" y="1735344"/>
                  </a:lnTo>
                  <a:lnTo>
                    <a:pt x="123224" y="1738234"/>
                  </a:lnTo>
                  <a:lnTo>
                    <a:pt x="135547" y="1740903"/>
                  </a:lnTo>
                  <a:lnTo>
                    <a:pt x="147869" y="1743287"/>
                  </a:lnTo>
                  <a:lnTo>
                    <a:pt x="160192" y="1745326"/>
                  </a:lnTo>
                  <a:lnTo>
                    <a:pt x="172514" y="1746958"/>
                  </a:lnTo>
                  <a:lnTo>
                    <a:pt x="184837" y="1748203"/>
                  </a:lnTo>
                  <a:lnTo>
                    <a:pt x="197159" y="1749054"/>
                  </a:lnTo>
                  <a:lnTo>
                    <a:pt x="209482" y="1749514"/>
                  </a:lnTo>
                  <a:lnTo>
                    <a:pt x="221804" y="1749585"/>
                  </a:lnTo>
                  <a:lnTo>
                    <a:pt x="234127" y="1749279"/>
                  </a:lnTo>
                  <a:lnTo>
                    <a:pt x="246449" y="1748607"/>
                  </a:lnTo>
                  <a:lnTo>
                    <a:pt x="258772" y="1747587"/>
                  </a:lnTo>
                  <a:lnTo>
                    <a:pt x="271094" y="1746239"/>
                  </a:lnTo>
                  <a:lnTo>
                    <a:pt x="283416" y="1744564"/>
                  </a:lnTo>
                  <a:lnTo>
                    <a:pt x="295739" y="1742640"/>
                  </a:lnTo>
                  <a:lnTo>
                    <a:pt x="308061" y="1740526"/>
                  </a:lnTo>
                  <a:lnTo>
                    <a:pt x="320384" y="1738287"/>
                  </a:lnTo>
                  <a:lnTo>
                    <a:pt x="332706" y="1735997"/>
                  </a:lnTo>
                  <a:lnTo>
                    <a:pt x="345029" y="1733738"/>
                  </a:lnTo>
                  <a:lnTo>
                    <a:pt x="357351" y="1731599"/>
                  </a:lnTo>
                  <a:lnTo>
                    <a:pt x="369674" y="1729668"/>
                  </a:lnTo>
                  <a:lnTo>
                    <a:pt x="381996" y="1728031"/>
                  </a:lnTo>
                  <a:lnTo>
                    <a:pt x="394319" y="1726799"/>
                  </a:lnTo>
                  <a:lnTo>
                    <a:pt x="406641" y="1726036"/>
                  </a:lnTo>
                  <a:lnTo>
                    <a:pt x="418964" y="1725755"/>
                  </a:lnTo>
                  <a:lnTo>
                    <a:pt x="431286" y="1725967"/>
                  </a:lnTo>
                  <a:lnTo>
                    <a:pt x="443609" y="1726659"/>
                  </a:lnTo>
                  <a:lnTo>
                    <a:pt x="455931" y="1727800"/>
                  </a:lnTo>
                  <a:lnTo>
                    <a:pt x="468254" y="1729337"/>
                  </a:lnTo>
                  <a:lnTo>
                    <a:pt x="480576" y="1731201"/>
                  </a:lnTo>
                  <a:lnTo>
                    <a:pt x="492899" y="1733314"/>
                  </a:lnTo>
                  <a:lnTo>
                    <a:pt x="505221" y="1735593"/>
                  </a:lnTo>
                  <a:lnTo>
                    <a:pt x="517544" y="1737940"/>
                  </a:lnTo>
                  <a:lnTo>
                    <a:pt x="529866" y="1740262"/>
                  </a:lnTo>
                  <a:lnTo>
                    <a:pt x="542189" y="1742494"/>
                  </a:lnTo>
                  <a:lnTo>
                    <a:pt x="554511" y="1744582"/>
                  </a:lnTo>
                  <a:lnTo>
                    <a:pt x="566833" y="1746488"/>
                  </a:lnTo>
                  <a:lnTo>
                    <a:pt x="579156" y="1748184"/>
                  </a:lnTo>
                  <a:lnTo>
                    <a:pt x="591478" y="1749659"/>
                  </a:lnTo>
                  <a:lnTo>
                    <a:pt x="603801" y="1750910"/>
                  </a:lnTo>
                  <a:lnTo>
                    <a:pt x="616123" y="1751943"/>
                  </a:lnTo>
                  <a:lnTo>
                    <a:pt x="628446" y="1752752"/>
                  </a:lnTo>
                  <a:lnTo>
                    <a:pt x="640768" y="1753377"/>
                  </a:lnTo>
                  <a:lnTo>
                    <a:pt x="653091" y="1753843"/>
                  </a:lnTo>
                  <a:lnTo>
                    <a:pt x="665413" y="1754166"/>
                  </a:lnTo>
                  <a:lnTo>
                    <a:pt x="677736" y="1754365"/>
                  </a:lnTo>
                  <a:lnTo>
                    <a:pt x="690058" y="1754452"/>
                  </a:lnTo>
                  <a:lnTo>
                    <a:pt x="702381" y="1754440"/>
                  </a:lnTo>
                  <a:lnTo>
                    <a:pt x="714703" y="1754337"/>
                  </a:lnTo>
                  <a:lnTo>
                    <a:pt x="727026" y="1754150"/>
                  </a:lnTo>
                  <a:lnTo>
                    <a:pt x="739348" y="1753880"/>
                  </a:lnTo>
                  <a:lnTo>
                    <a:pt x="751671" y="1753532"/>
                  </a:lnTo>
                  <a:lnTo>
                    <a:pt x="763993" y="1753118"/>
                  </a:lnTo>
                  <a:lnTo>
                    <a:pt x="776316" y="1752645"/>
                  </a:lnTo>
                  <a:lnTo>
                    <a:pt x="788638" y="1752123"/>
                  </a:lnTo>
                  <a:lnTo>
                    <a:pt x="800961" y="1751564"/>
                  </a:lnTo>
                  <a:lnTo>
                    <a:pt x="813283" y="1750982"/>
                  </a:lnTo>
                  <a:lnTo>
                    <a:pt x="825606" y="1750397"/>
                  </a:lnTo>
                  <a:lnTo>
                    <a:pt x="837928" y="1749826"/>
                  </a:lnTo>
                  <a:lnTo>
                    <a:pt x="850250" y="1749291"/>
                  </a:lnTo>
                  <a:lnTo>
                    <a:pt x="862573" y="1748819"/>
                  </a:lnTo>
                  <a:lnTo>
                    <a:pt x="874895" y="1748422"/>
                  </a:lnTo>
                  <a:lnTo>
                    <a:pt x="887218" y="1748109"/>
                  </a:lnTo>
                  <a:lnTo>
                    <a:pt x="899540" y="1747883"/>
                  </a:lnTo>
                  <a:lnTo>
                    <a:pt x="911863" y="1747738"/>
                  </a:lnTo>
                  <a:lnTo>
                    <a:pt x="924185" y="1747659"/>
                  </a:lnTo>
                  <a:lnTo>
                    <a:pt x="936508" y="1747619"/>
                  </a:lnTo>
                  <a:lnTo>
                    <a:pt x="948830" y="1747579"/>
                  </a:lnTo>
                  <a:lnTo>
                    <a:pt x="961153" y="1747490"/>
                  </a:lnTo>
                  <a:lnTo>
                    <a:pt x="973475" y="1747264"/>
                  </a:lnTo>
                  <a:lnTo>
                    <a:pt x="985798" y="1746824"/>
                  </a:lnTo>
                  <a:lnTo>
                    <a:pt x="998120" y="1746084"/>
                  </a:lnTo>
                  <a:lnTo>
                    <a:pt x="1010443" y="1744953"/>
                  </a:lnTo>
                  <a:lnTo>
                    <a:pt x="1022765" y="1743338"/>
                  </a:lnTo>
                  <a:lnTo>
                    <a:pt x="1035088" y="1741149"/>
                  </a:lnTo>
                  <a:lnTo>
                    <a:pt x="1047410" y="1738306"/>
                  </a:lnTo>
                  <a:lnTo>
                    <a:pt x="1059733" y="1734743"/>
                  </a:lnTo>
                  <a:lnTo>
                    <a:pt x="1072055" y="1730416"/>
                  </a:lnTo>
                  <a:lnTo>
                    <a:pt x="1084378" y="1725256"/>
                  </a:lnTo>
                  <a:lnTo>
                    <a:pt x="1096700" y="1719312"/>
                  </a:lnTo>
                  <a:lnTo>
                    <a:pt x="1109022" y="1712722"/>
                  </a:lnTo>
                  <a:lnTo>
                    <a:pt x="1121345" y="1705618"/>
                  </a:lnTo>
                  <a:lnTo>
                    <a:pt x="1133667" y="1698178"/>
                  </a:lnTo>
                  <a:lnTo>
                    <a:pt x="1145990" y="1690618"/>
                  </a:lnTo>
                  <a:lnTo>
                    <a:pt x="1158312" y="1683182"/>
                  </a:lnTo>
                  <a:lnTo>
                    <a:pt x="1170635" y="1676136"/>
                  </a:lnTo>
                  <a:lnTo>
                    <a:pt x="1182957" y="1669746"/>
                  </a:lnTo>
                  <a:lnTo>
                    <a:pt x="1195280" y="1664301"/>
                  </a:lnTo>
                  <a:lnTo>
                    <a:pt x="1207602" y="1660150"/>
                  </a:lnTo>
                  <a:lnTo>
                    <a:pt x="1219925" y="1657341"/>
                  </a:lnTo>
                  <a:lnTo>
                    <a:pt x="1232247" y="1655949"/>
                  </a:lnTo>
                  <a:lnTo>
                    <a:pt x="1244570" y="1655980"/>
                  </a:lnTo>
                  <a:lnTo>
                    <a:pt x="1256892" y="1657363"/>
                  </a:lnTo>
                  <a:lnTo>
                    <a:pt x="1269215" y="1659956"/>
                  </a:lnTo>
                  <a:lnTo>
                    <a:pt x="1281537" y="1663557"/>
                  </a:lnTo>
                  <a:lnTo>
                    <a:pt x="1293860" y="1667913"/>
                  </a:lnTo>
                  <a:lnTo>
                    <a:pt x="1306182" y="1672735"/>
                  </a:lnTo>
                  <a:lnTo>
                    <a:pt x="1318505" y="1677687"/>
                  </a:lnTo>
                  <a:lnTo>
                    <a:pt x="1330827" y="1682400"/>
                  </a:lnTo>
                  <a:lnTo>
                    <a:pt x="1343150" y="1686594"/>
                  </a:lnTo>
                  <a:lnTo>
                    <a:pt x="1355472" y="1690023"/>
                  </a:lnTo>
                  <a:lnTo>
                    <a:pt x="1367795" y="1692483"/>
                  </a:lnTo>
                  <a:lnTo>
                    <a:pt x="1380117" y="1693817"/>
                  </a:lnTo>
                  <a:lnTo>
                    <a:pt x="1392439" y="1693912"/>
                  </a:lnTo>
                  <a:lnTo>
                    <a:pt x="1404762" y="1692707"/>
                  </a:lnTo>
                  <a:lnTo>
                    <a:pt x="1417084" y="1690187"/>
                  </a:lnTo>
                  <a:lnTo>
                    <a:pt x="1429407" y="1686298"/>
                  </a:lnTo>
                  <a:lnTo>
                    <a:pt x="1441729" y="1681163"/>
                  </a:lnTo>
                  <a:lnTo>
                    <a:pt x="1454052" y="1675003"/>
                  </a:lnTo>
                  <a:lnTo>
                    <a:pt x="1466374" y="1667999"/>
                  </a:lnTo>
                  <a:lnTo>
                    <a:pt x="1478697" y="1660365"/>
                  </a:lnTo>
                  <a:lnTo>
                    <a:pt x="1491019" y="1652342"/>
                  </a:lnTo>
                  <a:lnTo>
                    <a:pt x="1503342" y="1644191"/>
                  </a:lnTo>
                  <a:lnTo>
                    <a:pt x="1515664" y="1636184"/>
                  </a:lnTo>
                  <a:lnTo>
                    <a:pt x="1527987" y="1628591"/>
                  </a:lnTo>
                  <a:lnTo>
                    <a:pt x="1540309" y="1621694"/>
                  </a:lnTo>
                  <a:lnTo>
                    <a:pt x="1552632" y="1615831"/>
                  </a:lnTo>
                  <a:lnTo>
                    <a:pt x="1564954" y="1611081"/>
                  </a:lnTo>
                  <a:lnTo>
                    <a:pt x="1577277" y="1607533"/>
                  </a:lnTo>
                  <a:lnTo>
                    <a:pt x="1589599" y="1605206"/>
                  </a:lnTo>
                  <a:lnTo>
                    <a:pt x="1601922" y="1604041"/>
                  </a:lnTo>
                  <a:lnTo>
                    <a:pt x="1614244" y="1603901"/>
                  </a:lnTo>
                  <a:lnTo>
                    <a:pt x="1626567" y="1604576"/>
                  </a:lnTo>
                  <a:lnTo>
                    <a:pt x="1638889" y="1605788"/>
                  </a:lnTo>
                  <a:lnTo>
                    <a:pt x="1651212" y="1607203"/>
                  </a:lnTo>
                  <a:lnTo>
                    <a:pt x="1663534" y="1608360"/>
                  </a:lnTo>
                  <a:lnTo>
                    <a:pt x="1675856" y="1608806"/>
                  </a:lnTo>
                  <a:lnTo>
                    <a:pt x="1688179" y="1608146"/>
                  </a:lnTo>
                  <a:lnTo>
                    <a:pt x="1700501" y="1606008"/>
                  </a:lnTo>
                  <a:lnTo>
                    <a:pt x="1712824" y="1602067"/>
                  </a:lnTo>
                  <a:lnTo>
                    <a:pt x="1725146" y="1596062"/>
                  </a:lnTo>
                  <a:lnTo>
                    <a:pt x="1737469" y="1587805"/>
                  </a:lnTo>
                  <a:lnTo>
                    <a:pt x="1749791" y="1577196"/>
                  </a:lnTo>
                  <a:lnTo>
                    <a:pt x="1762114" y="1564225"/>
                  </a:lnTo>
                  <a:lnTo>
                    <a:pt x="1774436" y="1548830"/>
                  </a:lnTo>
                  <a:lnTo>
                    <a:pt x="1786759" y="1531263"/>
                  </a:lnTo>
                  <a:lnTo>
                    <a:pt x="1799081" y="1511944"/>
                  </a:lnTo>
                  <a:lnTo>
                    <a:pt x="1811404" y="1491190"/>
                  </a:lnTo>
                  <a:lnTo>
                    <a:pt x="1823726" y="1469335"/>
                  </a:lnTo>
                  <a:lnTo>
                    <a:pt x="1836049" y="1446704"/>
                  </a:lnTo>
                  <a:lnTo>
                    <a:pt x="1848371" y="1423593"/>
                  </a:lnTo>
                  <a:lnTo>
                    <a:pt x="1860694" y="1400243"/>
                  </a:lnTo>
                  <a:lnTo>
                    <a:pt x="1873016" y="1376824"/>
                  </a:lnTo>
                  <a:lnTo>
                    <a:pt x="1885339" y="1353421"/>
                  </a:lnTo>
                  <a:lnTo>
                    <a:pt x="1897661" y="1330004"/>
                  </a:lnTo>
                  <a:lnTo>
                    <a:pt x="1909984" y="1306433"/>
                  </a:lnTo>
                  <a:lnTo>
                    <a:pt x="1922306" y="1282512"/>
                  </a:lnTo>
                  <a:lnTo>
                    <a:pt x="1934629" y="1258005"/>
                  </a:lnTo>
                  <a:lnTo>
                    <a:pt x="1946951" y="1232671"/>
                  </a:lnTo>
                  <a:lnTo>
                    <a:pt x="1959273" y="1206297"/>
                  </a:lnTo>
                  <a:lnTo>
                    <a:pt x="1971596" y="1178724"/>
                  </a:lnTo>
                  <a:lnTo>
                    <a:pt x="1983918" y="1149882"/>
                  </a:lnTo>
                  <a:lnTo>
                    <a:pt x="1996241" y="1119815"/>
                  </a:lnTo>
                  <a:lnTo>
                    <a:pt x="2008563" y="1088622"/>
                  </a:lnTo>
                  <a:lnTo>
                    <a:pt x="2020886" y="1056806"/>
                  </a:lnTo>
                  <a:lnTo>
                    <a:pt x="2033208" y="1024856"/>
                  </a:lnTo>
                  <a:lnTo>
                    <a:pt x="2045531" y="993294"/>
                  </a:lnTo>
                  <a:lnTo>
                    <a:pt x="2057853" y="962648"/>
                  </a:lnTo>
                  <a:lnTo>
                    <a:pt x="2070176" y="933386"/>
                  </a:lnTo>
                  <a:lnTo>
                    <a:pt x="2082498" y="905852"/>
                  </a:lnTo>
                  <a:lnTo>
                    <a:pt x="2094821" y="880208"/>
                  </a:lnTo>
                  <a:lnTo>
                    <a:pt x="2107143" y="856372"/>
                  </a:lnTo>
                  <a:lnTo>
                    <a:pt x="2119466" y="834021"/>
                  </a:lnTo>
                  <a:lnTo>
                    <a:pt x="2131788" y="812233"/>
                  </a:lnTo>
                  <a:lnTo>
                    <a:pt x="2144111" y="789836"/>
                  </a:lnTo>
                  <a:lnTo>
                    <a:pt x="2156433" y="765567"/>
                  </a:lnTo>
                  <a:lnTo>
                    <a:pt x="2168756" y="738080"/>
                  </a:lnTo>
                  <a:lnTo>
                    <a:pt x="2181078" y="706062"/>
                  </a:lnTo>
                  <a:lnTo>
                    <a:pt x="2193401" y="668368"/>
                  </a:lnTo>
                  <a:lnTo>
                    <a:pt x="2205723" y="624144"/>
                  </a:lnTo>
                  <a:lnTo>
                    <a:pt x="2218045" y="572961"/>
                  </a:lnTo>
                  <a:lnTo>
                    <a:pt x="2230368" y="514764"/>
                  </a:lnTo>
                  <a:lnTo>
                    <a:pt x="2242690" y="450050"/>
                  </a:lnTo>
                  <a:lnTo>
                    <a:pt x="2255013" y="381255"/>
                  </a:lnTo>
                  <a:lnTo>
                    <a:pt x="2267335" y="310609"/>
                  </a:lnTo>
                  <a:lnTo>
                    <a:pt x="2279658" y="240773"/>
                  </a:lnTo>
                  <a:lnTo>
                    <a:pt x="2291980" y="174684"/>
                  </a:lnTo>
                  <a:lnTo>
                    <a:pt x="2304303" y="115363"/>
                  </a:lnTo>
                  <a:lnTo>
                    <a:pt x="2316625" y="65720"/>
                  </a:lnTo>
                  <a:lnTo>
                    <a:pt x="2328948" y="28352"/>
                  </a:lnTo>
                  <a:lnTo>
                    <a:pt x="2341270" y="5346"/>
                  </a:lnTo>
                  <a:lnTo>
                    <a:pt x="2353593" y="0"/>
                  </a:lnTo>
                  <a:lnTo>
                    <a:pt x="2365915" y="11192"/>
                  </a:lnTo>
                  <a:lnTo>
                    <a:pt x="2378238" y="37912"/>
                  </a:lnTo>
                  <a:lnTo>
                    <a:pt x="2390560" y="78694"/>
                  </a:lnTo>
                  <a:lnTo>
                    <a:pt x="2402883" y="131409"/>
                  </a:lnTo>
                  <a:lnTo>
                    <a:pt x="2415205" y="193424"/>
                  </a:lnTo>
                  <a:lnTo>
                    <a:pt x="2427528" y="261778"/>
                  </a:lnTo>
                  <a:lnTo>
                    <a:pt x="2439850" y="333376"/>
                  </a:lnTo>
                  <a:lnTo>
                    <a:pt x="2452173" y="405188"/>
                  </a:lnTo>
                  <a:lnTo>
                    <a:pt x="2464495" y="474052"/>
                  </a:lnTo>
                  <a:lnTo>
                    <a:pt x="2476818" y="537229"/>
                  </a:lnTo>
                  <a:lnTo>
                    <a:pt x="2489140" y="593375"/>
                  </a:lnTo>
                  <a:lnTo>
                    <a:pt x="2501462" y="641570"/>
                  </a:lnTo>
                  <a:lnTo>
                    <a:pt x="2513785" y="681480"/>
                  </a:lnTo>
                  <a:lnTo>
                    <a:pt x="2526107" y="713312"/>
                  </a:lnTo>
                  <a:lnTo>
                    <a:pt x="2538430" y="737742"/>
                  </a:lnTo>
                  <a:lnTo>
                    <a:pt x="2550752" y="755827"/>
                  </a:lnTo>
                  <a:lnTo>
                    <a:pt x="2563075" y="768900"/>
                  </a:lnTo>
                  <a:lnTo>
                    <a:pt x="2575397" y="778427"/>
                  </a:lnTo>
                  <a:lnTo>
                    <a:pt x="2587720" y="786111"/>
                  </a:lnTo>
                  <a:lnTo>
                    <a:pt x="2600042" y="793804"/>
                  </a:lnTo>
                  <a:lnTo>
                    <a:pt x="2612365" y="802791"/>
                  </a:lnTo>
                  <a:lnTo>
                    <a:pt x="2624687" y="814129"/>
                  </a:lnTo>
                  <a:lnTo>
                    <a:pt x="2637010" y="828604"/>
                  </a:lnTo>
                  <a:lnTo>
                    <a:pt x="2649332" y="846707"/>
                  </a:lnTo>
                  <a:lnTo>
                    <a:pt x="2661655" y="868628"/>
                  </a:lnTo>
                  <a:lnTo>
                    <a:pt x="2673977" y="894258"/>
                  </a:lnTo>
                  <a:lnTo>
                    <a:pt x="2686300" y="923208"/>
                  </a:lnTo>
                  <a:lnTo>
                    <a:pt x="2698622" y="955021"/>
                  </a:lnTo>
                  <a:lnTo>
                    <a:pt x="2710945" y="988416"/>
                  </a:lnTo>
                  <a:lnTo>
                    <a:pt x="2723267" y="1022329"/>
                  </a:lnTo>
                  <a:lnTo>
                    <a:pt x="2735590" y="1055716"/>
                  </a:lnTo>
                  <a:lnTo>
                    <a:pt x="2747912" y="1087569"/>
                  </a:lnTo>
                  <a:lnTo>
                    <a:pt x="2760235" y="1116971"/>
                  </a:lnTo>
                  <a:lnTo>
                    <a:pt x="2772557" y="1143149"/>
                  </a:lnTo>
                  <a:lnTo>
                    <a:pt x="2784879" y="1165516"/>
                  </a:lnTo>
                  <a:lnTo>
                    <a:pt x="2797202" y="1183704"/>
                  </a:lnTo>
                  <a:lnTo>
                    <a:pt x="2809524" y="1197294"/>
                  </a:lnTo>
                  <a:lnTo>
                    <a:pt x="2821847" y="1206495"/>
                  </a:lnTo>
                  <a:lnTo>
                    <a:pt x="2834169" y="1212021"/>
                  </a:lnTo>
                  <a:lnTo>
                    <a:pt x="2846492" y="1214454"/>
                  </a:lnTo>
                  <a:lnTo>
                    <a:pt x="2858814" y="1214488"/>
                  </a:lnTo>
                  <a:lnTo>
                    <a:pt x="2871137" y="1212876"/>
                  </a:lnTo>
                  <a:lnTo>
                    <a:pt x="2883459" y="1210381"/>
                  </a:lnTo>
                  <a:lnTo>
                    <a:pt x="2895782" y="1207732"/>
                  </a:lnTo>
                  <a:lnTo>
                    <a:pt x="2908104" y="1205580"/>
                  </a:lnTo>
                  <a:lnTo>
                    <a:pt x="2920427" y="1204498"/>
                  </a:lnTo>
                  <a:lnTo>
                    <a:pt x="2932749" y="1205070"/>
                  </a:lnTo>
                  <a:lnTo>
                    <a:pt x="2945072" y="1207367"/>
                  </a:lnTo>
                  <a:lnTo>
                    <a:pt x="2957394" y="1211458"/>
                  </a:lnTo>
                  <a:lnTo>
                    <a:pt x="2969717" y="1217303"/>
                  </a:lnTo>
                  <a:lnTo>
                    <a:pt x="2982039" y="1224787"/>
                  </a:lnTo>
                  <a:lnTo>
                    <a:pt x="2994362" y="1233744"/>
                  </a:lnTo>
                  <a:lnTo>
                    <a:pt x="3006684" y="1243984"/>
                  </a:lnTo>
                  <a:lnTo>
                    <a:pt x="3019007" y="1255323"/>
                  </a:lnTo>
                  <a:lnTo>
                    <a:pt x="3031329" y="1267599"/>
                  </a:lnTo>
                  <a:lnTo>
                    <a:pt x="3043652" y="1280777"/>
                  </a:lnTo>
                  <a:lnTo>
                    <a:pt x="3055974" y="1294717"/>
                  </a:lnTo>
                  <a:lnTo>
                    <a:pt x="3068296" y="1309397"/>
                  </a:lnTo>
                  <a:lnTo>
                    <a:pt x="3080619" y="1324843"/>
                  </a:lnTo>
                  <a:lnTo>
                    <a:pt x="3092941" y="1341098"/>
                  </a:lnTo>
                  <a:lnTo>
                    <a:pt x="3105264" y="1358197"/>
                  </a:lnTo>
                  <a:lnTo>
                    <a:pt x="3117586" y="1376156"/>
                  </a:lnTo>
                  <a:lnTo>
                    <a:pt x="3129909" y="1394955"/>
                  </a:lnTo>
                  <a:lnTo>
                    <a:pt x="3142231" y="1414522"/>
                  </a:lnTo>
                  <a:lnTo>
                    <a:pt x="3154554" y="1434750"/>
                  </a:lnTo>
                  <a:lnTo>
                    <a:pt x="3166876" y="1455381"/>
                  </a:lnTo>
                  <a:lnTo>
                    <a:pt x="3179199" y="1476093"/>
                  </a:lnTo>
                  <a:lnTo>
                    <a:pt x="3191521" y="1496569"/>
                  </a:lnTo>
                  <a:lnTo>
                    <a:pt x="3203844" y="1516471"/>
                  </a:lnTo>
                  <a:lnTo>
                    <a:pt x="3216166" y="1535455"/>
                  </a:lnTo>
                  <a:lnTo>
                    <a:pt x="3228489" y="1553195"/>
                  </a:lnTo>
                  <a:lnTo>
                    <a:pt x="3240811" y="1569396"/>
                  </a:lnTo>
                  <a:lnTo>
                    <a:pt x="3253134" y="1583814"/>
                  </a:lnTo>
                  <a:lnTo>
                    <a:pt x="3265456" y="1596221"/>
                  </a:lnTo>
                  <a:lnTo>
                    <a:pt x="3277779" y="1606314"/>
                  </a:lnTo>
                  <a:lnTo>
                    <a:pt x="3290101" y="1614326"/>
                  </a:lnTo>
                  <a:lnTo>
                    <a:pt x="3302424" y="1620339"/>
                  </a:lnTo>
                  <a:lnTo>
                    <a:pt x="3314746" y="1624500"/>
                  </a:lnTo>
                  <a:lnTo>
                    <a:pt x="3327068" y="1627013"/>
                  </a:lnTo>
                  <a:lnTo>
                    <a:pt x="3339391" y="1628123"/>
                  </a:lnTo>
                  <a:lnTo>
                    <a:pt x="3351713" y="1628106"/>
                  </a:lnTo>
                  <a:lnTo>
                    <a:pt x="3364036" y="1627250"/>
                  </a:lnTo>
                  <a:lnTo>
                    <a:pt x="3376358" y="1625846"/>
                  </a:lnTo>
                  <a:lnTo>
                    <a:pt x="3388681" y="1624170"/>
                  </a:lnTo>
                  <a:lnTo>
                    <a:pt x="3401003" y="1622515"/>
                  </a:lnTo>
                  <a:lnTo>
                    <a:pt x="3413326" y="1621062"/>
                  </a:lnTo>
                  <a:lnTo>
                    <a:pt x="3425648" y="1619936"/>
                  </a:lnTo>
                  <a:lnTo>
                    <a:pt x="3437971" y="1619207"/>
                  </a:lnTo>
                  <a:lnTo>
                    <a:pt x="3450293" y="1618896"/>
                  </a:lnTo>
                  <a:lnTo>
                    <a:pt x="3462616" y="1618979"/>
                  </a:lnTo>
                  <a:lnTo>
                    <a:pt x="3474938" y="1619397"/>
                  </a:lnTo>
                  <a:lnTo>
                    <a:pt x="3487261" y="1620064"/>
                  </a:lnTo>
                  <a:lnTo>
                    <a:pt x="3499583" y="1620889"/>
                  </a:lnTo>
                  <a:lnTo>
                    <a:pt x="3511906" y="1621764"/>
                  </a:lnTo>
                  <a:lnTo>
                    <a:pt x="3524228" y="1622618"/>
                  </a:lnTo>
                  <a:lnTo>
                    <a:pt x="3536551" y="1623426"/>
                  </a:lnTo>
                  <a:lnTo>
                    <a:pt x="3548873" y="1624199"/>
                  </a:lnTo>
                  <a:lnTo>
                    <a:pt x="3561196" y="1624988"/>
                  </a:lnTo>
                  <a:lnTo>
                    <a:pt x="3573518" y="1625879"/>
                  </a:lnTo>
                  <a:lnTo>
                    <a:pt x="3585841" y="1626986"/>
                  </a:lnTo>
                  <a:lnTo>
                    <a:pt x="3598163" y="1628440"/>
                  </a:lnTo>
                  <a:lnTo>
                    <a:pt x="3610485" y="1630394"/>
                  </a:lnTo>
                  <a:lnTo>
                    <a:pt x="3622808" y="1633055"/>
                  </a:lnTo>
                  <a:lnTo>
                    <a:pt x="3635130" y="1636456"/>
                  </a:lnTo>
                  <a:lnTo>
                    <a:pt x="3647453" y="1640647"/>
                  </a:lnTo>
                  <a:lnTo>
                    <a:pt x="3659775" y="1645630"/>
                  </a:lnTo>
                  <a:lnTo>
                    <a:pt x="3672098" y="1651364"/>
                  </a:lnTo>
                  <a:lnTo>
                    <a:pt x="3684420" y="1657757"/>
                  </a:lnTo>
                  <a:lnTo>
                    <a:pt x="3696743" y="1664680"/>
                  </a:lnTo>
                  <a:lnTo>
                    <a:pt x="3709065" y="1671967"/>
                  </a:lnTo>
                  <a:lnTo>
                    <a:pt x="3721388" y="1679429"/>
                  </a:lnTo>
                  <a:lnTo>
                    <a:pt x="3733710" y="1686823"/>
                  </a:lnTo>
                  <a:lnTo>
                    <a:pt x="3746033" y="1693905"/>
                  </a:lnTo>
                  <a:lnTo>
                    <a:pt x="3758355" y="1700469"/>
                  </a:lnTo>
                  <a:lnTo>
                    <a:pt x="3770678" y="1706317"/>
                  </a:lnTo>
                  <a:lnTo>
                    <a:pt x="3783000" y="1711263"/>
                  </a:lnTo>
                  <a:lnTo>
                    <a:pt x="3795323" y="1715133"/>
                  </a:lnTo>
                  <a:lnTo>
                    <a:pt x="3807645" y="1717762"/>
                  </a:lnTo>
                  <a:lnTo>
                    <a:pt x="3819968" y="1718991"/>
                  </a:lnTo>
                  <a:lnTo>
                    <a:pt x="3832290" y="1718670"/>
                  </a:lnTo>
                  <a:lnTo>
                    <a:pt x="3844613" y="1716524"/>
                  </a:lnTo>
                  <a:lnTo>
                    <a:pt x="3856935" y="1712369"/>
                  </a:lnTo>
                  <a:lnTo>
                    <a:pt x="3869258" y="1706185"/>
                  </a:lnTo>
                  <a:lnTo>
                    <a:pt x="3881580" y="1697847"/>
                  </a:lnTo>
                  <a:lnTo>
                    <a:pt x="3893902" y="1687247"/>
                  </a:lnTo>
                  <a:lnTo>
                    <a:pt x="3906225" y="1674306"/>
                  </a:lnTo>
                  <a:lnTo>
                    <a:pt x="3918547" y="1658980"/>
                  </a:lnTo>
                  <a:lnTo>
                    <a:pt x="3930870" y="1641275"/>
                  </a:lnTo>
                  <a:lnTo>
                    <a:pt x="3943192" y="1621256"/>
                  </a:lnTo>
                  <a:lnTo>
                    <a:pt x="3955515" y="1599022"/>
                  </a:lnTo>
                  <a:lnTo>
                    <a:pt x="3967837" y="1574667"/>
                  </a:lnTo>
                  <a:lnTo>
                    <a:pt x="3980160" y="1548800"/>
                  </a:lnTo>
                  <a:lnTo>
                    <a:pt x="3992482" y="1521864"/>
                  </a:lnTo>
                  <a:lnTo>
                    <a:pt x="4004805" y="1494391"/>
                  </a:lnTo>
                  <a:lnTo>
                    <a:pt x="4017127" y="1466985"/>
                  </a:lnTo>
                  <a:lnTo>
                    <a:pt x="4029450" y="1440311"/>
                  </a:lnTo>
                  <a:lnTo>
                    <a:pt x="4041772" y="1415071"/>
                  </a:lnTo>
                  <a:lnTo>
                    <a:pt x="4054095" y="1391982"/>
                  </a:lnTo>
                  <a:lnTo>
                    <a:pt x="4066417" y="1371749"/>
                  </a:lnTo>
                  <a:lnTo>
                    <a:pt x="4078740" y="1355501"/>
                  </a:lnTo>
                  <a:lnTo>
                    <a:pt x="4091062" y="1343577"/>
                  </a:lnTo>
                  <a:lnTo>
                    <a:pt x="4103385" y="1336286"/>
                  </a:lnTo>
                  <a:lnTo>
                    <a:pt x="4115707" y="1333883"/>
                  </a:lnTo>
                  <a:lnTo>
                    <a:pt x="4128030" y="1336462"/>
                  </a:lnTo>
                  <a:lnTo>
                    <a:pt x="4140352" y="1343955"/>
                  </a:lnTo>
                  <a:lnTo>
                    <a:pt x="4152675" y="1356136"/>
                  </a:lnTo>
                  <a:lnTo>
                    <a:pt x="4164997" y="1372624"/>
                  </a:lnTo>
                  <a:lnTo>
                    <a:pt x="4177319" y="1392908"/>
                  </a:lnTo>
                  <a:lnTo>
                    <a:pt x="4189642" y="1416516"/>
                  </a:lnTo>
                  <a:lnTo>
                    <a:pt x="4201964" y="1442586"/>
                  </a:lnTo>
                  <a:lnTo>
                    <a:pt x="4214287" y="1470144"/>
                  </a:lnTo>
                  <a:lnTo>
                    <a:pt x="4226609" y="1498449"/>
                  </a:lnTo>
                  <a:lnTo>
                    <a:pt x="4238932" y="1526802"/>
                  </a:lnTo>
                  <a:lnTo>
                    <a:pt x="4251254" y="1554561"/>
                  </a:lnTo>
                  <a:lnTo>
                    <a:pt x="4263577" y="1581168"/>
                  </a:lnTo>
                  <a:lnTo>
                    <a:pt x="4275899" y="1606158"/>
                  </a:lnTo>
                  <a:lnTo>
                    <a:pt x="4288222" y="1629166"/>
                  </a:lnTo>
                  <a:lnTo>
                    <a:pt x="4300544" y="1649885"/>
                  </a:lnTo>
                  <a:lnTo>
                    <a:pt x="4312867" y="1667915"/>
                  </a:lnTo>
                  <a:lnTo>
                    <a:pt x="4325189" y="1683498"/>
                  </a:lnTo>
                  <a:lnTo>
                    <a:pt x="4337512" y="1696686"/>
                  </a:lnTo>
                  <a:lnTo>
                    <a:pt x="4349834" y="1707591"/>
                  </a:lnTo>
                  <a:lnTo>
                    <a:pt x="4362157" y="1716369"/>
                  </a:lnTo>
                  <a:lnTo>
                    <a:pt x="4374479" y="1723212"/>
                  </a:lnTo>
                  <a:lnTo>
                    <a:pt x="4386802" y="1728334"/>
                  </a:lnTo>
                  <a:lnTo>
                    <a:pt x="4399124" y="1731960"/>
                  </a:lnTo>
                  <a:lnTo>
                    <a:pt x="4411447" y="1734321"/>
                  </a:lnTo>
                  <a:lnTo>
                    <a:pt x="4423769" y="1735564"/>
                  </a:lnTo>
                  <a:lnTo>
                    <a:pt x="4436091" y="1736030"/>
                  </a:lnTo>
                  <a:lnTo>
                    <a:pt x="4448414" y="1735948"/>
                  </a:lnTo>
                  <a:lnTo>
                    <a:pt x="4460736" y="1735501"/>
                  </a:lnTo>
                  <a:lnTo>
                    <a:pt x="4473059" y="1734857"/>
                  </a:lnTo>
                  <a:lnTo>
                    <a:pt x="4485381" y="1734162"/>
                  </a:lnTo>
                  <a:lnTo>
                    <a:pt x="4497704" y="1733540"/>
                  </a:lnTo>
                  <a:lnTo>
                    <a:pt x="4510026" y="1733090"/>
                  </a:lnTo>
                  <a:lnTo>
                    <a:pt x="4522349" y="1732891"/>
                  </a:lnTo>
                  <a:lnTo>
                    <a:pt x="4534671" y="1733013"/>
                  </a:lnTo>
                  <a:lnTo>
                    <a:pt x="4546994" y="1733483"/>
                  </a:lnTo>
                  <a:lnTo>
                    <a:pt x="4559316" y="1734272"/>
                  </a:lnTo>
                  <a:lnTo>
                    <a:pt x="4571639" y="1735353"/>
                  </a:lnTo>
                  <a:lnTo>
                    <a:pt x="4583961" y="1736684"/>
                  </a:lnTo>
                  <a:lnTo>
                    <a:pt x="4596284" y="1738211"/>
                  </a:lnTo>
                  <a:lnTo>
                    <a:pt x="4608606" y="1739875"/>
                  </a:lnTo>
                  <a:lnTo>
                    <a:pt x="4620929" y="1741616"/>
                  </a:lnTo>
                  <a:lnTo>
                    <a:pt x="4633251" y="1743373"/>
                  </a:lnTo>
                  <a:lnTo>
                    <a:pt x="4645574" y="1745089"/>
                  </a:lnTo>
                  <a:lnTo>
                    <a:pt x="4657896" y="1746703"/>
                  </a:lnTo>
                  <a:lnTo>
                    <a:pt x="4670219" y="1748188"/>
                  </a:lnTo>
                  <a:lnTo>
                    <a:pt x="4682541" y="1749522"/>
                  </a:lnTo>
                  <a:lnTo>
                    <a:pt x="4694864" y="1750695"/>
                  </a:lnTo>
                  <a:lnTo>
                    <a:pt x="4707186" y="1751704"/>
                  </a:lnTo>
                  <a:lnTo>
                    <a:pt x="4719508" y="1752553"/>
                  </a:lnTo>
                  <a:lnTo>
                    <a:pt x="4731831" y="1753252"/>
                  </a:lnTo>
                  <a:lnTo>
                    <a:pt x="4744153" y="1753817"/>
                  </a:lnTo>
                  <a:lnTo>
                    <a:pt x="4756476" y="1754263"/>
                  </a:lnTo>
                  <a:lnTo>
                    <a:pt x="4768798" y="1754598"/>
                  </a:lnTo>
                  <a:lnTo>
                    <a:pt x="4781121" y="1754853"/>
                  </a:lnTo>
                  <a:lnTo>
                    <a:pt x="4793443" y="1755043"/>
                  </a:lnTo>
                  <a:lnTo>
                    <a:pt x="4805766" y="1755182"/>
                  </a:lnTo>
                  <a:lnTo>
                    <a:pt x="4818088" y="1755283"/>
                  </a:lnTo>
                  <a:lnTo>
                    <a:pt x="4830411" y="1755354"/>
                  </a:lnTo>
                  <a:lnTo>
                    <a:pt x="4842733" y="1755403"/>
                  </a:lnTo>
                  <a:lnTo>
                    <a:pt x="4855056" y="1755436"/>
                  </a:lnTo>
                  <a:lnTo>
                    <a:pt x="4867378" y="1755458"/>
                  </a:lnTo>
                  <a:lnTo>
                    <a:pt x="4879701" y="1755472"/>
                  </a:lnTo>
                  <a:lnTo>
                    <a:pt x="4892023" y="1755481"/>
                  </a:lnTo>
                  <a:lnTo>
                    <a:pt x="4904346" y="1755487"/>
                  </a:lnTo>
                  <a:lnTo>
                    <a:pt x="4916668" y="1755490"/>
                  </a:lnTo>
                  <a:lnTo>
                    <a:pt x="4928991" y="1755493"/>
                  </a:lnTo>
                  <a:lnTo>
                    <a:pt x="4941313" y="1755494"/>
                  </a:lnTo>
                  <a:lnTo>
                    <a:pt x="4953636" y="1755495"/>
                  </a:lnTo>
                  <a:lnTo>
                    <a:pt x="4965958" y="1755495"/>
                  </a:lnTo>
                  <a:lnTo>
                    <a:pt x="4978281" y="1755495"/>
                  </a:lnTo>
                  <a:lnTo>
                    <a:pt x="4990603" y="1755495"/>
                  </a:lnTo>
                  <a:lnTo>
                    <a:pt x="5002925" y="1755495"/>
                  </a:lnTo>
                  <a:lnTo>
                    <a:pt x="5015248" y="1755496"/>
                  </a:lnTo>
                  <a:lnTo>
                    <a:pt x="5027570" y="1755496"/>
                  </a:lnTo>
                  <a:lnTo>
                    <a:pt x="5039893" y="1755496"/>
                  </a:lnTo>
                  <a:lnTo>
                    <a:pt x="5052215" y="1755496"/>
                  </a:lnTo>
                  <a:lnTo>
                    <a:pt x="5064538" y="1755496"/>
                  </a:lnTo>
                  <a:lnTo>
                    <a:pt x="5076860" y="1755496"/>
                  </a:lnTo>
                  <a:lnTo>
                    <a:pt x="5089183" y="1755496"/>
                  </a:lnTo>
                  <a:lnTo>
                    <a:pt x="5101505" y="1755496"/>
                  </a:lnTo>
                  <a:lnTo>
                    <a:pt x="5113828" y="1755496"/>
                  </a:lnTo>
                  <a:lnTo>
                    <a:pt x="5126150" y="1755496"/>
                  </a:lnTo>
                  <a:lnTo>
                    <a:pt x="5138473" y="1755496"/>
                  </a:lnTo>
                  <a:lnTo>
                    <a:pt x="5150795" y="1755496"/>
                  </a:lnTo>
                  <a:lnTo>
                    <a:pt x="5163118" y="1755496"/>
                  </a:lnTo>
                  <a:lnTo>
                    <a:pt x="5175440" y="1755496"/>
                  </a:lnTo>
                  <a:lnTo>
                    <a:pt x="5187763" y="1755496"/>
                  </a:lnTo>
                  <a:lnTo>
                    <a:pt x="5200085" y="1755496"/>
                  </a:lnTo>
                  <a:lnTo>
                    <a:pt x="5212408" y="1755496"/>
                  </a:lnTo>
                  <a:lnTo>
                    <a:pt x="5224730" y="1755496"/>
                  </a:lnTo>
                  <a:lnTo>
                    <a:pt x="5237053" y="1755496"/>
                  </a:lnTo>
                  <a:lnTo>
                    <a:pt x="5249375" y="1755496"/>
                  </a:lnTo>
                  <a:lnTo>
                    <a:pt x="5261698" y="1755496"/>
                  </a:lnTo>
                  <a:lnTo>
                    <a:pt x="5274020" y="1755496"/>
                  </a:lnTo>
                  <a:lnTo>
                    <a:pt x="5286342" y="1755496"/>
                  </a:lnTo>
                  <a:lnTo>
                    <a:pt x="5298665" y="1755496"/>
                  </a:lnTo>
                  <a:lnTo>
                    <a:pt x="5310987" y="1755496"/>
                  </a:lnTo>
                  <a:lnTo>
                    <a:pt x="5323310" y="1755496"/>
                  </a:lnTo>
                  <a:lnTo>
                    <a:pt x="5335632" y="1755496"/>
                  </a:lnTo>
                  <a:lnTo>
                    <a:pt x="5347955" y="1755496"/>
                  </a:lnTo>
                  <a:lnTo>
                    <a:pt x="5360277" y="1755496"/>
                  </a:lnTo>
                  <a:lnTo>
                    <a:pt x="5372600" y="1755496"/>
                  </a:lnTo>
                  <a:lnTo>
                    <a:pt x="5384922" y="1755496"/>
                  </a:lnTo>
                  <a:lnTo>
                    <a:pt x="5397245" y="1755496"/>
                  </a:lnTo>
                  <a:lnTo>
                    <a:pt x="5409567" y="1755496"/>
                  </a:lnTo>
                  <a:lnTo>
                    <a:pt x="5421890" y="1755496"/>
                  </a:lnTo>
                  <a:lnTo>
                    <a:pt x="5434212" y="1755496"/>
                  </a:lnTo>
                  <a:lnTo>
                    <a:pt x="5446535" y="1755496"/>
                  </a:lnTo>
                  <a:lnTo>
                    <a:pt x="5458857" y="1755496"/>
                  </a:lnTo>
                  <a:lnTo>
                    <a:pt x="5471180" y="1755496"/>
                  </a:lnTo>
                  <a:lnTo>
                    <a:pt x="5483502" y="1755496"/>
                  </a:lnTo>
                  <a:lnTo>
                    <a:pt x="5495825" y="1755496"/>
                  </a:lnTo>
                  <a:lnTo>
                    <a:pt x="5508147" y="1755496"/>
                  </a:lnTo>
                  <a:lnTo>
                    <a:pt x="5520470" y="1755496"/>
                  </a:lnTo>
                  <a:lnTo>
                    <a:pt x="5532792" y="1755496"/>
                  </a:lnTo>
                  <a:lnTo>
                    <a:pt x="5545114" y="1755496"/>
                  </a:lnTo>
                  <a:lnTo>
                    <a:pt x="5557437" y="1755496"/>
                  </a:lnTo>
                  <a:lnTo>
                    <a:pt x="5569759" y="1755495"/>
                  </a:lnTo>
                  <a:lnTo>
                    <a:pt x="5582082" y="1755495"/>
                  </a:lnTo>
                  <a:lnTo>
                    <a:pt x="5594404" y="1755495"/>
                  </a:lnTo>
                  <a:lnTo>
                    <a:pt x="5606727" y="1755495"/>
                  </a:lnTo>
                  <a:lnTo>
                    <a:pt x="5619049" y="1755494"/>
                  </a:lnTo>
                  <a:lnTo>
                    <a:pt x="5631372" y="1755494"/>
                  </a:lnTo>
                  <a:lnTo>
                    <a:pt x="5643694" y="1755492"/>
                  </a:lnTo>
                  <a:lnTo>
                    <a:pt x="5656017" y="1755491"/>
                  </a:lnTo>
                  <a:lnTo>
                    <a:pt x="5668339" y="1755488"/>
                  </a:lnTo>
                  <a:lnTo>
                    <a:pt x="5680662" y="1755484"/>
                  </a:lnTo>
                  <a:lnTo>
                    <a:pt x="5692984" y="1755478"/>
                  </a:lnTo>
                  <a:lnTo>
                    <a:pt x="5705307" y="1755469"/>
                  </a:lnTo>
                  <a:lnTo>
                    <a:pt x="5717629" y="1755456"/>
                  </a:lnTo>
                  <a:lnTo>
                    <a:pt x="5729952" y="1755439"/>
                  </a:lnTo>
                  <a:lnTo>
                    <a:pt x="5742274" y="1755415"/>
                  </a:lnTo>
                  <a:lnTo>
                    <a:pt x="5754597" y="1755383"/>
                  </a:lnTo>
                  <a:lnTo>
                    <a:pt x="5766919" y="1755342"/>
                  </a:lnTo>
                  <a:lnTo>
                    <a:pt x="5779242" y="1755289"/>
                  </a:lnTo>
                  <a:lnTo>
                    <a:pt x="5791564" y="1755223"/>
                  </a:lnTo>
                  <a:lnTo>
                    <a:pt x="5803887" y="1755139"/>
                  </a:lnTo>
                  <a:lnTo>
                    <a:pt x="5816209" y="1755038"/>
                  </a:lnTo>
                  <a:lnTo>
                    <a:pt x="5828531" y="1754918"/>
                  </a:lnTo>
                  <a:lnTo>
                    <a:pt x="5840854" y="1754780"/>
                  </a:lnTo>
                  <a:lnTo>
                    <a:pt x="5853176" y="1754623"/>
                  </a:lnTo>
                  <a:lnTo>
                    <a:pt x="5865499" y="1754449"/>
                  </a:lnTo>
                  <a:lnTo>
                    <a:pt x="5877821" y="1754259"/>
                  </a:lnTo>
                  <a:lnTo>
                    <a:pt x="5890144" y="1754058"/>
                  </a:lnTo>
                  <a:lnTo>
                    <a:pt x="5902466" y="1753847"/>
                  </a:lnTo>
                  <a:lnTo>
                    <a:pt x="5914789" y="1753630"/>
                  </a:lnTo>
                  <a:lnTo>
                    <a:pt x="5927111" y="1753408"/>
                  </a:lnTo>
                  <a:lnTo>
                    <a:pt x="5939434" y="1753183"/>
                  </a:lnTo>
                  <a:lnTo>
                    <a:pt x="5951756" y="1752949"/>
                  </a:lnTo>
                  <a:lnTo>
                    <a:pt x="5964079" y="1752698"/>
                  </a:lnTo>
                  <a:lnTo>
                    <a:pt x="5976401" y="1752415"/>
                  </a:lnTo>
                  <a:lnTo>
                    <a:pt x="5988724" y="1752078"/>
                  </a:lnTo>
                  <a:lnTo>
                    <a:pt x="6001046" y="1751654"/>
                  </a:lnTo>
                  <a:lnTo>
                    <a:pt x="6013369" y="1751102"/>
                  </a:lnTo>
                  <a:lnTo>
                    <a:pt x="6025691" y="1750366"/>
                  </a:lnTo>
                  <a:lnTo>
                    <a:pt x="6038014" y="1749341"/>
                  </a:lnTo>
                  <a:lnTo>
                    <a:pt x="6050336" y="1747969"/>
                  </a:lnTo>
                  <a:lnTo>
                    <a:pt x="6062659" y="1746164"/>
                  </a:lnTo>
                  <a:lnTo>
                    <a:pt x="6074981" y="1743832"/>
                  </a:lnTo>
                  <a:lnTo>
                    <a:pt x="6087304" y="1740883"/>
                  </a:lnTo>
                  <a:lnTo>
                    <a:pt x="6099626" y="1737231"/>
                  </a:lnTo>
                  <a:lnTo>
                    <a:pt x="6111948" y="1732805"/>
                  </a:lnTo>
                  <a:lnTo>
                    <a:pt x="6124271" y="1727554"/>
                  </a:lnTo>
                  <a:lnTo>
                    <a:pt x="6136593" y="1721454"/>
                  </a:lnTo>
                  <a:lnTo>
                    <a:pt x="6148916" y="1714443"/>
                  </a:lnTo>
                  <a:lnTo>
                    <a:pt x="6161238" y="1706671"/>
                  </a:lnTo>
                  <a:lnTo>
                    <a:pt x="6173561" y="1698302"/>
                  </a:lnTo>
                  <a:lnTo>
                    <a:pt x="6185883" y="1689527"/>
                  </a:lnTo>
                  <a:lnTo>
                    <a:pt x="6198206" y="1680582"/>
                  </a:lnTo>
                  <a:lnTo>
                    <a:pt x="6210528" y="1671744"/>
                  </a:lnTo>
                  <a:lnTo>
                    <a:pt x="6222851" y="1663318"/>
                  </a:lnTo>
                  <a:lnTo>
                    <a:pt x="6235173" y="1655623"/>
                  </a:lnTo>
                  <a:lnTo>
                    <a:pt x="6247496" y="1648974"/>
                  </a:lnTo>
                  <a:lnTo>
                    <a:pt x="6259818" y="1643761"/>
                  </a:lnTo>
                  <a:lnTo>
                    <a:pt x="6272141" y="1640300"/>
                  </a:lnTo>
                  <a:lnTo>
                    <a:pt x="6284463" y="1638637"/>
                  </a:lnTo>
                  <a:lnTo>
                    <a:pt x="6296786" y="163884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706745" y="3399988"/>
              <a:ext cx="6296786" cy="2746339"/>
            </a:xfrm>
            <a:custGeom>
              <a:avLst/>
              <a:pathLst>
                <a:path w="6296786" h="2746339">
                  <a:moveTo>
                    <a:pt x="0" y="2746339"/>
                  </a:moveTo>
                  <a:lnTo>
                    <a:pt x="12322" y="2746339"/>
                  </a:lnTo>
                  <a:lnTo>
                    <a:pt x="24644" y="2746339"/>
                  </a:lnTo>
                  <a:lnTo>
                    <a:pt x="36967" y="2746339"/>
                  </a:lnTo>
                  <a:lnTo>
                    <a:pt x="49289" y="2746339"/>
                  </a:lnTo>
                  <a:lnTo>
                    <a:pt x="61612" y="2746339"/>
                  </a:lnTo>
                  <a:lnTo>
                    <a:pt x="73934" y="2746339"/>
                  </a:lnTo>
                  <a:lnTo>
                    <a:pt x="86257" y="2746339"/>
                  </a:lnTo>
                  <a:lnTo>
                    <a:pt x="98579" y="2746339"/>
                  </a:lnTo>
                  <a:lnTo>
                    <a:pt x="110902" y="2746339"/>
                  </a:lnTo>
                  <a:lnTo>
                    <a:pt x="123224" y="2746339"/>
                  </a:lnTo>
                  <a:lnTo>
                    <a:pt x="135547" y="2746339"/>
                  </a:lnTo>
                  <a:lnTo>
                    <a:pt x="147869" y="2746339"/>
                  </a:lnTo>
                  <a:lnTo>
                    <a:pt x="160192" y="2746339"/>
                  </a:lnTo>
                  <a:lnTo>
                    <a:pt x="172514" y="2746339"/>
                  </a:lnTo>
                  <a:lnTo>
                    <a:pt x="184837" y="2746339"/>
                  </a:lnTo>
                  <a:lnTo>
                    <a:pt x="197159" y="2746339"/>
                  </a:lnTo>
                  <a:lnTo>
                    <a:pt x="209482" y="2746339"/>
                  </a:lnTo>
                  <a:lnTo>
                    <a:pt x="221804" y="2746339"/>
                  </a:lnTo>
                  <a:lnTo>
                    <a:pt x="234127" y="2746339"/>
                  </a:lnTo>
                  <a:lnTo>
                    <a:pt x="246449" y="2746339"/>
                  </a:lnTo>
                  <a:lnTo>
                    <a:pt x="258772" y="2746339"/>
                  </a:lnTo>
                  <a:lnTo>
                    <a:pt x="271094" y="2746339"/>
                  </a:lnTo>
                  <a:lnTo>
                    <a:pt x="283416" y="2746339"/>
                  </a:lnTo>
                  <a:lnTo>
                    <a:pt x="295739" y="2746339"/>
                  </a:lnTo>
                  <a:lnTo>
                    <a:pt x="308061" y="2746339"/>
                  </a:lnTo>
                  <a:lnTo>
                    <a:pt x="320384" y="2746339"/>
                  </a:lnTo>
                  <a:lnTo>
                    <a:pt x="332706" y="2746339"/>
                  </a:lnTo>
                  <a:lnTo>
                    <a:pt x="345029" y="2746339"/>
                  </a:lnTo>
                  <a:lnTo>
                    <a:pt x="357351" y="2746339"/>
                  </a:lnTo>
                  <a:lnTo>
                    <a:pt x="369674" y="2746339"/>
                  </a:lnTo>
                  <a:lnTo>
                    <a:pt x="381996" y="2746339"/>
                  </a:lnTo>
                  <a:lnTo>
                    <a:pt x="394319" y="2746339"/>
                  </a:lnTo>
                  <a:lnTo>
                    <a:pt x="406641" y="2746339"/>
                  </a:lnTo>
                  <a:lnTo>
                    <a:pt x="418964" y="2746339"/>
                  </a:lnTo>
                  <a:lnTo>
                    <a:pt x="431286" y="2746339"/>
                  </a:lnTo>
                  <a:lnTo>
                    <a:pt x="443609" y="2746339"/>
                  </a:lnTo>
                  <a:lnTo>
                    <a:pt x="455931" y="2746339"/>
                  </a:lnTo>
                  <a:lnTo>
                    <a:pt x="468254" y="2746339"/>
                  </a:lnTo>
                  <a:lnTo>
                    <a:pt x="480576" y="2746339"/>
                  </a:lnTo>
                  <a:lnTo>
                    <a:pt x="492899" y="2746339"/>
                  </a:lnTo>
                  <a:lnTo>
                    <a:pt x="505221" y="2746339"/>
                  </a:lnTo>
                  <a:lnTo>
                    <a:pt x="517544" y="2746339"/>
                  </a:lnTo>
                  <a:lnTo>
                    <a:pt x="529866" y="2746339"/>
                  </a:lnTo>
                  <a:lnTo>
                    <a:pt x="542189" y="2746339"/>
                  </a:lnTo>
                  <a:lnTo>
                    <a:pt x="554511" y="2746339"/>
                  </a:lnTo>
                  <a:lnTo>
                    <a:pt x="566833" y="2746339"/>
                  </a:lnTo>
                  <a:lnTo>
                    <a:pt x="579156" y="2746339"/>
                  </a:lnTo>
                  <a:lnTo>
                    <a:pt x="591478" y="2746339"/>
                  </a:lnTo>
                  <a:lnTo>
                    <a:pt x="603801" y="2746339"/>
                  </a:lnTo>
                  <a:lnTo>
                    <a:pt x="616123" y="2746339"/>
                  </a:lnTo>
                  <a:lnTo>
                    <a:pt x="628446" y="2746339"/>
                  </a:lnTo>
                  <a:lnTo>
                    <a:pt x="640768" y="2746339"/>
                  </a:lnTo>
                  <a:lnTo>
                    <a:pt x="653091" y="2746339"/>
                  </a:lnTo>
                  <a:lnTo>
                    <a:pt x="665413" y="2746339"/>
                  </a:lnTo>
                  <a:lnTo>
                    <a:pt x="677736" y="2746339"/>
                  </a:lnTo>
                  <a:lnTo>
                    <a:pt x="690058" y="2746339"/>
                  </a:lnTo>
                  <a:lnTo>
                    <a:pt x="702381" y="2746339"/>
                  </a:lnTo>
                  <a:lnTo>
                    <a:pt x="714703" y="2746339"/>
                  </a:lnTo>
                  <a:lnTo>
                    <a:pt x="727026" y="2746339"/>
                  </a:lnTo>
                  <a:lnTo>
                    <a:pt x="739348" y="2746339"/>
                  </a:lnTo>
                  <a:lnTo>
                    <a:pt x="751671" y="2746339"/>
                  </a:lnTo>
                  <a:lnTo>
                    <a:pt x="763993" y="2746339"/>
                  </a:lnTo>
                  <a:lnTo>
                    <a:pt x="776316" y="2746339"/>
                  </a:lnTo>
                  <a:lnTo>
                    <a:pt x="788638" y="2746339"/>
                  </a:lnTo>
                  <a:lnTo>
                    <a:pt x="800961" y="2746339"/>
                  </a:lnTo>
                  <a:lnTo>
                    <a:pt x="813283" y="2746339"/>
                  </a:lnTo>
                  <a:lnTo>
                    <a:pt x="825606" y="2746339"/>
                  </a:lnTo>
                  <a:lnTo>
                    <a:pt x="837928" y="2746339"/>
                  </a:lnTo>
                  <a:lnTo>
                    <a:pt x="850250" y="2746339"/>
                  </a:lnTo>
                  <a:lnTo>
                    <a:pt x="862573" y="2746339"/>
                  </a:lnTo>
                  <a:lnTo>
                    <a:pt x="874895" y="2746339"/>
                  </a:lnTo>
                  <a:lnTo>
                    <a:pt x="887218" y="2746339"/>
                  </a:lnTo>
                  <a:lnTo>
                    <a:pt x="899540" y="2746339"/>
                  </a:lnTo>
                  <a:lnTo>
                    <a:pt x="911863" y="2746339"/>
                  </a:lnTo>
                  <a:lnTo>
                    <a:pt x="924185" y="2746339"/>
                  </a:lnTo>
                  <a:lnTo>
                    <a:pt x="936508" y="2746339"/>
                  </a:lnTo>
                  <a:lnTo>
                    <a:pt x="948830" y="2746339"/>
                  </a:lnTo>
                  <a:lnTo>
                    <a:pt x="961153" y="2746339"/>
                  </a:lnTo>
                  <a:lnTo>
                    <a:pt x="973475" y="2746339"/>
                  </a:lnTo>
                  <a:lnTo>
                    <a:pt x="985798" y="2746339"/>
                  </a:lnTo>
                  <a:lnTo>
                    <a:pt x="998120" y="2746339"/>
                  </a:lnTo>
                  <a:lnTo>
                    <a:pt x="1010443" y="2746339"/>
                  </a:lnTo>
                  <a:lnTo>
                    <a:pt x="1022765" y="2746339"/>
                  </a:lnTo>
                  <a:lnTo>
                    <a:pt x="1035088" y="2746339"/>
                  </a:lnTo>
                  <a:lnTo>
                    <a:pt x="1047410" y="2746339"/>
                  </a:lnTo>
                  <a:lnTo>
                    <a:pt x="1059733" y="2746339"/>
                  </a:lnTo>
                  <a:lnTo>
                    <a:pt x="1072055" y="2746339"/>
                  </a:lnTo>
                  <a:lnTo>
                    <a:pt x="1084378" y="2746339"/>
                  </a:lnTo>
                  <a:lnTo>
                    <a:pt x="1096700" y="2746339"/>
                  </a:lnTo>
                  <a:lnTo>
                    <a:pt x="1109022" y="2746339"/>
                  </a:lnTo>
                  <a:lnTo>
                    <a:pt x="1121345" y="2746339"/>
                  </a:lnTo>
                  <a:lnTo>
                    <a:pt x="1133667" y="2746339"/>
                  </a:lnTo>
                  <a:lnTo>
                    <a:pt x="1145990" y="2746339"/>
                  </a:lnTo>
                  <a:lnTo>
                    <a:pt x="1158312" y="2746339"/>
                  </a:lnTo>
                  <a:lnTo>
                    <a:pt x="1170635" y="2746339"/>
                  </a:lnTo>
                  <a:lnTo>
                    <a:pt x="1182957" y="2746339"/>
                  </a:lnTo>
                  <a:lnTo>
                    <a:pt x="1195280" y="2746339"/>
                  </a:lnTo>
                  <a:lnTo>
                    <a:pt x="1207602" y="2746339"/>
                  </a:lnTo>
                  <a:lnTo>
                    <a:pt x="1219925" y="2746339"/>
                  </a:lnTo>
                  <a:lnTo>
                    <a:pt x="1232247" y="2746339"/>
                  </a:lnTo>
                  <a:lnTo>
                    <a:pt x="1244570" y="2746339"/>
                  </a:lnTo>
                  <a:lnTo>
                    <a:pt x="1256892" y="2746339"/>
                  </a:lnTo>
                  <a:lnTo>
                    <a:pt x="1269215" y="2746339"/>
                  </a:lnTo>
                  <a:lnTo>
                    <a:pt x="1281537" y="2746339"/>
                  </a:lnTo>
                  <a:lnTo>
                    <a:pt x="1293860" y="2746339"/>
                  </a:lnTo>
                  <a:lnTo>
                    <a:pt x="1306182" y="2746339"/>
                  </a:lnTo>
                  <a:lnTo>
                    <a:pt x="1318505" y="2746339"/>
                  </a:lnTo>
                  <a:lnTo>
                    <a:pt x="1330827" y="2746339"/>
                  </a:lnTo>
                  <a:lnTo>
                    <a:pt x="1343150" y="2746339"/>
                  </a:lnTo>
                  <a:lnTo>
                    <a:pt x="1355472" y="2746339"/>
                  </a:lnTo>
                  <a:lnTo>
                    <a:pt x="1367795" y="2746339"/>
                  </a:lnTo>
                  <a:lnTo>
                    <a:pt x="1380117" y="2746339"/>
                  </a:lnTo>
                  <a:lnTo>
                    <a:pt x="1392439" y="2746339"/>
                  </a:lnTo>
                  <a:lnTo>
                    <a:pt x="1404762" y="2746339"/>
                  </a:lnTo>
                  <a:lnTo>
                    <a:pt x="1417084" y="2746339"/>
                  </a:lnTo>
                  <a:lnTo>
                    <a:pt x="1429407" y="2746338"/>
                  </a:lnTo>
                  <a:lnTo>
                    <a:pt x="1441729" y="2746338"/>
                  </a:lnTo>
                  <a:lnTo>
                    <a:pt x="1454052" y="2746336"/>
                  </a:lnTo>
                  <a:lnTo>
                    <a:pt x="1466374" y="2746333"/>
                  </a:lnTo>
                  <a:lnTo>
                    <a:pt x="1478697" y="2746327"/>
                  </a:lnTo>
                  <a:lnTo>
                    <a:pt x="1491019" y="2746316"/>
                  </a:lnTo>
                  <a:lnTo>
                    <a:pt x="1503342" y="2746295"/>
                  </a:lnTo>
                  <a:lnTo>
                    <a:pt x="1515664" y="2746259"/>
                  </a:lnTo>
                  <a:lnTo>
                    <a:pt x="1527987" y="2746198"/>
                  </a:lnTo>
                  <a:lnTo>
                    <a:pt x="1540309" y="2746098"/>
                  </a:lnTo>
                  <a:lnTo>
                    <a:pt x="1552632" y="2745942"/>
                  </a:lnTo>
                  <a:lnTo>
                    <a:pt x="1564954" y="2745711"/>
                  </a:lnTo>
                  <a:lnTo>
                    <a:pt x="1577277" y="2745381"/>
                  </a:lnTo>
                  <a:lnTo>
                    <a:pt x="1589599" y="2744925"/>
                  </a:lnTo>
                  <a:lnTo>
                    <a:pt x="1601922" y="2744323"/>
                  </a:lnTo>
                  <a:lnTo>
                    <a:pt x="1614244" y="2743553"/>
                  </a:lnTo>
                  <a:lnTo>
                    <a:pt x="1626567" y="2742603"/>
                  </a:lnTo>
                  <a:lnTo>
                    <a:pt x="1638889" y="2741469"/>
                  </a:lnTo>
                  <a:lnTo>
                    <a:pt x="1651212" y="2740158"/>
                  </a:lnTo>
                  <a:lnTo>
                    <a:pt x="1663534" y="2738681"/>
                  </a:lnTo>
                  <a:lnTo>
                    <a:pt x="1675856" y="2737055"/>
                  </a:lnTo>
                  <a:lnTo>
                    <a:pt x="1688179" y="2735301"/>
                  </a:lnTo>
                  <a:lnTo>
                    <a:pt x="1700501" y="2733450"/>
                  </a:lnTo>
                  <a:lnTo>
                    <a:pt x="1712824" y="2731527"/>
                  </a:lnTo>
                  <a:lnTo>
                    <a:pt x="1725146" y="2729558"/>
                  </a:lnTo>
                  <a:lnTo>
                    <a:pt x="1737469" y="2727577"/>
                  </a:lnTo>
                  <a:lnTo>
                    <a:pt x="1749791" y="2725627"/>
                  </a:lnTo>
                  <a:lnTo>
                    <a:pt x="1762114" y="2723760"/>
                  </a:lnTo>
                  <a:lnTo>
                    <a:pt x="1774436" y="2722029"/>
                  </a:lnTo>
                  <a:lnTo>
                    <a:pt x="1786759" y="2720476"/>
                  </a:lnTo>
                  <a:lnTo>
                    <a:pt x="1799081" y="2719116"/>
                  </a:lnTo>
                  <a:lnTo>
                    <a:pt x="1811404" y="2717920"/>
                  </a:lnTo>
                  <a:lnTo>
                    <a:pt x="1823726" y="2716793"/>
                  </a:lnTo>
                  <a:lnTo>
                    <a:pt x="1836049" y="2715560"/>
                  </a:lnTo>
                  <a:lnTo>
                    <a:pt x="1848371" y="2713877"/>
                  </a:lnTo>
                  <a:lnTo>
                    <a:pt x="1860694" y="2711346"/>
                  </a:lnTo>
                  <a:lnTo>
                    <a:pt x="1873016" y="2707435"/>
                  </a:lnTo>
                  <a:lnTo>
                    <a:pt x="1885339" y="2701488"/>
                  </a:lnTo>
                  <a:lnTo>
                    <a:pt x="1897661" y="2692707"/>
                  </a:lnTo>
                  <a:lnTo>
                    <a:pt x="1909984" y="2680168"/>
                  </a:lnTo>
                  <a:lnTo>
                    <a:pt x="1922306" y="2662850"/>
                  </a:lnTo>
                  <a:lnTo>
                    <a:pt x="1934629" y="2639698"/>
                  </a:lnTo>
                  <a:lnTo>
                    <a:pt x="1946951" y="2609715"/>
                  </a:lnTo>
                  <a:lnTo>
                    <a:pt x="1959273" y="2572071"/>
                  </a:lnTo>
                  <a:lnTo>
                    <a:pt x="1971596" y="2526228"/>
                  </a:lnTo>
                  <a:lnTo>
                    <a:pt x="1983918" y="2472021"/>
                  </a:lnTo>
                  <a:lnTo>
                    <a:pt x="1996241" y="2409714"/>
                  </a:lnTo>
                  <a:lnTo>
                    <a:pt x="2008563" y="2339600"/>
                  </a:lnTo>
                  <a:lnTo>
                    <a:pt x="2020886" y="2263102"/>
                  </a:lnTo>
                  <a:lnTo>
                    <a:pt x="2033208" y="2181715"/>
                  </a:lnTo>
                  <a:lnTo>
                    <a:pt x="2045531" y="2096895"/>
                  </a:lnTo>
                  <a:lnTo>
                    <a:pt x="2057853" y="2010309"/>
                  </a:lnTo>
                  <a:lnTo>
                    <a:pt x="2070176" y="1923958"/>
                  </a:lnTo>
                  <a:lnTo>
                    <a:pt x="2082498" y="1840321"/>
                  </a:lnTo>
                  <a:lnTo>
                    <a:pt x="2094821" y="1762442"/>
                  </a:lnTo>
                  <a:lnTo>
                    <a:pt x="2107143" y="1693874"/>
                  </a:lnTo>
                  <a:lnTo>
                    <a:pt x="2119466" y="1638420"/>
                  </a:lnTo>
                  <a:lnTo>
                    <a:pt x="2131788" y="1599669"/>
                  </a:lnTo>
                  <a:lnTo>
                    <a:pt x="2144111" y="1580357"/>
                  </a:lnTo>
                  <a:lnTo>
                    <a:pt x="2156433" y="1581699"/>
                  </a:lnTo>
                  <a:lnTo>
                    <a:pt x="2168756" y="1603357"/>
                  </a:lnTo>
                  <a:lnTo>
                    <a:pt x="2181078" y="1641676"/>
                  </a:lnTo>
                  <a:lnTo>
                    <a:pt x="2193401" y="1689643"/>
                  </a:lnTo>
                  <a:lnTo>
                    <a:pt x="2205723" y="1740073"/>
                  </a:lnTo>
                  <a:lnTo>
                    <a:pt x="2218045" y="1785488"/>
                  </a:lnTo>
                  <a:lnTo>
                    <a:pt x="2230368" y="1819117"/>
                  </a:lnTo>
                  <a:lnTo>
                    <a:pt x="2242690" y="1835743"/>
                  </a:lnTo>
                  <a:lnTo>
                    <a:pt x="2255013" y="1832299"/>
                  </a:lnTo>
                  <a:lnTo>
                    <a:pt x="2267335" y="1808117"/>
                  </a:lnTo>
                  <a:lnTo>
                    <a:pt x="2279658" y="1764857"/>
                  </a:lnTo>
                  <a:lnTo>
                    <a:pt x="2291980" y="1706132"/>
                  </a:lnTo>
                  <a:lnTo>
                    <a:pt x="2304303" y="1636949"/>
                  </a:lnTo>
                  <a:lnTo>
                    <a:pt x="2316625" y="1563039"/>
                  </a:lnTo>
                  <a:lnTo>
                    <a:pt x="2328948" y="1490240"/>
                  </a:lnTo>
                  <a:lnTo>
                    <a:pt x="2341270" y="1424758"/>
                  </a:lnTo>
                  <a:lnTo>
                    <a:pt x="2353593" y="1370362"/>
                  </a:lnTo>
                  <a:lnTo>
                    <a:pt x="2365915" y="1329460"/>
                  </a:lnTo>
                  <a:lnTo>
                    <a:pt x="2378238" y="1302799"/>
                  </a:lnTo>
                  <a:lnTo>
                    <a:pt x="2390560" y="1289328"/>
                  </a:lnTo>
                  <a:lnTo>
                    <a:pt x="2402883" y="1286153"/>
                  </a:lnTo>
                  <a:lnTo>
                    <a:pt x="2415205" y="1288598"/>
                  </a:lnTo>
                  <a:lnTo>
                    <a:pt x="2427528" y="1290453"/>
                  </a:lnTo>
                  <a:lnTo>
                    <a:pt x="2439850" y="1284441"/>
                  </a:lnTo>
                  <a:lnTo>
                    <a:pt x="2452173" y="1262919"/>
                  </a:lnTo>
                  <a:lnTo>
                    <a:pt x="2464495" y="1218794"/>
                  </a:lnTo>
                  <a:lnTo>
                    <a:pt x="2476818" y="1146582"/>
                  </a:lnTo>
                  <a:lnTo>
                    <a:pt x="2489140" y="1043463"/>
                  </a:lnTo>
                  <a:lnTo>
                    <a:pt x="2501462" y="908626"/>
                  </a:lnTo>
                  <a:lnTo>
                    <a:pt x="2513785" y="749715"/>
                  </a:lnTo>
                  <a:lnTo>
                    <a:pt x="2526107" y="577512"/>
                  </a:lnTo>
                  <a:lnTo>
                    <a:pt x="2538430" y="405193"/>
                  </a:lnTo>
                  <a:lnTo>
                    <a:pt x="2550752" y="247594"/>
                  </a:lnTo>
                  <a:lnTo>
                    <a:pt x="2563075" y="119495"/>
                  </a:lnTo>
                  <a:lnTo>
                    <a:pt x="2575397" y="33815"/>
                  </a:lnTo>
                  <a:lnTo>
                    <a:pt x="2587720" y="0"/>
                  </a:lnTo>
                  <a:lnTo>
                    <a:pt x="2600042" y="22843"/>
                  </a:lnTo>
                  <a:lnTo>
                    <a:pt x="2612365" y="101940"/>
                  </a:lnTo>
                  <a:lnTo>
                    <a:pt x="2624687" y="231864"/>
                  </a:lnTo>
                  <a:lnTo>
                    <a:pt x="2637010" y="403032"/>
                  </a:lnTo>
                  <a:lnTo>
                    <a:pt x="2649332" y="603118"/>
                  </a:lnTo>
                  <a:lnTo>
                    <a:pt x="2661655" y="818802"/>
                  </a:lnTo>
                  <a:lnTo>
                    <a:pt x="2673977" y="1035975"/>
                  </a:lnTo>
                  <a:lnTo>
                    <a:pt x="2686300" y="1244078"/>
                  </a:lnTo>
                  <a:lnTo>
                    <a:pt x="2698622" y="1436256"/>
                  </a:lnTo>
                  <a:lnTo>
                    <a:pt x="2710945" y="1608590"/>
                  </a:lnTo>
                  <a:lnTo>
                    <a:pt x="2723267" y="1759672"/>
                  </a:lnTo>
                  <a:lnTo>
                    <a:pt x="2735590" y="1889923"/>
                  </a:lnTo>
                  <a:lnTo>
                    <a:pt x="2747912" y="2000835"/>
                  </a:lnTo>
                  <a:lnTo>
                    <a:pt x="2760235" y="2094275"/>
                  </a:lnTo>
                  <a:lnTo>
                    <a:pt x="2772557" y="2171955"/>
                  </a:lnTo>
                  <a:lnTo>
                    <a:pt x="2784879" y="2235120"/>
                  </a:lnTo>
                  <a:lnTo>
                    <a:pt x="2797202" y="2284468"/>
                  </a:lnTo>
                  <a:lnTo>
                    <a:pt x="2809524" y="2320268"/>
                  </a:lnTo>
                  <a:lnTo>
                    <a:pt x="2821847" y="2342490"/>
                  </a:lnTo>
                  <a:lnTo>
                    <a:pt x="2834169" y="2350695"/>
                  </a:lnTo>
                  <a:lnTo>
                    <a:pt x="2846492" y="2347018"/>
                  </a:lnTo>
                  <a:lnTo>
                    <a:pt x="2858814" y="2333410"/>
                  </a:lnTo>
                  <a:lnTo>
                    <a:pt x="2871137" y="2312679"/>
                  </a:lnTo>
                  <a:lnTo>
                    <a:pt x="2883459" y="2288325"/>
                  </a:lnTo>
                  <a:lnTo>
                    <a:pt x="2895782" y="2264210"/>
                  </a:lnTo>
                  <a:lnTo>
                    <a:pt x="2908104" y="2244128"/>
                  </a:lnTo>
                  <a:lnTo>
                    <a:pt x="2920427" y="2231356"/>
                  </a:lnTo>
                  <a:lnTo>
                    <a:pt x="2932749" y="2228240"/>
                  </a:lnTo>
                  <a:lnTo>
                    <a:pt x="2945072" y="2235909"/>
                  </a:lnTo>
                  <a:lnTo>
                    <a:pt x="2957394" y="2254152"/>
                  </a:lnTo>
                  <a:lnTo>
                    <a:pt x="2969717" y="2281480"/>
                  </a:lnTo>
                  <a:lnTo>
                    <a:pt x="2982039" y="2315365"/>
                  </a:lnTo>
                  <a:lnTo>
                    <a:pt x="2994362" y="2352573"/>
                  </a:lnTo>
                  <a:lnTo>
                    <a:pt x="3006684" y="2389227"/>
                  </a:lnTo>
                  <a:lnTo>
                    <a:pt x="3019007" y="2422394"/>
                  </a:lnTo>
                  <a:lnTo>
                    <a:pt x="3031329" y="2450004"/>
                  </a:lnTo>
                  <a:lnTo>
                    <a:pt x="3043652" y="2471015"/>
                  </a:lnTo>
                  <a:lnTo>
                    <a:pt x="3055974" y="2485463"/>
                  </a:lnTo>
                  <a:lnTo>
                    <a:pt x="3068296" y="2494360"/>
                  </a:lnTo>
                  <a:lnTo>
                    <a:pt x="3080619" y="2499440"/>
                  </a:lnTo>
                  <a:lnTo>
                    <a:pt x="3092941" y="2502794"/>
                  </a:lnTo>
                  <a:lnTo>
                    <a:pt x="3105264" y="2506481"/>
                  </a:lnTo>
                  <a:lnTo>
                    <a:pt x="3117586" y="2512146"/>
                  </a:lnTo>
                  <a:lnTo>
                    <a:pt x="3129909" y="2520740"/>
                  </a:lnTo>
                  <a:lnTo>
                    <a:pt x="3142231" y="2532395"/>
                  </a:lnTo>
                  <a:lnTo>
                    <a:pt x="3154554" y="2546490"/>
                  </a:lnTo>
                  <a:lnTo>
                    <a:pt x="3166876" y="2561552"/>
                  </a:lnTo>
                  <a:lnTo>
                    <a:pt x="3179199" y="2575959"/>
                  </a:lnTo>
                  <a:lnTo>
                    <a:pt x="3191521" y="2588351"/>
                  </a:lnTo>
                  <a:lnTo>
                    <a:pt x="3203844" y="2597742"/>
                  </a:lnTo>
                  <a:lnTo>
                    <a:pt x="3216166" y="2603604"/>
                  </a:lnTo>
                  <a:lnTo>
                    <a:pt x="3228489" y="2605841"/>
                  </a:lnTo>
                  <a:lnTo>
                    <a:pt x="3240811" y="2604663"/>
                  </a:lnTo>
                  <a:lnTo>
                    <a:pt x="3253134" y="2600421"/>
                  </a:lnTo>
                  <a:lnTo>
                    <a:pt x="3265456" y="2593451"/>
                  </a:lnTo>
                  <a:lnTo>
                    <a:pt x="3277779" y="2583987"/>
                  </a:lnTo>
                  <a:lnTo>
                    <a:pt x="3290101" y="2572154"/>
                  </a:lnTo>
                  <a:lnTo>
                    <a:pt x="3302424" y="2558056"/>
                  </a:lnTo>
                  <a:lnTo>
                    <a:pt x="3314746" y="2541899"/>
                  </a:lnTo>
                  <a:lnTo>
                    <a:pt x="3327068" y="2524243"/>
                  </a:lnTo>
                  <a:lnTo>
                    <a:pt x="3339391" y="2506285"/>
                  </a:lnTo>
                  <a:lnTo>
                    <a:pt x="3351713" y="2489442"/>
                  </a:lnTo>
                  <a:lnTo>
                    <a:pt x="3364036" y="2475338"/>
                  </a:lnTo>
                  <a:lnTo>
                    <a:pt x="3376358" y="2465571"/>
                  </a:lnTo>
                  <a:lnTo>
                    <a:pt x="3388681" y="2461459"/>
                  </a:lnTo>
                  <a:lnTo>
                    <a:pt x="3401003" y="2463829"/>
                  </a:lnTo>
                  <a:lnTo>
                    <a:pt x="3413326" y="2472875"/>
                  </a:lnTo>
                  <a:lnTo>
                    <a:pt x="3425648" y="2488124"/>
                  </a:lnTo>
                  <a:lnTo>
                    <a:pt x="3437971" y="2508499"/>
                  </a:lnTo>
                  <a:lnTo>
                    <a:pt x="3450293" y="2532463"/>
                  </a:lnTo>
                  <a:lnTo>
                    <a:pt x="3462616" y="2558205"/>
                  </a:lnTo>
                  <a:lnTo>
                    <a:pt x="3474938" y="2583833"/>
                  </a:lnTo>
                  <a:lnTo>
                    <a:pt x="3487261" y="2607259"/>
                  </a:lnTo>
                  <a:lnTo>
                    <a:pt x="3499583" y="2626922"/>
                  </a:lnTo>
                  <a:lnTo>
                    <a:pt x="3511906" y="2641643"/>
                  </a:lnTo>
                  <a:lnTo>
                    <a:pt x="3524228" y="2650540"/>
                  </a:lnTo>
                  <a:lnTo>
                    <a:pt x="3536551" y="2653056"/>
                  </a:lnTo>
                  <a:lnTo>
                    <a:pt x="3548873" y="2648968"/>
                  </a:lnTo>
                  <a:lnTo>
                    <a:pt x="3561196" y="2638395"/>
                  </a:lnTo>
                  <a:lnTo>
                    <a:pt x="3573518" y="2621805"/>
                  </a:lnTo>
                  <a:lnTo>
                    <a:pt x="3585841" y="2600022"/>
                  </a:lnTo>
                  <a:lnTo>
                    <a:pt x="3598163" y="2574209"/>
                  </a:lnTo>
                  <a:lnTo>
                    <a:pt x="3610485" y="2545829"/>
                  </a:lnTo>
                  <a:lnTo>
                    <a:pt x="3622808" y="2516577"/>
                  </a:lnTo>
                  <a:lnTo>
                    <a:pt x="3635130" y="2488284"/>
                  </a:lnTo>
                  <a:lnTo>
                    <a:pt x="3647453" y="2463037"/>
                  </a:lnTo>
                  <a:lnTo>
                    <a:pt x="3659775" y="2442745"/>
                  </a:lnTo>
                  <a:lnTo>
                    <a:pt x="3672098" y="2428688"/>
                  </a:lnTo>
                  <a:lnTo>
                    <a:pt x="3684420" y="2421869"/>
                  </a:lnTo>
                  <a:lnTo>
                    <a:pt x="3696743" y="2422821"/>
                  </a:lnTo>
                  <a:lnTo>
                    <a:pt x="3709065" y="2431561"/>
                  </a:lnTo>
                  <a:lnTo>
                    <a:pt x="3721388" y="2447579"/>
                  </a:lnTo>
                  <a:lnTo>
                    <a:pt x="3733710" y="2469888"/>
                  </a:lnTo>
                  <a:lnTo>
                    <a:pt x="3746033" y="2497102"/>
                  </a:lnTo>
                  <a:lnTo>
                    <a:pt x="3758355" y="2527572"/>
                  </a:lnTo>
                  <a:lnTo>
                    <a:pt x="3770678" y="2559539"/>
                  </a:lnTo>
                  <a:lnTo>
                    <a:pt x="3783000" y="2591300"/>
                  </a:lnTo>
                  <a:lnTo>
                    <a:pt x="3795323" y="2621362"/>
                  </a:lnTo>
                  <a:lnTo>
                    <a:pt x="3807645" y="2648471"/>
                  </a:lnTo>
                  <a:lnTo>
                    <a:pt x="3819968" y="2671634"/>
                  </a:lnTo>
                  <a:lnTo>
                    <a:pt x="3832290" y="2690744"/>
                  </a:lnTo>
                  <a:lnTo>
                    <a:pt x="3844613" y="2705796"/>
                  </a:lnTo>
                  <a:lnTo>
                    <a:pt x="3856935" y="2716970"/>
                  </a:lnTo>
                  <a:lnTo>
                    <a:pt x="3869258" y="2724531"/>
                  </a:lnTo>
                  <a:lnTo>
                    <a:pt x="3881580" y="2728724"/>
                  </a:lnTo>
                  <a:lnTo>
                    <a:pt x="3893902" y="2729699"/>
                  </a:lnTo>
                  <a:lnTo>
                    <a:pt x="3906225" y="2727471"/>
                  </a:lnTo>
                  <a:lnTo>
                    <a:pt x="3918547" y="2721914"/>
                  </a:lnTo>
                  <a:lnTo>
                    <a:pt x="3930870" y="2712802"/>
                  </a:lnTo>
                  <a:lnTo>
                    <a:pt x="3943192" y="2699882"/>
                  </a:lnTo>
                  <a:lnTo>
                    <a:pt x="3955515" y="2682977"/>
                  </a:lnTo>
                  <a:lnTo>
                    <a:pt x="3967837" y="2662103"/>
                  </a:lnTo>
                  <a:lnTo>
                    <a:pt x="3980160" y="2637337"/>
                  </a:lnTo>
                  <a:lnTo>
                    <a:pt x="3992482" y="2609768"/>
                  </a:lnTo>
                  <a:lnTo>
                    <a:pt x="4004805" y="2580517"/>
                  </a:lnTo>
                  <a:lnTo>
                    <a:pt x="4017127" y="2550906"/>
                  </a:lnTo>
                  <a:lnTo>
                    <a:pt x="4029450" y="2522326"/>
                  </a:lnTo>
                  <a:lnTo>
                    <a:pt x="4041772" y="2496083"/>
                  </a:lnTo>
                  <a:lnTo>
                    <a:pt x="4054095" y="2473271"/>
                  </a:lnTo>
                  <a:lnTo>
                    <a:pt x="4066417" y="2454699"/>
                  </a:lnTo>
                  <a:lnTo>
                    <a:pt x="4078740" y="2440895"/>
                  </a:lnTo>
                  <a:lnTo>
                    <a:pt x="4091062" y="2432159"/>
                  </a:lnTo>
                  <a:lnTo>
                    <a:pt x="4103385" y="2428648"/>
                  </a:lnTo>
                  <a:lnTo>
                    <a:pt x="4115707" y="2430454"/>
                  </a:lnTo>
                  <a:lnTo>
                    <a:pt x="4128030" y="2437637"/>
                  </a:lnTo>
                  <a:lnTo>
                    <a:pt x="4140352" y="2450478"/>
                  </a:lnTo>
                  <a:lnTo>
                    <a:pt x="4152675" y="2468631"/>
                  </a:lnTo>
                  <a:lnTo>
                    <a:pt x="4164997" y="2491388"/>
                  </a:lnTo>
                  <a:lnTo>
                    <a:pt x="4177319" y="2517874"/>
                  </a:lnTo>
                  <a:lnTo>
                    <a:pt x="4189642" y="2546892"/>
                  </a:lnTo>
                  <a:lnTo>
                    <a:pt x="4201964" y="2577032"/>
                  </a:lnTo>
                  <a:lnTo>
                    <a:pt x="4214287" y="2606827"/>
                  </a:lnTo>
                  <a:lnTo>
                    <a:pt x="4226609" y="2634925"/>
                  </a:lnTo>
                  <a:lnTo>
                    <a:pt x="4238932" y="2660234"/>
                  </a:lnTo>
                  <a:lnTo>
                    <a:pt x="4251254" y="2682028"/>
                  </a:lnTo>
                  <a:lnTo>
                    <a:pt x="4263577" y="2699976"/>
                  </a:lnTo>
                  <a:lnTo>
                    <a:pt x="4275899" y="2714114"/>
                  </a:lnTo>
                  <a:lnTo>
                    <a:pt x="4288222" y="2724767"/>
                  </a:lnTo>
                  <a:lnTo>
                    <a:pt x="4300544" y="2732381"/>
                  </a:lnTo>
                  <a:lnTo>
                    <a:pt x="4312867" y="2737538"/>
                  </a:lnTo>
                  <a:lnTo>
                    <a:pt x="4325189" y="2740981"/>
                  </a:lnTo>
                  <a:lnTo>
                    <a:pt x="4337512" y="2743192"/>
                  </a:lnTo>
                  <a:lnTo>
                    <a:pt x="4349834" y="2744557"/>
                  </a:lnTo>
                  <a:lnTo>
                    <a:pt x="4362157" y="2745368"/>
                  </a:lnTo>
                  <a:lnTo>
                    <a:pt x="4374479" y="2745830"/>
                  </a:lnTo>
                  <a:lnTo>
                    <a:pt x="4386802" y="2746082"/>
                  </a:lnTo>
                  <a:lnTo>
                    <a:pt x="4399124" y="2746215"/>
                  </a:lnTo>
                  <a:lnTo>
                    <a:pt x="4411447" y="2746281"/>
                  </a:lnTo>
                  <a:lnTo>
                    <a:pt x="4423769" y="2746313"/>
                  </a:lnTo>
                  <a:lnTo>
                    <a:pt x="4436091" y="2746328"/>
                  </a:lnTo>
                  <a:lnTo>
                    <a:pt x="4448414" y="2746335"/>
                  </a:lnTo>
                  <a:lnTo>
                    <a:pt x="4460736" y="2746337"/>
                  </a:lnTo>
                  <a:lnTo>
                    <a:pt x="4473059" y="2746338"/>
                  </a:lnTo>
                  <a:lnTo>
                    <a:pt x="4485381" y="2746339"/>
                  </a:lnTo>
                  <a:lnTo>
                    <a:pt x="4497704" y="2746339"/>
                  </a:lnTo>
                  <a:lnTo>
                    <a:pt x="4510026" y="2746339"/>
                  </a:lnTo>
                  <a:lnTo>
                    <a:pt x="4522349" y="2746339"/>
                  </a:lnTo>
                  <a:lnTo>
                    <a:pt x="4534671" y="2746339"/>
                  </a:lnTo>
                  <a:lnTo>
                    <a:pt x="4546994" y="2746339"/>
                  </a:lnTo>
                  <a:lnTo>
                    <a:pt x="4559316" y="2746339"/>
                  </a:lnTo>
                  <a:lnTo>
                    <a:pt x="4571639" y="2746339"/>
                  </a:lnTo>
                  <a:lnTo>
                    <a:pt x="4583961" y="2746339"/>
                  </a:lnTo>
                  <a:lnTo>
                    <a:pt x="4596284" y="2746339"/>
                  </a:lnTo>
                  <a:lnTo>
                    <a:pt x="4608606" y="2746339"/>
                  </a:lnTo>
                  <a:lnTo>
                    <a:pt x="4620929" y="2746339"/>
                  </a:lnTo>
                  <a:lnTo>
                    <a:pt x="4633251" y="2746339"/>
                  </a:lnTo>
                  <a:lnTo>
                    <a:pt x="4645574" y="2746339"/>
                  </a:lnTo>
                  <a:lnTo>
                    <a:pt x="4657896" y="2746339"/>
                  </a:lnTo>
                  <a:lnTo>
                    <a:pt x="4670219" y="2746339"/>
                  </a:lnTo>
                  <a:lnTo>
                    <a:pt x="4682541" y="2746339"/>
                  </a:lnTo>
                  <a:lnTo>
                    <a:pt x="4694864" y="2746339"/>
                  </a:lnTo>
                  <a:lnTo>
                    <a:pt x="4707186" y="2746339"/>
                  </a:lnTo>
                  <a:lnTo>
                    <a:pt x="4719508" y="2746339"/>
                  </a:lnTo>
                  <a:lnTo>
                    <a:pt x="4731831" y="2746339"/>
                  </a:lnTo>
                  <a:lnTo>
                    <a:pt x="4744153" y="2746339"/>
                  </a:lnTo>
                  <a:lnTo>
                    <a:pt x="4756476" y="2746339"/>
                  </a:lnTo>
                  <a:lnTo>
                    <a:pt x="4768798" y="2746339"/>
                  </a:lnTo>
                  <a:lnTo>
                    <a:pt x="4781121" y="2746339"/>
                  </a:lnTo>
                  <a:lnTo>
                    <a:pt x="4793443" y="2746339"/>
                  </a:lnTo>
                  <a:lnTo>
                    <a:pt x="4805766" y="2746338"/>
                  </a:lnTo>
                  <a:lnTo>
                    <a:pt x="4818088" y="2746336"/>
                  </a:lnTo>
                  <a:lnTo>
                    <a:pt x="4830411" y="2746333"/>
                  </a:lnTo>
                  <a:lnTo>
                    <a:pt x="4842733" y="2746324"/>
                  </a:lnTo>
                  <a:lnTo>
                    <a:pt x="4855056" y="2746306"/>
                  </a:lnTo>
                  <a:lnTo>
                    <a:pt x="4867378" y="2746269"/>
                  </a:lnTo>
                  <a:lnTo>
                    <a:pt x="4879701" y="2746198"/>
                  </a:lnTo>
                  <a:lnTo>
                    <a:pt x="4892023" y="2746064"/>
                  </a:lnTo>
                  <a:lnTo>
                    <a:pt x="4904346" y="2745823"/>
                  </a:lnTo>
                  <a:lnTo>
                    <a:pt x="4916668" y="2745408"/>
                  </a:lnTo>
                  <a:lnTo>
                    <a:pt x="4928991" y="2744720"/>
                  </a:lnTo>
                  <a:lnTo>
                    <a:pt x="4941313" y="2743624"/>
                  </a:lnTo>
                  <a:lnTo>
                    <a:pt x="4953636" y="2741940"/>
                  </a:lnTo>
                  <a:lnTo>
                    <a:pt x="4965958" y="2739369"/>
                  </a:lnTo>
                  <a:lnTo>
                    <a:pt x="4978281" y="2735724"/>
                  </a:lnTo>
                  <a:lnTo>
                    <a:pt x="4990603" y="2730795"/>
                  </a:lnTo>
                  <a:lnTo>
                    <a:pt x="5002925" y="2724437"/>
                  </a:lnTo>
                  <a:lnTo>
                    <a:pt x="5015248" y="2716626"/>
                  </a:lnTo>
                  <a:lnTo>
                    <a:pt x="5027570" y="2707511"/>
                  </a:lnTo>
                  <a:lnTo>
                    <a:pt x="5039893" y="2697438"/>
                  </a:lnTo>
                  <a:lnTo>
                    <a:pt x="5052215" y="2686959"/>
                  </a:lnTo>
                  <a:lnTo>
                    <a:pt x="5064538" y="2676802"/>
                  </a:lnTo>
                  <a:lnTo>
                    <a:pt x="5076860" y="2667792"/>
                  </a:lnTo>
                  <a:lnTo>
                    <a:pt x="5089183" y="2660758"/>
                  </a:lnTo>
                  <a:lnTo>
                    <a:pt x="5101505" y="2656409"/>
                  </a:lnTo>
                  <a:lnTo>
                    <a:pt x="5113828" y="2655224"/>
                  </a:lnTo>
                  <a:lnTo>
                    <a:pt x="5126150" y="2657565"/>
                  </a:lnTo>
                  <a:lnTo>
                    <a:pt x="5138473" y="2663010"/>
                  </a:lnTo>
                  <a:lnTo>
                    <a:pt x="5150795" y="2670901"/>
                  </a:lnTo>
                  <a:lnTo>
                    <a:pt x="5163118" y="2680463"/>
                  </a:lnTo>
                  <a:lnTo>
                    <a:pt x="5175440" y="2690851"/>
                  </a:lnTo>
                  <a:lnTo>
                    <a:pt x="5187763" y="2701263"/>
                  </a:lnTo>
                  <a:lnTo>
                    <a:pt x="5200085" y="2711034"/>
                  </a:lnTo>
                  <a:lnTo>
                    <a:pt x="5212408" y="2719689"/>
                  </a:lnTo>
                  <a:lnTo>
                    <a:pt x="5224730" y="2726961"/>
                  </a:lnTo>
                  <a:lnTo>
                    <a:pt x="5237053" y="2732774"/>
                  </a:lnTo>
                  <a:lnTo>
                    <a:pt x="5249375" y="2737202"/>
                  </a:lnTo>
                  <a:lnTo>
                    <a:pt x="5261698" y="2740421"/>
                  </a:lnTo>
                  <a:lnTo>
                    <a:pt x="5274020" y="2742656"/>
                  </a:lnTo>
                  <a:lnTo>
                    <a:pt x="5286342" y="2744117"/>
                  </a:lnTo>
                  <a:lnTo>
                    <a:pt x="5298665" y="2745032"/>
                  </a:lnTo>
                  <a:lnTo>
                    <a:pt x="5310987" y="2745598"/>
                  </a:lnTo>
                  <a:lnTo>
                    <a:pt x="5323310" y="2745934"/>
                  </a:lnTo>
                  <a:lnTo>
                    <a:pt x="5335632" y="2746126"/>
                  </a:lnTo>
                  <a:lnTo>
                    <a:pt x="5347955" y="2746231"/>
                  </a:lnTo>
                  <a:lnTo>
                    <a:pt x="5360277" y="2746287"/>
                  </a:lnTo>
                  <a:lnTo>
                    <a:pt x="5372600" y="2746315"/>
                  </a:lnTo>
                  <a:lnTo>
                    <a:pt x="5384922" y="2746328"/>
                  </a:lnTo>
                  <a:lnTo>
                    <a:pt x="5397245" y="2746334"/>
                  </a:lnTo>
                  <a:lnTo>
                    <a:pt x="5409567" y="2746337"/>
                  </a:lnTo>
                  <a:lnTo>
                    <a:pt x="5421890" y="2746338"/>
                  </a:lnTo>
                  <a:lnTo>
                    <a:pt x="5434212" y="2746339"/>
                  </a:lnTo>
                  <a:lnTo>
                    <a:pt x="5446535" y="2746339"/>
                  </a:lnTo>
                  <a:lnTo>
                    <a:pt x="5458857" y="2746339"/>
                  </a:lnTo>
                  <a:lnTo>
                    <a:pt x="5471180" y="2746339"/>
                  </a:lnTo>
                  <a:lnTo>
                    <a:pt x="5483502" y="2746339"/>
                  </a:lnTo>
                  <a:lnTo>
                    <a:pt x="5495825" y="2746339"/>
                  </a:lnTo>
                  <a:lnTo>
                    <a:pt x="5508147" y="2746339"/>
                  </a:lnTo>
                  <a:lnTo>
                    <a:pt x="5520470" y="2746339"/>
                  </a:lnTo>
                  <a:lnTo>
                    <a:pt x="5532792" y="2746339"/>
                  </a:lnTo>
                  <a:lnTo>
                    <a:pt x="5545114" y="2746339"/>
                  </a:lnTo>
                  <a:lnTo>
                    <a:pt x="5557437" y="2746339"/>
                  </a:lnTo>
                  <a:lnTo>
                    <a:pt x="5569759" y="2746339"/>
                  </a:lnTo>
                  <a:lnTo>
                    <a:pt x="5582082" y="2746339"/>
                  </a:lnTo>
                  <a:lnTo>
                    <a:pt x="5594404" y="2746339"/>
                  </a:lnTo>
                  <a:lnTo>
                    <a:pt x="5606727" y="2746339"/>
                  </a:lnTo>
                  <a:lnTo>
                    <a:pt x="5619049" y="2746339"/>
                  </a:lnTo>
                  <a:lnTo>
                    <a:pt x="5631372" y="2746339"/>
                  </a:lnTo>
                  <a:lnTo>
                    <a:pt x="5643694" y="2746339"/>
                  </a:lnTo>
                  <a:lnTo>
                    <a:pt x="5656017" y="2746339"/>
                  </a:lnTo>
                  <a:lnTo>
                    <a:pt x="5668339" y="2746339"/>
                  </a:lnTo>
                  <a:lnTo>
                    <a:pt x="5680662" y="2746339"/>
                  </a:lnTo>
                  <a:lnTo>
                    <a:pt x="5692984" y="2746339"/>
                  </a:lnTo>
                  <a:lnTo>
                    <a:pt x="5705307" y="2746338"/>
                  </a:lnTo>
                  <a:lnTo>
                    <a:pt x="5717629" y="2746336"/>
                  </a:lnTo>
                  <a:lnTo>
                    <a:pt x="5729952" y="2746333"/>
                  </a:lnTo>
                  <a:lnTo>
                    <a:pt x="5742274" y="2746326"/>
                  </a:lnTo>
                  <a:lnTo>
                    <a:pt x="5754597" y="2746312"/>
                  </a:lnTo>
                  <a:lnTo>
                    <a:pt x="5766919" y="2746286"/>
                  </a:lnTo>
                  <a:lnTo>
                    <a:pt x="5779242" y="2746238"/>
                  </a:lnTo>
                  <a:lnTo>
                    <a:pt x="5791564" y="2746151"/>
                  </a:lnTo>
                  <a:lnTo>
                    <a:pt x="5803887" y="2746002"/>
                  </a:lnTo>
                  <a:lnTo>
                    <a:pt x="5816209" y="2745759"/>
                  </a:lnTo>
                  <a:lnTo>
                    <a:pt x="5828531" y="2745379"/>
                  </a:lnTo>
                  <a:lnTo>
                    <a:pt x="5840854" y="2744811"/>
                  </a:lnTo>
                  <a:lnTo>
                    <a:pt x="5853176" y="2743998"/>
                  </a:lnTo>
                  <a:lnTo>
                    <a:pt x="5865499" y="2742886"/>
                  </a:lnTo>
                  <a:lnTo>
                    <a:pt x="5877821" y="2741430"/>
                  </a:lnTo>
                  <a:lnTo>
                    <a:pt x="5890144" y="2739612"/>
                  </a:lnTo>
                  <a:lnTo>
                    <a:pt x="5902466" y="2737446"/>
                  </a:lnTo>
                  <a:lnTo>
                    <a:pt x="5914789" y="2734996"/>
                  </a:lnTo>
                  <a:lnTo>
                    <a:pt x="5927111" y="2732377"/>
                  </a:lnTo>
                  <a:lnTo>
                    <a:pt x="5939434" y="2729759"/>
                  </a:lnTo>
                  <a:lnTo>
                    <a:pt x="5951756" y="2727381"/>
                  </a:lnTo>
                  <a:lnTo>
                    <a:pt x="5964079" y="2725457"/>
                  </a:lnTo>
                  <a:lnTo>
                    <a:pt x="5976401" y="2724168"/>
                  </a:lnTo>
                  <a:lnTo>
                    <a:pt x="5988724" y="2723638"/>
                  </a:lnTo>
                  <a:lnTo>
                    <a:pt x="6001046" y="2723911"/>
                  </a:lnTo>
                  <a:lnTo>
                    <a:pt x="6013369" y="2724942"/>
                  </a:lnTo>
                  <a:lnTo>
                    <a:pt x="6025691" y="2726598"/>
                  </a:lnTo>
                  <a:lnTo>
                    <a:pt x="6038014" y="2728674"/>
                  </a:lnTo>
                  <a:lnTo>
                    <a:pt x="6050336" y="2730913"/>
                  </a:lnTo>
                  <a:lnTo>
                    <a:pt x="6062659" y="2733030"/>
                  </a:lnTo>
                  <a:lnTo>
                    <a:pt x="6074981" y="2734732"/>
                  </a:lnTo>
                  <a:lnTo>
                    <a:pt x="6087304" y="2735733"/>
                  </a:lnTo>
                  <a:lnTo>
                    <a:pt x="6099626" y="2735762"/>
                  </a:lnTo>
                  <a:lnTo>
                    <a:pt x="6111948" y="2734464"/>
                  </a:lnTo>
                  <a:lnTo>
                    <a:pt x="6124271" y="2731703"/>
                  </a:lnTo>
                  <a:lnTo>
                    <a:pt x="6136593" y="2727370"/>
                  </a:lnTo>
                  <a:lnTo>
                    <a:pt x="6148916" y="2721444"/>
                  </a:lnTo>
                  <a:lnTo>
                    <a:pt x="6161238" y="2714045"/>
                  </a:lnTo>
                  <a:lnTo>
                    <a:pt x="6173561" y="2705460"/>
                  </a:lnTo>
                  <a:lnTo>
                    <a:pt x="6185883" y="2696157"/>
                  </a:lnTo>
                  <a:lnTo>
                    <a:pt x="6198206" y="2686769"/>
                  </a:lnTo>
                  <a:lnTo>
                    <a:pt x="6210528" y="2678043"/>
                  </a:lnTo>
                  <a:lnTo>
                    <a:pt x="6222851" y="2670760"/>
                  </a:lnTo>
                  <a:lnTo>
                    <a:pt x="6235173" y="2665633"/>
                  </a:lnTo>
                  <a:lnTo>
                    <a:pt x="6247496" y="2663205"/>
                  </a:lnTo>
                  <a:lnTo>
                    <a:pt x="6259818" y="2663760"/>
                  </a:lnTo>
                  <a:lnTo>
                    <a:pt x="6272141" y="2667397"/>
                  </a:lnTo>
                  <a:lnTo>
                    <a:pt x="6284463" y="2673655"/>
                  </a:lnTo>
                  <a:lnTo>
                    <a:pt x="6296786" y="2681779"/>
                  </a:lnTo>
                  <a:lnTo>
                    <a:pt x="6296786" y="2746339"/>
                  </a:lnTo>
                  <a:lnTo>
                    <a:pt x="6284463" y="2746339"/>
                  </a:lnTo>
                  <a:lnTo>
                    <a:pt x="6272141" y="2746339"/>
                  </a:lnTo>
                  <a:lnTo>
                    <a:pt x="6259818" y="2746339"/>
                  </a:lnTo>
                  <a:lnTo>
                    <a:pt x="6247496" y="2746339"/>
                  </a:lnTo>
                  <a:lnTo>
                    <a:pt x="6235173" y="2746339"/>
                  </a:lnTo>
                  <a:lnTo>
                    <a:pt x="6222851" y="2746339"/>
                  </a:lnTo>
                  <a:lnTo>
                    <a:pt x="6210528" y="2746339"/>
                  </a:lnTo>
                  <a:lnTo>
                    <a:pt x="6198206" y="2746339"/>
                  </a:lnTo>
                  <a:lnTo>
                    <a:pt x="6185883" y="2746339"/>
                  </a:lnTo>
                  <a:lnTo>
                    <a:pt x="6173561" y="2746339"/>
                  </a:lnTo>
                  <a:lnTo>
                    <a:pt x="6161238" y="2746339"/>
                  </a:lnTo>
                  <a:lnTo>
                    <a:pt x="6148916" y="2746339"/>
                  </a:lnTo>
                  <a:lnTo>
                    <a:pt x="6136593" y="2746339"/>
                  </a:lnTo>
                  <a:lnTo>
                    <a:pt x="6124271" y="2746339"/>
                  </a:lnTo>
                  <a:lnTo>
                    <a:pt x="6111948" y="2746339"/>
                  </a:lnTo>
                  <a:lnTo>
                    <a:pt x="6099626" y="2746339"/>
                  </a:lnTo>
                  <a:lnTo>
                    <a:pt x="6087304" y="2746339"/>
                  </a:lnTo>
                  <a:lnTo>
                    <a:pt x="6074981" y="2746339"/>
                  </a:lnTo>
                  <a:lnTo>
                    <a:pt x="6062659" y="2746339"/>
                  </a:lnTo>
                  <a:lnTo>
                    <a:pt x="6050336" y="2746339"/>
                  </a:lnTo>
                  <a:lnTo>
                    <a:pt x="6038014" y="2746339"/>
                  </a:lnTo>
                  <a:lnTo>
                    <a:pt x="6025691" y="2746339"/>
                  </a:lnTo>
                  <a:lnTo>
                    <a:pt x="6013369" y="2746339"/>
                  </a:lnTo>
                  <a:lnTo>
                    <a:pt x="6001046" y="2746339"/>
                  </a:lnTo>
                  <a:lnTo>
                    <a:pt x="5988724" y="2746339"/>
                  </a:lnTo>
                  <a:lnTo>
                    <a:pt x="5976401" y="2746339"/>
                  </a:lnTo>
                  <a:lnTo>
                    <a:pt x="5964079" y="2746339"/>
                  </a:lnTo>
                  <a:lnTo>
                    <a:pt x="5951756" y="2746339"/>
                  </a:lnTo>
                  <a:lnTo>
                    <a:pt x="5939434" y="2746339"/>
                  </a:lnTo>
                  <a:lnTo>
                    <a:pt x="5927111" y="2746339"/>
                  </a:lnTo>
                  <a:lnTo>
                    <a:pt x="5914789" y="2746339"/>
                  </a:lnTo>
                  <a:lnTo>
                    <a:pt x="5902466" y="2746339"/>
                  </a:lnTo>
                  <a:lnTo>
                    <a:pt x="5890144" y="2746339"/>
                  </a:lnTo>
                  <a:lnTo>
                    <a:pt x="5877821" y="2746339"/>
                  </a:lnTo>
                  <a:lnTo>
                    <a:pt x="5865499" y="2746339"/>
                  </a:lnTo>
                  <a:lnTo>
                    <a:pt x="5853176" y="2746339"/>
                  </a:lnTo>
                  <a:lnTo>
                    <a:pt x="5840854" y="2746339"/>
                  </a:lnTo>
                  <a:lnTo>
                    <a:pt x="5828531" y="2746339"/>
                  </a:lnTo>
                  <a:lnTo>
                    <a:pt x="5816209" y="2746339"/>
                  </a:lnTo>
                  <a:lnTo>
                    <a:pt x="5803887" y="2746339"/>
                  </a:lnTo>
                  <a:lnTo>
                    <a:pt x="5791564" y="2746339"/>
                  </a:lnTo>
                  <a:lnTo>
                    <a:pt x="5779242" y="2746339"/>
                  </a:lnTo>
                  <a:lnTo>
                    <a:pt x="5766919" y="2746339"/>
                  </a:lnTo>
                  <a:lnTo>
                    <a:pt x="5754597" y="2746339"/>
                  </a:lnTo>
                  <a:lnTo>
                    <a:pt x="5742274" y="2746339"/>
                  </a:lnTo>
                  <a:lnTo>
                    <a:pt x="5729952" y="2746339"/>
                  </a:lnTo>
                  <a:lnTo>
                    <a:pt x="5717629" y="2746339"/>
                  </a:lnTo>
                  <a:lnTo>
                    <a:pt x="5705307" y="2746339"/>
                  </a:lnTo>
                  <a:lnTo>
                    <a:pt x="5692984" y="2746339"/>
                  </a:lnTo>
                  <a:lnTo>
                    <a:pt x="5680662" y="2746339"/>
                  </a:lnTo>
                  <a:lnTo>
                    <a:pt x="5668339" y="2746339"/>
                  </a:lnTo>
                  <a:lnTo>
                    <a:pt x="5656017" y="2746339"/>
                  </a:lnTo>
                  <a:lnTo>
                    <a:pt x="5643694" y="2746339"/>
                  </a:lnTo>
                  <a:lnTo>
                    <a:pt x="5631372" y="2746339"/>
                  </a:lnTo>
                  <a:lnTo>
                    <a:pt x="5619049" y="2746339"/>
                  </a:lnTo>
                  <a:lnTo>
                    <a:pt x="5606727" y="2746339"/>
                  </a:lnTo>
                  <a:lnTo>
                    <a:pt x="5594404" y="2746339"/>
                  </a:lnTo>
                  <a:lnTo>
                    <a:pt x="5582082" y="2746339"/>
                  </a:lnTo>
                  <a:lnTo>
                    <a:pt x="5569759" y="2746339"/>
                  </a:lnTo>
                  <a:lnTo>
                    <a:pt x="5557437" y="2746339"/>
                  </a:lnTo>
                  <a:lnTo>
                    <a:pt x="5545114" y="2746339"/>
                  </a:lnTo>
                  <a:lnTo>
                    <a:pt x="5532792" y="2746339"/>
                  </a:lnTo>
                  <a:lnTo>
                    <a:pt x="5520470" y="2746339"/>
                  </a:lnTo>
                  <a:lnTo>
                    <a:pt x="5508147" y="2746339"/>
                  </a:lnTo>
                  <a:lnTo>
                    <a:pt x="5495825" y="2746339"/>
                  </a:lnTo>
                  <a:lnTo>
                    <a:pt x="5483502" y="2746339"/>
                  </a:lnTo>
                  <a:lnTo>
                    <a:pt x="5471180" y="2746339"/>
                  </a:lnTo>
                  <a:lnTo>
                    <a:pt x="5458857" y="2746339"/>
                  </a:lnTo>
                  <a:lnTo>
                    <a:pt x="5446535" y="2746339"/>
                  </a:lnTo>
                  <a:lnTo>
                    <a:pt x="5434212" y="2746339"/>
                  </a:lnTo>
                  <a:lnTo>
                    <a:pt x="5421890" y="2746339"/>
                  </a:lnTo>
                  <a:lnTo>
                    <a:pt x="5409567" y="2746339"/>
                  </a:lnTo>
                  <a:lnTo>
                    <a:pt x="5397245" y="2746339"/>
                  </a:lnTo>
                  <a:lnTo>
                    <a:pt x="5384922" y="2746339"/>
                  </a:lnTo>
                  <a:lnTo>
                    <a:pt x="5372600" y="2746339"/>
                  </a:lnTo>
                  <a:lnTo>
                    <a:pt x="5360277" y="2746339"/>
                  </a:lnTo>
                  <a:lnTo>
                    <a:pt x="5347955" y="2746339"/>
                  </a:lnTo>
                  <a:lnTo>
                    <a:pt x="5335632" y="2746339"/>
                  </a:lnTo>
                  <a:lnTo>
                    <a:pt x="5323310" y="2746339"/>
                  </a:lnTo>
                  <a:lnTo>
                    <a:pt x="5310987" y="2746339"/>
                  </a:lnTo>
                  <a:lnTo>
                    <a:pt x="5298665" y="2746339"/>
                  </a:lnTo>
                  <a:lnTo>
                    <a:pt x="5286342" y="2746339"/>
                  </a:lnTo>
                  <a:lnTo>
                    <a:pt x="5274020" y="2746339"/>
                  </a:lnTo>
                  <a:lnTo>
                    <a:pt x="5261698" y="2746339"/>
                  </a:lnTo>
                  <a:lnTo>
                    <a:pt x="5249375" y="2746339"/>
                  </a:lnTo>
                  <a:lnTo>
                    <a:pt x="5237053" y="2746339"/>
                  </a:lnTo>
                  <a:lnTo>
                    <a:pt x="5224730" y="2746339"/>
                  </a:lnTo>
                  <a:lnTo>
                    <a:pt x="5212408" y="2746339"/>
                  </a:lnTo>
                  <a:lnTo>
                    <a:pt x="5200085" y="2746339"/>
                  </a:lnTo>
                  <a:lnTo>
                    <a:pt x="5187763" y="2746339"/>
                  </a:lnTo>
                  <a:lnTo>
                    <a:pt x="5175440" y="2746339"/>
                  </a:lnTo>
                  <a:lnTo>
                    <a:pt x="5163118" y="2746339"/>
                  </a:lnTo>
                  <a:lnTo>
                    <a:pt x="5150795" y="2746339"/>
                  </a:lnTo>
                  <a:lnTo>
                    <a:pt x="5138473" y="2746339"/>
                  </a:lnTo>
                  <a:lnTo>
                    <a:pt x="5126150" y="2746339"/>
                  </a:lnTo>
                  <a:lnTo>
                    <a:pt x="5113828" y="2746339"/>
                  </a:lnTo>
                  <a:lnTo>
                    <a:pt x="5101505" y="2746339"/>
                  </a:lnTo>
                  <a:lnTo>
                    <a:pt x="5089183" y="2746339"/>
                  </a:lnTo>
                  <a:lnTo>
                    <a:pt x="5076860" y="2746339"/>
                  </a:lnTo>
                  <a:lnTo>
                    <a:pt x="5064538" y="2746339"/>
                  </a:lnTo>
                  <a:lnTo>
                    <a:pt x="5052215" y="2746339"/>
                  </a:lnTo>
                  <a:lnTo>
                    <a:pt x="5039893" y="2746339"/>
                  </a:lnTo>
                  <a:lnTo>
                    <a:pt x="5027570" y="2746339"/>
                  </a:lnTo>
                  <a:lnTo>
                    <a:pt x="5015248" y="2746339"/>
                  </a:lnTo>
                  <a:lnTo>
                    <a:pt x="5002925" y="2746339"/>
                  </a:lnTo>
                  <a:lnTo>
                    <a:pt x="4990603" y="2746339"/>
                  </a:lnTo>
                  <a:lnTo>
                    <a:pt x="4978281" y="2746339"/>
                  </a:lnTo>
                  <a:lnTo>
                    <a:pt x="4965958" y="2746339"/>
                  </a:lnTo>
                  <a:lnTo>
                    <a:pt x="4953636" y="2746339"/>
                  </a:lnTo>
                  <a:lnTo>
                    <a:pt x="4941313" y="2746339"/>
                  </a:lnTo>
                  <a:lnTo>
                    <a:pt x="4928991" y="2746339"/>
                  </a:lnTo>
                  <a:lnTo>
                    <a:pt x="4916668" y="2746339"/>
                  </a:lnTo>
                  <a:lnTo>
                    <a:pt x="4904346" y="2746339"/>
                  </a:lnTo>
                  <a:lnTo>
                    <a:pt x="4892023" y="2746339"/>
                  </a:lnTo>
                  <a:lnTo>
                    <a:pt x="4879701" y="2746339"/>
                  </a:lnTo>
                  <a:lnTo>
                    <a:pt x="4867378" y="2746339"/>
                  </a:lnTo>
                  <a:lnTo>
                    <a:pt x="4855056" y="2746339"/>
                  </a:lnTo>
                  <a:lnTo>
                    <a:pt x="4842733" y="2746339"/>
                  </a:lnTo>
                  <a:lnTo>
                    <a:pt x="4830411" y="2746339"/>
                  </a:lnTo>
                  <a:lnTo>
                    <a:pt x="4818088" y="2746339"/>
                  </a:lnTo>
                  <a:lnTo>
                    <a:pt x="4805766" y="2746339"/>
                  </a:lnTo>
                  <a:lnTo>
                    <a:pt x="4793443" y="2746339"/>
                  </a:lnTo>
                  <a:lnTo>
                    <a:pt x="4781121" y="2746339"/>
                  </a:lnTo>
                  <a:lnTo>
                    <a:pt x="4768798" y="2746339"/>
                  </a:lnTo>
                  <a:lnTo>
                    <a:pt x="4756476" y="2746339"/>
                  </a:lnTo>
                  <a:lnTo>
                    <a:pt x="4744153" y="2746339"/>
                  </a:lnTo>
                  <a:lnTo>
                    <a:pt x="4731831" y="2746339"/>
                  </a:lnTo>
                  <a:lnTo>
                    <a:pt x="4719508" y="2746339"/>
                  </a:lnTo>
                  <a:lnTo>
                    <a:pt x="4707186" y="2746339"/>
                  </a:lnTo>
                  <a:lnTo>
                    <a:pt x="4694864" y="2746339"/>
                  </a:lnTo>
                  <a:lnTo>
                    <a:pt x="4682541" y="2746339"/>
                  </a:lnTo>
                  <a:lnTo>
                    <a:pt x="4670219" y="2746339"/>
                  </a:lnTo>
                  <a:lnTo>
                    <a:pt x="4657896" y="2746339"/>
                  </a:lnTo>
                  <a:lnTo>
                    <a:pt x="4645574" y="2746339"/>
                  </a:lnTo>
                  <a:lnTo>
                    <a:pt x="4633251" y="2746339"/>
                  </a:lnTo>
                  <a:lnTo>
                    <a:pt x="4620929" y="2746339"/>
                  </a:lnTo>
                  <a:lnTo>
                    <a:pt x="4608606" y="2746339"/>
                  </a:lnTo>
                  <a:lnTo>
                    <a:pt x="4596284" y="2746339"/>
                  </a:lnTo>
                  <a:lnTo>
                    <a:pt x="4583961" y="2746339"/>
                  </a:lnTo>
                  <a:lnTo>
                    <a:pt x="4571639" y="2746339"/>
                  </a:lnTo>
                  <a:lnTo>
                    <a:pt x="4559316" y="2746339"/>
                  </a:lnTo>
                  <a:lnTo>
                    <a:pt x="4546994" y="2746339"/>
                  </a:lnTo>
                  <a:lnTo>
                    <a:pt x="4534671" y="2746339"/>
                  </a:lnTo>
                  <a:lnTo>
                    <a:pt x="4522349" y="2746339"/>
                  </a:lnTo>
                  <a:lnTo>
                    <a:pt x="4510026" y="2746339"/>
                  </a:lnTo>
                  <a:lnTo>
                    <a:pt x="4497704" y="2746339"/>
                  </a:lnTo>
                  <a:lnTo>
                    <a:pt x="4485381" y="2746339"/>
                  </a:lnTo>
                  <a:lnTo>
                    <a:pt x="4473059" y="2746339"/>
                  </a:lnTo>
                  <a:lnTo>
                    <a:pt x="4460736" y="2746339"/>
                  </a:lnTo>
                  <a:lnTo>
                    <a:pt x="4448414" y="2746339"/>
                  </a:lnTo>
                  <a:lnTo>
                    <a:pt x="4436091" y="2746339"/>
                  </a:lnTo>
                  <a:lnTo>
                    <a:pt x="4423769" y="2746339"/>
                  </a:lnTo>
                  <a:lnTo>
                    <a:pt x="4411447" y="2746339"/>
                  </a:lnTo>
                  <a:lnTo>
                    <a:pt x="4399124" y="2746339"/>
                  </a:lnTo>
                  <a:lnTo>
                    <a:pt x="4386802" y="2746339"/>
                  </a:lnTo>
                  <a:lnTo>
                    <a:pt x="4374479" y="2746339"/>
                  </a:lnTo>
                  <a:lnTo>
                    <a:pt x="4362157" y="2746339"/>
                  </a:lnTo>
                  <a:lnTo>
                    <a:pt x="4349834" y="2746339"/>
                  </a:lnTo>
                  <a:lnTo>
                    <a:pt x="4337512" y="2746339"/>
                  </a:lnTo>
                  <a:lnTo>
                    <a:pt x="4325189" y="2746339"/>
                  </a:lnTo>
                  <a:lnTo>
                    <a:pt x="4312867" y="2746339"/>
                  </a:lnTo>
                  <a:lnTo>
                    <a:pt x="4300544" y="2746339"/>
                  </a:lnTo>
                  <a:lnTo>
                    <a:pt x="4288222" y="2746339"/>
                  </a:lnTo>
                  <a:lnTo>
                    <a:pt x="4275899" y="2746339"/>
                  </a:lnTo>
                  <a:lnTo>
                    <a:pt x="4263577" y="2746339"/>
                  </a:lnTo>
                  <a:lnTo>
                    <a:pt x="4251254" y="2746339"/>
                  </a:lnTo>
                  <a:lnTo>
                    <a:pt x="4238932" y="2746339"/>
                  </a:lnTo>
                  <a:lnTo>
                    <a:pt x="4226609" y="2746339"/>
                  </a:lnTo>
                  <a:lnTo>
                    <a:pt x="4214287" y="2746339"/>
                  </a:lnTo>
                  <a:lnTo>
                    <a:pt x="4201964" y="2746339"/>
                  </a:lnTo>
                  <a:lnTo>
                    <a:pt x="4189642" y="2746339"/>
                  </a:lnTo>
                  <a:lnTo>
                    <a:pt x="4177319" y="2746339"/>
                  </a:lnTo>
                  <a:lnTo>
                    <a:pt x="4164997" y="2746339"/>
                  </a:lnTo>
                  <a:lnTo>
                    <a:pt x="4152675" y="2746339"/>
                  </a:lnTo>
                  <a:lnTo>
                    <a:pt x="4140352" y="2746339"/>
                  </a:lnTo>
                  <a:lnTo>
                    <a:pt x="4128030" y="2746339"/>
                  </a:lnTo>
                  <a:lnTo>
                    <a:pt x="4115707" y="2746339"/>
                  </a:lnTo>
                  <a:lnTo>
                    <a:pt x="4103385" y="2746339"/>
                  </a:lnTo>
                  <a:lnTo>
                    <a:pt x="4091062" y="2746339"/>
                  </a:lnTo>
                  <a:lnTo>
                    <a:pt x="4078740" y="2746339"/>
                  </a:lnTo>
                  <a:lnTo>
                    <a:pt x="4066417" y="2746339"/>
                  </a:lnTo>
                  <a:lnTo>
                    <a:pt x="4054095" y="2746339"/>
                  </a:lnTo>
                  <a:lnTo>
                    <a:pt x="4041772" y="2746339"/>
                  </a:lnTo>
                  <a:lnTo>
                    <a:pt x="4029450" y="2746339"/>
                  </a:lnTo>
                  <a:lnTo>
                    <a:pt x="4017127" y="2746339"/>
                  </a:lnTo>
                  <a:lnTo>
                    <a:pt x="4004805" y="2746339"/>
                  </a:lnTo>
                  <a:lnTo>
                    <a:pt x="3992482" y="2746339"/>
                  </a:lnTo>
                  <a:lnTo>
                    <a:pt x="3980160" y="2746339"/>
                  </a:lnTo>
                  <a:lnTo>
                    <a:pt x="3967837" y="2746339"/>
                  </a:lnTo>
                  <a:lnTo>
                    <a:pt x="3955515" y="2746339"/>
                  </a:lnTo>
                  <a:lnTo>
                    <a:pt x="3943192" y="2746339"/>
                  </a:lnTo>
                  <a:lnTo>
                    <a:pt x="3930870" y="2746339"/>
                  </a:lnTo>
                  <a:lnTo>
                    <a:pt x="3918547" y="2746339"/>
                  </a:lnTo>
                  <a:lnTo>
                    <a:pt x="3906225" y="2746339"/>
                  </a:lnTo>
                  <a:lnTo>
                    <a:pt x="3893902" y="2746339"/>
                  </a:lnTo>
                  <a:lnTo>
                    <a:pt x="3881580" y="2746339"/>
                  </a:lnTo>
                  <a:lnTo>
                    <a:pt x="3869258" y="2746339"/>
                  </a:lnTo>
                  <a:lnTo>
                    <a:pt x="3856935" y="2746339"/>
                  </a:lnTo>
                  <a:lnTo>
                    <a:pt x="3844613" y="2746339"/>
                  </a:lnTo>
                  <a:lnTo>
                    <a:pt x="3832290" y="2746339"/>
                  </a:lnTo>
                  <a:lnTo>
                    <a:pt x="3819968" y="2746339"/>
                  </a:lnTo>
                  <a:lnTo>
                    <a:pt x="3807645" y="2746339"/>
                  </a:lnTo>
                  <a:lnTo>
                    <a:pt x="3795323" y="2746339"/>
                  </a:lnTo>
                  <a:lnTo>
                    <a:pt x="3783000" y="2746339"/>
                  </a:lnTo>
                  <a:lnTo>
                    <a:pt x="3770678" y="2746339"/>
                  </a:lnTo>
                  <a:lnTo>
                    <a:pt x="3758355" y="2746339"/>
                  </a:lnTo>
                  <a:lnTo>
                    <a:pt x="3746033" y="2746339"/>
                  </a:lnTo>
                  <a:lnTo>
                    <a:pt x="3733710" y="2746339"/>
                  </a:lnTo>
                  <a:lnTo>
                    <a:pt x="3721388" y="2746339"/>
                  </a:lnTo>
                  <a:lnTo>
                    <a:pt x="3709065" y="2746339"/>
                  </a:lnTo>
                  <a:lnTo>
                    <a:pt x="3696743" y="2746339"/>
                  </a:lnTo>
                  <a:lnTo>
                    <a:pt x="3684420" y="2746339"/>
                  </a:lnTo>
                  <a:lnTo>
                    <a:pt x="3672098" y="2746339"/>
                  </a:lnTo>
                  <a:lnTo>
                    <a:pt x="3659775" y="2746339"/>
                  </a:lnTo>
                  <a:lnTo>
                    <a:pt x="3647453" y="2746339"/>
                  </a:lnTo>
                  <a:lnTo>
                    <a:pt x="3635130" y="2746339"/>
                  </a:lnTo>
                  <a:lnTo>
                    <a:pt x="3622808" y="2746339"/>
                  </a:lnTo>
                  <a:lnTo>
                    <a:pt x="3610485" y="2746339"/>
                  </a:lnTo>
                  <a:lnTo>
                    <a:pt x="3598163" y="2746339"/>
                  </a:lnTo>
                  <a:lnTo>
                    <a:pt x="3585841" y="2746339"/>
                  </a:lnTo>
                  <a:lnTo>
                    <a:pt x="3573518" y="2746339"/>
                  </a:lnTo>
                  <a:lnTo>
                    <a:pt x="3561196" y="2746339"/>
                  </a:lnTo>
                  <a:lnTo>
                    <a:pt x="3548873" y="2746339"/>
                  </a:lnTo>
                  <a:lnTo>
                    <a:pt x="3536551" y="2746339"/>
                  </a:lnTo>
                  <a:lnTo>
                    <a:pt x="3524228" y="2746339"/>
                  </a:lnTo>
                  <a:lnTo>
                    <a:pt x="3511906" y="2746339"/>
                  </a:lnTo>
                  <a:lnTo>
                    <a:pt x="3499583" y="2746339"/>
                  </a:lnTo>
                  <a:lnTo>
                    <a:pt x="3487261" y="2746339"/>
                  </a:lnTo>
                  <a:lnTo>
                    <a:pt x="3474938" y="2746339"/>
                  </a:lnTo>
                  <a:lnTo>
                    <a:pt x="3462616" y="2746339"/>
                  </a:lnTo>
                  <a:lnTo>
                    <a:pt x="3450293" y="2746339"/>
                  </a:lnTo>
                  <a:lnTo>
                    <a:pt x="3437971" y="2746339"/>
                  </a:lnTo>
                  <a:lnTo>
                    <a:pt x="3425648" y="2746339"/>
                  </a:lnTo>
                  <a:lnTo>
                    <a:pt x="3413326" y="2746339"/>
                  </a:lnTo>
                  <a:lnTo>
                    <a:pt x="3401003" y="2746339"/>
                  </a:lnTo>
                  <a:lnTo>
                    <a:pt x="3388681" y="2746339"/>
                  </a:lnTo>
                  <a:lnTo>
                    <a:pt x="3376358" y="2746339"/>
                  </a:lnTo>
                  <a:lnTo>
                    <a:pt x="3364036" y="2746339"/>
                  </a:lnTo>
                  <a:lnTo>
                    <a:pt x="3351713" y="2746339"/>
                  </a:lnTo>
                  <a:lnTo>
                    <a:pt x="3339391" y="2746339"/>
                  </a:lnTo>
                  <a:lnTo>
                    <a:pt x="3327068" y="2746339"/>
                  </a:lnTo>
                  <a:lnTo>
                    <a:pt x="3314746" y="2746339"/>
                  </a:lnTo>
                  <a:lnTo>
                    <a:pt x="3302424" y="2746339"/>
                  </a:lnTo>
                  <a:lnTo>
                    <a:pt x="3290101" y="2746339"/>
                  </a:lnTo>
                  <a:lnTo>
                    <a:pt x="3277779" y="2746339"/>
                  </a:lnTo>
                  <a:lnTo>
                    <a:pt x="3265456" y="2746339"/>
                  </a:lnTo>
                  <a:lnTo>
                    <a:pt x="3253134" y="2746339"/>
                  </a:lnTo>
                  <a:lnTo>
                    <a:pt x="3240811" y="2746339"/>
                  </a:lnTo>
                  <a:lnTo>
                    <a:pt x="3228489" y="2746339"/>
                  </a:lnTo>
                  <a:lnTo>
                    <a:pt x="3216166" y="2746339"/>
                  </a:lnTo>
                  <a:lnTo>
                    <a:pt x="3203844" y="2746339"/>
                  </a:lnTo>
                  <a:lnTo>
                    <a:pt x="3191521" y="2746339"/>
                  </a:lnTo>
                  <a:lnTo>
                    <a:pt x="3179199" y="2746339"/>
                  </a:lnTo>
                  <a:lnTo>
                    <a:pt x="3166876" y="2746339"/>
                  </a:lnTo>
                  <a:lnTo>
                    <a:pt x="3154554" y="2746339"/>
                  </a:lnTo>
                  <a:lnTo>
                    <a:pt x="3142231" y="2746339"/>
                  </a:lnTo>
                  <a:lnTo>
                    <a:pt x="3129909" y="2746339"/>
                  </a:lnTo>
                  <a:lnTo>
                    <a:pt x="3117586" y="2746339"/>
                  </a:lnTo>
                  <a:lnTo>
                    <a:pt x="3105264" y="2746339"/>
                  </a:lnTo>
                  <a:lnTo>
                    <a:pt x="3092941" y="2746339"/>
                  </a:lnTo>
                  <a:lnTo>
                    <a:pt x="3080619" y="2746339"/>
                  </a:lnTo>
                  <a:lnTo>
                    <a:pt x="3068296" y="2746339"/>
                  </a:lnTo>
                  <a:lnTo>
                    <a:pt x="3055974" y="2746339"/>
                  </a:lnTo>
                  <a:lnTo>
                    <a:pt x="3043652" y="2746339"/>
                  </a:lnTo>
                  <a:lnTo>
                    <a:pt x="3031329" y="2746339"/>
                  </a:lnTo>
                  <a:lnTo>
                    <a:pt x="3019007" y="2746339"/>
                  </a:lnTo>
                  <a:lnTo>
                    <a:pt x="3006684" y="2746339"/>
                  </a:lnTo>
                  <a:lnTo>
                    <a:pt x="2994362" y="2746339"/>
                  </a:lnTo>
                  <a:lnTo>
                    <a:pt x="2982039" y="2746339"/>
                  </a:lnTo>
                  <a:lnTo>
                    <a:pt x="2969717" y="2746339"/>
                  </a:lnTo>
                  <a:lnTo>
                    <a:pt x="2957394" y="2746339"/>
                  </a:lnTo>
                  <a:lnTo>
                    <a:pt x="2945072" y="2746339"/>
                  </a:lnTo>
                  <a:lnTo>
                    <a:pt x="2932749" y="2746339"/>
                  </a:lnTo>
                  <a:lnTo>
                    <a:pt x="2920427" y="2746339"/>
                  </a:lnTo>
                  <a:lnTo>
                    <a:pt x="2908104" y="2746339"/>
                  </a:lnTo>
                  <a:lnTo>
                    <a:pt x="2895782" y="2746339"/>
                  </a:lnTo>
                  <a:lnTo>
                    <a:pt x="2883459" y="2746339"/>
                  </a:lnTo>
                  <a:lnTo>
                    <a:pt x="2871137" y="2746339"/>
                  </a:lnTo>
                  <a:lnTo>
                    <a:pt x="2858814" y="2746339"/>
                  </a:lnTo>
                  <a:lnTo>
                    <a:pt x="2846492" y="2746339"/>
                  </a:lnTo>
                  <a:lnTo>
                    <a:pt x="2834169" y="2746339"/>
                  </a:lnTo>
                  <a:lnTo>
                    <a:pt x="2821847" y="2746339"/>
                  </a:lnTo>
                  <a:lnTo>
                    <a:pt x="2809524" y="2746339"/>
                  </a:lnTo>
                  <a:lnTo>
                    <a:pt x="2797202" y="2746339"/>
                  </a:lnTo>
                  <a:lnTo>
                    <a:pt x="2784879" y="2746339"/>
                  </a:lnTo>
                  <a:lnTo>
                    <a:pt x="2772557" y="2746339"/>
                  </a:lnTo>
                  <a:lnTo>
                    <a:pt x="2760235" y="2746339"/>
                  </a:lnTo>
                  <a:lnTo>
                    <a:pt x="2747912" y="2746339"/>
                  </a:lnTo>
                  <a:lnTo>
                    <a:pt x="2735590" y="2746339"/>
                  </a:lnTo>
                  <a:lnTo>
                    <a:pt x="2723267" y="2746339"/>
                  </a:lnTo>
                  <a:lnTo>
                    <a:pt x="2710945" y="2746339"/>
                  </a:lnTo>
                  <a:lnTo>
                    <a:pt x="2698622" y="2746339"/>
                  </a:lnTo>
                  <a:lnTo>
                    <a:pt x="2686300" y="2746339"/>
                  </a:lnTo>
                  <a:lnTo>
                    <a:pt x="2673977" y="2746339"/>
                  </a:lnTo>
                  <a:lnTo>
                    <a:pt x="2661655" y="2746339"/>
                  </a:lnTo>
                  <a:lnTo>
                    <a:pt x="2649332" y="2746339"/>
                  </a:lnTo>
                  <a:lnTo>
                    <a:pt x="2637010" y="2746339"/>
                  </a:lnTo>
                  <a:lnTo>
                    <a:pt x="2624687" y="2746339"/>
                  </a:lnTo>
                  <a:lnTo>
                    <a:pt x="2612365" y="2746339"/>
                  </a:lnTo>
                  <a:lnTo>
                    <a:pt x="2600042" y="2746339"/>
                  </a:lnTo>
                  <a:lnTo>
                    <a:pt x="2587720" y="2746339"/>
                  </a:lnTo>
                  <a:lnTo>
                    <a:pt x="2575397" y="2746339"/>
                  </a:lnTo>
                  <a:lnTo>
                    <a:pt x="2563075" y="2746339"/>
                  </a:lnTo>
                  <a:lnTo>
                    <a:pt x="2550752" y="2746339"/>
                  </a:lnTo>
                  <a:lnTo>
                    <a:pt x="2538430" y="2746339"/>
                  </a:lnTo>
                  <a:lnTo>
                    <a:pt x="2526107" y="2746339"/>
                  </a:lnTo>
                  <a:lnTo>
                    <a:pt x="2513785" y="2746339"/>
                  </a:lnTo>
                  <a:lnTo>
                    <a:pt x="2501462" y="2746339"/>
                  </a:lnTo>
                  <a:lnTo>
                    <a:pt x="2489140" y="2746339"/>
                  </a:lnTo>
                  <a:lnTo>
                    <a:pt x="2476818" y="2746339"/>
                  </a:lnTo>
                  <a:lnTo>
                    <a:pt x="2464495" y="2746339"/>
                  </a:lnTo>
                  <a:lnTo>
                    <a:pt x="2452173" y="2746339"/>
                  </a:lnTo>
                  <a:lnTo>
                    <a:pt x="2439850" y="2746339"/>
                  </a:lnTo>
                  <a:lnTo>
                    <a:pt x="2427528" y="2746339"/>
                  </a:lnTo>
                  <a:lnTo>
                    <a:pt x="2415205" y="2746339"/>
                  </a:lnTo>
                  <a:lnTo>
                    <a:pt x="2402883" y="2746339"/>
                  </a:lnTo>
                  <a:lnTo>
                    <a:pt x="2390560" y="2746339"/>
                  </a:lnTo>
                  <a:lnTo>
                    <a:pt x="2378238" y="2746339"/>
                  </a:lnTo>
                  <a:lnTo>
                    <a:pt x="2365915" y="2746339"/>
                  </a:lnTo>
                  <a:lnTo>
                    <a:pt x="2353593" y="2746339"/>
                  </a:lnTo>
                  <a:lnTo>
                    <a:pt x="2341270" y="2746339"/>
                  </a:lnTo>
                  <a:lnTo>
                    <a:pt x="2328948" y="2746339"/>
                  </a:lnTo>
                  <a:lnTo>
                    <a:pt x="2316625" y="2746339"/>
                  </a:lnTo>
                  <a:lnTo>
                    <a:pt x="2304303" y="2746339"/>
                  </a:lnTo>
                  <a:lnTo>
                    <a:pt x="2291980" y="2746339"/>
                  </a:lnTo>
                  <a:lnTo>
                    <a:pt x="2279658" y="2746339"/>
                  </a:lnTo>
                  <a:lnTo>
                    <a:pt x="2267335" y="2746339"/>
                  </a:lnTo>
                  <a:lnTo>
                    <a:pt x="2255013" y="2746339"/>
                  </a:lnTo>
                  <a:lnTo>
                    <a:pt x="2242690" y="2746339"/>
                  </a:lnTo>
                  <a:lnTo>
                    <a:pt x="2230368" y="2746339"/>
                  </a:lnTo>
                  <a:lnTo>
                    <a:pt x="2218045" y="2746339"/>
                  </a:lnTo>
                  <a:lnTo>
                    <a:pt x="2205723" y="2746339"/>
                  </a:lnTo>
                  <a:lnTo>
                    <a:pt x="2193401" y="2746339"/>
                  </a:lnTo>
                  <a:lnTo>
                    <a:pt x="2181078" y="2746339"/>
                  </a:lnTo>
                  <a:lnTo>
                    <a:pt x="2168756" y="2746339"/>
                  </a:lnTo>
                  <a:lnTo>
                    <a:pt x="2156433" y="2746339"/>
                  </a:lnTo>
                  <a:lnTo>
                    <a:pt x="2144111" y="2746339"/>
                  </a:lnTo>
                  <a:lnTo>
                    <a:pt x="2131788" y="2746339"/>
                  </a:lnTo>
                  <a:lnTo>
                    <a:pt x="2119466" y="2746339"/>
                  </a:lnTo>
                  <a:lnTo>
                    <a:pt x="2107143" y="2746339"/>
                  </a:lnTo>
                  <a:lnTo>
                    <a:pt x="2094821" y="2746339"/>
                  </a:lnTo>
                  <a:lnTo>
                    <a:pt x="2082498" y="2746339"/>
                  </a:lnTo>
                  <a:lnTo>
                    <a:pt x="2070176" y="2746339"/>
                  </a:lnTo>
                  <a:lnTo>
                    <a:pt x="2057853" y="2746339"/>
                  </a:lnTo>
                  <a:lnTo>
                    <a:pt x="2045531" y="2746339"/>
                  </a:lnTo>
                  <a:lnTo>
                    <a:pt x="2033208" y="2746339"/>
                  </a:lnTo>
                  <a:lnTo>
                    <a:pt x="2020886" y="2746339"/>
                  </a:lnTo>
                  <a:lnTo>
                    <a:pt x="2008563" y="2746339"/>
                  </a:lnTo>
                  <a:lnTo>
                    <a:pt x="1996241" y="2746339"/>
                  </a:lnTo>
                  <a:lnTo>
                    <a:pt x="1983918" y="2746339"/>
                  </a:lnTo>
                  <a:lnTo>
                    <a:pt x="1971596" y="2746339"/>
                  </a:lnTo>
                  <a:lnTo>
                    <a:pt x="1959273" y="2746339"/>
                  </a:lnTo>
                  <a:lnTo>
                    <a:pt x="1946951" y="2746339"/>
                  </a:lnTo>
                  <a:lnTo>
                    <a:pt x="1934629" y="2746339"/>
                  </a:lnTo>
                  <a:lnTo>
                    <a:pt x="1922306" y="2746339"/>
                  </a:lnTo>
                  <a:lnTo>
                    <a:pt x="1909984" y="2746339"/>
                  </a:lnTo>
                  <a:lnTo>
                    <a:pt x="1897661" y="2746339"/>
                  </a:lnTo>
                  <a:lnTo>
                    <a:pt x="1885339" y="2746339"/>
                  </a:lnTo>
                  <a:lnTo>
                    <a:pt x="1873016" y="2746339"/>
                  </a:lnTo>
                  <a:lnTo>
                    <a:pt x="1860694" y="2746339"/>
                  </a:lnTo>
                  <a:lnTo>
                    <a:pt x="1848371" y="2746339"/>
                  </a:lnTo>
                  <a:lnTo>
                    <a:pt x="1836049" y="2746339"/>
                  </a:lnTo>
                  <a:lnTo>
                    <a:pt x="1823726" y="2746339"/>
                  </a:lnTo>
                  <a:lnTo>
                    <a:pt x="1811404" y="2746339"/>
                  </a:lnTo>
                  <a:lnTo>
                    <a:pt x="1799081" y="2746339"/>
                  </a:lnTo>
                  <a:lnTo>
                    <a:pt x="1786759" y="2746339"/>
                  </a:lnTo>
                  <a:lnTo>
                    <a:pt x="1774436" y="2746339"/>
                  </a:lnTo>
                  <a:lnTo>
                    <a:pt x="1762114" y="2746339"/>
                  </a:lnTo>
                  <a:lnTo>
                    <a:pt x="1749791" y="2746339"/>
                  </a:lnTo>
                  <a:lnTo>
                    <a:pt x="1737469" y="2746339"/>
                  </a:lnTo>
                  <a:lnTo>
                    <a:pt x="1725146" y="2746339"/>
                  </a:lnTo>
                  <a:lnTo>
                    <a:pt x="1712824" y="2746339"/>
                  </a:lnTo>
                  <a:lnTo>
                    <a:pt x="1700501" y="2746339"/>
                  </a:lnTo>
                  <a:lnTo>
                    <a:pt x="1688179" y="2746339"/>
                  </a:lnTo>
                  <a:lnTo>
                    <a:pt x="1675856" y="2746339"/>
                  </a:lnTo>
                  <a:lnTo>
                    <a:pt x="1663534" y="2746339"/>
                  </a:lnTo>
                  <a:lnTo>
                    <a:pt x="1651212" y="2746339"/>
                  </a:lnTo>
                  <a:lnTo>
                    <a:pt x="1638889" y="2746339"/>
                  </a:lnTo>
                  <a:lnTo>
                    <a:pt x="1626567" y="2746339"/>
                  </a:lnTo>
                  <a:lnTo>
                    <a:pt x="1614244" y="2746339"/>
                  </a:lnTo>
                  <a:lnTo>
                    <a:pt x="1601922" y="2746339"/>
                  </a:lnTo>
                  <a:lnTo>
                    <a:pt x="1589599" y="2746339"/>
                  </a:lnTo>
                  <a:lnTo>
                    <a:pt x="1577277" y="2746339"/>
                  </a:lnTo>
                  <a:lnTo>
                    <a:pt x="1564954" y="2746339"/>
                  </a:lnTo>
                  <a:lnTo>
                    <a:pt x="1552632" y="2746339"/>
                  </a:lnTo>
                  <a:lnTo>
                    <a:pt x="1540309" y="2746339"/>
                  </a:lnTo>
                  <a:lnTo>
                    <a:pt x="1527987" y="2746339"/>
                  </a:lnTo>
                  <a:lnTo>
                    <a:pt x="1515664" y="2746339"/>
                  </a:lnTo>
                  <a:lnTo>
                    <a:pt x="1503342" y="2746339"/>
                  </a:lnTo>
                  <a:lnTo>
                    <a:pt x="1491019" y="2746339"/>
                  </a:lnTo>
                  <a:lnTo>
                    <a:pt x="1478697" y="2746339"/>
                  </a:lnTo>
                  <a:lnTo>
                    <a:pt x="1466374" y="2746339"/>
                  </a:lnTo>
                  <a:lnTo>
                    <a:pt x="1454052" y="2746339"/>
                  </a:lnTo>
                  <a:lnTo>
                    <a:pt x="1441729" y="2746339"/>
                  </a:lnTo>
                  <a:lnTo>
                    <a:pt x="1429407" y="2746339"/>
                  </a:lnTo>
                  <a:lnTo>
                    <a:pt x="1417084" y="2746339"/>
                  </a:lnTo>
                  <a:lnTo>
                    <a:pt x="1404762" y="2746339"/>
                  </a:lnTo>
                  <a:lnTo>
                    <a:pt x="1392439" y="2746339"/>
                  </a:lnTo>
                  <a:lnTo>
                    <a:pt x="1380117" y="2746339"/>
                  </a:lnTo>
                  <a:lnTo>
                    <a:pt x="1367795" y="2746339"/>
                  </a:lnTo>
                  <a:lnTo>
                    <a:pt x="1355472" y="2746339"/>
                  </a:lnTo>
                  <a:lnTo>
                    <a:pt x="1343150" y="2746339"/>
                  </a:lnTo>
                  <a:lnTo>
                    <a:pt x="1330827" y="2746339"/>
                  </a:lnTo>
                  <a:lnTo>
                    <a:pt x="1318505" y="2746339"/>
                  </a:lnTo>
                  <a:lnTo>
                    <a:pt x="1306182" y="2746339"/>
                  </a:lnTo>
                  <a:lnTo>
                    <a:pt x="1293860" y="2746339"/>
                  </a:lnTo>
                  <a:lnTo>
                    <a:pt x="1281537" y="2746339"/>
                  </a:lnTo>
                  <a:lnTo>
                    <a:pt x="1269215" y="2746339"/>
                  </a:lnTo>
                  <a:lnTo>
                    <a:pt x="1256892" y="2746339"/>
                  </a:lnTo>
                  <a:lnTo>
                    <a:pt x="1244570" y="2746339"/>
                  </a:lnTo>
                  <a:lnTo>
                    <a:pt x="1232247" y="2746339"/>
                  </a:lnTo>
                  <a:lnTo>
                    <a:pt x="1219925" y="2746339"/>
                  </a:lnTo>
                  <a:lnTo>
                    <a:pt x="1207602" y="2746339"/>
                  </a:lnTo>
                  <a:lnTo>
                    <a:pt x="1195280" y="2746339"/>
                  </a:lnTo>
                  <a:lnTo>
                    <a:pt x="1182957" y="2746339"/>
                  </a:lnTo>
                  <a:lnTo>
                    <a:pt x="1170635" y="2746339"/>
                  </a:lnTo>
                  <a:lnTo>
                    <a:pt x="1158312" y="2746339"/>
                  </a:lnTo>
                  <a:lnTo>
                    <a:pt x="1145990" y="2746339"/>
                  </a:lnTo>
                  <a:lnTo>
                    <a:pt x="1133667" y="2746339"/>
                  </a:lnTo>
                  <a:lnTo>
                    <a:pt x="1121345" y="2746339"/>
                  </a:lnTo>
                  <a:lnTo>
                    <a:pt x="1109022" y="2746339"/>
                  </a:lnTo>
                  <a:lnTo>
                    <a:pt x="1096700" y="2746339"/>
                  </a:lnTo>
                  <a:lnTo>
                    <a:pt x="1084378" y="2746339"/>
                  </a:lnTo>
                  <a:lnTo>
                    <a:pt x="1072055" y="2746339"/>
                  </a:lnTo>
                  <a:lnTo>
                    <a:pt x="1059733" y="2746339"/>
                  </a:lnTo>
                  <a:lnTo>
                    <a:pt x="1047410" y="2746339"/>
                  </a:lnTo>
                  <a:lnTo>
                    <a:pt x="1035088" y="2746339"/>
                  </a:lnTo>
                  <a:lnTo>
                    <a:pt x="1022765" y="2746339"/>
                  </a:lnTo>
                  <a:lnTo>
                    <a:pt x="1010443" y="2746339"/>
                  </a:lnTo>
                  <a:lnTo>
                    <a:pt x="998120" y="2746339"/>
                  </a:lnTo>
                  <a:lnTo>
                    <a:pt x="985798" y="2746339"/>
                  </a:lnTo>
                  <a:lnTo>
                    <a:pt x="973475" y="2746339"/>
                  </a:lnTo>
                  <a:lnTo>
                    <a:pt x="961153" y="2746339"/>
                  </a:lnTo>
                  <a:lnTo>
                    <a:pt x="948830" y="2746339"/>
                  </a:lnTo>
                  <a:lnTo>
                    <a:pt x="936508" y="2746339"/>
                  </a:lnTo>
                  <a:lnTo>
                    <a:pt x="924185" y="2746339"/>
                  </a:lnTo>
                  <a:lnTo>
                    <a:pt x="911863" y="2746339"/>
                  </a:lnTo>
                  <a:lnTo>
                    <a:pt x="899540" y="2746339"/>
                  </a:lnTo>
                  <a:lnTo>
                    <a:pt x="887218" y="2746339"/>
                  </a:lnTo>
                  <a:lnTo>
                    <a:pt x="874895" y="2746339"/>
                  </a:lnTo>
                  <a:lnTo>
                    <a:pt x="862573" y="2746339"/>
                  </a:lnTo>
                  <a:lnTo>
                    <a:pt x="850250" y="2746339"/>
                  </a:lnTo>
                  <a:lnTo>
                    <a:pt x="837928" y="2746339"/>
                  </a:lnTo>
                  <a:lnTo>
                    <a:pt x="825606" y="2746339"/>
                  </a:lnTo>
                  <a:lnTo>
                    <a:pt x="813283" y="2746339"/>
                  </a:lnTo>
                  <a:lnTo>
                    <a:pt x="800961" y="2746339"/>
                  </a:lnTo>
                  <a:lnTo>
                    <a:pt x="788638" y="2746339"/>
                  </a:lnTo>
                  <a:lnTo>
                    <a:pt x="776316" y="2746339"/>
                  </a:lnTo>
                  <a:lnTo>
                    <a:pt x="763993" y="2746339"/>
                  </a:lnTo>
                  <a:lnTo>
                    <a:pt x="751671" y="2746339"/>
                  </a:lnTo>
                  <a:lnTo>
                    <a:pt x="739348" y="2746339"/>
                  </a:lnTo>
                  <a:lnTo>
                    <a:pt x="727026" y="2746339"/>
                  </a:lnTo>
                  <a:lnTo>
                    <a:pt x="714703" y="2746339"/>
                  </a:lnTo>
                  <a:lnTo>
                    <a:pt x="702381" y="2746339"/>
                  </a:lnTo>
                  <a:lnTo>
                    <a:pt x="690058" y="2746339"/>
                  </a:lnTo>
                  <a:lnTo>
                    <a:pt x="677736" y="2746339"/>
                  </a:lnTo>
                  <a:lnTo>
                    <a:pt x="665413" y="2746339"/>
                  </a:lnTo>
                  <a:lnTo>
                    <a:pt x="653091" y="2746339"/>
                  </a:lnTo>
                  <a:lnTo>
                    <a:pt x="640768" y="2746339"/>
                  </a:lnTo>
                  <a:lnTo>
                    <a:pt x="628446" y="2746339"/>
                  </a:lnTo>
                  <a:lnTo>
                    <a:pt x="616123" y="2746339"/>
                  </a:lnTo>
                  <a:lnTo>
                    <a:pt x="603801" y="2746339"/>
                  </a:lnTo>
                  <a:lnTo>
                    <a:pt x="591478" y="2746339"/>
                  </a:lnTo>
                  <a:lnTo>
                    <a:pt x="579156" y="2746339"/>
                  </a:lnTo>
                  <a:lnTo>
                    <a:pt x="566833" y="2746339"/>
                  </a:lnTo>
                  <a:lnTo>
                    <a:pt x="554511" y="2746339"/>
                  </a:lnTo>
                  <a:lnTo>
                    <a:pt x="542189" y="2746339"/>
                  </a:lnTo>
                  <a:lnTo>
                    <a:pt x="529866" y="2746339"/>
                  </a:lnTo>
                  <a:lnTo>
                    <a:pt x="517544" y="2746339"/>
                  </a:lnTo>
                  <a:lnTo>
                    <a:pt x="505221" y="2746339"/>
                  </a:lnTo>
                  <a:lnTo>
                    <a:pt x="492899" y="2746339"/>
                  </a:lnTo>
                  <a:lnTo>
                    <a:pt x="480576" y="2746339"/>
                  </a:lnTo>
                  <a:lnTo>
                    <a:pt x="468254" y="2746339"/>
                  </a:lnTo>
                  <a:lnTo>
                    <a:pt x="455931" y="2746339"/>
                  </a:lnTo>
                  <a:lnTo>
                    <a:pt x="443609" y="2746339"/>
                  </a:lnTo>
                  <a:lnTo>
                    <a:pt x="431286" y="2746339"/>
                  </a:lnTo>
                  <a:lnTo>
                    <a:pt x="418964" y="2746339"/>
                  </a:lnTo>
                  <a:lnTo>
                    <a:pt x="406641" y="2746339"/>
                  </a:lnTo>
                  <a:lnTo>
                    <a:pt x="394319" y="2746339"/>
                  </a:lnTo>
                  <a:lnTo>
                    <a:pt x="381996" y="2746339"/>
                  </a:lnTo>
                  <a:lnTo>
                    <a:pt x="369674" y="2746339"/>
                  </a:lnTo>
                  <a:lnTo>
                    <a:pt x="357351" y="2746339"/>
                  </a:lnTo>
                  <a:lnTo>
                    <a:pt x="345029" y="2746339"/>
                  </a:lnTo>
                  <a:lnTo>
                    <a:pt x="332706" y="2746339"/>
                  </a:lnTo>
                  <a:lnTo>
                    <a:pt x="320384" y="2746339"/>
                  </a:lnTo>
                  <a:lnTo>
                    <a:pt x="308061" y="2746339"/>
                  </a:lnTo>
                  <a:lnTo>
                    <a:pt x="295739" y="2746339"/>
                  </a:lnTo>
                  <a:lnTo>
                    <a:pt x="283416" y="2746339"/>
                  </a:lnTo>
                  <a:lnTo>
                    <a:pt x="271094" y="2746339"/>
                  </a:lnTo>
                  <a:lnTo>
                    <a:pt x="258772" y="2746339"/>
                  </a:lnTo>
                  <a:lnTo>
                    <a:pt x="246449" y="2746339"/>
                  </a:lnTo>
                  <a:lnTo>
                    <a:pt x="234127" y="2746339"/>
                  </a:lnTo>
                  <a:lnTo>
                    <a:pt x="221804" y="2746339"/>
                  </a:lnTo>
                  <a:lnTo>
                    <a:pt x="209482" y="2746339"/>
                  </a:lnTo>
                  <a:lnTo>
                    <a:pt x="197159" y="2746339"/>
                  </a:lnTo>
                  <a:lnTo>
                    <a:pt x="184837" y="2746339"/>
                  </a:lnTo>
                  <a:lnTo>
                    <a:pt x="172514" y="2746339"/>
                  </a:lnTo>
                  <a:lnTo>
                    <a:pt x="160192" y="2746339"/>
                  </a:lnTo>
                  <a:lnTo>
                    <a:pt x="147869" y="2746339"/>
                  </a:lnTo>
                  <a:lnTo>
                    <a:pt x="135547" y="2746339"/>
                  </a:lnTo>
                  <a:lnTo>
                    <a:pt x="123224" y="2746339"/>
                  </a:lnTo>
                  <a:lnTo>
                    <a:pt x="110902" y="2746339"/>
                  </a:lnTo>
                  <a:lnTo>
                    <a:pt x="98579" y="2746339"/>
                  </a:lnTo>
                  <a:lnTo>
                    <a:pt x="86257" y="2746339"/>
                  </a:lnTo>
                  <a:lnTo>
                    <a:pt x="73934" y="2746339"/>
                  </a:lnTo>
                  <a:lnTo>
                    <a:pt x="61612" y="2746339"/>
                  </a:lnTo>
                  <a:lnTo>
                    <a:pt x="49289" y="2746339"/>
                  </a:lnTo>
                  <a:lnTo>
                    <a:pt x="36967" y="2746339"/>
                  </a:lnTo>
                  <a:lnTo>
                    <a:pt x="24644" y="2746339"/>
                  </a:lnTo>
                  <a:lnTo>
                    <a:pt x="12322" y="2746339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06745" y="3399988"/>
              <a:ext cx="6296786" cy="2746339"/>
            </a:xfrm>
            <a:custGeom>
              <a:avLst/>
              <a:pathLst>
                <a:path w="6296786" h="2746339">
                  <a:moveTo>
                    <a:pt x="0" y="2746339"/>
                  </a:moveTo>
                  <a:lnTo>
                    <a:pt x="12322" y="2746339"/>
                  </a:lnTo>
                  <a:lnTo>
                    <a:pt x="24644" y="2746339"/>
                  </a:lnTo>
                  <a:lnTo>
                    <a:pt x="36967" y="2746339"/>
                  </a:lnTo>
                  <a:lnTo>
                    <a:pt x="49289" y="2746339"/>
                  </a:lnTo>
                  <a:lnTo>
                    <a:pt x="61612" y="2746339"/>
                  </a:lnTo>
                  <a:lnTo>
                    <a:pt x="73934" y="2746339"/>
                  </a:lnTo>
                  <a:lnTo>
                    <a:pt x="86257" y="2746339"/>
                  </a:lnTo>
                  <a:lnTo>
                    <a:pt x="98579" y="2746339"/>
                  </a:lnTo>
                  <a:lnTo>
                    <a:pt x="110902" y="2746339"/>
                  </a:lnTo>
                  <a:lnTo>
                    <a:pt x="123224" y="2746339"/>
                  </a:lnTo>
                  <a:lnTo>
                    <a:pt x="135547" y="2746339"/>
                  </a:lnTo>
                  <a:lnTo>
                    <a:pt x="147869" y="2746339"/>
                  </a:lnTo>
                  <a:lnTo>
                    <a:pt x="160192" y="2746339"/>
                  </a:lnTo>
                  <a:lnTo>
                    <a:pt x="172514" y="2746339"/>
                  </a:lnTo>
                  <a:lnTo>
                    <a:pt x="184837" y="2746339"/>
                  </a:lnTo>
                  <a:lnTo>
                    <a:pt x="197159" y="2746339"/>
                  </a:lnTo>
                  <a:lnTo>
                    <a:pt x="209482" y="2746339"/>
                  </a:lnTo>
                  <a:lnTo>
                    <a:pt x="221804" y="2746339"/>
                  </a:lnTo>
                  <a:lnTo>
                    <a:pt x="234127" y="2746339"/>
                  </a:lnTo>
                  <a:lnTo>
                    <a:pt x="246449" y="2746339"/>
                  </a:lnTo>
                  <a:lnTo>
                    <a:pt x="258772" y="2746339"/>
                  </a:lnTo>
                  <a:lnTo>
                    <a:pt x="271094" y="2746339"/>
                  </a:lnTo>
                  <a:lnTo>
                    <a:pt x="283416" y="2746339"/>
                  </a:lnTo>
                  <a:lnTo>
                    <a:pt x="295739" y="2746339"/>
                  </a:lnTo>
                  <a:lnTo>
                    <a:pt x="308061" y="2746339"/>
                  </a:lnTo>
                  <a:lnTo>
                    <a:pt x="320384" y="2746339"/>
                  </a:lnTo>
                  <a:lnTo>
                    <a:pt x="332706" y="2746339"/>
                  </a:lnTo>
                  <a:lnTo>
                    <a:pt x="345029" y="2746339"/>
                  </a:lnTo>
                  <a:lnTo>
                    <a:pt x="357351" y="2746339"/>
                  </a:lnTo>
                  <a:lnTo>
                    <a:pt x="369674" y="2746339"/>
                  </a:lnTo>
                  <a:lnTo>
                    <a:pt x="381996" y="2746339"/>
                  </a:lnTo>
                  <a:lnTo>
                    <a:pt x="394319" y="2746339"/>
                  </a:lnTo>
                  <a:lnTo>
                    <a:pt x="406641" y="2746339"/>
                  </a:lnTo>
                  <a:lnTo>
                    <a:pt x="418964" y="2746339"/>
                  </a:lnTo>
                  <a:lnTo>
                    <a:pt x="431286" y="2746339"/>
                  </a:lnTo>
                  <a:lnTo>
                    <a:pt x="443609" y="2746339"/>
                  </a:lnTo>
                  <a:lnTo>
                    <a:pt x="455931" y="2746339"/>
                  </a:lnTo>
                  <a:lnTo>
                    <a:pt x="468254" y="2746339"/>
                  </a:lnTo>
                  <a:lnTo>
                    <a:pt x="480576" y="2746339"/>
                  </a:lnTo>
                  <a:lnTo>
                    <a:pt x="492899" y="2746339"/>
                  </a:lnTo>
                  <a:lnTo>
                    <a:pt x="505221" y="2746339"/>
                  </a:lnTo>
                  <a:lnTo>
                    <a:pt x="517544" y="2746339"/>
                  </a:lnTo>
                  <a:lnTo>
                    <a:pt x="529866" y="2746339"/>
                  </a:lnTo>
                  <a:lnTo>
                    <a:pt x="542189" y="2746339"/>
                  </a:lnTo>
                  <a:lnTo>
                    <a:pt x="554511" y="2746339"/>
                  </a:lnTo>
                  <a:lnTo>
                    <a:pt x="566833" y="2746339"/>
                  </a:lnTo>
                  <a:lnTo>
                    <a:pt x="579156" y="2746339"/>
                  </a:lnTo>
                  <a:lnTo>
                    <a:pt x="591478" y="2746339"/>
                  </a:lnTo>
                  <a:lnTo>
                    <a:pt x="603801" y="2746339"/>
                  </a:lnTo>
                  <a:lnTo>
                    <a:pt x="616123" y="2746339"/>
                  </a:lnTo>
                  <a:lnTo>
                    <a:pt x="628446" y="2746339"/>
                  </a:lnTo>
                  <a:lnTo>
                    <a:pt x="640768" y="2746339"/>
                  </a:lnTo>
                  <a:lnTo>
                    <a:pt x="653091" y="2746339"/>
                  </a:lnTo>
                  <a:lnTo>
                    <a:pt x="665413" y="2746339"/>
                  </a:lnTo>
                  <a:lnTo>
                    <a:pt x="677736" y="2746339"/>
                  </a:lnTo>
                  <a:lnTo>
                    <a:pt x="690058" y="2746339"/>
                  </a:lnTo>
                  <a:lnTo>
                    <a:pt x="702381" y="2746339"/>
                  </a:lnTo>
                  <a:lnTo>
                    <a:pt x="714703" y="2746339"/>
                  </a:lnTo>
                  <a:lnTo>
                    <a:pt x="727026" y="2746339"/>
                  </a:lnTo>
                  <a:lnTo>
                    <a:pt x="739348" y="2746339"/>
                  </a:lnTo>
                  <a:lnTo>
                    <a:pt x="751671" y="2746339"/>
                  </a:lnTo>
                  <a:lnTo>
                    <a:pt x="763993" y="2746339"/>
                  </a:lnTo>
                  <a:lnTo>
                    <a:pt x="776316" y="2746339"/>
                  </a:lnTo>
                  <a:lnTo>
                    <a:pt x="788638" y="2746339"/>
                  </a:lnTo>
                  <a:lnTo>
                    <a:pt x="800961" y="2746339"/>
                  </a:lnTo>
                  <a:lnTo>
                    <a:pt x="813283" y="2746339"/>
                  </a:lnTo>
                  <a:lnTo>
                    <a:pt x="825606" y="2746339"/>
                  </a:lnTo>
                  <a:lnTo>
                    <a:pt x="837928" y="2746339"/>
                  </a:lnTo>
                  <a:lnTo>
                    <a:pt x="850250" y="2746339"/>
                  </a:lnTo>
                  <a:lnTo>
                    <a:pt x="862573" y="2746339"/>
                  </a:lnTo>
                  <a:lnTo>
                    <a:pt x="874895" y="2746339"/>
                  </a:lnTo>
                  <a:lnTo>
                    <a:pt x="887218" y="2746339"/>
                  </a:lnTo>
                  <a:lnTo>
                    <a:pt x="899540" y="2746339"/>
                  </a:lnTo>
                  <a:lnTo>
                    <a:pt x="911863" y="2746339"/>
                  </a:lnTo>
                  <a:lnTo>
                    <a:pt x="924185" y="2746339"/>
                  </a:lnTo>
                  <a:lnTo>
                    <a:pt x="936508" y="2746339"/>
                  </a:lnTo>
                  <a:lnTo>
                    <a:pt x="948830" y="2746339"/>
                  </a:lnTo>
                  <a:lnTo>
                    <a:pt x="961153" y="2746339"/>
                  </a:lnTo>
                  <a:lnTo>
                    <a:pt x="973475" y="2746339"/>
                  </a:lnTo>
                  <a:lnTo>
                    <a:pt x="985798" y="2746339"/>
                  </a:lnTo>
                  <a:lnTo>
                    <a:pt x="998120" y="2746339"/>
                  </a:lnTo>
                  <a:lnTo>
                    <a:pt x="1010443" y="2746339"/>
                  </a:lnTo>
                  <a:lnTo>
                    <a:pt x="1022765" y="2746339"/>
                  </a:lnTo>
                  <a:lnTo>
                    <a:pt x="1035088" y="2746339"/>
                  </a:lnTo>
                  <a:lnTo>
                    <a:pt x="1047410" y="2746339"/>
                  </a:lnTo>
                  <a:lnTo>
                    <a:pt x="1059733" y="2746339"/>
                  </a:lnTo>
                  <a:lnTo>
                    <a:pt x="1072055" y="2746339"/>
                  </a:lnTo>
                  <a:lnTo>
                    <a:pt x="1084378" y="2746339"/>
                  </a:lnTo>
                  <a:lnTo>
                    <a:pt x="1096700" y="2746339"/>
                  </a:lnTo>
                  <a:lnTo>
                    <a:pt x="1109022" y="2746339"/>
                  </a:lnTo>
                  <a:lnTo>
                    <a:pt x="1121345" y="2746339"/>
                  </a:lnTo>
                  <a:lnTo>
                    <a:pt x="1133667" y="2746339"/>
                  </a:lnTo>
                  <a:lnTo>
                    <a:pt x="1145990" y="2746339"/>
                  </a:lnTo>
                  <a:lnTo>
                    <a:pt x="1158312" y="2746339"/>
                  </a:lnTo>
                  <a:lnTo>
                    <a:pt x="1170635" y="2746339"/>
                  </a:lnTo>
                  <a:lnTo>
                    <a:pt x="1182957" y="2746339"/>
                  </a:lnTo>
                  <a:lnTo>
                    <a:pt x="1195280" y="2746339"/>
                  </a:lnTo>
                  <a:lnTo>
                    <a:pt x="1207602" y="2746339"/>
                  </a:lnTo>
                  <a:lnTo>
                    <a:pt x="1219925" y="2746339"/>
                  </a:lnTo>
                  <a:lnTo>
                    <a:pt x="1232247" y="2746339"/>
                  </a:lnTo>
                  <a:lnTo>
                    <a:pt x="1244570" y="2746339"/>
                  </a:lnTo>
                  <a:lnTo>
                    <a:pt x="1256892" y="2746339"/>
                  </a:lnTo>
                  <a:lnTo>
                    <a:pt x="1269215" y="2746339"/>
                  </a:lnTo>
                  <a:lnTo>
                    <a:pt x="1281537" y="2746339"/>
                  </a:lnTo>
                  <a:lnTo>
                    <a:pt x="1293860" y="2746339"/>
                  </a:lnTo>
                  <a:lnTo>
                    <a:pt x="1306182" y="2746339"/>
                  </a:lnTo>
                  <a:lnTo>
                    <a:pt x="1318505" y="2746339"/>
                  </a:lnTo>
                  <a:lnTo>
                    <a:pt x="1330827" y="2746339"/>
                  </a:lnTo>
                  <a:lnTo>
                    <a:pt x="1343150" y="2746339"/>
                  </a:lnTo>
                  <a:lnTo>
                    <a:pt x="1355472" y="2746339"/>
                  </a:lnTo>
                  <a:lnTo>
                    <a:pt x="1367795" y="2746339"/>
                  </a:lnTo>
                  <a:lnTo>
                    <a:pt x="1380117" y="2746339"/>
                  </a:lnTo>
                  <a:lnTo>
                    <a:pt x="1392439" y="2746339"/>
                  </a:lnTo>
                  <a:lnTo>
                    <a:pt x="1404762" y="2746339"/>
                  </a:lnTo>
                  <a:lnTo>
                    <a:pt x="1417084" y="2746339"/>
                  </a:lnTo>
                  <a:lnTo>
                    <a:pt x="1429407" y="2746338"/>
                  </a:lnTo>
                  <a:lnTo>
                    <a:pt x="1441729" y="2746338"/>
                  </a:lnTo>
                  <a:lnTo>
                    <a:pt x="1454052" y="2746336"/>
                  </a:lnTo>
                  <a:lnTo>
                    <a:pt x="1466374" y="2746333"/>
                  </a:lnTo>
                  <a:lnTo>
                    <a:pt x="1478697" y="2746327"/>
                  </a:lnTo>
                  <a:lnTo>
                    <a:pt x="1491019" y="2746316"/>
                  </a:lnTo>
                  <a:lnTo>
                    <a:pt x="1503342" y="2746295"/>
                  </a:lnTo>
                  <a:lnTo>
                    <a:pt x="1515664" y="2746259"/>
                  </a:lnTo>
                  <a:lnTo>
                    <a:pt x="1527987" y="2746198"/>
                  </a:lnTo>
                  <a:lnTo>
                    <a:pt x="1540309" y="2746098"/>
                  </a:lnTo>
                  <a:lnTo>
                    <a:pt x="1552632" y="2745942"/>
                  </a:lnTo>
                  <a:lnTo>
                    <a:pt x="1564954" y="2745711"/>
                  </a:lnTo>
                  <a:lnTo>
                    <a:pt x="1577277" y="2745381"/>
                  </a:lnTo>
                  <a:lnTo>
                    <a:pt x="1589599" y="2744925"/>
                  </a:lnTo>
                  <a:lnTo>
                    <a:pt x="1601922" y="2744323"/>
                  </a:lnTo>
                  <a:lnTo>
                    <a:pt x="1614244" y="2743553"/>
                  </a:lnTo>
                  <a:lnTo>
                    <a:pt x="1626567" y="2742603"/>
                  </a:lnTo>
                  <a:lnTo>
                    <a:pt x="1638889" y="2741469"/>
                  </a:lnTo>
                  <a:lnTo>
                    <a:pt x="1651212" y="2740158"/>
                  </a:lnTo>
                  <a:lnTo>
                    <a:pt x="1663534" y="2738681"/>
                  </a:lnTo>
                  <a:lnTo>
                    <a:pt x="1675856" y="2737055"/>
                  </a:lnTo>
                  <a:lnTo>
                    <a:pt x="1688179" y="2735301"/>
                  </a:lnTo>
                  <a:lnTo>
                    <a:pt x="1700501" y="2733450"/>
                  </a:lnTo>
                  <a:lnTo>
                    <a:pt x="1712824" y="2731527"/>
                  </a:lnTo>
                  <a:lnTo>
                    <a:pt x="1725146" y="2729558"/>
                  </a:lnTo>
                  <a:lnTo>
                    <a:pt x="1737469" y="2727577"/>
                  </a:lnTo>
                  <a:lnTo>
                    <a:pt x="1749791" y="2725627"/>
                  </a:lnTo>
                  <a:lnTo>
                    <a:pt x="1762114" y="2723760"/>
                  </a:lnTo>
                  <a:lnTo>
                    <a:pt x="1774436" y="2722029"/>
                  </a:lnTo>
                  <a:lnTo>
                    <a:pt x="1786759" y="2720476"/>
                  </a:lnTo>
                  <a:lnTo>
                    <a:pt x="1799081" y="2719116"/>
                  </a:lnTo>
                  <a:lnTo>
                    <a:pt x="1811404" y="2717920"/>
                  </a:lnTo>
                  <a:lnTo>
                    <a:pt x="1823726" y="2716793"/>
                  </a:lnTo>
                  <a:lnTo>
                    <a:pt x="1836049" y="2715560"/>
                  </a:lnTo>
                  <a:lnTo>
                    <a:pt x="1848371" y="2713877"/>
                  </a:lnTo>
                  <a:lnTo>
                    <a:pt x="1860694" y="2711346"/>
                  </a:lnTo>
                  <a:lnTo>
                    <a:pt x="1873016" y="2707435"/>
                  </a:lnTo>
                  <a:lnTo>
                    <a:pt x="1885339" y="2701488"/>
                  </a:lnTo>
                  <a:lnTo>
                    <a:pt x="1897661" y="2692707"/>
                  </a:lnTo>
                  <a:lnTo>
                    <a:pt x="1909984" y="2680168"/>
                  </a:lnTo>
                  <a:lnTo>
                    <a:pt x="1922306" y="2662850"/>
                  </a:lnTo>
                  <a:lnTo>
                    <a:pt x="1934629" y="2639698"/>
                  </a:lnTo>
                  <a:lnTo>
                    <a:pt x="1946951" y="2609715"/>
                  </a:lnTo>
                  <a:lnTo>
                    <a:pt x="1959273" y="2572071"/>
                  </a:lnTo>
                  <a:lnTo>
                    <a:pt x="1971596" y="2526228"/>
                  </a:lnTo>
                  <a:lnTo>
                    <a:pt x="1983918" y="2472021"/>
                  </a:lnTo>
                  <a:lnTo>
                    <a:pt x="1996241" y="2409714"/>
                  </a:lnTo>
                  <a:lnTo>
                    <a:pt x="2008563" y="2339600"/>
                  </a:lnTo>
                  <a:lnTo>
                    <a:pt x="2020886" y="2263102"/>
                  </a:lnTo>
                  <a:lnTo>
                    <a:pt x="2033208" y="2181715"/>
                  </a:lnTo>
                  <a:lnTo>
                    <a:pt x="2045531" y="2096895"/>
                  </a:lnTo>
                  <a:lnTo>
                    <a:pt x="2057853" y="2010309"/>
                  </a:lnTo>
                  <a:lnTo>
                    <a:pt x="2070176" y="1923958"/>
                  </a:lnTo>
                  <a:lnTo>
                    <a:pt x="2082498" y="1840321"/>
                  </a:lnTo>
                  <a:lnTo>
                    <a:pt x="2094821" y="1762442"/>
                  </a:lnTo>
                  <a:lnTo>
                    <a:pt x="2107143" y="1693874"/>
                  </a:lnTo>
                  <a:lnTo>
                    <a:pt x="2119466" y="1638420"/>
                  </a:lnTo>
                  <a:lnTo>
                    <a:pt x="2131788" y="1599669"/>
                  </a:lnTo>
                  <a:lnTo>
                    <a:pt x="2144111" y="1580357"/>
                  </a:lnTo>
                  <a:lnTo>
                    <a:pt x="2156433" y="1581699"/>
                  </a:lnTo>
                  <a:lnTo>
                    <a:pt x="2168756" y="1603357"/>
                  </a:lnTo>
                  <a:lnTo>
                    <a:pt x="2181078" y="1641676"/>
                  </a:lnTo>
                  <a:lnTo>
                    <a:pt x="2193401" y="1689643"/>
                  </a:lnTo>
                  <a:lnTo>
                    <a:pt x="2205723" y="1740073"/>
                  </a:lnTo>
                  <a:lnTo>
                    <a:pt x="2218045" y="1785488"/>
                  </a:lnTo>
                  <a:lnTo>
                    <a:pt x="2230368" y="1819117"/>
                  </a:lnTo>
                  <a:lnTo>
                    <a:pt x="2242690" y="1835743"/>
                  </a:lnTo>
                  <a:lnTo>
                    <a:pt x="2255013" y="1832299"/>
                  </a:lnTo>
                  <a:lnTo>
                    <a:pt x="2267335" y="1808117"/>
                  </a:lnTo>
                  <a:lnTo>
                    <a:pt x="2279658" y="1764857"/>
                  </a:lnTo>
                  <a:lnTo>
                    <a:pt x="2291980" y="1706132"/>
                  </a:lnTo>
                  <a:lnTo>
                    <a:pt x="2304303" y="1636949"/>
                  </a:lnTo>
                  <a:lnTo>
                    <a:pt x="2316625" y="1563039"/>
                  </a:lnTo>
                  <a:lnTo>
                    <a:pt x="2328948" y="1490240"/>
                  </a:lnTo>
                  <a:lnTo>
                    <a:pt x="2341270" y="1424758"/>
                  </a:lnTo>
                  <a:lnTo>
                    <a:pt x="2353593" y="1370362"/>
                  </a:lnTo>
                  <a:lnTo>
                    <a:pt x="2365915" y="1329460"/>
                  </a:lnTo>
                  <a:lnTo>
                    <a:pt x="2378238" y="1302799"/>
                  </a:lnTo>
                  <a:lnTo>
                    <a:pt x="2390560" y="1289328"/>
                  </a:lnTo>
                  <a:lnTo>
                    <a:pt x="2402883" y="1286153"/>
                  </a:lnTo>
                  <a:lnTo>
                    <a:pt x="2415205" y="1288598"/>
                  </a:lnTo>
                  <a:lnTo>
                    <a:pt x="2427528" y="1290453"/>
                  </a:lnTo>
                  <a:lnTo>
                    <a:pt x="2439850" y="1284441"/>
                  </a:lnTo>
                  <a:lnTo>
                    <a:pt x="2452173" y="1262919"/>
                  </a:lnTo>
                  <a:lnTo>
                    <a:pt x="2464495" y="1218794"/>
                  </a:lnTo>
                  <a:lnTo>
                    <a:pt x="2476818" y="1146582"/>
                  </a:lnTo>
                  <a:lnTo>
                    <a:pt x="2489140" y="1043463"/>
                  </a:lnTo>
                  <a:lnTo>
                    <a:pt x="2501462" y="908626"/>
                  </a:lnTo>
                  <a:lnTo>
                    <a:pt x="2513785" y="749715"/>
                  </a:lnTo>
                  <a:lnTo>
                    <a:pt x="2526107" y="577512"/>
                  </a:lnTo>
                  <a:lnTo>
                    <a:pt x="2538430" y="405193"/>
                  </a:lnTo>
                  <a:lnTo>
                    <a:pt x="2550752" y="247594"/>
                  </a:lnTo>
                  <a:lnTo>
                    <a:pt x="2563075" y="119495"/>
                  </a:lnTo>
                  <a:lnTo>
                    <a:pt x="2575397" y="33815"/>
                  </a:lnTo>
                  <a:lnTo>
                    <a:pt x="2587720" y="0"/>
                  </a:lnTo>
                  <a:lnTo>
                    <a:pt x="2600042" y="22843"/>
                  </a:lnTo>
                  <a:lnTo>
                    <a:pt x="2612365" y="101940"/>
                  </a:lnTo>
                  <a:lnTo>
                    <a:pt x="2624687" y="231864"/>
                  </a:lnTo>
                  <a:lnTo>
                    <a:pt x="2637010" y="403032"/>
                  </a:lnTo>
                  <a:lnTo>
                    <a:pt x="2649332" y="603118"/>
                  </a:lnTo>
                  <a:lnTo>
                    <a:pt x="2661655" y="818802"/>
                  </a:lnTo>
                  <a:lnTo>
                    <a:pt x="2673977" y="1035975"/>
                  </a:lnTo>
                  <a:lnTo>
                    <a:pt x="2686300" y="1244078"/>
                  </a:lnTo>
                  <a:lnTo>
                    <a:pt x="2698622" y="1436256"/>
                  </a:lnTo>
                  <a:lnTo>
                    <a:pt x="2710945" y="1608590"/>
                  </a:lnTo>
                  <a:lnTo>
                    <a:pt x="2723267" y="1759672"/>
                  </a:lnTo>
                  <a:lnTo>
                    <a:pt x="2735590" y="1889923"/>
                  </a:lnTo>
                  <a:lnTo>
                    <a:pt x="2747912" y="2000835"/>
                  </a:lnTo>
                  <a:lnTo>
                    <a:pt x="2760235" y="2094275"/>
                  </a:lnTo>
                  <a:lnTo>
                    <a:pt x="2772557" y="2171955"/>
                  </a:lnTo>
                  <a:lnTo>
                    <a:pt x="2784879" y="2235120"/>
                  </a:lnTo>
                  <a:lnTo>
                    <a:pt x="2797202" y="2284468"/>
                  </a:lnTo>
                  <a:lnTo>
                    <a:pt x="2809524" y="2320268"/>
                  </a:lnTo>
                  <a:lnTo>
                    <a:pt x="2821847" y="2342490"/>
                  </a:lnTo>
                  <a:lnTo>
                    <a:pt x="2834169" y="2350695"/>
                  </a:lnTo>
                  <a:lnTo>
                    <a:pt x="2846492" y="2347018"/>
                  </a:lnTo>
                  <a:lnTo>
                    <a:pt x="2858814" y="2333410"/>
                  </a:lnTo>
                  <a:lnTo>
                    <a:pt x="2871137" y="2312679"/>
                  </a:lnTo>
                  <a:lnTo>
                    <a:pt x="2883459" y="2288325"/>
                  </a:lnTo>
                  <a:lnTo>
                    <a:pt x="2895782" y="2264210"/>
                  </a:lnTo>
                  <a:lnTo>
                    <a:pt x="2908104" y="2244128"/>
                  </a:lnTo>
                  <a:lnTo>
                    <a:pt x="2920427" y="2231356"/>
                  </a:lnTo>
                  <a:lnTo>
                    <a:pt x="2932749" y="2228240"/>
                  </a:lnTo>
                  <a:lnTo>
                    <a:pt x="2945072" y="2235909"/>
                  </a:lnTo>
                  <a:lnTo>
                    <a:pt x="2957394" y="2254152"/>
                  </a:lnTo>
                  <a:lnTo>
                    <a:pt x="2969717" y="2281480"/>
                  </a:lnTo>
                  <a:lnTo>
                    <a:pt x="2982039" y="2315365"/>
                  </a:lnTo>
                  <a:lnTo>
                    <a:pt x="2994362" y="2352573"/>
                  </a:lnTo>
                  <a:lnTo>
                    <a:pt x="3006684" y="2389227"/>
                  </a:lnTo>
                  <a:lnTo>
                    <a:pt x="3019007" y="2422394"/>
                  </a:lnTo>
                  <a:lnTo>
                    <a:pt x="3031329" y="2450004"/>
                  </a:lnTo>
                  <a:lnTo>
                    <a:pt x="3043652" y="2471015"/>
                  </a:lnTo>
                  <a:lnTo>
                    <a:pt x="3055974" y="2485463"/>
                  </a:lnTo>
                  <a:lnTo>
                    <a:pt x="3068296" y="2494360"/>
                  </a:lnTo>
                  <a:lnTo>
                    <a:pt x="3080619" y="2499440"/>
                  </a:lnTo>
                  <a:lnTo>
                    <a:pt x="3092941" y="2502794"/>
                  </a:lnTo>
                  <a:lnTo>
                    <a:pt x="3105264" y="2506481"/>
                  </a:lnTo>
                  <a:lnTo>
                    <a:pt x="3117586" y="2512146"/>
                  </a:lnTo>
                  <a:lnTo>
                    <a:pt x="3129909" y="2520740"/>
                  </a:lnTo>
                  <a:lnTo>
                    <a:pt x="3142231" y="2532395"/>
                  </a:lnTo>
                  <a:lnTo>
                    <a:pt x="3154554" y="2546490"/>
                  </a:lnTo>
                  <a:lnTo>
                    <a:pt x="3166876" y="2561552"/>
                  </a:lnTo>
                  <a:lnTo>
                    <a:pt x="3179199" y="2575959"/>
                  </a:lnTo>
                  <a:lnTo>
                    <a:pt x="3191521" y="2588351"/>
                  </a:lnTo>
                  <a:lnTo>
                    <a:pt x="3203844" y="2597742"/>
                  </a:lnTo>
                  <a:lnTo>
                    <a:pt x="3216166" y="2603604"/>
                  </a:lnTo>
                  <a:lnTo>
                    <a:pt x="3228489" y="2605841"/>
                  </a:lnTo>
                  <a:lnTo>
                    <a:pt x="3240811" y="2604663"/>
                  </a:lnTo>
                  <a:lnTo>
                    <a:pt x="3253134" y="2600421"/>
                  </a:lnTo>
                  <a:lnTo>
                    <a:pt x="3265456" y="2593451"/>
                  </a:lnTo>
                  <a:lnTo>
                    <a:pt x="3277779" y="2583987"/>
                  </a:lnTo>
                  <a:lnTo>
                    <a:pt x="3290101" y="2572154"/>
                  </a:lnTo>
                  <a:lnTo>
                    <a:pt x="3302424" y="2558056"/>
                  </a:lnTo>
                  <a:lnTo>
                    <a:pt x="3314746" y="2541899"/>
                  </a:lnTo>
                  <a:lnTo>
                    <a:pt x="3327068" y="2524243"/>
                  </a:lnTo>
                  <a:lnTo>
                    <a:pt x="3339391" y="2506285"/>
                  </a:lnTo>
                  <a:lnTo>
                    <a:pt x="3351713" y="2489442"/>
                  </a:lnTo>
                  <a:lnTo>
                    <a:pt x="3364036" y="2475338"/>
                  </a:lnTo>
                  <a:lnTo>
                    <a:pt x="3376358" y="2465571"/>
                  </a:lnTo>
                  <a:lnTo>
                    <a:pt x="3388681" y="2461459"/>
                  </a:lnTo>
                  <a:lnTo>
                    <a:pt x="3401003" y="2463829"/>
                  </a:lnTo>
                  <a:lnTo>
                    <a:pt x="3413326" y="2472875"/>
                  </a:lnTo>
                  <a:lnTo>
                    <a:pt x="3425648" y="2488124"/>
                  </a:lnTo>
                  <a:lnTo>
                    <a:pt x="3437971" y="2508499"/>
                  </a:lnTo>
                  <a:lnTo>
                    <a:pt x="3450293" y="2532463"/>
                  </a:lnTo>
                  <a:lnTo>
                    <a:pt x="3462616" y="2558205"/>
                  </a:lnTo>
                  <a:lnTo>
                    <a:pt x="3474938" y="2583833"/>
                  </a:lnTo>
                  <a:lnTo>
                    <a:pt x="3487261" y="2607259"/>
                  </a:lnTo>
                  <a:lnTo>
                    <a:pt x="3499583" y="2626922"/>
                  </a:lnTo>
                  <a:lnTo>
                    <a:pt x="3511906" y="2641643"/>
                  </a:lnTo>
                  <a:lnTo>
                    <a:pt x="3524228" y="2650540"/>
                  </a:lnTo>
                  <a:lnTo>
                    <a:pt x="3536551" y="2653056"/>
                  </a:lnTo>
                  <a:lnTo>
                    <a:pt x="3548873" y="2648968"/>
                  </a:lnTo>
                  <a:lnTo>
                    <a:pt x="3561196" y="2638395"/>
                  </a:lnTo>
                  <a:lnTo>
                    <a:pt x="3573518" y="2621805"/>
                  </a:lnTo>
                  <a:lnTo>
                    <a:pt x="3585841" y="2600022"/>
                  </a:lnTo>
                  <a:lnTo>
                    <a:pt x="3598163" y="2574209"/>
                  </a:lnTo>
                  <a:lnTo>
                    <a:pt x="3610485" y="2545829"/>
                  </a:lnTo>
                  <a:lnTo>
                    <a:pt x="3622808" y="2516577"/>
                  </a:lnTo>
                  <a:lnTo>
                    <a:pt x="3635130" y="2488284"/>
                  </a:lnTo>
                  <a:lnTo>
                    <a:pt x="3647453" y="2463037"/>
                  </a:lnTo>
                  <a:lnTo>
                    <a:pt x="3659775" y="2442745"/>
                  </a:lnTo>
                  <a:lnTo>
                    <a:pt x="3672098" y="2428688"/>
                  </a:lnTo>
                  <a:lnTo>
                    <a:pt x="3684420" y="2421869"/>
                  </a:lnTo>
                  <a:lnTo>
                    <a:pt x="3696743" y="2422821"/>
                  </a:lnTo>
                  <a:lnTo>
                    <a:pt x="3709065" y="2431561"/>
                  </a:lnTo>
                  <a:lnTo>
                    <a:pt x="3721388" y="2447579"/>
                  </a:lnTo>
                  <a:lnTo>
                    <a:pt x="3733710" y="2469888"/>
                  </a:lnTo>
                  <a:lnTo>
                    <a:pt x="3746033" y="2497102"/>
                  </a:lnTo>
                  <a:lnTo>
                    <a:pt x="3758355" y="2527572"/>
                  </a:lnTo>
                  <a:lnTo>
                    <a:pt x="3770678" y="2559539"/>
                  </a:lnTo>
                  <a:lnTo>
                    <a:pt x="3783000" y="2591300"/>
                  </a:lnTo>
                  <a:lnTo>
                    <a:pt x="3795323" y="2621362"/>
                  </a:lnTo>
                  <a:lnTo>
                    <a:pt x="3807645" y="2648471"/>
                  </a:lnTo>
                  <a:lnTo>
                    <a:pt x="3819968" y="2671634"/>
                  </a:lnTo>
                  <a:lnTo>
                    <a:pt x="3832290" y="2690744"/>
                  </a:lnTo>
                  <a:lnTo>
                    <a:pt x="3844613" y="2705796"/>
                  </a:lnTo>
                  <a:lnTo>
                    <a:pt x="3856935" y="2716970"/>
                  </a:lnTo>
                  <a:lnTo>
                    <a:pt x="3869258" y="2724531"/>
                  </a:lnTo>
                  <a:lnTo>
                    <a:pt x="3881580" y="2728724"/>
                  </a:lnTo>
                  <a:lnTo>
                    <a:pt x="3893902" y="2729699"/>
                  </a:lnTo>
                  <a:lnTo>
                    <a:pt x="3906225" y="2727471"/>
                  </a:lnTo>
                  <a:lnTo>
                    <a:pt x="3918547" y="2721914"/>
                  </a:lnTo>
                  <a:lnTo>
                    <a:pt x="3930870" y="2712802"/>
                  </a:lnTo>
                  <a:lnTo>
                    <a:pt x="3943192" y="2699882"/>
                  </a:lnTo>
                  <a:lnTo>
                    <a:pt x="3955515" y="2682977"/>
                  </a:lnTo>
                  <a:lnTo>
                    <a:pt x="3967837" y="2662103"/>
                  </a:lnTo>
                  <a:lnTo>
                    <a:pt x="3980160" y="2637337"/>
                  </a:lnTo>
                  <a:lnTo>
                    <a:pt x="3992482" y="2609768"/>
                  </a:lnTo>
                  <a:lnTo>
                    <a:pt x="4004805" y="2580517"/>
                  </a:lnTo>
                  <a:lnTo>
                    <a:pt x="4017127" y="2550906"/>
                  </a:lnTo>
                  <a:lnTo>
                    <a:pt x="4029450" y="2522326"/>
                  </a:lnTo>
                  <a:lnTo>
                    <a:pt x="4041772" y="2496083"/>
                  </a:lnTo>
                  <a:lnTo>
                    <a:pt x="4054095" y="2473271"/>
                  </a:lnTo>
                  <a:lnTo>
                    <a:pt x="4066417" y="2454699"/>
                  </a:lnTo>
                  <a:lnTo>
                    <a:pt x="4078740" y="2440895"/>
                  </a:lnTo>
                  <a:lnTo>
                    <a:pt x="4091062" y="2432159"/>
                  </a:lnTo>
                  <a:lnTo>
                    <a:pt x="4103385" y="2428648"/>
                  </a:lnTo>
                  <a:lnTo>
                    <a:pt x="4115707" y="2430454"/>
                  </a:lnTo>
                  <a:lnTo>
                    <a:pt x="4128030" y="2437637"/>
                  </a:lnTo>
                  <a:lnTo>
                    <a:pt x="4140352" y="2450478"/>
                  </a:lnTo>
                  <a:lnTo>
                    <a:pt x="4152675" y="2468631"/>
                  </a:lnTo>
                  <a:lnTo>
                    <a:pt x="4164997" y="2491388"/>
                  </a:lnTo>
                  <a:lnTo>
                    <a:pt x="4177319" y="2517874"/>
                  </a:lnTo>
                  <a:lnTo>
                    <a:pt x="4189642" y="2546892"/>
                  </a:lnTo>
                  <a:lnTo>
                    <a:pt x="4201964" y="2577032"/>
                  </a:lnTo>
                  <a:lnTo>
                    <a:pt x="4214287" y="2606827"/>
                  </a:lnTo>
                  <a:lnTo>
                    <a:pt x="4226609" y="2634925"/>
                  </a:lnTo>
                  <a:lnTo>
                    <a:pt x="4238932" y="2660234"/>
                  </a:lnTo>
                  <a:lnTo>
                    <a:pt x="4251254" y="2682028"/>
                  </a:lnTo>
                  <a:lnTo>
                    <a:pt x="4263577" y="2699976"/>
                  </a:lnTo>
                  <a:lnTo>
                    <a:pt x="4275899" y="2714114"/>
                  </a:lnTo>
                  <a:lnTo>
                    <a:pt x="4288222" y="2724767"/>
                  </a:lnTo>
                  <a:lnTo>
                    <a:pt x="4300544" y="2732381"/>
                  </a:lnTo>
                  <a:lnTo>
                    <a:pt x="4312867" y="2737538"/>
                  </a:lnTo>
                  <a:lnTo>
                    <a:pt x="4325189" y="2740981"/>
                  </a:lnTo>
                  <a:lnTo>
                    <a:pt x="4337512" y="2743192"/>
                  </a:lnTo>
                  <a:lnTo>
                    <a:pt x="4349834" y="2744557"/>
                  </a:lnTo>
                  <a:lnTo>
                    <a:pt x="4362157" y="2745368"/>
                  </a:lnTo>
                  <a:lnTo>
                    <a:pt x="4374479" y="2745830"/>
                  </a:lnTo>
                  <a:lnTo>
                    <a:pt x="4386802" y="2746082"/>
                  </a:lnTo>
                  <a:lnTo>
                    <a:pt x="4399124" y="2746215"/>
                  </a:lnTo>
                  <a:lnTo>
                    <a:pt x="4411447" y="2746281"/>
                  </a:lnTo>
                  <a:lnTo>
                    <a:pt x="4423769" y="2746313"/>
                  </a:lnTo>
                  <a:lnTo>
                    <a:pt x="4436091" y="2746328"/>
                  </a:lnTo>
                  <a:lnTo>
                    <a:pt x="4448414" y="2746335"/>
                  </a:lnTo>
                  <a:lnTo>
                    <a:pt x="4460736" y="2746337"/>
                  </a:lnTo>
                  <a:lnTo>
                    <a:pt x="4473059" y="2746338"/>
                  </a:lnTo>
                  <a:lnTo>
                    <a:pt x="4485381" y="2746339"/>
                  </a:lnTo>
                  <a:lnTo>
                    <a:pt x="4497704" y="2746339"/>
                  </a:lnTo>
                  <a:lnTo>
                    <a:pt x="4510026" y="2746339"/>
                  </a:lnTo>
                  <a:lnTo>
                    <a:pt x="4522349" y="2746339"/>
                  </a:lnTo>
                  <a:lnTo>
                    <a:pt x="4534671" y="2746339"/>
                  </a:lnTo>
                  <a:lnTo>
                    <a:pt x="4546994" y="2746339"/>
                  </a:lnTo>
                  <a:lnTo>
                    <a:pt x="4559316" y="2746339"/>
                  </a:lnTo>
                  <a:lnTo>
                    <a:pt x="4571639" y="2746339"/>
                  </a:lnTo>
                  <a:lnTo>
                    <a:pt x="4583961" y="2746339"/>
                  </a:lnTo>
                  <a:lnTo>
                    <a:pt x="4596284" y="2746339"/>
                  </a:lnTo>
                  <a:lnTo>
                    <a:pt x="4608606" y="2746339"/>
                  </a:lnTo>
                  <a:lnTo>
                    <a:pt x="4620929" y="2746339"/>
                  </a:lnTo>
                  <a:lnTo>
                    <a:pt x="4633251" y="2746339"/>
                  </a:lnTo>
                  <a:lnTo>
                    <a:pt x="4645574" y="2746339"/>
                  </a:lnTo>
                  <a:lnTo>
                    <a:pt x="4657896" y="2746339"/>
                  </a:lnTo>
                  <a:lnTo>
                    <a:pt x="4670219" y="2746339"/>
                  </a:lnTo>
                  <a:lnTo>
                    <a:pt x="4682541" y="2746339"/>
                  </a:lnTo>
                  <a:lnTo>
                    <a:pt x="4694864" y="2746339"/>
                  </a:lnTo>
                  <a:lnTo>
                    <a:pt x="4707186" y="2746339"/>
                  </a:lnTo>
                  <a:lnTo>
                    <a:pt x="4719508" y="2746339"/>
                  </a:lnTo>
                  <a:lnTo>
                    <a:pt x="4731831" y="2746339"/>
                  </a:lnTo>
                  <a:lnTo>
                    <a:pt x="4744153" y="2746339"/>
                  </a:lnTo>
                  <a:lnTo>
                    <a:pt x="4756476" y="2746339"/>
                  </a:lnTo>
                  <a:lnTo>
                    <a:pt x="4768798" y="2746339"/>
                  </a:lnTo>
                  <a:lnTo>
                    <a:pt x="4781121" y="2746339"/>
                  </a:lnTo>
                  <a:lnTo>
                    <a:pt x="4793443" y="2746339"/>
                  </a:lnTo>
                  <a:lnTo>
                    <a:pt x="4805766" y="2746338"/>
                  </a:lnTo>
                  <a:lnTo>
                    <a:pt x="4818088" y="2746336"/>
                  </a:lnTo>
                  <a:lnTo>
                    <a:pt x="4830411" y="2746333"/>
                  </a:lnTo>
                  <a:lnTo>
                    <a:pt x="4842733" y="2746324"/>
                  </a:lnTo>
                  <a:lnTo>
                    <a:pt x="4855056" y="2746306"/>
                  </a:lnTo>
                  <a:lnTo>
                    <a:pt x="4867378" y="2746269"/>
                  </a:lnTo>
                  <a:lnTo>
                    <a:pt x="4879701" y="2746198"/>
                  </a:lnTo>
                  <a:lnTo>
                    <a:pt x="4892023" y="2746064"/>
                  </a:lnTo>
                  <a:lnTo>
                    <a:pt x="4904346" y="2745823"/>
                  </a:lnTo>
                  <a:lnTo>
                    <a:pt x="4916668" y="2745408"/>
                  </a:lnTo>
                  <a:lnTo>
                    <a:pt x="4928991" y="2744720"/>
                  </a:lnTo>
                  <a:lnTo>
                    <a:pt x="4941313" y="2743624"/>
                  </a:lnTo>
                  <a:lnTo>
                    <a:pt x="4953636" y="2741940"/>
                  </a:lnTo>
                  <a:lnTo>
                    <a:pt x="4965958" y="2739369"/>
                  </a:lnTo>
                  <a:lnTo>
                    <a:pt x="4978281" y="2735724"/>
                  </a:lnTo>
                  <a:lnTo>
                    <a:pt x="4990603" y="2730795"/>
                  </a:lnTo>
                  <a:lnTo>
                    <a:pt x="5002925" y="2724437"/>
                  </a:lnTo>
                  <a:lnTo>
                    <a:pt x="5015248" y="2716626"/>
                  </a:lnTo>
                  <a:lnTo>
                    <a:pt x="5027570" y="2707511"/>
                  </a:lnTo>
                  <a:lnTo>
                    <a:pt x="5039893" y="2697438"/>
                  </a:lnTo>
                  <a:lnTo>
                    <a:pt x="5052215" y="2686959"/>
                  </a:lnTo>
                  <a:lnTo>
                    <a:pt x="5064538" y="2676802"/>
                  </a:lnTo>
                  <a:lnTo>
                    <a:pt x="5076860" y="2667792"/>
                  </a:lnTo>
                  <a:lnTo>
                    <a:pt x="5089183" y="2660758"/>
                  </a:lnTo>
                  <a:lnTo>
                    <a:pt x="5101505" y="2656409"/>
                  </a:lnTo>
                  <a:lnTo>
                    <a:pt x="5113828" y="2655224"/>
                  </a:lnTo>
                  <a:lnTo>
                    <a:pt x="5126150" y="2657565"/>
                  </a:lnTo>
                  <a:lnTo>
                    <a:pt x="5138473" y="2663010"/>
                  </a:lnTo>
                  <a:lnTo>
                    <a:pt x="5150795" y="2670901"/>
                  </a:lnTo>
                  <a:lnTo>
                    <a:pt x="5163118" y="2680463"/>
                  </a:lnTo>
                  <a:lnTo>
                    <a:pt x="5175440" y="2690851"/>
                  </a:lnTo>
                  <a:lnTo>
                    <a:pt x="5187763" y="2701263"/>
                  </a:lnTo>
                  <a:lnTo>
                    <a:pt x="5200085" y="2711034"/>
                  </a:lnTo>
                  <a:lnTo>
                    <a:pt x="5212408" y="2719689"/>
                  </a:lnTo>
                  <a:lnTo>
                    <a:pt x="5224730" y="2726961"/>
                  </a:lnTo>
                  <a:lnTo>
                    <a:pt x="5237053" y="2732774"/>
                  </a:lnTo>
                  <a:lnTo>
                    <a:pt x="5249375" y="2737202"/>
                  </a:lnTo>
                  <a:lnTo>
                    <a:pt x="5261698" y="2740421"/>
                  </a:lnTo>
                  <a:lnTo>
                    <a:pt x="5274020" y="2742656"/>
                  </a:lnTo>
                  <a:lnTo>
                    <a:pt x="5286342" y="2744117"/>
                  </a:lnTo>
                  <a:lnTo>
                    <a:pt x="5298665" y="2745032"/>
                  </a:lnTo>
                  <a:lnTo>
                    <a:pt x="5310987" y="2745598"/>
                  </a:lnTo>
                  <a:lnTo>
                    <a:pt x="5323310" y="2745934"/>
                  </a:lnTo>
                  <a:lnTo>
                    <a:pt x="5335632" y="2746126"/>
                  </a:lnTo>
                  <a:lnTo>
                    <a:pt x="5347955" y="2746231"/>
                  </a:lnTo>
                  <a:lnTo>
                    <a:pt x="5360277" y="2746287"/>
                  </a:lnTo>
                  <a:lnTo>
                    <a:pt x="5372600" y="2746315"/>
                  </a:lnTo>
                  <a:lnTo>
                    <a:pt x="5384922" y="2746328"/>
                  </a:lnTo>
                  <a:lnTo>
                    <a:pt x="5397245" y="2746334"/>
                  </a:lnTo>
                  <a:lnTo>
                    <a:pt x="5409567" y="2746337"/>
                  </a:lnTo>
                  <a:lnTo>
                    <a:pt x="5421890" y="2746338"/>
                  </a:lnTo>
                  <a:lnTo>
                    <a:pt x="5434212" y="2746339"/>
                  </a:lnTo>
                  <a:lnTo>
                    <a:pt x="5446535" y="2746339"/>
                  </a:lnTo>
                  <a:lnTo>
                    <a:pt x="5458857" y="2746339"/>
                  </a:lnTo>
                  <a:lnTo>
                    <a:pt x="5471180" y="2746339"/>
                  </a:lnTo>
                  <a:lnTo>
                    <a:pt x="5483502" y="2746339"/>
                  </a:lnTo>
                  <a:lnTo>
                    <a:pt x="5495825" y="2746339"/>
                  </a:lnTo>
                  <a:lnTo>
                    <a:pt x="5508147" y="2746339"/>
                  </a:lnTo>
                  <a:lnTo>
                    <a:pt x="5520470" y="2746339"/>
                  </a:lnTo>
                  <a:lnTo>
                    <a:pt x="5532792" y="2746339"/>
                  </a:lnTo>
                  <a:lnTo>
                    <a:pt x="5545114" y="2746339"/>
                  </a:lnTo>
                  <a:lnTo>
                    <a:pt x="5557437" y="2746339"/>
                  </a:lnTo>
                  <a:lnTo>
                    <a:pt x="5569759" y="2746339"/>
                  </a:lnTo>
                  <a:lnTo>
                    <a:pt x="5582082" y="2746339"/>
                  </a:lnTo>
                  <a:lnTo>
                    <a:pt x="5594404" y="2746339"/>
                  </a:lnTo>
                  <a:lnTo>
                    <a:pt x="5606727" y="2746339"/>
                  </a:lnTo>
                  <a:lnTo>
                    <a:pt x="5619049" y="2746339"/>
                  </a:lnTo>
                  <a:lnTo>
                    <a:pt x="5631372" y="2746339"/>
                  </a:lnTo>
                  <a:lnTo>
                    <a:pt x="5643694" y="2746339"/>
                  </a:lnTo>
                  <a:lnTo>
                    <a:pt x="5656017" y="2746339"/>
                  </a:lnTo>
                  <a:lnTo>
                    <a:pt x="5668339" y="2746339"/>
                  </a:lnTo>
                  <a:lnTo>
                    <a:pt x="5680662" y="2746339"/>
                  </a:lnTo>
                  <a:lnTo>
                    <a:pt x="5692984" y="2746339"/>
                  </a:lnTo>
                  <a:lnTo>
                    <a:pt x="5705307" y="2746338"/>
                  </a:lnTo>
                  <a:lnTo>
                    <a:pt x="5717629" y="2746336"/>
                  </a:lnTo>
                  <a:lnTo>
                    <a:pt x="5729952" y="2746333"/>
                  </a:lnTo>
                  <a:lnTo>
                    <a:pt x="5742274" y="2746326"/>
                  </a:lnTo>
                  <a:lnTo>
                    <a:pt x="5754597" y="2746312"/>
                  </a:lnTo>
                  <a:lnTo>
                    <a:pt x="5766919" y="2746286"/>
                  </a:lnTo>
                  <a:lnTo>
                    <a:pt x="5779242" y="2746238"/>
                  </a:lnTo>
                  <a:lnTo>
                    <a:pt x="5791564" y="2746151"/>
                  </a:lnTo>
                  <a:lnTo>
                    <a:pt x="5803887" y="2746002"/>
                  </a:lnTo>
                  <a:lnTo>
                    <a:pt x="5816209" y="2745759"/>
                  </a:lnTo>
                  <a:lnTo>
                    <a:pt x="5828531" y="2745379"/>
                  </a:lnTo>
                  <a:lnTo>
                    <a:pt x="5840854" y="2744811"/>
                  </a:lnTo>
                  <a:lnTo>
                    <a:pt x="5853176" y="2743998"/>
                  </a:lnTo>
                  <a:lnTo>
                    <a:pt x="5865499" y="2742886"/>
                  </a:lnTo>
                  <a:lnTo>
                    <a:pt x="5877821" y="2741430"/>
                  </a:lnTo>
                  <a:lnTo>
                    <a:pt x="5890144" y="2739612"/>
                  </a:lnTo>
                  <a:lnTo>
                    <a:pt x="5902466" y="2737446"/>
                  </a:lnTo>
                  <a:lnTo>
                    <a:pt x="5914789" y="2734996"/>
                  </a:lnTo>
                  <a:lnTo>
                    <a:pt x="5927111" y="2732377"/>
                  </a:lnTo>
                  <a:lnTo>
                    <a:pt x="5939434" y="2729759"/>
                  </a:lnTo>
                  <a:lnTo>
                    <a:pt x="5951756" y="2727381"/>
                  </a:lnTo>
                  <a:lnTo>
                    <a:pt x="5964079" y="2725457"/>
                  </a:lnTo>
                  <a:lnTo>
                    <a:pt x="5976401" y="2724168"/>
                  </a:lnTo>
                  <a:lnTo>
                    <a:pt x="5988724" y="2723638"/>
                  </a:lnTo>
                  <a:lnTo>
                    <a:pt x="6001046" y="2723911"/>
                  </a:lnTo>
                  <a:lnTo>
                    <a:pt x="6013369" y="2724942"/>
                  </a:lnTo>
                  <a:lnTo>
                    <a:pt x="6025691" y="2726598"/>
                  </a:lnTo>
                  <a:lnTo>
                    <a:pt x="6038014" y="2728674"/>
                  </a:lnTo>
                  <a:lnTo>
                    <a:pt x="6050336" y="2730913"/>
                  </a:lnTo>
                  <a:lnTo>
                    <a:pt x="6062659" y="2733030"/>
                  </a:lnTo>
                  <a:lnTo>
                    <a:pt x="6074981" y="2734732"/>
                  </a:lnTo>
                  <a:lnTo>
                    <a:pt x="6087304" y="2735733"/>
                  </a:lnTo>
                  <a:lnTo>
                    <a:pt x="6099626" y="2735762"/>
                  </a:lnTo>
                  <a:lnTo>
                    <a:pt x="6111948" y="2734464"/>
                  </a:lnTo>
                  <a:lnTo>
                    <a:pt x="6124271" y="2731703"/>
                  </a:lnTo>
                  <a:lnTo>
                    <a:pt x="6136593" y="2727370"/>
                  </a:lnTo>
                  <a:lnTo>
                    <a:pt x="6148916" y="2721444"/>
                  </a:lnTo>
                  <a:lnTo>
                    <a:pt x="6161238" y="2714045"/>
                  </a:lnTo>
                  <a:lnTo>
                    <a:pt x="6173561" y="2705460"/>
                  </a:lnTo>
                  <a:lnTo>
                    <a:pt x="6185883" y="2696157"/>
                  </a:lnTo>
                  <a:lnTo>
                    <a:pt x="6198206" y="2686769"/>
                  </a:lnTo>
                  <a:lnTo>
                    <a:pt x="6210528" y="2678043"/>
                  </a:lnTo>
                  <a:lnTo>
                    <a:pt x="6222851" y="2670760"/>
                  </a:lnTo>
                  <a:lnTo>
                    <a:pt x="6235173" y="2665633"/>
                  </a:lnTo>
                  <a:lnTo>
                    <a:pt x="6247496" y="2663205"/>
                  </a:lnTo>
                  <a:lnTo>
                    <a:pt x="6259818" y="2663760"/>
                  </a:lnTo>
                  <a:lnTo>
                    <a:pt x="6272141" y="2667397"/>
                  </a:lnTo>
                  <a:lnTo>
                    <a:pt x="6284463" y="2673655"/>
                  </a:lnTo>
                  <a:lnTo>
                    <a:pt x="6296786" y="2681779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706745" y="4244317"/>
              <a:ext cx="6296786" cy="1902011"/>
            </a:xfrm>
            <a:custGeom>
              <a:avLst/>
              <a:pathLst>
                <a:path w="6296786" h="1902011">
                  <a:moveTo>
                    <a:pt x="0" y="1902009"/>
                  </a:moveTo>
                  <a:lnTo>
                    <a:pt x="12322" y="1902007"/>
                  </a:lnTo>
                  <a:lnTo>
                    <a:pt x="24644" y="1902004"/>
                  </a:lnTo>
                  <a:lnTo>
                    <a:pt x="36967" y="1902000"/>
                  </a:lnTo>
                  <a:lnTo>
                    <a:pt x="49289" y="1901993"/>
                  </a:lnTo>
                  <a:lnTo>
                    <a:pt x="61612" y="1901982"/>
                  </a:lnTo>
                  <a:lnTo>
                    <a:pt x="73934" y="1901965"/>
                  </a:lnTo>
                  <a:lnTo>
                    <a:pt x="86257" y="1901939"/>
                  </a:lnTo>
                  <a:lnTo>
                    <a:pt x="98579" y="1901898"/>
                  </a:lnTo>
                  <a:lnTo>
                    <a:pt x="110902" y="1901838"/>
                  </a:lnTo>
                  <a:lnTo>
                    <a:pt x="123224" y="1901750"/>
                  </a:lnTo>
                  <a:lnTo>
                    <a:pt x="135547" y="1901626"/>
                  </a:lnTo>
                  <a:lnTo>
                    <a:pt x="147869" y="1901454"/>
                  </a:lnTo>
                  <a:lnTo>
                    <a:pt x="160192" y="1901218"/>
                  </a:lnTo>
                  <a:lnTo>
                    <a:pt x="172514" y="1900901"/>
                  </a:lnTo>
                  <a:lnTo>
                    <a:pt x="184837" y="1900486"/>
                  </a:lnTo>
                  <a:lnTo>
                    <a:pt x="197159" y="1899948"/>
                  </a:lnTo>
                  <a:lnTo>
                    <a:pt x="209482" y="1899243"/>
                  </a:lnTo>
                  <a:lnTo>
                    <a:pt x="221804" y="1898363"/>
                  </a:lnTo>
                  <a:lnTo>
                    <a:pt x="234127" y="1897290"/>
                  </a:lnTo>
                  <a:lnTo>
                    <a:pt x="246449" y="1896007"/>
                  </a:lnTo>
                  <a:lnTo>
                    <a:pt x="258772" y="1894505"/>
                  </a:lnTo>
                  <a:lnTo>
                    <a:pt x="271094" y="1892783"/>
                  </a:lnTo>
                  <a:lnTo>
                    <a:pt x="283416" y="1890853"/>
                  </a:lnTo>
                  <a:lnTo>
                    <a:pt x="295739" y="1888735"/>
                  </a:lnTo>
                  <a:lnTo>
                    <a:pt x="308061" y="1886467"/>
                  </a:lnTo>
                  <a:lnTo>
                    <a:pt x="320384" y="1884095"/>
                  </a:lnTo>
                  <a:lnTo>
                    <a:pt x="332706" y="1881708"/>
                  </a:lnTo>
                  <a:lnTo>
                    <a:pt x="345029" y="1879386"/>
                  </a:lnTo>
                  <a:lnTo>
                    <a:pt x="357351" y="1877211"/>
                  </a:lnTo>
                  <a:lnTo>
                    <a:pt x="369674" y="1875268"/>
                  </a:lnTo>
                  <a:lnTo>
                    <a:pt x="381996" y="1873636"/>
                  </a:lnTo>
                  <a:lnTo>
                    <a:pt x="394319" y="1872386"/>
                  </a:lnTo>
                  <a:lnTo>
                    <a:pt x="406641" y="1871576"/>
                  </a:lnTo>
                  <a:lnTo>
                    <a:pt x="418964" y="1871245"/>
                  </a:lnTo>
                  <a:lnTo>
                    <a:pt x="431286" y="1871454"/>
                  </a:lnTo>
                  <a:lnTo>
                    <a:pt x="443609" y="1872175"/>
                  </a:lnTo>
                  <a:lnTo>
                    <a:pt x="455931" y="1873344"/>
                  </a:lnTo>
                  <a:lnTo>
                    <a:pt x="468254" y="1874908"/>
                  </a:lnTo>
                  <a:lnTo>
                    <a:pt x="480576" y="1876796"/>
                  </a:lnTo>
                  <a:lnTo>
                    <a:pt x="492899" y="1878932"/>
                  </a:lnTo>
                  <a:lnTo>
                    <a:pt x="505221" y="1881230"/>
                  </a:lnTo>
                  <a:lnTo>
                    <a:pt x="517544" y="1883608"/>
                  </a:lnTo>
                  <a:lnTo>
                    <a:pt x="529866" y="1885987"/>
                  </a:lnTo>
                  <a:lnTo>
                    <a:pt x="542189" y="1888288"/>
                  </a:lnTo>
                  <a:lnTo>
                    <a:pt x="554511" y="1890439"/>
                  </a:lnTo>
                  <a:lnTo>
                    <a:pt x="566833" y="1892409"/>
                  </a:lnTo>
                  <a:lnTo>
                    <a:pt x="579156" y="1894172"/>
                  </a:lnTo>
                  <a:lnTo>
                    <a:pt x="591478" y="1895717"/>
                  </a:lnTo>
                  <a:lnTo>
                    <a:pt x="603801" y="1897043"/>
                  </a:lnTo>
                  <a:lnTo>
                    <a:pt x="616123" y="1898156"/>
                  </a:lnTo>
                  <a:lnTo>
                    <a:pt x="628446" y="1899072"/>
                  </a:lnTo>
                  <a:lnTo>
                    <a:pt x="640768" y="1899811"/>
                  </a:lnTo>
                  <a:lnTo>
                    <a:pt x="653091" y="1900390"/>
                  </a:lnTo>
                  <a:lnTo>
                    <a:pt x="665413" y="1900827"/>
                  </a:lnTo>
                  <a:lnTo>
                    <a:pt x="677736" y="1901161"/>
                  </a:lnTo>
                  <a:lnTo>
                    <a:pt x="690058" y="1901411"/>
                  </a:lnTo>
                  <a:lnTo>
                    <a:pt x="702381" y="1901595"/>
                  </a:lnTo>
                  <a:lnTo>
                    <a:pt x="714703" y="1901727"/>
                  </a:lnTo>
                  <a:lnTo>
                    <a:pt x="727026" y="1901821"/>
                  </a:lnTo>
                  <a:lnTo>
                    <a:pt x="739348" y="1901886"/>
                  </a:lnTo>
                  <a:lnTo>
                    <a:pt x="751671" y="1901930"/>
                  </a:lnTo>
                  <a:lnTo>
                    <a:pt x="763993" y="1901960"/>
                  </a:lnTo>
                  <a:lnTo>
                    <a:pt x="776316" y="1901977"/>
                  </a:lnTo>
                  <a:lnTo>
                    <a:pt x="788638" y="1901987"/>
                  </a:lnTo>
                  <a:lnTo>
                    <a:pt x="800961" y="1901992"/>
                  </a:lnTo>
                  <a:lnTo>
                    <a:pt x="813283" y="1901992"/>
                  </a:lnTo>
                  <a:lnTo>
                    <a:pt x="825606" y="1901987"/>
                  </a:lnTo>
                  <a:lnTo>
                    <a:pt x="837928" y="1901976"/>
                  </a:lnTo>
                  <a:lnTo>
                    <a:pt x="850250" y="1901955"/>
                  </a:lnTo>
                  <a:lnTo>
                    <a:pt x="862573" y="1901921"/>
                  </a:lnTo>
                  <a:lnTo>
                    <a:pt x="874895" y="1901868"/>
                  </a:lnTo>
                  <a:lnTo>
                    <a:pt x="887218" y="1901782"/>
                  </a:lnTo>
                  <a:lnTo>
                    <a:pt x="899540" y="1901649"/>
                  </a:lnTo>
                  <a:lnTo>
                    <a:pt x="911863" y="1901449"/>
                  </a:lnTo>
                  <a:lnTo>
                    <a:pt x="924185" y="1901155"/>
                  </a:lnTo>
                  <a:lnTo>
                    <a:pt x="936508" y="1900731"/>
                  </a:lnTo>
                  <a:lnTo>
                    <a:pt x="948830" y="1900133"/>
                  </a:lnTo>
                  <a:lnTo>
                    <a:pt x="961153" y="1899304"/>
                  </a:lnTo>
                  <a:lnTo>
                    <a:pt x="973475" y="1898177"/>
                  </a:lnTo>
                  <a:lnTo>
                    <a:pt x="985798" y="1896673"/>
                  </a:lnTo>
                  <a:lnTo>
                    <a:pt x="998120" y="1894657"/>
                  </a:lnTo>
                  <a:lnTo>
                    <a:pt x="1010443" y="1892010"/>
                  </a:lnTo>
                  <a:lnTo>
                    <a:pt x="1022765" y="1888656"/>
                  </a:lnTo>
                  <a:lnTo>
                    <a:pt x="1035088" y="1884493"/>
                  </a:lnTo>
                  <a:lnTo>
                    <a:pt x="1047410" y="1879431"/>
                  </a:lnTo>
                  <a:lnTo>
                    <a:pt x="1059733" y="1873399"/>
                  </a:lnTo>
                  <a:lnTo>
                    <a:pt x="1072055" y="1866359"/>
                  </a:lnTo>
                  <a:lnTo>
                    <a:pt x="1084378" y="1858312"/>
                  </a:lnTo>
                  <a:lnTo>
                    <a:pt x="1096700" y="1849306"/>
                  </a:lnTo>
                  <a:lnTo>
                    <a:pt x="1109022" y="1839419"/>
                  </a:lnTo>
                  <a:lnTo>
                    <a:pt x="1121345" y="1828849"/>
                  </a:lnTo>
                  <a:lnTo>
                    <a:pt x="1133667" y="1817939"/>
                  </a:lnTo>
                  <a:lnTo>
                    <a:pt x="1145990" y="1807007"/>
                  </a:lnTo>
                  <a:lnTo>
                    <a:pt x="1158312" y="1796413"/>
                  </a:lnTo>
                  <a:lnTo>
                    <a:pt x="1170635" y="1786537"/>
                  </a:lnTo>
                  <a:lnTo>
                    <a:pt x="1182957" y="1777765"/>
                  </a:lnTo>
                  <a:lnTo>
                    <a:pt x="1195280" y="1770460"/>
                  </a:lnTo>
                  <a:lnTo>
                    <a:pt x="1207602" y="1764948"/>
                  </a:lnTo>
                  <a:lnTo>
                    <a:pt x="1219925" y="1761527"/>
                  </a:lnTo>
                  <a:lnTo>
                    <a:pt x="1232247" y="1760615"/>
                  </a:lnTo>
                  <a:lnTo>
                    <a:pt x="1244570" y="1761988"/>
                  </a:lnTo>
                  <a:lnTo>
                    <a:pt x="1256892" y="1765567"/>
                  </a:lnTo>
                  <a:lnTo>
                    <a:pt x="1269215" y="1771180"/>
                  </a:lnTo>
                  <a:lnTo>
                    <a:pt x="1281537" y="1778573"/>
                  </a:lnTo>
                  <a:lnTo>
                    <a:pt x="1293860" y="1787426"/>
                  </a:lnTo>
                  <a:lnTo>
                    <a:pt x="1306182" y="1797376"/>
                  </a:lnTo>
                  <a:lnTo>
                    <a:pt x="1318505" y="1808037"/>
                  </a:lnTo>
                  <a:lnTo>
                    <a:pt x="1330827" y="1819022"/>
                  </a:lnTo>
                  <a:lnTo>
                    <a:pt x="1343150" y="1829914"/>
                  </a:lnTo>
                  <a:lnTo>
                    <a:pt x="1355472" y="1840364"/>
                  </a:lnTo>
                  <a:lnTo>
                    <a:pt x="1367795" y="1850139"/>
                  </a:lnTo>
                  <a:lnTo>
                    <a:pt x="1380117" y="1859066"/>
                  </a:lnTo>
                  <a:lnTo>
                    <a:pt x="1392439" y="1867033"/>
                  </a:lnTo>
                  <a:lnTo>
                    <a:pt x="1404762" y="1873982"/>
                  </a:lnTo>
                  <a:lnTo>
                    <a:pt x="1417084" y="1879906"/>
                  </a:lnTo>
                  <a:lnTo>
                    <a:pt x="1429407" y="1884834"/>
                  </a:lnTo>
                  <a:lnTo>
                    <a:pt x="1441729" y="1888826"/>
                  </a:lnTo>
                  <a:lnTo>
                    <a:pt x="1454052" y="1891883"/>
                  </a:lnTo>
                  <a:lnTo>
                    <a:pt x="1466374" y="1894147"/>
                  </a:lnTo>
                  <a:lnTo>
                    <a:pt x="1478697" y="1895724"/>
                  </a:lnTo>
                  <a:lnTo>
                    <a:pt x="1491019" y="1896662"/>
                  </a:lnTo>
                  <a:lnTo>
                    <a:pt x="1503342" y="1896989"/>
                  </a:lnTo>
                  <a:lnTo>
                    <a:pt x="1515664" y="1896705"/>
                  </a:lnTo>
                  <a:lnTo>
                    <a:pt x="1527987" y="1895780"/>
                  </a:lnTo>
                  <a:lnTo>
                    <a:pt x="1540309" y="1894150"/>
                  </a:lnTo>
                  <a:lnTo>
                    <a:pt x="1552632" y="1891720"/>
                  </a:lnTo>
                  <a:lnTo>
                    <a:pt x="1564954" y="1888288"/>
                  </a:lnTo>
                  <a:lnTo>
                    <a:pt x="1577277" y="1883651"/>
                  </a:lnTo>
                  <a:lnTo>
                    <a:pt x="1589599" y="1877687"/>
                  </a:lnTo>
                  <a:lnTo>
                    <a:pt x="1601922" y="1870199"/>
                  </a:lnTo>
                  <a:lnTo>
                    <a:pt x="1614244" y="1860988"/>
                  </a:lnTo>
                  <a:lnTo>
                    <a:pt x="1626567" y="1849865"/>
                  </a:lnTo>
                  <a:lnTo>
                    <a:pt x="1638889" y="1836659"/>
                  </a:lnTo>
                  <a:lnTo>
                    <a:pt x="1651212" y="1821232"/>
                  </a:lnTo>
                  <a:lnTo>
                    <a:pt x="1663534" y="1803485"/>
                  </a:lnTo>
                  <a:lnTo>
                    <a:pt x="1675856" y="1783274"/>
                  </a:lnTo>
                  <a:lnTo>
                    <a:pt x="1688179" y="1760469"/>
                  </a:lnTo>
                  <a:lnTo>
                    <a:pt x="1700501" y="1735387"/>
                  </a:lnTo>
                  <a:lnTo>
                    <a:pt x="1712824" y="1708150"/>
                  </a:lnTo>
                  <a:lnTo>
                    <a:pt x="1725146" y="1678913"/>
                  </a:lnTo>
                  <a:lnTo>
                    <a:pt x="1737469" y="1647855"/>
                  </a:lnTo>
                  <a:lnTo>
                    <a:pt x="1749791" y="1615162"/>
                  </a:lnTo>
                  <a:lnTo>
                    <a:pt x="1762114" y="1581027"/>
                  </a:lnTo>
                  <a:lnTo>
                    <a:pt x="1774436" y="1545634"/>
                  </a:lnTo>
                  <a:lnTo>
                    <a:pt x="1786759" y="1509154"/>
                  </a:lnTo>
                  <a:lnTo>
                    <a:pt x="1799081" y="1471685"/>
                  </a:lnTo>
                  <a:lnTo>
                    <a:pt x="1811404" y="1433552"/>
                  </a:lnTo>
                  <a:lnTo>
                    <a:pt x="1823726" y="1394968"/>
                  </a:lnTo>
                  <a:lnTo>
                    <a:pt x="1836049" y="1356182"/>
                  </a:lnTo>
                  <a:lnTo>
                    <a:pt x="1848371" y="1317494"/>
                  </a:lnTo>
                  <a:lnTo>
                    <a:pt x="1860694" y="1279254"/>
                  </a:lnTo>
                  <a:lnTo>
                    <a:pt x="1873016" y="1241856"/>
                  </a:lnTo>
                  <a:lnTo>
                    <a:pt x="1885339" y="1205733"/>
                  </a:lnTo>
                  <a:lnTo>
                    <a:pt x="1897661" y="1171331"/>
                  </a:lnTo>
                  <a:lnTo>
                    <a:pt x="1909984" y="1139393"/>
                  </a:lnTo>
                  <a:lnTo>
                    <a:pt x="1922306" y="1110129"/>
                  </a:lnTo>
                  <a:lnTo>
                    <a:pt x="1934629" y="1083736"/>
                  </a:lnTo>
                  <a:lnTo>
                    <a:pt x="1946951" y="1060336"/>
                  </a:lnTo>
                  <a:lnTo>
                    <a:pt x="1959273" y="1039921"/>
                  </a:lnTo>
                  <a:lnTo>
                    <a:pt x="1971596" y="1022357"/>
                  </a:lnTo>
                  <a:lnTo>
                    <a:pt x="1983918" y="1007400"/>
                  </a:lnTo>
                  <a:lnTo>
                    <a:pt x="1996241" y="994725"/>
                  </a:lnTo>
                  <a:lnTo>
                    <a:pt x="2008563" y="983958"/>
                  </a:lnTo>
                  <a:lnTo>
                    <a:pt x="2020886" y="974820"/>
                  </a:lnTo>
                  <a:lnTo>
                    <a:pt x="2033208" y="966871"/>
                  </a:lnTo>
                  <a:lnTo>
                    <a:pt x="2045531" y="959838"/>
                  </a:lnTo>
                  <a:lnTo>
                    <a:pt x="2057853" y="953637"/>
                  </a:lnTo>
                  <a:lnTo>
                    <a:pt x="2070176" y="948296"/>
                  </a:lnTo>
                  <a:lnTo>
                    <a:pt x="2082498" y="943942"/>
                  </a:lnTo>
                  <a:lnTo>
                    <a:pt x="2094821" y="940776"/>
                  </a:lnTo>
                  <a:lnTo>
                    <a:pt x="2107143" y="939033"/>
                  </a:lnTo>
                  <a:lnTo>
                    <a:pt x="2119466" y="938945"/>
                  </a:lnTo>
                  <a:lnTo>
                    <a:pt x="2131788" y="940806"/>
                  </a:lnTo>
                  <a:lnTo>
                    <a:pt x="2144111" y="944732"/>
                  </a:lnTo>
                  <a:lnTo>
                    <a:pt x="2156433" y="950474"/>
                  </a:lnTo>
                  <a:lnTo>
                    <a:pt x="2168756" y="957797"/>
                  </a:lnTo>
                  <a:lnTo>
                    <a:pt x="2181078" y="966351"/>
                  </a:lnTo>
                  <a:lnTo>
                    <a:pt x="2193401" y="975697"/>
                  </a:lnTo>
                  <a:lnTo>
                    <a:pt x="2205723" y="985346"/>
                  </a:lnTo>
                  <a:lnTo>
                    <a:pt x="2218045" y="994801"/>
                  </a:lnTo>
                  <a:lnTo>
                    <a:pt x="2230368" y="1003603"/>
                  </a:lnTo>
                  <a:lnTo>
                    <a:pt x="2242690" y="1011334"/>
                  </a:lnTo>
                  <a:lnTo>
                    <a:pt x="2255013" y="1017609"/>
                  </a:lnTo>
                  <a:lnTo>
                    <a:pt x="2267335" y="1022485"/>
                  </a:lnTo>
                  <a:lnTo>
                    <a:pt x="2279658" y="1026030"/>
                  </a:lnTo>
                  <a:lnTo>
                    <a:pt x="2291980" y="1028404"/>
                  </a:lnTo>
                  <a:lnTo>
                    <a:pt x="2304303" y="1029816"/>
                  </a:lnTo>
                  <a:lnTo>
                    <a:pt x="2316625" y="1030476"/>
                  </a:lnTo>
                  <a:lnTo>
                    <a:pt x="2328948" y="1030544"/>
                  </a:lnTo>
                  <a:lnTo>
                    <a:pt x="2341270" y="1030079"/>
                  </a:lnTo>
                  <a:lnTo>
                    <a:pt x="2353593" y="1028995"/>
                  </a:lnTo>
                  <a:lnTo>
                    <a:pt x="2365915" y="1026807"/>
                  </a:lnTo>
                  <a:lnTo>
                    <a:pt x="2378238" y="1023031"/>
                  </a:lnTo>
                  <a:lnTo>
                    <a:pt x="2390560" y="1016927"/>
                  </a:lnTo>
                  <a:lnTo>
                    <a:pt x="2402883" y="1007626"/>
                  </a:lnTo>
                  <a:lnTo>
                    <a:pt x="2415205" y="994184"/>
                  </a:lnTo>
                  <a:lnTo>
                    <a:pt x="2427528" y="975646"/>
                  </a:lnTo>
                  <a:lnTo>
                    <a:pt x="2439850" y="951120"/>
                  </a:lnTo>
                  <a:lnTo>
                    <a:pt x="2452173" y="919844"/>
                  </a:lnTo>
                  <a:lnTo>
                    <a:pt x="2464495" y="881261"/>
                  </a:lnTo>
                  <a:lnTo>
                    <a:pt x="2476818" y="834275"/>
                  </a:lnTo>
                  <a:lnTo>
                    <a:pt x="2489140" y="779651"/>
                  </a:lnTo>
                  <a:lnTo>
                    <a:pt x="2501462" y="718197"/>
                  </a:lnTo>
                  <a:lnTo>
                    <a:pt x="2513785" y="650843"/>
                  </a:lnTo>
                  <a:lnTo>
                    <a:pt x="2526107" y="578839"/>
                  </a:lnTo>
                  <a:lnTo>
                    <a:pt x="2538430" y="503717"/>
                  </a:lnTo>
                  <a:lnTo>
                    <a:pt x="2550752" y="427233"/>
                  </a:lnTo>
                  <a:lnTo>
                    <a:pt x="2563075" y="351300"/>
                  </a:lnTo>
                  <a:lnTo>
                    <a:pt x="2575397" y="277917"/>
                  </a:lnTo>
                  <a:lnTo>
                    <a:pt x="2587720" y="209640"/>
                  </a:lnTo>
                  <a:lnTo>
                    <a:pt x="2600042" y="148712"/>
                  </a:lnTo>
                  <a:lnTo>
                    <a:pt x="2612365" y="96531"/>
                  </a:lnTo>
                  <a:lnTo>
                    <a:pt x="2624687" y="54544"/>
                  </a:lnTo>
                  <a:lnTo>
                    <a:pt x="2637010" y="23926"/>
                  </a:lnTo>
                  <a:lnTo>
                    <a:pt x="2649332" y="5557"/>
                  </a:lnTo>
                  <a:lnTo>
                    <a:pt x="2661655" y="0"/>
                  </a:lnTo>
                  <a:lnTo>
                    <a:pt x="2673977" y="7493"/>
                  </a:lnTo>
                  <a:lnTo>
                    <a:pt x="2686300" y="27950"/>
                  </a:lnTo>
                  <a:lnTo>
                    <a:pt x="2698622" y="61533"/>
                  </a:lnTo>
                  <a:lnTo>
                    <a:pt x="2710945" y="107745"/>
                  </a:lnTo>
                  <a:lnTo>
                    <a:pt x="2723267" y="164308"/>
                  </a:lnTo>
                  <a:lnTo>
                    <a:pt x="2735590" y="229828"/>
                  </a:lnTo>
                  <a:lnTo>
                    <a:pt x="2747912" y="302727"/>
                  </a:lnTo>
                  <a:lnTo>
                    <a:pt x="2760235" y="381294"/>
                  </a:lnTo>
                  <a:lnTo>
                    <a:pt x="2772557" y="463750"/>
                  </a:lnTo>
                  <a:lnTo>
                    <a:pt x="2784879" y="548320"/>
                  </a:lnTo>
                  <a:lnTo>
                    <a:pt x="2797202" y="633305"/>
                  </a:lnTo>
                  <a:lnTo>
                    <a:pt x="2809524" y="717110"/>
                  </a:lnTo>
                  <a:lnTo>
                    <a:pt x="2821847" y="797978"/>
                  </a:lnTo>
                  <a:lnTo>
                    <a:pt x="2834169" y="875178"/>
                  </a:lnTo>
                  <a:lnTo>
                    <a:pt x="2846492" y="948167"/>
                  </a:lnTo>
                  <a:lnTo>
                    <a:pt x="2858814" y="1016708"/>
                  </a:lnTo>
                  <a:lnTo>
                    <a:pt x="2871137" y="1080844"/>
                  </a:lnTo>
                  <a:lnTo>
                    <a:pt x="2883459" y="1140844"/>
                  </a:lnTo>
                  <a:lnTo>
                    <a:pt x="2895782" y="1197140"/>
                  </a:lnTo>
                  <a:lnTo>
                    <a:pt x="2908104" y="1250257"/>
                  </a:lnTo>
                  <a:lnTo>
                    <a:pt x="2920427" y="1300736"/>
                  </a:lnTo>
                  <a:lnTo>
                    <a:pt x="2932749" y="1348847"/>
                  </a:lnTo>
                  <a:lnTo>
                    <a:pt x="2945072" y="1395213"/>
                  </a:lnTo>
                  <a:lnTo>
                    <a:pt x="2957394" y="1439982"/>
                  </a:lnTo>
                  <a:lnTo>
                    <a:pt x="2969717" y="1483119"/>
                  </a:lnTo>
                  <a:lnTo>
                    <a:pt x="2982039" y="1524443"/>
                  </a:lnTo>
                  <a:lnTo>
                    <a:pt x="2994362" y="1563661"/>
                  </a:lnTo>
                  <a:lnTo>
                    <a:pt x="3006684" y="1600407"/>
                  </a:lnTo>
                  <a:lnTo>
                    <a:pt x="3019007" y="1634287"/>
                  </a:lnTo>
                  <a:lnTo>
                    <a:pt x="3031329" y="1664926"/>
                  </a:lnTo>
                  <a:lnTo>
                    <a:pt x="3043652" y="1691633"/>
                  </a:lnTo>
                  <a:lnTo>
                    <a:pt x="3055974" y="1714405"/>
                  </a:lnTo>
                  <a:lnTo>
                    <a:pt x="3068296" y="1733360"/>
                  </a:lnTo>
                  <a:lnTo>
                    <a:pt x="3080619" y="1748599"/>
                  </a:lnTo>
                  <a:lnTo>
                    <a:pt x="3092941" y="1760343"/>
                  </a:lnTo>
                  <a:lnTo>
                    <a:pt x="3105264" y="1768912"/>
                  </a:lnTo>
                  <a:lnTo>
                    <a:pt x="3117586" y="1774708"/>
                  </a:lnTo>
                  <a:lnTo>
                    <a:pt x="3129909" y="1778185"/>
                  </a:lnTo>
                  <a:lnTo>
                    <a:pt x="3142231" y="1779831"/>
                  </a:lnTo>
                  <a:lnTo>
                    <a:pt x="3154554" y="1780087"/>
                  </a:lnTo>
                  <a:lnTo>
                    <a:pt x="3166876" y="1779531"/>
                  </a:lnTo>
                  <a:lnTo>
                    <a:pt x="3179199" y="1778667"/>
                  </a:lnTo>
                  <a:lnTo>
                    <a:pt x="3191521" y="1777858"/>
                  </a:lnTo>
                  <a:lnTo>
                    <a:pt x="3203844" y="1777404"/>
                  </a:lnTo>
                  <a:lnTo>
                    <a:pt x="3216166" y="1777542"/>
                  </a:lnTo>
                  <a:lnTo>
                    <a:pt x="3228489" y="1778447"/>
                  </a:lnTo>
                  <a:lnTo>
                    <a:pt x="3240811" y="1780232"/>
                  </a:lnTo>
                  <a:lnTo>
                    <a:pt x="3253134" y="1782949"/>
                  </a:lnTo>
                  <a:lnTo>
                    <a:pt x="3265456" y="1786628"/>
                  </a:lnTo>
                  <a:lnTo>
                    <a:pt x="3277779" y="1791239"/>
                  </a:lnTo>
                  <a:lnTo>
                    <a:pt x="3290101" y="1796566"/>
                  </a:lnTo>
                  <a:lnTo>
                    <a:pt x="3302424" y="1802450"/>
                  </a:lnTo>
                  <a:lnTo>
                    <a:pt x="3314746" y="1808704"/>
                  </a:lnTo>
                  <a:lnTo>
                    <a:pt x="3327068" y="1815119"/>
                  </a:lnTo>
                  <a:lnTo>
                    <a:pt x="3339391" y="1821476"/>
                  </a:lnTo>
                  <a:lnTo>
                    <a:pt x="3351713" y="1827549"/>
                  </a:lnTo>
                  <a:lnTo>
                    <a:pt x="3364036" y="1833115"/>
                  </a:lnTo>
                  <a:lnTo>
                    <a:pt x="3376358" y="1837950"/>
                  </a:lnTo>
                  <a:lnTo>
                    <a:pt x="3388681" y="1841716"/>
                  </a:lnTo>
                  <a:lnTo>
                    <a:pt x="3401003" y="1844346"/>
                  </a:lnTo>
                  <a:lnTo>
                    <a:pt x="3413326" y="1845706"/>
                  </a:lnTo>
                  <a:lnTo>
                    <a:pt x="3425648" y="1845697"/>
                  </a:lnTo>
                  <a:lnTo>
                    <a:pt x="3437971" y="1844249"/>
                  </a:lnTo>
                  <a:lnTo>
                    <a:pt x="3450293" y="1841331"/>
                  </a:lnTo>
                  <a:lnTo>
                    <a:pt x="3462616" y="1836948"/>
                  </a:lnTo>
                  <a:lnTo>
                    <a:pt x="3474938" y="1831146"/>
                  </a:lnTo>
                  <a:lnTo>
                    <a:pt x="3487261" y="1824010"/>
                  </a:lnTo>
                  <a:lnTo>
                    <a:pt x="3499583" y="1815559"/>
                  </a:lnTo>
                  <a:lnTo>
                    <a:pt x="3511906" y="1806138"/>
                  </a:lnTo>
                  <a:lnTo>
                    <a:pt x="3524228" y="1796021"/>
                  </a:lnTo>
                  <a:lnTo>
                    <a:pt x="3536551" y="1785501"/>
                  </a:lnTo>
                  <a:lnTo>
                    <a:pt x="3548873" y="1774912"/>
                  </a:lnTo>
                  <a:lnTo>
                    <a:pt x="3561196" y="1764614"/>
                  </a:lnTo>
                  <a:lnTo>
                    <a:pt x="3573518" y="1754985"/>
                  </a:lnTo>
                  <a:lnTo>
                    <a:pt x="3585841" y="1746404"/>
                  </a:lnTo>
                  <a:lnTo>
                    <a:pt x="3598163" y="1739238"/>
                  </a:lnTo>
                  <a:lnTo>
                    <a:pt x="3610485" y="1734003"/>
                  </a:lnTo>
                  <a:lnTo>
                    <a:pt x="3622808" y="1730935"/>
                  </a:lnTo>
                  <a:lnTo>
                    <a:pt x="3635130" y="1730103"/>
                  </a:lnTo>
                  <a:lnTo>
                    <a:pt x="3647453" y="1731563"/>
                  </a:lnTo>
                  <a:lnTo>
                    <a:pt x="3659775" y="1735275"/>
                  </a:lnTo>
                  <a:lnTo>
                    <a:pt x="3672098" y="1741102"/>
                  </a:lnTo>
                  <a:lnTo>
                    <a:pt x="3684420" y="1748813"/>
                  </a:lnTo>
                  <a:lnTo>
                    <a:pt x="3696743" y="1758097"/>
                  </a:lnTo>
                  <a:lnTo>
                    <a:pt x="3709065" y="1768582"/>
                  </a:lnTo>
                  <a:lnTo>
                    <a:pt x="3721388" y="1779860"/>
                  </a:lnTo>
                  <a:lnTo>
                    <a:pt x="3733710" y="1791394"/>
                  </a:lnTo>
                  <a:lnTo>
                    <a:pt x="3746033" y="1802691"/>
                  </a:lnTo>
                  <a:lnTo>
                    <a:pt x="3758355" y="1813349"/>
                  </a:lnTo>
                  <a:lnTo>
                    <a:pt x="3770678" y="1823011"/>
                  </a:lnTo>
                  <a:lnTo>
                    <a:pt x="3783000" y="1831370"/>
                  </a:lnTo>
                  <a:lnTo>
                    <a:pt x="3795323" y="1838181"/>
                  </a:lnTo>
                  <a:lnTo>
                    <a:pt x="3807645" y="1843259"/>
                  </a:lnTo>
                  <a:lnTo>
                    <a:pt x="3819968" y="1846487"/>
                  </a:lnTo>
                  <a:lnTo>
                    <a:pt x="3832290" y="1847751"/>
                  </a:lnTo>
                  <a:lnTo>
                    <a:pt x="3844613" y="1846932"/>
                  </a:lnTo>
                  <a:lnTo>
                    <a:pt x="3856935" y="1844338"/>
                  </a:lnTo>
                  <a:lnTo>
                    <a:pt x="3869258" y="1840127"/>
                  </a:lnTo>
                  <a:lnTo>
                    <a:pt x="3881580" y="1834510"/>
                  </a:lnTo>
                  <a:lnTo>
                    <a:pt x="3893902" y="1827745"/>
                  </a:lnTo>
                  <a:lnTo>
                    <a:pt x="3906225" y="1820128"/>
                  </a:lnTo>
                  <a:lnTo>
                    <a:pt x="3918547" y="1811986"/>
                  </a:lnTo>
                  <a:lnTo>
                    <a:pt x="3930870" y="1803668"/>
                  </a:lnTo>
                  <a:lnTo>
                    <a:pt x="3943192" y="1795525"/>
                  </a:lnTo>
                  <a:lnTo>
                    <a:pt x="3955515" y="1788029"/>
                  </a:lnTo>
                  <a:lnTo>
                    <a:pt x="3967837" y="1781447"/>
                  </a:lnTo>
                  <a:lnTo>
                    <a:pt x="3980160" y="1776022"/>
                  </a:lnTo>
                  <a:lnTo>
                    <a:pt x="3992482" y="1771931"/>
                  </a:lnTo>
                  <a:lnTo>
                    <a:pt x="4004805" y="1769285"/>
                  </a:lnTo>
                  <a:lnTo>
                    <a:pt x="4017127" y="1768126"/>
                  </a:lnTo>
                  <a:lnTo>
                    <a:pt x="4029450" y="1768429"/>
                  </a:lnTo>
                  <a:lnTo>
                    <a:pt x="4041772" y="1770110"/>
                  </a:lnTo>
                  <a:lnTo>
                    <a:pt x="4054095" y="1773038"/>
                  </a:lnTo>
                  <a:lnTo>
                    <a:pt x="4066417" y="1777138"/>
                  </a:lnTo>
                  <a:lnTo>
                    <a:pt x="4078740" y="1782103"/>
                  </a:lnTo>
                  <a:lnTo>
                    <a:pt x="4091062" y="1787719"/>
                  </a:lnTo>
                  <a:lnTo>
                    <a:pt x="4103385" y="1793819"/>
                  </a:lnTo>
                  <a:lnTo>
                    <a:pt x="4115707" y="1800256"/>
                  </a:lnTo>
                  <a:lnTo>
                    <a:pt x="4128030" y="1806909"/>
                  </a:lnTo>
                  <a:lnTo>
                    <a:pt x="4140352" y="1813678"/>
                  </a:lnTo>
                  <a:lnTo>
                    <a:pt x="4152675" y="1820487"/>
                  </a:lnTo>
                  <a:lnTo>
                    <a:pt x="4164997" y="1827275"/>
                  </a:lnTo>
                  <a:lnTo>
                    <a:pt x="4177319" y="1833983"/>
                  </a:lnTo>
                  <a:lnTo>
                    <a:pt x="4189642" y="1840562"/>
                  </a:lnTo>
                  <a:lnTo>
                    <a:pt x="4201964" y="1846971"/>
                  </a:lnTo>
                  <a:lnTo>
                    <a:pt x="4214287" y="1853165"/>
                  </a:lnTo>
                  <a:lnTo>
                    <a:pt x="4226609" y="1859098"/>
                  </a:lnTo>
                  <a:lnTo>
                    <a:pt x="4238932" y="1864720"/>
                  </a:lnTo>
                  <a:lnTo>
                    <a:pt x="4251254" y="1869987"/>
                  </a:lnTo>
                  <a:lnTo>
                    <a:pt x="4263577" y="1874856"/>
                  </a:lnTo>
                  <a:lnTo>
                    <a:pt x="4275899" y="1879294"/>
                  </a:lnTo>
                  <a:lnTo>
                    <a:pt x="4288222" y="1883253"/>
                  </a:lnTo>
                  <a:lnTo>
                    <a:pt x="4300544" y="1886706"/>
                  </a:lnTo>
                  <a:lnTo>
                    <a:pt x="4312867" y="1889700"/>
                  </a:lnTo>
                  <a:lnTo>
                    <a:pt x="4325189" y="1892254"/>
                  </a:lnTo>
                  <a:lnTo>
                    <a:pt x="4337512" y="1894397"/>
                  </a:lnTo>
                  <a:lnTo>
                    <a:pt x="4349834" y="1896163"/>
                  </a:lnTo>
                  <a:lnTo>
                    <a:pt x="4362157" y="1897593"/>
                  </a:lnTo>
                  <a:lnTo>
                    <a:pt x="4374479" y="1898730"/>
                  </a:lnTo>
                  <a:lnTo>
                    <a:pt x="4386802" y="1899617"/>
                  </a:lnTo>
                  <a:lnTo>
                    <a:pt x="4399124" y="1900292"/>
                  </a:lnTo>
                  <a:lnTo>
                    <a:pt x="4411447" y="1900784"/>
                  </a:lnTo>
                  <a:lnTo>
                    <a:pt x="4423769" y="1901150"/>
                  </a:lnTo>
                  <a:lnTo>
                    <a:pt x="4436091" y="1901417"/>
                  </a:lnTo>
                  <a:lnTo>
                    <a:pt x="4448414" y="1901608"/>
                  </a:lnTo>
                  <a:lnTo>
                    <a:pt x="4460736" y="1901743"/>
                  </a:lnTo>
                  <a:lnTo>
                    <a:pt x="4473059" y="1901836"/>
                  </a:lnTo>
                  <a:lnTo>
                    <a:pt x="4485381" y="1901899"/>
                  </a:lnTo>
                  <a:lnTo>
                    <a:pt x="4497704" y="1901941"/>
                  </a:lnTo>
                  <a:lnTo>
                    <a:pt x="4510026" y="1901968"/>
                  </a:lnTo>
                  <a:lnTo>
                    <a:pt x="4522349" y="1901984"/>
                  </a:lnTo>
                  <a:lnTo>
                    <a:pt x="4534671" y="1901994"/>
                  </a:lnTo>
                  <a:lnTo>
                    <a:pt x="4546994" y="1902001"/>
                  </a:lnTo>
                  <a:lnTo>
                    <a:pt x="4559316" y="1902005"/>
                  </a:lnTo>
                  <a:lnTo>
                    <a:pt x="4571639" y="1902007"/>
                  </a:lnTo>
                  <a:lnTo>
                    <a:pt x="4583961" y="1902009"/>
                  </a:lnTo>
                  <a:lnTo>
                    <a:pt x="4596284" y="1902010"/>
                  </a:lnTo>
                  <a:lnTo>
                    <a:pt x="4608606" y="1902010"/>
                  </a:lnTo>
                  <a:lnTo>
                    <a:pt x="4620929" y="1902010"/>
                  </a:lnTo>
                  <a:lnTo>
                    <a:pt x="4633251" y="1902011"/>
                  </a:lnTo>
                  <a:lnTo>
                    <a:pt x="4645574" y="1902011"/>
                  </a:lnTo>
                  <a:lnTo>
                    <a:pt x="4657896" y="1902011"/>
                  </a:lnTo>
                  <a:lnTo>
                    <a:pt x="4670219" y="1902011"/>
                  </a:lnTo>
                  <a:lnTo>
                    <a:pt x="4682541" y="1902011"/>
                  </a:lnTo>
                  <a:lnTo>
                    <a:pt x="4694864" y="1902011"/>
                  </a:lnTo>
                  <a:lnTo>
                    <a:pt x="4707186" y="1902011"/>
                  </a:lnTo>
                  <a:lnTo>
                    <a:pt x="4719508" y="1902011"/>
                  </a:lnTo>
                  <a:lnTo>
                    <a:pt x="4731831" y="1902011"/>
                  </a:lnTo>
                  <a:lnTo>
                    <a:pt x="4744153" y="1902011"/>
                  </a:lnTo>
                  <a:lnTo>
                    <a:pt x="4756476" y="1902011"/>
                  </a:lnTo>
                  <a:lnTo>
                    <a:pt x="4768798" y="1902011"/>
                  </a:lnTo>
                  <a:lnTo>
                    <a:pt x="4781121" y="1902011"/>
                  </a:lnTo>
                  <a:lnTo>
                    <a:pt x="4793443" y="1902011"/>
                  </a:lnTo>
                  <a:lnTo>
                    <a:pt x="4805766" y="1902011"/>
                  </a:lnTo>
                  <a:lnTo>
                    <a:pt x="4818088" y="1902011"/>
                  </a:lnTo>
                  <a:lnTo>
                    <a:pt x="4830411" y="1902011"/>
                  </a:lnTo>
                  <a:lnTo>
                    <a:pt x="4842733" y="1902011"/>
                  </a:lnTo>
                  <a:lnTo>
                    <a:pt x="4855056" y="1902011"/>
                  </a:lnTo>
                  <a:lnTo>
                    <a:pt x="4867378" y="1902011"/>
                  </a:lnTo>
                  <a:lnTo>
                    <a:pt x="4879701" y="1902011"/>
                  </a:lnTo>
                  <a:lnTo>
                    <a:pt x="4892023" y="1902011"/>
                  </a:lnTo>
                  <a:lnTo>
                    <a:pt x="4904346" y="1902011"/>
                  </a:lnTo>
                  <a:lnTo>
                    <a:pt x="4916668" y="1902011"/>
                  </a:lnTo>
                  <a:lnTo>
                    <a:pt x="4928991" y="1902011"/>
                  </a:lnTo>
                  <a:lnTo>
                    <a:pt x="4941313" y="1902011"/>
                  </a:lnTo>
                  <a:lnTo>
                    <a:pt x="4953636" y="1902011"/>
                  </a:lnTo>
                  <a:lnTo>
                    <a:pt x="4965958" y="1902011"/>
                  </a:lnTo>
                  <a:lnTo>
                    <a:pt x="4978281" y="1902011"/>
                  </a:lnTo>
                  <a:lnTo>
                    <a:pt x="4990603" y="1902011"/>
                  </a:lnTo>
                  <a:lnTo>
                    <a:pt x="5002925" y="1902011"/>
                  </a:lnTo>
                  <a:lnTo>
                    <a:pt x="5015248" y="1902011"/>
                  </a:lnTo>
                  <a:lnTo>
                    <a:pt x="5027570" y="1902011"/>
                  </a:lnTo>
                  <a:lnTo>
                    <a:pt x="5039893" y="1902011"/>
                  </a:lnTo>
                  <a:lnTo>
                    <a:pt x="5052215" y="1902011"/>
                  </a:lnTo>
                  <a:lnTo>
                    <a:pt x="5064538" y="1902011"/>
                  </a:lnTo>
                  <a:lnTo>
                    <a:pt x="5076860" y="1902011"/>
                  </a:lnTo>
                  <a:lnTo>
                    <a:pt x="5089183" y="1902011"/>
                  </a:lnTo>
                  <a:lnTo>
                    <a:pt x="5101505" y="1902011"/>
                  </a:lnTo>
                  <a:lnTo>
                    <a:pt x="5113828" y="1902011"/>
                  </a:lnTo>
                  <a:lnTo>
                    <a:pt x="5126150" y="1902011"/>
                  </a:lnTo>
                  <a:lnTo>
                    <a:pt x="5138473" y="1902011"/>
                  </a:lnTo>
                  <a:lnTo>
                    <a:pt x="5150795" y="1902011"/>
                  </a:lnTo>
                  <a:lnTo>
                    <a:pt x="5163118" y="1902011"/>
                  </a:lnTo>
                  <a:lnTo>
                    <a:pt x="5175440" y="1902011"/>
                  </a:lnTo>
                  <a:lnTo>
                    <a:pt x="5187763" y="1902011"/>
                  </a:lnTo>
                  <a:lnTo>
                    <a:pt x="5200085" y="1902011"/>
                  </a:lnTo>
                  <a:lnTo>
                    <a:pt x="5212408" y="1902011"/>
                  </a:lnTo>
                  <a:lnTo>
                    <a:pt x="5224730" y="1902011"/>
                  </a:lnTo>
                  <a:lnTo>
                    <a:pt x="5237053" y="1902011"/>
                  </a:lnTo>
                  <a:lnTo>
                    <a:pt x="5249375" y="1902011"/>
                  </a:lnTo>
                  <a:lnTo>
                    <a:pt x="5261698" y="1902011"/>
                  </a:lnTo>
                  <a:lnTo>
                    <a:pt x="5274020" y="1902011"/>
                  </a:lnTo>
                  <a:lnTo>
                    <a:pt x="5286342" y="1902011"/>
                  </a:lnTo>
                  <a:lnTo>
                    <a:pt x="5298665" y="1902011"/>
                  </a:lnTo>
                  <a:lnTo>
                    <a:pt x="5310987" y="1902011"/>
                  </a:lnTo>
                  <a:lnTo>
                    <a:pt x="5323310" y="1902011"/>
                  </a:lnTo>
                  <a:lnTo>
                    <a:pt x="5335632" y="1902011"/>
                  </a:lnTo>
                  <a:lnTo>
                    <a:pt x="5347955" y="1902011"/>
                  </a:lnTo>
                  <a:lnTo>
                    <a:pt x="5360277" y="1902011"/>
                  </a:lnTo>
                  <a:lnTo>
                    <a:pt x="5372600" y="1902011"/>
                  </a:lnTo>
                  <a:lnTo>
                    <a:pt x="5384922" y="1902011"/>
                  </a:lnTo>
                  <a:lnTo>
                    <a:pt x="5397245" y="1902011"/>
                  </a:lnTo>
                  <a:lnTo>
                    <a:pt x="5409567" y="1902011"/>
                  </a:lnTo>
                  <a:lnTo>
                    <a:pt x="5421890" y="1902011"/>
                  </a:lnTo>
                  <a:lnTo>
                    <a:pt x="5434212" y="1902011"/>
                  </a:lnTo>
                  <a:lnTo>
                    <a:pt x="5446535" y="1902011"/>
                  </a:lnTo>
                  <a:lnTo>
                    <a:pt x="5458857" y="1902011"/>
                  </a:lnTo>
                  <a:lnTo>
                    <a:pt x="5471180" y="1902011"/>
                  </a:lnTo>
                  <a:lnTo>
                    <a:pt x="5483502" y="1902011"/>
                  </a:lnTo>
                  <a:lnTo>
                    <a:pt x="5495825" y="1902011"/>
                  </a:lnTo>
                  <a:lnTo>
                    <a:pt x="5508147" y="1902011"/>
                  </a:lnTo>
                  <a:lnTo>
                    <a:pt x="5520470" y="1902011"/>
                  </a:lnTo>
                  <a:lnTo>
                    <a:pt x="5532792" y="1902011"/>
                  </a:lnTo>
                  <a:lnTo>
                    <a:pt x="5545114" y="1902011"/>
                  </a:lnTo>
                  <a:lnTo>
                    <a:pt x="5557437" y="1902011"/>
                  </a:lnTo>
                  <a:lnTo>
                    <a:pt x="5569759" y="1902011"/>
                  </a:lnTo>
                  <a:lnTo>
                    <a:pt x="5582082" y="1902011"/>
                  </a:lnTo>
                  <a:lnTo>
                    <a:pt x="5594404" y="1902011"/>
                  </a:lnTo>
                  <a:lnTo>
                    <a:pt x="5606727" y="1902011"/>
                  </a:lnTo>
                  <a:lnTo>
                    <a:pt x="5619049" y="1902011"/>
                  </a:lnTo>
                  <a:lnTo>
                    <a:pt x="5631372" y="1902011"/>
                  </a:lnTo>
                  <a:lnTo>
                    <a:pt x="5643694" y="1902011"/>
                  </a:lnTo>
                  <a:lnTo>
                    <a:pt x="5656017" y="1902011"/>
                  </a:lnTo>
                  <a:lnTo>
                    <a:pt x="5668339" y="1902011"/>
                  </a:lnTo>
                  <a:lnTo>
                    <a:pt x="5680662" y="1902011"/>
                  </a:lnTo>
                  <a:lnTo>
                    <a:pt x="5692984" y="1902011"/>
                  </a:lnTo>
                  <a:lnTo>
                    <a:pt x="5705307" y="1902011"/>
                  </a:lnTo>
                  <a:lnTo>
                    <a:pt x="5717629" y="1902011"/>
                  </a:lnTo>
                  <a:lnTo>
                    <a:pt x="5729952" y="1902011"/>
                  </a:lnTo>
                  <a:lnTo>
                    <a:pt x="5742274" y="1902011"/>
                  </a:lnTo>
                  <a:lnTo>
                    <a:pt x="5754597" y="1902011"/>
                  </a:lnTo>
                  <a:lnTo>
                    <a:pt x="5766919" y="1902011"/>
                  </a:lnTo>
                  <a:lnTo>
                    <a:pt x="5779242" y="1902010"/>
                  </a:lnTo>
                  <a:lnTo>
                    <a:pt x="5791564" y="1902010"/>
                  </a:lnTo>
                  <a:lnTo>
                    <a:pt x="5803887" y="1902010"/>
                  </a:lnTo>
                  <a:lnTo>
                    <a:pt x="5816209" y="1902009"/>
                  </a:lnTo>
                  <a:lnTo>
                    <a:pt x="5828531" y="1902007"/>
                  </a:lnTo>
                  <a:lnTo>
                    <a:pt x="5840854" y="1902005"/>
                  </a:lnTo>
                  <a:lnTo>
                    <a:pt x="5853176" y="1902001"/>
                  </a:lnTo>
                  <a:lnTo>
                    <a:pt x="5865499" y="1901995"/>
                  </a:lnTo>
                  <a:lnTo>
                    <a:pt x="5877821" y="1901984"/>
                  </a:lnTo>
                  <a:lnTo>
                    <a:pt x="5890144" y="1901966"/>
                  </a:lnTo>
                  <a:lnTo>
                    <a:pt x="5902466" y="1901938"/>
                  </a:lnTo>
                  <a:lnTo>
                    <a:pt x="5914789" y="1901896"/>
                  </a:lnTo>
                  <a:lnTo>
                    <a:pt x="5927111" y="1901831"/>
                  </a:lnTo>
                  <a:lnTo>
                    <a:pt x="5939434" y="1901735"/>
                  </a:lnTo>
                  <a:lnTo>
                    <a:pt x="5951756" y="1901595"/>
                  </a:lnTo>
                  <a:lnTo>
                    <a:pt x="5964079" y="1901396"/>
                  </a:lnTo>
                  <a:lnTo>
                    <a:pt x="5976401" y="1901118"/>
                  </a:lnTo>
                  <a:lnTo>
                    <a:pt x="5988724" y="1900732"/>
                  </a:lnTo>
                  <a:lnTo>
                    <a:pt x="6001046" y="1900190"/>
                  </a:lnTo>
                  <a:lnTo>
                    <a:pt x="6013369" y="1899464"/>
                  </a:lnTo>
                  <a:lnTo>
                    <a:pt x="6025691" y="1898513"/>
                  </a:lnTo>
                  <a:lnTo>
                    <a:pt x="6038014" y="1897291"/>
                  </a:lnTo>
                  <a:lnTo>
                    <a:pt x="6050336" y="1895751"/>
                  </a:lnTo>
                  <a:lnTo>
                    <a:pt x="6062659" y="1893847"/>
                  </a:lnTo>
                  <a:lnTo>
                    <a:pt x="6074981" y="1891539"/>
                  </a:lnTo>
                  <a:lnTo>
                    <a:pt x="6087304" y="1888794"/>
                  </a:lnTo>
                  <a:lnTo>
                    <a:pt x="6099626" y="1885590"/>
                  </a:lnTo>
                  <a:lnTo>
                    <a:pt x="6111948" y="1881868"/>
                  </a:lnTo>
                  <a:lnTo>
                    <a:pt x="6124271" y="1877713"/>
                  </a:lnTo>
                  <a:lnTo>
                    <a:pt x="6136593" y="1873188"/>
                  </a:lnTo>
                  <a:lnTo>
                    <a:pt x="6148916" y="1868375"/>
                  </a:lnTo>
                  <a:lnTo>
                    <a:pt x="6161238" y="1863386"/>
                  </a:lnTo>
                  <a:lnTo>
                    <a:pt x="6173561" y="1858355"/>
                  </a:lnTo>
                  <a:lnTo>
                    <a:pt x="6185883" y="1853437"/>
                  </a:lnTo>
                  <a:lnTo>
                    <a:pt x="6198206" y="1848797"/>
                  </a:lnTo>
                  <a:lnTo>
                    <a:pt x="6210528" y="1844606"/>
                  </a:lnTo>
                  <a:lnTo>
                    <a:pt x="6222851" y="1841115"/>
                  </a:lnTo>
                  <a:lnTo>
                    <a:pt x="6235173" y="1838456"/>
                  </a:lnTo>
                  <a:lnTo>
                    <a:pt x="6247496" y="1836712"/>
                  </a:lnTo>
                  <a:lnTo>
                    <a:pt x="6259818" y="1835957"/>
                  </a:lnTo>
                  <a:lnTo>
                    <a:pt x="6272141" y="1836218"/>
                  </a:lnTo>
                  <a:lnTo>
                    <a:pt x="6284463" y="1837482"/>
                  </a:lnTo>
                  <a:lnTo>
                    <a:pt x="6296786" y="1839694"/>
                  </a:lnTo>
                  <a:lnTo>
                    <a:pt x="6296786" y="1902011"/>
                  </a:lnTo>
                  <a:lnTo>
                    <a:pt x="6284463" y="1902011"/>
                  </a:lnTo>
                  <a:lnTo>
                    <a:pt x="6272141" y="1902011"/>
                  </a:lnTo>
                  <a:lnTo>
                    <a:pt x="6259818" y="1902011"/>
                  </a:lnTo>
                  <a:lnTo>
                    <a:pt x="6247496" y="1902011"/>
                  </a:lnTo>
                  <a:lnTo>
                    <a:pt x="6235173" y="1902011"/>
                  </a:lnTo>
                  <a:lnTo>
                    <a:pt x="6222851" y="1902011"/>
                  </a:lnTo>
                  <a:lnTo>
                    <a:pt x="6210528" y="1902011"/>
                  </a:lnTo>
                  <a:lnTo>
                    <a:pt x="6198206" y="1902011"/>
                  </a:lnTo>
                  <a:lnTo>
                    <a:pt x="6185883" y="1902011"/>
                  </a:lnTo>
                  <a:lnTo>
                    <a:pt x="6173561" y="1902011"/>
                  </a:lnTo>
                  <a:lnTo>
                    <a:pt x="6161238" y="1902011"/>
                  </a:lnTo>
                  <a:lnTo>
                    <a:pt x="6148916" y="1902011"/>
                  </a:lnTo>
                  <a:lnTo>
                    <a:pt x="6136593" y="1902011"/>
                  </a:lnTo>
                  <a:lnTo>
                    <a:pt x="6124271" y="1902011"/>
                  </a:lnTo>
                  <a:lnTo>
                    <a:pt x="6111948" y="1902011"/>
                  </a:lnTo>
                  <a:lnTo>
                    <a:pt x="6099626" y="1902011"/>
                  </a:lnTo>
                  <a:lnTo>
                    <a:pt x="6087304" y="1902011"/>
                  </a:lnTo>
                  <a:lnTo>
                    <a:pt x="6074981" y="1902011"/>
                  </a:lnTo>
                  <a:lnTo>
                    <a:pt x="6062659" y="1902011"/>
                  </a:lnTo>
                  <a:lnTo>
                    <a:pt x="6050336" y="1902011"/>
                  </a:lnTo>
                  <a:lnTo>
                    <a:pt x="6038014" y="1902011"/>
                  </a:lnTo>
                  <a:lnTo>
                    <a:pt x="6025691" y="1902011"/>
                  </a:lnTo>
                  <a:lnTo>
                    <a:pt x="6013369" y="1902011"/>
                  </a:lnTo>
                  <a:lnTo>
                    <a:pt x="6001046" y="1902011"/>
                  </a:lnTo>
                  <a:lnTo>
                    <a:pt x="5988724" y="1902011"/>
                  </a:lnTo>
                  <a:lnTo>
                    <a:pt x="5976401" y="1902011"/>
                  </a:lnTo>
                  <a:lnTo>
                    <a:pt x="5964079" y="1902011"/>
                  </a:lnTo>
                  <a:lnTo>
                    <a:pt x="5951756" y="1902011"/>
                  </a:lnTo>
                  <a:lnTo>
                    <a:pt x="5939434" y="1902011"/>
                  </a:lnTo>
                  <a:lnTo>
                    <a:pt x="5927111" y="1902011"/>
                  </a:lnTo>
                  <a:lnTo>
                    <a:pt x="5914789" y="1902011"/>
                  </a:lnTo>
                  <a:lnTo>
                    <a:pt x="5902466" y="1902011"/>
                  </a:lnTo>
                  <a:lnTo>
                    <a:pt x="5890144" y="1902011"/>
                  </a:lnTo>
                  <a:lnTo>
                    <a:pt x="5877821" y="1902011"/>
                  </a:lnTo>
                  <a:lnTo>
                    <a:pt x="5865499" y="1902011"/>
                  </a:lnTo>
                  <a:lnTo>
                    <a:pt x="5853176" y="1902011"/>
                  </a:lnTo>
                  <a:lnTo>
                    <a:pt x="5840854" y="1902011"/>
                  </a:lnTo>
                  <a:lnTo>
                    <a:pt x="5828531" y="1902011"/>
                  </a:lnTo>
                  <a:lnTo>
                    <a:pt x="5816209" y="1902011"/>
                  </a:lnTo>
                  <a:lnTo>
                    <a:pt x="5803887" y="1902011"/>
                  </a:lnTo>
                  <a:lnTo>
                    <a:pt x="5791564" y="1902011"/>
                  </a:lnTo>
                  <a:lnTo>
                    <a:pt x="5779242" y="1902011"/>
                  </a:lnTo>
                  <a:lnTo>
                    <a:pt x="5766919" y="1902011"/>
                  </a:lnTo>
                  <a:lnTo>
                    <a:pt x="5754597" y="1902011"/>
                  </a:lnTo>
                  <a:lnTo>
                    <a:pt x="5742274" y="1902011"/>
                  </a:lnTo>
                  <a:lnTo>
                    <a:pt x="5729952" y="1902011"/>
                  </a:lnTo>
                  <a:lnTo>
                    <a:pt x="5717629" y="1902011"/>
                  </a:lnTo>
                  <a:lnTo>
                    <a:pt x="5705307" y="1902011"/>
                  </a:lnTo>
                  <a:lnTo>
                    <a:pt x="5692984" y="1902011"/>
                  </a:lnTo>
                  <a:lnTo>
                    <a:pt x="5680662" y="1902011"/>
                  </a:lnTo>
                  <a:lnTo>
                    <a:pt x="5668339" y="1902011"/>
                  </a:lnTo>
                  <a:lnTo>
                    <a:pt x="5656017" y="1902011"/>
                  </a:lnTo>
                  <a:lnTo>
                    <a:pt x="5643694" y="1902011"/>
                  </a:lnTo>
                  <a:lnTo>
                    <a:pt x="5631372" y="1902011"/>
                  </a:lnTo>
                  <a:lnTo>
                    <a:pt x="5619049" y="1902011"/>
                  </a:lnTo>
                  <a:lnTo>
                    <a:pt x="5606727" y="1902011"/>
                  </a:lnTo>
                  <a:lnTo>
                    <a:pt x="5594404" y="1902011"/>
                  </a:lnTo>
                  <a:lnTo>
                    <a:pt x="5582082" y="1902011"/>
                  </a:lnTo>
                  <a:lnTo>
                    <a:pt x="5569759" y="1902011"/>
                  </a:lnTo>
                  <a:lnTo>
                    <a:pt x="5557437" y="1902011"/>
                  </a:lnTo>
                  <a:lnTo>
                    <a:pt x="5545114" y="1902011"/>
                  </a:lnTo>
                  <a:lnTo>
                    <a:pt x="5532792" y="1902011"/>
                  </a:lnTo>
                  <a:lnTo>
                    <a:pt x="5520470" y="1902011"/>
                  </a:lnTo>
                  <a:lnTo>
                    <a:pt x="5508147" y="1902011"/>
                  </a:lnTo>
                  <a:lnTo>
                    <a:pt x="5495825" y="1902011"/>
                  </a:lnTo>
                  <a:lnTo>
                    <a:pt x="5483502" y="1902011"/>
                  </a:lnTo>
                  <a:lnTo>
                    <a:pt x="5471180" y="1902011"/>
                  </a:lnTo>
                  <a:lnTo>
                    <a:pt x="5458857" y="1902011"/>
                  </a:lnTo>
                  <a:lnTo>
                    <a:pt x="5446535" y="1902011"/>
                  </a:lnTo>
                  <a:lnTo>
                    <a:pt x="5434212" y="1902011"/>
                  </a:lnTo>
                  <a:lnTo>
                    <a:pt x="5421890" y="1902011"/>
                  </a:lnTo>
                  <a:lnTo>
                    <a:pt x="5409567" y="1902011"/>
                  </a:lnTo>
                  <a:lnTo>
                    <a:pt x="5397245" y="1902011"/>
                  </a:lnTo>
                  <a:lnTo>
                    <a:pt x="5384922" y="1902011"/>
                  </a:lnTo>
                  <a:lnTo>
                    <a:pt x="5372600" y="1902011"/>
                  </a:lnTo>
                  <a:lnTo>
                    <a:pt x="5360277" y="1902011"/>
                  </a:lnTo>
                  <a:lnTo>
                    <a:pt x="5347955" y="1902011"/>
                  </a:lnTo>
                  <a:lnTo>
                    <a:pt x="5335632" y="1902011"/>
                  </a:lnTo>
                  <a:lnTo>
                    <a:pt x="5323310" y="1902011"/>
                  </a:lnTo>
                  <a:lnTo>
                    <a:pt x="5310987" y="1902011"/>
                  </a:lnTo>
                  <a:lnTo>
                    <a:pt x="5298665" y="1902011"/>
                  </a:lnTo>
                  <a:lnTo>
                    <a:pt x="5286342" y="1902011"/>
                  </a:lnTo>
                  <a:lnTo>
                    <a:pt x="5274020" y="1902011"/>
                  </a:lnTo>
                  <a:lnTo>
                    <a:pt x="5261698" y="1902011"/>
                  </a:lnTo>
                  <a:lnTo>
                    <a:pt x="5249375" y="1902011"/>
                  </a:lnTo>
                  <a:lnTo>
                    <a:pt x="5237053" y="1902011"/>
                  </a:lnTo>
                  <a:lnTo>
                    <a:pt x="5224730" y="1902011"/>
                  </a:lnTo>
                  <a:lnTo>
                    <a:pt x="5212408" y="1902011"/>
                  </a:lnTo>
                  <a:lnTo>
                    <a:pt x="5200085" y="1902011"/>
                  </a:lnTo>
                  <a:lnTo>
                    <a:pt x="5187763" y="1902011"/>
                  </a:lnTo>
                  <a:lnTo>
                    <a:pt x="5175440" y="1902011"/>
                  </a:lnTo>
                  <a:lnTo>
                    <a:pt x="5163118" y="1902011"/>
                  </a:lnTo>
                  <a:lnTo>
                    <a:pt x="5150795" y="1902011"/>
                  </a:lnTo>
                  <a:lnTo>
                    <a:pt x="5138473" y="1902011"/>
                  </a:lnTo>
                  <a:lnTo>
                    <a:pt x="5126150" y="1902011"/>
                  </a:lnTo>
                  <a:lnTo>
                    <a:pt x="5113828" y="1902011"/>
                  </a:lnTo>
                  <a:lnTo>
                    <a:pt x="5101505" y="1902011"/>
                  </a:lnTo>
                  <a:lnTo>
                    <a:pt x="5089183" y="1902011"/>
                  </a:lnTo>
                  <a:lnTo>
                    <a:pt x="5076860" y="1902011"/>
                  </a:lnTo>
                  <a:lnTo>
                    <a:pt x="5064538" y="1902011"/>
                  </a:lnTo>
                  <a:lnTo>
                    <a:pt x="5052215" y="1902011"/>
                  </a:lnTo>
                  <a:lnTo>
                    <a:pt x="5039893" y="1902011"/>
                  </a:lnTo>
                  <a:lnTo>
                    <a:pt x="5027570" y="1902011"/>
                  </a:lnTo>
                  <a:lnTo>
                    <a:pt x="5015248" y="1902011"/>
                  </a:lnTo>
                  <a:lnTo>
                    <a:pt x="5002925" y="1902011"/>
                  </a:lnTo>
                  <a:lnTo>
                    <a:pt x="4990603" y="1902011"/>
                  </a:lnTo>
                  <a:lnTo>
                    <a:pt x="4978281" y="1902011"/>
                  </a:lnTo>
                  <a:lnTo>
                    <a:pt x="4965958" y="1902011"/>
                  </a:lnTo>
                  <a:lnTo>
                    <a:pt x="4953636" y="1902011"/>
                  </a:lnTo>
                  <a:lnTo>
                    <a:pt x="4941313" y="1902011"/>
                  </a:lnTo>
                  <a:lnTo>
                    <a:pt x="4928991" y="1902011"/>
                  </a:lnTo>
                  <a:lnTo>
                    <a:pt x="4916668" y="1902011"/>
                  </a:lnTo>
                  <a:lnTo>
                    <a:pt x="4904346" y="1902011"/>
                  </a:lnTo>
                  <a:lnTo>
                    <a:pt x="4892023" y="1902011"/>
                  </a:lnTo>
                  <a:lnTo>
                    <a:pt x="4879701" y="1902011"/>
                  </a:lnTo>
                  <a:lnTo>
                    <a:pt x="4867378" y="1902011"/>
                  </a:lnTo>
                  <a:lnTo>
                    <a:pt x="4855056" y="1902011"/>
                  </a:lnTo>
                  <a:lnTo>
                    <a:pt x="4842733" y="1902011"/>
                  </a:lnTo>
                  <a:lnTo>
                    <a:pt x="4830411" y="1902011"/>
                  </a:lnTo>
                  <a:lnTo>
                    <a:pt x="4818088" y="1902011"/>
                  </a:lnTo>
                  <a:lnTo>
                    <a:pt x="4805766" y="1902011"/>
                  </a:lnTo>
                  <a:lnTo>
                    <a:pt x="4793443" y="1902011"/>
                  </a:lnTo>
                  <a:lnTo>
                    <a:pt x="4781121" y="1902011"/>
                  </a:lnTo>
                  <a:lnTo>
                    <a:pt x="4768798" y="1902011"/>
                  </a:lnTo>
                  <a:lnTo>
                    <a:pt x="4756476" y="1902011"/>
                  </a:lnTo>
                  <a:lnTo>
                    <a:pt x="4744153" y="1902011"/>
                  </a:lnTo>
                  <a:lnTo>
                    <a:pt x="4731831" y="1902011"/>
                  </a:lnTo>
                  <a:lnTo>
                    <a:pt x="4719508" y="1902011"/>
                  </a:lnTo>
                  <a:lnTo>
                    <a:pt x="4707186" y="1902011"/>
                  </a:lnTo>
                  <a:lnTo>
                    <a:pt x="4694864" y="1902011"/>
                  </a:lnTo>
                  <a:lnTo>
                    <a:pt x="4682541" y="1902011"/>
                  </a:lnTo>
                  <a:lnTo>
                    <a:pt x="4670219" y="1902011"/>
                  </a:lnTo>
                  <a:lnTo>
                    <a:pt x="4657896" y="1902011"/>
                  </a:lnTo>
                  <a:lnTo>
                    <a:pt x="4645574" y="1902011"/>
                  </a:lnTo>
                  <a:lnTo>
                    <a:pt x="4633251" y="1902011"/>
                  </a:lnTo>
                  <a:lnTo>
                    <a:pt x="4620929" y="1902011"/>
                  </a:lnTo>
                  <a:lnTo>
                    <a:pt x="4608606" y="1902011"/>
                  </a:lnTo>
                  <a:lnTo>
                    <a:pt x="4596284" y="1902011"/>
                  </a:lnTo>
                  <a:lnTo>
                    <a:pt x="4583961" y="1902011"/>
                  </a:lnTo>
                  <a:lnTo>
                    <a:pt x="4571639" y="1902011"/>
                  </a:lnTo>
                  <a:lnTo>
                    <a:pt x="4559316" y="1902011"/>
                  </a:lnTo>
                  <a:lnTo>
                    <a:pt x="4546994" y="1902011"/>
                  </a:lnTo>
                  <a:lnTo>
                    <a:pt x="4534671" y="1902011"/>
                  </a:lnTo>
                  <a:lnTo>
                    <a:pt x="4522349" y="1902011"/>
                  </a:lnTo>
                  <a:lnTo>
                    <a:pt x="4510026" y="1902011"/>
                  </a:lnTo>
                  <a:lnTo>
                    <a:pt x="4497704" y="1902011"/>
                  </a:lnTo>
                  <a:lnTo>
                    <a:pt x="4485381" y="1902011"/>
                  </a:lnTo>
                  <a:lnTo>
                    <a:pt x="4473059" y="1902011"/>
                  </a:lnTo>
                  <a:lnTo>
                    <a:pt x="4460736" y="1902011"/>
                  </a:lnTo>
                  <a:lnTo>
                    <a:pt x="4448414" y="1902011"/>
                  </a:lnTo>
                  <a:lnTo>
                    <a:pt x="4436091" y="1902011"/>
                  </a:lnTo>
                  <a:lnTo>
                    <a:pt x="4423769" y="1902011"/>
                  </a:lnTo>
                  <a:lnTo>
                    <a:pt x="4411447" y="1902011"/>
                  </a:lnTo>
                  <a:lnTo>
                    <a:pt x="4399124" y="1902011"/>
                  </a:lnTo>
                  <a:lnTo>
                    <a:pt x="4386802" y="1902011"/>
                  </a:lnTo>
                  <a:lnTo>
                    <a:pt x="4374479" y="1902011"/>
                  </a:lnTo>
                  <a:lnTo>
                    <a:pt x="4362157" y="1902011"/>
                  </a:lnTo>
                  <a:lnTo>
                    <a:pt x="4349834" y="1902011"/>
                  </a:lnTo>
                  <a:lnTo>
                    <a:pt x="4337512" y="1902011"/>
                  </a:lnTo>
                  <a:lnTo>
                    <a:pt x="4325189" y="1902011"/>
                  </a:lnTo>
                  <a:lnTo>
                    <a:pt x="4312867" y="1902011"/>
                  </a:lnTo>
                  <a:lnTo>
                    <a:pt x="4300544" y="1902011"/>
                  </a:lnTo>
                  <a:lnTo>
                    <a:pt x="4288222" y="1902011"/>
                  </a:lnTo>
                  <a:lnTo>
                    <a:pt x="4275899" y="1902011"/>
                  </a:lnTo>
                  <a:lnTo>
                    <a:pt x="4263577" y="1902011"/>
                  </a:lnTo>
                  <a:lnTo>
                    <a:pt x="4251254" y="1902011"/>
                  </a:lnTo>
                  <a:lnTo>
                    <a:pt x="4238932" y="1902011"/>
                  </a:lnTo>
                  <a:lnTo>
                    <a:pt x="4226609" y="1902011"/>
                  </a:lnTo>
                  <a:lnTo>
                    <a:pt x="4214287" y="1902011"/>
                  </a:lnTo>
                  <a:lnTo>
                    <a:pt x="4201964" y="1902011"/>
                  </a:lnTo>
                  <a:lnTo>
                    <a:pt x="4189642" y="1902011"/>
                  </a:lnTo>
                  <a:lnTo>
                    <a:pt x="4177319" y="1902011"/>
                  </a:lnTo>
                  <a:lnTo>
                    <a:pt x="4164997" y="1902011"/>
                  </a:lnTo>
                  <a:lnTo>
                    <a:pt x="4152675" y="1902011"/>
                  </a:lnTo>
                  <a:lnTo>
                    <a:pt x="4140352" y="1902011"/>
                  </a:lnTo>
                  <a:lnTo>
                    <a:pt x="4128030" y="1902011"/>
                  </a:lnTo>
                  <a:lnTo>
                    <a:pt x="4115707" y="1902011"/>
                  </a:lnTo>
                  <a:lnTo>
                    <a:pt x="4103385" y="1902011"/>
                  </a:lnTo>
                  <a:lnTo>
                    <a:pt x="4091062" y="1902011"/>
                  </a:lnTo>
                  <a:lnTo>
                    <a:pt x="4078740" y="1902011"/>
                  </a:lnTo>
                  <a:lnTo>
                    <a:pt x="4066417" y="1902011"/>
                  </a:lnTo>
                  <a:lnTo>
                    <a:pt x="4054095" y="1902011"/>
                  </a:lnTo>
                  <a:lnTo>
                    <a:pt x="4041772" y="1902011"/>
                  </a:lnTo>
                  <a:lnTo>
                    <a:pt x="4029450" y="1902011"/>
                  </a:lnTo>
                  <a:lnTo>
                    <a:pt x="4017127" y="1902011"/>
                  </a:lnTo>
                  <a:lnTo>
                    <a:pt x="4004805" y="1902011"/>
                  </a:lnTo>
                  <a:lnTo>
                    <a:pt x="3992482" y="1902011"/>
                  </a:lnTo>
                  <a:lnTo>
                    <a:pt x="3980160" y="1902011"/>
                  </a:lnTo>
                  <a:lnTo>
                    <a:pt x="3967837" y="1902011"/>
                  </a:lnTo>
                  <a:lnTo>
                    <a:pt x="3955515" y="1902011"/>
                  </a:lnTo>
                  <a:lnTo>
                    <a:pt x="3943192" y="1902011"/>
                  </a:lnTo>
                  <a:lnTo>
                    <a:pt x="3930870" y="1902011"/>
                  </a:lnTo>
                  <a:lnTo>
                    <a:pt x="3918547" y="1902011"/>
                  </a:lnTo>
                  <a:lnTo>
                    <a:pt x="3906225" y="1902011"/>
                  </a:lnTo>
                  <a:lnTo>
                    <a:pt x="3893902" y="1902011"/>
                  </a:lnTo>
                  <a:lnTo>
                    <a:pt x="3881580" y="1902011"/>
                  </a:lnTo>
                  <a:lnTo>
                    <a:pt x="3869258" y="1902011"/>
                  </a:lnTo>
                  <a:lnTo>
                    <a:pt x="3856935" y="1902011"/>
                  </a:lnTo>
                  <a:lnTo>
                    <a:pt x="3844613" y="1902011"/>
                  </a:lnTo>
                  <a:lnTo>
                    <a:pt x="3832290" y="1902011"/>
                  </a:lnTo>
                  <a:lnTo>
                    <a:pt x="3819968" y="1902011"/>
                  </a:lnTo>
                  <a:lnTo>
                    <a:pt x="3807645" y="1902011"/>
                  </a:lnTo>
                  <a:lnTo>
                    <a:pt x="3795323" y="1902011"/>
                  </a:lnTo>
                  <a:lnTo>
                    <a:pt x="3783000" y="1902011"/>
                  </a:lnTo>
                  <a:lnTo>
                    <a:pt x="3770678" y="1902011"/>
                  </a:lnTo>
                  <a:lnTo>
                    <a:pt x="3758355" y="1902011"/>
                  </a:lnTo>
                  <a:lnTo>
                    <a:pt x="3746033" y="1902011"/>
                  </a:lnTo>
                  <a:lnTo>
                    <a:pt x="3733710" y="1902011"/>
                  </a:lnTo>
                  <a:lnTo>
                    <a:pt x="3721388" y="1902011"/>
                  </a:lnTo>
                  <a:lnTo>
                    <a:pt x="3709065" y="1902011"/>
                  </a:lnTo>
                  <a:lnTo>
                    <a:pt x="3696743" y="1902011"/>
                  </a:lnTo>
                  <a:lnTo>
                    <a:pt x="3684420" y="1902011"/>
                  </a:lnTo>
                  <a:lnTo>
                    <a:pt x="3672098" y="1902011"/>
                  </a:lnTo>
                  <a:lnTo>
                    <a:pt x="3659775" y="1902011"/>
                  </a:lnTo>
                  <a:lnTo>
                    <a:pt x="3647453" y="1902011"/>
                  </a:lnTo>
                  <a:lnTo>
                    <a:pt x="3635130" y="1902011"/>
                  </a:lnTo>
                  <a:lnTo>
                    <a:pt x="3622808" y="1902011"/>
                  </a:lnTo>
                  <a:lnTo>
                    <a:pt x="3610485" y="1902011"/>
                  </a:lnTo>
                  <a:lnTo>
                    <a:pt x="3598163" y="1902011"/>
                  </a:lnTo>
                  <a:lnTo>
                    <a:pt x="3585841" y="1902011"/>
                  </a:lnTo>
                  <a:lnTo>
                    <a:pt x="3573518" y="1902011"/>
                  </a:lnTo>
                  <a:lnTo>
                    <a:pt x="3561196" y="1902011"/>
                  </a:lnTo>
                  <a:lnTo>
                    <a:pt x="3548873" y="1902011"/>
                  </a:lnTo>
                  <a:lnTo>
                    <a:pt x="3536551" y="1902011"/>
                  </a:lnTo>
                  <a:lnTo>
                    <a:pt x="3524228" y="1902011"/>
                  </a:lnTo>
                  <a:lnTo>
                    <a:pt x="3511906" y="1902011"/>
                  </a:lnTo>
                  <a:lnTo>
                    <a:pt x="3499583" y="1902011"/>
                  </a:lnTo>
                  <a:lnTo>
                    <a:pt x="3487261" y="1902011"/>
                  </a:lnTo>
                  <a:lnTo>
                    <a:pt x="3474938" y="1902011"/>
                  </a:lnTo>
                  <a:lnTo>
                    <a:pt x="3462616" y="1902011"/>
                  </a:lnTo>
                  <a:lnTo>
                    <a:pt x="3450293" y="1902011"/>
                  </a:lnTo>
                  <a:lnTo>
                    <a:pt x="3437971" y="1902011"/>
                  </a:lnTo>
                  <a:lnTo>
                    <a:pt x="3425648" y="1902011"/>
                  </a:lnTo>
                  <a:lnTo>
                    <a:pt x="3413326" y="1902011"/>
                  </a:lnTo>
                  <a:lnTo>
                    <a:pt x="3401003" y="1902011"/>
                  </a:lnTo>
                  <a:lnTo>
                    <a:pt x="3388681" y="1902011"/>
                  </a:lnTo>
                  <a:lnTo>
                    <a:pt x="3376358" y="1902011"/>
                  </a:lnTo>
                  <a:lnTo>
                    <a:pt x="3364036" y="1902011"/>
                  </a:lnTo>
                  <a:lnTo>
                    <a:pt x="3351713" y="1902011"/>
                  </a:lnTo>
                  <a:lnTo>
                    <a:pt x="3339391" y="1902011"/>
                  </a:lnTo>
                  <a:lnTo>
                    <a:pt x="3327068" y="1902011"/>
                  </a:lnTo>
                  <a:lnTo>
                    <a:pt x="3314746" y="1902011"/>
                  </a:lnTo>
                  <a:lnTo>
                    <a:pt x="3302424" y="1902011"/>
                  </a:lnTo>
                  <a:lnTo>
                    <a:pt x="3290101" y="1902011"/>
                  </a:lnTo>
                  <a:lnTo>
                    <a:pt x="3277779" y="1902011"/>
                  </a:lnTo>
                  <a:lnTo>
                    <a:pt x="3265456" y="1902011"/>
                  </a:lnTo>
                  <a:lnTo>
                    <a:pt x="3253134" y="1902011"/>
                  </a:lnTo>
                  <a:lnTo>
                    <a:pt x="3240811" y="1902011"/>
                  </a:lnTo>
                  <a:lnTo>
                    <a:pt x="3228489" y="1902011"/>
                  </a:lnTo>
                  <a:lnTo>
                    <a:pt x="3216166" y="1902011"/>
                  </a:lnTo>
                  <a:lnTo>
                    <a:pt x="3203844" y="1902011"/>
                  </a:lnTo>
                  <a:lnTo>
                    <a:pt x="3191521" y="1902011"/>
                  </a:lnTo>
                  <a:lnTo>
                    <a:pt x="3179199" y="1902011"/>
                  </a:lnTo>
                  <a:lnTo>
                    <a:pt x="3166876" y="1902011"/>
                  </a:lnTo>
                  <a:lnTo>
                    <a:pt x="3154554" y="1902011"/>
                  </a:lnTo>
                  <a:lnTo>
                    <a:pt x="3142231" y="1902011"/>
                  </a:lnTo>
                  <a:lnTo>
                    <a:pt x="3129909" y="1902011"/>
                  </a:lnTo>
                  <a:lnTo>
                    <a:pt x="3117586" y="1902011"/>
                  </a:lnTo>
                  <a:lnTo>
                    <a:pt x="3105264" y="1902011"/>
                  </a:lnTo>
                  <a:lnTo>
                    <a:pt x="3092941" y="1902011"/>
                  </a:lnTo>
                  <a:lnTo>
                    <a:pt x="3080619" y="1902011"/>
                  </a:lnTo>
                  <a:lnTo>
                    <a:pt x="3068296" y="1902011"/>
                  </a:lnTo>
                  <a:lnTo>
                    <a:pt x="3055974" y="1902011"/>
                  </a:lnTo>
                  <a:lnTo>
                    <a:pt x="3043652" y="1902011"/>
                  </a:lnTo>
                  <a:lnTo>
                    <a:pt x="3031329" y="1902011"/>
                  </a:lnTo>
                  <a:lnTo>
                    <a:pt x="3019007" y="1902011"/>
                  </a:lnTo>
                  <a:lnTo>
                    <a:pt x="3006684" y="1902011"/>
                  </a:lnTo>
                  <a:lnTo>
                    <a:pt x="2994362" y="1902011"/>
                  </a:lnTo>
                  <a:lnTo>
                    <a:pt x="2982039" y="1902011"/>
                  </a:lnTo>
                  <a:lnTo>
                    <a:pt x="2969717" y="1902011"/>
                  </a:lnTo>
                  <a:lnTo>
                    <a:pt x="2957394" y="1902011"/>
                  </a:lnTo>
                  <a:lnTo>
                    <a:pt x="2945072" y="1902011"/>
                  </a:lnTo>
                  <a:lnTo>
                    <a:pt x="2932749" y="1902011"/>
                  </a:lnTo>
                  <a:lnTo>
                    <a:pt x="2920427" y="1902011"/>
                  </a:lnTo>
                  <a:lnTo>
                    <a:pt x="2908104" y="1902011"/>
                  </a:lnTo>
                  <a:lnTo>
                    <a:pt x="2895782" y="1902011"/>
                  </a:lnTo>
                  <a:lnTo>
                    <a:pt x="2883459" y="1902011"/>
                  </a:lnTo>
                  <a:lnTo>
                    <a:pt x="2871137" y="1902011"/>
                  </a:lnTo>
                  <a:lnTo>
                    <a:pt x="2858814" y="1902011"/>
                  </a:lnTo>
                  <a:lnTo>
                    <a:pt x="2846492" y="1902011"/>
                  </a:lnTo>
                  <a:lnTo>
                    <a:pt x="2834169" y="1902011"/>
                  </a:lnTo>
                  <a:lnTo>
                    <a:pt x="2821847" y="1902011"/>
                  </a:lnTo>
                  <a:lnTo>
                    <a:pt x="2809524" y="1902011"/>
                  </a:lnTo>
                  <a:lnTo>
                    <a:pt x="2797202" y="1902011"/>
                  </a:lnTo>
                  <a:lnTo>
                    <a:pt x="2784879" y="1902011"/>
                  </a:lnTo>
                  <a:lnTo>
                    <a:pt x="2772557" y="1902011"/>
                  </a:lnTo>
                  <a:lnTo>
                    <a:pt x="2760235" y="1902011"/>
                  </a:lnTo>
                  <a:lnTo>
                    <a:pt x="2747912" y="1902011"/>
                  </a:lnTo>
                  <a:lnTo>
                    <a:pt x="2735590" y="1902011"/>
                  </a:lnTo>
                  <a:lnTo>
                    <a:pt x="2723267" y="1902011"/>
                  </a:lnTo>
                  <a:lnTo>
                    <a:pt x="2710945" y="1902011"/>
                  </a:lnTo>
                  <a:lnTo>
                    <a:pt x="2698622" y="1902011"/>
                  </a:lnTo>
                  <a:lnTo>
                    <a:pt x="2686300" y="1902011"/>
                  </a:lnTo>
                  <a:lnTo>
                    <a:pt x="2673977" y="1902011"/>
                  </a:lnTo>
                  <a:lnTo>
                    <a:pt x="2661655" y="1902011"/>
                  </a:lnTo>
                  <a:lnTo>
                    <a:pt x="2649332" y="1902011"/>
                  </a:lnTo>
                  <a:lnTo>
                    <a:pt x="2637010" y="1902011"/>
                  </a:lnTo>
                  <a:lnTo>
                    <a:pt x="2624687" y="1902011"/>
                  </a:lnTo>
                  <a:lnTo>
                    <a:pt x="2612365" y="1902011"/>
                  </a:lnTo>
                  <a:lnTo>
                    <a:pt x="2600042" y="1902011"/>
                  </a:lnTo>
                  <a:lnTo>
                    <a:pt x="2587720" y="1902011"/>
                  </a:lnTo>
                  <a:lnTo>
                    <a:pt x="2575397" y="1902011"/>
                  </a:lnTo>
                  <a:lnTo>
                    <a:pt x="2563075" y="1902011"/>
                  </a:lnTo>
                  <a:lnTo>
                    <a:pt x="2550752" y="1902011"/>
                  </a:lnTo>
                  <a:lnTo>
                    <a:pt x="2538430" y="1902011"/>
                  </a:lnTo>
                  <a:lnTo>
                    <a:pt x="2526107" y="1902011"/>
                  </a:lnTo>
                  <a:lnTo>
                    <a:pt x="2513785" y="1902011"/>
                  </a:lnTo>
                  <a:lnTo>
                    <a:pt x="2501462" y="1902011"/>
                  </a:lnTo>
                  <a:lnTo>
                    <a:pt x="2489140" y="1902011"/>
                  </a:lnTo>
                  <a:lnTo>
                    <a:pt x="2476818" y="1902011"/>
                  </a:lnTo>
                  <a:lnTo>
                    <a:pt x="2464495" y="1902011"/>
                  </a:lnTo>
                  <a:lnTo>
                    <a:pt x="2452173" y="1902011"/>
                  </a:lnTo>
                  <a:lnTo>
                    <a:pt x="2439850" y="1902011"/>
                  </a:lnTo>
                  <a:lnTo>
                    <a:pt x="2427528" y="1902011"/>
                  </a:lnTo>
                  <a:lnTo>
                    <a:pt x="2415205" y="1902011"/>
                  </a:lnTo>
                  <a:lnTo>
                    <a:pt x="2402883" y="1902011"/>
                  </a:lnTo>
                  <a:lnTo>
                    <a:pt x="2390560" y="1902011"/>
                  </a:lnTo>
                  <a:lnTo>
                    <a:pt x="2378238" y="1902011"/>
                  </a:lnTo>
                  <a:lnTo>
                    <a:pt x="2365915" y="1902011"/>
                  </a:lnTo>
                  <a:lnTo>
                    <a:pt x="2353593" y="1902011"/>
                  </a:lnTo>
                  <a:lnTo>
                    <a:pt x="2341270" y="1902011"/>
                  </a:lnTo>
                  <a:lnTo>
                    <a:pt x="2328948" y="1902011"/>
                  </a:lnTo>
                  <a:lnTo>
                    <a:pt x="2316625" y="1902011"/>
                  </a:lnTo>
                  <a:lnTo>
                    <a:pt x="2304303" y="1902011"/>
                  </a:lnTo>
                  <a:lnTo>
                    <a:pt x="2291980" y="1902011"/>
                  </a:lnTo>
                  <a:lnTo>
                    <a:pt x="2279658" y="1902011"/>
                  </a:lnTo>
                  <a:lnTo>
                    <a:pt x="2267335" y="1902011"/>
                  </a:lnTo>
                  <a:lnTo>
                    <a:pt x="2255013" y="1902011"/>
                  </a:lnTo>
                  <a:lnTo>
                    <a:pt x="2242690" y="1902011"/>
                  </a:lnTo>
                  <a:lnTo>
                    <a:pt x="2230368" y="1902011"/>
                  </a:lnTo>
                  <a:lnTo>
                    <a:pt x="2218045" y="1902011"/>
                  </a:lnTo>
                  <a:lnTo>
                    <a:pt x="2205723" y="1902011"/>
                  </a:lnTo>
                  <a:lnTo>
                    <a:pt x="2193401" y="1902011"/>
                  </a:lnTo>
                  <a:lnTo>
                    <a:pt x="2181078" y="1902011"/>
                  </a:lnTo>
                  <a:lnTo>
                    <a:pt x="2168756" y="1902011"/>
                  </a:lnTo>
                  <a:lnTo>
                    <a:pt x="2156433" y="1902011"/>
                  </a:lnTo>
                  <a:lnTo>
                    <a:pt x="2144111" y="1902011"/>
                  </a:lnTo>
                  <a:lnTo>
                    <a:pt x="2131788" y="1902011"/>
                  </a:lnTo>
                  <a:lnTo>
                    <a:pt x="2119466" y="1902011"/>
                  </a:lnTo>
                  <a:lnTo>
                    <a:pt x="2107143" y="1902011"/>
                  </a:lnTo>
                  <a:lnTo>
                    <a:pt x="2094821" y="1902011"/>
                  </a:lnTo>
                  <a:lnTo>
                    <a:pt x="2082498" y="1902011"/>
                  </a:lnTo>
                  <a:lnTo>
                    <a:pt x="2070176" y="1902011"/>
                  </a:lnTo>
                  <a:lnTo>
                    <a:pt x="2057853" y="1902011"/>
                  </a:lnTo>
                  <a:lnTo>
                    <a:pt x="2045531" y="1902011"/>
                  </a:lnTo>
                  <a:lnTo>
                    <a:pt x="2033208" y="1902011"/>
                  </a:lnTo>
                  <a:lnTo>
                    <a:pt x="2020886" y="1902011"/>
                  </a:lnTo>
                  <a:lnTo>
                    <a:pt x="2008563" y="1902011"/>
                  </a:lnTo>
                  <a:lnTo>
                    <a:pt x="1996241" y="1902011"/>
                  </a:lnTo>
                  <a:lnTo>
                    <a:pt x="1983918" y="1902011"/>
                  </a:lnTo>
                  <a:lnTo>
                    <a:pt x="1971596" y="1902011"/>
                  </a:lnTo>
                  <a:lnTo>
                    <a:pt x="1959273" y="1902011"/>
                  </a:lnTo>
                  <a:lnTo>
                    <a:pt x="1946951" y="1902011"/>
                  </a:lnTo>
                  <a:lnTo>
                    <a:pt x="1934629" y="1902011"/>
                  </a:lnTo>
                  <a:lnTo>
                    <a:pt x="1922306" y="1902011"/>
                  </a:lnTo>
                  <a:lnTo>
                    <a:pt x="1909984" y="1902011"/>
                  </a:lnTo>
                  <a:lnTo>
                    <a:pt x="1897661" y="1902011"/>
                  </a:lnTo>
                  <a:lnTo>
                    <a:pt x="1885339" y="1902011"/>
                  </a:lnTo>
                  <a:lnTo>
                    <a:pt x="1873016" y="1902011"/>
                  </a:lnTo>
                  <a:lnTo>
                    <a:pt x="1860694" y="1902011"/>
                  </a:lnTo>
                  <a:lnTo>
                    <a:pt x="1848371" y="1902011"/>
                  </a:lnTo>
                  <a:lnTo>
                    <a:pt x="1836049" y="1902011"/>
                  </a:lnTo>
                  <a:lnTo>
                    <a:pt x="1823726" y="1902011"/>
                  </a:lnTo>
                  <a:lnTo>
                    <a:pt x="1811404" y="1902011"/>
                  </a:lnTo>
                  <a:lnTo>
                    <a:pt x="1799081" y="1902011"/>
                  </a:lnTo>
                  <a:lnTo>
                    <a:pt x="1786759" y="1902011"/>
                  </a:lnTo>
                  <a:lnTo>
                    <a:pt x="1774436" y="1902011"/>
                  </a:lnTo>
                  <a:lnTo>
                    <a:pt x="1762114" y="1902011"/>
                  </a:lnTo>
                  <a:lnTo>
                    <a:pt x="1749791" y="1902011"/>
                  </a:lnTo>
                  <a:lnTo>
                    <a:pt x="1737469" y="1902011"/>
                  </a:lnTo>
                  <a:lnTo>
                    <a:pt x="1725146" y="1902011"/>
                  </a:lnTo>
                  <a:lnTo>
                    <a:pt x="1712824" y="1902011"/>
                  </a:lnTo>
                  <a:lnTo>
                    <a:pt x="1700501" y="1902011"/>
                  </a:lnTo>
                  <a:lnTo>
                    <a:pt x="1688179" y="1902011"/>
                  </a:lnTo>
                  <a:lnTo>
                    <a:pt x="1675856" y="1902011"/>
                  </a:lnTo>
                  <a:lnTo>
                    <a:pt x="1663534" y="1902011"/>
                  </a:lnTo>
                  <a:lnTo>
                    <a:pt x="1651212" y="1902011"/>
                  </a:lnTo>
                  <a:lnTo>
                    <a:pt x="1638889" y="1902011"/>
                  </a:lnTo>
                  <a:lnTo>
                    <a:pt x="1626567" y="1902011"/>
                  </a:lnTo>
                  <a:lnTo>
                    <a:pt x="1614244" y="1902011"/>
                  </a:lnTo>
                  <a:lnTo>
                    <a:pt x="1601922" y="1902011"/>
                  </a:lnTo>
                  <a:lnTo>
                    <a:pt x="1589599" y="1902011"/>
                  </a:lnTo>
                  <a:lnTo>
                    <a:pt x="1577277" y="1902011"/>
                  </a:lnTo>
                  <a:lnTo>
                    <a:pt x="1564954" y="1902011"/>
                  </a:lnTo>
                  <a:lnTo>
                    <a:pt x="1552632" y="1902011"/>
                  </a:lnTo>
                  <a:lnTo>
                    <a:pt x="1540309" y="1902011"/>
                  </a:lnTo>
                  <a:lnTo>
                    <a:pt x="1527987" y="1902011"/>
                  </a:lnTo>
                  <a:lnTo>
                    <a:pt x="1515664" y="1902011"/>
                  </a:lnTo>
                  <a:lnTo>
                    <a:pt x="1503342" y="1902011"/>
                  </a:lnTo>
                  <a:lnTo>
                    <a:pt x="1491019" y="1902011"/>
                  </a:lnTo>
                  <a:lnTo>
                    <a:pt x="1478697" y="1902011"/>
                  </a:lnTo>
                  <a:lnTo>
                    <a:pt x="1466374" y="1902011"/>
                  </a:lnTo>
                  <a:lnTo>
                    <a:pt x="1454052" y="1902011"/>
                  </a:lnTo>
                  <a:lnTo>
                    <a:pt x="1441729" y="1902011"/>
                  </a:lnTo>
                  <a:lnTo>
                    <a:pt x="1429407" y="1902011"/>
                  </a:lnTo>
                  <a:lnTo>
                    <a:pt x="1417084" y="1902011"/>
                  </a:lnTo>
                  <a:lnTo>
                    <a:pt x="1404762" y="1902011"/>
                  </a:lnTo>
                  <a:lnTo>
                    <a:pt x="1392439" y="1902011"/>
                  </a:lnTo>
                  <a:lnTo>
                    <a:pt x="1380117" y="1902011"/>
                  </a:lnTo>
                  <a:lnTo>
                    <a:pt x="1367795" y="1902011"/>
                  </a:lnTo>
                  <a:lnTo>
                    <a:pt x="1355472" y="1902011"/>
                  </a:lnTo>
                  <a:lnTo>
                    <a:pt x="1343150" y="1902011"/>
                  </a:lnTo>
                  <a:lnTo>
                    <a:pt x="1330827" y="1902011"/>
                  </a:lnTo>
                  <a:lnTo>
                    <a:pt x="1318505" y="1902011"/>
                  </a:lnTo>
                  <a:lnTo>
                    <a:pt x="1306182" y="1902011"/>
                  </a:lnTo>
                  <a:lnTo>
                    <a:pt x="1293860" y="1902011"/>
                  </a:lnTo>
                  <a:lnTo>
                    <a:pt x="1281537" y="1902011"/>
                  </a:lnTo>
                  <a:lnTo>
                    <a:pt x="1269215" y="1902011"/>
                  </a:lnTo>
                  <a:lnTo>
                    <a:pt x="1256892" y="1902011"/>
                  </a:lnTo>
                  <a:lnTo>
                    <a:pt x="1244570" y="1902011"/>
                  </a:lnTo>
                  <a:lnTo>
                    <a:pt x="1232247" y="1902011"/>
                  </a:lnTo>
                  <a:lnTo>
                    <a:pt x="1219925" y="1902011"/>
                  </a:lnTo>
                  <a:lnTo>
                    <a:pt x="1207602" y="1902011"/>
                  </a:lnTo>
                  <a:lnTo>
                    <a:pt x="1195280" y="1902011"/>
                  </a:lnTo>
                  <a:lnTo>
                    <a:pt x="1182957" y="1902011"/>
                  </a:lnTo>
                  <a:lnTo>
                    <a:pt x="1170635" y="1902011"/>
                  </a:lnTo>
                  <a:lnTo>
                    <a:pt x="1158312" y="1902011"/>
                  </a:lnTo>
                  <a:lnTo>
                    <a:pt x="1145990" y="1902011"/>
                  </a:lnTo>
                  <a:lnTo>
                    <a:pt x="1133667" y="1902011"/>
                  </a:lnTo>
                  <a:lnTo>
                    <a:pt x="1121345" y="1902011"/>
                  </a:lnTo>
                  <a:lnTo>
                    <a:pt x="1109022" y="1902011"/>
                  </a:lnTo>
                  <a:lnTo>
                    <a:pt x="1096700" y="1902011"/>
                  </a:lnTo>
                  <a:lnTo>
                    <a:pt x="1084378" y="1902011"/>
                  </a:lnTo>
                  <a:lnTo>
                    <a:pt x="1072055" y="1902011"/>
                  </a:lnTo>
                  <a:lnTo>
                    <a:pt x="1059733" y="1902011"/>
                  </a:lnTo>
                  <a:lnTo>
                    <a:pt x="1047410" y="1902011"/>
                  </a:lnTo>
                  <a:lnTo>
                    <a:pt x="1035088" y="1902011"/>
                  </a:lnTo>
                  <a:lnTo>
                    <a:pt x="1022765" y="1902011"/>
                  </a:lnTo>
                  <a:lnTo>
                    <a:pt x="1010443" y="1902011"/>
                  </a:lnTo>
                  <a:lnTo>
                    <a:pt x="998120" y="1902011"/>
                  </a:lnTo>
                  <a:lnTo>
                    <a:pt x="985798" y="1902011"/>
                  </a:lnTo>
                  <a:lnTo>
                    <a:pt x="973475" y="1902011"/>
                  </a:lnTo>
                  <a:lnTo>
                    <a:pt x="961153" y="1902011"/>
                  </a:lnTo>
                  <a:lnTo>
                    <a:pt x="948830" y="1902011"/>
                  </a:lnTo>
                  <a:lnTo>
                    <a:pt x="936508" y="1902011"/>
                  </a:lnTo>
                  <a:lnTo>
                    <a:pt x="924185" y="1902011"/>
                  </a:lnTo>
                  <a:lnTo>
                    <a:pt x="911863" y="1902011"/>
                  </a:lnTo>
                  <a:lnTo>
                    <a:pt x="899540" y="1902011"/>
                  </a:lnTo>
                  <a:lnTo>
                    <a:pt x="887218" y="1902011"/>
                  </a:lnTo>
                  <a:lnTo>
                    <a:pt x="874895" y="1902011"/>
                  </a:lnTo>
                  <a:lnTo>
                    <a:pt x="862573" y="1902011"/>
                  </a:lnTo>
                  <a:lnTo>
                    <a:pt x="850250" y="1902011"/>
                  </a:lnTo>
                  <a:lnTo>
                    <a:pt x="837928" y="1902011"/>
                  </a:lnTo>
                  <a:lnTo>
                    <a:pt x="825606" y="1902011"/>
                  </a:lnTo>
                  <a:lnTo>
                    <a:pt x="813283" y="1902011"/>
                  </a:lnTo>
                  <a:lnTo>
                    <a:pt x="800961" y="1902011"/>
                  </a:lnTo>
                  <a:lnTo>
                    <a:pt x="788638" y="1902011"/>
                  </a:lnTo>
                  <a:lnTo>
                    <a:pt x="776316" y="1902011"/>
                  </a:lnTo>
                  <a:lnTo>
                    <a:pt x="763993" y="1902011"/>
                  </a:lnTo>
                  <a:lnTo>
                    <a:pt x="751671" y="1902011"/>
                  </a:lnTo>
                  <a:lnTo>
                    <a:pt x="739348" y="1902011"/>
                  </a:lnTo>
                  <a:lnTo>
                    <a:pt x="727026" y="1902011"/>
                  </a:lnTo>
                  <a:lnTo>
                    <a:pt x="714703" y="1902011"/>
                  </a:lnTo>
                  <a:lnTo>
                    <a:pt x="702381" y="1902011"/>
                  </a:lnTo>
                  <a:lnTo>
                    <a:pt x="690058" y="1902011"/>
                  </a:lnTo>
                  <a:lnTo>
                    <a:pt x="677736" y="1902011"/>
                  </a:lnTo>
                  <a:lnTo>
                    <a:pt x="665413" y="1902011"/>
                  </a:lnTo>
                  <a:lnTo>
                    <a:pt x="653091" y="1902011"/>
                  </a:lnTo>
                  <a:lnTo>
                    <a:pt x="640768" y="1902011"/>
                  </a:lnTo>
                  <a:lnTo>
                    <a:pt x="628446" y="1902011"/>
                  </a:lnTo>
                  <a:lnTo>
                    <a:pt x="616123" y="1902011"/>
                  </a:lnTo>
                  <a:lnTo>
                    <a:pt x="603801" y="1902011"/>
                  </a:lnTo>
                  <a:lnTo>
                    <a:pt x="591478" y="1902011"/>
                  </a:lnTo>
                  <a:lnTo>
                    <a:pt x="579156" y="1902011"/>
                  </a:lnTo>
                  <a:lnTo>
                    <a:pt x="566833" y="1902011"/>
                  </a:lnTo>
                  <a:lnTo>
                    <a:pt x="554511" y="1902011"/>
                  </a:lnTo>
                  <a:lnTo>
                    <a:pt x="542189" y="1902011"/>
                  </a:lnTo>
                  <a:lnTo>
                    <a:pt x="529866" y="1902011"/>
                  </a:lnTo>
                  <a:lnTo>
                    <a:pt x="517544" y="1902011"/>
                  </a:lnTo>
                  <a:lnTo>
                    <a:pt x="505221" y="1902011"/>
                  </a:lnTo>
                  <a:lnTo>
                    <a:pt x="492899" y="1902011"/>
                  </a:lnTo>
                  <a:lnTo>
                    <a:pt x="480576" y="1902011"/>
                  </a:lnTo>
                  <a:lnTo>
                    <a:pt x="468254" y="1902011"/>
                  </a:lnTo>
                  <a:lnTo>
                    <a:pt x="455931" y="1902011"/>
                  </a:lnTo>
                  <a:lnTo>
                    <a:pt x="443609" y="1902011"/>
                  </a:lnTo>
                  <a:lnTo>
                    <a:pt x="431286" y="1902011"/>
                  </a:lnTo>
                  <a:lnTo>
                    <a:pt x="418964" y="1902011"/>
                  </a:lnTo>
                  <a:lnTo>
                    <a:pt x="406641" y="1902011"/>
                  </a:lnTo>
                  <a:lnTo>
                    <a:pt x="394319" y="1902011"/>
                  </a:lnTo>
                  <a:lnTo>
                    <a:pt x="381996" y="1902011"/>
                  </a:lnTo>
                  <a:lnTo>
                    <a:pt x="369674" y="1902011"/>
                  </a:lnTo>
                  <a:lnTo>
                    <a:pt x="357351" y="1902011"/>
                  </a:lnTo>
                  <a:lnTo>
                    <a:pt x="345029" y="1902011"/>
                  </a:lnTo>
                  <a:lnTo>
                    <a:pt x="332706" y="1902011"/>
                  </a:lnTo>
                  <a:lnTo>
                    <a:pt x="320384" y="1902011"/>
                  </a:lnTo>
                  <a:lnTo>
                    <a:pt x="308061" y="1902011"/>
                  </a:lnTo>
                  <a:lnTo>
                    <a:pt x="295739" y="1902011"/>
                  </a:lnTo>
                  <a:lnTo>
                    <a:pt x="283416" y="1902011"/>
                  </a:lnTo>
                  <a:lnTo>
                    <a:pt x="271094" y="1902011"/>
                  </a:lnTo>
                  <a:lnTo>
                    <a:pt x="258772" y="1902011"/>
                  </a:lnTo>
                  <a:lnTo>
                    <a:pt x="246449" y="1902011"/>
                  </a:lnTo>
                  <a:lnTo>
                    <a:pt x="234127" y="1902011"/>
                  </a:lnTo>
                  <a:lnTo>
                    <a:pt x="221804" y="1902011"/>
                  </a:lnTo>
                  <a:lnTo>
                    <a:pt x="209482" y="1902011"/>
                  </a:lnTo>
                  <a:lnTo>
                    <a:pt x="197159" y="1902011"/>
                  </a:lnTo>
                  <a:lnTo>
                    <a:pt x="184837" y="1902011"/>
                  </a:lnTo>
                  <a:lnTo>
                    <a:pt x="172514" y="1902011"/>
                  </a:lnTo>
                  <a:lnTo>
                    <a:pt x="160192" y="1902011"/>
                  </a:lnTo>
                  <a:lnTo>
                    <a:pt x="147869" y="1902011"/>
                  </a:lnTo>
                  <a:lnTo>
                    <a:pt x="135547" y="1902011"/>
                  </a:lnTo>
                  <a:lnTo>
                    <a:pt x="123224" y="1902011"/>
                  </a:lnTo>
                  <a:lnTo>
                    <a:pt x="110902" y="1902011"/>
                  </a:lnTo>
                  <a:lnTo>
                    <a:pt x="98579" y="1902011"/>
                  </a:lnTo>
                  <a:lnTo>
                    <a:pt x="86257" y="1902011"/>
                  </a:lnTo>
                  <a:lnTo>
                    <a:pt x="73934" y="1902011"/>
                  </a:lnTo>
                  <a:lnTo>
                    <a:pt x="61612" y="1902011"/>
                  </a:lnTo>
                  <a:lnTo>
                    <a:pt x="49289" y="1902011"/>
                  </a:lnTo>
                  <a:lnTo>
                    <a:pt x="36967" y="1902011"/>
                  </a:lnTo>
                  <a:lnTo>
                    <a:pt x="24644" y="1902011"/>
                  </a:lnTo>
                  <a:lnTo>
                    <a:pt x="12322" y="1902011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06745" y="4244317"/>
              <a:ext cx="6296786" cy="1902011"/>
            </a:xfrm>
            <a:custGeom>
              <a:avLst/>
              <a:pathLst>
                <a:path w="6296786" h="1902011">
                  <a:moveTo>
                    <a:pt x="0" y="1902009"/>
                  </a:moveTo>
                  <a:lnTo>
                    <a:pt x="12322" y="1902007"/>
                  </a:lnTo>
                  <a:lnTo>
                    <a:pt x="24644" y="1902004"/>
                  </a:lnTo>
                  <a:lnTo>
                    <a:pt x="36967" y="1902000"/>
                  </a:lnTo>
                  <a:lnTo>
                    <a:pt x="49289" y="1901993"/>
                  </a:lnTo>
                  <a:lnTo>
                    <a:pt x="61612" y="1901982"/>
                  </a:lnTo>
                  <a:lnTo>
                    <a:pt x="73934" y="1901965"/>
                  </a:lnTo>
                  <a:lnTo>
                    <a:pt x="86257" y="1901939"/>
                  </a:lnTo>
                  <a:lnTo>
                    <a:pt x="98579" y="1901898"/>
                  </a:lnTo>
                  <a:lnTo>
                    <a:pt x="110902" y="1901838"/>
                  </a:lnTo>
                  <a:lnTo>
                    <a:pt x="123224" y="1901750"/>
                  </a:lnTo>
                  <a:lnTo>
                    <a:pt x="135547" y="1901626"/>
                  </a:lnTo>
                  <a:lnTo>
                    <a:pt x="147869" y="1901454"/>
                  </a:lnTo>
                  <a:lnTo>
                    <a:pt x="160192" y="1901218"/>
                  </a:lnTo>
                  <a:lnTo>
                    <a:pt x="172514" y="1900901"/>
                  </a:lnTo>
                  <a:lnTo>
                    <a:pt x="184837" y="1900486"/>
                  </a:lnTo>
                  <a:lnTo>
                    <a:pt x="197159" y="1899948"/>
                  </a:lnTo>
                  <a:lnTo>
                    <a:pt x="209482" y="1899243"/>
                  </a:lnTo>
                  <a:lnTo>
                    <a:pt x="221804" y="1898363"/>
                  </a:lnTo>
                  <a:lnTo>
                    <a:pt x="234127" y="1897290"/>
                  </a:lnTo>
                  <a:lnTo>
                    <a:pt x="246449" y="1896007"/>
                  </a:lnTo>
                  <a:lnTo>
                    <a:pt x="258772" y="1894505"/>
                  </a:lnTo>
                  <a:lnTo>
                    <a:pt x="271094" y="1892783"/>
                  </a:lnTo>
                  <a:lnTo>
                    <a:pt x="283416" y="1890853"/>
                  </a:lnTo>
                  <a:lnTo>
                    <a:pt x="295739" y="1888735"/>
                  </a:lnTo>
                  <a:lnTo>
                    <a:pt x="308061" y="1886467"/>
                  </a:lnTo>
                  <a:lnTo>
                    <a:pt x="320384" y="1884095"/>
                  </a:lnTo>
                  <a:lnTo>
                    <a:pt x="332706" y="1881708"/>
                  </a:lnTo>
                  <a:lnTo>
                    <a:pt x="345029" y="1879386"/>
                  </a:lnTo>
                  <a:lnTo>
                    <a:pt x="357351" y="1877211"/>
                  </a:lnTo>
                  <a:lnTo>
                    <a:pt x="369674" y="1875268"/>
                  </a:lnTo>
                  <a:lnTo>
                    <a:pt x="381996" y="1873636"/>
                  </a:lnTo>
                  <a:lnTo>
                    <a:pt x="394319" y="1872386"/>
                  </a:lnTo>
                  <a:lnTo>
                    <a:pt x="406641" y="1871576"/>
                  </a:lnTo>
                  <a:lnTo>
                    <a:pt x="418964" y="1871245"/>
                  </a:lnTo>
                  <a:lnTo>
                    <a:pt x="431286" y="1871454"/>
                  </a:lnTo>
                  <a:lnTo>
                    <a:pt x="443609" y="1872175"/>
                  </a:lnTo>
                  <a:lnTo>
                    <a:pt x="455931" y="1873344"/>
                  </a:lnTo>
                  <a:lnTo>
                    <a:pt x="468254" y="1874908"/>
                  </a:lnTo>
                  <a:lnTo>
                    <a:pt x="480576" y="1876796"/>
                  </a:lnTo>
                  <a:lnTo>
                    <a:pt x="492899" y="1878932"/>
                  </a:lnTo>
                  <a:lnTo>
                    <a:pt x="505221" y="1881230"/>
                  </a:lnTo>
                  <a:lnTo>
                    <a:pt x="517544" y="1883608"/>
                  </a:lnTo>
                  <a:lnTo>
                    <a:pt x="529866" y="1885987"/>
                  </a:lnTo>
                  <a:lnTo>
                    <a:pt x="542189" y="1888288"/>
                  </a:lnTo>
                  <a:lnTo>
                    <a:pt x="554511" y="1890439"/>
                  </a:lnTo>
                  <a:lnTo>
                    <a:pt x="566833" y="1892409"/>
                  </a:lnTo>
                  <a:lnTo>
                    <a:pt x="579156" y="1894172"/>
                  </a:lnTo>
                  <a:lnTo>
                    <a:pt x="591478" y="1895717"/>
                  </a:lnTo>
                  <a:lnTo>
                    <a:pt x="603801" y="1897043"/>
                  </a:lnTo>
                  <a:lnTo>
                    <a:pt x="616123" y="1898156"/>
                  </a:lnTo>
                  <a:lnTo>
                    <a:pt x="628446" y="1899072"/>
                  </a:lnTo>
                  <a:lnTo>
                    <a:pt x="640768" y="1899811"/>
                  </a:lnTo>
                  <a:lnTo>
                    <a:pt x="653091" y="1900390"/>
                  </a:lnTo>
                  <a:lnTo>
                    <a:pt x="665413" y="1900827"/>
                  </a:lnTo>
                  <a:lnTo>
                    <a:pt x="677736" y="1901161"/>
                  </a:lnTo>
                  <a:lnTo>
                    <a:pt x="690058" y="1901411"/>
                  </a:lnTo>
                  <a:lnTo>
                    <a:pt x="702381" y="1901595"/>
                  </a:lnTo>
                  <a:lnTo>
                    <a:pt x="714703" y="1901727"/>
                  </a:lnTo>
                  <a:lnTo>
                    <a:pt x="727026" y="1901821"/>
                  </a:lnTo>
                  <a:lnTo>
                    <a:pt x="739348" y="1901886"/>
                  </a:lnTo>
                  <a:lnTo>
                    <a:pt x="751671" y="1901930"/>
                  </a:lnTo>
                  <a:lnTo>
                    <a:pt x="763993" y="1901960"/>
                  </a:lnTo>
                  <a:lnTo>
                    <a:pt x="776316" y="1901977"/>
                  </a:lnTo>
                  <a:lnTo>
                    <a:pt x="788638" y="1901987"/>
                  </a:lnTo>
                  <a:lnTo>
                    <a:pt x="800961" y="1901992"/>
                  </a:lnTo>
                  <a:lnTo>
                    <a:pt x="813283" y="1901992"/>
                  </a:lnTo>
                  <a:lnTo>
                    <a:pt x="825606" y="1901987"/>
                  </a:lnTo>
                  <a:lnTo>
                    <a:pt x="837928" y="1901976"/>
                  </a:lnTo>
                  <a:lnTo>
                    <a:pt x="850250" y="1901955"/>
                  </a:lnTo>
                  <a:lnTo>
                    <a:pt x="862573" y="1901921"/>
                  </a:lnTo>
                  <a:lnTo>
                    <a:pt x="874895" y="1901868"/>
                  </a:lnTo>
                  <a:lnTo>
                    <a:pt x="887218" y="1901782"/>
                  </a:lnTo>
                  <a:lnTo>
                    <a:pt x="899540" y="1901649"/>
                  </a:lnTo>
                  <a:lnTo>
                    <a:pt x="911863" y="1901449"/>
                  </a:lnTo>
                  <a:lnTo>
                    <a:pt x="924185" y="1901155"/>
                  </a:lnTo>
                  <a:lnTo>
                    <a:pt x="936508" y="1900731"/>
                  </a:lnTo>
                  <a:lnTo>
                    <a:pt x="948830" y="1900133"/>
                  </a:lnTo>
                  <a:lnTo>
                    <a:pt x="961153" y="1899304"/>
                  </a:lnTo>
                  <a:lnTo>
                    <a:pt x="973475" y="1898177"/>
                  </a:lnTo>
                  <a:lnTo>
                    <a:pt x="985798" y="1896673"/>
                  </a:lnTo>
                  <a:lnTo>
                    <a:pt x="998120" y="1894657"/>
                  </a:lnTo>
                  <a:lnTo>
                    <a:pt x="1010443" y="1892010"/>
                  </a:lnTo>
                  <a:lnTo>
                    <a:pt x="1022765" y="1888656"/>
                  </a:lnTo>
                  <a:lnTo>
                    <a:pt x="1035088" y="1884493"/>
                  </a:lnTo>
                  <a:lnTo>
                    <a:pt x="1047410" y="1879431"/>
                  </a:lnTo>
                  <a:lnTo>
                    <a:pt x="1059733" y="1873399"/>
                  </a:lnTo>
                  <a:lnTo>
                    <a:pt x="1072055" y="1866359"/>
                  </a:lnTo>
                  <a:lnTo>
                    <a:pt x="1084378" y="1858312"/>
                  </a:lnTo>
                  <a:lnTo>
                    <a:pt x="1096700" y="1849306"/>
                  </a:lnTo>
                  <a:lnTo>
                    <a:pt x="1109022" y="1839419"/>
                  </a:lnTo>
                  <a:lnTo>
                    <a:pt x="1121345" y="1828849"/>
                  </a:lnTo>
                  <a:lnTo>
                    <a:pt x="1133667" y="1817939"/>
                  </a:lnTo>
                  <a:lnTo>
                    <a:pt x="1145990" y="1807007"/>
                  </a:lnTo>
                  <a:lnTo>
                    <a:pt x="1158312" y="1796413"/>
                  </a:lnTo>
                  <a:lnTo>
                    <a:pt x="1170635" y="1786537"/>
                  </a:lnTo>
                  <a:lnTo>
                    <a:pt x="1182957" y="1777765"/>
                  </a:lnTo>
                  <a:lnTo>
                    <a:pt x="1195280" y="1770460"/>
                  </a:lnTo>
                  <a:lnTo>
                    <a:pt x="1207602" y="1764948"/>
                  </a:lnTo>
                  <a:lnTo>
                    <a:pt x="1219925" y="1761527"/>
                  </a:lnTo>
                  <a:lnTo>
                    <a:pt x="1232247" y="1760615"/>
                  </a:lnTo>
                  <a:lnTo>
                    <a:pt x="1244570" y="1761988"/>
                  </a:lnTo>
                  <a:lnTo>
                    <a:pt x="1256892" y="1765567"/>
                  </a:lnTo>
                  <a:lnTo>
                    <a:pt x="1269215" y="1771180"/>
                  </a:lnTo>
                  <a:lnTo>
                    <a:pt x="1281537" y="1778573"/>
                  </a:lnTo>
                  <a:lnTo>
                    <a:pt x="1293860" y="1787426"/>
                  </a:lnTo>
                  <a:lnTo>
                    <a:pt x="1306182" y="1797376"/>
                  </a:lnTo>
                  <a:lnTo>
                    <a:pt x="1318505" y="1808037"/>
                  </a:lnTo>
                  <a:lnTo>
                    <a:pt x="1330827" y="1819022"/>
                  </a:lnTo>
                  <a:lnTo>
                    <a:pt x="1343150" y="1829914"/>
                  </a:lnTo>
                  <a:lnTo>
                    <a:pt x="1355472" y="1840364"/>
                  </a:lnTo>
                  <a:lnTo>
                    <a:pt x="1367795" y="1850139"/>
                  </a:lnTo>
                  <a:lnTo>
                    <a:pt x="1380117" y="1859066"/>
                  </a:lnTo>
                  <a:lnTo>
                    <a:pt x="1392439" y="1867033"/>
                  </a:lnTo>
                  <a:lnTo>
                    <a:pt x="1404762" y="1873982"/>
                  </a:lnTo>
                  <a:lnTo>
                    <a:pt x="1417084" y="1879906"/>
                  </a:lnTo>
                  <a:lnTo>
                    <a:pt x="1429407" y="1884834"/>
                  </a:lnTo>
                  <a:lnTo>
                    <a:pt x="1441729" y="1888826"/>
                  </a:lnTo>
                  <a:lnTo>
                    <a:pt x="1454052" y="1891883"/>
                  </a:lnTo>
                  <a:lnTo>
                    <a:pt x="1466374" y="1894147"/>
                  </a:lnTo>
                  <a:lnTo>
                    <a:pt x="1478697" y="1895724"/>
                  </a:lnTo>
                  <a:lnTo>
                    <a:pt x="1491019" y="1896662"/>
                  </a:lnTo>
                  <a:lnTo>
                    <a:pt x="1503342" y="1896989"/>
                  </a:lnTo>
                  <a:lnTo>
                    <a:pt x="1515664" y="1896705"/>
                  </a:lnTo>
                  <a:lnTo>
                    <a:pt x="1527987" y="1895780"/>
                  </a:lnTo>
                  <a:lnTo>
                    <a:pt x="1540309" y="1894150"/>
                  </a:lnTo>
                  <a:lnTo>
                    <a:pt x="1552632" y="1891720"/>
                  </a:lnTo>
                  <a:lnTo>
                    <a:pt x="1564954" y="1888288"/>
                  </a:lnTo>
                  <a:lnTo>
                    <a:pt x="1577277" y="1883651"/>
                  </a:lnTo>
                  <a:lnTo>
                    <a:pt x="1589599" y="1877687"/>
                  </a:lnTo>
                  <a:lnTo>
                    <a:pt x="1601922" y="1870199"/>
                  </a:lnTo>
                  <a:lnTo>
                    <a:pt x="1614244" y="1860988"/>
                  </a:lnTo>
                  <a:lnTo>
                    <a:pt x="1626567" y="1849865"/>
                  </a:lnTo>
                  <a:lnTo>
                    <a:pt x="1638889" y="1836659"/>
                  </a:lnTo>
                  <a:lnTo>
                    <a:pt x="1651212" y="1821232"/>
                  </a:lnTo>
                  <a:lnTo>
                    <a:pt x="1663534" y="1803485"/>
                  </a:lnTo>
                  <a:lnTo>
                    <a:pt x="1675856" y="1783274"/>
                  </a:lnTo>
                  <a:lnTo>
                    <a:pt x="1688179" y="1760469"/>
                  </a:lnTo>
                  <a:lnTo>
                    <a:pt x="1700501" y="1735387"/>
                  </a:lnTo>
                  <a:lnTo>
                    <a:pt x="1712824" y="1708150"/>
                  </a:lnTo>
                  <a:lnTo>
                    <a:pt x="1725146" y="1678913"/>
                  </a:lnTo>
                  <a:lnTo>
                    <a:pt x="1737469" y="1647855"/>
                  </a:lnTo>
                  <a:lnTo>
                    <a:pt x="1749791" y="1615162"/>
                  </a:lnTo>
                  <a:lnTo>
                    <a:pt x="1762114" y="1581027"/>
                  </a:lnTo>
                  <a:lnTo>
                    <a:pt x="1774436" y="1545634"/>
                  </a:lnTo>
                  <a:lnTo>
                    <a:pt x="1786759" y="1509154"/>
                  </a:lnTo>
                  <a:lnTo>
                    <a:pt x="1799081" y="1471685"/>
                  </a:lnTo>
                  <a:lnTo>
                    <a:pt x="1811404" y="1433552"/>
                  </a:lnTo>
                  <a:lnTo>
                    <a:pt x="1823726" y="1394968"/>
                  </a:lnTo>
                  <a:lnTo>
                    <a:pt x="1836049" y="1356182"/>
                  </a:lnTo>
                  <a:lnTo>
                    <a:pt x="1848371" y="1317494"/>
                  </a:lnTo>
                  <a:lnTo>
                    <a:pt x="1860694" y="1279254"/>
                  </a:lnTo>
                  <a:lnTo>
                    <a:pt x="1873016" y="1241856"/>
                  </a:lnTo>
                  <a:lnTo>
                    <a:pt x="1885339" y="1205733"/>
                  </a:lnTo>
                  <a:lnTo>
                    <a:pt x="1897661" y="1171331"/>
                  </a:lnTo>
                  <a:lnTo>
                    <a:pt x="1909984" y="1139393"/>
                  </a:lnTo>
                  <a:lnTo>
                    <a:pt x="1922306" y="1110129"/>
                  </a:lnTo>
                  <a:lnTo>
                    <a:pt x="1934629" y="1083736"/>
                  </a:lnTo>
                  <a:lnTo>
                    <a:pt x="1946951" y="1060336"/>
                  </a:lnTo>
                  <a:lnTo>
                    <a:pt x="1959273" y="1039921"/>
                  </a:lnTo>
                  <a:lnTo>
                    <a:pt x="1971596" y="1022357"/>
                  </a:lnTo>
                  <a:lnTo>
                    <a:pt x="1983918" y="1007400"/>
                  </a:lnTo>
                  <a:lnTo>
                    <a:pt x="1996241" y="994725"/>
                  </a:lnTo>
                  <a:lnTo>
                    <a:pt x="2008563" y="983958"/>
                  </a:lnTo>
                  <a:lnTo>
                    <a:pt x="2020886" y="974820"/>
                  </a:lnTo>
                  <a:lnTo>
                    <a:pt x="2033208" y="966871"/>
                  </a:lnTo>
                  <a:lnTo>
                    <a:pt x="2045531" y="959838"/>
                  </a:lnTo>
                  <a:lnTo>
                    <a:pt x="2057853" y="953637"/>
                  </a:lnTo>
                  <a:lnTo>
                    <a:pt x="2070176" y="948296"/>
                  </a:lnTo>
                  <a:lnTo>
                    <a:pt x="2082498" y="943942"/>
                  </a:lnTo>
                  <a:lnTo>
                    <a:pt x="2094821" y="940776"/>
                  </a:lnTo>
                  <a:lnTo>
                    <a:pt x="2107143" y="939033"/>
                  </a:lnTo>
                  <a:lnTo>
                    <a:pt x="2119466" y="938945"/>
                  </a:lnTo>
                  <a:lnTo>
                    <a:pt x="2131788" y="940806"/>
                  </a:lnTo>
                  <a:lnTo>
                    <a:pt x="2144111" y="944732"/>
                  </a:lnTo>
                  <a:lnTo>
                    <a:pt x="2156433" y="950474"/>
                  </a:lnTo>
                  <a:lnTo>
                    <a:pt x="2168756" y="957797"/>
                  </a:lnTo>
                  <a:lnTo>
                    <a:pt x="2181078" y="966351"/>
                  </a:lnTo>
                  <a:lnTo>
                    <a:pt x="2193401" y="975697"/>
                  </a:lnTo>
                  <a:lnTo>
                    <a:pt x="2205723" y="985346"/>
                  </a:lnTo>
                  <a:lnTo>
                    <a:pt x="2218045" y="994801"/>
                  </a:lnTo>
                  <a:lnTo>
                    <a:pt x="2230368" y="1003603"/>
                  </a:lnTo>
                  <a:lnTo>
                    <a:pt x="2242690" y="1011334"/>
                  </a:lnTo>
                  <a:lnTo>
                    <a:pt x="2255013" y="1017609"/>
                  </a:lnTo>
                  <a:lnTo>
                    <a:pt x="2267335" y="1022485"/>
                  </a:lnTo>
                  <a:lnTo>
                    <a:pt x="2279658" y="1026030"/>
                  </a:lnTo>
                  <a:lnTo>
                    <a:pt x="2291980" y="1028404"/>
                  </a:lnTo>
                  <a:lnTo>
                    <a:pt x="2304303" y="1029816"/>
                  </a:lnTo>
                  <a:lnTo>
                    <a:pt x="2316625" y="1030476"/>
                  </a:lnTo>
                  <a:lnTo>
                    <a:pt x="2328948" y="1030544"/>
                  </a:lnTo>
                  <a:lnTo>
                    <a:pt x="2341270" y="1030079"/>
                  </a:lnTo>
                  <a:lnTo>
                    <a:pt x="2353593" y="1028995"/>
                  </a:lnTo>
                  <a:lnTo>
                    <a:pt x="2365915" y="1026807"/>
                  </a:lnTo>
                  <a:lnTo>
                    <a:pt x="2378238" y="1023031"/>
                  </a:lnTo>
                  <a:lnTo>
                    <a:pt x="2390560" y="1016927"/>
                  </a:lnTo>
                  <a:lnTo>
                    <a:pt x="2402883" y="1007626"/>
                  </a:lnTo>
                  <a:lnTo>
                    <a:pt x="2415205" y="994184"/>
                  </a:lnTo>
                  <a:lnTo>
                    <a:pt x="2427528" y="975646"/>
                  </a:lnTo>
                  <a:lnTo>
                    <a:pt x="2439850" y="951120"/>
                  </a:lnTo>
                  <a:lnTo>
                    <a:pt x="2452173" y="919844"/>
                  </a:lnTo>
                  <a:lnTo>
                    <a:pt x="2464495" y="881261"/>
                  </a:lnTo>
                  <a:lnTo>
                    <a:pt x="2476818" y="834275"/>
                  </a:lnTo>
                  <a:lnTo>
                    <a:pt x="2489140" y="779651"/>
                  </a:lnTo>
                  <a:lnTo>
                    <a:pt x="2501462" y="718197"/>
                  </a:lnTo>
                  <a:lnTo>
                    <a:pt x="2513785" y="650843"/>
                  </a:lnTo>
                  <a:lnTo>
                    <a:pt x="2526107" y="578839"/>
                  </a:lnTo>
                  <a:lnTo>
                    <a:pt x="2538430" y="503717"/>
                  </a:lnTo>
                  <a:lnTo>
                    <a:pt x="2550752" y="427233"/>
                  </a:lnTo>
                  <a:lnTo>
                    <a:pt x="2563075" y="351300"/>
                  </a:lnTo>
                  <a:lnTo>
                    <a:pt x="2575397" y="277917"/>
                  </a:lnTo>
                  <a:lnTo>
                    <a:pt x="2587720" y="209640"/>
                  </a:lnTo>
                  <a:lnTo>
                    <a:pt x="2600042" y="148712"/>
                  </a:lnTo>
                  <a:lnTo>
                    <a:pt x="2612365" y="96531"/>
                  </a:lnTo>
                  <a:lnTo>
                    <a:pt x="2624687" y="54544"/>
                  </a:lnTo>
                  <a:lnTo>
                    <a:pt x="2637010" y="23926"/>
                  </a:lnTo>
                  <a:lnTo>
                    <a:pt x="2649332" y="5557"/>
                  </a:lnTo>
                  <a:lnTo>
                    <a:pt x="2661655" y="0"/>
                  </a:lnTo>
                  <a:lnTo>
                    <a:pt x="2673977" y="7493"/>
                  </a:lnTo>
                  <a:lnTo>
                    <a:pt x="2686300" y="27950"/>
                  </a:lnTo>
                  <a:lnTo>
                    <a:pt x="2698622" y="61533"/>
                  </a:lnTo>
                  <a:lnTo>
                    <a:pt x="2710945" y="107745"/>
                  </a:lnTo>
                  <a:lnTo>
                    <a:pt x="2723267" y="164308"/>
                  </a:lnTo>
                  <a:lnTo>
                    <a:pt x="2735590" y="229828"/>
                  </a:lnTo>
                  <a:lnTo>
                    <a:pt x="2747912" y="302727"/>
                  </a:lnTo>
                  <a:lnTo>
                    <a:pt x="2760235" y="381294"/>
                  </a:lnTo>
                  <a:lnTo>
                    <a:pt x="2772557" y="463750"/>
                  </a:lnTo>
                  <a:lnTo>
                    <a:pt x="2784879" y="548320"/>
                  </a:lnTo>
                  <a:lnTo>
                    <a:pt x="2797202" y="633305"/>
                  </a:lnTo>
                  <a:lnTo>
                    <a:pt x="2809524" y="717110"/>
                  </a:lnTo>
                  <a:lnTo>
                    <a:pt x="2821847" y="797978"/>
                  </a:lnTo>
                  <a:lnTo>
                    <a:pt x="2834169" y="875178"/>
                  </a:lnTo>
                  <a:lnTo>
                    <a:pt x="2846492" y="948167"/>
                  </a:lnTo>
                  <a:lnTo>
                    <a:pt x="2858814" y="1016708"/>
                  </a:lnTo>
                  <a:lnTo>
                    <a:pt x="2871137" y="1080844"/>
                  </a:lnTo>
                  <a:lnTo>
                    <a:pt x="2883459" y="1140844"/>
                  </a:lnTo>
                  <a:lnTo>
                    <a:pt x="2895782" y="1197140"/>
                  </a:lnTo>
                  <a:lnTo>
                    <a:pt x="2908104" y="1250257"/>
                  </a:lnTo>
                  <a:lnTo>
                    <a:pt x="2920427" y="1300736"/>
                  </a:lnTo>
                  <a:lnTo>
                    <a:pt x="2932749" y="1348847"/>
                  </a:lnTo>
                  <a:lnTo>
                    <a:pt x="2945072" y="1395213"/>
                  </a:lnTo>
                  <a:lnTo>
                    <a:pt x="2957394" y="1439982"/>
                  </a:lnTo>
                  <a:lnTo>
                    <a:pt x="2969717" y="1483119"/>
                  </a:lnTo>
                  <a:lnTo>
                    <a:pt x="2982039" y="1524443"/>
                  </a:lnTo>
                  <a:lnTo>
                    <a:pt x="2994362" y="1563661"/>
                  </a:lnTo>
                  <a:lnTo>
                    <a:pt x="3006684" y="1600407"/>
                  </a:lnTo>
                  <a:lnTo>
                    <a:pt x="3019007" y="1634287"/>
                  </a:lnTo>
                  <a:lnTo>
                    <a:pt x="3031329" y="1664926"/>
                  </a:lnTo>
                  <a:lnTo>
                    <a:pt x="3043652" y="1691633"/>
                  </a:lnTo>
                  <a:lnTo>
                    <a:pt x="3055974" y="1714405"/>
                  </a:lnTo>
                  <a:lnTo>
                    <a:pt x="3068296" y="1733360"/>
                  </a:lnTo>
                  <a:lnTo>
                    <a:pt x="3080619" y="1748599"/>
                  </a:lnTo>
                  <a:lnTo>
                    <a:pt x="3092941" y="1760343"/>
                  </a:lnTo>
                  <a:lnTo>
                    <a:pt x="3105264" y="1768912"/>
                  </a:lnTo>
                  <a:lnTo>
                    <a:pt x="3117586" y="1774708"/>
                  </a:lnTo>
                  <a:lnTo>
                    <a:pt x="3129909" y="1778185"/>
                  </a:lnTo>
                  <a:lnTo>
                    <a:pt x="3142231" y="1779831"/>
                  </a:lnTo>
                  <a:lnTo>
                    <a:pt x="3154554" y="1780087"/>
                  </a:lnTo>
                  <a:lnTo>
                    <a:pt x="3166876" y="1779531"/>
                  </a:lnTo>
                  <a:lnTo>
                    <a:pt x="3179199" y="1778667"/>
                  </a:lnTo>
                  <a:lnTo>
                    <a:pt x="3191521" y="1777858"/>
                  </a:lnTo>
                  <a:lnTo>
                    <a:pt x="3203844" y="1777404"/>
                  </a:lnTo>
                  <a:lnTo>
                    <a:pt x="3216166" y="1777542"/>
                  </a:lnTo>
                  <a:lnTo>
                    <a:pt x="3228489" y="1778447"/>
                  </a:lnTo>
                  <a:lnTo>
                    <a:pt x="3240811" y="1780232"/>
                  </a:lnTo>
                  <a:lnTo>
                    <a:pt x="3253134" y="1782949"/>
                  </a:lnTo>
                  <a:lnTo>
                    <a:pt x="3265456" y="1786628"/>
                  </a:lnTo>
                  <a:lnTo>
                    <a:pt x="3277779" y="1791239"/>
                  </a:lnTo>
                  <a:lnTo>
                    <a:pt x="3290101" y="1796566"/>
                  </a:lnTo>
                  <a:lnTo>
                    <a:pt x="3302424" y="1802450"/>
                  </a:lnTo>
                  <a:lnTo>
                    <a:pt x="3314746" y="1808704"/>
                  </a:lnTo>
                  <a:lnTo>
                    <a:pt x="3327068" y="1815119"/>
                  </a:lnTo>
                  <a:lnTo>
                    <a:pt x="3339391" y="1821476"/>
                  </a:lnTo>
                  <a:lnTo>
                    <a:pt x="3351713" y="1827549"/>
                  </a:lnTo>
                  <a:lnTo>
                    <a:pt x="3364036" y="1833115"/>
                  </a:lnTo>
                  <a:lnTo>
                    <a:pt x="3376358" y="1837950"/>
                  </a:lnTo>
                  <a:lnTo>
                    <a:pt x="3388681" y="1841716"/>
                  </a:lnTo>
                  <a:lnTo>
                    <a:pt x="3401003" y="1844346"/>
                  </a:lnTo>
                  <a:lnTo>
                    <a:pt x="3413326" y="1845706"/>
                  </a:lnTo>
                  <a:lnTo>
                    <a:pt x="3425648" y="1845697"/>
                  </a:lnTo>
                  <a:lnTo>
                    <a:pt x="3437971" y="1844249"/>
                  </a:lnTo>
                  <a:lnTo>
                    <a:pt x="3450293" y="1841331"/>
                  </a:lnTo>
                  <a:lnTo>
                    <a:pt x="3462616" y="1836948"/>
                  </a:lnTo>
                  <a:lnTo>
                    <a:pt x="3474938" y="1831146"/>
                  </a:lnTo>
                  <a:lnTo>
                    <a:pt x="3487261" y="1824010"/>
                  </a:lnTo>
                  <a:lnTo>
                    <a:pt x="3499583" y="1815559"/>
                  </a:lnTo>
                  <a:lnTo>
                    <a:pt x="3511906" y="1806138"/>
                  </a:lnTo>
                  <a:lnTo>
                    <a:pt x="3524228" y="1796021"/>
                  </a:lnTo>
                  <a:lnTo>
                    <a:pt x="3536551" y="1785501"/>
                  </a:lnTo>
                  <a:lnTo>
                    <a:pt x="3548873" y="1774912"/>
                  </a:lnTo>
                  <a:lnTo>
                    <a:pt x="3561196" y="1764614"/>
                  </a:lnTo>
                  <a:lnTo>
                    <a:pt x="3573518" y="1754985"/>
                  </a:lnTo>
                  <a:lnTo>
                    <a:pt x="3585841" y="1746404"/>
                  </a:lnTo>
                  <a:lnTo>
                    <a:pt x="3598163" y="1739238"/>
                  </a:lnTo>
                  <a:lnTo>
                    <a:pt x="3610485" y="1734003"/>
                  </a:lnTo>
                  <a:lnTo>
                    <a:pt x="3622808" y="1730935"/>
                  </a:lnTo>
                  <a:lnTo>
                    <a:pt x="3635130" y="1730103"/>
                  </a:lnTo>
                  <a:lnTo>
                    <a:pt x="3647453" y="1731563"/>
                  </a:lnTo>
                  <a:lnTo>
                    <a:pt x="3659775" y="1735275"/>
                  </a:lnTo>
                  <a:lnTo>
                    <a:pt x="3672098" y="1741102"/>
                  </a:lnTo>
                  <a:lnTo>
                    <a:pt x="3684420" y="1748813"/>
                  </a:lnTo>
                  <a:lnTo>
                    <a:pt x="3696743" y="1758097"/>
                  </a:lnTo>
                  <a:lnTo>
                    <a:pt x="3709065" y="1768582"/>
                  </a:lnTo>
                  <a:lnTo>
                    <a:pt x="3721388" y="1779860"/>
                  </a:lnTo>
                  <a:lnTo>
                    <a:pt x="3733710" y="1791394"/>
                  </a:lnTo>
                  <a:lnTo>
                    <a:pt x="3746033" y="1802691"/>
                  </a:lnTo>
                  <a:lnTo>
                    <a:pt x="3758355" y="1813349"/>
                  </a:lnTo>
                  <a:lnTo>
                    <a:pt x="3770678" y="1823011"/>
                  </a:lnTo>
                  <a:lnTo>
                    <a:pt x="3783000" y="1831370"/>
                  </a:lnTo>
                  <a:lnTo>
                    <a:pt x="3795323" y="1838181"/>
                  </a:lnTo>
                  <a:lnTo>
                    <a:pt x="3807645" y="1843259"/>
                  </a:lnTo>
                  <a:lnTo>
                    <a:pt x="3819968" y="1846487"/>
                  </a:lnTo>
                  <a:lnTo>
                    <a:pt x="3832290" y="1847751"/>
                  </a:lnTo>
                  <a:lnTo>
                    <a:pt x="3844613" y="1846932"/>
                  </a:lnTo>
                  <a:lnTo>
                    <a:pt x="3856935" y="1844338"/>
                  </a:lnTo>
                  <a:lnTo>
                    <a:pt x="3869258" y="1840127"/>
                  </a:lnTo>
                  <a:lnTo>
                    <a:pt x="3881580" y="1834510"/>
                  </a:lnTo>
                  <a:lnTo>
                    <a:pt x="3893902" y="1827745"/>
                  </a:lnTo>
                  <a:lnTo>
                    <a:pt x="3906225" y="1820128"/>
                  </a:lnTo>
                  <a:lnTo>
                    <a:pt x="3918547" y="1811986"/>
                  </a:lnTo>
                  <a:lnTo>
                    <a:pt x="3930870" y="1803668"/>
                  </a:lnTo>
                  <a:lnTo>
                    <a:pt x="3943192" y="1795525"/>
                  </a:lnTo>
                  <a:lnTo>
                    <a:pt x="3955515" y="1788029"/>
                  </a:lnTo>
                  <a:lnTo>
                    <a:pt x="3967837" y="1781447"/>
                  </a:lnTo>
                  <a:lnTo>
                    <a:pt x="3980160" y="1776022"/>
                  </a:lnTo>
                  <a:lnTo>
                    <a:pt x="3992482" y="1771931"/>
                  </a:lnTo>
                  <a:lnTo>
                    <a:pt x="4004805" y="1769285"/>
                  </a:lnTo>
                  <a:lnTo>
                    <a:pt x="4017127" y="1768126"/>
                  </a:lnTo>
                  <a:lnTo>
                    <a:pt x="4029450" y="1768429"/>
                  </a:lnTo>
                  <a:lnTo>
                    <a:pt x="4041772" y="1770110"/>
                  </a:lnTo>
                  <a:lnTo>
                    <a:pt x="4054095" y="1773038"/>
                  </a:lnTo>
                  <a:lnTo>
                    <a:pt x="4066417" y="1777138"/>
                  </a:lnTo>
                  <a:lnTo>
                    <a:pt x="4078740" y="1782103"/>
                  </a:lnTo>
                  <a:lnTo>
                    <a:pt x="4091062" y="1787719"/>
                  </a:lnTo>
                  <a:lnTo>
                    <a:pt x="4103385" y="1793819"/>
                  </a:lnTo>
                  <a:lnTo>
                    <a:pt x="4115707" y="1800256"/>
                  </a:lnTo>
                  <a:lnTo>
                    <a:pt x="4128030" y="1806909"/>
                  </a:lnTo>
                  <a:lnTo>
                    <a:pt x="4140352" y="1813678"/>
                  </a:lnTo>
                  <a:lnTo>
                    <a:pt x="4152675" y="1820487"/>
                  </a:lnTo>
                  <a:lnTo>
                    <a:pt x="4164997" y="1827275"/>
                  </a:lnTo>
                  <a:lnTo>
                    <a:pt x="4177319" y="1833983"/>
                  </a:lnTo>
                  <a:lnTo>
                    <a:pt x="4189642" y="1840562"/>
                  </a:lnTo>
                  <a:lnTo>
                    <a:pt x="4201964" y="1846971"/>
                  </a:lnTo>
                  <a:lnTo>
                    <a:pt x="4214287" y="1853165"/>
                  </a:lnTo>
                  <a:lnTo>
                    <a:pt x="4226609" y="1859098"/>
                  </a:lnTo>
                  <a:lnTo>
                    <a:pt x="4238932" y="1864720"/>
                  </a:lnTo>
                  <a:lnTo>
                    <a:pt x="4251254" y="1869987"/>
                  </a:lnTo>
                  <a:lnTo>
                    <a:pt x="4263577" y="1874856"/>
                  </a:lnTo>
                  <a:lnTo>
                    <a:pt x="4275899" y="1879294"/>
                  </a:lnTo>
                  <a:lnTo>
                    <a:pt x="4288222" y="1883253"/>
                  </a:lnTo>
                  <a:lnTo>
                    <a:pt x="4300544" y="1886706"/>
                  </a:lnTo>
                  <a:lnTo>
                    <a:pt x="4312867" y="1889700"/>
                  </a:lnTo>
                  <a:lnTo>
                    <a:pt x="4325189" y="1892254"/>
                  </a:lnTo>
                  <a:lnTo>
                    <a:pt x="4337512" y="1894397"/>
                  </a:lnTo>
                  <a:lnTo>
                    <a:pt x="4349834" y="1896163"/>
                  </a:lnTo>
                  <a:lnTo>
                    <a:pt x="4362157" y="1897593"/>
                  </a:lnTo>
                  <a:lnTo>
                    <a:pt x="4374479" y="1898730"/>
                  </a:lnTo>
                  <a:lnTo>
                    <a:pt x="4386802" y="1899617"/>
                  </a:lnTo>
                  <a:lnTo>
                    <a:pt x="4399124" y="1900292"/>
                  </a:lnTo>
                  <a:lnTo>
                    <a:pt x="4411447" y="1900784"/>
                  </a:lnTo>
                  <a:lnTo>
                    <a:pt x="4423769" y="1901150"/>
                  </a:lnTo>
                  <a:lnTo>
                    <a:pt x="4436091" y="1901417"/>
                  </a:lnTo>
                  <a:lnTo>
                    <a:pt x="4448414" y="1901608"/>
                  </a:lnTo>
                  <a:lnTo>
                    <a:pt x="4460736" y="1901743"/>
                  </a:lnTo>
                  <a:lnTo>
                    <a:pt x="4473059" y="1901836"/>
                  </a:lnTo>
                  <a:lnTo>
                    <a:pt x="4485381" y="1901899"/>
                  </a:lnTo>
                  <a:lnTo>
                    <a:pt x="4497704" y="1901941"/>
                  </a:lnTo>
                  <a:lnTo>
                    <a:pt x="4510026" y="1901968"/>
                  </a:lnTo>
                  <a:lnTo>
                    <a:pt x="4522349" y="1901984"/>
                  </a:lnTo>
                  <a:lnTo>
                    <a:pt x="4534671" y="1901994"/>
                  </a:lnTo>
                  <a:lnTo>
                    <a:pt x="4546994" y="1902001"/>
                  </a:lnTo>
                  <a:lnTo>
                    <a:pt x="4559316" y="1902005"/>
                  </a:lnTo>
                  <a:lnTo>
                    <a:pt x="4571639" y="1902007"/>
                  </a:lnTo>
                  <a:lnTo>
                    <a:pt x="4583961" y="1902009"/>
                  </a:lnTo>
                  <a:lnTo>
                    <a:pt x="4596284" y="1902010"/>
                  </a:lnTo>
                  <a:lnTo>
                    <a:pt x="4608606" y="1902010"/>
                  </a:lnTo>
                  <a:lnTo>
                    <a:pt x="4620929" y="1902010"/>
                  </a:lnTo>
                  <a:lnTo>
                    <a:pt x="4633251" y="1902011"/>
                  </a:lnTo>
                  <a:lnTo>
                    <a:pt x="4645574" y="1902011"/>
                  </a:lnTo>
                  <a:lnTo>
                    <a:pt x="4657896" y="1902011"/>
                  </a:lnTo>
                  <a:lnTo>
                    <a:pt x="4670219" y="1902011"/>
                  </a:lnTo>
                  <a:lnTo>
                    <a:pt x="4682541" y="1902011"/>
                  </a:lnTo>
                  <a:lnTo>
                    <a:pt x="4694864" y="1902011"/>
                  </a:lnTo>
                  <a:lnTo>
                    <a:pt x="4707186" y="1902011"/>
                  </a:lnTo>
                  <a:lnTo>
                    <a:pt x="4719508" y="1902011"/>
                  </a:lnTo>
                  <a:lnTo>
                    <a:pt x="4731831" y="1902011"/>
                  </a:lnTo>
                  <a:lnTo>
                    <a:pt x="4744153" y="1902011"/>
                  </a:lnTo>
                  <a:lnTo>
                    <a:pt x="4756476" y="1902011"/>
                  </a:lnTo>
                  <a:lnTo>
                    <a:pt x="4768798" y="1902011"/>
                  </a:lnTo>
                  <a:lnTo>
                    <a:pt x="4781121" y="1902011"/>
                  </a:lnTo>
                  <a:lnTo>
                    <a:pt x="4793443" y="1902011"/>
                  </a:lnTo>
                  <a:lnTo>
                    <a:pt x="4805766" y="1902011"/>
                  </a:lnTo>
                  <a:lnTo>
                    <a:pt x="4818088" y="1902011"/>
                  </a:lnTo>
                  <a:lnTo>
                    <a:pt x="4830411" y="1902011"/>
                  </a:lnTo>
                  <a:lnTo>
                    <a:pt x="4842733" y="1902011"/>
                  </a:lnTo>
                  <a:lnTo>
                    <a:pt x="4855056" y="1902011"/>
                  </a:lnTo>
                  <a:lnTo>
                    <a:pt x="4867378" y="1902011"/>
                  </a:lnTo>
                  <a:lnTo>
                    <a:pt x="4879701" y="1902011"/>
                  </a:lnTo>
                  <a:lnTo>
                    <a:pt x="4892023" y="1902011"/>
                  </a:lnTo>
                  <a:lnTo>
                    <a:pt x="4904346" y="1902011"/>
                  </a:lnTo>
                  <a:lnTo>
                    <a:pt x="4916668" y="1902011"/>
                  </a:lnTo>
                  <a:lnTo>
                    <a:pt x="4928991" y="1902011"/>
                  </a:lnTo>
                  <a:lnTo>
                    <a:pt x="4941313" y="1902011"/>
                  </a:lnTo>
                  <a:lnTo>
                    <a:pt x="4953636" y="1902011"/>
                  </a:lnTo>
                  <a:lnTo>
                    <a:pt x="4965958" y="1902011"/>
                  </a:lnTo>
                  <a:lnTo>
                    <a:pt x="4978281" y="1902011"/>
                  </a:lnTo>
                  <a:lnTo>
                    <a:pt x="4990603" y="1902011"/>
                  </a:lnTo>
                  <a:lnTo>
                    <a:pt x="5002925" y="1902011"/>
                  </a:lnTo>
                  <a:lnTo>
                    <a:pt x="5015248" y="1902011"/>
                  </a:lnTo>
                  <a:lnTo>
                    <a:pt x="5027570" y="1902011"/>
                  </a:lnTo>
                  <a:lnTo>
                    <a:pt x="5039893" y="1902011"/>
                  </a:lnTo>
                  <a:lnTo>
                    <a:pt x="5052215" y="1902011"/>
                  </a:lnTo>
                  <a:lnTo>
                    <a:pt x="5064538" y="1902011"/>
                  </a:lnTo>
                  <a:lnTo>
                    <a:pt x="5076860" y="1902011"/>
                  </a:lnTo>
                  <a:lnTo>
                    <a:pt x="5089183" y="1902011"/>
                  </a:lnTo>
                  <a:lnTo>
                    <a:pt x="5101505" y="1902011"/>
                  </a:lnTo>
                  <a:lnTo>
                    <a:pt x="5113828" y="1902011"/>
                  </a:lnTo>
                  <a:lnTo>
                    <a:pt x="5126150" y="1902011"/>
                  </a:lnTo>
                  <a:lnTo>
                    <a:pt x="5138473" y="1902011"/>
                  </a:lnTo>
                  <a:lnTo>
                    <a:pt x="5150795" y="1902011"/>
                  </a:lnTo>
                  <a:lnTo>
                    <a:pt x="5163118" y="1902011"/>
                  </a:lnTo>
                  <a:lnTo>
                    <a:pt x="5175440" y="1902011"/>
                  </a:lnTo>
                  <a:lnTo>
                    <a:pt x="5187763" y="1902011"/>
                  </a:lnTo>
                  <a:lnTo>
                    <a:pt x="5200085" y="1902011"/>
                  </a:lnTo>
                  <a:lnTo>
                    <a:pt x="5212408" y="1902011"/>
                  </a:lnTo>
                  <a:lnTo>
                    <a:pt x="5224730" y="1902011"/>
                  </a:lnTo>
                  <a:lnTo>
                    <a:pt x="5237053" y="1902011"/>
                  </a:lnTo>
                  <a:lnTo>
                    <a:pt x="5249375" y="1902011"/>
                  </a:lnTo>
                  <a:lnTo>
                    <a:pt x="5261698" y="1902011"/>
                  </a:lnTo>
                  <a:lnTo>
                    <a:pt x="5274020" y="1902011"/>
                  </a:lnTo>
                  <a:lnTo>
                    <a:pt x="5286342" y="1902011"/>
                  </a:lnTo>
                  <a:lnTo>
                    <a:pt x="5298665" y="1902011"/>
                  </a:lnTo>
                  <a:lnTo>
                    <a:pt x="5310987" y="1902011"/>
                  </a:lnTo>
                  <a:lnTo>
                    <a:pt x="5323310" y="1902011"/>
                  </a:lnTo>
                  <a:lnTo>
                    <a:pt x="5335632" y="1902011"/>
                  </a:lnTo>
                  <a:lnTo>
                    <a:pt x="5347955" y="1902011"/>
                  </a:lnTo>
                  <a:lnTo>
                    <a:pt x="5360277" y="1902011"/>
                  </a:lnTo>
                  <a:lnTo>
                    <a:pt x="5372600" y="1902011"/>
                  </a:lnTo>
                  <a:lnTo>
                    <a:pt x="5384922" y="1902011"/>
                  </a:lnTo>
                  <a:lnTo>
                    <a:pt x="5397245" y="1902011"/>
                  </a:lnTo>
                  <a:lnTo>
                    <a:pt x="5409567" y="1902011"/>
                  </a:lnTo>
                  <a:lnTo>
                    <a:pt x="5421890" y="1902011"/>
                  </a:lnTo>
                  <a:lnTo>
                    <a:pt x="5434212" y="1902011"/>
                  </a:lnTo>
                  <a:lnTo>
                    <a:pt x="5446535" y="1902011"/>
                  </a:lnTo>
                  <a:lnTo>
                    <a:pt x="5458857" y="1902011"/>
                  </a:lnTo>
                  <a:lnTo>
                    <a:pt x="5471180" y="1902011"/>
                  </a:lnTo>
                  <a:lnTo>
                    <a:pt x="5483502" y="1902011"/>
                  </a:lnTo>
                  <a:lnTo>
                    <a:pt x="5495825" y="1902011"/>
                  </a:lnTo>
                  <a:lnTo>
                    <a:pt x="5508147" y="1902011"/>
                  </a:lnTo>
                  <a:lnTo>
                    <a:pt x="5520470" y="1902011"/>
                  </a:lnTo>
                  <a:lnTo>
                    <a:pt x="5532792" y="1902011"/>
                  </a:lnTo>
                  <a:lnTo>
                    <a:pt x="5545114" y="1902011"/>
                  </a:lnTo>
                  <a:lnTo>
                    <a:pt x="5557437" y="1902011"/>
                  </a:lnTo>
                  <a:lnTo>
                    <a:pt x="5569759" y="1902011"/>
                  </a:lnTo>
                  <a:lnTo>
                    <a:pt x="5582082" y="1902011"/>
                  </a:lnTo>
                  <a:lnTo>
                    <a:pt x="5594404" y="1902011"/>
                  </a:lnTo>
                  <a:lnTo>
                    <a:pt x="5606727" y="1902011"/>
                  </a:lnTo>
                  <a:lnTo>
                    <a:pt x="5619049" y="1902011"/>
                  </a:lnTo>
                  <a:lnTo>
                    <a:pt x="5631372" y="1902011"/>
                  </a:lnTo>
                  <a:lnTo>
                    <a:pt x="5643694" y="1902011"/>
                  </a:lnTo>
                  <a:lnTo>
                    <a:pt x="5656017" y="1902011"/>
                  </a:lnTo>
                  <a:lnTo>
                    <a:pt x="5668339" y="1902011"/>
                  </a:lnTo>
                  <a:lnTo>
                    <a:pt x="5680662" y="1902011"/>
                  </a:lnTo>
                  <a:lnTo>
                    <a:pt x="5692984" y="1902011"/>
                  </a:lnTo>
                  <a:lnTo>
                    <a:pt x="5705307" y="1902011"/>
                  </a:lnTo>
                  <a:lnTo>
                    <a:pt x="5717629" y="1902011"/>
                  </a:lnTo>
                  <a:lnTo>
                    <a:pt x="5729952" y="1902011"/>
                  </a:lnTo>
                  <a:lnTo>
                    <a:pt x="5742274" y="1902011"/>
                  </a:lnTo>
                  <a:lnTo>
                    <a:pt x="5754597" y="1902011"/>
                  </a:lnTo>
                  <a:lnTo>
                    <a:pt x="5766919" y="1902011"/>
                  </a:lnTo>
                  <a:lnTo>
                    <a:pt x="5779242" y="1902010"/>
                  </a:lnTo>
                  <a:lnTo>
                    <a:pt x="5791564" y="1902010"/>
                  </a:lnTo>
                  <a:lnTo>
                    <a:pt x="5803887" y="1902010"/>
                  </a:lnTo>
                  <a:lnTo>
                    <a:pt x="5816209" y="1902009"/>
                  </a:lnTo>
                  <a:lnTo>
                    <a:pt x="5828531" y="1902007"/>
                  </a:lnTo>
                  <a:lnTo>
                    <a:pt x="5840854" y="1902005"/>
                  </a:lnTo>
                  <a:lnTo>
                    <a:pt x="5853176" y="1902001"/>
                  </a:lnTo>
                  <a:lnTo>
                    <a:pt x="5865499" y="1901995"/>
                  </a:lnTo>
                  <a:lnTo>
                    <a:pt x="5877821" y="1901984"/>
                  </a:lnTo>
                  <a:lnTo>
                    <a:pt x="5890144" y="1901966"/>
                  </a:lnTo>
                  <a:lnTo>
                    <a:pt x="5902466" y="1901938"/>
                  </a:lnTo>
                  <a:lnTo>
                    <a:pt x="5914789" y="1901896"/>
                  </a:lnTo>
                  <a:lnTo>
                    <a:pt x="5927111" y="1901831"/>
                  </a:lnTo>
                  <a:lnTo>
                    <a:pt x="5939434" y="1901735"/>
                  </a:lnTo>
                  <a:lnTo>
                    <a:pt x="5951756" y="1901595"/>
                  </a:lnTo>
                  <a:lnTo>
                    <a:pt x="5964079" y="1901396"/>
                  </a:lnTo>
                  <a:lnTo>
                    <a:pt x="5976401" y="1901118"/>
                  </a:lnTo>
                  <a:lnTo>
                    <a:pt x="5988724" y="1900732"/>
                  </a:lnTo>
                  <a:lnTo>
                    <a:pt x="6001046" y="1900190"/>
                  </a:lnTo>
                  <a:lnTo>
                    <a:pt x="6013369" y="1899464"/>
                  </a:lnTo>
                  <a:lnTo>
                    <a:pt x="6025691" y="1898513"/>
                  </a:lnTo>
                  <a:lnTo>
                    <a:pt x="6038014" y="1897291"/>
                  </a:lnTo>
                  <a:lnTo>
                    <a:pt x="6050336" y="1895751"/>
                  </a:lnTo>
                  <a:lnTo>
                    <a:pt x="6062659" y="1893847"/>
                  </a:lnTo>
                  <a:lnTo>
                    <a:pt x="6074981" y="1891539"/>
                  </a:lnTo>
                  <a:lnTo>
                    <a:pt x="6087304" y="1888794"/>
                  </a:lnTo>
                  <a:lnTo>
                    <a:pt x="6099626" y="1885590"/>
                  </a:lnTo>
                  <a:lnTo>
                    <a:pt x="6111948" y="1881868"/>
                  </a:lnTo>
                  <a:lnTo>
                    <a:pt x="6124271" y="1877713"/>
                  </a:lnTo>
                  <a:lnTo>
                    <a:pt x="6136593" y="1873188"/>
                  </a:lnTo>
                  <a:lnTo>
                    <a:pt x="6148916" y="1868375"/>
                  </a:lnTo>
                  <a:lnTo>
                    <a:pt x="6161238" y="1863386"/>
                  </a:lnTo>
                  <a:lnTo>
                    <a:pt x="6173561" y="1858355"/>
                  </a:lnTo>
                  <a:lnTo>
                    <a:pt x="6185883" y="1853437"/>
                  </a:lnTo>
                  <a:lnTo>
                    <a:pt x="6198206" y="1848797"/>
                  </a:lnTo>
                  <a:lnTo>
                    <a:pt x="6210528" y="1844606"/>
                  </a:lnTo>
                  <a:lnTo>
                    <a:pt x="6222851" y="1841115"/>
                  </a:lnTo>
                  <a:lnTo>
                    <a:pt x="6235173" y="1838456"/>
                  </a:lnTo>
                  <a:lnTo>
                    <a:pt x="6247496" y="1836712"/>
                  </a:lnTo>
                  <a:lnTo>
                    <a:pt x="6259818" y="1835957"/>
                  </a:lnTo>
                  <a:lnTo>
                    <a:pt x="6272141" y="1836218"/>
                  </a:lnTo>
                  <a:lnTo>
                    <a:pt x="6284463" y="1837482"/>
                  </a:lnTo>
                  <a:lnTo>
                    <a:pt x="6296786" y="1839694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706745" y="2693381"/>
              <a:ext cx="6296786" cy="3452946"/>
            </a:xfrm>
            <a:custGeom>
              <a:avLst/>
              <a:pathLst>
                <a:path w="6296786" h="3452946">
                  <a:moveTo>
                    <a:pt x="0" y="3452946"/>
                  </a:moveTo>
                  <a:lnTo>
                    <a:pt x="12322" y="3452946"/>
                  </a:lnTo>
                  <a:lnTo>
                    <a:pt x="24644" y="3452946"/>
                  </a:lnTo>
                  <a:lnTo>
                    <a:pt x="36967" y="3452946"/>
                  </a:lnTo>
                  <a:lnTo>
                    <a:pt x="49289" y="3452946"/>
                  </a:lnTo>
                  <a:lnTo>
                    <a:pt x="61612" y="3452946"/>
                  </a:lnTo>
                  <a:lnTo>
                    <a:pt x="73934" y="3452946"/>
                  </a:lnTo>
                  <a:lnTo>
                    <a:pt x="86257" y="3452946"/>
                  </a:lnTo>
                  <a:lnTo>
                    <a:pt x="98579" y="3452946"/>
                  </a:lnTo>
                  <a:lnTo>
                    <a:pt x="110902" y="3452946"/>
                  </a:lnTo>
                  <a:lnTo>
                    <a:pt x="123224" y="3452946"/>
                  </a:lnTo>
                  <a:lnTo>
                    <a:pt x="135547" y="3452946"/>
                  </a:lnTo>
                  <a:lnTo>
                    <a:pt x="147869" y="3452946"/>
                  </a:lnTo>
                  <a:lnTo>
                    <a:pt x="160192" y="3452946"/>
                  </a:lnTo>
                  <a:lnTo>
                    <a:pt x="172514" y="3452946"/>
                  </a:lnTo>
                  <a:lnTo>
                    <a:pt x="184837" y="3452946"/>
                  </a:lnTo>
                  <a:lnTo>
                    <a:pt x="197159" y="3452946"/>
                  </a:lnTo>
                  <a:lnTo>
                    <a:pt x="209482" y="3452946"/>
                  </a:lnTo>
                  <a:lnTo>
                    <a:pt x="221804" y="3452946"/>
                  </a:lnTo>
                  <a:lnTo>
                    <a:pt x="234127" y="3452946"/>
                  </a:lnTo>
                  <a:lnTo>
                    <a:pt x="246449" y="3452946"/>
                  </a:lnTo>
                  <a:lnTo>
                    <a:pt x="258772" y="3452946"/>
                  </a:lnTo>
                  <a:lnTo>
                    <a:pt x="271094" y="3452946"/>
                  </a:lnTo>
                  <a:lnTo>
                    <a:pt x="283416" y="3452946"/>
                  </a:lnTo>
                  <a:lnTo>
                    <a:pt x="295739" y="3452946"/>
                  </a:lnTo>
                  <a:lnTo>
                    <a:pt x="308061" y="3452946"/>
                  </a:lnTo>
                  <a:lnTo>
                    <a:pt x="320384" y="3452946"/>
                  </a:lnTo>
                  <a:lnTo>
                    <a:pt x="332706" y="3452946"/>
                  </a:lnTo>
                  <a:lnTo>
                    <a:pt x="345029" y="3452946"/>
                  </a:lnTo>
                  <a:lnTo>
                    <a:pt x="357351" y="3452946"/>
                  </a:lnTo>
                  <a:lnTo>
                    <a:pt x="369674" y="3452946"/>
                  </a:lnTo>
                  <a:lnTo>
                    <a:pt x="381996" y="3452946"/>
                  </a:lnTo>
                  <a:lnTo>
                    <a:pt x="394319" y="3452946"/>
                  </a:lnTo>
                  <a:lnTo>
                    <a:pt x="406641" y="3452946"/>
                  </a:lnTo>
                  <a:lnTo>
                    <a:pt x="418964" y="3452946"/>
                  </a:lnTo>
                  <a:lnTo>
                    <a:pt x="431286" y="3452946"/>
                  </a:lnTo>
                  <a:lnTo>
                    <a:pt x="443609" y="3452946"/>
                  </a:lnTo>
                  <a:lnTo>
                    <a:pt x="455931" y="3452946"/>
                  </a:lnTo>
                  <a:lnTo>
                    <a:pt x="468254" y="3452946"/>
                  </a:lnTo>
                  <a:lnTo>
                    <a:pt x="480576" y="3452946"/>
                  </a:lnTo>
                  <a:lnTo>
                    <a:pt x="492899" y="3452946"/>
                  </a:lnTo>
                  <a:lnTo>
                    <a:pt x="505221" y="3452946"/>
                  </a:lnTo>
                  <a:lnTo>
                    <a:pt x="517544" y="3452946"/>
                  </a:lnTo>
                  <a:lnTo>
                    <a:pt x="529866" y="3452946"/>
                  </a:lnTo>
                  <a:lnTo>
                    <a:pt x="542189" y="3452946"/>
                  </a:lnTo>
                  <a:lnTo>
                    <a:pt x="554511" y="3452946"/>
                  </a:lnTo>
                  <a:lnTo>
                    <a:pt x="566833" y="3452946"/>
                  </a:lnTo>
                  <a:lnTo>
                    <a:pt x="579156" y="3452946"/>
                  </a:lnTo>
                  <a:lnTo>
                    <a:pt x="591478" y="3452946"/>
                  </a:lnTo>
                  <a:lnTo>
                    <a:pt x="603801" y="3452946"/>
                  </a:lnTo>
                  <a:lnTo>
                    <a:pt x="616123" y="3452946"/>
                  </a:lnTo>
                  <a:lnTo>
                    <a:pt x="628446" y="3452946"/>
                  </a:lnTo>
                  <a:lnTo>
                    <a:pt x="640768" y="3452946"/>
                  </a:lnTo>
                  <a:lnTo>
                    <a:pt x="653091" y="3452946"/>
                  </a:lnTo>
                  <a:lnTo>
                    <a:pt x="665413" y="3452946"/>
                  </a:lnTo>
                  <a:lnTo>
                    <a:pt x="677736" y="3452946"/>
                  </a:lnTo>
                  <a:lnTo>
                    <a:pt x="690058" y="3452946"/>
                  </a:lnTo>
                  <a:lnTo>
                    <a:pt x="702381" y="3452946"/>
                  </a:lnTo>
                  <a:lnTo>
                    <a:pt x="714703" y="3452946"/>
                  </a:lnTo>
                  <a:lnTo>
                    <a:pt x="727026" y="3452946"/>
                  </a:lnTo>
                  <a:lnTo>
                    <a:pt x="739348" y="3452946"/>
                  </a:lnTo>
                  <a:lnTo>
                    <a:pt x="751671" y="3452946"/>
                  </a:lnTo>
                  <a:lnTo>
                    <a:pt x="763993" y="3452946"/>
                  </a:lnTo>
                  <a:lnTo>
                    <a:pt x="776316" y="3452946"/>
                  </a:lnTo>
                  <a:lnTo>
                    <a:pt x="788638" y="3452946"/>
                  </a:lnTo>
                  <a:lnTo>
                    <a:pt x="800961" y="3452946"/>
                  </a:lnTo>
                  <a:lnTo>
                    <a:pt x="813283" y="3452946"/>
                  </a:lnTo>
                  <a:lnTo>
                    <a:pt x="825606" y="3452946"/>
                  </a:lnTo>
                  <a:lnTo>
                    <a:pt x="837928" y="3452946"/>
                  </a:lnTo>
                  <a:lnTo>
                    <a:pt x="850250" y="3452946"/>
                  </a:lnTo>
                  <a:lnTo>
                    <a:pt x="862573" y="3452946"/>
                  </a:lnTo>
                  <a:lnTo>
                    <a:pt x="874895" y="3452946"/>
                  </a:lnTo>
                  <a:lnTo>
                    <a:pt x="887218" y="3452946"/>
                  </a:lnTo>
                  <a:lnTo>
                    <a:pt x="899540" y="3452946"/>
                  </a:lnTo>
                  <a:lnTo>
                    <a:pt x="911863" y="3452946"/>
                  </a:lnTo>
                  <a:lnTo>
                    <a:pt x="924185" y="3452946"/>
                  </a:lnTo>
                  <a:lnTo>
                    <a:pt x="936508" y="3452946"/>
                  </a:lnTo>
                  <a:lnTo>
                    <a:pt x="948830" y="3452946"/>
                  </a:lnTo>
                  <a:lnTo>
                    <a:pt x="961153" y="3452946"/>
                  </a:lnTo>
                  <a:lnTo>
                    <a:pt x="973475" y="3452946"/>
                  </a:lnTo>
                  <a:lnTo>
                    <a:pt x="985798" y="3452946"/>
                  </a:lnTo>
                  <a:lnTo>
                    <a:pt x="998120" y="3452946"/>
                  </a:lnTo>
                  <a:lnTo>
                    <a:pt x="1010443" y="3452946"/>
                  </a:lnTo>
                  <a:lnTo>
                    <a:pt x="1022765" y="3452946"/>
                  </a:lnTo>
                  <a:lnTo>
                    <a:pt x="1035088" y="3452946"/>
                  </a:lnTo>
                  <a:lnTo>
                    <a:pt x="1047410" y="3452946"/>
                  </a:lnTo>
                  <a:lnTo>
                    <a:pt x="1059733" y="3452946"/>
                  </a:lnTo>
                  <a:lnTo>
                    <a:pt x="1072055" y="3452946"/>
                  </a:lnTo>
                  <a:lnTo>
                    <a:pt x="1084378" y="3452946"/>
                  </a:lnTo>
                  <a:lnTo>
                    <a:pt x="1096700" y="3452946"/>
                  </a:lnTo>
                  <a:lnTo>
                    <a:pt x="1109022" y="3452946"/>
                  </a:lnTo>
                  <a:lnTo>
                    <a:pt x="1121345" y="3452946"/>
                  </a:lnTo>
                  <a:lnTo>
                    <a:pt x="1133667" y="3452946"/>
                  </a:lnTo>
                  <a:lnTo>
                    <a:pt x="1145990" y="3452946"/>
                  </a:lnTo>
                  <a:lnTo>
                    <a:pt x="1158312" y="3452946"/>
                  </a:lnTo>
                  <a:lnTo>
                    <a:pt x="1170635" y="3452945"/>
                  </a:lnTo>
                  <a:lnTo>
                    <a:pt x="1182957" y="3452943"/>
                  </a:lnTo>
                  <a:lnTo>
                    <a:pt x="1195280" y="3452936"/>
                  </a:lnTo>
                  <a:lnTo>
                    <a:pt x="1207602" y="3452919"/>
                  </a:lnTo>
                  <a:lnTo>
                    <a:pt x="1219925" y="3452875"/>
                  </a:lnTo>
                  <a:lnTo>
                    <a:pt x="1232247" y="3452773"/>
                  </a:lnTo>
                  <a:lnTo>
                    <a:pt x="1244570" y="3452546"/>
                  </a:lnTo>
                  <a:lnTo>
                    <a:pt x="1256892" y="3452043"/>
                  </a:lnTo>
                  <a:lnTo>
                    <a:pt x="1269215" y="3451035"/>
                  </a:lnTo>
                  <a:lnTo>
                    <a:pt x="1281537" y="3449162"/>
                  </a:lnTo>
                  <a:lnTo>
                    <a:pt x="1293860" y="3445920"/>
                  </a:lnTo>
                  <a:lnTo>
                    <a:pt x="1306182" y="3440697"/>
                  </a:lnTo>
                  <a:lnTo>
                    <a:pt x="1318505" y="3432857"/>
                  </a:lnTo>
                  <a:lnTo>
                    <a:pt x="1330827" y="3421892"/>
                  </a:lnTo>
                  <a:lnTo>
                    <a:pt x="1343150" y="3407596"/>
                  </a:lnTo>
                  <a:lnTo>
                    <a:pt x="1355472" y="3390230"/>
                  </a:lnTo>
                  <a:lnTo>
                    <a:pt x="1367795" y="3370595"/>
                  </a:lnTo>
                  <a:lnTo>
                    <a:pt x="1380117" y="3349969"/>
                  </a:lnTo>
                  <a:lnTo>
                    <a:pt x="1392439" y="3329881"/>
                  </a:lnTo>
                  <a:lnTo>
                    <a:pt x="1404762" y="3311758"/>
                  </a:lnTo>
                  <a:lnTo>
                    <a:pt x="1417084" y="3296486"/>
                  </a:lnTo>
                  <a:lnTo>
                    <a:pt x="1429407" y="3283963"/>
                  </a:lnTo>
                  <a:lnTo>
                    <a:pt x="1441729" y="3272745"/>
                  </a:lnTo>
                  <a:lnTo>
                    <a:pt x="1454052" y="3259875"/>
                  </a:lnTo>
                  <a:lnTo>
                    <a:pt x="1466374" y="3240432"/>
                  </a:lnTo>
                  <a:lnTo>
                    <a:pt x="1478697" y="3209383"/>
                  </a:lnTo>
                  <a:lnTo>
                    <a:pt x="1491019" y="3162985"/>
                  </a:lnTo>
                  <a:lnTo>
                    <a:pt x="1503342" y="3100254"/>
                  </a:lnTo>
                  <a:lnTo>
                    <a:pt x="1515664" y="3024486"/>
                  </a:lnTo>
                  <a:lnTo>
                    <a:pt x="1527987" y="2943706"/>
                  </a:lnTo>
                  <a:lnTo>
                    <a:pt x="1540309" y="2869642"/>
                  </a:lnTo>
                  <a:lnTo>
                    <a:pt x="1552632" y="2815254"/>
                  </a:lnTo>
                  <a:lnTo>
                    <a:pt x="1564954" y="2791470"/>
                  </a:lnTo>
                  <a:lnTo>
                    <a:pt x="1577277" y="2804186"/>
                  </a:lnTo>
                  <a:lnTo>
                    <a:pt x="1589599" y="2852572"/>
                  </a:lnTo>
                  <a:lnTo>
                    <a:pt x="1601922" y="2929312"/>
                  </a:lnTo>
                  <a:lnTo>
                    <a:pt x="1614244" y="3022643"/>
                  </a:lnTo>
                  <a:lnTo>
                    <a:pt x="1626567" y="3119453"/>
                  </a:lnTo>
                  <a:lnTo>
                    <a:pt x="1638889" y="3208352"/>
                  </a:lnTo>
                  <a:lnTo>
                    <a:pt x="1651212" y="3281773"/>
                  </a:lnTo>
                  <a:lnTo>
                    <a:pt x="1663534" y="3336659"/>
                  </a:lnTo>
                  <a:lnTo>
                    <a:pt x="1675856" y="3373265"/>
                  </a:lnTo>
                  <a:lnTo>
                    <a:pt x="1688179" y="3395718"/>
                  </a:lnTo>
                  <a:lnTo>
                    <a:pt x="1700501" y="3408732"/>
                  </a:lnTo>
                  <a:lnTo>
                    <a:pt x="1712824" y="3416176"/>
                  </a:lnTo>
                  <a:lnTo>
                    <a:pt x="1725146" y="3420937"/>
                  </a:lnTo>
                  <a:lnTo>
                    <a:pt x="1737469" y="3424763"/>
                  </a:lnTo>
                  <a:lnTo>
                    <a:pt x="1749791" y="3428376"/>
                  </a:lnTo>
                  <a:lnTo>
                    <a:pt x="1762114" y="3431709"/>
                  </a:lnTo>
                  <a:lnTo>
                    <a:pt x="1774436" y="3434172"/>
                  </a:lnTo>
                  <a:lnTo>
                    <a:pt x="1786759" y="3434885"/>
                  </a:lnTo>
                  <a:lnTo>
                    <a:pt x="1799081" y="3432856"/>
                  </a:lnTo>
                  <a:lnTo>
                    <a:pt x="1811404" y="3427126"/>
                  </a:lnTo>
                  <a:lnTo>
                    <a:pt x="1823726" y="3416920"/>
                  </a:lnTo>
                  <a:lnTo>
                    <a:pt x="1836049" y="3401812"/>
                  </a:lnTo>
                  <a:lnTo>
                    <a:pt x="1848371" y="3381916"/>
                  </a:lnTo>
                  <a:lnTo>
                    <a:pt x="1860694" y="3358013"/>
                  </a:lnTo>
                  <a:lnTo>
                    <a:pt x="1873016" y="3331568"/>
                  </a:lnTo>
                  <a:lnTo>
                    <a:pt x="1885339" y="3304579"/>
                  </a:lnTo>
                  <a:lnTo>
                    <a:pt x="1897661" y="3279261"/>
                  </a:lnTo>
                  <a:lnTo>
                    <a:pt x="1909984" y="3257163"/>
                  </a:lnTo>
                  <a:lnTo>
                    <a:pt x="1922306" y="3239087"/>
                  </a:lnTo>
                  <a:lnTo>
                    <a:pt x="1934629" y="3225142"/>
                  </a:lnTo>
                  <a:lnTo>
                    <a:pt x="1946951" y="3215023"/>
                  </a:lnTo>
                  <a:lnTo>
                    <a:pt x="1959273" y="3208356"/>
                  </a:lnTo>
                  <a:lnTo>
                    <a:pt x="1971596" y="3204916"/>
                  </a:lnTo>
                  <a:lnTo>
                    <a:pt x="1983918" y="3204609"/>
                  </a:lnTo>
                  <a:lnTo>
                    <a:pt x="1996241" y="3207263"/>
                  </a:lnTo>
                  <a:lnTo>
                    <a:pt x="2008563" y="3212379"/>
                  </a:lnTo>
                  <a:lnTo>
                    <a:pt x="2020886" y="3219023"/>
                  </a:lnTo>
                  <a:lnTo>
                    <a:pt x="2033208" y="3225954"/>
                  </a:lnTo>
                  <a:lnTo>
                    <a:pt x="2045531" y="3231944"/>
                  </a:lnTo>
                  <a:lnTo>
                    <a:pt x="2057853" y="3236148"/>
                  </a:lnTo>
                  <a:lnTo>
                    <a:pt x="2070176" y="3238344"/>
                  </a:lnTo>
                  <a:lnTo>
                    <a:pt x="2082498" y="3238916"/>
                  </a:lnTo>
                  <a:lnTo>
                    <a:pt x="2094821" y="3238594"/>
                  </a:lnTo>
                  <a:lnTo>
                    <a:pt x="2107143" y="3238058"/>
                  </a:lnTo>
                  <a:lnTo>
                    <a:pt x="2119466" y="3237384"/>
                  </a:lnTo>
                  <a:lnTo>
                    <a:pt x="2131788" y="3235809"/>
                  </a:lnTo>
                  <a:lnTo>
                    <a:pt x="2144111" y="3231750"/>
                  </a:lnTo>
                  <a:lnTo>
                    <a:pt x="2156433" y="3223024"/>
                  </a:lnTo>
                  <a:lnTo>
                    <a:pt x="2168756" y="3207239"/>
                  </a:lnTo>
                  <a:lnTo>
                    <a:pt x="2181078" y="3182287"/>
                  </a:lnTo>
                  <a:lnTo>
                    <a:pt x="2193401" y="3146788"/>
                  </a:lnTo>
                  <a:lnTo>
                    <a:pt x="2205723" y="3100380"/>
                  </a:lnTo>
                  <a:lnTo>
                    <a:pt x="2218045" y="3043779"/>
                  </a:lnTo>
                  <a:lnTo>
                    <a:pt x="2230368" y="2978616"/>
                  </a:lnTo>
                  <a:lnTo>
                    <a:pt x="2242690" y="2907138"/>
                  </a:lnTo>
                  <a:lnTo>
                    <a:pt x="2255013" y="2831829"/>
                  </a:lnTo>
                  <a:lnTo>
                    <a:pt x="2267335" y="2755008"/>
                  </a:lnTo>
                  <a:lnTo>
                    <a:pt x="2279658" y="2678346"/>
                  </a:lnTo>
                  <a:lnTo>
                    <a:pt x="2291980" y="2602281"/>
                  </a:lnTo>
                  <a:lnTo>
                    <a:pt x="2304303" y="2525332"/>
                  </a:lnTo>
                  <a:lnTo>
                    <a:pt x="2316625" y="2443125"/>
                  </a:lnTo>
                  <a:lnTo>
                    <a:pt x="2328948" y="2350014"/>
                  </a:lnTo>
                  <a:lnTo>
                    <a:pt x="2341270" y="2240686"/>
                  </a:lnTo>
                  <a:lnTo>
                    <a:pt x="2353593" y="2113027"/>
                  </a:lnTo>
                  <a:lnTo>
                    <a:pt x="2365915" y="1970889"/>
                  </a:lnTo>
                  <a:lnTo>
                    <a:pt x="2378238" y="1825550"/>
                  </a:lnTo>
                  <a:lnTo>
                    <a:pt x="2390560" y="1694812"/>
                  </a:lnTo>
                  <a:lnTo>
                    <a:pt x="2402883" y="1599465"/>
                  </a:lnTo>
                  <a:lnTo>
                    <a:pt x="2415205" y="1557819"/>
                  </a:lnTo>
                  <a:lnTo>
                    <a:pt x="2427528" y="1579938"/>
                  </a:lnTo>
                  <a:lnTo>
                    <a:pt x="2439850" y="1663458"/>
                  </a:lnTo>
                  <a:lnTo>
                    <a:pt x="2452173" y="1792474"/>
                  </a:lnTo>
                  <a:lnTo>
                    <a:pt x="2464495" y="1939934"/>
                  </a:lnTo>
                  <a:lnTo>
                    <a:pt x="2476818" y="2072772"/>
                  </a:lnTo>
                  <a:lnTo>
                    <a:pt x="2489140" y="2158190"/>
                  </a:lnTo>
                  <a:lnTo>
                    <a:pt x="2501462" y="2169403"/>
                  </a:lnTo>
                  <a:lnTo>
                    <a:pt x="2513785" y="2089769"/>
                  </a:lnTo>
                  <a:lnTo>
                    <a:pt x="2526107" y="1909762"/>
                  </a:lnTo>
                  <a:lnTo>
                    <a:pt x="2538430" y="1647401"/>
                  </a:lnTo>
                  <a:lnTo>
                    <a:pt x="2550752" y="1327247"/>
                  </a:lnTo>
                  <a:lnTo>
                    <a:pt x="2563075" y="983188"/>
                  </a:lnTo>
                  <a:lnTo>
                    <a:pt x="2575397" y="653232"/>
                  </a:lnTo>
                  <a:lnTo>
                    <a:pt x="2587720" y="372479"/>
                  </a:lnTo>
                  <a:lnTo>
                    <a:pt x="2600042" y="166002"/>
                  </a:lnTo>
                  <a:lnTo>
                    <a:pt x="2612365" y="43847"/>
                  </a:lnTo>
                  <a:lnTo>
                    <a:pt x="2624687" y="0"/>
                  </a:lnTo>
                  <a:lnTo>
                    <a:pt x="2637010" y="15907"/>
                  </a:lnTo>
                  <a:lnTo>
                    <a:pt x="2649332" y="67599"/>
                  </a:lnTo>
                  <a:lnTo>
                    <a:pt x="2661655" y="134179"/>
                  </a:lnTo>
                  <a:lnTo>
                    <a:pt x="2673977" y="204892"/>
                  </a:lnTo>
                  <a:lnTo>
                    <a:pt x="2686300" y="282411"/>
                  </a:lnTo>
                  <a:lnTo>
                    <a:pt x="2698622" y="381145"/>
                  </a:lnTo>
                  <a:lnTo>
                    <a:pt x="2710945" y="521090"/>
                  </a:lnTo>
                  <a:lnTo>
                    <a:pt x="2723267" y="719330"/>
                  </a:lnTo>
                  <a:lnTo>
                    <a:pt x="2735590" y="985203"/>
                  </a:lnTo>
                  <a:lnTo>
                    <a:pt x="2747912" y="1305087"/>
                  </a:lnTo>
                  <a:lnTo>
                    <a:pt x="2760235" y="1654853"/>
                  </a:lnTo>
                  <a:lnTo>
                    <a:pt x="2772557" y="2005471"/>
                  </a:lnTo>
                  <a:lnTo>
                    <a:pt x="2784879" y="2329543"/>
                  </a:lnTo>
                  <a:lnTo>
                    <a:pt x="2797202" y="2606994"/>
                  </a:lnTo>
                  <a:lnTo>
                    <a:pt x="2809524" y="2827837"/>
                  </a:lnTo>
                  <a:lnTo>
                    <a:pt x="2821847" y="2991905"/>
                  </a:lnTo>
                  <a:lnTo>
                    <a:pt x="2834169" y="3106402"/>
                  </a:lnTo>
                  <a:lnTo>
                    <a:pt x="2846492" y="3182484"/>
                  </a:lnTo>
                  <a:lnTo>
                    <a:pt x="2858814" y="3232006"/>
                  </a:lnTo>
                  <a:lnTo>
                    <a:pt x="2871137" y="3265163"/>
                  </a:lnTo>
                  <a:lnTo>
                    <a:pt x="2883459" y="3289303"/>
                  </a:lnTo>
                  <a:lnTo>
                    <a:pt x="2895782" y="3308786"/>
                  </a:lnTo>
                  <a:lnTo>
                    <a:pt x="2908104" y="3325539"/>
                  </a:lnTo>
                  <a:lnTo>
                    <a:pt x="2920427" y="3339882"/>
                  </a:lnTo>
                  <a:lnTo>
                    <a:pt x="2932749" y="3351309"/>
                  </a:lnTo>
                  <a:lnTo>
                    <a:pt x="2945072" y="3358812"/>
                  </a:lnTo>
                  <a:lnTo>
                    <a:pt x="2957394" y="3361618"/>
                  </a:lnTo>
                  <a:lnTo>
                    <a:pt x="2969717" y="3359241"/>
                  </a:lnTo>
                  <a:lnTo>
                    <a:pt x="2982039" y="3351467"/>
                  </a:lnTo>
                  <a:lnTo>
                    <a:pt x="2994362" y="3338573"/>
                  </a:lnTo>
                  <a:lnTo>
                    <a:pt x="3006684" y="3321410"/>
                  </a:lnTo>
                  <a:lnTo>
                    <a:pt x="3019007" y="3301362"/>
                  </a:lnTo>
                  <a:lnTo>
                    <a:pt x="3031329" y="3280226"/>
                  </a:lnTo>
                  <a:lnTo>
                    <a:pt x="3043652" y="3260029"/>
                  </a:lnTo>
                  <a:lnTo>
                    <a:pt x="3055974" y="3242867"/>
                  </a:lnTo>
                  <a:lnTo>
                    <a:pt x="3068296" y="3230760"/>
                  </a:lnTo>
                  <a:lnTo>
                    <a:pt x="3080619" y="3225477"/>
                  </a:lnTo>
                  <a:lnTo>
                    <a:pt x="3092941" y="3228305"/>
                  </a:lnTo>
                  <a:lnTo>
                    <a:pt x="3105264" y="3239756"/>
                  </a:lnTo>
                  <a:lnTo>
                    <a:pt x="3117586" y="3259300"/>
                  </a:lnTo>
                  <a:lnTo>
                    <a:pt x="3129909" y="3285276"/>
                  </a:lnTo>
                  <a:lnTo>
                    <a:pt x="3142231" y="3315092"/>
                  </a:lnTo>
                  <a:lnTo>
                    <a:pt x="3154554" y="3345628"/>
                  </a:lnTo>
                  <a:lnTo>
                    <a:pt x="3166876" y="3373817"/>
                  </a:lnTo>
                  <a:lnTo>
                    <a:pt x="3179199" y="3397731"/>
                  </a:lnTo>
                  <a:lnTo>
                    <a:pt x="3191521" y="3416474"/>
                  </a:lnTo>
                  <a:lnTo>
                    <a:pt x="3203844" y="3430029"/>
                  </a:lnTo>
                  <a:lnTo>
                    <a:pt x="3216166" y="3438928"/>
                  </a:lnTo>
                  <a:lnTo>
                    <a:pt x="3228489" y="3443864"/>
                  </a:lnTo>
                  <a:lnTo>
                    <a:pt x="3240811" y="3445331"/>
                  </a:lnTo>
                  <a:lnTo>
                    <a:pt x="3253134" y="3443363"/>
                  </a:lnTo>
                  <a:lnTo>
                    <a:pt x="3265456" y="3437405"/>
                  </a:lnTo>
                  <a:lnTo>
                    <a:pt x="3277779" y="3426334"/>
                  </a:lnTo>
                  <a:lnTo>
                    <a:pt x="3290101" y="3408658"/>
                  </a:lnTo>
                  <a:lnTo>
                    <a:pt x="3302424" y="3382900"/>
                  </a:lnTo>
                  <a:lnTo>
                    <a:pt x="3314746" y="3348126"/>
                  </a:lnTo>
                  <a:lnTo>
                    <a:pt x="3327068" y="3304510"/>
                  </a:lnTo>
                  <a:lnTo>
                    <a:pt x="3339391" y="3253754"/>
                  </a:lnTo>
                  <a:lnTo>
                    <a:pt x="3351713" y="3199155"/>
                  </a:lnTo>
                  <a:lnTo>
                    <a:pt x="3364036" y="3145348"/>
                  </a:lnTo>
                  <a:lnTo>
                    <a:pt x="3376358" y="3097759"/>
                  </a:lnTo>
                  <a:lnTo>
                    <a:pt x="3388681" y="3060454"/>
                  </a:lnTo>
                  <a:lnTo>
                    <a:pt x="3401003" y="3036193"/>
                  </a:lnTo>
                  <a:lnTo>
                    <a:pt x="3413326" y="3026294"/>
                  </a:lnTo>
                  <a:lnTo>
                    <a:pt x="3425648" y="3030868"/>
                  </a:lnTo>
                  <a:lnTo>
                    <a:pt x="3437971" y="3049117"/>
                  </a:lnTo>
                  <a:lnTo>
                    <a:pt x="3450293" y="3079491"/>
                  </a:lnTo>
                  <a:lnTo>
                    <a:pt x="3462616" y="3119697"/>
                  </a:lnTo>
                  <a:lnTo>
                    <a:pt x="3474938" y="3166672"/>
                  </a:lnTo>
                  <a:lnTo>
                    <a:pt x="3487261" y="3216733"/>
                  </a:lnTo>
                  <a:lnTo>
                    <a:pt x="3499583" y="3265969"/>
                  </a:lnTo>
                  <a:lnTo>
                    <a:pt x="3511906" y="3310813"/>
                  </a:lnTo>
                  <a:lnTo>
                    <a:pt x="3524228" y="3348586"/>
                  </a:lnTo>
                  <a:lnTo>
                    <a:pt x="3536551" y="3377833"/>
                  </a:lnTo>
                  <a:lnTo>
                    <a:pt x="3548873" y="3398330"/>
                  </a:lnTo>
                  <a:lnTo>
                    <a:pt x="3561196" y="3410830"/>
                  </a:lnTo>
                  <a:lnTo>
                    <a:pt x="3573518" y="3416639"/>
                  </a:lnTo>
                  <a:lnTo>
                    <a:pt x="3585841" y="3417341"/>
                  </a:lnTo>
                  <a:lnTo>
                    <a:pt x="3598163" y="3415027"/>
                  </a:lnTo>
                  <a:lnTo>
                    <a:pt x="3610485" y="3411380"/>
                  </a:lnTo>
                  <a:lnTo>
                    <a:pt x="3622808" y="3407928"/>
                  </a:lnTo>
                  <a:lnTo>
                    <a:pt x="3635130" y="3405903"/>
                  </a:lnTo>
                  <a:lnTo>
                    <a:pt x="3647453" y="3406094"/>
                  </a:lnTo>
                  <a:lnTo>
                    <a:pt x="3659775" y="3408744"/>
                  </a:lnTo>
                  <a:lnTo>
                    <a:pt x="3672098" y="3413571"/>
                  </a:lnTo>
                  <a:lnTo>
                    <a:pt x="3684420" y="3419889"/>
                  </a:lnTo>
                  <a:lnTo>
                    <a:pt x="3696743" y="3426824"/>
                  </a:lnTo>
                  <a:lnTo>
                    <a:pt x="3709065" y="3433538"/>
                  </a:lnTo>
                  <a:lnTo>
                    <a:pt x="3721388" y="3439403"/>
                  </a:lnTo>
                  <a:lnTo>
                    <a:pt x="3733710" y="3444079"/>
                  </a:lnTo>
                  <a:lnTo>
                    <a:pt x="3746033" y="3447504"/>
                  </a:lnTo>
                  <a:lnTo>
                    <a:pt x="3758355" y="3449818"/>
                  </a:lnTo>
                  <a:lnTo>
                    <a:pt x="3770678" y="3451264"/>
                  </a:lnTo>
                  <a:lnTo>
                    <a:pt x="3783000" y="3452100"/>
                  </a:lnTo>
                  <a:lnTo>
                    <a:pt x="3795323" y="3452535"/>
                  </a:lnTo>
                  <a:lnTo>
                    <a:pt x="3807645" y="3452758"/>
                  </a:lnTo>
                  <a:lnTo>
                    <a:pt x="3819968" y="3452865"/>
                  </a:lnTo>
                  <a:lnTo>
                    <a:pt x="3832290" y="3452913"/>
                  </a:lnTo>
                  <a:lnTo>
                    <a:pt x="3844613" y="3452934"/>
                  </a:lnTo>
                  <a:lnTo>
                    <a:pt x="3856935" y="3452942"/>
                  </a:lnTo>
                  <a:lnTo>
                    <a:pt x="3869258" y="3452945"/>
                  </a:lnTo>
                  <a:lnTo>
                    <a:pt x="3881580" y="3452946"/>
                  </a:lnTo>
                  <a:lnTo>
                    <a:pt x="3893902" y="3452946"/>
                  </a:lnTo>
                  <a:lnTo>
                    <a:pt x="3906225" y="3452945"/>
                  </a:lnTo>
                  <a:lnTo>
                    <a:pt x="3918547" y="3452944"/>
                  </a:lnTo>
                  <a:lnTo>
                    <a:pt x="3930870" y="3452939"/>
                  </a:lnTo>
                  <a:lnTo>
                    <a:pt x="3943192" y="3452924"/>
                  </a:lnTo>
                  <a:lnTo>
                    <a:pt x="3955515" y="3452886"/>
                  </a:lnTo>
                  <a:lnTo>
                    <a:pt x="3967837" y="3452793"/>
                  </a:lnTo>
                  <a:lnTo>
                    <a:pt x="3980160" y="3452578"/>
                  </a:lnTo>
                  <a:lnTo>
                    <a:pt x="3992482" y="3452113"/>
                  </a:lnTo>
                  <a:lnTo>
                    <a:pt x="4004805" y="3451114"/>
                  </a:lnTo>
                  <a:lnTo>
                    <a:pt x="4017127" y="3449161"/>
                  </a:lnTo>
                  <a:lnTo>
                    <a:pt x="4029450" y="3445644"/>
                  </a:lnTo>
                  <a:lnTo>
                    <a:pt x="4041772" y="3439775"/>
                  </a:lnTo>
                  <a:lnTo>
                    <a:pt x="4054095" y="3430715"/>
                  </a:lnTo>
                  <a:lnTo>
                    <a:pt x="4066417" y="3417799"/>
                  </a:lnTo>
                  <a:lnTo>
                    <a:pt x="4078740" y="3400852"/>
                  </a:lnTo>
                  <a:lnTo>
                    <a:pt x="4091062" y="3380499"/>
                  </a:lnTo>
                  <a:lnTo>
                    <a:pt x="4103385" y="3358340"/>
                  </a:lnTo>
                  <a:lnTo>
                    <a:pt x="4115707" y="3336877"/>
                  </a:lnTo>
                  <a:lnTo>
                    <a:pt x="4128030" y="3319113"/>
                  </a:lnTo>
                  <a:lnTo>
                    <a:pt x="4140352" y="3307903"/>
                  </a:lnTo>
                  <a:lnTo>
                    <a:pt x="4152675" y="3305224"/>
                  </a:lnTo>
                  <a:lnTo>
                    <a:pt x="4164997" y="3311618"/>
                  </a:lnTo>
                  <a:lnTo>
                    <a:pt x="4177319" y="3326012"/>
                  </a:lnTo>
                  <a:lnTo>
                    <a:pt x="4189642" y="3346000"/>
                  </a:lnTo>
                  <a:lnTo>
                    <a:pt x="4201964" y="3368494"/>
                  </a:lnTo>
                  <a:lnTo>
                    <a:pt x="4214287" y="3390368"/>
                  </a:lnTo>
                  <a:lnTo>
                    <a:pt x="4226609" y="3409301"/>
                  </a:lnTo>
                  <a:lnTo>
                    <a:pt x="4238932" y="3424293"/>
                  </a:lnTo>
                  <a:lnTo>
                    <a:pt x="4251254" y="3435241"/>
                  </a:lnTo>
                  <a:lnTo>
                    <a:pt x="4263577" y="3442653"/>
                  </a:lnTo>
                  <a:lnTo>
                    <a:pt x="4275899" y="3447321"/>
                  </a:lnTo>
                  <a:lnTo>
                    <a:pt x="4288222" y="3450058"/>
                  </a:lnTo>
                  <a:lnTo>
                    <a:pt x="4300544" y="3451555"/>
                  </a:lnTo>
                  <a:lnTo>
                    <a:pt x="4312867" y="3452317"/>
                  </a:lnTo>
                  <a:lnTo>
                    <a:pt x="4325189" y="3452677"/>
                  </a:lnTo>
                  <a:lnTo>
                    <a:pt x="4337512" y="3452832"/>
                  </a:lnTo>
                  <a:lnTo>
                    <a:pt x="4349834" y="3452883"/>
                  </a:lnTo>
                  <a:lnTo>
                    <a:pt x="4362157" y="3452873"/>
                  </a:lnTo>
                  <a:lnTo>
                    <a:pt x="4374479" y="3452808"/>
                  </a:lnTo>
                  <a:lnTo>
                    <a:pt x="4386802" y="3452663"/>
                  </a:lnTo>
                  <a:lnTo>
                    <a:pt x="4399124" y="3452386"/>
                  </a:lnTo>
                  <a:lnTo>
                    <a:pt x="4411447" y="3451900"/>
                  </a:lnTo>
                  <a:lnTo>
                    <a:pt x="4423769" y="3451090"/>
                  </a:lnTo>
                  <a:lnTo>
                    <a:pt x="4436091" y="3449838"/>
                  </a:lnTo>
                  <a:lnTo>
                    <a:pt x="4448414" y="3448081"/>
                  </a:lnTo>
                  <a:lnTo>
                    <a:pt x="4460736" y="3445817"/>
                  </a:lnTo>
                  <a:lnTo>
                    <a:pt x="4473059" y="3443162"/>
                  </a:lnTo>
                  <a:lnTo>
                    <a:pt x="4485381" y="3440355"/>
                  </a:lnTo>
                  <a:lnTo>
                    <a:pt x="4497704" y="3437742"/>
                  </a:lnTo>
                  <a:lnTo>
                    <a:pt x="4510026" y="3435709"/>
                  </a:lnTo>
                  <a:lnTo>
                    <a:pt x="4522349" y="3434591"/>
                  </a:lnTo>
                  <a:lnTo>
                    <a:pt x="4534671" y="3434582"/>
                  </a:lnTo>
                  <a:lnTo>
                    <a:pt x="4546994" y="3435687"/>
                  </a:lnTo>
                  <a:lnTo>
                    <a:pt x="4559316" y="3437712"/>
                  </a:lnTo>
                  <a:lnTo>
                    <a:pt x="4571639" y="3440325"/>
                  </a:lnTo>
                  <a:lnTo>
                    <a:pt x="4583961" y="3443138"/>
                  </a:lnTo>
                  <a:lnTo>
                    <a:pt x="4596284" y="3445803"/>
                  </a:lnTo>
                  <a:lnTo>
                    <a:pt x="4608606" y="3448075"/>
                  </a:lnTo>
                  <a:lnTo>
                    <a:pt x="4620929" y="3449838"/>
                  </a:lnTo>
                  <a:lnTo>
                    <a:pt x="4633251" y="3451083"/>
                  </a:lnTo>
                  <a:lnTo>
                    <a:pt x="4645574" y="3451887"/>
                  </a:lnTo>
                  <a:lnTo>
                    <a:pt x="4657896" y="3452379"/>
                  </a:lnTo>
                  <a:lnTo>
                    <a:pt x="4670219" y="3452660"/>
                  </a:lnTo>
                  <a:lnTo>
                    <a:pt x="4682541" y="3452811"/>
                  </a:lnTo>
                  <a:lnTo>
                    <a:pt x="4694864" y="3452886"/>
                  </a:lnTo>
                  <a:lnTo>
                    <a:pt x="4707186" y="3452921"/>
                  </a:lnTo>
                  <a:lnTo>
                    <a:pt x="4719508" y="3452936"/>
                  </a:lnTo>
                  <a:lnTo>
                    <a:pt x="4731831" y="3452943"/>
                  </a:lnTo>
                  <a:lnTo>
                    <a:pt x="4744153" y="3452945"/>
                  </a:lnTo>
                  <a:lnTo>
                    <a:pt x="4756476" y="3452946"/>
                  </a:lnTo>
                  <a:lnTo>
                    <a:pt x="4768798" y="3452946"/>
                  </a:lnTo>
                  <a:lnTo>
                    <a:pt x="4781121" y="3452946"/>
                  </a:lnTo>
                  <a:lnTo>
                    <a:pt x="4793443" y="3452946"/>
                  </a:lnTo>
                  <a:lnTo>
                    <a:pt x="4805766" y="3452946"/>
                  </a:lnTo>
                  <a:lnTo>
                    <a:pt x="4818088" y="3452946"/>
                  </a:lnTo>
                  <a:lnTo>
                    <a:pt x="4830411" y="3452946"/>
                  </a:lnTo>
                  <a:lnTo>
                    <a:pt x="4842733" y="3452946"/>
                  </a:lnTo>
                  <a:lnTo>
                    <a:pt x="4855056" y="3452946"/>
                  </a:lnTo>
                  <a:lnTo>
                    <a:pt x="4867378" y="3452946"/>
                  </a:lnTo>
                  <a:lnTo>
                    <a:pt x="4879701" y="3452946"/>
                  </a:lnTo>
                  <a:lnTo>
                    <a:pt x="4892023" y="3452946"/>
                  </a:lnTo>
                  <a:lnTo>
                    <a:pt x="4904346" y="3452946"/>
                  </a:lnTo>
                  <a:lnTo>
                    <a:pt x="4916668" y="3452946"/>
                  </a:lnTo>
                  <a:lnTo>
                    <a:pt x="4928991" y="3452946"/>
                  </a:lnTo>
                  <a:lnTo>
                    <a:pt x="4941313" y="3452946"/>
                  </a:lnTo>
                  <a:lnTo>
                    <a:pt x="4953636" y="3452946"/>
                  </a:lnTo>
                  <a:lnTo>
                    <a:pt x="4965958" y="3452946"/>
                  </a:lnTo>
                  <a:lnTo>
                    <a:pt x="4978281" y="3452946"/>
                  </a:lnTo>
                  <a:lnTo>
                    <a:pt x="4990603" y="3452946"/>
                  </a:lnTo>
                  <a:lnTo>
                    <a:pt x="5002925" y="3452946"/>
                  </a:lnTo>
                  <a:lnTo>
                    <a:pt x="5015248" y="3452946"/>
                  </a:lnTo>
                  <a:lnTo>
                    <a:pt x="5027570" y="3452946"/>
                  </a:lnTo>
                  <a:lnTo>
                    <a:pt x="5039893" y="3452946"/>
                  </a:lnTo>
                  <a:lnTo>
                    <a:pt x="5052215" y="3452946"/>
                  </a:lnTo>
                  <a:lnTo>
                    <a:pt x="5064538" y="3452946"/>
                  </a:lnTo>
                  <a:lnTo>
                    <a:pt x="5076860" y="3452946"/>
                  </a:lnTo>
                  <a:lnTo>
                    <a:pt x="5089183" y="3452946"/>
                  </a:lnTo>
                  <a:lnTo>
                    <a:pt x="5101505" y="3452946"/>
                  </a:lnTo>
                  <a:lnTo>
                    <a:pt x="5113828" y="3452946"/>
                  </a:lnTo>
                  <a:lnTo>
                    <a:pt x="5126150" y="3452946"/>
                  </a:lnTo>
                  <a:lnTo>
                    <a:pt x="5138473" y="3452946"/>
                  </a:lnTo>
                  <a:lnTo>
                    <a:pt x="5150795" y="3452946"/>
                  </a:lnTo>
                  <a:lnTo>
                    <a:pt x="5163118" y="3452946"/>
                  </a:lnTo>
                  <a:lnTo>
                    <a:pt x="5175440" y="3452946"/>
                  </a:lnTo>
                  <a:lnTo>
                    <a:pt x="5187763" y="3452946"/>
                  </a:lnTo>
                  <a:lnTo>
                    <a:pt x="5200085" y="3452946"/>
                  </a:lnTo>
                  <a:lnTo>
                    <a:pt x="5212408" y="3452946"/>
                  </a:lnTo>
                  <a:lnTo>
                    <a:pt x="5224730" y="3452946"/>
                  </a:lnTo>
                  <a:lnTo>
                    <a:pt x="5237053" y="3452946"/>
                  </a:lnTo>
                  <a:lnTo>
                    <a:pt x="5249375" y="3452946"/>
                  </a:lnTo>
                  <a:lnTo>
                    <a:pt x="5261698" y="3452946"/>
                  </a:lnTo>
                  <a:lnTo>
                    <a:pt x="5274020" y="3452946"/>
                  </a:lnTo>
                  <a:lnTo>
                    <a:pt x="5286342" y="3452946"/>
                  </a:lnTo>
                  <a:lnTo>
                    <a:pt x="5298665" y="3452946"/>
                  </a:lnTo>
                  <a:lnTo>
                    <a:pt x="5310987" y="3452946"/>
                  </a:lnTo>
                  <a:lnTo>
                    <a:pt x="5323310" y="3452946"/>
                  </a:lnTo>
                  <a:lnTo>
                    <a:pt x="5335632" y="3452946"/>
                  </a:lnTo>
                  <a:lnTo>
                    <a:pt x="5347955" y="3452946"/>
                  </a:lnTo>
                  <a:lnTo>
                    <a:pt x="5360277" y="3452946"/>
                  </a:lnTo>
                  <a:lnTo>
                    <a:pt x="5372600" y="3452946"/>
                  </a:lnTo>
                  <a:lnTo>
                    <a:pt x="5384922" y="3452946"/>
                  </a:lnTo>
                  <a:lnTo>
                    <a:pt x="5397245" y="3452946"/>
                  </a:lnTo>
                  <a:lnTo>
                    <a:pt x="5409567" y="3452946"/>
                  </a:lnTo>
                  <a:lnTo>
                    <a:pt x="5421890" y="3452946"/>
                  </a:lnTo>
                  <a:lnTo>
                    <a:pt x="5434212" y="3452946"/>
                  </a:lnTo>
                  <a:lnTo>
                    <a:pt x="5446535" y="3452946"/>
                  </a:lnTo>
                  <a:lnTo>
                    <a:pt x="5458857" y="3452946"/>
                  </a:lnTo>
                  <a:lnTo>
                    <a:pt x="5471180" y="3452946"/>
                  </a:lnTo>
                  <a:lnTo>
                    <a:pt x="5483502" y="3452946"/>
                  </a:lnTo>
                  <a:lnTo>
                    <a:pt x="5495825" y="3452946"/>
                  </a:lnTo>
                  <a:lnTo>
                    <a:pt x="5508147" y="3452946"/>
                  </a:lnTo>
                  <a:lnTo>
                    <a:pt x="5520470" y="3452946"/>
                  </a:lnTo>
                  <a:lnTo>
                    <a:pt x="5532792" y="3452946"/>
                  </a:lnTo>
                  <a:lnTo>
                    <a:pt x="5545114" y="3452946"/>
                  </a:lnTo>
                  <a:lnTo>
                    <a:pt x="5557437" y="3452946"/>
                  </a:lnTo>
                  <a:lnTo>
                    <a:pt x="5569759" y="3452946"/>
                  </a:lnTo>
                  <a:lnTo>
                    <a:pt x="5582082" y="3452946"/>
                  </a:lnTo>
                  <a:lnTo>
                    <a:pt x="5594404" y="3452946"/>
                  </a:lnTo>
                  <a:lnTo>
                    <a:pt x="5606727" y="3452946"/>
                  </a:lnTo>
                  <a:lnTo>
                    <a:pt x="5619049" y="3452946"/>
                  </a:lnTo>
                  <a:lnTo>
                    <a:pt x="5631372" y="3452946"/>
                  </a:lnTo>
                  <a:lnTo>
                    <a:pt x="5643694" y="3452946"/>
                  </a:lnTo>
                  <a:lnTo>
                    <a:pt x="5656017" y="3452946"/>
                  </a:lnTo>
                  <a:lnTo>
                    <a:pt x="5668339" y="3452946"/>
                  </a:lnTo>
                  <a:lnTo>
                    <a:pt x="5680662" y="3452946"/>
                  </a:lnTo>
                  <a:lnTo>
                    <a:pt x="5692984" y="3452946"/>
                  </a:lnTo>
                  <a:lnTo>
                    <a:pt x="5705307" y="3452946"/>
                  </a:lnTo>
                  <a:lnTo>
                    <a:pt x="5717629" y="3452946"/>
                  </a:lnTo>
                  <a:lnTo>
                    <a:pt x="5729952" y="3452946"/>
                  </a:lnTo>
                  <a:lnTo>
                    <a:pt x="5742274" y="3452946"/>
                  </a:lnTo>
                  <a:lnTo>
                    <a:pt x="5754597" y="3452946"/>
                  </a:lnTo>
                  <a:lnTo>
                    <a:pt x="5766919" y="3452946"/>
                  </a:lnTo>
                  <a:lnTo>
                    <a:pt x="5779242" y="3452946"/>
                  </a:lnTo>
                  <a:lnTo>
                    <a:pt x="5791564" y="3452946"/>
                  </a:lnTo>
                  <a:lnTo>
                    <a:pt x="5803887" y="3452946"/>
                  </a:lnTo>
                  <a:lnTo>
                    <a:pt x="5816209" y="3452946"/>
                  </a:lnTo>
                  <a:lnTo>
                    <a:pt x="5828531" y="3452946"/>
                  </a:lnTo>
                  <a:lnTo>
                    <a:pt x="5840854" y="3452946"/>
                  </a:lnTo>
                  <a:lnTo>
                    <a:pt x="5853176" y="3452946"/>
                  </a:lnTo>
                  <a:lnTo>
                    <a:pt x="5865499" y="3452946"/>
                  </a:lnTo>
                  <a:lnTo>
                    <a:pt x="5877821" y="3452946"/>
                  </a:lnTo>
                  <a:lnTo>
                    <a:pt x="5890144" y="3452946"/>
                  </a:lnTo>
                  <a:lnTo>
                    <a:pt x="5902466" y="3452946"/>
                  </a:lnTo>
                  <a:lnTo>
                    <a:pt x="5914789" y="3452946"/>
                  </a:lnTo>
                  <a:lnTo>
                    <a:pt x="5927111" y="3452946"/>
                  </a:lnTo>
                  <a:lnTo>
                    <a:pt x="5939434" y="3452946"/>
                  </a:lnTo>
                  <a:lnTo>
                    <a:pt x="5951756" y="3452946"/>
                  </a:lnTo>
                  <a:lnTo>
                    <a:pt x="5964079" y="3452946"/>
                  </a:lnTo>
                  <a:lnTo>
                    <a:pt x="5976401" y="3452946"/>
                  </a:lnTo>
                  <a:lnTo>
                    <a:pt x="5988724" y="3452946"/>
                  </a:lnTo>
                  <a:lnTo>
                    <a:pt x="6001046" y="3452946"/>
                  </a:lnTo>
                  <a:lnTo>
                    <a:pt x="6013369" y="3452946"/>
                  </a:lnTo>
                  <a:lnTo>
                    <a:pt x="6025691" y="3452946"/>
                  </a:lnTo>
                  <a:lnTo>
                    <a:pt x="6038014" y="3452946"/>
                  </a:lnTo>
                  <a:lnTo>
                    <a:pt x="6050336" y="3452946"/>
                  </a:lnTo>
                  <a:lnTo>
                    <a:pt x="6062659" y="3452945"/>
                  </a:lnTo>
                  <a:lnTo>
                    <a:pt x="6074981" y="3452941"/>
                  </a:lnTo>
                  <a:lnTo>
                    <a:pt x="6087304" y="3452931"/>
                  </a:lnTo>
                  <a:lnTo>
                    <a:pt x="6099626" y="3452905"/>
                  </a:lnTo>
                  <a:lnTo>
                    <a:pt x="6111948" y="3452837"/>
                  </a:lnTo>
                  <a:lnTo>
                    <a:pt x="6124271" y="3452667"/>
                  </a:lnTo>
                  <a:lnTo>
                    <a:pt x="6136593" y="3452280"/>
                  </a:lnTo>
                  <a:lnTo>
                    <a:pt x="6148916" y="3451460"/>
                  </a:lnTo>
                  <a:lnTo>
                    <a:pt x="6161238" y="3449851"/>
                  </a:lnTo>
                  <a:lnTo>
                    <a:pt x="6173561" y="3446919"/>
                  </a:lnTo>
                  <a:lnTo>
                    <a:pt x="6185883" y="3441967"/>
                  </a:lnTo>
                  <a:lnTo>
                    <a:pt x="6198206" y="3434213"/>
                  </a:lnTo>
                  <a:lnTo>
                    <a:pt x="6210528" y="3422980"/>
                  </a:lnTo>
                  <a:lnTo>
                    <a:pt x="6222851" y="3407966"/>
                  </a:lnTo>
                  <a:lnTo>
                    <a:pt x="6235173" y="3389543"/>
                  </a:lnTo>
                  <a:lnTo>
                    <a:pt x="6247496" y="3368969"/>
                  </a:lnTo>
                  <a:lnTo>
                    <a:pt x="6259818" y="3348393"/>
                  </a:lnTo>
                  <a:lnTo>
                    <a:pt x="6272141" y="3330577"/>
                  </a:lnTo>
                  <a:lnTo>
                    <a:pt x="6284463" y="3318329"/>
                  </a:lnTo>
                  <a:lnTo>
                    <a:pt x="6296786" y="3313813"/>
                  </a:lnTo>
                  <a:lnTo>
                    <a:pt x="6296786" y="3452946"/>
                  </a:lnTo>
                  <a:lnTo>
                    <a:pt x="6284463" y="3452946"/>
                  </a:lnTo>
                  <a:lnTo>
                    <a:pt x="6272141" y="3452946"/>
                  </a:lnTo>
                  <a:lnTo>
                    <a:pt x="6259818" y="3452946"/>
                  </a:lnTo>
                  <a:lnTo>
                    <a:pt x="6247496" y="3452946"/>
                  </a:lnTo>
                  <a:lnTo>
                    <a:pt x="6235173" y="3452946"/>
                  </a:lnTo>
                  <a:lnTo>
                    <a:pt x="6222851" y="3452946"/>
                  </a:lnTo>
                  <a:lnTo>
                    <a:pt x="6210528" y="3452946"/>
                  </a:lnTo>
                  <a:lnTo>
                    <a:pt x="6198206" y="3452946"/>
                  </a:lnTo>
                  <a:lnTo>
                    <a:pt x="6185883" y="3452946"/>
                  </a:lnTo>
                  <a:lnTo>
                    <a:pt x="6173561" y="3452946"/>
                  </a:lnTo>
                  <a:lnTo>
                    <a:pt x="6161238" y="3452946"/>
                  </a:lnTo>
                  <a:lnTo>
                    <a:pt x="6148916" y="3452946"/>
                  </a:lnTo>
                  <a:lnTo>
                    <a:pt x="6136593" y="3452946"/>
                  </a:lnTo>
                  <a:lnTo>
                    <a:pt x="6124271" y="3452946"/>
                  </a:lnTo>
                  <a:lnTo>
                    <a:pt x="6111948" y="3452946"/>
                  </a:lnTo>
                  <a:lnTo>
                    <a:pt x="6099626" y="3452946"/>
                  </a:lnTo>
                  <a:lnTo>
                    <a:pt x="6087304" y="3452946"/>
                  </a:lnTo>
                  <a:lnTo>
                    <a:pt x="6074981" y="3452946"/>
                  </a:lnTo>
                  <a:lnTo>
                    <a:pt x="6062659" y="3452946"/>
                  </a:lnTo>
                  <a:lnTo>
                    <a:pt x="6050336" y="3452946"/>
                  </a:lnTo>
                  <a:lnTo>
                    <a:pt x="6038014" y="3452946"/>
                  </a:lnTo>
                  <a:lnTo>
                    <a:pt x="6025691" y="3452946"/>
                  </a:lnTo>
                  <a:lnTo>
                    <a:pt x="6013369" y="3452946"/>
                  </a:lnTo>
                  <a:lnTo>
                    <a:pt x="6001046" y="3452946"/>
                  </a:lnTo>
                  <a:lnTo>
                    <a:pt x="5988724" y="3452946"/>
                  </a:lnTo>
                  <a:lnTo>
                    <a:pt x="5976401" y="3452946"/>
                  </a:lnTo>
                  <a:lnTo>
                    <a:pt x="5964079" y="3452946"/>
                  </a:lnTo>
                  <a:lnTo>
                    <a:pt x="5951756" y="3452946"/>
                  </a:lnTo>
                  <a:lnTo>
                    <a:pt x="5939434" y="3452946"/>
                  </a:lnTo>
                  <a:lnTo>
                    <a:pt x="5927111" y="3452946"/>
                  </a:lnTo>
                  <a:lnTo>
                    <a:pt x="5914789" y="3452946"/>
                  </a:lnTo>
                  <a:lnTo>
                    <a:pt x="5902466" y="3452946"/>
                  </a:lnTo>
                  <a:lnTo>
                    <a:pt x="5890144" y="3452946"/>
                  </a:lnTo>
                  <a:lnTo>
                    <a:pt x="5877821" y="3452946"/>
                  </a:lnTo>
                  <a:lnTo>
                    <a:pt x="5865499" y="3452946"/>
                  </a:lnTo>
                  <a:lnTo>
                    <a:pt x="5853176" y="3452946"/>
                  </a:lnTo>
                  <a:lnTo>
                    <a:pt x="5840854" y="3452946"/>
                  </a:lnTo>
                  <a:lnTo>
                    <a:pt x="5828531" y="3452946"/>
                  </a:lnTo>
                  <a:lnTo>
                    <a:pt x="5816209" y="3452946"/>
                  </a:lnTo>
                  <a:lnTo>
                    <a:pt x="5803887" y="3452946"/>
                  </a:lnTo>
                  <a:lnTo>
                    <a:pt x="5791564" y="3452946"/>
                  </a:lnTo>
                  <a:lnTo>
                    <a:pt x="5779242" y="3452946"/>
                  </a:lnTo>
                  <a:lnTo>
                    <a:pt x="5766919" y="3452946"/>
                  </a:lnTo>
                  <a:lnTo>
                    <a:pt x="5754597" y="3452946"/>
                  </a:lnTo>
                  <a:lnTo>
                    <a:pt x="5742274" y="3452946"/>
                  </a:lnTo>
                  <a:lnTo>
                    <a:pt x="5729952" y="3452946"/>
                  </a:lnTo>
                  <a:lnTo>
                    <a:pt x="5717629" y="3452946"/>
                  </a:lnTo>
                  <a:lnTo>
                    <a:pt x="5705307" y="3452946"/>
                  </a:lnTo>
                  <a:lnTo>
                    <a:pt x="5692984" y="3452946"/>
                  </a:lnTo>
                  <a:lnTo>
                    <a:pt x="5680662" y="3452946"/>
                  </a:lnTo>
                  <a:lnTo>
                    <a:pt x="5668339" y="3452946"/>
                  </a:lnTo>
                  <a:lnTo>
                    <a:pt x="5656017" y="3452946"/>
                  </a:lnTo>
                  <a:lnTo>
                    <a:pt x="5643694" y="3452946"/>
                  </a:lnTo>
                  <a:lnTo>
                    <a:pt x="5631372" y="3452946"/>
                  </a:lnTo>
                  <a:lnTo>
                    <a:pt x="5619049" y="3452946"/>
                  </a:lnTo>
                  <a:lnTo>
                    <a:pt x="5606727" y="3452946"/>
                  </a:lnTo>
                  <a:lnTo>
                    <a:pt x="5594404" y="3452946"/>
                  </a:lnTo>
                  <a:lnTo>
                    <a:pt x="5582082" y="3452946"/>
                  </a:lnTo>
                  <a:lnTo>
                    <a:pt x="5569759" y="3452946"/>
                  </a:lnTo>
                  <a:lnTo>
                    <a:pt x="5557437" y="3452946"/>
                  </a:lnTo>
                  <a:lnTo>
                    <a:pt x="5545114" y="3452946"/>
                  </a:lnTo>
                  <a:lnTo>
                    <a:pt x="5532792" y="3452946"/>
                  </a:lnTo>
                  <a:lnTo>
                    <a:pt x="5520470" y="3452946"/>
                  </a:lnTo>
                  <a:lnTo>
                    <a:pt x="5508147" y="3452946"/>
                  </a:lnTo>
                  <a:lnTo>
                    <a:pt x="5495825" y="3452946"/>
                  </a:lnTo>
                  <a:lnTo>
                    <a:pt x="5483502" y="3452946"/>
                  </a:lnTo>
                  <a:lnTo>
                    <a:pt x="5471180" y="3452946"/>
                  </a:lnTo>
                  <a:lnTo>
                    <a:pt x="5458857" y="3452946"/>
                  </a:lnTo>
                  <a:lnTo>
                    <a:pt x="5446535" y="3452946"/>
                  </a:lnTo>
                  <a:lnTo>
                    <a:pt x="5434212" y="3452946"/>
                  </a:lnTo>
                  <a:lnTo>
                    <a:pt x="5421890" y="3452946"/>
                  </a:lnTo>
                  <a:lnTo>
                    <a:pt x="5409567" y="3452946"/>
                  </a:lnTo>
                  <a:lnTo>
                    <a:pt x="5397245" y="3452946"/>
                  </a:lnTo>
                  <a:lnTo>
                    <a:pt x="5384922" y="3452946"/>
                  </a:lnTo>
                  <a:lnTo>
                    <a:pt x="5372600" y="3452946"/>
                  </a:lnTo>
                  <a:lnTo>
                    <a:pt x="5360277" y="3452946"/>
                  </a:lnTo>
                  <a:lnTo>
                    <a:pt x="5347955" y="3452946"/>
                  </a:lnTo>
                  <a:lnTo>
                    <a:pt x="5335632" y="3452946"/>
                  </a:lnTo>
                  <a:lnTo>
                    <a:pt x="5323310" y="3452946"/>
                  </a:lnTo>
                  <a:lnTo>
                    <a:pt x="5310987" y="3452946"/>
                  </a:lnTo>
                  <a:lnTo>
                    <a:pt x="5298665" y="3452946"/>
                  </a:lnTo>
                  <a:lnTo>
                    <a:pt x="5286342" y="3452946"/>
                  </a:lnTo>
                  <a:lnTo>
                    <a:pt x="5274020" y="3452946"/>
                  </a:lnTo>
                  <a:lnTo>
                    <a:pt x="5261698" y="3452946"/>
                  </a:lnTo>
                  <a:lnTo>
                    <a:pt x="5249375" y="3452946"/>
                  </a:lnTo>
                  <a:lnTo>
                    <a:pt x="5237053" y="3452946"/>
                  </a:lnTo>
                  <a:lnTo>
                    <a:pt x="5224730" y="3452946"/>
                  </a:lnTo>
                  <a:lnTo>
                    <a:pt x="5212408" y="3452946"/>
                  </a:lnTo>
                  <a:lnTo>
                    <a:pt x="5200085" y="3452946"/>
                  </a:lnTo>
                  <a:lnTo>
                    <a:pt x="5187763" y="3452946"/>
                  </a:lnTo>
                  <a:lnTo>
                    <a:pt x="5175440" y="3452946"/>
                  </a:lnTo>
                  <a:lnTo>
                    <a:pt x="5163118" y="3452946"/>
                  </a:lnTo>
                  <a:lnTo>
                    <a:pt x="5150795" y="3452946"/>
                  </a:lnTo>
                  <a:lnTo>
                    <a:pt x="5138473" y="3452946"/>
                  </a:lnTo>
                  <a:lnTo>
                    <a:pt x="5126150" y="3452946"/>
                  </a:lnTo>
                  <a:lnTo>
                    <a:pt x="5113828" y="3452946"/>
                  </a:lnTo>
                  <a:lnTo>
                    <a:pt x="5101505" y="3452946"/>
                  </a:lnTo>
                  <a:lnTo>
                    <a:pt x="5089183" y="3452946"/>
                  </a:lnTo>
                  <a:lnTo>
                    <a:pt x="5076860" y="3452946"/>
                  </a:lnTo>
                  <a:lnTo>
                    <a:pt x="5064538" y="3452946"/>
                  </a:lnTo>
                  <a:lnTo>
                    <a:pt x="5052215" y="3452946"/>
                  </a:lnTo>
                  <a:lnTo>
                    <a:pt x="5039893" y="3452946"/>
                  </a:lnTo>
                  <a:lnTo>
                    <a:pt x="5027570" y="3452946"/>
                  </a:lnTo>
                  <a:lnTo>
                    <a:pt x="5015248" y="3452946"/>
                  </a:lnTo>
                  <a:lnTo>
                    <a:pt x="5002925" y="3452946"/>
                  </a:lnTo>
                  <a:lnTo>
                    <a:pt x="4990603" y="3452946"/>
                  </a:lnTo>
                  <a:lnTo>
                    <a:pt x="4978281" y="3452946"/>
                  </a:lnTo>
                  <a:lnTo>
                    <a:pt x="4965958" y="3452946"/>
                  </a:lnTo>
                  <a:lnTo>
                    <a:pt x="4953636" y="3452946"/>
                  </a:lnTo>
                  <a:lnTo>
                    <a:pt x="4941313" y="3452946"/>
                  </a:lnTo>
                  <a:lnTo>
                    <a:pt x="4928991" y="3452946"/>
                  </a:lnTo>
                  <a:lnTo>
                    <a:pt x="4916668" y="3452946"/>
                  </a:lnTo>
                  <a:lnTo>
                    <a:pt x="4904346" y="3452946"/>
                  </a:lnTo>
                  <a:lnTo>
                    <a:pt x="4892023" y="3452946"/>
                  </a:lnTo>
                  <a:lnTo>
                    <a:pt x="4879701" y="3452946"/>
                  </a:lnTo>
                  <a:lnTo>
                    <a:pt x="4867378" y="3452946"/>
                  </a:lnTo>
                  <a:lnTo>
                    <a:pt x="4855056" y="3452946"/>
                  </a:lnTo>
                  <a:lnTo>
                    <a:pt x="4842733" y="3452946"/>
                  </a:lnTo>
                  <a:lnTo>
                    <a:pt x="4830411" y="3452946"/>
                  </a:lnTo>
                  <a:lnTo>
                    <a:pt x="4818088" y="3452946"/>
                  </a:lnTo>
                  <a:lnTo>
                    <a:pt x="4805766" y="3452946"/>
                  </a:lnTo>
                  <a:lnTo>
                    <a:pt x="4793443" y="3452946"/>
                  </a:lnTo>
                  <a:lnTo>
                    <a:pt x="4781121" y="3452946"/>
                  </a:lnTo>
                  <a:lnTo>
                    <a:pt x="4768798" y="3452946"/>
                  </a:lnTo>
                  <a:lnTo>
                    <a:pt x="4756476" y="3452946"/>
                  </a:lnTo>
                  <a:lnTo>
                    <a:pt x="4744153" y="3452946"/>
                  </a:lnTo>
                  <a:lnTo>
                    <a:pt x="4731831" y="3452946"/>
                  </a:lnTo>
                  <a:lnTo>
                    <a:pt x="4719508" y="3452946"/>
                  </a:lnTo>
                  <a:lnTo>
                    <a:pt x="4707186" y="3452946"/>
                  </a:lnTo>
                  <a:lnTo>
                    <a:pt x="4694864" y="3452946"/>
                  </a:lnTo>
                  <a:lnTo>
                    <a:pt x="4682541" y="3452946"/>
                  </a:lnTo>
                  <a:lnTo>
                    <a:pt x="4670219" y="3452946"/>
                  </a:lnTo>
                  <a:lnTo>
                    <a:pt x="4657896" y="3452946"/>
                  </a:lnTo>
                  <a:lnTo>
                    <a:pt x="4645574" y="3452946"/>
                  </a:lnTo>
                  <a:lnTo>
                    <a:pt x="4633251" y="3452946"/>
                  </a:lnTo>
                  <a:lnTo>
                    <a:pt x="4620929" y="3452946"/>
                  </a:lnTo>
                  <a:lnTo>
                    <a:pt x="4608606" y="3452946"/>
                  </a:lnTo>
                  <a:lnTo>
                    <a:pt x="4596284" y="3452946"/>
                  </a:lnTo>
                  <a:lnTo>
                    <a:pt x="4583961" y="3452946"/>
                  </a:lnTo>
                  <a:lnTo>
                    <a:pt x="4571639" y="3452946"/>
                  </a:lnTo>
                  <a:lnTo>
                    <a:pt x="4559316" y="3452946"/>
                  </a:lnTo>
                  <a:lnTo>
                    <a:pt x="4546994" y="3452946"/>
                  </a:lnTo>
                  <a:lnTo>
                    <a:pt x="4534671" y="3452946"/>
                  </a:lnTo>
                  <a:lnTo>
                    <a:pt x="4522349" y="3452946"/>
                  </a:lnTo>
                  <a:lnTo>
                    <a:pt x="4510026" y="3452946"/>
                  </a:lnTo>
                  <a:lnTo>
                    <a:pt x="4497704" y="3452946"/>
                  </a:lnTo>
                  <a:lnTo>
                    <a:pt x="4485381" y="3452946"/>
                  </a:lnTo>
                  <a:lnTo>
                    <a:pt x="4473059" y="3452946"/>
                  </a:lnTo>
                  <a:lnTo>
                    <a:pt x="4460736" y="3452946"/>
                  </a:lnTo>
                  <a:lnTo>
                    <a:pt x="4448414" y="3452946"/>
                  </a:lnTo>
                  <a:lnTo>
                    <a:pt x="4436091" y="3452946"/>
                  </a:lnTo>
                  <a:lnTo>
                    <a:pt x="4423769" y="3452946"/>
                  </a:lnTo>
                  <a:lnTo>
                    <a:pt x="4411447" y="3452946"/>
                  </a:lnTo>
                  <a:lnTo>
                    <a:pt x="4399124" y="3452946"/>
                  </a:lnTo>
                  <a:lnTo>
                    <a:pt x="4386802" y="3452946"/>
                  </a:lnTo>
                  <a:lnTo>
                    <a:pt x="4374479" y="3452946"/>
                  </a:lnTo>
                  <a:lnTo>
                    <a:pt x="4362157" y="3452946"/>
                  </a:lnTo>
                  <a:lnTo>
                    <a:pt x="4349834" y="3452946"/>
                  </a:lnTo>
                  <a:lnTo>
                    <a:pt x="4337512" y="3452946"/>
                  </a:lnTo>
                  <a:lnTo>
                    <a:pt x="4325189" y="3452946"/>
                  </a:lnTo>
                  <a:lnTo>
                    <a:pt x="4312867" y="3452946"/>
                  </a:lnTo>
                  <a:lnTo>
                    <a:pt x="4300544" y="3452946"/>
                  </a:lnTo>
                  <a:lnTo>
                    <a:pt x="4288222" y="3452946"/>
                  </a:lnTo>
                  <a:lnTo>
                    <a:pt x="4275899" y="3452946"/>
                  </a:lnTo>
                  <a:lnTo>
                    <a:pt x="4263577" y="3452946"/>
                  </a:lnTo>
                  <a:lnTo>
                    <a:pt x="4251254" y="3452946"/>
                  </a:lnTo>
                  <a:lnTo>
                    <a:pt x="4238932" y="3452946"/>
                  </a:lnTo>
                  <a:lnTo>
                    <a:pt x="4226609" y="3452946"/>
                  </a:lnTo>
                  <a:lnTo>
                    <a:pt x="4214287" y="3452946"/>
                  </a:lnTo>
                  <a:lnTo>
                    <a:pt x="4201964" y="3452946"/>
                  </a:lnTo>
                  <a:lnTo>
                    <a:pt x="4189642" y="3452946"/>
                  </a:lnTo>
                  <a:lnTo>
                    <a:pt x="4177319" y="3452946"/>
                  </a:lnTo>
                  <a:lnTo>
                    <a:pt x="4164997" y="3452946"/>
                  </a:lnTo>
                  <a:lnTo>
                    <a:pt x="4152675" y="3452946"/>
                  </a:lnTo>
                  <a:lnTo>
                    <a:pt x="4140352" y="3452946"/>
                  </a:lnTo>
                  <a:lnTo>
                    <a:pt x="4128030" y="3452946"/>
                  </a:lnTo>
                  <a:lnTo>
                    <a:pt x="4115707" y="3452946"/>
                  </a:lnTo>
                  <a:lnTo>
                    <a:pt x="4103385" y="3452946"/>
                  </a:lnTo>
                  <a:lnTo>
                    <a:pt x="4091062" y="3452946"/>
                  </a:lnTo>
                  <a:lnTo>
                    <a:pt x="4078740" y="3452946"/>
                  </a:lnTo>
                  <a:lnTo>
                    <a:pt x="4066417" y="3452946"/>
                  </a:lnTo>
                  <a:lnTo>
                    <a:pt x="4054095" y="3452946"/>
                  </a:lnTo>
                  <a:lnTo>
                    <a:pt x="4041772" y="3452946"/>
                  </a:lnTo>
                  <a:lnTo>
                    <a:pt x="4029450" y="3452946"/>
                  </a:lnTo>
                  <a:lnTo>
                    <a:pt x="4017127" y="3452946"/>
                  </a:lnTo>
                  <a:lnTo>
                    <a:pt x="4004805" y="3452946"/>
                  </a:lnTo>
                  <a:lnTo>
                    <a:pt x="3992482" y="3452946"/>
                  </a:lnTo>
                  <a:lnTo>
                    <a:pt x="3980160" y="3452946"/>
                  </a:lnTo>
                  <a:lnTo>
                    <a:pt x="3967837" y="3452946"/>
                  </a:lnTo>
                  <a:lnTo>
                    <a:pt x="3955515" y="3452946"/>
                  </a:lnTo>
                  <a:lnTo>
                    <a:pt x="3943192" y="3452946"/>
                  </a:lnTo>
                  <a:lnTo>
                    <a:pt x="3930870" y="3452946"/>
                  </a:lnTo>
                  <a:lnTo>
                    <a:pt x="3918547" y="3452946"/>
                  </a:lnTo>
                  <a:lnTo>
                    <a:pt x="3906225" y="3452946"/>
                  </a:lnTo>
                  <a:lnTo>
                    <a:pt x="3893902" y="3452946"/>
                  </a:lnTo>
                  <a:lnTo>
                    <a:pt x="3881580" y="3452946"/>
                  </a:lnTo>
                  <a:lnTo>
                    <a:pt x="3869258" y="3452946"/>
                  </a:lnTo>
                  <a:lnTo>
                    <a:pt x="3856935" y="3452946"/>
                  </a:lnTo>
                  <a:lnTo>
                    <a:pt x="3844613" y="3452946"/>
                  </a:lnTo>
                  <a:lnTo>
                    <a:pt x="3832290" y="3452946"/>
                  </a:lnTo>
                  <a:lnTo>
                    <a:pt x="3819968" y="3452946"/>
                  </a:lnTo>
                  <a:lnTo>
                    <a:pt x="3807645" y="3452946"/>
                  </a:lnTo>
                  <a:lnTo>
                    <a:pt x="3795323" y="3452946"/>
                  </a:lnTo>
                  <a:lnTo>
                    <a:pt x="3783000" y="3452946"/>
                  </a:lnTo>
                  <a:lnTo>
                    <a:pt x="3770678" y="3452946"/>
                  </a:lnTo>
                  <a:lnTo>
                    <a:pt x="3758355" y="3452946"/>
                  </a:lnTo>
                  <a:lnTo>
                    <a:pt x="3746033" y="3452946"/>
                  </a:lnTo>
                  <a:lnTo>
                    <a:pt x="3733710" y="3452946"/>
                  </a:lnTo>
                  <a:lnTo>
                    <a:pt x="3721388" y="3452946"/>
                  </a:lnTo>
                  <a:lnTo>
                    <a:pt x="3709065" y="3452946"/>
                  </a:lnTo>
                  <a:lnTo>
                    <a:pt x="3696743" y="3452946"/>
                  </a:lnTo>
                  <a:lnTo>
                    <a:pt x="3684420" y="3452946"/>
                  </a:lnTo>
                  <a:lnTo>
                    <a:pt x="3672098" y="3452946"/>
                  </a:lnTo>
                  <a:lnTo>
                    <a:pt x="3659775" y="3452946"/>
                  </a:lnTo>
                  <a:lnTo>
                    <a:pt x="3647453" y="3452946"/>
                  </a:lnTo>
                  <a:lnTo>
                    <a:pt x="3635130" y="3452946"/>
                  </a:lnTo>
                  <a:lnTo>
                    <a:pt x="3622808" y="3452946"/>
                  </a:lnTo>
                  <a:lnTo>
                    <a:pt x="3610485" y="3452946"/>
                  </a:lnTo>
                  <a:lnTo>
                    <a:pt x="3598163" y="3452946"/>
                  </a:lnTo>
                  <a:lnTo>
                    <a:pt x="3585841" y="3452946"/>
                  </a:lnTo>
                  <a:lnTo>
                    <a:pt x="3573518" y="3452946"/>
                  </a:lnTo>
                  <a:lnTo>
                    <a:pt x="3561196" y="3452946"/>
                  </a:lnTo>
                  <a:lnTo>
                    <a:pt x="3548873" y="3452946"/>
                  </a:lnTo>
                  <a:lnTo>
                    <a:pt x="3536551" y="3452946"/>
                  </a:lnTo>
                  <a:lnTo>
                    <a:pt x="3524228" y="3452946"/>
                  </a:lnTo>
                  <a:lnTo>
                    <a:pt x="3511906" y="3452946"/>
                  </a:lnTo>
                  <a:lnTo>
                    <a:pt x="3499583" y="3452946"/>
                  </a:lnTo>
                  <a:lnTo>
                    <a:pt x="3487261" y="3452946"/>
                  </a:lnTo>
                  <a:lnTo>
                    <a:pt x="3474938" y="3452946"/>
                  </a:lnTo>
                  <a:lnTo>
                    <a:pt x="3462616" y="3452946"/>
                  </a:lnTo>
                  <a:lnTo>
                    <a:pt x="3450293" y="3452946"/>
                  </a:lnTo>
                  <a:lnTo>
                    <a:pt x="3437971" y="3452946"/>
                  </a:lnTo>
                  <a:lnTo>
                    <a:pt x="3425648" y="3452946"/>
                  </a:lnTo>
                  <a:lnTo>
                    <a:pt x="3413326" y="3452946"/>
                  </a:lnTo>
                  <a:lnTo>
                    <a:pt x="3401003" y="3452946"/>
                  </a:lnTo>
                  <a:lnTo>
                    <a:pt x="3388681" y="3452946"/>
                  </a:lnTo>
                  <a:lnTo>
                    <a:pt x="3376358" y="3452946"/>
                  </a:lnTo>
                  <a:lnTo>
                    <a:pt x="3364036" y="3452946"/>
                  </a:lnTo>
                  <a:lnTo>
                    <a:pt x="3351713" y="3452946"/>
                  </a:lnTo>
                  <a:lnTo>
                    <a:pt x="3339391" y="3452946"/>
                  </a:lnTo>
                  <a:lnTo>
                    <a:pt x="3327068" y="3452946"/>
                  </a:lnTo>
                  <a:lnTo>
                    <a:pt x="3314746" y="3452946"/>
                  </a:lnTo>
                  <a:lnTo>
                    <a:pt x="3302424" y="3452946"/>
                  </a:lnTo>
                  <a:lnTo>
                    <a:pt x="3290101" y="3452946"/>
                  </a:lnTo>
                  <a:lnTo>
                    <a:pt x="3277779" y="3452946"/>
                  </a:lnTo>
                  <a:lnTo>
                    <a:pt x="3265456" y="3452946"/>
                  </a:lnTo>
                  <a:lnTo>
                    <a:pt x="3253134" y="3452946"/>
                  </a:lnTo>
                  <a:lnTo>
                    <a:pt x="3240811" y="3452946"/>
                  </a:lnTo>
                  <a:lnTo>
                    <a:pt x="3228489" y="3452946"/>
                  </a:lnTo>
                  <a:lnTo>
                    <a:pt x="3216166" y="3452946"/>
                  </a:lnTo>
                  <a:lnTo>
                    <a:pt x="3203844" y="3452946"/>
                  </a:lnTo>
                  <a:lnTo>
                    <a:pt x="3191521" y="3452946"/>
                  </a:lnTo>
                  <a:lnTo>
                    <a:pt x="3179199" y="3452946"/>
                  </a:lnTo>
                  <a:lnTo>
                    <a:pt x="3166876" y="3452946"/>
                  </a:lnTo>
                  <a:lnTo>
                    <a:pt x="3154554" y="3452946"/>
                  </a:lnTo>
                  <a:lnTo>
                    <a:pt x="3142231" y="3452946"/>
                  </a:lnTo>
                  <a:lnTo>
                    <a:pt x="3129909" y="3452946"/>
                  </a:lnTo>
                  <a:lnTo>
                    <a:pt x="3117586" y="3452946"/>
                  </a:lnTo>
                  <a:lnTo>
                    <a:pt x="3105264" y="3452946"/>
                  </a:lnTo>
                  <a:lnTo>
                    <a:pt x="3092941" y="3452946"/>
                  </a:lnTo>
                  <a:lnTo>
                    <a:pt x="3080619" y="3452946"/>
                  </a:lnTo>
                  <a:lnTo>
                    <a:pt x="3068296" y="3452946"/>
                  </a:lnTo>
                  <a:lnTo>
                    <a:pt x="3055974" y="3452946"/>
                  </a:lnTo>
                  <a:lnTo>
                    <a:pt x="3043652" y="3452946"/>
                  </a:lnTo>
                  <a:lnTo>
                    <a:pt x="3031329" y="3452946"/>
                  </a:lnTo>
                  <a:lnTo>
                    <a:pt x="3019007" y="3452946"/>
                  </a:lnTo>
                  <a:lnTo>
                    <a:pt x="3006684" y="3452946"/>
                  </a:lnTo>
                  <a:lnTo>
                    <a:pt x="2994362" y="3452946"/>
                  </a:lnTo>
                  <a:lnTo>
                    <a:pt x="2982039" y="3452946"/>
                  </a:lnTo>
                  <a:lnTo>
                    <a:pt x="2969717" y="3452946"/>
                  </a:lnTo>
                  <a:lnTo>
                    <a:pt x="2957394" y="3452946"/>
                  </a:lnTo>
                  <a:lnTo>
                    <a:pt x="2945072" y="3452946"/>
                  </a:lnTo>
                  <a:lnTo>
                    <a:pt x="2932749" y="3452946"/>
                  </a:lnTo>
                  <a:lnTo>
                    <a:pt x="2920427" y="3452946"/>
                  </a:lnTo>
                  <a:lnTo>
                    <a:pt x="2908104" y="3452946"/>
                  </a:lnTo>
                  <a:lnTo>
                    <a:pt x="2895782" y="3452946"/>
                  </a:lnTo>
                  <a:lnTo>
                    <a:pt x="2883459" y="3452946"/>
                  </a:lnTo>
                  <a:lnTo>
                    <a:pt x="2871137" y="3452946"/>
                  </a:lnTo>
                  <a:lnTo>
                    <a:pt x="2858814" y="3452946"/>
                  </a:lnTo>
                  <a:lnTo>
                    <a:pt x="2846492" y="3452946"/>
                  </a:lnTo>
                  <a:lnTo>
                    <a:pt x="2834169" y="3452946"/>
                  </a:lnTo>
                  <a:lnTo>
                    <a:pt x="2821847" y="3452946"/>
                  </a:lnTo>
                  <a:lnTo>
                    <a:pt x="2809524" y="3452946"/>
                  </a:lnTo>
                  <a:lnTo>
                    <a:pt x="2797202" y="3452946"/>
                  </a:lnTo>
                  <a:lnTo>
                    <a:pt x="2784879" y="3452946"/>
                  </a:lnTo>
                  <a:lnTo>
                    <a:pt x="2772557" y="3452946"/>
                  </a:lnTo>
                  <a:lnTo>
                    <a:pt x="2760235" y="3452946"/>
                  </a:lnTo>
                  <a:lnTo>
                    <a:pt x="2747912" y="3452946"/>
                  </a:lnTo>
                  <a:lnTo>
                    <a:pt x="2735590" y="3452946"/>
                  </a:lnTo>
                  <a:lnTo>
                    <a:pt x="2723267" y="3452946"/>
                  </a:lnTo>
                  <a:lnTo>
                    <a:pt x="2710945" y="3452946"/>
                  </a:lnTo>
                  <a:lnTo>
                    <a:pt x="2698622" y="3452946"/>
                  </a:lnTo>
                  <a:lnTo>
                    <a:pt x="2686300" y="3452946"/>
                  </a:lnTo>
                  <a:lnTo>
                    <a:pt x="2673977" y="3452946"/>
                  </a:lnTo>
                  <a:lnTo>
                    <a:pt x="2661655" y="3452946"/>
                  </a:lnTo>
                  <a:lnTo>
                    <a:pt x="2649332" y="3452946"/>
                  </a:lnTo>
                  <a:lnTo>
                    <a:pt x="2637010" y="3452946"/>
                  </a:lnTo>
                  <a:lnTo>
                    <a:pt x="2624687" y="3452946"/>
                  </a:lnTo>
                  <a:lnTo>
                    <a:pt x="2612365" y="3452946"/>
                  </a:lnTo>
                  <a:lnTo>
                    <a:pt x="2600042" y="3452946"/>
                  </a:lnTo>
                  <a:lnTo>
                    <a:pt x="2587720" y="3452946"/>
                  </a:lnTo>
                  <a:lnTo>
                    <a:pt x="2575397" y="3452946"/>
                  </a:lnTo>
                  <a:lnTo>
                    <a:pt x="2563075" y="3452946"/>
                  </a:lnTo>
                  <a:lnTo>
                    <a:pt x="2550752" y="3452946"/>
                  </a:lnTo>
                  <a:lnTo>
                    <a:pt x="2538430" y="3452946"/>
                  </a:lnTo>
                  <a:lnTo>
                    <a:pt x="2526107" y="3452946"/>
                  </a:lnTo>
                  <a:lnTo>
                    <a:pt x="2513785" y="3452946"/>
                  </a:lnTo>
                  <a:lnTo>
                    <a:pt x="2501462" y="3452946"/>
                  </a:lnTo>
                  <a:lnTo>
                    <a:pt x="2489140" y="3452946"/>
                  </a:lnTo>
                  <a:lnTo>
                    <a:pt x="2476818" y="3452946"/>
                  </a:lnTo>
                  <a:lnTo>
                    <a:pt x="2464495" y="3452946"/>
                  </a:lnTo>
                  <a:lnTo>
                    <a:pt x="2452173" y="3452946"/>
                  </a:lnTo>
                  <a:lnTo>
                    <a:pt x="2439850" y="3452946"/>
                  </a:lnTo>
                  <a:lnTo>
                    <a:pt x="2427528" y="3452946"/>
                  </a:lnTo>
                  <a:lnTo>
                    <a:pt x="2415205" y="3452946"/>
                  </a:lnTo>
                  <a:lnTo>
                    <a:pt x="2402883" y="3452946"/>
                  </a:lnTo>
                  <a:lnTo>
                    <a:pt x="2390560" y="3452946"/>
                  </a:lnTo>
                  <a:lnTo>
                    <a:pt x="2378238" y="3452946"/>
                  </a:lnTo>
                  <a:lnTo>
                    <a:pt x="2365915" y="3452946"/>
                  </a:lnTo>
                  <a:lnTo>
                    <a:pt x="2353593" y="3452946"/>
                  </a:lnTo>
                  <a:lnTo>
                    <a:pt x="2341270" y="3452946"/>
                  </a:lnTo>
                  <a:lnTo>
                    <a:pt x="2328948" y="3452946"/>
                  </a:lnTo>
                  <a:lnTo>
                    <a:pt x="2316625" y="3452946"/>
                  </a:lnTo>
                  <a:lnTo>
                    <a:pt x="2304303" y="3452946"/>
                  </a:lnTo>
                  <a:lnTo>
                    <a:pt x="2291980" y="3452946"/>
                  </a:lnTo>
                  <a:lnTo>
                    <a:pt x="2279658" y="3452946"/>
                  </a:lnTo>
                  <a:lnTo>
                    <a:pt x="2267335" y="3452946"/>
                  </a:lnTo>
                  <a:lnTo>
                    <a:pt x="2255013" y="3452946"/>
                  </a:lnTo>
                  <a:lnTo>
                    <a:pt x="2242690" y="3452946"/>
                  </a:lnTo>
                  <a:lnTo>
                    <a:pt x="2230368" y="3452946"/>
                  </a:lnTo>
                  <a:lnTo>
                    <a:pt x="2218045" y="3452946"/>
                  </a:lnTo>
                  <a:lnTo>
                    <a:pt x="2205723" y="3452946"/>
                  </a:lnTo>
                  <a:lnTo>
                    <a:pt x="2193401" y="3452946"/>
                  </a:lnTo>
                  <a:lnTo>
                    <a:pt x="2181078" y="3452946"/>
                  </a:lnTo>
                  <a:lnTo>
                    <a:pt x="2168756" y="3452946"/>
                  </a:lnTo>
                  <a:lnTo>
                    <a:pt x="2156433" y="3452946"/>
                  </a:lnTo>
                  <a:lnTo>
                    <a:pt x="2144111" y="3452946"/>
                  </a:lnTo>
                  <a:lnTo>
                    <a:pt x="2131788" y="3452946"/>
                  </a:lnTo>
                  <a:lnTo>
                    <a:pt x="2119466" y="3452946"/>
                  </a:lnTo>
                  <a:lnTo>
                    <a:pt x="2107143" y="3452946"/>
                  </a:lnTo>
                  <a:lnTo>
                    <a:pt x="2094821" y="3452946"/>
                  </a:lnTo>
                  <a:lnTo>
                    <a:pt x="2082498" y="3452946"/>
                  </a:lnTo>
                  <a:lnTo>
                    <a:pt x="2070176" y="3452946"/>
                  </a:lnTo>
                  <a:lnTo>
                    <a:pt x="2057853" y="3452946"/>
                  </a:lnTo>
                  <a:lnTo>
                    <a:pt x="2045531" y="3452946"/>
                  </a:lnTo>
                  <a:lnTo>
                    <a:pt x="2033208" y="3452946"/>
                  </a:lnTo>
                  <a:lnTo>
                    <a:pt x="2020886" y="3452946"/>
                  </a:lnTo>
                  <a:lnTo>
                    <a:pt x="2008563" y="3452946"/>
                  </a:lnTo>
                  <a:lnTo>
                    <a:pt x="1996241" y="3452946"/>
                  </a:lnTo>
                  <a:lnTo>
                    <a:pt x="1983918" y="3452946"/>
                  </a:lnTo>
                  <a:lnTo>
                    <a:pt x="1971596" y="3452946"/>
                  </a:lnTo>
                  <a:lnTo>
                    <a:pt x="1959273" y="3452946"/>
                  </a:lnTo>
                  <a:lnTo>
                    <a:pt x="1946951" y="3452946"/>
                  </a:lnTo>
                  <a:lnTo>
                    <a:pt x="1934629" y="3452946"/>
                  </a:lnTo>
                  <a:lnTo>
                    <a:pt x="1922306" y="3452946"/>
                  </a:lnTo>
                  <a:lnTo>
                    <a:pt x="1909984" y="3452946"/>
                  </a:lnTo>
                  <a:lnTo>
                    <a:pt x="1897661" y="3452946"/>
                  </a:lnTo>
                  <a:lnTo>
                    <a:pt x="1885339" y="3452946"/>
                  </a:lnTo>
                  <a:lnTo>
                    <a:pt x="1873016" y="3452946"/>
                  </a:lnTo>
                  <a:lnTo>
                    <a:pt x="1860694" y="3452946"/>
                  </a:lnTo>
                  <a:lnTo>
                    <a:pt x="1848371" y="3452946"/>
                  </a:lnTo>
                  <a:lnTo>
                    <a:pt x="1836049" y="3452946"/>
                  </a:lnTo>
                  <a:lnTo>
                    <a:pt x="1823726" y="3452946"/>
                  </a:lnTo>
                  <a:lnTo>
                    <a:pt x="1811404" y="3452946"/>
                  </a:lnTo>
                  <a:lnTo>
                    <a:pt x="1799081" y="3452946"/>
                  </a:lnTo>
                  <a:lnTo>
                    <a:pt x="1786759" y="3452946"/>
                  </a:lnTo>
                  <a:lnTo>
                    <a:pt x="1774436" y="3452946"/>
                  </a:lnTo>
                  <a:lnTo>
                    <a:pt x="1762114" y="3452946"/>
                  </a:lnTo>
                  <a:lnTo>
                    <a:pt x="1749791" y="3452946"/>
                  </a:lnTo>
                  <a:lnTo>
                    <a:pt x="1737469" y="3452946"/>
                  </a:lnTo>
                  <a:lnTo>
                    <a:pt x="1725146" y="3452946"/>
                  </a:lnTo>
                  <a:lnTo>
                    <a:pt x="1712824" y="3452946"/>
                  </a:lnTo>
                  <a:lnTo>
                    <a:pt x="1700501" y="3452946"/>
                  </a:lnTo>
                  <a:lnTo>
                    <a:pt x="1688179" y="3452946"/>
                  </a:lnTo>
                  <a:lnTo>
                    <a:pt x="1675856" y="3452946"/>
                  </a:lnTo>
                  <a:lnTo>
                    <a:pt x="1663534" y="3452946"/>
                  </a:lnTo>
                  <a:lnTo>
                    <a:pt x="1651212" y="3452946"/>
                  </a:lnTo>
                  <a:lnTo>
                    <a:pt x="1638889" y="3452946"/>
                  </a:lnTo>
                  <a:lnTo>
                    <a:pt x="1626567" y="3452946"/>
                  </a:lnTo>
                  <a:lnTo>
                    <a:pt x="1614244" y="3452946"/>
                  </a:lnTo>
                  <a:lnTo>
                    <a:pt x="1601922" y="3452946"/>
                  </a:lnTo>
                  <a:lnTo>
                    <a:pt x="1589599" y="3452946"/>
                  </a:lnTo>
                  <a:lnTo>
                    <a:pt x="1577277" y="3452946"/>
                  </a:lnTo>
                  <a:lnTo>
                    <a:pt x="1564954" y="3452946"/>
                  </a:lnTo>
                  <a:lnTo>
                    <a:pt x="1552632" y="3452946"/>
                  </a:lnTo>
                  <a:lnTo>
                    <a:pt x="1540309" y="3452946"/>
                  </a:lnTo>
                  <a:lnTo>
                    <a:pt x="1527987" y="3452946"/>
                  </a:lnTo>
                  <a:lnTo>
                    <a:pt x="1515664" y="3452946"/>
                  </a:lnTo>
                  <a:lnTo>
                    <a:pt x="1503342" y="3452946"/>
                  </a:lnTo>
                  <a:lnTo>
                    <a:pt x="1491019" y="3452946"/>
                  </a:lnTo>
                  <a:lnTo>
                    <a:pt x="1478697" y="3452946"/>
                  </a:lnTo>
                  <a:lnTo>
                    <a:pt x="1466374" y="3452946"/>
                  </a:lnTo>
                  <a:lnTo>
                    <a:pt x="1454052" y="3452946"/>
                  </a:lnTo>
                  <a:lnTo>
                    <a:pt x="1441729" y="3452946"/>
                  </a:lnTo>
                  <a:lnTo>
                    <a:pt x="1429407" y="3452946"/>
                  </a:lnTo>
                  <a:lnTo>
                    <a:pt x="1417084" y="3452946"/>
                  </a:lnTo>
                  <a:lnTo>
                    <a:pt x="1404762" y="3452946"/>
                  </a:lnTo>
                  <a:lnTo>
                    <a:pt x="1392439" y="3452946"/>
                  </a:lnTo>
                  <a:lnTo>
                    <a:pt x="1380117" y="3452946"/>
                  </a:lnTo>
                  <a:lnTo>
                    <a:pt x="1367795" y="3452946"/>
                  </a:lnTo>
                  <a:lnTo>
                    <a:pt x="1355472" y="3452946"/>
                  </a:lnTo>
                  <a:lnTo>
                    <a:pt x="1343150" y="3452946"/>
                  </a:lnTo>
                  <a:lnTo>
                    <a:pt x="1330827" y="3452946"/>
                  </a:lnTo>
                  <a:lnTo>
                    <a:pt x="1318505" y="3452946"/>
                  </a:lnTo>
                  <a:lnTo>
                    <a:pt x="1306182" y="3452946"/>
                  </a:lnTo>
                  <a:lnTo>
                    <a:pt x="1293860" y="3452946"/>
                  </a:lnTo>
                  <a:lnTo>
                    <a:pt x="1281537" y="3452946"/>
                  </a:lnTo>
                  <a:lnTo>
                    <a:pt x="1269215" y="3452946"/>
                  </a:lnTo>
                  <a:lnTo>
                    <a:pt x="1256892" y="3452946"/>
                  </a:lnTo>
                  <a:lnTo>
                    <a:pt x="1244570" y="3452946"/>
                  </a:lnTo>
                  <a:lnTo>
                    <a:pt x="1232247" y="3452946"/>
                  </a:lnTo>
                  <a:lnTo>
                    <a:pt x="1219925" y="3452946"/>
                  </a:lnTo>
                  <a:lnTo>
                    <a:pt x="1207602" y="3452946"/>
                  </a:lnTo>
                  <a:lnTo>
                    <a:pt x="1195280" y="3452946"/>
                  </a:lnTo>
                  <a:lnTo>
                    <a:pt x="1182957" y="3452946"/>
                  </a:lnTo>
                  <a:lnTo>
                    <a:pt x="1170635" y="3452946"/>
                  </a:lnTo>
                  <a:lnTo>
                    <a:pt x="1158312" y="3452946"/>
                  </a:lnTo>
                  <a:lnTo>
                    <a:pt x="1145990" y="3452946"/>
                  </a:lnTo>
                  <a:lnTo>
                    <a:pt x="1133667" y="3452946"/>
                  </a:lnTo>
                  <a:lnTo>
                    <a:pt x="1121345" y="3452946"/>
                  </a:lnTo>
                  <a:lnTo>
                    <a:pt x="1109022" y="3452946"/>
                  </a:lnTo>
                  <a:lnTo>
                    <a:pt x="1096700" y="3452946"/>
                  </a:lnTo>
                  <a:lnTo>
                    <a:pt x="1084378" y="3452946"/>
                  </a:lnTo>
                  <a:lnTo>
                    <a:pt x="1072055" y="3452946"/>
                  </a:lnTo>
                  <a:lnTo>
                    <a:pt x="1059733" y="3452946"/>
                  </a:lnTo>
                  <a:lnTo>
                    <a:pt x="1047410" y="3452946"/>
                  </a:lnTo>
                  <a:lnTo>
                    <a:pt x="1035088" y="3452946"/>
                  </a:lnTo>
                  <a:lnTo>
                    <a:pt x="1022765" y="3452946"/>
                  </a:lnTo>
                  <a:lnTo>
                    <a:pt x="1010443" y="3452946"/>
                  </a:lnTo>
                  <a:lnTo>
                    <a:pt x="998120" y="3452946"/>
                  </a:lnTo>
                  <a:lnTo>
                    <a:pt x="985798" y="3452946"/>
                  </a:lnTo>
                  <a:lnTo>
                    <a:pt x="973475" y="3452946"/>
                  </a:lnTo>
                  <a:lnTo>
                    <a:pt x="961153" y="3452946"/>
                  </a:lnTo>
                  <a:lnTo>
                    <a:pt x="948830" y="3452946"/>
                  </a:lnTo>
                  <a:lnTo>
                    <a:pt x="936508" y="3452946"/>
                  </a:lnTo>
                  <a:lnTo>
                    <a:pt x="924185" y="3452946"/>
                  </a:lnTo>
                  <a:lnTo>
                    <a:pt x="911863" y="3452946"/>
                  </a:lnTo>
                  <a:lnTo>
                    <a:pt x="899540" y="3452946"/>
                  </a:lnTo>
                  <a:lnTo>
                    <a:pt x="887218" y="3452946"/>
                  </a:lnTo>
                  <a:lnTo>
                    <a:pt x="874895" y="3452946"/>
                  </a:lnTo>
                  <a:lnTo>
                    <a:pt x="862573" y="3452946"/>
                  </a:lnTo>
                  <a:lnTo>
                    <a:pt x="850250" y="3452946"/>
                  </a:lnTo>
                  <a:lnTo>
                    <a:pt x="837928" y="3452946"/>
                  </a:lnTo>
                  <a:lnTo>
                    <a:pt x="825606" y="3452946"/>
                  </a:lnTo>
                  <a:lnTo>
                    <a:pt x="813283" y="3452946"/>
                  </a:lnTo>
                  <a:lnTo>
                    <a:pt x="800961" y="3452946"/>
                  </a:lnTo>
                  <a:lnTo>
                    <a:pt x="788638" y="3452946"/>
                  </a:lnTo>
                  <a:lnTo>
                    <a:pt x="776316" y="3452946"/>
                  </a:lnTo>
                  <a:lnTo>
                    <a:pt x="763993" y="3452946"/>
                  </a:lnTo>
                  <a:lnTo>
                    <a:pt x="751671" y="3452946"/>
                  </a:lnTo>
                  <a:lnTo>
                    <a:pt x="739348" y="3452946"/>
                  </a:lnTo>
                  <a:lnTo>
                    <a:pt x="727026" y="3452946"/>
                  </a:lnTo>
                  <a:lnTo>
                    <a:pt x="714703" y="3452946"/>
                  </a:lnTo>
                  <a:lnTo>
                    <a:pt x="702381" y="3452946"/>
                  </a:lnTo>
                  <a:lnTo>
                    <a:pt x="690058" y="3452946"/>
                  </a:lnTo>
                  <a:lnTo>
                    <a:pt x="677736" y="3452946"/>
                  </a:lnTo>
                  <a:lnTo>
                    <a:pt x="665413" y="3452946"/>
                  </a:lnTo>
                  <a:lnTo>
                    <a:pt x="653091" y="3452946"/>
                  </a:lnTo>
                  <a:lnTo>
                    <a:pt x="640768" y="3452946"/>
                  </a:lnTo>
                  <a:lnTo>
                    <a:pt x="628446" y="3452946"/>
                  </a:lnTo>
                  <a:lnTo>
                    <a:pt x="616123" y="3452946"/>
                  </a:lnTo>
                  <a:lnTo>
                    <a:pt x="603801" y="3452946"/>
                  </a:lnTo>
                  <a:lnTo>
                    <a:pt x="591478" y="3452946"/>
                  </a:lnTo>
                  <a:lnTo>
                    <a:pt x="579156" y="3452946"/>
                  </a:lnTo>
                  <a:lnTo>
                    <a:pt x="566833" y="3452946"/>
                  </a:lnTo>
                  <a:lnTo>
                    <a:pt x="554511" y="3452946"/>
                  </a:lnTo>
                  <a:lnTo>
                    <a:pt x="542189" y="3452946"/>
                  </a:lnTo>
                  <a:lnTo>
                    <a:pt x="529866" y="3452946"/>
                  </a:lnTo>
                  <a:lnTo>
                    <a:pt x="517544" y="3452946"/>
                  </a:lnTo>
                  <a:lnTo>
                    <a:pt x="505221" y="3452946"/>
                  </a:lnTo>
                  <a:lnTo>
                    <a:pt x="492899" y="3452946"/>
                  </a:lnTo>
                  <a:lnTo>
                    <a:pt x="480576" y="3452946"/>
                  </a:lnTo>
                  <a:lnTo>
                    <a:pt x="468254" y="3452946"/>
                  </a:lnTo>
                  <a:lnTo>
                    <a:pt x="455931" y="3452946"/>
                  </a:lnTo>
                  <a:lnTo>
                    <a:pt x="443609" y="3452946"/>
                  </a:lnTo>
                  <a:lnTo>
                    <a:pt x="431286" y="3452946"/>
                  </a:lnTo>
                  <a:lnTo>
                    <a:pt x="418964" y="3452946"/>
                  </a:lnTo>
                  <a:lnTo>
                    <a:pt x="406641" y="3452946"/>
                  </a:lnTo>
                  <a:lnTo>
                    <a:pt x="394319" y="3452946"/>
                  </a:lnTo>
                  <a:lnTo>
                    <a:pt x="381996" y="3452946"/>
                  </a:lnTo>
                  <a:lnTo>
                    <a:pt x="369674" y="3452946"/>
                  </a:lnTo>
                  <a:lnTo>
                    <a:pt x="357351" y="3452946"/>
                  </a:lnTo>
                  <a:lnTo>
                    <a:pt x="345029" y="3452946"/>
                  </a:lnTo>
                  <a:lnTo>
                    <a:pt x="332706" y="3452946"/>
                  </a:lnTo>
                  <a:lnTo>
                    <a:pt x="320384" y="3452946"/>
                  </a:lnTo>
                  <a:lnTo>
                    <a:pt x="308061" y="3452946"/>
                  </a:lnTo>
                  <a:lnTo>
                    <a:pt x="295739" y="3452946"/>
                  </a:lnTo>
                  <a:lnTo>
                    <a:pt x="283416" y="3452946"/>
                  </a:lnTo>
                  <a:lnTo>
                    <a:pt x="271094" y="3452946"/>
                  </a:lnTo>
                  <a:lnTo>
                    <a:pt x="258772" y="3452946"/>
                  </a:lnTo>
                  <a:lnTo>
                    <a:pt x="246449" y="3452946"/>
                  </a:lnTo>
                  <a:lnTo>
                    <a:pt x="234127" y="3452946"/>
                  </a:lnTo>
                  <a:lnTo>
                    <a:pt x="221804" y="3452946"/>
                  </a:lnTo>
                  <a:lnTo>
                    <a:pt x="209482" y="3452946"/>
                  </a:lnTo>
                  <a:lnTo>
                    <a:pt x="197159" y="3452946"/>
                  </a:lnTo>
                  <a:lnTo>
                    <a:pt x="184837" y="3452946"/>
                  </a:lnTo>
                  <a:lnTo>
                    <a:pt x="172514" y="3452946"/>
                  </a:lnTo>
                  <a:lnTo>
                    <a:pt x="160192" y="3452946"/>
                  </a:lnTo>
                  <a:lnTo>
                    <a:pt x="147869" y="3452946"/>
                  </a:lnTo>
                  <a:lnTo>
                    <a:pt x="135547" y="3452946"/>
                  </a:lnTo>
                  <a:lnTo>
                    <a:pt x="123224" y="3452946"/>
                  </a:lnTo>
                  <a:lnTo>
                    <a:pt x="110902" y="3452946"/>
                  </a:lnTo>
                  <a:lnTo>
                    <a:pt x="98579" y="3452946"/>
                  </a:lnTo>
                  <a:lnTo>
                    <a:pt x="86257" y="3452946"/>
                  </a:lnTo>
                  <a:lnTo>
                    <a:pt x="73934" y="3452946"/>
                  </a:lnTo>
                  <a:lnTo>
                    <a:pt x="61612" y="3452946"/>
                  </a:lnTo>
                  <a:lnTo>
                    <a:pt x="49289" y="3452946"/>
                  </a:lnTo>
                  <a:lnTo>
                    <a:pt x="36967" y="3452946"/>
                  </a:lnTo>
                  <a:lnTo>
                    <a:pt x="24644" y="3452946"/>
                  </a:lnTo>
                  <a:lnTo>
                    <a:pt x="12322" y="3452946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706745" y="2693381"/>
              <a:ext cx="6296786" cy="3452946"/>
            </a:xfrm>
            <a:custGeom>
              <a:avLst/>
              <a:pathLst>
                <a:path w="6296786" h="3452946">
                  <a:moveTo>
                    <a:pt x="0" y="3452946"/>
                  </a:moveTo>
                  <a:lnTo>
                    <a:pt x="12322" y="3452946"/>
                  </a:lnTo>
                  <a:lnTo>
                    <a:pt x="24644" y="3452946"/>
                  </a:lnTo>
                  <a:lnTo>
                    <a:pt x="36967" y="3452946"/>
                  </a:lnTo>
                  <a:lnTo>
                    <a:pt x="49289" y="3452946"/>
                  </a:lnTo>
                  <a:lnTo>
                    <a:pt x="61612" y="3452946"/>
                  </a:lnTo>
                  <a:lnTo>
                    <a:pt x="73934" y="3452946"/>
                  </a:lnTo>
                  <a:lnTo>
                    <a:pt x="86257" y="3452946"/>
                  </a:lnTo>
                  <a:lnTo>
                    <a:pt x="98579" y="3452946"/>
                  </a:lnTo>
                  <a:lnTo>
                    <a:pt x="110902" y="3452946"/>
                  </a:lnTo>
                  <a:lnTo>
                    <a:pt x="123224" y="3452946"/>
                  </a:lnTo>
                  <a:lnTo>
                    <a:pt x="135547" y="3452946"/>
                  </a:lnTo>
                  <a:lnTo>
                    <a:pt x="147869" y="3452946"/>
                  </a:lnTo>
                  <a:lnTo>
                    <a:pt x="160192" y="3452946"/>
                  </a:lnTo>
                  <a:lnTo>
                    <a:pt x="172514" y="3452946"/>
                  </a:lnTo>
                  <a:lnTo>
                    <a:pt x="184837" y="3452946"/>
                  </a:lnTo>
                  <a:lnTo>
                    <a:pt x="197159" y="3452946"/>
                  </a:lnTo>
                  <a:lnTo>
                    <a:pt x="209482" y="3452946"/>
                  </a:lnTo>
                  <a:lnTo>
                    <a:pt x="221804" y="3452946"/>
                  </a:lnTo>
                  <a:lnTo>
                    <a:pt x="234127" y="3452946"/>
                  </a:lnTo>
                  <a:lnTo>
                    <a:pt x="246449" y="3452946"/>
                  </a:lnTo>
                  <a:lnTo>
                    <a:pt x="258772" y="3452946"/>
                  </a:lnTo>
                  <a:lnTo>
                    <a:pt x="271094" y="3452946"/>
                  </a:lnTo>
                  <a:lnTo>
                    <a:pt x="283416" y="3452946"/>
                  </a:lnTo>
                  <a:lnTo>
                    <a:pt x="295739" y="3452946"/>
                  </a:lnTo>
                  <a:lnTo>
                    <a:pt x="308061" y="3452946"/>
                  </a:lnTo>
                  <a:lnTo>
                    <a:pt x="320384" y="3452946"/>
                  </a:lnTo>
                  <a:lnTo>
                    <a:pt x="332706" y="3452946"/>
                  </a:lnTo>
                  <a:lnTo>
                    <a:pt x="345029" y="3452946"/>
                  </a:lnTo>
                  <a:lnTo>
                    <a:pt x="357351" y="3452946"/>
                  </a:lnTo>
                  <a:lnTo>
                    <a:pt x="369674" y="3452946"/>
                  </a:lnTo>
                  <a:lnTo>
                    <a:pt x="381996" y="3452946"/>
                  </a:lnTo>
                  <a:lnTo>
                    <a:pt x="394319" y="3452946"/>
                  </a:lnTo>
                  <a:lnTo>
                    <a:pt x="406641" y="3452946"/>
                  </a:lnTo>
                  <a:lnTo>
                    <a:pt x="418964" y="3452946"/>
                  </a:lnTo>
                  <a:lnTo>
                    <a:pt x="431286" y="3452946"/>
                  </a:lnTo>
                  <a:lnTo>
                    <a:pt x="443609" y="3452946"/>
                  </a:lnTo>
                  <a:lnTo>
                    <a:pt x="455931" y="3452946"/>
                  </a:lnTo>
                  <a:lnTo>
                    <a:pt x="468254" y="3452946"/>
                  </a:lnTo>
                  <a:lnTo>
                    <a:pt x="480576" y="3452946"/>
                  </a:lnTo>
                  <a:lnTo>
                    <a:pt x="492899" y="3452946"/>
                  </a:lnTo>
                  <a:lnTo>
                    <a:pt x="505221" y="3452946"/>
                  </a:lnTo>
                  <a:lnTo>
                    <a:pt x="517544" y="3452946"/>
                  </a:lnTo>
                  <a:lnTo>
                    <a:pt x="529866" y="3452946"/>
                  </a:lnTo>
                  <a:lnTo>
                    <a:pt x="542189" y="3452946"/>
                  </a:lnTo>
                  <a:lnTo>
                    <a:pt x="554511" y="3452946"/>
                  </a:lnTo>
                  <a:lnTo>
                    <a:pt x="566833" y="3452946"/>
                  </a:lnTo>
                  <a:lnTo>
                    <a:pt x="579156" y="3452946"/>
                  </a:lnTo>
                  <a:lnTo>
                    <a:pt x="591478" y="3452946"/>
                  </a:lnTo>
                  <a:lnTo>
                    <a:pt x="603801" y="3452946"/>
                  </a:lnTo>
                  <a:lnTo>
                    <a:pt x="616123" y="3452946"/>
                  </a:lnTo>
                  <a:lnTo>
                    <a:pt x="628446" y="3452946"/>
                  </a:lnTo>
                  <a:lnTo>
                    <a:pt x="640768" y="3452946"/>
                  </a:lnTo>
                  <a:lnTo>
                    <a:pt x="653091" y="3452946"/>
                  </a:lnTo>
                  <a:lnTo>
                    <a:pt x="665413" y="3452946"/>
                  </a:lnTo>
                  <a:lnTo>
                    <a:pt x="677736" y="3452946"/>
                  </a:lnTo>
                  <a:lnTo>
                    <a:pt x="690058" y="3452946"/>
                  </a:lnTo>
                  <a:lnTo>
                    <a:pt x="702381" y="3452946"/>
                  </a:lnTo>
                  <a:lnTo>
                    <a:pt x="714703" y="3452946"/>
                  </a:lnTo>
                  <a:lnTo>
                    <a:pt x="727026" y="3452946"/>
                  </a:lnTo>
                  <a:lnTo>
                    <a:pt x="739348" y="3452946"/>
                  </a:lnTo>
                  <a:lnTo>
                    <a:pt x="751671" y="3452946"/>
                  </a:lnTo>
                  <a:lnTo>
                    <a:pt x="763993" y="3452946"/>
                  </a:lnTo>
                  <a:lnTo>
                    <a:pt x="776316" y="3452946"/>
                  </a:lnTo>
                  <a:lnTo>
                    <a:pt x="788638" y="3452946"/>
                  </a:lnTo>
                  <a:lnTo>
                    <a:pt x="800961" y="3452946"/>
                  </a:lnTo>
                  <a:lnTo>
                    <a:pt x="813283" y="3452946"/>
                  </a:lnTo>
                  <a:lnTo>
                    <a:pt x="825606" y="3452946"/>
                  </a:lnTo>
                  <a:lnTo>
                    <a:pt x="837928" y="3452946"/>
                  </a:lnTo>
                  <a:lnTo>
                    <a:pt x="850250" y="3452946"/>
                  </a:lnTo>
                  <a:lnTo>
                    <a:pt x="862573" y="3452946"/>
                  </a:lnTo>
                  <a:lnTo>
                    <a:pt x="874895" y="3452946"/>
                  </a:lnTo>
                  <a:lnTo>
                    <a:pt x="887218" y="3452946"/>
                  </a:lnTo>
                  <a:lnTo>
                    <a:pt x="899540" y="3452946"/>
                  </a:lnTo>
                  <a:lnTo>
                    <a:pt x="911863" y="3452946"/>
                  </a:lnTo>
                  <a:lnTo>
                    <a:pt x="924185" y="3452946"/>
                  </a:lnTo>
                  <a:lnTo>
                    <a:pt x="936508" y="3452946"/>
                  </a:lnTo>
                  <a:lnTo>
                    <a:pt x="948830" y="3452946"/>
                  </a:lnTo>
                  <a:lnTo>
                    <a:pt x="961153" y="3452946"/>
                  </a:lnTo>
                  <a:lnTo>
                    <a:pt x="973475" y="3452946"/>
                  </a:lnTo>
                  <a:lnTo>
                    <a:pt x="985798" y="3452946"/>
                  </a:lnTo>
                  <a:lnTo>
                    <a:pt x="998120" y="3452946"/>
                  </a:lnTo>
                  <a:lnTo>
                    <a:pt x="1010443" y="3452946"/>
                  </a:lnTo>
                  <a:lnTo>
                    <a:pt x="1022765" y="3452946"/>
                  </a:lnTo>
                  <a:lnTo>
                    <a:pt x="1035088" y="3452946"/>
                  </a:lnTo>
                  <a:lnTo>
                    <a:pt x="1047410" y="3452946"/>
                  </a:lnTo>
                  <a:lnTo>
                    <a:pt x="1059733" y="3452946"/>
                  </a:lnTo>
                  <a:lnTo>
                    <a:pt x="1072055" y="3452946"/>
                  </a:lnTo>
                  <a:lnTo>
                    <a:pt x="1084378" y="3452946"/>
                  </a:lnTo>
                  <a:lnTo>
                    <a:pt x="1096700" y="3452946"/>
                  </a:lnTo>
                  <a:lnTo>
                    <a:pt x="1109022" y="3452946"/>
                  </a:lnTo>
                  <a:lnTo>
                    <a:pt x="1121345" y="3452946"/>
                  </a:lnTo>
                  <a:lnTo>
                    <a:pt x="1133667" y="3452946"/>
                  </a:lnTo>
                  <a:lnTo>
                    <a:pt x="1145990" y="3452946"/>
                  </a:lnTo>
                  <a:lnTo>
                    <a:pt x="1158312" y="3452946"/>
                  </a:lnTo>
                  <a:lnTo>
                    <a:pt x="1170635" y="3452945"/>
                  </a:lnTo>
                  <a:lnTo>
                    <a:pt x="1182957" y="3452943"/>
                  </a:lnTo>
                  <a:lnTo>
                    <a:pt x="1195280" y="3452936"/>
                  </a:lnTo>
                  <a:lnTo>
                    <a:pt x="1207602" y="3452919"/>
                  </a:lnTo>
                  <a:lnTo>
                    <a:pt x="1219925" y="3452875"/>
                  </a:lnTo>
                  <a:lnTo>
                    <a:pt x="1232247" y="3452773"/>
                  </a:lnTo>
                  <a:lnTo>
                    <a:pt x="1244570" y="3452546"/>
                  </a:lnTo>
                  <a:lnTo>
                    <a:pt x="1256892" y="3452043"/>
                  </a:lnTo>
                  <a:lnTo>
                    <a:pt x="1269215" y="3451035"/>
                  </a:lnTo>
                  <a:lnTo>
                    <a:pt x="1281537" y="3449162"/>
                  </a:lnTo>
                  <a:lnTo>
                    <a:pt x="1293860" y="3445920"/>
                  </a:lnTo>
                  <a:lnTo>
                    <a:pt x="1306182" y="3440697"/>
                  </a:lnTo>
                  <a:lnTo>
                    <a:pt x="1318505" y="3432857"/>
                  </a:lnTo>
                  <a:lnTo>
                    <a:pt x="1330827" y="3421892"/>
                  </a:lnTo>
                  <a:lnTo>
                    <a:pt x="1343150" y="3407596"/>
                  </a:lnTo>
                  <a:lnTo>
                    <a:pt x="1355472" y="3390230"/>
                  </a:lnTo>
                  <a:lnTo>
                    <a:pt x="1367795" y="3370595"/>
                  </a:lnTo>
                  <a:lnTo>
                    <a:pt x="1380117" y="3349969"/>
                  </a:lnTo>
                  <a:lnTo>
                    <a:pt x="1392439" y="3329881"/>
                  </a:lnTo>
                  <a:lnTo>
                    <a:pt x="1404762" y="3311758"/>
                  </a:lnTo>
                  <a:lnTo>
                    <a:pt x="1417084" y="3296486"/>
                  </a:lnTo>
                  <a:lnTo>
                    <a:pt x="1429407" y="3283963"/>
                  </a:lnTo>
                  <a:lnTo>
                    <a:pt x="1441729" y="3272745"/>
                  </a:lnTo>
                  <a:lnTo>
                    <a:pt x="1454052" y="3259875"/>
                  </a:lnTo>
                  <a:lnTo>
                    <a:pt x="1466374" y="3240432"/>
                  </a:lnTo>
                  <a:lnTo>
                    <a:pt x="1478697" y="3209383"/>
                  </a:lnTo>
                  <a:lnTo>
                    <a:pt x="1491019" y="3162985"/>
                  </a:lnTo>
                  <a:lnTo>
                    <a:pt x="1503342" y="3100254"/>
                  </a:lnTo>
                  <a:lnTo>
                    <a:pt x="1515664" y="3024486"/>
                  </a:lnTo>
                  <a:lnTo>
                    <a:pt x="1527987" y="2943706"/>
                  </a:lnTo>
                  <a:lnTo>
                    <a:pt x="1540309" y="2869642"/>
                  </a:lnTo>
                  <a:lnTo>
                    <a:pt x="1552632" y="2815254"/>
                  </a:lnTo>
                  <a:lnTo>
                    <a:pt x="1564954" y="2791470"/>
                  </a:lnTo>
                  <a:lnTo>
                    <a:pt x="1577277" y="2804186"/>
                  </a:lnTo>
                  <a:lnTo>
                    <a:pt x="1589599" y="2852572"/>
                  </a:lnTo>
                  <a:lnTo>
                    <a:pt x="1601922" y="2929312"/>
                  </a:lnTo>
                  <a:lnTo>
                    <a:pt x="1614244" y="3022643"/>
                  </a:lnTo>
                  <a:lnTo>
                    <a:pt x="1626567" y="3119453"/>
                  </a:lnTo>
                  <a:lnTo>
                    <a:pt x="1638889" y="3208352"/>
                  </a:lnTo>
                  <a:lnTo>
                    <a:pt x="1651212" y="3281773"/>
                  </a:lnTo>
                  <a:lnTo>
                    <a:pt x="1663534" y="3336659"/>
                  </a:lnTo>
                  <a:lnTo>
                    <a:pt x="1675856" y="3373265"/>
                  </a:lnTo>
                  <a:lnTo>
                    <a:pt x="1688179" y="3395718"/>
                  </a:lnTo>
                  <a:lnTo>
                    <a:pt x="1700501" y="3408732"/>
                  </a:lnTo>
                  <a:lnTo>
                    <a:pt x="1712824" y="3416176"/>
                  </a:lnTo>
                  <a:lnTo>
                    <a:pt x="1725146" y="3420937"/>
                  </a:lnTo>
                  <a:lnTo>
                    <a:pt x="1737469" y="3424763"/>
                  </a:lnTo>
                  <a:lnTo>
                    <a:pt x="1749791" y="3428376"/>
                  </a:lnTo>
                  <a:lnTo>
                    <a:pt x="1762114" y="3431709"/>
                  </a:lnTo>
                  <a:lnTo>
                    <a:pt x="1774436" y="3434172"/>
                  </a:lnTo>
                  <a:lnTo>
                    <a:pt x="1786759" y="3434885"/>
                  </a:lnTo>
                  <a:lnTo>
                    <a:pt x="1799081" y="3432856"/>
                  </a:lnTo>
                  <a:lnTo>
                    <a:pt x="1811404" y="3427126"/>
                  </a:lnTo>
                  <a:lnTo>
                    <a:pt x="1823726" y="3416920"/>
                  </a:lnTo>
                  <a:lnTo>
                    <a:pt x="1836049" y="3401812"/>
                  </a:lnTo>
                  <a:lnTo>
                    <a:pt x="1848371" y="3381916"/>
                  </a:lnTo>
                  <a:lnTo>
                    <a:pt x="1860694" y="3358013"/>
                  </a:lnTo>
                  <a:lnTo>
                    <a:pt x="1873016" y="3331568"/>
                  </a:lnTo>
                  <a:lnTo>
                    <a:pt x="1885339" y="3304579"/>
                  </a:lnTo>
                  <a:lnTo>
                    <a:pt x="1897661" y="3279261"/>
                  </a:lnTo>
                  <a:lnTo>
                    <a:pt x="1909984" y="3257163"/>
                  </a:lnTo>
                  <a:lnTo>
                    <a:pt x="1922306" y="3239087"/>
                  </a:lnTo>
                  <a:lnTo>
                    <a:pt x="1934629" y="3225142"/>
                  </a:lnTo>
                  <a:lnTo>
                    <a:pt x="1946951" y="3215023"/>
                  </a:lnTo>
                  <a:lnTo>
                    <a:pt x="1959273" y="3208356"/>
                  </a:lnTo>
                  <a:lnTo>
                    <a:pt x="1971596" y="3204916"/>
                  </a:lnTo>
                  <a:lnTo>
                    <a:pt x="1983918" y="3204609"/>
                  </a:lnTo>
                  <a:lnTo>
                    <a:pt x="1996241" y="3207263"/>
                  </a:lnTo>
                  <a:lnTo>
                    <a:pt x="2008563" y="3212379"/>
                  </a:lnTo>
                  <a:lnTo>
                    <a:pt x="2020886" y="3219023"/>
                  </a:lnTo>
                  <a:lnTo>
                    <a:pt x="2033208" y="3225954"/>
                  </a:lnTo>
                  <a:lnTo>
                    <a:pt x="2045531" y="3231944"/>
                  </a:lnTo>
                  <a:lnTo>
                    <a:pt x="2057853" y="3236148"/>
                  </a:lnTo>
                  <a:lnTo>
                    <a:pt x="2070176" y="3238344"/>
                  </a:lnTo>
                  <a:lnTo>
                    <a:pt x="2082498" y="3238916"/>
                  </a:lnTo>
                  <a:lnTo>
                    <a:pt x="2094821" y="3238594"/>
                  </a:lnTo>
                  <a:lnTo>
                    <a:pt x="2107143" y="3238058"/>
                  </a:lnTo>
                  <a:lnTo>
                    <a:pt x="2119466" y="3237384"/>
                  </a:lnTo>
                  <a:lnTo>
                    <a:pt x="2131788" y="3235809"/>
                  </a:lnTo>
                  <a:lnTo>
                    <a:pt x="2144111" y="3231750"/>
                  </a:lnTo>
                  <a:lnTo>
                    <a:pt x="2156433" y="3223024"/>
                  </a:lnTo>
                  <a:lnTo>
                    <a:pt x="2168756" y="3207239"/>
                  </a:lnTo>
                  <a:lnTo>
                    <a:pt x="2181078" y="3182287"/>
                  </a:lnTo>
                  <a:lnTo>
                    <a:pt x="2193401" y="3146788"/>
                  </a:lnTo>
                  <a:lnTo>
                    <a:pt x="2205723" y="3100380"/>
                  </a:lnTo>
                  <a:lnTo>
                    <a:pt x="2218045" y="3043779"/>
                  </a:lnTo>
                  <a:lnTo>
                    <a:pt x="2230368" y="2978616"/>
                  </a:lnTo>
                  <a:lnTo>
                    <a:pt x="2242690" y="2907138"/>
                  </a:lnTo>
                  <a:lnTo>
                    <a:pt x="2255013" y="2831829"/>
                  </a:lnTo>
                  <a:lnTo>
                    <a:pt x="2267335" y="2755008"/>
                  </a:lnTo>
                  <a:lnTo>
                    <a:pt x="2279658" y="2678346"/>
                  </a:lnTo>
                  <a:lnTo>
                    <a:pt x="2291980" y="2602281"/>
                  </a:lnTo>
                  <a:lnTo>
                    <a:pt x="2304303" y="2525332"/>
                  </a:lnTo>
                  <a:lnTo>
                    <a:pt x="2316625" y="2443125"/>
                  </a:lnTo>
                  <a:lnTo>
                    <a:pt x="2328948" y="2350014"/>
                  </a:lnTo>
                  <a:lnTo>
                    <a:pt x="2341270" y="2240686"/>
                  </a:lnTo>
                  <a:lnTo>
                    <a:pt x="2353593" y="2113027"/>
                  </a:lnTo>
                  <a:lnTo>
                    <a:pt x="2365915" y="1970889"/>
                  </a:lnTo>
                  <a:lnTo>
                    <a:pt x="2378238" y="1825550"/>
                  </a:lnTo>
                  <a:lnTo>
                    <a:pt x="2390560" y="1694812"/>
                  </a:lnTo>
                  <a:lnTo>
                    <a:pt x="2402883" y="1599465"/>
                  </a:lnTo>
                  <a:lnTo>
                    <a:pt x="2415205" y="1557819"/>
                  </a:lnTo>
                  <a:lnTo>
                    <a:pt x="2427528" y="1579938"/>
                  </a:lnTo>
                  <a:lnTo>
                    <a:pt x="2439850" y="1663458"/>
                  </a:lnTo>
                  <a:lnTo>
                    <a:pt x="2452173" y="1792474"/>
                  </a:lnTo>
                  <a:lnTo>
                    <a:pt x="2464495" y="1939934"/>
                  </a:lnTo>
                  <a:lnTo>
                    <a:pt x="2476818" y="2072772"/>
                  </a:lnTo>
                  <a:lnTo>
                    <a:pt x="2489140" y="2158190"/>
                  </a:lnTo>
                  <a:lnTo>
                    <a:pt x="2501462" y="2169403"/>
                  </a:lnTo>
                  <a:lnTo>
                    <a:pt x="2513785" y="2089769"/>
                  </a:lnTo>
                  <a:lnTo>
                    <a:pt x="2526107" y="1909762"/>
                  </a:lnTo>
                  <a:lnTo>
                    <a:pt x="2538430" y="1647401"/>
                  </a:lnTo>
                  <a:lnTo>
                    <a:pt x="2550752" y="1327247"/>
                  </a:lnTo>
                  <a:lnTo>
                    <a:pt x="2563075" y="983188"/>
                  </a:lnTo>
                  <a:lnTo>
                    <a:pt x="2575397" y="653232"/>
                  </a:lnTo>
                  <a:lnTo>
                    <a:pt x="2587720" y="372479"/>
                  </a:lnTo>
                  <a:lnTo>
                    <a:pt x="2600042" y="166002"/>
                  </a:lnTo>
                  <a:lnTo>
                    <a:pt x="2612365" y="43847"/>
                  </a:lnTo>
                  <a:lnTo>
                    <a:pt x="2624687" y="0"/>
                  </a:lnTo>
                  <a:lnTo>
                    <a:pt x="2637010" y="15907"/>
                  </a:lnTo>
                  <a:lnTo>
                    <a:pt x="2649332" y="67599"/>
                  </a:lnTo>
                  <a:lnTo>
                    <a:pt x="2661655" y="134179"/>
                  </a:lnTo>
                  <a:lnTo>
                    <a:pt x="2673977" y="204892"/>
                  </a:lnTo>
                  <a:lnTo>
                    <a:pt x="2686300" y="282411"/>
                  </a:lnTo>
                  <a:lnTo>
                    <a:pt x="2698622" y="381145"/>
                  </a:lnTo>
                  <a:lnTo>
                    <a:pt x="2710945" y="521090"/>
                  </a:lnTo>
                  <a:lnTo>
                    <a:pt x="2723267" y="719330"/>
                  </a:lnTo>
                  <a:lnTo>
                    <a:pt x="2735590" y="985203"/>
                  </a:lnTo>
                  <a:lnTo>
                    <a:pt x="2747912" y="1305087"/>
                  </a:lnTo>
                  <a:lnTo>
                    <a:pt x="2760235" y="1654853"/>
                  </a:lnTo>
                  <a:lnTo>
                    <a:pt x="2772557" y="2005471"/>
                  </a:lnTo>
                  <a:lnTo>
                    <a:pt x="2784879" y="2329543"/>
                  </a:lnTo>
                  <a:lnTo>
                    <a:pt x="2797202" y="2606994"/>
                  </a:lnTo>
                  <a:lnTo>
                    <a:pt x="2809524" y="2827837"/>
                  </a:lnTo>
                  <a:lnTo>
                    <a:pt x="2821847" y="2991905"/>
                  </a:lnTo>
                  <a:lnTo>
                    <a:pt x="2834169" y="3106402"/>
                  </a:lnTo>
                  <a:lnTo>
                    <a:pt x="2846492" y="3182484"/>
                  </a:lnTo>
                  <a:lnTo>
                    <a:pt x="2858814" y="3232006"/>
                  </a:lnTo>
                  <a:lnTo>
                    <a:pt x="2871137" y="3265163"/>
                  </a:lnTo>
                  <a:lnTo>
                    <a:pt x="2883459" y="3289303"/>
                  </a:lnTo>
                  <a:lnTo>
                    <a:pt x="2895782" y="3308786"/>
                  </a:lnTo>
                  <a:lnTo>
                    <a:pt x="2908104" y="3325539"/>
                  </a:lnTo>
                  <a:lnTo>
                    <a:pt x="2920427" y="3339882"/>
                  </a:lnTo>
                  <a:lnTo>
                    <a:pt x="2932749" y="3351309"/>
                  </a:lnTo>
                  <a:lnTo>
                    <a:pt x="2945072" y="3358812"/>
                  </a:lnTo>
                  <a:lnTo>
                    <a:pt x="2957394" y="3361618"/>
                  </a:lnTo>
                  <a:lnTo>
                    <a:pt x="2969717" y="3359241"/>
                  </a:lnTo>
                  <a:lnTo>
                    <a:pt x="2982039" y="3351467"/>
                  </a:lnTo>
                  <a:lnTo>
                    <a:pt x="2994362" y="3338573"/>
                  </a:lnTo>
                  <a:lnTo>
                    <a:pt x="3006684" y="3321410"/>
                  </a:lnTo>
                  <a:lnTo>
                    <a:pt x="3019007" y="3301362"/>
                  </a:lnTo>
                  <a:lnTo>
                    <a:pt x="3031329" y="3280226"/>
                  </a:lnTo>
                  <a:lnTo>
                    <a:pt x="3043652" y="3260029"/>
                  </a:lnTo>
                  <a:lnTo>
                    <a:pt x="3055974" y="3242867"/>
                  </a:lnTo>
                  <a:lnTo>
                    <a:pt x="3068296" y="3230760"/>
                  </a:lnTo>
                  <a:lnTo>
                    <a:pt x="3080619" y="3225477"/>
                  </a:lnTo>
                  <a:lnTo>
                    <a:pt x="3092941" y="3228305"/>
                  </a:lnTo>
                  <a:lnTo>
                    <a:pt x="3105264" y="3239756"/>
                  </a:lnTo>
                  <a:lnTo>
                    <a:pt x="3117586" y="3259300"/>
                  </a:lnTo>
                  <a:lnTo>
                    <a:pt x="3129909" y="3285276"/>
                  </a:lnTo>
                  <a:lnTo>
                    <a:pt x="3142231" y="3315092"/>
                  </a:lnTo>
                  <a:lnTo>
                    <a:pt x="3154554" y="3345628"/>
                  </a:lnTo>
                  <a:lnTo>
                    <a:pt x="3166876" y="3373817"/>
                  </a:lnTo>
                  <a:lnTo>
                    <a:pt x="3179199" y="3397731"/>
                  </a:lnTo>
                  <a:lnTo>
                    <a:pt x="3191521" y="3416474"/>
                  </a:lnTo>
                  <a:lnTo>
                    <a:pt x="3203844" y="3430029"/>
                  </a:lnTo>
                  <a:lnTo>
                    <a:pt x="3216166" y="3438928"/>
                  </a:lnTo>
                  <a:lnTo>
                    <a:pt x="3228489" y="3443864"/>
                  </a:lnTo>
                  <a:lnTo>
                    <a:pt x="3240811" y="3445331"/>
                  </a:lnTo>
                  <a:lnTo>
                    <a:pt x="3253134" y="3443363"/>
                  </a:lnTo>
                  <a:lnTo>
                    <a:pt x="3265456" y="3437405"/>
                  </a:lnTo>
                  <a:lnTo>
                    <a:pt x="3277779" y="3426334"/>
                  </a:lnTo>
                  <a:lnTo>
                    <a:pt x="3290101" y="3408658"/>
                  </a:lnTo>
                  <a:lnTo>
                    <a:pt x="3302424" y="3382900"/>
                  </a:lnTo>
                  <a:lnTo>
                    <a:pt x="3314746" y="3348126"/>
                  </a:lnTo>
                  <a:lnTo>
                    <a:pt x="3327068" y="3304510"/>
                  </a:lnTo>
                  <a:lnTo>
                    <a:pt x="3339391" y="3253754"/>
                  </a:lnTo>
                  <a:lnTo>
                    <a:pt x="3351713" y="3199155"/>
                  </a:lnTo>
                  <a:lnTo>
                    <a:pt x="3364036" y="3145348"/>
                  </a:lnTo>
                  <a:lnTo>
                    <a:pt x="3376358" y="3097759"/>
                  </a:lnTo>
                  <a:lnTo>
                    <a:pt x="3388681" y="3060454"/>
                  </a:lnTo>
                  <a:lnTo>
                    <a:pt x="3401003" y="3036193"/>
                  </a:lnTo>
                  <a:lnTo>
                    <a:pt x="3413326" y="3026294"/>
                  </a:lnTo>
                  <a:lnTo>
                    <a:pt x="3425648" y="3030868"/>
                  </a:lnTo>
                  <a:lnTo>
                    <a:pt x="3437971" y="3049117"/>
                  </a:lnTo>
                  <a:lnTo>
                    <a:pt x="3450293" y="3079491"/>
                  </a:lnTo>
                  <a:lnTo>
                    <a:pt x="3462616" y="3119697"/>
                  </a:lnTo>
                  <a:lnTo>
                    <a:pt x="3474938" y="3166672"/>
                  </a:lnTo>
                  <a:lnTo>
                    <a:pt x="3487261" y="3216733"/>
                  </a:lnTo>
                  <a:lnTo>
                    <a:pt x="3499583" y="3265969"/>
                  </a:lnTo>
                  <a:lnTo>
                    <a:pt x="3511906" y="3310813"/>
                  </a:lnTo>
                  <a:lnTo>
                    <a:pt x="3524228" y="3348586"/>
                  </a:lnTo>
                  <a:lnTo>
                    <a:pt x="3536551" y="3377833"/>
                  </a:lnTo>
                  <a:lnTo>
                    <a:pt x="3548873" y="3398330"/>
                  </a:lnTo>
                  <a:lnTo>
                    <a:pt x="3561196" y="3410830"/>
                  </a:lnTo>
                  <a:lnTo>
                    <a:pt x="3573518" y="3416639"/>
                  </a:lnTo>
                  <a:lnTo>
                    <a:pt x="3585841" y="3417341"/>
                  </a:lnTo>
                  <a:lnTo>
                    <a:pt x="3598163" y="3415027"/>
                  </a:lnTo>
                  <a:lnTo>
                    <a:pt x="3610485" y="3411380"/>
                  </a:lnTo>
                  <a:lnTo>
                    <a:pt x="3622808" y="3407928"/>
                  </a:lnTo>
                  <a:lnTo>
                    <a:pt x="3635130" y="3405903"/>
                  </a:lnTo>
                  <a:lnTo>
                    <a:pt x="3647453" y="3406094"/>
                  </a:lnTo>
                  <a:lnTo>
                    <a:pt x="3659775" y="3408744"/>
                  </a:lnTo>
                  <a:lnTo>
                    <a:pt x="3672098" y="3413571"/>
                  </a:lnTo>
                  <a:lnTo>
                    <a:pt x="3684420" y="3419889"/>
                  </a:lnTo>
                  <a:lnTo>
                    <a:pt x="3696743" y="3426824"/>
                  </a:lnTo>
                  <a:lnTo>
                    <a:pt x="3709065" y="3433538"/>
                  </a:lnTo>
                  <a:lnTo>
                    <a:pt x="3721388" y="3439403"/>
                  </a:lnTo>
                  <a:lnTo>
                    <a:pt x="3733710" y="3444079"/>
                  </a:lnTo>
                  <a:lnTo>
                    <a:pt x="3746033" y="3447504"/>
                  </a:lnTo>
                  <a:lnTo>
                    <a:pt x="3758355" y="3449818"/>
                  </a:lnTo>
                  <a:lnTo>
                    <a:pt x="3770678" y="3451264"/>
                  </a:lnTo>
                  <a:lnTo>
                    <a:pt x="3783000" y="3452100"/>
                  </a:lnTo>
                  <a:lnTo>
                    <a:pt x="3795323" y="3452535"/>
                  </a:lnTo>
                  <a:lnTo>
                    <a:pt x="3807645" y="3452758"/>
                  </a:lnTo>
                  <a:lnTo>
                    <a:pt x="3819968" y="3452865"/>
                  </a:lnTo>
                  <a:lnTo>
                    <a:pt x="3832290" y="3452913"/>
                  </a:lnTo>
                  <a:lnTo>
                    <a:pt x="3844613" y="3452934"/>
                  </a:lnTo>
                  <a:lnTo>
                    <a:pt x="3856935" y="3452942"/>
                  </a:lnTo>
                  <a:lnTo>
                    <a:pt x="3869258" y="3452945"/>
                  </a:lnTo>
                  <a:lnTo>
                    <a:pt x="3881580" y="3452946"/>
                  </a:lnTo>
                  <a:lnTo>
                    <a:pt x="3893902" y="3452946"/>
                  </a:lnTo>
                  <a:lnTo>
                    <a:pt x="3906225" y="3452945"/>
                  </a:lnTo>
                  <a:lnTo>
                    <a:pt x="3918547" y="3452944"/>
                  </a:lnTo>
                  <a:lnTo>
                    <a:pt x="3930870" y="3452939"/>
                  </a:lnTo>
                  <a:lnTo>
                    <a:pt x="3943192" y="3452924"/>
                  </a:lnTo>
                  <a:lnTo>
                    <a:pt x="3955515" y="3452886"/>
                  </a:lnTo>
                  <a:lnTo>
                    <a:pt x="3967837" y="3452793"/>
                  </a:lnTo>
                  <a:lnTo>
                    <a:pt x="3980160" y="3452578"/>
                  </a:lnTo>
                  <a:lnTo>
                    <a:pt x="3992482" y="3452113"/>
                  </a:lnTo>
                  <a:lnTo>
                    <a:pt x="4004805" y="3451114"/>
                  </a:lnTo>
                  <a:lnTo>
                    <a:pt x="4017127" y="3449161"/>
                  </a:lnTo>
                  <a:lnTo>
                    <a:pt x="4029450" y="3445644"/>
                  </a:lnTo>
                  <a:lnTo>
                    <a:pt x="4041772" y="3439775"/>
                  </a:lnTo>
                  <a:lnTo>
                    <a:pt x="4054095" y="3430715"/>
                  </a:lnTo>
                  <a:lnTo>
                    <a:pt x="4066417" y="3417799"/>
                  </a:lnTo>
                  <a:lnTo>
                    <a:pt x="4078740" y="3400852"/>
                  </a:lnTo>
                  <a:lnTo>
                    <a:pt x="4091062" y="3380499"/>
                  </a:lnTo>
                  <a:lnTo>
                    <a:pt x="4103385" y="3358340"/>
                  </a:lnTo>
                  <a:lnTo>
                    <a:pt x="4115707" y="3336877"/>
                  </a:lnTo>
                  <a:lnTo>
                    <a:pt x="4128030" y="3319113"/>
                  </a:lnTo>
                  <a:lnTo>
                    <a:pt x="4140352" y="3307903"/>
                  </a:lnTo>
                  <a:lnTo>
                    <a:pt x="4152675" y="3305224"/>
                  </a:lnTo>
                  <a:lnTo>
                    <a:pt x="4164997" y="3311618"/>
                  </a:lnTo>
                  <a:lnTo>
                    <a:pt x="4177319" y="3326012"/>
                  </a:lnTo>
                  <a:lnTo>
                    <a:pt x="4189642" y="3346000"/>
                  </a:lnTo>
                  <a:lnTo>
                    <a:pt x="4201964" y="3368494"/>
                  </a:lnTo>
                  <a:lnTo>
                    <a:pt x="4214287" y="3390368"/>
                  </a:lnTo>
                  <a:lnTo>
                    <a:pt x="4226609" y="3409301"/>
                  </a:lnTo>
                  <a:lnTo>
                    <a:pt x="4238932" y="3424293"/>
                  </a:lnTo>
                  <a:lnTo>
                    <a:pt x="4251254" y="3435241"/>
                  </a:lnTo>
                  <a:lnTo>
                    <a:pt x="4263577" y="3442653"/>
                  </a:lnTo>
                  <a:lnTo>
                    <a:pt x="4275899" y="3447321"/>
                  </a:lnTo>
                  <a:lnTo>
                    <a:pt x="4288222" y="3450058"/>
                  </a:lnTo>
                  <a:lnTo>
                    <a:pt x="4300544" y="3451555"/>
                  </a:lnTo>
                  <a:lnTo>
                    <a:pt x="4312867" y="3452317"/>
                  </a:lnTo>
                  <a:lnTo>
                    <a:pt x="4325189" y="3452677"/>
                  </a:lnTo>
                  <a:lnTo>
                    <a:pt x="4337512" y="3452832"/>
                  </a:lnTo>
                  <a:lnTo>
                    <a:pt x="4349834" y="3452883"/>
                  </a:lnTo>
                  <a:lnTo>
                    <a:pt x="4362157" y="3452873"/>
                  </a:lnTo>
                  <a:lnTo>
                    <a:pt x="4374479" y="3452808"/>
                  </a:lnTo>
                  <a:lnTo>
                    <a:pt x="4386802" y="3452663"/>
                  </a:lnTo>
                  <a:lnTo>
                    <a:pt x="4399124" y="3452386"/>
                  </a:lnTo>
                  <a:lnTo>
                    <a:pt x="4411447" y="3451900"/>
                  </a:lnTo>
                  <a:lnTo>
                    <a:pt x="4423769" y="3451090"/>
                  </a:lnTo>
                  <a:lnTo>
                    <a:pt x="4436091" y="3449838"/>
                  </a:lnTo>
                  <a:lnTo>
                    <a:pt x="4448414" y="3448081"/>
                  </a:lnTo>
                  <a:lnTo>
                    <a:pt x="4460736" y="3445817"/>
                  </a:lnTo>
                  <a:lnTo>
                    <a:pt x="4473059" y="3443162"/>
                  </a:lnTo>
                  <a:lnTo>
                    <a:pt x="4485381" y="3440355"/>
                  </a:lnTo>
                  <a:lnTo>
                    <a:pt x="4497704" y="3437742"/>
                  </a:lnTo>
                  <a:lnTo>
                    <a:pt x="4510026" y="3435709"/>
                  </a:lnTo>
                  <a:lnTo>
                    <a:pt x="4522349" y="3434591"/>
                  </a:lnTo>
                  <a:lnTo>
                    <a:pt x="4534671" y="3434582"/>
                  </a:lnTo>
                  <a:lnTo>
                    <a:pt x="4546994" y="3435687"/>
                  </a:lnTo>
                  <a:lnTo>
                    <a:pt x="4559316" y="3437712"/>
                  </a:lnTo>
                  <a:lnTo>
                    <a:pt x="4571639" y="3440325"/>
                  </a:lnTo>
                  <a:lnTo>
                    <a:pt x="4583961" y="3443138"/>
                  </a:lnTo>
                  <a:lnTo>
                    <a:pt x="4596284" y="3445803"/>
                  </a:lnTo>
                  <a:lnTo>
                    <a:pt x="4608606" y="3448075"/>
                  </a:lnTo>
                  <a:lnTo>
                    <a:pt x="4620929" y="3449838"/>
                  </a:lnTo>
                  <a:lnTo>
                    <a:pt x="4633251" y="3451083"/>
                  </a:lnTo>
                  <a:lnTo>
                    <a:pt x="4645574" y="3451887"/>
                  </a:lnTo>
                  <a:lnTo>
                    <a:pt x="4657896" y="3452379"/>
                  </a:lnTo>
                  <a:lnTo>
                    <a:pt x="4670219" y="3452660"/>
                  </a:lnTo>
                  <a:lnTo>
                    <a:pt x="4682541" y="3452811"/>
                  </a:lnTo>
                  <a:lnTo>
                    <a:pt x="4694864" y="3452886"/>
                  </a:lnTo>
                  <a:lnTo>
                    <a:pt x="4707186" y="3452921"/>
                  </a:lnTo>
                  <a:lnTo>
                    <a:pt x="4719508" y="3452936"/>
                  </a:lnTo>
                  <a:lnTo>
                    <a:pt x="4731831" y="3452943"/>
                  </a:lnTo>
                  <a:lnTo>
                    <a:pt x="4744153" y="3452945"/>
                  </a:lnTo>
                  <a:lnTo>
                    <a:pt x="4756476" y="3452946"/>
                  </a:lnTo>
                  <a:lnTo>
                    <a:pt x="4768798" y="3452946"/>
                  </a:lnTo>
                  <a:lnTo>
                    <a:pt x="4781121" y="3452946"/>
                  </a:lnTo>
                  <a:lnTo>
                    <a:pt x="4793443" y="3452946"/>
                  </a:lnTo>
                  <a:lnTo>
                    <a:pt x="4805766" y="3452946"/>
                  </a:lnTo>
                  <a:lnTo>
                    <a:pt x="4818088" y="3452946"/>
                  </a:lnTo>
                  <a:lnTo>
                    <a:pt x="4830411" y="3452946"/>
                  </a:lnTo>
                  <a:lnTo>
                    <a:pt x="4842733" y="3452946"/>
                  </a:lnTo>
                  <a:lnTo>
                    <a:pt x="4855056" y="3452946"/>
                  </a:lnTo>
                  <a:lnTo>
                    <a:pt x="4867378" y="3452946"/>
                  </a:lnTo>
                  <a:lnTo>
                    <a:pt x="4879701" y="3452946"/>
                  </a:lnTo>
                  <a:lnTo>
                    <a:pt x="4892023" y="3452946"/>
                  </a:lnTo>
                  <a:lnTo>
                    <a:pt x="4904346" y="3452946"/>
                  </a:lnTo>
                  <a:lnTo>
                    <a:pt x="4916668" y="3452946"/>
                  </a:lnTo>
                  <a:lnTo>
                    <a:pt x="4928991" y="3452946"/>
                  </a:lnTo>
                  <a:lnTo>
                    <a:pt x="4941313" y="3452946"/>
                  </a:lnTo>
                  <a:lnTo>
                    <a:pt x="4953636" y="3452946"/>
                  </a:lnTo>
                  <a:lnTo>
                    <a:pt x="4965958" y="3452946"/>
                  </a:lnTo>
                  <a:lnTo>
                    <a:pt x="4978281" y="3452946"/>
                  </a:lnTo>
                  <a:lnTo>
                    <a:pt x="4990603" y="3452946"/>
                  </a:lnTo>
                  <a:lnTo>
                    <a:pt x="5002925" y="3452946"/>
                  </a:lnTo>
                  <a:lnTo>
                    <a:pt x="5015248" y="3452946"/>
                  </a:lnTo>
                  <a:lnTo>
                    <a:pt x="5027570" y="3452946"/>
                  </a:lnTo>
                  <a:lnTo>
                    <a:pt x="5039893" y="3452946"/>
                  </a:lnTo>
                  <a:lnTo>
                    <a:pt x="5052215" y="3452946"/>
                  </a:lnTo>
                  <a:lnTo>
                    <a:pt x="5064538" y="3452946"/>
                  </a:lnTo>
                  <a:lnTo>
                    <a:pt x="5076860" y="3452946"/>
                  </a:lnTo>
                  <a:lnTo>
                    <a:pt x="5089183" y="3452946"/>
                  </a:lnTo>
                  <a:lnTo>
                    <a:pt x="5101505" y="3452946"/>
                  </a:lnTo>
                  <a:lnTo>
                    <a:pt x="5113828" y="3452946"/>
                  </a:lnTo>
                  <a:lnTo>
                    <a:pt x="5126150" y="3452946"/>
                  </a:lnTo>
                  <a:lnTo>
                    <a:pt x="5138473" y="3452946"/>
                  </a:lnTo>
                  <a:lnTo>
                    <a:pt x="5150795" y="3452946"/>
                  </a:lnTo>
                  <a:lnTo>
                    <a:pt x="5163118" y="3452946"/>
                  </a:lnTo>
                  <a:lnTo>
                    <a:pt x="5175440" y="3452946"/>
                  </a:lnTo>
                  <a:lnTo>
                    <a:pt x="5187763" y="3452946"/>
                  </a:lnTo>
                  <a:lnTo>
                    <a:pt x="5200085" y="3452946"/>
                  </a:lnTo>
                  <a:lnTo>
                    <a:pt x="5212408" y="3452946"/>
                  </a:lnTo>
                  <a:lnTo>
                    <a:pt x="5224730" y="3452946"/>
                  </a:lnTo>
                  <a:lnTo>
                    <a:pt x="5237053" y="3452946"/>
                  </a:lnTo>
                  <a:lnTo>
                    <a:pt x="5249375" y="3452946"/>
                  </a:lnTo>
                  <a:lnTo>
                    <a:pt x="5261698" y="3452946"/>
                  </a:lnTo>
                  <a:lnTo>
                    <a:pt x="5274020" y="3452946"/>
                  </a:lnTo>
                  <a:lnTo>
                    <a:pt x="5286342" y="3452946"/>
                  </a:lnTo>
                  <a:lnTo>
                    <a:pt x="5298665" y="3452946"/>
                  </a:lnTo>
                  <a:lnTo>
                    <a:pt x="5310987" y="3452946"/>
                  </a:lnTo>
                  <a:lnTo>
                    <a:pt x="5323310" y="3452946"/>
                  </a:lnTo>
                  <a:lnTo>
                    <a:pt x="5335632" y="3452946"/>
                  </a:lnTo>
                  <a:lnTo>
                    <a:pt x="5347955" y="3452946"/>
                  </a:lnTo>
                  <a:lnTo>
                    <a:pt x="5360277" y="3452946"/>
                  </a:lnTo>
                  <a:lnTo>
                    <a:pt x="5372600" y="3452946"/>
                  </a:lnTo>
                  <a:lnTo>
                    <a:pt x="5384922" y="3452946"/>
                  </a:lnTo>
                  <a:lnTo>
                    <a:pt x="5397245" y="3452946"/>
                  </a:lnTo>
                  <a:lnTo>
                    <a:pt x="5409567" y="3452946"/>
                  </a:lnTo>
                  <a:lnTo>
                    <a:pt x="5421890" y="3452946"/>
                  </a:lnTo>
                  <a:lnTo>
                    <a:pt x="5434212" y="3452946"/>
                  </a:lnTo>
                  <a:lnTo>
                    <a:pt x="5446535" y="3452946"/>
                  </a:lnTo>
                  <a:lnTo>
                    <a:pt x="5458857" y="3452946"/>
                  </a:lnTo>
                  <a:lnTo>
                    <a:pt x="5471180" y="3452946"/>
                  </a:lnTo>
                  <a:lnTo>
                    <a:pt x="5483502" y="3452946"/>
                  </a:lnTo>
                  <a:lnTo>
                    <a:pt x="5495825" y="3452946"/>
                  </a:lnTo>
                  <a:lnTo>
                    <a:pt x="5508147" y="3452946"/>
                  </a:lnTo>
                  <a:lnTo>
                    <a:pt x="5520470" y="3452946"/>
                  </a:lnTo>
                  <a:lnTo>
                    <a:pt x="5532792" y="3452946"/>
                  </a:lnTo>
                  <a:lnTo>
                    <a:pt x="5545114" y="3452946"/>
                  </a:lnTo>
                  <a:lnTo>
                    <a:pt x="5557437" y="3452946"/>
                  </a:lnTo>
                  <a:lnTo>
                    <a:pt x="5569759" y="3452946"/>
                  </a:lnTo>
                  <a:lnTo>
                    <a:pt x="5582082" y="3452946"/>
                  </a:lnTo>
                  <a:lnTo>
                    <a:pt x="5594404" y="3452946"/>
                  </a:lnTo>
                  <a:lnTo>
                    <a:pt x="5606727" y="3452946"/>
                  </a:lnTo>
                  <a:lnTo>
                    <a:pt x="5619049" y="3452946"/>
                  </a:lnTo>
                  <a:lnTo>
                    <a:pt x="5631372" y="3452946"/>
                  </a:lnTo>
                  <a:lnTo>
                    <a:pt x="5643694" y="3452946"/>
                  </a:lnTo>
                  <a:lnTo>
                    <a:pt x="5656017" y="3452946"/>
                  </a:lnTo>
                  <a:lnTo>
                    <a:pt x="5668339" y="3452946"/>
                  </a:lnTo>
                  <a:lnTo>
                    <a:pt x="5680662" y="3452946"/>
                  </a:lnTo>
                  <a:lnTo>
                    <a:pt x="5692984" y="3452946"/>
                  </a:lnTo>
                  <a:lnTo>
                    <a:pt x="5705307" y="3452946"/>
                  </a:lnTo>
                  <a:lnTo>
                    <a:pt x="5717629" y="3452946"/>
                  </a:lnTo>
                  <a:lnTo>
                    <a:pt x="5729952" y="3452946"/>
                  </a:lnTo>
                  <a:lnTo>
                    <a:pt x="5742274" y="3452946"/>
                  </a:lnTo>
                  <a:lnTo>
                    <a:pt x="5754597" y="3452946"/>
                  </a:lnTo>
                  <a:lnTo>
                    <a:pt x="5766919" y="3452946"/>
                  </a:lnTo>
                  <a:lnTo>
                    <a:pt x="5779242" y="3452946"/>
                  </a:lnTo>
                  <a:lnTo>
                    <a:pt x="5791564" y="3452946"/>
                  </a:lnTo>
                  <a:lnTo>
                    <a:pt x="5803887" y="3452946"/>
                  </a:lnTo>
                  <a:lnTo>
                    <a:pt x="5816209" y="3452946"/>
                  </a:lnTo>
                  <a:lnTo>
                    <a:pt x="5828531" y="3452946"/>
                  </a:lnTo>
                  <a:lnTo>
                    <a:pt x="5840854" y="3452946"/>
                  </a:lnTo>
                  <a:lnTo>
                    <a:pt x="5853176" y="3452946"/>
                  </a:lnTo>
                  <a:lnTo>
                    <a:pt x="5865499" y="3452946"/>
                  </a:lnTo>
                  <a:lnTo>
                    <a:pt x="5877821" y="3452946"/>
                  </a:lnTo>
                  <a:lnTo>
                    <a:pt x="5890144" y="3452946"/>
                  </a:lnTo>
                  <a:lnTo>
                    <a:pt x="5902466" y="3452946"/>
                  </a:lnTo>
                  <a:lnTo>
                    <a:pt x="5914789" y="3452946"/>
                  </a:lnTo>
                  <a:lnTo>
                    <a:pt x="5927111" y="3452946"/>
                  </a:lnTo>
                  <a:lnTo>
                    <a:pt x="5939434" y="3452946"/>
                  </a:lnTo>
                  <a:lnTo>
                    <a:pt x="5951756" y="3452946"/>
                  </a:lnTo>
                  <a:lnTo>
                    <a:pt x="5964079" y="3452946"/>
                  </a:lnTo>
                  <a:lnTo>
                    <a:pt x="5976401" y="3452946"/>
                  </a:lnTo>
                  <a:lnTo>
                    <a:pt x="5988724" y="3452946"/>
                  </a:lnTo>
                  <a:lnTo>
                    <a:pt x="6001046" y="3452946"/>
                  </a:lnTo>
                  <a:lnTo>
                    <a:pt x="6013369" y="3452946"/>
                  </a:lnTo>
                  <a:lnTo>
                    <a:pt x="6025691" y="3452946"/>
                  </a:lnTo>
                  <a:lnTo>
                    <a:pt x="6038014" y="3452946"/>
                  </a:lnTo>
                  <a:lnTo>
                    <a:pt x="6050336" y="3452946"/>
                  </a:lnTo>
                  <a:lnTo>
                    <a:pt x="6062659" y="3452945"/>
                  </a:lnTo>
                  <a:lnTo>
                    <a:pt x="6074981" y="3452941"/>
                  </a:lnTo>
                  <a:lnTo>
                    <a:pt x="6087304" y="3452931"/>
                  </a:lnTo>
                  <a:lnTo>
                    <a:pt x="6099626" y="3452905"/>
                  </a:lnTo>
                  <a:lnTo>
                    <a:pt x="6111948" y="3452837"/>
                  </a:lnTo>
                  <a:lnTo>
                    <a:pt x="6124271" y="3452667"/>
                  </a:lnTo>
                  <a:lnTo>
                    <a:pt x="6136593" y="3452280"/>
                  </a:lnTo>
                  <a:lnTo>
                    <a:pt x="6148916" y="3451460"/>
                  </a:lnTo>
                  <a:lnTo>
                    <a:pt x="6161238" y="3449851"/>
                  </a:lnTo>
                  <a:lnTo>
                    <a:pt x="6173561" y="3446919"/>
                  </a:lnTo>
                  <a:lnTo>
                    <a:pt x="6185883" y="3441967"/>
                  </a:lnTo>
                  <a:lnTo>
                    <a:pt x="6198206" y="3434213"/>
                  </a:lnTo>
                  <a:lnTo>
                    <a:pt x="6210528" y="3422980"/>
                  </a:lnTo>
                  <a:lnTo>
                    <a:pt x="6222851" y="3407966"/>
                  </a:lnTo>
                  <a:lnTo>
                    <a:pt x="6235173" y="3389543"/>
                  </a:lnTo>
                  <a:lnTo>
                    <a:pt x="6247496" y="3368969"/>
                  </a:lnTo>
                  <a:lnTo>
                    <a:pt x="6259818" y="3348393"/>
                  </a:lnTo>
                  <a:lnTo>
                    <a:pt x="6272141" y="3330577"/>
                  </a:lnTo>
                  <a:lnTo>
                    <a:pt x="6284463" y="3318329"/>
                  </a:lnTo>
                  <a:lnTo>
                    <a:pt x="6296786" y="3313813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706745" y="605582"/>
              <a:ext cx="6296786" cy="5540746"/>
            </a:xfrm>
            <a:custGeom>
              <a:avLst/>
              <a:pathLst>
                <a:path w="6296786" h="5540746">
                  <a:moveTo>
                    <a:pt x="0" y="5540746"/>
                  </a:moveTo>
                  <a:lnTo>
                    <a:pt x="12322" y="5540746"/>
                  </a:lnTo>
                  <a:lnTo>
                    <a:pt x="24644" y="5540746"/>
                  </a:lnTo>
                  <a:lnTo>
                    <a:pt x="36967" y="5540746"/>
                  </a:lnTo>
                  <a:lnTo>
                    <a:pt x="49289" y="5540746"/>
                  </a:lnTo>
                  <a:lnTo>
                    <a:pt x="61612" y="5540746"/>
                  </a:lnTo>
                  <a:lnTo>
                    <a:pt x="73934" y="5540746"/>
                  </a:lnTo>
                  <a:lnTo>
                    <a:pt x="86257" y="5540746"/>
                  </a:lnTo>
                  <a:lnTo>
                    <a:pt x="98579" y="5540746"/>
                  </a:lnTo>
                  <a:lnTo>
                    <a:pt x="110902" y="5540746"/>
                  </a:lnTo>
                  <a:lnTo>
                    <a:pt x="123224" y="5540746"/>
                  </a:lnTo>
                  <a:lnTo>
                    <a:pt x="135547" y="5540746"/>
                  </a:lnTo>
                  <a:lnTo>
                    <a:pt x="147869" y="5540746"/>
                  </a:lnTo>
                  <a:lnTo>
                    <a:pt x="160192" y="5540746"/>
                  </a:lnTo>
                  <a:lnTo>
                    <a:pt x="172514" y="5540746"/>
                  </a:lnTo>
                  <a:lnTo>
                    <a:pt x="184837" y="5540746"/>
                  </a:lnTo>
                  <a:lnTo>
                    <a:pt x="197159" y="5540746"/>
                  </a:lnTo>
                  <a:lnTo>
                    <a:pt x="209482" y="5540746"/>
                  </a:lnTo>
                  <a:lnTo>
                    <a:pt x="221804" y="5540746"/>
                  </a:lnTo>
                  <a:lnTo>
                    <a:pt x="234127" y="5540746"/>
                  </a:lnTo>
                  <a:lnTo>
                    <a:pt x="246449" y="5540746"/>
                  </a:lnTo>
                  <a:lnTo>
                    <a:pt x="258772" y="5540746"/>
                  </a:lnTo>
                  <a:lnTo>
                    <a:pt x="271094" y="5540746"/>
                  </a:lnTo>
                  <a:lnTo>
                    <a:pt x="283416" y="5540746"/>
                  </a:lnTo>
                  <a:lnTo>
                    <a:pt x="295739" y="5540746"/>
                  </a:lnTo>
                  <a:lnTo>
                    <a:pt x="308061" y="5540746"/>
                  </a:lnTo>
                  <a:lnTo>
                    <a:pt x="320384" y="5540746"/>
                  </a:lnTo>
                  <a:lnTo>
                    <a:pt x="332706" y="5540746"/>
                  </a:lnTo>
                  <a:lnTo>
                    <a:pt x="345029" y="5540746"/>
                  </a:lnTo>
                  <a:lnTo>
                    <a:pt x="357351" y="5540746"/>
                  </a:lnTo>
                  <a:lnTo>
                    <a:pt x="369674" y="5540746"/>
                  </a:lnTo>
                  <a:lnTo>
                    <a:pt x="381996" y="5540746"/>
                  </a:lnTo>
                  <a:lnTo>
                    <a:pt x="394319" y="5540746"/>
                  </a:lnTo>
                  <a:lnTo>
                    <a:pt x="406641" y="5540746"/>
                  </a:lnTo>
                  <a:lnTo>
                    <a:pt x="418964" y="5540746"/>
                  </a:lnTo>
                  <a:lnTo>
                    <a:pt x="431286" y="5540746"/>
                  </a:lnTo>
                  <a:lnTo>
                    <a:pt x="443609" y="5540746"/>
                  </a:lnTo>
                  <a:lnTo>
                    <a:pt x="455931" y="5540746"/>
                  </a:lnTo>
                  <a:lnTo>
                    <a:pt x="468254" y="5540746"/>
                  </a:lnTo>
                  <a:lnTo>
                    <a:pt x="480576" y="5540746"/>
                  </a:lnTo>
                  <a:lnTo>
                    <a:pt x="492899" y="5540746"/>
                  </a:lnTo>
                  <a:lnTo>
                    <a:pt x="505221" y="5540746"/>
                  </a:lnTo>
                  <a:lnTo>
                    <a:pt x="517544" y="5540746"/>
                  </a:lnTo>
                  <a:lnTo>
                    <a:pt x="529866" y="5540746"/>
                  </a:lnTo>
                  <a:lnTo>
                    <a:pt x="542189" y="5540746"/>
                  </a:lnTo>
                  <a:lnTo>
                    <a:pt x="554511" y="5540746"/>
                  </a:lnTo>
                  <a:lnTo>
                    <a:pt x="566833" y="5540746"/>
                  </a:lnTo>
                  <a:lnTo>
                    <a:pt x="579156" y="5540746"/>
                  </a:lnTo>
                  <a:lnTo>
                    <a:pt x="591478" y="5540746"/>
                  </a:lnTo>
                  <a:lnTo>
                    <a:pt x="603801" y="5540746"/>
                  </a:lnTo>
                  <a:lnTo>
                    <a:pt x="616123" y="5540746"/>
                  </a:lnTo>
                  <a:lnTo>
                    <a:pt x="628446" y="5540746"/>
                  </a:lnTo>
                  <a:lnTo>
                    <a:pt x="640768" y="5540746"/>
                  </a:lnTo>
                  <a:lnTo>
                    <a:pt x="653091" y="5540746"/>
                  </a:lnTo>
                  <a:lnTo>
                    <a:pt x="665413" y="5540746"/>
                  </a:lnTo>
                  <a:lnTo>
                    <a:pt x="677736" y="5540746"/>
                  </a:lnTo>
                  <a:lnTo>
                    <a:pt x="690058" y="5540746"/>
                  </a:lnTo>
                  <a:lnTo>
                    <a:pt x="702381" y="5540746"/>
                  </a:lnTo>
                  <a:lnTo>
                    <a:pt x="714703" y="5540746"/>
                  </a:lnTo>
                  <a:lnTo>
                    <a:pt x="727026" y="5540746"/>
                  </a:lnTo>
                  <a:lnTo>
                    <a:pt x="739348" y="5540746"/>
                  </a:lnTo>
                  <a:lnTo>
                    <a:pt x="751671" y="5540746"/>
                  </a:lnTo>
                  <a:lnTo>
                    <a:pt x="763993" y="5540746"/>
                  </a:lnTo>
                  <a:lnTo>
                    <a:pt x="776316" y="5540746"/>
                  </a:lnTo>
                  <a:lnTo>
                    <a:pt x="788638" y="5540746"/>
                  </a:lnTo>
                  <a:lnTo>
                    <a:pt x="800961" y="5540746"/>
                  </a:lnTo>
                  <a:lnTo>
                    <a:pt x="813283" y="5540746"/>
                  </a:lnTo>
                  <a:lnTo>
                    <a:pt x="825606" y="5540746"/>
                  </a:lnTo>
                  <a:lnTo>
                    <a:pt x="837928" y="5540746"/>
                  </a:lnTo>
                  <a:lnTo>
                    <a:pt x="850250" y="5540746"/>
                  </a:lnTo>
                  <a:lnTo>
                    <a:pt x="862573" y="5540746"/>
                  </a:lnTo>
                  <a:lnTo>
                    <a:pt x="874895" y="5540746"/>
                  </a:lnTo>
                  <a:lnTo>
                    <a:pt x="887218" y="5540746"/>
                  </a:lnTo>
                  <a:lnTo>
                    <a:pt x="899540" y="5540746"/>
                  </a:lnTo>
                  <a:lnTo>
                    <a:pt x="911863" y="5540746"/>
                  </a:lnTo>
                  <a:lnTo>
                    <a:pt x="924185" y="5540746"/>
                  </a:lnTo>
                  <a:lnTo>
                    <a:pt x="936508" y="5540746"/>
                  </a:lnTo>
                  <a:lnTo>
                    <a:pt x="948830" y="5540746"/>
                  </a:lnTo>
                  <a:lnTo>
                    <a:pt x="961153" y="5540746"/>
                  </a:lnTo>
                  <a:lnTo>
                    <a:pt x="973475" y="5540746"/>
                  </a:lnTo>
                  <a:lnTo>
                    <a:pt x="985798" y="5540746"/>
                  </a:lnTo>
                  <a:lnTo>
                    <a:pt x="998120" y="5540746"/>
                  </a:lnTo>
                  <a:lnTo>
                    <a:pt x="1010443" y="5540746"/>
                  </a:lnTo>
                  <a:lnTo>
                    <a:pt x="1022765" y="5540746"/>
                  </a:lnTo>
                  <a:lnTo>
                    <a:pt x="1035088" y="5540746"/>
                  </a:lnTo>
                  <a:lnTo>
                    <a:pt x="1047410" y="5540746"/>
                  </a:lnTo>
                  <a:lnTo>
                    <a:pt x="1059733" y="5540746"/>
                  </a:lnTo>
                  <a:lnTo>
                    <a:pt x="1072055" y="5540746"/>
                  </a:lnTo>
                  <a:lnTo>
                    <a:pt x="1084378" y="5540746"/>
                  </a:lnTo>
                  <a:lnTo>
                    <a:pt x="1096700" y="5540746"/>
                  </a:lnTo>
                  <a:lnTo>
                    <a:pt x="1109022" y="5540746"/>
                  </a:lnTo>
                  <a:lnTo>
                    <a:pt x="1121345" y="5540746"/>
                  </a:lnTo>
                  <a:lnTo>
                    <a:pt x="1133667" y="5540746"/>
                  </a:lnTo>
                  <a:lnTo>
                    <a:pt x="1145990" y="5540746"/>
                  </a:lnTo>
                  <a:lnTo>
                    <a:pt x="1158312" y="5540746"/>
                  </a:lnTo>
                  <a:lnTo>
                    <a:pt x="1170635" y="5540746"/>
                  </a:lnTo>
                  <a:lnTo>
                    <a:pt x="1182957" y="5540746"/>
                  </a:lnTo>
                  <a:lnTo>
                    <a:pt x="1195280" y="5540746"/>
                  </a:lnTo>
                  <a:lnTo>
                    <a:pt x="1207602" y="5540746"/>
                  </a:lnTo>
                  <a:lnTo>
                    <a:pt x="1219925" y="5540746"/>
                  </a:lnTo>
                  <a:lnTo>
                    <a:pt x="1232247" y="5540746"/>
                  </a:lnTo>
                  <a:lnTo>
                    <a:pt x="1244570" y="5540746"/>
                  </a:lnTo>
                  <a:lnTo>
                    <a:pt x="1256892" y="5540746"/>
                  </a:lnTo>
                  <a:lnTo>
                    <a:pt x="1269215" y="5540746"/>
                  </a:lnTo>
                  <a:lnTo>
                    <a:pt x="1281537" y="5540746"/>
                  </a:lnTo>
                  <a:lnTo>
                    <a:pt x="1293860" y="5540746"/>
                  </a:lnTo>
                  <a:lnTo>
                    <a:pt x="1306182" y="5540746"/>
                  </a:lnTo>
                  <a:lnTo>
                    <a:pt x="1318505" y="5540746"/>
                  </a:lnTo>
                  <a:lnTo>
                    <a:pt x="1330827" y="5540746"/>
                  </a:lnTo>
                  <a:lnTo>
                    <a:pt x="1343150" y="5540746"/>
                  </a:lnTo>
                  <a:lnTo>
                    <a:pt x="1355472" y="5540746"/>
                  </a:lnTo>
                  <a:lnTo>
                    <a:pt x="1367795" y="5540746"/>
                  </a:lnTo>
                  <a:lnTo>
                    <a:pt x="1380117" y="5540746"/>
                  </a:lnTo>
                  <a:lnTo>
                    <a:pt x="1392439" y="5540746"/>
                  </a:lnTo>
                  <a:lnTo>
                    <a:pt x="1404762" y="5540746"/>
                  </a:lnTo>
                  <a:lnTo>
                    <a:pt x="1417084" y="5540746"/>
                  </a:lnTo>
                  <a:lnTo>
                    <a:pt x="1429407" y="5540746"/>
                  </a:lnTo>
                  <a:lnTo>
                    <a:pt x="1441729" y="5540746"/>
                  </a:lnTo>
                  <a:lnTo>
                    <a:pt x="1454052" y="5540745"/>
                  </a:lnTo>
                  <a:lnTo>
                    <a:pt x="1466374" y="5540745"/>
                  </a:lnTo>
                  <a:lnTo>
                    <a:pt x="1478697" y="5540744"/>
                  </a:lnTo>
                  <a:lnTo>
                    <a:pt x="1491019" y="5540741"/>
                  </a:lnTo>
                  <a:lnTo>
                    <a:pt x="1503342" y="5540730"/>
                  </a:lnTo>
                  <a:lnTo>
                    <a:pt x="1515664" y="5540701"/>
                  </a:lnTo>
                  <a:lnTo>
                    <a:pt x="1527987" y="5540627"/>
                  </a:lnTo>
                  <a:lnTo>
                    <a:pt x="1540309" y="5540450"/>
                  </a:lnTo>
                  <a:lnTo>
                    <a:pt x="1552632" y="5540058"/>
                  </a:lnTo>
                  <a:lnTo>
                    <a:pt x="1564954" y="5539251"/>
                  </a:lnTo>
                  <a:lnTo>
                    <a:pt x="1577277" y="5537705"/>
                  </a:lnTo>
                  <a:lnTo>
                    <a:pt x="1589599" y="5534902"/>
                  </a:lnTo>
                  <a:lnTo>
                    <a:pt x="1601922" y="5530197"/>
                  </a:lnTo>
                  <a:lnTo>
                    <a:pt x="1614244" y="5523084"/>
                  </a:lnTo>
                  <a:lnTo>
                    <a:pt x="1626567" y="5513286"/>
                  </a:lnTo>
                  <a:lnTo>
                    <a:pt x="1638889" y="5501062"/>
                  </a:lnTo>
                  <a:lnTo>
                    <a:pt x="1651212" y="5487384"/>
                  </a:lnTo>
                  <a:lnTo>
                    <a:pt x="1663534" y="5473916"/>
                  </a:lnTo>
                  <a:lnTo>
                    <a:pt x="1675856" y="5462728"/>
                  </a:lnTo>
                  <a:lnTo>
                    <a:pt x="1688179" y="5455796"/>
                  </a:lnTo>
                  <a:lnTo>
                    <a:pt x="1700501" y="5454440"/>
                  </a:lnTo>
                  <a:lnTo>
                    <a:pt x="1712824" y="5458925"/>
                  </a:lnTo>
                  <a:lnTo>
                    <a:pt x="1725146" y="5468378"/>
                  </a:lnTo>
                  <a:lnTo>
                    <a:pt x="1737469" y="5481058"/>
                  </a:lnTo>
                  <a:lnTo>
                    <a:pt x="1749791" y="5494869"/>
                  </a:lnTo>
                  <a:lnTo>
                    <a:pt x="1762114" y="5507912"/>
                  </a:lnTo>
                  <a:lnTo>
                    <a:pt x="1774436" y="5518883"/>
                  </a:lnTo>
                  <a:lnTo>
                    <a:pt x="1786759" y="5527208"/>
                  </a:lnTo>
                  <a:lnTo>
                    <a:pt x="1799081" y="5532939"/>
                  </a:lnTo>
                  <a:lnTo>
                    <a:pt x="1811404" y="5536474"/>
                  </a:lnTo>
                  <a:lnTo>
                    <a:pt x="1823726" y="5538362"/>
                  </a:lnTo>
                  <a:lnTo>
                    <a:pt x="1836049" y="5539102"/>
                  </a:lnTo>
                  <a:lnTo>
                    <a:pt x="1848371" y="5538863"/>
                  </a:lnTo>
                  <a:lnTo>
                    <a:pt x="1860694" y="5537527"/>
                  </a:lnTo>
                  <a:lnTo>
                    <a:pt x="1873016" y="5534648"/>
                  </a:lnTo>
                  <a:lnTo>
                    <a:pt x="1885339" y="5529441"/>
                  </a:lnTo>
                  <a:lnTo>
                    <a:pt x="1897661" y="5520787"/>
                  </a:lnTo>
                  <a:lnTo>
                    <a:pt x="1909984" y="5507277"/>
                  </a:lnTo>
                  <a:lnTo>
                    <a:pt x="1922306" y="5487320"/>
                  </a:lnTo>
                  <a:lnTo>
                    <a:pt x="1934629" y="5459315"/>
                  </a:lnTo>
                  <a:lnTo>
                    <a:pt x="1946951" y="5421876"/>
                  </a:lnTo>
                  <a:lnTo>
                    <a:pt x="1959273" y="5374083"/>
                  </a:lnTo>
                  <a:lnTo>
                    <a:pt x="1971596" y="5315699"/>
                  </a:lnTo>
                  <a:lnTo>
                    <a:pt x="1983918" y="5247274"/>
                  </a:lnTo>
                  <a:lnTo>
                    <a:pt x="1996241" y="5170085"/>
                  </a:lnTo>
                  <a:lnTo>
                    <a:pt x="2008563" y="5085929"/>
                  </a:lnTo>
                  <a:lnTo>
                    <a:pt x="2020886" y="4996909"/>
                  </a:lnTo>
                  <a:lnTo>
                    <a:pt x="2033208" y="4905483"/>
                  </a:lnTo>
                  <a:lnTo>
                    <a:pt x="2045531" y="4815385"/>
                  </a:lnTo>
                  <a:lnTo>
                    <a:pt x="2057853" y="4732180"/>
                  </a:lnTo>
                  <a:lnTo>
                    <a:pt x="2070176" y="4663702"/>
                  </a:lnTo>
                  <a:lnTo>
                    <a:pt x="2082498" y="4619509"/>
                  </a:lnTo>
                  <a:lnTo>
                    <a:pt x="2094821" y="4608853"/>
                  </a:lnTo>
                  <a:lnTo>
                    <a:pt x="2107143" y="4637824"/>
                  </a:lnTo>
                  <a:lnTo>
                    <a:pt x="2119466" y="4706824"/>
                  </a:lnTo>
                  <a:lnTo>
                    <a:pt x="2131788" y="4809538"/>
                  </a:lnTo>
                  <a:lnTo>
                    <a:pt x="2144111" y="4933947"/>
                  </a:lnTo>
                  <a:lnTo>
                    <a:pt x="2156433" y="5065020"/>
                  </a:lnTo>
                  <a:lnTo>
                    <a:pt x="2168756" y="5188002"/>
                  </a:lnTo>
                  <a:lnTo>
                    <a:pt x="2181078" y="5290979"/>
                  </a:lnTo>
                  <a:lnTo>
                    <a:pt x="2193401" y="5365799"/>
                  </a:lnTo>
                  <a:lnTo>
                    <a:pt x="2205723" y="5407138"/>
                  </a:lnTo>
                  <a:lnTo>
                    <a:pt x="2218045" y="5410224"/>
                  </a:lnTo>
                  <a:lnTo>
                    <a:pt x="2230368" y="5368181"/>
                  </a:lnTo>
                  <a:lnTo>
                    <a:pt x="2242690" y="5270140"/>
                  </a:lnTo>
                  <a:lnTo>
                    <a:pt x="2255013" y="5100865"/>
                  </a:lnTo>
                  <a:lnTo>
                    <a:pt x="2267335" y="4838414"/>
                  </a:lnTo>
                  <a:lnTo>
                    <a:pt x="2279658" y="4477119"/>
                  </a:lnTo>
                  <a:lnTo>
                    <a:pt x="2291980" y="4021655"/>
                  </a:lnTo>
                  <a:lnTo>
                    <a:pt x="2304303" y="3498162"/>
                  </a:lnTo>
                  <a:lnTo>
                    <a:pt x="2316625" y="2956422"/>
                  </a:lnTo>
                  <a:lnTo>
                    <a:pt x="2328948" y="2464477"/>
                  </a:lnTo>
                  <a:lnTo>
                    <a:pt x="2341270" y="2095508"/>
                  </a:lnTo>
                  <a:lnTo>
                    <a:pt x="2353593" y="1910219"/>
                  </a:lnTo>
                  <a:lnTo>
                    <a:pt x="2365915" y="1940521"/>
                  </a:lnTo>
                  <a:lnTo>
                    <a:pt x="2378238" y="2180454"/>
                  </a:lnTo>
                  <a:lnTo>
                    <a:pt x="2390560" y="2587734"/>
                  </a:lnTo>
                  <a:lnTo>
                    <a:pt x="2402883" y="3095106"/>
                  </a:lnTo>
                  <a:lnTo>
                    <a:pt x="2415205" y="3626915"/>
                  </a:lnTo>
                  <a:lnTo>
                    <a:pt x="2427528" y="4114594"/>
                  </a:lnTo>
                  <a:lnTo>
                    <a:pt x="2439850" y="4505901"/>
                  </a:lnTo>
                  <a:lnTo>
                    <a:pt x="2452173" y="4765940"/>
                  </a:lnTo>
                  <a:lnTo>
                    <a:pt x="2464495" y="4871774"/>
                  </a:lnTo>
                  <a:lnTo>
                    <a:pt x="2476818" y="4805131"/>
                  </a:lnTo>
                  <a:lnTo>
                    <a:pt x="2489140" y="4537061"/>
                  </a:lnTo>
                  <a:lnTo>
                    <a:pt x="2501462" y="4066138"/>
                  </a:lnTo>
                  <a:lnTo>
                    <a:pt x="2513785" y="3403616"/>
                  </a:lnTo>
                  <a:lnTo>
                    <a:pt x="2526107" y="2594547"/>
                  </a:lnTo>
                  <a:lnTo>
                    <a:pt x="2538430" y="1725839"/>
                  </a:lnTo>
                  <a:lnTo>
                    <a:pt x="2550752" y="918948"/>
                  </a:lnTo>
                  <a:lnTo>
                    <a:pt x="2563075" y="306670"/>
                  </a:lnTo>
                  <a:lnTo>
                    <a:pt x="2575397" y="0"/>
                  </a:lnTo>
                  <a:lnTo>
                    <a:pt x="2587720" y="56790"/>
                  </a:lnTo>
                  <a:lnTo>
                    <a:pt x="2600042" y="464496"/>
                  </a:lnTo>
                  <a:lnTo>
                    <a:pt x="2612365" y="1144088"/>
                  </a:lnTo>
                  <a:lnTo>
                    <a:pt x="2624687" y="1973618"/>
                  </a:lnTo>
                  <a:lnTo>
                    <a:pt x="2637010" y="2822178"/>
                  </a:lnTo>
                  <a:lnTo>
                    <a:pt x="2649332" y="3581796"/>
                  </a:lnTo>
                  <a:lnTo>
                    <a:pt x="2661655" y="4187171"/>
                  </a:lnTo>
                  <a:lnTo>
                    <a:pt x="2673977" y="4619451"/>
                  </a:lnTo>
                  <a:lnTo>
                    <a:pt x="2686300" y="4896745"/>
                  </a:lnTo>
                  <a:lnTo>
                    <a:pt x="2698622" y="5058006"/>
                  </a:lnTo>
                  <a:lnTo>
                    <a:pt x="2710945" y="5145449"/>
                  </a:lnTo>
                  <a:lnTo>
                    <a:pt x="2723267" y="5199943"/>
                  </a:lnTo>
                  <a:lnTo>
                    <a:pt x="2735590" y="5244760"/>
                  </a:lnTo>
                  <a:lnTo>
                    <a:pt x="2747912" y="5290360"/>
                  </a:lnTo>
                  <a:lnTo>
                    <a:pt x="2760235" y="5338556"/>
                  </a:lnTo>
                  <a:lnTo>
                    <a:pt x="2772557" y="5386401"/>
                  </a:lnTo>
                  <a:lnTo>
                    <a:pt x="2784879" y="5429492"/>
                  </a:lnTo>
                  <a:lnTo>
                    <a:pt x="2797202" y="5463998"/>
                  </a:lnTo>
                  <a:lnTo>
                    <a:pt x="2809524" y="5487290"/>
                  </a:lnTo>
                  <a:lnTo>
                    <a:pt x="2821847" y="5497467"/>
                  </a:lnTo>
                  <a:lnTo>
                    <a:pt x="2834169" y="5492358"/>
                  </a:lnTo>
                  <a:lnTo>
                    <a:pt x="2846492" y="5468622"/>
                  </a:lnTo>
                  <a:lnTo>
                    <a:pt x="2858814" y="5421525"/>
                  </a:lnTo>
                  <a:lnTo>
                    <a:pt x="2871137" y="5345790"/>
                  </a:lnTo>
                  <a:lnTo>
                    <a:pt x="2883459" y="5237609"/>
                  </a:lnTo>
                  <a:lnTo>
                    <a:pt x="2895782" y="5097452"/>
                  </a:lnTo>
                  <a:lnTo>
                    <a:pt x="2908104" y="4932770"/>
                  </a:lnTo>
                  <a:lnTo>
                    <a:pt x="2920427" y="4759307"/>
                  </a:lnTo>
                  <a:lnTo>
                    <a:pt x="2932749" y="4601461"/>
                  </a:lnTo>
                  <a:lnTo>
                    <a:pt x="2945072" y="4486097"/>
                  </a:lnTo>
                  <a:lnTo>
                    <a:pt x="2957394" y="4432437"/>
                  </a:lnTo>
                  <a:lnTo>
                    <a:pt x="2969717" y="4449110"/>
                  </a:lnTo>
                  <a:lnTo>
                    <a:pt x="2982039" y="4531635"/>
                  </a:lnTo>
                  <a:lnTo>
                    <a:pt x="2994362" y="4664158"/>
                  </a:lnTo>
                  <a:lnTo>
                    <a:pt x="3006684" y="4824156"/>
                  </a:lnTo>
                  <a:lnTo>
                    <a:pt x="3019007" y="4988174"/>
                  </a:lnTo>
                  <a:lnTo>
                    <a:pt x="3031329" y="5136622"/>
                  </a:lnTo>
                  <a:lnTo>
                    <a:pt x="3043652" y="5256418"/>
                  </a:lnTo>
                  <a:lnTo>
                    <a:pt x="3055974" y="5341348"/>
                  </a:lnTo>
                  <a:lnTo>
                    <a:pt x="3068296" y="5390846"/>
                  </a:lnTo>
                  <a:lnTo>
                    <a:pt x="3080619" y="5408238"/>
                  </a:lnTo>
                  <a:lnTo>
                    <a:pt x="3092941" y="5399294"/>
                  </a:lnTo>
                  <a:lnTo>
                    <a:pt x="3105264" y="5371425"/>
                  </a:lnTo>
                  <a:lnTo>
                    <a:pt x="3117586" y="5333300"/>
                  </a:lnTo>
                  <a:lnTo>
                    <a:pt x="3129909" y="5294361"/>
                  </a:lnTo>
                  <a:lnTo>
                    <a:pt x="3142231" y="5263819"/>
                  </a:lnTo>
                  <a:lnTo>
                    <a:pt x="3154554" y="5249702"/>
                  </a:lnTo>
                  <a:lnTo>
                    <a:pt x="3166876" y="5255890"/>
                  </a:lnTo>
                  <a:lnTo>
                    <a:pt x="3179199" y="5280665"/>
                  </a:lnTo>
                  <a:lnTo>
                    <a:pt x="3191521" y="5319136"/>
                  </a:lnTo>
                  <a:lnTo>
                    <a:pt x="3203844" y="5364448"/>
                  </a:lnTo>
                  <a:lnTo>
                    <a:pt x="3216166" y="5409777"/>
                  </a:lnTo>
                  <a:lnTo>
                    <a:pt x="3228489" y="5449897"/>
                  </a:lnTo>
                  <a:lnTo>
                    <a:pt x="3240811" y="5481925"/>
                  </a:lnTo>
                  <a:lnTo>
                    <a:pt x="3253134" y="5505222"/>
                  </a:lnTo>
                  <a:lnTo>
                    <a:pt x="3265456" y="5520751"/>
                  </a:lnTo>
                  <a:lnTo>
                    <a:pt x="3277779" y="5530267"/>
                  </a:lnTo>
                  <a:lnTo>
                    <a:pt x="3290101" y="5535638"/>
                  </a:lnTo>
                  <a:lnTo>
                    <a:pt x="3302424" y="5538433"/>
                  </a:lnTo>
                  <a:lnTo>
                    <a:pt x="3314746" y="5539773"/>
                  </a:lnTo>
                  <a:lnTo>
                    <a:pt x="3327068" y="5540367"/>
                  </a:lnTo>
                  <a:lnTo>
                    <a:pt x="3339391" y="5540609"/>
                  </a:lnTo>
                  <a:lnTo>
                    <a:pt x="3351713" y="5540700"/>
                  </a:lnTo>
                  <a:lnTo>
                    <a:pt x="3364036" y="5540731"/>
                  </a:lnTo>
                  <a:lnTo>
                    <a:pt x="3376358" y="5540741"/>
                  </a:lnTo>
                  <a:lnTo>
                    <a:pt x="3388681" y="5540744"/>
                  </a:lnTo>
                  <a:lnTo>
                    <a:pt x="3401003" y="5540745"/>
                  </a:lnTo>
                  <a:lnTo>
                    <a:pt x="3413326" y="5540745"/>
                  </a:lnTo>
                  <a:lnTo>
                    <a:pt x="3425648" y="5540746"/>
                  </a:lnTo>
                  <a:lnTo>
                    <a:pt x="3437971" y="5540746"/>
                  </a:lnTo>
                  <a:lnTo>
                    <a:pt x="3450293" y="5540746"/>
                  </a:lnTo>
                  <a:lnTo>
                    <a:pt x="3462616" y="5540746"/>
                  </a:lnTo>
                  <a:lnTo>
                    <a:pt x="3474938" y="5540746"/>
                  </a:lnTo>
                  <a:lnTo>
                    <a:pt x="3487261" y="5540746"/>
                  </a:lnTo>
                  <a:lnTo>
                    <a:pt x="3499583" y="5540746"/>
                  </a:lnTo>
                  <a:lnTo>
                    <a:pt x="3511906" y="5540746"/>
                  </a:lnTo>
                  <a:lnTo>
                    <a:pt x="3524228" y="5540746"/>
                  </a:lnTo>
                  <a:lnTo>
                    <a:pt x="3536551" y="5540746"/>
                  </a:lnTo>
                  <a:lnTo>
                    <a:pt x="3548873" y="5540745"/>
                  </a:lnTo>
                  <a:lnTo>
                    <a:pt x="3561196" y="5540745"/>
                  </a:lnTo>
                  <a:lnTo>
                    <a:pt x="3573518" y="5540744"/>
                  </a:lnTo>
                  <a:lnTo>
                    <a:pt x="3585841" y="5540742"/>
                  </a:lnTo>
                  <a:lnTo>
                    <a:pt x="3598163" y="5540736"/>
                  </a:lnTo>
                  <a:lnTo>
                    <a:pt x="3610485" y="5540717"/>
                  </a:lnTo>
                  <a:lnTo>
                    <a:pt x="3622808" y="5540670"/>
                  </a:lnTo>
                  <a:lnTo>
                    <a:pt x="3635130" y="5540561"/>
                  </a:lnTo>
                  <a:lnTo>
                    <a:pt x="3647453" y="5540325"/>
                  </a:lnTo>
                  <a:lnTo>
                    <a:pt x="3659775" y="5539859"/>
                  </a:lnTo>
                  <a:lnTo>
                    <a:pt x="3672098" y="5539012"/>
                  </a:lnTo>
                  <a:lnTo>
                    <a:pt x="3684420" y="5537597"/>
                  </a:lnTo>
                  <a:lnTo>
                    <a:pt x="3696743" y="5535427"/>
                  </a:lnTo>
                  <a:lnTo>
                    <a:pt x="3709065" y="5532383"/>
                  </a:lnTo>
                  <a:lnTo>
                    <a:pt x="3721388" y="5528496"/>
                  </a:lnTo>
                  <a:lnTo>
                    <a:pt x="3733710" y="5524015"/>
                  </a:lnTo>
                  <a:lnTo>
                    <a:pt x="3746033" y="5519430"/>
                  </a:lnTo>
                  <a:lnTo>
                    <a:pt x="3758355" y="5515408"/>
                  </a:lnTo>
                  <a:lnTo>
                    <a:pt x="3770678" y="5512649"/>
                  </a:lnTo>
                  <a:lnTo>
                    <a:pt x="3783000" y="5511691"/>
                  </a:lnTo>
                  <a:lnTo>
                    <a:pt x="3795323" y="5512747"/>
                  </a:lnTo>
                  <a:lnTo>
                    <a:pt x="3807645" y="5515622"/>
                  </a:lnTo>
                  <a:lnTo>
                    <a:pt x="3819968" y="5519778"/>
                  </a:lnTo>
                  <a:lnTo>
                    <a:pt x="3832290" y="5524465"/>
                  </a:lnTo>
                  <a:lnTo>
                    <a:pt x="3844613" y="5528942"/>
                  </a:lnTo>
                  <a:lnTo>
                    <a:pt x="3856935" y="5532751"/>
                  </a:lnTo>
                  <a:lnTo>
                    <a:pt x="3869258" y="5535687"/>
                  </a:lnTo>
                  <a:lnTo>
                    <a:pt x="3881580" y="5537756"/>
                  </a:lnTo>
                  <a:lnTo>
                    <a:pt x="3893902" y="5539096"/>
                  </a:lnTo>
                  <a:lnTo>
                    <a:pt x="3906225" y="5539897"/>
                  </a:lnTo>
                  <a:lnTo>
                    <a:pt x="3918547" y="5540339"/>
                  </a:lnTo>
                  <a:lnTo>
                    <a:pt x="3930870" y="5540564"/>
                  </a:lnTo>
                  <a:lnTo>
                    <a:pt x="3943192" y="5540670"/>
                  </a:lnTo>
                  <a:lnTo>
                    <a:pt x="3955515" y="5540717"/>
                  </a:lnTo>
                  <a:lnTo>
                    <a:pt x="3967837" y="5540735"/>
                  </a:lnTo>
                  <a:lnTo>
                    <a:pt x="3980160" y="5540742"/>
                  </a:lnTo>
                  <a:lnTo>
                    <a:pt x="3992482" y="5540744"/>
                  </a:lnTo>
                  <a:lnTo>
                    <a:pt x="4004805" y="5540745"/>
                  </a:lnTo>
                  <a:lnTo>
                    <a:pt x="4017127" y="5540745"/>
                  </a:lnTo>
                  <a:lnTo>
                    <a:pt x="4029450" y="5540746"/>
                  </a:lnTo>
                  <a:lnTo>
                    <a:pt x="4041772" y="5540746"/>
                  </a:lnTo>
                  <a:lnTo>
                    <a:pt x="4054095" y="5540746"/>
                  </a:lnTo>
                  <a:lnTo>
                    <a:pt x="4066417" y="5540746"/>
                  </a:lnTo>
                  <a:lnTo>
                    <a:pt x="4078740" y="5540746"/>
                  </a:lnTo>
                  <a:lnTo>
                    <a:pt x="4091062" y="5540746"/>
                  </a:lnTo>
                  <a:lnTo>
                    <a:pt x="4103385" y="5540746"/>
                  </a:lnTo>
                  <a:lnTo>
                    <a:pt x="4115707" y="5540746"/>
                  </a:lnTo>
                  <a:lnTo>
                    <a:pt x="4128030" y="5540746"/>
                  </a:lnTo>
                  <a:lnTo>
                    <a:pt x="4140352" y="5540746"/>
                  </a:lnTo>
                  <a:lnTo>
                    <a:pt x="4152675" y="5540746"/>
                  </a:lnTo>
                  <a:lnTo>
                    <a:pt x="4164997" y="5540746"/>
                  </a:lnTo>
                  <a:lnTo>
                    <a:pt x="4177319" y="5540746"/>
                  </a:lnTo>
                  <a:lnTo>
                    <a:pt x="4189642" y="5540746"/>
                  </a:lnTo>
                  <a:lnTo>
                    <a:pt x="4201964" y="5540746"/>
                  </a:lnTo>
                  <a:lnTo>
                    <a:pt x="4214287" y="5540746"/>
                  </a:lnTo>
                  <a:lnTo>
                    <a:pt x="4226609" y="5540746"/>
                  </a:lnTo>
                  <a:lnTo>
                    <a:pt x="4238932" y="5540746"/>
                  </a:lnTo>
                  <a:lnTo>
                    <a:pt x="4251254" y="5540746"/>
                  </a:lnTo>
                  <a:lnTo>
                    <a:pt x="4263577" y="5540746"/>
                  </a:lnTo>
                  <a:lnTo>
                    <a:pt x="4275899" y="5540746"/>
                  </a:lnTo>
                  <a:lnTo>
                    <a:pt x="4288222" y="5540746"/>
                  </a:lnTo>
                  <a:lnTo>
                    <a:pt x="4300544" y="5540746"/>
                  </a:lnTo>
                  <a:lnTo>
                    <a:pt x="4312867" y="5540746"/>
                  </a:lnTo>
                  <a:lnTo>
                    <a:pt x="4325189" y="5540746"/>
                  </a:lnTo>
                  <a:lnTo>
                    <a:pt x="4337512" y="5540746"/>
                  </a:lnTo>
                  <a:lnTo>
                    <a:pt x="4349834" y="5540746"/>
                  </a:lnTo>
                  <a:lnTo>
                    <a:pt x="4362157" y="5540746"/>
                  </a:lnTo>
                  <a:lnTo>
                    <a:pt x="4374479" y="5540746"/>
                  </a:lnTo>
                  <a:lnTo>
                    <a:pt x="4386802" y="5540746"/>
                  </a:lnTo>
                  <a:lnTo>
                    <a:pt x="4399124" y="5540746"/>
                  </a:lnTo>
                  <a:lnTo>
                    <a:pt x="4411447" y="5540746"/>
                  </a:lnTo>
                  <a:lnTo>
                    <a:pt x="4423769" y="5540746"/>
                  </a:lnTo>
                  <a:lnTo>
                    <a:pt x="4436091" y="5540746"/>
                  </a:lnTo>
                  <a:lnTo>
                    <a:pt x="4448414" y="5540746"/>
                  </a:lnTo>
                  <a:lnTo>
                    <a:pt x="4460736" y="5540746"/>
                  </a:lnTo>
                  <a:lnTo>
                    <a:pt x="4473059" y="5540746"/>
                  </a:lnTo>
                  <a:lnTo>
                    <a:pt x="4485381" y="5540746"/>
                  </a:lnTo>
                  <a:lnTo>
                    <a:pt x="4497704" y="5540746"/>
                  </a:lnTo>
                  <a:lnTo>
                    <a:pt x="4510026" y="5540746"/>
                  </a:lnTo>
                  <a:lnTo>
                    <a:pt x="4522349" y="5540746"/>
                  </a:lnTo>
                  <a:lnTo>
                    <a:pt x="4534671" y="5540746"/>
                  </a:lnTo>
                  <a:lnTo>
                    <a:pt x="4546994" y="5540746"/>
                  </a:lnTo>
                  <a:lnTo>
                    <a:pt x="4559316" y="5540746"/>
                  </a:lnTo>
                  <a:lnTo>
                    <a:pt x="4571639" y="5540746"/>
                  </a:lnTo>
                  <a:lnTo>
                    <a:pt x="4583961" y="5540746"/>
                  </a:lnTo>
                  <a:lnTo>
                    <a:pt x="4596284" y="5540746"/>
                  </a:lnTo>
                  <a:lnTo>
                    <a:pt x="4608606" y="5540746"/>
                  </a:lnTo>
                  <a:lnTo>
                    <a:pt x="4620929" y="5540746"/>
                  </a:lnTo>
                  <a:lnTo>
                    <a:pt x="4633251" y="5540746"/>
                  </a:lnTo>
                  <a:lnTo>
                    <a:pt x="4645574" y="5540746"/>
                  </a:lnTo>
                  <a:lnTo>
                    <a:pt x="4657896" y="5540746"/>
                  </a:lnTo>
                  <a:lnTo>
                    <a:pt x="4670219" y="5540746"/>
                  </a:lnTo>
                  <a:lnTo>
                    <a:pt x="4682541" y="5540746"/>
                  </a:lnTo>
                  <a:lnTo>
                    <a:pt x="4694864" y="5540746"/>
                  </a:lnTo>
                  <a:lnTo>
                    <a:pt x="4707186" y="5540746"/>
                  </a:lnTo>
                  <a:lnTo>
                    <a:pt x="4719508" y="5540746"/>
                  </a:lnTo>
                  <a:lnTo>
                    <a:pt x="4731831" y="5540746"/>
                  </a:lnTo>
                  <a:lnTo>
                    <a:pt x="4744153" y="5540746"/>
                  </a:lnTo>
                  <a:lnTo>
                    <a:pt x="4756476" y="5540746"/>
                  </a:lnTo>
                  <a:lnTo>
                    <a:pt x="4768798" y="5540746"/>
                  </a:lnTo>
                  <a:lnTo>
                    <a:pt x="4781121" y="5540746"/>
                  </a:lnTo>
                  <a:lnTo>
                    <a:pt x="4793443" y="5540746"/>
                  </a:lnTo>
                  <a:lnTo>
                    <a:pt x="4805766" y="5540746"/>
                  </a:lnTo>
                  <a:lnTo>
                    <a:pt x="4818088" y="5540746"/>
                  </a:lnTo>
                  <a:lnTo>
                    <a:pt x="4830411" y="5540746"/>
                  </a:lnTo>
                  <a:lnTo>
                    <a:pt x="4842733" y="5540746"/>
                  </a:lnTo>
                  <a:lnTo>
                    <a:pt x="4855056" y="5540746"/>
                  </a:lnTo>
                  <a:lnTo>
                    <a:pt x="4867378" y="5540746"/>
                  </a:lnTo>
                  <a:lnTo>
                    <a:pt x="4879701" y="5540746"/>
                  </a:lnTo>
                  <a:lnTo>
                    <a:pt x="4892023" y="5540746"/>
                  </a:lnTo>
                  <a:lnTo>
                    <a:pt x="4904346" y="5540746"/>
                  </a:lnTo>
                  <a:lnTo>
                    <a:pt x="4916668" y="5540746"/>
                  </a:lnTo>
                  <a:lnTo>
                    <a:pt x="4928991" y="5540746"/>
                  </a:lnTo>
                  <a:lnTo>
                    <a:pt x="4941313" y="5540746"/>
                  </a:lnTo>
                  <a:lnTo>
                    <a:pt x="4953636" y="5540746"/>
                  </a:lnTo>
                  <a:lnTo>
                    <a:pt x="4965958" y="5540746"/>
                  </a:lnTo>
                  <a:lnTo>
                    <a:pt x="4978281" y="5540746"/>
                  </a:lnTo>
                  <a:lnTo>
                    <a:pt x="4990603" y="5540746"/>
                  </a:lnTo>
                  <a:lnTo>
                    <a:pt x="5002925" y="5540746"/>
                  </a:lnTo>
                  <a:lnTo>
                    <a:pt x="5015248" y="5540746"/>
                  </a:lnTo>
                  <a:lnTo>
                    <a:pt x="5027570" y="5540746"/>
                  </a:lnTo>
                  <a:lnTo>
                    <a:pt x="5039893" y="5540746"/>
                  </a:lnTo>
                  <a:lnTo>
                    <a:pt x="5052215" y="5540746"/>
                  </a:lnTo>
                  <a:lnTo>
                    <a:pt x="5064538" y="5540746"/>
                  </a:lnTo>
                  <a:lnTo>
                    <a:pt x="5076860" y="5540746"/>
                  </a:lnTo>
                  <a:lnTo>
                    <a:pt x="5089183" y="5540746"/>
                  </a:lnTo>
                  <a:lnTo>
                    <a:pt x="5101505" y="5540746"/>
                  </a:lnTo>
                  <a:lnTo>
                    <a:pt x="5113828" y="5540746"/>
                  </a:lnTo>
                  <a:lnTo>
                    <a:pt x="5126150" y="5540746"/>
                  </a:lnTo>
                  <a:lnTo>
                    <a:pt x="5138473" y="5540746"/>
                  </a:lnTo>
                  <a:lnTo>
                    <a:pt x="5150795" y="5540746"/>
                  </a:lnTo>
                  <a:lnTo>
                    <a:pt x="5163118" y="5540746"/>
                  </a:lnTo>
                  <a:lnTo>
                    <a:pt x="5175440" y="5540746"/>
                  </a:lnTo>
                  <a:lnTo>
                    <a:pt x="5187763" y="5540746"/>
                  </a:lnTo>
                  <a:lnTo>
                    <a:pt x="5200085" y="5540746"/>
                  </a:lnTo>
                  <a:lnTo>
                    <a:pt x="5212408" y="5540746"/>
                  </a:lnTo>
                  <a:lnTo>
                    <a:pt x="5224730" y="5540746"/>
                  </a:lnTo>
                  <a:lnTo>
                    <a:pt x="5237053" y="5540746"/>
                  </a:lnTo>
                  <a:lnTo>
                    <a:pt x="5249375" y="5540746"/>
                  </a:lnTo>
                  <a:lnTo>
                    <a:pt x="5261698" y="5540746"/>
                  </a:lnTo>
                  <a:lnTo>
                    <a:pt x="5274020" y="5540746"/>
                  </a:lnTo>
                  <a:lnTo>
                    <a:pt x="5286342" y="5540746"/>
                  </a:lnTo>
                  <a:lnTo>
                    <a:pt x="5298665" y="5540746"/>
                  </a:lnTo>
                  <a:lnTo>
                    <a:pt x="5310987" y="5540746"/>
                  </a:lnTo>
                  <a:lnTo>
                    <a:pt x="5323310" y="5540746"/>
                  </a:lnTo>
                  <a:lnTo>
                    <a:pt x="5335632" y="5540746"/>
                  </a:lnTo>
                  <a:lnTo>
                    <a:pt x="5347955" y="5540746"/>
                  </a:lnTo>
                  <a:lnTo>
                    <a:pt x="5360277" y="5540746"/>
                  </a:lnTo>
                  <a:lnTo>
                    <a:pt x="5372600" y="5540746"/>
                  </a:lnTo>
                  <a:lnTo>
                    <a:pt x="5384922" y="5540746"/>
                  </a:lnTo>
                  <a:lnTo>
                    <a:pt x="5397245" y="5540746"/>
                  </a:lnTo>
                  <a:lnTo>
                    <a:pt x="5409567" y="5540746"/>
                  </a:lnTo>
                  <a:lnTo>
                    <a:pt x="5421890" y="5540746"/>
                  </a:lnTo>
                  <a:lnTo>
                    <a:pt x="5434212" y="5540746"/>
                  </a:lnTo>
                  <a:lnTo>
                    <a:pt x="5446535" y="5540746"/>
                  </a:lnTo>
                  <a:lnTo>
                    <a:pt x="5458857" y="5540746"/>
                  </a:lnTo>
                  <a:lnTo>
                    <a:pt x="5471180" y="5540746"/>
                  </a:lnTo>
                  <a:lnTo>
                    <a:pt x="5483502" y="5540746"/>
                  </a:lnTo>
                  <a:lnTo>
                    <a:pt x="5495825" y="5540746"/>
                  </a:lnTo>
                  <a:lnTo>
                    <a:pt x="5508147" y="5540746"/>
                  </a:lnTo>
                  <a:lnTo>
                    <a:pt x="5520470" y="5540746"/>
                  </a:lnTo>
                  <a:lnTo>
                    <a:pt x="5532792" y="5540746"/>
                  </a:lnTo>
                  <a:lnTo>
                    <a:pt x="5545114" y="5540746"/>
                  </a:lnTo>
                  <a:lnTo>
                    <a:pt x="5557437" y="5540746"/>
                  </a:lnTo>
                  <a:lnTo>
                    <a:pt x="5569759" y="5540746"/>
                  </a:lnTo>
                  <a:lnTo>
                    <a:pt x="5582082" y="5540746"/>
                  </a:lnTo>
                  <a:lnTo>
                    <a:pt x="5594404" y="5540746"/>
                  </a:lnTo>
                  <a:lnTo>
                    <a:pt x="5606727" y="5540746"/>
                  </a:lnTo>
                  <a:lnTo>
                    <a:pt x="5619049" y="5540746"/>
                  </a:lnTo>
                  <a:lnTo>
                    <a:pt x="5631372" y="5540746"/>
                  </a:lnTo>
                  <a:lnTo>
                    <a:pt x="5643694" y="5540746"/>
                  </a:lnTo>
                  <a:lnTo>
                    <a:pt x="5656017" y="5540746"/>
                  </a:lnTo>
                  <a:lnTo>
                    <a:pt x="5668339" y="5540746"/>
                  </a:lnTo>
                  <a:lnTo>
                    <a:pt x="5680662" y="5540746"/>
                  </a:lnTo>
                  <a:lnTo>
                    <a:pt x="5692984" y="5540746"/>
                  </a:lnTo>
                  <a:lnTo>
                    <a:pt x="5705307" y="5540746"/>
                  </a:lnTo>
                  <a:lnTo>
                    <a:pt x="5717629" y="5540746"/>
                  </a:lnTo>
                  <a:lnTo>
                    <a:pt x="5729952" y="5540746"/>
                  </a:lnTo>
                  <a:lnTo>
                    <a:pt x="5742274" y="5540746"/>
                  </a:lnTo>
                  <a:lnTo>
                    <a:pt x="5754597" y="5540746"/>
                  </a:lnTo>
                  <a:lnTo>
                    <a:pt x="5766919" y="5540746"/>
                  </a:lnTo>
                  <a:lnTo>
                    <a:pt x="5779242" y="5540746"/>
                  </a:lnTo>
                  <a:lnTo>
                    <a:pt x="5791564" y="5540746"/>
                  </a:lnTo>
                  <a:lnTo>
                    <a:pt x="5803887" y="5540746"/>
                  </a:lnTo>
                  <a:lnTo>
                    <a:pt x="5816209" y="5540746"/>
                  </a:lnTo>
                  <a:lnTo>
                    <a:pt x="5828531" y="5540746"/>
                  </a:lnTo>
                  <a:lnTo>
                    <a:pt x="5840854" y="5540746"/>
                  </a:lnTo>
                  <a:lnTo>
                    <a:pt x="5853176" y="5540746"/>
                  </a:lnTo>
                  <a:lnTo>
                    <a:pt x="5865499" y="5540746"/>
                  </a:lnTo>
                  <a:lnTo>
                    <a:pt x="5877821" y="5540746"/>
                  </a:lnTo>
                  <a:lnTo>
                    <a:pt x="5890144" y="5540746"/>
                  </a:lnTo>
                  <a:lnTo>
                    <a:pt x="5902466" y="5540746"/>
                  </a:lnTo>
                  <a:lnTo>
                    <a:pt x="5914789" y="5540746"/>
                  </a:lnTo>
                  <a:lnTo>
                    <a:pt x="5927111" y="5540746"/>
                  </a:lnTo>
                  <a:lnTo>
                    <a:pt x="5939434" y="5540746"/>
                  </a:lnTo>
                  <a:lnTo>
                    <a:pt x="5951756" y="5540746"/>
                  </a:lnTo>
                  <a:lnTo>
                    <a:pt x="5964079" y="5540746"/>
                  </a:lnTo>
                  <a:lnTo>
                    <a:pt x="5976401" y="5540746"/>
                  </a:lnTo>
                  <a:lnTo>
                    <a:pt x="5988724" y="5540746"/>
                  </a:lnTo>
                  <a:lnTo>
                    <a:pt x="6001046" y="5540746"/>
                  </a:lnTo>
                  <a:lnTo>
                    <a:pt x="6013369" y="5540746"/>
                  </a:lnTo>
                  <a:lnTo>
                    <a:pt x="6025691" y="5540746"/>
                  </a:lnTo>
                  <a:lnTo>
                    <a:pt x="6038014" y="5540746"/>
                  </a:lnTo>
                  <a:lnTo>
                    <a:pt x="6050336" y="5540746"/>
                  </a:lnTo>
                  <a:lnTo>
                    <a:pt x="6062659" y="5540746"/>
                  </a:lnTo>
                  <a:lnTo>
                    <a:pt x="6074981" y="5540746"/>
                  </a:lnTo>
                  <a:lnTo>
                    <a:pt x="6087304" y="5540746"/>
                  </a:lnTo>
                  <a:lnTo>
                    <a:pt x="6099626" y="5540746"/>
                  </a:lnTo>
                  <a:lnTo>
                    <a:pt x="6111948" y="5540746"/>
                  </a:lnTo>
                  <a:lnTo>
                    <a:pt x="6124271" y="5540746"/>
                  </a:lnTo>
                  <a:lnTo>
                    <a:pt x="6136593" y="5540746"/>
                  </a:lnTo>
                  <a:lnTo>
                    <a:pt x="6148916" y="5540746"/>
                  </a:lnTo>
                  <a:lnTo>
                    <a:pt x="6161238" y="5540746"/>
                  </a:lnTo>
                  <a:lnTo>
                    <a:pt x="6173561" y="5540746"/>
                  </a:lnTo>
                  <a:lnTo>
                    <a:pt x="6185883" y="5540746"/>
                  </a:lnTo>
                  <a:lnTo>
                    <a:pt x="6198206" y="5540746"/>
                  </a:lnTo>
                  <a:lnTo>
                    <a:pt x="6210528" y="5540746"/>
                  </a:lnTo>
                  <a:lnTo>
                    <a:pt x="6222851" y="5540746"/>
                  </a:lnTo>
                  <a:lnTo>
                    <a:pt x="6235173" y="5540746"/>
                  </a:lnTo>
                  <a:lnTo>
                    <a:pt x="6247496" y="5540746"/>
                  </a:lnTo>
                  <a:lnTo>
                    <a:pt x="6259818" y="5540746"/>
                  </a:lnTo>
                  <a:lnTo>
                    <a:pt x="6272141" y="5540746"/>
                  </a:lnTo>
                  <a:lnTo>
                    <a:pt x="6284463" y="5540746"/>
                  </a:lnTo>
                  <a:lnTo>
                    <a:pt x="6296786" y="5540746"/>
                  </a:lnTo>
                  <a:lnTo>
                    <a:pt x="6284463" y="5540746"/>
                  </a:lnTo>
                  <a:lnTo>
                    <a:pt x="6272141" y="5540746"/>
                  </a:lnTo>
                  <a:lnTo>
                    <a:pt x="6259818" y="5540746"/>
                  </a:lnTo>
                  <a:lnTo>
                    <a:pt x="6247496" y="5540746"/>
                  </a:lnTo>
                  <a:lnTo>
                    <a:pt x="6235173" y="5540746"/>
                  </a:lnTo>
                  <a:lnTo>
                    <a:pt x="6222851" y="5540746"/>
                  </a:lnTo>
                  <a:lnTo>
                    <a:pt x="6210528" y="5540746"/>
                  </a:lnTo>
                  <a:lnTo>
                    <a:pt x="6198206" y="5540746"/>
                  </a:lnTo>
                  <a:lnTo>
                    <a:pt x="6185883" y="5540746"/>
                  </a:lnTo>
                  <a:lnTo>
                    <a:pt x="6173561" y="5540746"/>
                  </a:lnTo>
                  <a:lnTo>
                    <a:pt x="6161238" y="5540746"/>
                  </a:lnTo>
                  <a:lnTo>
                    <a:pt x="6148916" y="5540746"/>
                  </a:lnTo>
                  <a:lnTo>
                    <a:pt x="6136593" y="5540746"/>
                  </a:lnTo>
                  <a:lnTo>
                    <a:pt x="6124271" y="5540746"/>
                  </a:lnTo>
                  <a:lnTo>
                    <a:pt x="6111948" y="5540746"/>
                  </a:lnTo>
                  <a:lnTo>
                    <a:pt x="6099626" y="5540746"/>
                  </a:lnTo>
                  <a:lnTo>
                    <a:pt x="6087304" y="5540746"/>
                  </a:lnTo>
                  <a:lnTo>
                    <a:pt x="6074981" y="5540746"/>
                  </a:lnTo>
                  <a:lnTo>
                    <a:pt x="6062659" y="5540746"/>
                  </a:lnTo>
                  <a:lnTo>
                    <a:pt x="6050336" y="5540746"/>
                  </a:lnTo>
                  <a:lnTo>
                    <a:pt x="6038014" y="5540746"/>
                  </a:lnTo>
                  <a:lnTo>
                    <a:pt x="6025691" y="5540746"/>
                  </a:lnTo>
                  <a:lnTo>
                    <a:pt x="6013369" y="5540746"/>
                  </a:lnTo>
                  <a:lnTo>
                    <a:pt x="6001046" y="5540746"/>
                  </a:lnTo>
                  <a:lnTo>
                    <a:pt x="5988724" y="5540746"/>
                  </a:lnTo>
                  <a:lnTo>
                    <a:pt x="5976401" y="5540746"/>
                  </a:lnTo>
                  <a:lnTo>
                    <a:pt x="5964079" y="5540746"/>
                  </a:lnTo>
                  <a:lnTo>
                    <a:pt x="5951756" y="5540746"/>
                  </a:lnTo>
                  <a:lnTo>
                    <a:pt x="5939434" y="5540746"/>
                  </a:lnTo>
                  <a:lnTo>
                    <a:pt x="5927111" y="5540746"/>
                  </a:lnTo>
                  <a:lnTo>
                    <a:pt x="5914789" y="5540746"/>
                  </a:lnTo>
                  <a:lnTo>
                    <a:pt x="5902466" y="5540746"/>
                  </a:lnTo>
                  <a:lnTo>
                    <a:pt x="5890144" y="5540746"/>
                  </a:lnTo>
                  <a:lnTo>
                    <a:pt x="5877821" y="5540746"/>
                  </a:lnTo>
                  <a:lnTo>
                    <a:pt x="5865499" y="5540746"/>
                  </a:lnTo>
                  <a:lnTo>
                    <a:pt x="5853176" y="5540746"/>
                  </a:lnTo>
                  <a:lnTo>
                    <a:pt x="5840854" y="5540746"/>
                  </a:lnTo>
                  <a:lnTo>
                    <a:pt x="5828531" y="5540746"/>
                  </a:lnTo>
                  <a:lnTo>
                    <a:pt x="5816209" y="5540746"/>
                  </a:lnTo>
                  <a:lnTo>
                    <a:pt x="5803887" y="5540746"/>
                  </a:lnTo>
                  <a:lnTo>
                    <a:pt x="5791564" y="5540746"/>
                  </a:lnTo>
                  <a:lnTo>
                    <a:pt x="5779242" y="5540746"/>
                  </a:lnTo>
                  <a:lnTo>
                    <a:pt x="5766919" y="5540746"/>
                  </a:lnTo>
                  <a:lnTo>
                    <a:pt x="5754597" y="5540746"/>
                  </a:lnTo>
                  <a:lnTo>
                    <a:pt x="5742274" y="5540746"/>
                  </a:lnTo>
                  <a:lnTo>
                    <a:pt x="5729952" y="5540746"/>
                  </a:lnTo>
                  <a:lnTo>
                    <a:pt x="5717629" y="5540746"/>
                  </a:lnTo>
                  <a:lnTo>
                    <a:pt x="5705307" y="5540746"/>
                  </a:lnTo>
                  <a:lnTo>
                    <a:pt x="5692984" y="5540746"/>
                  </a:lnTo>
                  <a:lnTo>
                    <a:pt x="5680662" y="5540746"/>
                  </a:lnTo>
                  <a:lnTo>
                    <a:pt x="5668339" y="5540746"/>
                  </a:lnTo>
                  <a:lnTo>
                    <a:pt x="5656017" y="5540746"/>
                  </a:lnTo>
                  <a:lnTo>
                    <a:pt x="5643694" y="5540746"/>
                  </a:lnTo>
                  <a:lnTo>
                    <a:pt x="5631372" y="5540746"/>
                  </a:lnTo>
                  <a:lnTo>
                    <a:pt x="5619049" y="5540746"/>
                  </a:lnTo>
                  <a:lnTo>
                    <a:pt x="5606727" y="5540746"/>
                  </a:lnTo>
                  <a:lnTo>
                    <a:pt x="5594404" y="5540746"/>
                  </a:lnTo>
                  <a:lnTo>
                    <a:pt x="5582082" y="5540746"/>
                  </a:lnTo>
                  <a:lnTo>
                    <a:pt x="5569759" y="5540746"/>
                  </a:lnTo>
                  <a:lnTo>
                    <a:pt x="5557437" y="5540746"/>
                  </a:lnTo>
                  <a:lnTo>
                    <a:pt x="5545114" y="5540746"/>
                  </a:lnTo>
                  <a:lnTo>
                    <a:pt x="5532792" y="5540746"/>
                  </a:lnTo>
                  <a:lnTo>
                    <a:pt x="5520470" y="5540746"/>
                  </a:lnTo>
                  <a:lnTo>
                    <a:pt x="5508147" y="5540746"/>
                  </a:lnTo>
                  <a:lnTo>
                    <a:pt x="5495825" y="5540746"/>
                  </a:lnTo>
                  <a:lnTo>
                    <a:pt x="5483502" y="5540746"/>
                  </a:lnTo>
                  <a:lnTo>
                    <a:pt x="5471180" y="5540746"/>
                  </a:lnTo>
                  <a:lnTo>
                    <a:pt x="5458857" y="5540746"/>
                  </a:lnTo>
                  <a:lnTo>
                    <a:pt x="5446535" y="5540746"/>
                  </a:lnTo>
                  <a:lnTo>
                    <a:pt x="5434212" y="5540746"/>
                  </a:lnTo>
                  <a:lnTo>
                    <a:pt x="5421890" y="5540746"/>
                  </a:lnTo>
                  <a:lnTo>
                    <a:pt x="5409567" y="5540746"/>
                  </a:lnTo>
                  <a:lnTo>
                    <a:pt x="5397245" y="5540746"/>
                  </a:lnTo>
                  <a:lnTo>
                    <a:pt x="5384922" y="5540746"/>
                  </a:lnTo>
                  <a:lnTo>
                    <a:pt x="5372600" y="5540746"/>
                  </a:lnTo>
                  <a:lnTo>
                    <a:pt x="5360277" y="5540746"/>
                  </a:lnTo>
                  <a:lnTo>
                    <a:pt x="5347955" y="5540746"/>
                  </a:lnTo>
                  <a:lnTo>
                    <a:pt x="5335632" y="5540746"/>
                  </a:lnTo>
                  <a:lnTo>
                    <a:pt x="5323310" y="5540746"/>
                  </a:lnTo>
                  <a:lnTo>
                    <a:pt x="5310987" y="5540746"/>
                  </a:lnTo>
                  <a:lnTo>
                    <a:pt x="5298665" y="5540746"/>
                  </a:lnTo>
                  <a:lnTo>
                    <a:pt x="5286342" y="5540746"/>
                  </a:lnTo>
                  <a:lnTo>
                    <a:pt x="5274020" y="5540746"/>
                  </a:lnTo>
                  <a:lnTo>
                    <a:pt x="5261698" y="5540746"/>
                  </a:lnTo>
                  <a:lnTo>
                    <a:pt x="5249375" y="5540746"/>
                  </a:lnTo>
                  <a:lnTo>
                    <a:pt x="5237053" y="5540746"/>
                  </a:lnTo>
                  <a:lnTo>
                    <a:pt x="5224730" y="5540746"/>
                  </a:lnTo>
                  <a:lnTo>
                    <a:pt x="5212408" y="5540746"/>
                  </a:lnTo>
                  <a:lnTo>
                    <a:pt x="5200085" y="5540746"/>
                  </a:lnTo>
                  <a:lnTo>
                    <a:pt x="5187763" y="5540746"/>
                  </a:lnTo>
                  <a:lnTo>
                    <a:pt x="5175440" y="5540746"/>
                  </a:lnTo>
                  <a:lnTo>
                    <a:pt x="5163118" y="5540746"/>
                  </a:lnTo>
                  <a:lnTo>
                    <a:pt x="5150795" y="5540746"/>
                  </a:lnTo>
                  <a:lnTo>
                    <a:pt x="5138473" y="5540746"/>
                  </a:lnTo>
                  <a:lnTo>
                    <a:pt x="5126150" y="5540746"/>
                  </a:lnTo>
                  <a:lnTo>
                    <a:pt x="5113828" y="5540746"/>
                  </a:lnTo>
                  <a:lnTo>
                    <a:pt x="5101505" y="5540746"/>
                  </a:lnTo>
                  <a:lnTo>
                    <a:pt x="5089183" y="5540746"/>
                  </a:lnTo>
                  <a:lnTo>
                    <a:pt x="5076860" y="5540746"/>
                  </a:lnTo>
                  <a:lnTo>
                    <a:pt x="5064538" y="5540746"/>
                  </a:lnTo>
                  <a:lnTo>
                    <a:pt x="5052215" y="5540746"/>
                  </a:lnTo>
                  <a:lnTo>
                    <a:pt x="5039893" y="5540746"/>
                  </a:lnTo>
                  <a:lnTo>
                    <a:pt x="5027570" y="5540746"/>
                  </a:lnTo>
                  <a:lnTo>
                    <a:pt x="5015248" y="5540746"/>
                  </a:lnTo>
                  <a:lnTo>
                    <a:pt x="5002925" y="5540746"/>
                  </a:lnTo>
                  <a:lnTo>
                    <a:pt x="4990603" y="5540746"/>
                  </a:lnTo>
                  <a:lnTo>
                    <a:pt x="4978281" y="5540746"/>
                  </a:lnTo>
                  <a:lnTo>
                    <a:pt x="4965958" y="5540746"/>
                  </a:lnTo>
                  <a:lnTo>
                    <a:pt x="4953636" y="5540746"/>
                  </a:lnTo>
                  <a:lnTo>
                    <a:pt x="4941313" y="5540746"/>
                  </a:lnTo>
                  <a:lnTo>
                    <a:pt x="4928991" y="5540746"/>
                  </a:lnTo>
                  <a:lnTo>
                    <a:pt x="4916668" y="5540746"/>
                  </a:lnTo>
                  <a:lnTo>
                    <a:pt x="4904346" y="5540746"/>
                  </a:lnTo>
                  <a:lnTo>
                    <a:pt x="4892023" y="5540746"/>
                  </a:lnTo>
                  <a:lnTo>
                    <a:pt x="4879701" y="5540746"/>
                  </a:lnTo>
                  <a:lnTo>
                    <a:pt x="4867378" y="5540746"/>
                  </a:lnTo>
                  <a:lnTo>
                    <a:pt x="4855056" y="5540746"/>
                  </a:lnTo>
                  <a:lnTo>
                    <a:pt x="4842733" y="5540746"/>
                  </a:lnTo>
                  <a:lnTo>
                    <a:pt x="4830411" y="5540746"/>
                  </a:lnTo>
                  <a:lnTo>
                    <a:pt x="4818088" y="5540746"/>
                  </a:lnTo>
                  <a:lnTo>
                    <a:pt x="4805766" y="5540746"/>
                  </a:lnTo>
                  <a:lnTo>
                    <a:pt x="4793443" y="5540746"/>
                  </a:lnTo>
                  <a:lnTo>
                    <a:pt x="4781121" y="5540746"/>
                  </a:lnTo>
                  <a:lnTo>
                    <a:pt x="4768798" y="5540746"/>
                  </a:lnTo>
                  <a:lnTo>
                    <a:pt x="4756476" y="5540746"/>
                  </a:lnTo>
                  <a:lnTo>
                    <a:pt x="4744153" y="5540746"/>
                  </a:lnTo>
                  <a:lnTo>
                    <a:pt x="4731831" y="5540746"/>
                  </a:lnTo>
                  <a:lnTo>
                    <a:pt x="4719508" y="5540746"/>
                  </a:lnTo>
                  <a:lnTo>
                    <a:pt x="4707186" y="5540746"/>
                  </a:lnTo>
                  <a:lnTo>
                    <a:pt x="4694864" y="5540746"/>
                  </a:lnTo>
                  <a:lnTo>
                    <a:pt x="4682541" y="5540746"/>
                  </a:lnTo>
                  <a:lnTo>
                    <a:pt x="4670219" y="5540746"/>
                  </a:lnTo>
                  <a:lnTo>
                    <a:pt x="4657896" y="5540746"/>
                  </a:lnTo>
                  <a:lnTo>
                    <a:pt x="4645574" y="5540746"/>
                  </a:lnTo>
                  <a:lnTo>
                    <a:pt x="4633251" y="5540746"/>
                  </a:lnTo>
                  <a:lnTo>
                    <a:pt x="4620929" y="5540746"/>
                  </a:lnTo>
                  <a:lnTo>
                    <a:pt x="4608606" y="5540746"/>
                  </a:lnTo>
                  <a:lnTo>
                    <a:pt x="4596284" y="5540746"/>
                  </a:lnTo>
                  <a:lnTo>
                    <a:pt x="4583961" y="5540746"/>
                  </a:lnTo>
                  <a:lnTo>
                    <a:pt x="4571639" y="5540746"/>
                  </a:lnTo>
                  <a:lnTo>
                    <a:pt x="4559316" y="5540746"/>
                  </a:lnTo>
                  <a:lnTo>
                    <a:pt x="4546994" y="5540746"/>
                  </a:lnTo>
                  <a:lnTo>
                    <a:pt x="4534671" y="5540746"/>
                  </a:lnTo>
                  <a:lnTo>
                    <a:pt x="4522349" y="5540746"/>
                  </a:lnTo>
                  <a:lnTo>
                    <a:pt x="4510026" y="5540746"/>
                  </a:lnTo>
                  <a:lnTo>
                    <a:pt x="4497704" y="5540746"/>
                  </a:lnTo>
                  <a:lnTo>
                    <a:pt x="4485381" y="5540746"/>
                  </a:lnTo>
                  <a:lnTo>
                    <a:pt x="4473059" y="5540746"/>
                  </a:lnTo>
                  <a:lnTo>
                    <a:pt x="4460736" y="5540746"/>
                  </a:lnTo>
                  <a:lnTo>
                    <a:pt x="4448414" y="5540746"/>
                  </a:lnTo>
                  <a:lnTo>
                    <a:pt x="4436091" y="5540746"/>
                  </a:lnTo>
                  <a:lnTo>
                    <a:pt x="4423769" y="5540746"/>
                  </a:lnTo>
                  <a:lnTo>
                    <a:pt x="4411447" y="5540746"/>
                  </a:lnTo>
                  <a:lnTo>
                    <a:pt x="4399124" y="5540746"/>
                  </a:lnTo>
                  <a:lnTo>
                    <a:pt x="4386802" y="5540746"/>
                  </a:lnTo>
                  <a:lnTo>
                    <a:pt x="4374479" y="5540746"/>
                  </a:lnTo>
                  <a:lnTo>
                    <a:pt x="4362157" y="5540746"/>
                  </a:lnTo>
                  <a:lnTo>
                    <a:pt x="4349834" y="5540746"/>
                  </a:lnTo>
                  <a:lnTo>
                    <a:pt x="4337512" y="5540746"/>
                  </a:lnTo>
                  <a:lnTo>
                    <a:pt x="4325189" y="5540746"/>
                  </a:lnTo>
                  <a:lnTo>
                    <a:pt x="4312867" y="5540746"/>
                  </a:lnTo>
                  <a:lnTo>
                    <a:pt x="4300544" y="5540746"/>
                  </a:lnTo>
                  <a:lnTo>
                    <a:pt x="4288222" y="5540746"/>
                  </a:lnTo>
                  <a:lnTo>
                    <a:pt x="4275899" y="5540746"/>
                  </a:lnTo>
                  <a:lnTo>
                    <a:pt x="4263577" y="5540746"/>
                  </a:lnTo>
                  <a:lnTo>
                    <a:pt x="4251254" y="5540746"/>
                  </a:lnTo>
                  <a:lnTo>
                    <a:pt x="4238932" y="5540746"/>
                  </a:lnTo>
                  <a:lnTo>
                    <a:pt x="4226609" y="5540746"/>
                  </a:lnTo>
                  <a:lnTo>
                    <a:pt x="4214287" y="5540746"/>
                  </a:lnTo>
                  <a:lnTo>
                    <a:pt x="4201964" y="5540746"/>
                  </a:lnTo>
                  <a:lnTo>
                    <a:pt x="4189642" y="5540746"/>
                  </a:lnTo>
                  <a:lnTo>
                    <a:pt x="4177319" y="5540746"/>
                  </a:lnTo>
                  <a:lnTo>
                    <a:pt x="4164997" y="5540746"/>
                  </a:lnTo>
                  <a:lnTo>
                    <a:pt x="4152675" y="5540746"/>
                  </a:lnTo>
                  <a:lnTo>
                    <a:pt x="4140352" y="5540746"/>
                  </a:lnTo>
                  <a:lnTo>
                    <a:pt x="4128030" y="5540746"/>
                  </a:lnTo>
                  <a:lnTo>
                    <a:pt x="4115707" y="5540746"/>
                  </a:lnTo>
                  <a:lnTo>
                    <a:pt x="4103385" y="5540746"/>
                  </a:lnTo>
                  <a:lnTo>
                    <a:pt x="4091062" y="5540746"/>
                  </a:lnTo>
                  <a:lnTo>
                    <a:pt x="4078740" y="5540746"/>
                  </a:lnTo>
                  <a:lnTo>
                    <a:pt x="4066417" y="5540746"/>
                  </a:lnTo>
                  <a:lnTo>
                    <a:pt x="4054095" y="5540746"/>
                  </a:lnTo>
                  <a:lnTo>
                    <a:pt x="4041772" y="5540746"/>
                  </a:lnTo>
                  <a:lnTo>
                    <a:pt x="4029450" y="5540746"/>
                  </a:lnTo>
                  <a:lnTo>
                    <a:pt x="4017127" y="5540746"/>
                  </a:lnTo>
                  <a:lnTo>
                    <a:pt x="4004805" y="5540746"/>
                  </a:lnTo>
                  <a:lnTo>
                    <a:pt x="3992482" y="5540746"/>
                  </a:lnTo>
                  <a:lnTo>
                    <a:pt x="3980160" y="5540746"/>
                  </a:lnTo>
                  <a:lnTo>
                    <a:pt x="3967837" y="5540746"/>
                  </a:lnTo>
                  <a:lnTo>
                    <a:pt x="3955515" y="5540746"/>
                  </a:lnTo>
                  <a:lnTo>
                    <a:pt x="3943192" y="5540746"/>
                  </a:lnTo>
                  <a:lnTo>
                    <a:pt x="3930870" y="5540746"/>
                  </a:lnTo>
                  <a:lnTo>
                    <a:pt x="3918547" y="5540746"/>
                  </a:lnTo>
                  <a:lnTo>
                    <a:pt x="3906225" y="5540746"/>
                  </a:lnTo>
                  <a:lnTo>
                    <a:pt x="3893902" y="5540746"/>
                  </a:lnTo>
                  <a:lnTo>
                    <a:pt x="3881580" y="5540746"/>
                  </a:lnTo>
                  <a:lnTo>
                    <a:pt x="3869258" y="5540746"/>
                  </a:lnTo>
                  <a:lnTo>
                    <a:pt x="3856935" y="5540746"/>
                  </a:lnTo>
                  <a:lnTo>
                    <a:pt x="3844613" y="5540746"/>
                  </a:lnTo>
                  <a:lnTo>
                    <a:pt x="3832290" y="5540746"/>
                  </a:lnTo>
                  <a:lnTo>
                    <a:pt x="3819968" y="5540746"/>
                  </a:lnTo>
                  <a:lnTo>
                    <a:pt x="3807645" y="5540746"/>
                  </a:lnTo>
                  <a:lnTo>
                    <a:pt x="3795323" y="5540746"/>
                  </a:lnTo>
                  <a:lnTo>
                    <a:pt x="3783000" y="5540746"/>
                  </a:lnTo>
                  <a:lnTo>
                    <a:pt x="3770678" y="5540746"/>
                  </a:lnTo>
                  <a:lnTo>
                    <a:pt x="3758355" y="5540746"/>
                  </a:lnTo>
                  <a:lnTo>
                    <a:pt x="3746033" y="5540746"/>
                  </a:lnTo>
                  <a:lnTo>
                    <a:pt x="3733710" y="5540746"/>
                  </a:lnTo>
                  <a:lnTo>
                    <a:pt x="3721388" y="5540746"/>
                  </a:lnTo>
                  <a:lnTo>
                    <a:pt x="3709065" y="5540746"/>
                  </a:lnTo>
                  <a:lnTo>
                    <a:pt x="3696743" y="5540746"/>
                  </a:lnTo>
                  <a:lnTo>
                    <a:pt x="3684420" y="5540746"/>
                  </a:lnTo>
                  <a:lnTo>
                    <a:pt x="3672098" y="5540746"/>
                  </a:lnTo>
                  <a:lnTo>
                    <a:pt x="3659775" y="5540746"/>
                  </a:lnTo>
                  <a:lnTo>
                    <a:pt x="3647453" y="5540746"/>
                  </a:lnTo>
                  <a:lnTo>
                    <a:pt x="3635130" y="5540746"/>
                  </a:lnTo>
                  <a:lnTo>
                    <a:pt x="3622808" y="5540746"/>
                  </a:lnTo>
                  <a:lnTo>
                    <a:pt x="3610485" y="5540746"/>
                  </a:lnTo>
                  <a:lnTo>
                    <a:pt x="3598163" y="5540746"/>
                  </a:lnTo>
                  <a:lnTo>
                    <a:pt x="3585841" y="5540746"/>
                  </a:lnTo>
                  <a:lnTo>
                    <a:pt x="3573518" y="5540746"/>
                  </a:lnTo>
                  <a:lnTo>
                    <a:pt x="3561196" y="5540746"/>
                  </a:lnTo>
                  <a:lnTo>
                    <a:pt x="3548873" y="5540746"/>
                  </a:lnTo>
                  <a:lnTo>
                    <a:pt x="3536551" y="5540746"/>
                  </a:lnTo>
                  <a:lnTo>
                    <a:pt x="3524228" y="5540746"/>
                  </a:lnTo>
                  <a:lnTo>
                    <a:pt x="3511906" y="5540746"/>
                  </a:lnTo>
                  <a:lnTo>
                    <a:pt x="3499583" y="5540746"/>
                  </a:lnTo>
                  <a:lnTo>
                    <a:pt x="3487261" y="5540746"/>
                  </a:lnTo>
                  <a:lnTo>
                    <a:pt x="3474938" y="5540746"/>
                  </a:lnTo>
                  <a:lnTo>
                    <a:pt x="3462616" y="5540746"/>
                  </a:lnTo>
                  <a:lnTo>
                    <a:pt x="3450293" y="5540746"/>
                  </a:lnTo>
                  <a:lnTo>
                    <a:pt x="3437971" y="5540746"/>
                  </a:lnTo>
                  <a:lnTo>
                    <a:pt x="3425648" y="5540746"/>
                  </a:lnTo>
                  <a:lnTo>
                    <a:pt x="3413326" y="5540746"/>
                  </a:lnTo>
                  <a:lnTo>
                    <a:pt x="3401003" y="5540746"/>
                  </a:lnTo>
                  <a:lnTo>
                    <a:pt x="3388681" y="5540746"/>
                  </a:lnTo>
                  <a:lnTo>
                    <a:pt x="3376358" y="5540746"/>
                  </a:lnTo>
                  <a:lnTo>
                    <a:pt x="3364036" y="5540746"/>
                  </a:lnTo>
                  <a:lnTo>
                    <a:pt x="3351713" y="5540746"/>
                  </a:lnTo>
                  <a:lnTo>
                    <a:pt x="3339391" y="5540746"/>
                  </a:lnTo>
                  <a:lnTo>
                    <a:pt x="3327068" y="5540746"/>
                  </a:lnTo>
                  <a:lnTo>
                    <a:pt x="3314746" y="5540746"/>
                  </a:lnTo>
                  <a:lnTo>
                    <a:pt x="3302424" y="5540746"/>
                  </a:lnTo>
                  <a:lnTo>
                    <a:pt x="3290101" y="5540746"/>
                  </a:lnTo>
                  <a:lnTo>
                    <a:pt x="3277779" y="5540746"/>
                  </a:lnTo>
                  <a:lnTo>
                    <a:pt x="3265456" y="5540746"/>
                  </a:lnTo>
                  <a:lnTo>
                    <a:pt x="3253134" y="5540746"/>
                  </a:lnTo>
                  <a:lnTo>
                    <a:pt x="3240811" y="5540746"/>
                  </a:lnTo>
                  <a:lnTo>
                    <a:pt x="3228489" y="5540746"/>
                  </a:lnTo>
                  <a:lnTo>
                    <a:pt x="3216166" y="5540746"/>
                  </a:lnTo>
                  <a:lnTo>
                    <a:pt x="3203844" y="5540746"/>
                  </a:lnTo>
                  <a:lnTo>
                    <a:pt x="3191521" y="5540746"/>
                  </a:lnTo>
                  <a:lnTo>
                    <a:pt x="3179199" y="5540746"/>
                  </a:lnTo>
                  <a:lnTo>
                    <a:pt x="3166876" y="5540746"/>
                  </a:lnTo>
                  <a:lnTo>
                    <a:pt x="3154554" y="5540746"/>
                  </a:lnTo>
                  <a:lnTo>
                    <a:pt x="3142231" y="5540746"/>
                  </a:lnTo>
                  <a:lnTo>
                    <a:pt x="3129909" y="5540746"/>
                  </a:lnTo>
                  <a:lnTo>
                    <a:pt x="3117586" y="5540746"/>
                  </a:lnTo>
                  <a:lnTo>
                    <a:pt x="3105264" y="5540746"/>
                  </a:lnTo>
                  <a:lnTo>
                    <a:pt x="3092941" y="5540746"/>
                  </a:lnTo>
                  <a:lnTo>
                    <a:pt x="3080619" y="5540746"/>
                  </a:lnTo>
                  <a:lnTo>
                    <a:pt x="3068296" y="5540746"/>
                  </a:lnTo>
                  <a:lnTo>
                    <a:pt x="3055974" y="5540746"/>
                  </a:lnTo>
                  <a:lnTo>
                    <a:pt x="3043652" y="5540746"/>
                  </a:lnTo>
                  <a:lnTo>
                    <a:pt x="3031329" y="5540746"/>
                  </a:lnTo>
                  <a:lnTo>
                    <a:pt x="3019007" y="5540746"/>
                  </a:lnTo>
                  <a:lnTo>
                    <a:pt x="3006684" y="5540746"/>
                  </a:lnTo>
                  <a:lnTo>
                    <a:pt x="2994362" y="5540746"/>
                  </a:lnTo>
                  <a:lnTo>
                    <a:pt x="2982039" y="5540746"/>
                  </a:lnTo>
                  <a:lnTo>
                    <a:pt x="2969717" y="5540746"/>
                  </a:lnTo>
                  <a:lnTo>
                    <a:pt x="2957394" y="5540746"/>
                  </a:lnTo>
                  <a:lnTo>
                    <a:pt x="2945072" y="5540746"/>
                  </a:lnTo>
                  <a:lnTo>
                    <a:pt x="2932749" y="5540746"/>
                  </a:lnTo>
                  <a:lnTo>
                    <a:pt x="2920427" y="5540746"/>
                  </a:lnTo>
                  <a:lnTo>
                    <a:pt x="2908104" y="5540746"/>
                  </a:lnTo>
                  <a:lnTo>
                    <a:pt x="2895782" y="5540746"/>
                  </a:lnTo>
                  <a:lnTo>
                    <a:pt x="2883459" y="5540746"/>
                  </a:lnTo>
                  <a:lnTo>
                    <a:pt x="2871137" y="5540746"/>
                  </a:lnTo>
                  <a:lnTo>
                    <a:pt x="2858814" y="5540746"/>
                  </a:lnTo>
                  <a:lnTo>
                    <a:pt x="2846492" y="5540746"/>
                  </a:lnTo>
                  <a:lnTo>
                    <a:pt x="2834169" y="5540746"/>
                  </a:lnTo>
                  <a:lnTo>
                    <a:pt x="2821847" y="5540746"/>
                  </a:lnTo>
                  <a:lnTo>
                    <a:pt x="2809524" y="5540746"/>
                  </a:lnTo>
                  <a:lnTo>
                    <a:pt x="2797202" y="5540746"/>
                  </a:lnTo>
                  <a:lnTo>
                    <a:pt x="2784879" y="5540746"/>
                  </a:lnTo>
                  <a:lnTo>
                    <a:pt x="2772557" y="5540746"/>
                  </a:lnTo>
                  <a:lnTo>
                    <a:pt x="2760235" y="5540746"/>
                  </a:lnTo>
                  <a:lnTo>
                    <a:pt x="2747912" y="5540746"/>
                  </a:lnTo>
                  <a:lnTo>
                    <a:pt x="2735590" y="5540746"/>
                  </a:lnTo>
                  <a:lnTo>
                    <a:pt x="2723267" y="5540746"/>
                  </a:lnTo>
                  <a:lnTo>
                    <a:pt x="2710945" y="5540746"/>
                  </a:lnTo>
                  <a:lnTo>
                    <a:pt x="2698622" y="5540746"/>
                  </a:lnTo>
                  <a:lnTo>
                    <a:pt x="2686300" y="5540746"/>
                  </a:lnTo>
                  <a:lnTo>
                    <a:pt x="2673977" y="5540746"/>
                  </a:lnTo>
                  <a:lnTo>
                    <a:pt x="2661655" y="5540746"/>
                  </a:lnTo>
                  <a:lnTo>
                    <a:pt x="2649332" y="5540746"/>
                  </a:lnTo>
                  <a:lnTo>
                    <a:pt x="2637010" y="5540746"/>
                  </a:lnTo>
                  <a:lnTo>
                    <a:pt x="2624687" y="5540746"/>
                  </a:lnTo>
                  <a:lnTo>
                    <a:pt x="2612365" y="5540746"/>
                  </a:lnTo>
                  <a:lnTo>
                    <a:pt x="2600042" y="5540746"/>
                  </a:lnTo>
                  <a:lnTo>
                    <a:pt x="2587720" y="5540746"/>
                  </a:lnTo>
                  <a:lnTo>
                    <a:pt x="2575397" y="5540746"/>
                  </a:lnTo>
                  <a:lnTo>
                    <a:pt x="2563075" y="5540746"/>
                  </a:lnTo>
                  <a:lnTo>
                    <a:pt x="2550752" y="5540746"/>
                  </a:lnTo>
                  <a:lnTo>
                    <a:pt x="2538430" y="5540746"/>
                  </a:lnTo>
                  <a:lnTo>
                    <a:pt x="2526107" y="5540746"/>
                  </a:lnTo>
                  <a:lnTo>
                    <a:pt x="2513785" y="5540746"/>
                  </a:lnTo>
                  <a:lnTo>
                    <a:pt x="2501462" y="5540746"/>
                  </a:lnTo>
                  <a:lnTo>
                    <a:pt x="2489140" y="5540746"/>
                  </a:lnTo>
                  <a:lnTo>
                    <a:pt x="2476818" y="5540746"/>
                  </a:lnTo>
                  <a:lnTo>
                    <a:pt x="2464495" y="5540746"/>
                  </a:lnTo>
                  <a:lnTo>
                    <a:pt x="2452173" y="5540746"/>
                  </a:lnTo>
                  <a:lnTo>
                    <a:pt x="2439850" y="5540746"/>
                  </a:lnTo>
                  <a:lnTo>
                    <a:pt x="2427528" y="5540746"/>
                  </a:lnTo>
                  <a:lnTo>
                    <a:pt x="2415205" y="5540746"/>
                  </a:lnTo>
                  <a:lnTo>
                    <a:pt x="2402883" y="5540746"/>
                  </a:lnTo>
                  <a:lnTo>
                    <a:pt x="2390560" y="5540746"/>
                  </a:lnTo>
                  <a:lnTo>
                    <a:pt x="2378238" y="5540746"/>
                  </a:lnTo>
                  <a:lnTo>
                    <a:pt x="2365915" y="5540746"/>
                  </a:lnTo>
                  <a:lnTo>
                    <a:pt x="2353593" y="5540746"/>
                  </a:lnTo>
                  <a:lnTo>
                    <a:pt x="2341270" y="5540746"/>
                  </a:lnTo>
                  <a:lnTo>
                    <a:pt x="2328948" y="5540746"/>
                  </a:lnTo>
                  <a:lnTo>
                    <a:pt x="2316625" y="5540746"/>
                  </a:lnTo>
                  <a:lnTo>
                    <a:pt x="2304303" y="5540746"/>
                  </a:lnTo>
                  <a:lnTo>
                    <a:pt x="2291980" y="5540746"/>
                  </a:lnTo>
                  <a:lnTo>
                    <a:pt x="2279658" y="5540746"/>
                  </a:lnTo>
                  <a:lnTo>
                    <a:pt x="2267335" y="5540746"/>
                  </a:lnTo>
                  <a:lnTo>
                    <a:pt x="2255013" y="5540746"/>
                  </a:lnTo>
                  <a:lnTo>
                    <a:pt x="2242690" y="5540746"/>
                  </a:lnTo>
                  <a:lnTo>
                    <a:pt x="2230368" y="5540746"/>
                  </a:lnTo>
                  <a:lnTo>
                    <a:pt x="2218045" y="5540746"/>
                  </a:lnTo>
                  <a:lnTo>
                    <a:pt x="2205723" y="5540746"/>
                  </a:lnTo>
                  <a:lnTo>
                    <a:pt x="2193401" y="5540746"/>
                  </a:lnTo>
                  <a:lnTo>
                    <a:pt x="2181078" y="5540746"/>
                  </a:lnTo>
                  <a:lnTo>
                    <a:pt x="2168756" y="5540746"/>
                  </a:lnTo>
                  <a:lnTo>
                    <a:pt x="2156433" y="5540746"/>
                  </a:lnTo>
                  <a:lnTo>
                    <a:pt x="2144111" y="5540746"/>
                  </a:lnTo>
                  <a:lnTo>
                    <a:pt x="2131788" y="5540746"/>
                  </a:lnTo>
                  <a:lnTo>
                    <a:pt x="2119466" y="5540746"/>
                  </a:lnTo>
                  <a:lnTo>
                    <a:pt x="2107143" y="5540746"/>
                  </a:lnTo>
                  <a:lnTo>
                    <a:pt x="2094821" y="5540746"/>
                  </a:lnTo>
                  <a:lnTo>
                    <a:pt x="2082498" y="5540746"/>
                  </a:lnTo>
                  <a:lnTo>
                    <a:pt x="2070176" y="5540746"/>
                  </a:lnTo>
                  <a:lnTo>
                    <a:pt x="2057853" y="5540746"/>
                  </a:lnTo>
                  <a:lnTo>
                    <a:pt x="2045531" y="5540746"/>
                  </a:lnTo>
                  <a:lnTo>
                    <a:pt x="2033208" y="5540746"/>
                  </a:lnTo>
                  <a:lnTo>
                    <a:pt x="2020886" y="5540746"/>
                  </a:lnTo>
                  <a:lnTo>
                    <a:pt x="2008563" y="5540746"/>
                  </a:lnTo>
                  <a:lnTo>
                    <a:pt x="1996241" y="5540746"/>
                  </a:lnTo>
                  <a:lnTo>
                    <a:pt x="1983918" y="5540746"/>
                  </a:lnTo>
                  <a:lnTo>
                    <a:pt x="1971596" y="5540746"/>
                  </a:lnTo>
                  <a:lnTo>
                    <a:pt x="1959273" y="5540746"/>
                  </a:lnTo>
                  <a:lnTo>
                    <a:pt x="1946951" y="5540746"/>
                  </a:lnTo>
                  <a:lnTo>
                    <a:pt x="1934629" y="5540746"/>
                  </a:lnTo>
                  <a:lnTo>
                    <a:pt x="1922306" y="5540746"/>
                  </a:lnTo>
                  <a:lnTo>
                    <a:pt x="1909984" y="5540746"/>
                  </a:lnTo>
                  <a:lnTo>
                    <a:pt x="1897661" y="5540746"/>
                  </a:lnTo>
                  <a:lnTo>
                    <a:pt x="1885339" y="5540746"/>
                  </a:lnTo>
                  <a:lnTo>
                    <a:pt x="1873016" y="5540746"/>
                  </a:lnTo>
                  <a:lnTo>
                    <a:pt x="1860694" y="5540746"/>
                  </a:lnTo>
                  <a:lnTo>
                    <a:pt x="1848371" y="5540746"/>
                  </a:lnTo>
                  <a:lnTo>
                    <a:pt x="1836049" y="5540746"/>
                  </a:lnTo>
                  <a:lnTo>
                    <a:pt x="1823726" y="5540746"/>
                  </a:lnTo>
                  <a:lnTo>
                    <a:pt x="1811404" y="5540746"/>
                  </a:lnTo>
                  <a:lnTo>
                    <a:pt x="1799081" y="5540746"/>
                  </a:lnTo>
                  <a:lnTo>
                    <a:pt x="1786759" y="5540746"/>
                  </a:lnTo>
                  <a:lnTo>
                    <a:pt x="1774436" y="5540746"/>
                  </a:lnTo>
                  <a:lnTo>
                    <a:pt x="1762114" y="5540746"/>
                  </a:lnTo>
                  <a:lnTo>
                    <a:pt x="1749791" y="5540746"/>
                  </a:lnTo>
                  <a:lnTo>
                    <a:pt x="1737469" y="5540746"/>
                  </a:lnTo>
                  <a:lnTo>
                    <a:pt x="1725146" y="5540746"/>
                  </a:lnTo>
                  <a:lnTo>
                    <a:pt x="1712824" y="5540746"/>
                  </a:lnTo>
                  <a:lnTo>
                    <a:pt x="1700501" y="5540746"/>
                  </a:lnTo>
                  <a:lnTo>
                    <a:pt x="1688179" y="5540746"/>
                  </a:lnTo>
                  <a:lnTo>
                    <a:pt x="1675856" y="5540746"/>
                  </a:lnTo>
                  <a:lnTo>
                    <a:pt x="1663534" y="5540746"/>
                  </a:lnTo>
                  <a:lnTo>
                    <a:pt x="1651212" y="5540746"/>
                  </a:lnTo>
                  <a:lnTo>
                    <a:pt x="1638889" y="5540746"/>
                  </a:lnTo>
                  <a:lnTo>
                    <a:pt x="1626567" y="5540746"/>
                  </a:lnTo>
                  <a:lnTo>
                    <a:pt x="1614244" y="5540746"/>
                  </a:lnTo>
                  <a:lnTo>
                    <a:pt x="1601922" y="5540746"/>
                  </a:lnTo>
                  <a:lnTo>
                    <a:pt x="1589599" y="5540746"/>
                  </a:lnTo>
                  <a:lnTo>
                    <a:pt x="1577277" y="5540746"/>
                  </a:lnTo>
                  <a:lnTo>
                    <a:pt x="1564954" y="5540746"/>
                  </a:lnTo>
                  <a:lnTo>
                    <a:pt x="1552632" y="5540746"/>
                  </a:lnTo>
                  <a:lnTo>
                    <a:pt x="1540309" y="5540746"/>
                  </a:lnTo>
                  <a:lnTo>
                    <a:pt x="1527987" y="5540746"/>
                  </a:lnTo>
                  <a:lnTo>
                    <a:pt x="1515664" y="5540746"/>
                  </a:lnTo>
                  <a:lnTo>
                    <a:pt x="1503342" y="5540746"/>
                  </a:lnTo>
                  <a:lnTo>
                    <a:pt x="1491019" y="5540746"/>
                  </a:lnTo>
                  <a:lnTo>
                    <a:pt x="1478697" y="5540746"/>
                  </a:lnTo>
                  <a:lnTo>
                    <a:pt x="1466374" y="5540746"/>
                  </a:lnTo>
                  <a:lnTo>
                    <a:pt x="1454052" y="5540746"/>
                  </a:lnTo>
                  <a:lnTo>
                    <a:pt x="1441729" y="5540746"/>
                  </a:lnTo>
                  <a:lnTo>
                    <a:pt x="1429407" y="5540746"/>
                  </a:lnTo>
                  <a:lnTo>
                    <a:pt x="1417084" y="5540746"/>
                  </a:lnTo>
                  <a:lnTo>
                    <a:pt x="1404762" y="5540746"/>
                  </a:lnTo>
                  <a:lnTo>
                    <a:pt x="1392439" y="5540746"/>
                  </a:lnTo>
                  <a:lnTo>
                    <a:pt x="1380117" y="5540746"/>
                  </a:lnTo>
                  <a:lnTo>
                    <a:pt x="1367795" y="5540746"/>
                  </a:lnTo>
                  <a:lnTo>
                    <a:pt x="1355472" y="5540746"/>
                  </a:lnTo>
                  <a:lnTo>
                    <a:pt x="1343150" y="5540746"/>
                  </a:lnTo>
                  <a:lnTo>
                    <a:pt x="1330827" y="5540746"/>
                  </a:lnTo>
                  <a:lnTo>
                    <a:pt x="1318505" y="5540746"/>
                  </a:lnTo>
                  <a:lnTo>
                    <a:pt x="1306182" y="5540746"/>
                  </a:lnTo>
                  <a:lnTo>
                    <a:pt x="1293860" y="5540746"/>
                  </a:lnTo>
                  <a:lnTo>
                    <a:pt x="1281537" y="5540746"/>
                  </a:lnTo>
                  <a:lnTo>
                    <a:pt x="1269215" y="5540746"/>
                  </a:lnTo>
                  <a:lnTo>
                    <a:pt x="1256892" y="5540746"/>
                  </a:lnTo>
                  <a:lnTo>
                    <a:pt x="1244570" y="5540746"/>
                  </a:lnTo>
                  <a:lnTo>
                    <a:pt x="1232247" y="5540746"/>
                  </a:lnTo>
                  <a:lnTo>
                    <a:pt x="1219925" y="5540746"/>
                  </a:lnTo>
                  <a:lnTo>
                    <a:pt x="1207602" y="5540746"/>
                  </a:lnTo>
                  <a:lnTo>
                    <a:pt x="1195280" y="5540746"/>
                  </a:lnTo>
                  <a:lnTo>
                    <a:pt x="1182957" y="5540746"/>
                  </a:lnTo>
                  <a:lnTo>
                    <a:pt x="1170635" y="5540746"/>
                  </a:lnTo>
                  <a:lnTo>
                    <a:pt x="1158312" y="5540746"/>
                  </a:lnTo>
                  <a:lnTo>
                    <a:pt x="1145990" y="5540746"/>
                  </a:lnTo>
                  <a:lnTo>
                    <a:pt x="1133667" y="5540746"/>
                  </a:lnTo>
                  <a:lnTo>
                    <a:pt x="1121345" y="5540746"/>
                  </a:lnTo>
                  <a:lnTo>
                    <a:pt x="1109022" y="5540746"/>
                  </a:lnTo>
                  <a:lnTo>
                    <a:pt x="1096700" y="5540746"/>
                  </a:lnTo>
                  <a:lnTo>
                    <a:pt x="1084378" y="5540746"/>
                  </a:lnTo>
                  <a:lnTo>
                    <a:pt x="1072055" y="5540746"/>
                  </a:lnTo>
                  <a:lnTo>
                    <a:pt x="1059733" y="5540746"/>
                  </a:lnTo>
                  <a:lnTo>
                    <a:pt x="1047410" y="5540746"/>
                  </a:lnTo>
                  <a:lnTo>
                    <a:pt x="1035088" y="5540746"/>
                  </a:lnTo>
                  <a:lnTo>
                    <a:pt x="1022765" y="5540746"/>
                  </a:lnTo>
                  <a:lnTo>
                    <a:pt x="1010443" y="5540746"/>
                  </a:lnTo>
                  <a:lnTo>
                    <a:pt x="998120" y="5540746"/>
                  </a:lnTo>
                  <a:lnTo>
                    <a:pt x="985798" y="5540746"/>
                  </a:lnTo>
                  <a:lnTo>
                    <a:pt x="973475" y="5540746"/>
                  </a:lnTo>
                  <a:lnTo>
                    <a:pt x="961153" y="5540746"/>
                  </a:lnTo>
                  <a:lnTo>
                    <a:pt x="948830" y="5540746"/>
                  </a:lnTo>
                  <a:lnTo>
                    <a:pt x="936508" y="5540746"/>
                  </a:lnTo>
                  <a:lnTo>
                    <a:pt x="924185" y="5540746"/>
                  </a:lnTo>
                  <a:lnTo>
                    <a:pt x="911863" y="5540746"/>
                  </a:lnTo>
                  <a:lnTo>
                    <a:pt x="899540" y="5540746"/>
                  </a:lnTo>
                  <a:lnTo>
                    <a:pt x="887218" y="5540746"/>
                  </a:lnTo>
                  <a:lnTo>
                    <a:pt x="874895" y="5540746"/>
                  </a:lnTo>
                  <a:lnTo>
                    <a:pt x="862573" y="5540746"/>
                  </a:lnTo>
                  <a:lnTo>
                    <a:pt x="850250" y="5540746"/>
                  </a:lnTo>
                  <a:lnTo>
                    <a:pt x="837928" y="5540746"/>
                  </a:lnTo>
                  <a:lnTo>
                    <a:pt x="825606" y="5540746"/>
                  </a:lnTo>
                  <a:lnTo>
                    <a:pt x="813283" y="5540746"/>
                  </a:lnTo>
                  <a:lnTo>
                    <a:pt x="800961" y="5540746"/>
                  </a:lnTo>
                  <a:lnTo>
                    <a:pt x="788638" y="5540746"/>
                  </a:lnTo>
                  <a:lnTo>
                    <a:pt x="776316" y="5540746"/>
                  </a:lnTo>
                  <a:lnTo>
                    <a:pt x="763993" y="5540746"/>
                  </a:lnTo>
                  <a:lnTo>
                    <a:pt x="751671" y="5540746"/>
                  </a:lnTo>
                  <a:lnTo>
                    <a:pt x="739348" y="5540746"/>
                  </a:lnTo>
                  <a:lnTo>
                    <a:pt x="727026" y="5540746"/>
                  </a:lnTo>
                  <a:lnTo>
                    <a:pt x="714703" y="5540746"/>
                  </a:lnTo>
                  <a:lnTo>
                    <a:pt x="702381" y="5540746"/>
                  </a:lnTo>
                  <a:lnTo>
                    <a:pt x="690058" y="5540746"/>
                  </a:lnTo>
                  <a:lnTo>
                    <a:pt x="677736" y="5540746"/>
                  </a:lnTo>
                  <a:lnTo>
                    <a:pt x="665413" y="5540746"/>
                  </a:lnTo>
                  <a:lnTo>
                    <a:pt x="653091" y="5540746"/>
                  </a:lnTo>
                  <a:lnTo>
                    <a:pt x="640768" y="5540746"/>
                  </a:lnTo>
                  <a:lnTo>
                    <a:pt x="628446" y="5540746"/>
                  </a:lnTo>
                  <a:lnTo>
                    <a:pt x="616123" y="5540746"/>
                  </a:lnTo>
                  <a:lnTo>
                    <a:pt x="603801" y="5540746"/>
                  </a:lnTo>
                  <a:lnTo>
                    <a:pt x="591478" y="5540746"/>
                  </a:lnTo>
                  <a:lnTo>
                    <a:pt x="579156" y="5540746"/>
                  </a:lnTo>
                  <a:lnTo>
                    <a:pt x="566833" y="5540746"/>
                  </a:lnTo>
                  <a:lnTo>
                    <a:pt x="554511" y="5540746"/>
                  </a:lnTo>
                  <a:lnTo>
                    <a:pt x="542189" y="5540746"/>
                  </a:lnTo>
                  <a:lnTo>
                    <a:pt x="529866" y="5540746"/>
                  </a:lnTo>
                  <a:lnTo>
                    <a:pt x="517544" y="5540746"/>
                  </a:lnTo>
                  <a:lnTo>
                    <a:pt x="505221" y="5540746"/>
                  </a:lnTo>
                  <a:lnTo>
                    <a:pt x="492899" y="5540746"/>
                  </a:lnTo>
                  <a:lnTo>
                    <a:pt x="480576" y="5540746"/>
                  </a:lnTo>
                  <a:lnTo>
                    <a:pt x="468254" y="5540746"/>
                  </a:lnTo>
                  <a:lnTo>
                    <a:pt x="455931" y="5540746"/>
                  </a:lnTo>
                  <a:lnTo>
                    <a:pt x="443609" y="5540746"/>
                  </a:lnTo>
                  <a:lnTo>
                    <a:pt x="431286" y="5540746"/>
                  </a:lnTo>
                  <a:lnTo>
                    <a:pt x="418964" y="5540746"/>
                  </a:lnTo>
                  <a:lnTo>
                    <a:pt x="406641" y="5540746"/>
                  </a:lnTo>
                  <a:lnTo>
                    <a:pt x="394319" y="5540746"/>
                  </a:lnTo>
                  <a:lnTo>
                    <a:pt x="381996" y="5540746"/>
                  </a:lnTo>
                  <a:lnTo>
                    <a:pt x="369674" y="5540746"/>
                  </a:lnTo>
                  <a:lnTo>
                    <a:pt x="357351" y="5540746"/>
                  </a:lnTo>
                  <a:lnTo>
                    <a:pt x="345029" y="5540746"/>
                  </a:lnTo>
                  <a:lnTo>
                    <a:pt x="332706" y="5540746"/>
                  </a:lnTo>
                  <a:lnTo>
                    <a:pt x="320384" y="5540746"/>
                  </a:lnTo>
                  <a:lnTo>
                    <a:pt x="308061" y="5540746"/>
                  </a:lnTo>
                  <a:lnTo>
                    <a:pt x="295739" y="5540746"/>
                  </a:lnTo>
                  <a:lnTo>
                    <a:pt x="283416" y="5540746"/>
                  </a:lnTo>
                  <a:lnTo>
                    <a:pt x="271094" y="5540746"/>
                  </a:lnTo>
                  <a:lnTo>
                    <a:pt x="258772" y="5540746"/>
                  </a:lnTo>
                  <a:lnTo>
                    <a:pt x="246449" y="5540746"/>
                  </a:lnTo>
                  <a:lnTo>
                    <a:pt x="234127" y="5540746"/>
                  </a:lnTo>
                  <a:lnTo>
                    <a:pt x="221804" y="5540746"/>
                  </a:lnTo>
                  <a:lnTo>
                    <a:pt x="209482" y="5540746"/>
                  </a:lnTo>
                  <a:lnTo>
                    <a:pt x="197159" y="5540746"/>
                  </a:lnTo>
                  <a:lnTo>
                    <a:pt x="184837" y="5540746"/>
                  </a:lnTo>
                  <a:lnTo>
                    <a:pt x="172514" y="5540746"/>
                  </a:lnTo>
                  <a:lnTo>
                    <a:pt x="160192" y="5540746"/>
                  </a:lnTo>
                  <a:lnTo>
                    <a:pt x="147869" y="5540746"/>
                  </a:lnTo>
                  <a:lnTo>
                    <a:pt x="135547" y="5540746"/>
                  </a:lnTo>
                  <a:lnTo>
                    <a:pt x="123224" y="5540746"/>
                  </a:lnTo>
                  <a:lnTo>
                    <a:pt x="110902" y="5540746"/>
                  </a:lnTo>
                  <a:lnTo>
                    <a:pt x="98579" y="5540746"/>
                  </a:lnTo>
                  <a:lnTo>
                    <a:pt x="86257" y="5540746"/>
                  </a:lnTo>
                  <a:lnTo>
                    <a:pt x="73934" y="5540746"/>
                  </a:lnTo>
                  <a:lnTo>
                    <a:pt x="61612" y="5540746"/>
                  </a:lnTo>
                  <a:lnTo>
                    <a:pt x="49289" y="5540746"/>
                  </a:lnTo>
                  <a:lnTo>
                    <a:pt x="36967" y="5540746"/>
                  </a:lnTo>
                  <a:lnTo>
                    <a:pt x="24644" y="5540746"/>
                  </a:lnTo>
                  <a:lnTo>
                    <a:pt x="12322" y="5540746"/>
                  </a:lnTo>
                  <a:close/>
                </a:path>
              </a:pathLst>
            </a:custGeom>
            <a:solidFill>
              <a:srgbClr val="FFC0CB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706745" y="605582"/>
              <a:ext cx="6296786" cy="5540746"/>
            </a:xfrm>
            <a:custGeom>
              <a:avLst/>
              <a:pathLst>
                <a:path w="6296786" h="5540746">
                  <a:moveTo>
                    <a:pt x="0" y="5540746"/>
                  </a:moveTo>
                  <a:lnTo>
                    <a:pt x="12322" y="5540746"/>
                  </a:lnTo>
                  <a:lnTo>
                    <a:pt x="24644" y="5540746"/>
                  </a:lnTo>
                  <a:lnTo>
                    <a:pt x="36967" y="5540746"/>
                  </a:lnTo>
                  <a:lnTo>
                    <a:pt x="49289" y="5540746"/>
                  </a:lnTo>
                  <a:lnTo>
                    <a:pt x="61612" y="5540746"/>
                  </a:lnTo>
                  <a:lnTo>
                    <a:pt x="73934" y="5540746"/>
                  </a:lnTo>
                  <a:lnTo>
                    <a:pt x="86257" y="5540746"/>
                  </a:lnTo>
                  <a:lnTo>
                    <a:pt x="98579" y="5540746"/>
                  </a:lnTo>
                  <a:lnTo>
                    <a:pt x="110902" y="5540746"/>
                  </a:lnTo>
                  <a:lnTo>
                    <a:pt x="123224" y="5540746"/>
                  </a:lnTo>
                  <a:lnTo>
                    <a:pt x="135547" y="5540746"/>
                  </a:lnTo>
                  <a:lnTo>
                    <a:pt x="147869" y="5540746"/>
                  </a:lnTo>
                  <a:lnTo>
                    <a:pt x="160192" y="5540746"/>
                  </a:lnTo>
                  <a:lnTo>
                    <a:pt x="172514" y="5540746"/>
                  </a:lnTo>
                  <a:lnTo>
                    <a:pt x="184837" y="5540746"/>
                  </a:lnTo>
                  <a:lnTo>
                    <a:pt x="197159" y="5540746"/>
                  </a:lnTo>
                  <a:lnTo>
                    <a:pt x="209482" y="5540746"/>
                  </a:lnTo>
                  <a:lnTo>
                    <a:pt x="221804" y="5540746"/>
                  </a:lnTo>
                  <a:lnTo>
                    <a:pt x="234127" y="5540746"/>
                  </a:lnTo>
                  <a:lnTo>
                    <a:pt x="246449" y="5540746"/>
                  </a:lnTo>
                  <a:lnTo>
                    <a:pt x="258772" y="5540746"/>
                  </a:lnTo>
                  <a:lnTo>
                    <a:pt x="271094" y="5540746"/>
                  </a:lnTo>
                  <a:lnTo>
                    <a:pt x="283416" y="5540746"/>
                  </a:lnTo>
                  <a:lnTo>
                    <a:pt x="295739" y="5540746"/>
                  </a:lnTo>
                  <a:lnTo>
                    <a:pt x="308061" y="5540746"/>
                  </a:lnTo>
                  <a:lnTo>
                    <a:pt x="320384" y="5540746"/>
                  </a:lnTo>
                  <a:lnTo>
                    <a:pt x="332706" y="5540746"/>
                  </a:lnTo>
                  <a:lnTo>
                    <a:pt x="345029" y="5540746"/>
                  </a:lnTo>
                  <a:lnTo>
                    <a:pt x="357351" y="5540746"/>
                  </a:lnTo>
                  <a:lnTo>
                    <a:pt x="369674" y="5540746"/>
                  </a:lnTo>
                  <a:lnTo>
                    <a:pt x="381996" y="5540746"/>
                  </a:lnTo>
                  <a:lnTo>
                    <a:pt x="394319" y="5540746"/>
                  </a:lnTo>
                  <a:lnTo>
                    <a:pt x="406641" y="5540746"/>
                  </a:lnTo>
                  <a:lnTo>
                    <a:pt x="418964" y="5540746"/>
                  </a:lnTo>
                  <a:lnTo>
                    <a:pt x="431286" y="5540746"/>
                  </a:lnTo>
                  <a:lnTo>
                    <a:pt x="443609" y="5540746"/>
                  </a:lnTo>
                  <a:lnTo>
                    <a:pt x="455931" y="5540746"/>
                  </a:lnTo>
                  <a:lnTo>
                    <a:pt x="468254" y="5540746"/>
                  </a:lnTo>
                  <a:lnTo>
                    <a:pt x="480576" y="5540746"/>
                  </a:lnTo>
                  <a:lnTo>
                    <a:pt x="492899" y="5540746"/>
                  </a:lnTo>
                  <a:lnTo>
                    <a:pt x="505221" y="5540746"/>
                  </a:lnTo>
                  <a:lnTo>
                    <a:pt x="517544" y="5540746"/>
                  </a:lnTo>
                  <a:lnTo>
                    <a:pt x="529866" y="5540746"/>
                  </a:lnTo>
                  <a:lnTo>
                    <a:pt x="542189" y="5540746"/>
                  </a:lnTo>
                  <a:lnTo>
                    <a:pt x="554511" y="5540746"/>
                  </a:lnTo>
                  <a:lnTo>
                    <a:pt x="566833" y="5540746"/>
                  </a:lnTo>
                  <a:lnTo>
                    <a:pt x="579156" y="5540746"/>
                  </a:lnTo>
                  <a:lnTo>
                    <a:pt x="591478" y="5540746"/>
                  </a:lnTo>
                  <a:lnTo>
                    <a:pt x="603801" y="5540746"/>
                  </a:lnTo>
                  <a:lnTo>
                    <a:pt x="616123" y="5540746"/>
                  </a:lnTo>
                  <a:lnTo>
                    <a:pt x="628446" y="5540746"/>
                  </a:lnTo>
                  <a:lnTo>
                    <a:pt x="640768" y="5540746"/>
                  </a:lnTo>
                  <a:lnTo>
                    <a:pt x="653091" y="5540746"/>
                  </a:lnTo>
                  <a:lnTo>
                    <a:pt x="665413" y="5540746"/>
                  </a:lnTo>
                  <a:lnTo>
                    <a:pt x="677736" y="5540746"/>
                  </a:lnTo>
                  <a:lnTo>
                    <a:pt x="690058" y="5540746"/>
                  </a:lnTo>
                  <a:lnTo>
                    <a:pt x="702381" y="5540746"/>
                  </a:lnTo>
                  <a:lnTo>
                    <a:pt x="714703" y="5540746"/>
                  </a:lnTo>
                  <a:lnTo>
                    <a:pt x="727026" y="5540746"/>
                  </a:lnTo>
                  <a:lnTo>
                    <a:pt x="739348" y="5540746"/>
                  </a:lnTo>
                  <a:lnTo>
                    <a:pt x="751671" y="5540746"/>
                  </a:lnTo>
                  <a:lnTo>
                    <a:pt x="763993" y="5540746"/>
                  </a:lnTo>
                  <a:lnTo>
                    <a:pt x="776316" y="5540746"/>
                  </a:lnTo>
                  <a:lnTo>
                    <a:pt x="788638" y="5540746"/>
                  </a:lnTo>
                  <a:lnTo>
                    <a:pt x="800961" y="5540746"/>
                  </a:lnTo>
                  <a:lnTo>
                    <a:pt x="813283" y="5540746"/>
                  </a:lnTo>
                  <a:lnTo>
                    <a:pt x="825606" y="5540746"/>
                  </a:lnTo>
                  <a:lnTo>
                    <a:pt x="837928" y="5540746"/>
                  </a:lnTo>
                  <a:lnTo>
                    <a:pt x="850250" y="5540746"/>
                  </a:lnTo>
                  <a:lnTo>
                    <a:pt x="862573" y="5540746"/>
                  </a:lnTo>
                  <a:lnTo>
                    <a:pt x="874895" y="5540746"/>
                  </a:lnTo>
                  <a:lnTo>
                    <a:pt x="887218" y="5540746"/>
                  </a:lnTo>
                  <a:lnTo>
                    <a:pt x="899540" y="5540746"/>
                  </a:lnTo>
                  <a:lnTo>
                    <a:pt x="911863" y="5540746"/>
                  </a:lnTo>
                  <a:lnTo>
                    <a:pt x="924185" y="5540746"/>
                  </a:lnTo>
                  <a:lnTo>
                    <a:pt x="936508" y="5540746"/>
                  </a:lnTo>
                  <a:lnTo>
                    <a:pt x="948830" y="5540746"/>
                  </a:lnTo>
                  <a:lnTo>
                    <a:pt x="961153" y="5540746"/>
                  </a:lnTo>
                  <a:lnTo>
                    <a:pt x="973475" y="5540746"/>
                  </a:lnTo>
                  <a:lnTo>
                    <a:pt x="985798" y="5540746"/>
                  </a:lnTo>
                  <a:lnTo>
                    <a:pt x="998120" y="5540746"/>
                  </a:lnTo>
                  <a:lnTo>
                    <a:pt x="1010443" y="5540746"/>
                  </a:lnTo>
                  <a:lnTo>
                    <a:pt x="1022765" y="5540746"/>
                  </a:lnTo>
                  <a:lnTo>
                    <a:pt x="1035088" y="5540746"/>
                  </a:lnTo>
                  <a:lnTo>
                    <a:pt x="1047410" y="5540746"/>
                  </a:lnTo>
                  <a:lnTo>
                    <a:pt x="1059733" y="5540746"/>
                  </a:lnTo>
                  <a:lnTo>
                    <a:pt x="1072055" y="5540746"/>
                  </a:lnTo>
                  <a:lnTo>
                    <a:pt x="1084378" y="5540746"/>
                  </a:lnTo>
                  <a:lnTo>
                    <a:pt x="1096700" y="5540746"/>
                  </a:lnTo>
                  <a:lnTo>
                    <a:pt x="1109022" y="5540746"/>
                  </a:lnTo>
                  <a:lnTo>
                    <a:pt x="1121345" y="5540746"/>
                  </a:lnTo>
                  <a:lnTo>
                    <a:pt x="1133667" y="5540746"/>
                  </a:lnTo>
                  <a:lnTo>
                    <a:pt x="1145990" y="5540746"/>
                  </a:lnTo>
                  <a:lnTo>
                    <a:pt x="1158312" y="5540746"/>
                  </a:lnTo>
                  <a:lnTo>
                    <a:pt x="1170635" y="5540746"/>
                  </a:lnTo>
                  <a:lnTo>
                    <a:pt x="1182957" y="5540746"/>
                  </a:lnTo>
                  <a:lnTo>
                    <a:pt x="1195280" y="5540746"/>
                  </a:lnTo>
                  <a:lnTo>
                    <a:pt x="1207602" y="5540746"/>
                  </a:lnTo>
                  <a:lnTo>
                    <a:pt x="1219925" y="5540746"/>
                  </a:lnTo>
                  <a:lnTo>
                    <a:pt x="1232247" y="5540746"/>
                  </a:lnTo>
                  <a:lnTo>
                    <a:pt x="1244570" y="5540746"/>
                  </a:lnTo>
                  <a:lnTo>
                    <a:pt x="1256892" y="5540746"/>
                  </a:lnTo>
                  <a:lnTo>
                    <a:pt x="1269215" y="5540746"/>
                  </a:lnTo>
                  <a:lnTo>
                    <a:pt x="1281537" y="5540746"/>
                  </a:lnTo>
                  <a:lnTo>
                    <a:pt x="1293860" y="5540746"/>
                  </a:lnTo>
                  <a:lnTo>
                    <a:pt x="1306182" y="5540746"/>
                  </a:lnTo>
                  <a:lnTo>
                    <a:pt x="1318505" y="5540746"/>
                  </a:lnTo>
                  <a:lnTo>
                    <a:pt x="1330827" y="5540746"/>
                  </a:lnTo>
                  <a:lnTo>
                    <a:pt x="1343150" y="5540746"/>
                  </a:lnTo>
                  <a:lnTo>
                    <a:pt x="1355472" y="5540746"/>
                  </a:lnTo>
                  <a:lnTo>
                    <a:pt x="1367795" y="5540746"/>
                  </a:lnTo>
                  <a:lnTo>
                    <a:pt x="1380117" y="5540746"/>
                  </a:lnTo>
                  <a:lnTo>
                    <a:pt x="1392439" y="5540746"/>
                  </a:lnTo>
                  <a:lnTo>
                    <a:pt x="1404762" y="5540746"/>
                  </a:lnTo>
                  <a:lnTo>
                    <a:pt x="1417084" y="5540746"/>
                  </a:lnTo>
                  <a:lnTo>
                    <a:pt x="1429407" y="5540746"/>
                  </a:lnTo>
                  <a:lnTo>
                    <a:pt x="1441729" y="5540746"/>
                  </a:lnTo>
                  <a:lnTo>
                    <a:pt x="1454052" y="5540745"/>
                  </a:lnTo>
                  <a:lnTo>
                    <a:pt x="1466374" y="5540745"/>
                  </a:lnTo>
                  <a:lnTo>
                    <a:pt x="1478697" y="5540744"/>
                  </a:lnTo>
                  <a:lnTo>
                    <a:pt x="1491019" y="5540741"/>
                  </a:lnTo>
                  <a:lnTo>
                    <a:pt x="1503342" y="5540730"/>
                  </a:lnTo>
                  <a:lnTo>
                    <a:pt x="1515664" y="5540701"/>
                  </a:lnTo>
                  <a:lnTo>
                    <a:pt x="1527987" y="5540627"/>
                  </a:lnTo>
                  <a:lnTo>
                    <a:pt x="1540309" y="5540450"/>
                  </a:lnTo>
                  <a:lnTo>
                    <a:pt x="1552632" y="5540058"/>
                  </a:lnTo>
                  <a:lnTo>
                    <a:pt x="1564954" y="5539251"/>
                  </a:lnTo>
                  <a:lnTo>
                    <a:pt x="1577277" y="5537705"/>
                  </a:lnTo>
                  <a:lnTo>
                    <a:pt x="1589599" y="5534902"/>
                  </a:lnTo>
                  <a:lnTo>
                    <a:pt x="1601922" y="5530197"/>
                  </a:lnTo>
                  <a:lnTo>
                    <a:pt x="1614244" y="5523084"/>
                  </a:lnTo>
                  <a:lnTo>
                    <a:pt x="1626567" y="5513286"/>
                  </a:lnTo>
                  <a:lnTo>
                    <a:pt x="1638889" y="5501062"/>
                  </a:lnTo>
                  <a:lnTo>
                    <a:pt x="1651212" y="5487384"/>
                  </a:lnTo>
                  <a:lnTo>
                    <a:pt x="1663534" y="5473916"/>
                  </a:lnTo>
                  <a:lnTo>
                    <a:pt x="1675856" y="5462728"/>
                  </a:lnTo>
                  <a:lnTo>
                    <a:pt x="1688179" y="5455796"/>
                  </a:lnTo>
                  <a:lnTo>
                    <a:pt x="1700501" y="5454440"/>
                  </a:lnTo>
                  <a:lnTo>
                    <a:pt x="1712824" y="5458925"/>
                  </a:lnTo>
                  <a:lnTo>
                    <a:pt x="1725146" y="5468378"/>
                  </a:lnTo>
                  <a:lnTo>
                    <a:pt x="1737469" y="5481058"/>
                  </a:lnTo>
                  <a:lnTo>
                    <a:pt x="1749791" y="5494869"/>
                  </a:lnTo>
                  <a:lnTo>
                    <a:pt x="1762114" y="5507912"/>
                  </a:lnTo>
                  <a:lnTo>
                    <a:pt x="1774436" y="5518883"/>
                  </a:lnTo>
                  <a:lnTo>
                    <a:pt x="1786759" y="5527208"/>
                  </a:lnTo>
                  <a:lnTo>
                    <a:pt x="1799081" y="5532939"/>
                  </a:lnTo>
                  <a:lnTo>
                    <a:pt x="1811404" y="5536474"/>
                  </a:lnTo>
                  <a:lnTo>
                    <a:pt x="1823726" y="5538362"/>
                  </a:lnTo>
                  <a:lnTo>
                    <a:pt x="1836049" y="5539102"/>
                  </a:lnTo>
                  <a:lnTo>
                    <a:pt x="1848371" y="5538863"/>
                  </a:lnTo>
                  <a:lnTo>
                    <a:pt x="1860694" y="5537527"/>
                  </a:lnTo>
                  <a:lnTo>
                    <a:pt x="1873016" y="5534648"/>
                  </a:lnTo>
                  <a:lnTo>
                    <a:pt x="1885339" y="5529441"/>
                  </a:lnTo>
                  <a:lnTo>
                    <a:pt x="1897661" y="5520787"/>
                  </a:lnTo>
                  <a:lnTo>
                    <a:pt x="1909984" y="5507277"/>
                  </a:lnTo>
                  <a:lnTo>
                    <a:pt x="1922306" y="5487320"/>
                  </a:lnTo>
                  <a:lnTo>
                    <a:pt x="1934629" y="5459315"/>
                  </a:lnTo>
                  <a:lnTo>
                    <a:pt x="1946951" y="5421876"/>
                  </a:lnTo>
                  <a:lnTo>
                    <a:pt x="1959273" y="5374083"/>
                  </a:lnTo>
                  <a:lnTo>
                    <a:pt x="1971596" y="5315699"/>
                  </a:lnTo>
                  <a:lnTo>
                    <a:pt x="1983918" y="5247274"/>
                  </a:lnTo>
                  <a:lnTo>
                    <a:pt x="1996241" y="5170085"/>
                  </a:lnTo>
                  <a:lnTo>
                    <a:pt x="2008563" y="5085929"/>
                  </a:lnTo>
                  <a:lnTo>
                    <a:pt x="2020886" y="4996909"/>
                  </a:lnTo>
                  <a:lnTo>
                    <a:pt x="2033208" y="4905483"/>
                  </a:lnTo>
                  <a:lnTo>
                    <a:pt x="2045531" y="4815385"/>
                  </a:lnTo>
                  <a:lnTo>
                    <a:pt x="2057853" y="4732180"/>
                  </a:lnTo>
                  <a:lnTo>
                    <a:pt x="2070176" y="4663702"/>
                  </a:lnTo>
                  <a:lnTo>
                    <a:pt x="2082498" y="4619509"/>
                  </a:lnTo>
                  <a:lnTo>
                    <a:pt x="2094821" y="4608853"/>
                  </a:lnTo>
                  <a:lnTo>
                    <a:pt x="2107143" y="4637824"/>
                  </a:lnTo>
                  <a:lnTo>
                    <a:pt x="2119466" y="4706824"/>
                  </a:lnTo>
                  <a:lnTo>
                    <a:pt x="2131788" y="4809538"/>
                  </a:lnTo>
                  <a:lnTo>
                    <a:pt x="2144111" y="4933947"/>
                  </a:lnTo>
                  <a:lnTo>
                    <a:pt x="2156433" y="5065020"/>
                  </a:lnTo>
                  <a:lnTo>
                    <a:pt x="2168756" y="5188002"/>
                  </a:lnTo>
                  <a:lnTo>
                    <a:pt x="2181078" y="5290979"/>
                  </a:lnTo>
                  <a:lnTo>
                    <a:pt x="2193401" y="5365799"/>
                  </a:lnTo>
                  <a:lnTo>
                    <a:pt x="2205723" y="5407138"/>
                  </a:lnTo>
                  <a:lnTo>
                    <a:pt x="2218045" y="5410224"/>
                  </a:lnTo>
                  <a:lnTo>
                    <a:pt x="2230368" y="5368181"/>
                  </a:lnTo>
                  <a:lnTo>
                    <a:pt x="2242690" y="5270140"/>
                  </a:lnTo>
                  <a:lnTo>
                    <a:pt x="2255013" y="5100865"/>
                  </a:lnTo>
                  <a:lnTo>
                    <a:pt x="2267335" y="4838414"/>
                  </a:lnTo>
                  <a:lnTo>
                    <a:pt x="2279658" y="4477119"/>
                  </a:lnTo>
                  <a:lnTo>
                    <a:pt x="2291980" y="4021655"/>
                  </a:lnTo>
                  <a:lnTo>
                    <a:pt x="2304303" y="3498162"/>
                  </a:lnTo>
                  <a:lnTo>
                    <a:pt x="2316625" y="2956422"/>
                  </a:lnTo>
                  <a:lnTo>
                    <a:pt x="2328948" y="2464477"/>
                  </a:lnTo>
                  <a:lnTo>
                    <a:pt x="2341270" y="2095508"/>
                  </a:lnTo>
                  <a:lnTo>
                    <a:pt x="2353593" y="1910219"/>
                  </a:lnTo>
                  <a:lnTo>
                    <a:pt x="2365915" y="1940521"/>
                  </a:lnTo>
                  <a:lnTo>
                    <a:pt x="2378238" y="2180454"/>
                  </a:lnTo>
                  <a:lnTo>
                    <a:pt x="2390560" y="2587734"/>
                  </a:lnTo>
                  <a:lnTo>
                    <a:pt x="2402883" y="3095106"/>
                  </a:lnTo>
                  <a:lnTo>
                    <a:pt x="2415205" y="3626915"/>
                  </a:lnTo>
                  <a:lnTo>
                    <a:pt x="2427528" y="4114594"/>
                  </a:lnTo>
                  <a:lnTo>
                    <a:pt x="2439850" y="4505901"/>
                  </a:lnTo>
                  <a:lnTo>
                    <a:pt x="2452173" y="4765940"/>
                  </a:lnTo>
                  <a:lnTo>
                    <a:pt x="2464495" y="4871774"/>
                  </a:lnTo>
                  <a:lnTo>
                    <a:pt x="2476818" y="4805131"/>
                  </a:lnTo>
                  <a:lnTo>
                    <a:pt x="2489140" y="4537061"/>
                  </a:lnTo>
                  <a:lnTo>
                    <a:pt x="2501462" y="4066138"/>
                  </a:lnTo>
                  <a:lnTo>
                    <a:pt x="2513785" y="3403616"/>
                  </a:lnTo>
                  <a:lnTo>
                    <a:pt x="2526107" y="2594547"/>
                  </a:lnTo>
                  <a:lnTo>
                    <a:pt x="2538430" y="1725839"/>
                  </a:lnTo>
                  <a:lnTo>
                    <a:pt x="2550752" y="918948"/>
                  </a:lnTo>
                  <a:lnTo>
                    <a:pt x="2563075" y="306670"/>
                  </a:lnTo>
                  <a:lnTo>
                    <a:pt x="2575397" y="0"/>
                  </a:lnTo>
                  <a:lnTo>
                    <a:pt x="2587720" y="56790"/>
                  </a:lnTo>
                  <a:lnTo>
                    <a:pt x="2600042" y="464496"/>
                  </a:lnTo>
                  <a:lnTo>
                    <a:pt x="2612365" y="1144088"/>
                  </a:lnTo>
                  <a:lnTo>
                    <a:pt x="2624687" y="1973618"/>
                  </a:lnTo>
                  <a:lnTo>
                    <a:pt x="2637010" y="2822178"/>
                  </a:lnTo>
                  <a:lnTo>
                    <a:pt x="2649332" y="3581796"/>
                  </a:lnTo>
                  <a:lnTo>
                    <a:pt x="2661655" y="4187171"/>
                  </a:lnTo>
                  <a:lnTo>
                    <a:pt x="2673977" y="4619451"/>
                  </a:lnTo>
                  <a:lnTo>
                    <a:pt x="2686300" y="4896745"/>
                  </a:lnTo>
                  <a:lnTo>
                    <a:pt x="2698622" y="5058006"/>
                  </a:lnTo>
                  <a:lnTo>
                    <a:pt x="2710945" y="5145449"/>
                  </a:lnTo>
                  <a:lnTo>
                    <a:pt x="2723267" y="5199943"/>
                  </a:lnTo>
                  <a:lnTo>
                    <a:pt x="2735590" y="5244760"/>
                  </a:lnTo>
                  <a:lnTo>
                    <a:pt x="2747912" y="5290360"/>
                  </a:lnTo>
                  <a:lnTo>
                    <a:pt x="2760235" y="5338556"/>
                  </a:lnTo>
                  <a:lnTo>
                    <a:pt x="2772557" y="5386401"/>
                  </a:lnTo>
                  <a:lnTo>
                    <a:pt x="2784879" y="5429492"/>
                  </a:lnTo>
                  <a:lnTo>
                    <a:pt x="2797202" y="5463998"/>
                  </a:lnTo>
                  <a:lnTo>
                    <a:pt x="2809524" y="5487290"/>
                  </a:lnTo>
                  <a:lnTo>
                    <a:pt x="2821847" y="5497467"/>
                  </a:lnTo>
                  <a:lnTo>
                    <a:pt x="2834169" y="5492358"/>
                  </a:lnTo>
                  <a:lnTo>
                    <a:pt x="2846492" y="5468622"/>
                  </a:lnTo>
                  <a:lnTo>
                    <a:pt x="2858814" y="5421525"/>
                  </a:lnTo>
                  <a:lnTo>
                    <a:pt x="2871137" y="5345790"/>
                  </a:lnTo>
                  <a:lnTo>
                    <a:pt x="2883459" y="5237609"/>
                  </a:lnTo>
                  <a:lnTo>
                    <a:pt x="2895782" y="5097452"/>
                  </a:lnTo>
                  <a:lnTo>
                    <a:pt x="2908104" y="4932770"/>
                  </a:lnTo>
                  <a:lnTo>
                    <a:pt x="2920427" y="4759307"/>
                  </a:lnTo>
                  <a:lnTo>
                    <a:pt x="2932749" y="4601461"/>
                  </a:lnTo>
                  <a:lnTo>
                    <a:pt x="2945072" y="4486097"/>
                  </a:lnTo>
                  <a:lnTo>
                    <a:pt x="2957394" y="4432437"/>
                  </a:lnTo>
                  <a:lnTo>
                    <a:pt x="2969717" y="4449110"/>
                  </a:lnTo>
                  <a:lnTo>
                    <a:pt x="2982039" y="4531635"/>
                  </a:lnTo>
                  <a:lnTo>
                    <a:pt x="2994362" y="4664158"/>
                  </a:lnTo>
                  <a:lnTo>
                    <a:pt x="3006684" y="4824156"/>
                  </a:lnTo>
                  <a:lnTo>
                    <a:pt x="3019007" y="4988174"/>
                  </a:lnTo>
                  <a:lnTo>
                    <a:pt x="3031329" y="5136622"/>
                  </a:lnTo>
                  <a:lnTo>
                    <a:pt x="3043652" y="5256418"/>
                  </a:lnTo>
                  <a:lnTo>
                    <a:pt x="3055974" y="5341348"/>
                  </a:lnTo>
                  <a:lnTo>
                    <a:pt x="3068296" y="5390846"/>
                  </a:lnTo>
                  <a:lnTo>
                    <a:pt x="3080619" y="5408238"/>
                  </a:lnTo>
                  <a:lnTo>
                    <a:pt x="3092941" y="5399294"/>
                  </a:lnTo>
                  <a:lnTo>
                    <a:pt x="3105264" y="5371425"/>
                  </a:lnTo>
                  <a:lnTo>
                    <a:pt x="3117586" y="5333300"/>
                  </a:lnTo>
                  <a:lnTo>
                    <a:pt x="3129909" y="5294361"/>
                  </a:lnTo>
                  <a:lnTo>
                    <a:pt x="3142231" y="5263819"/>
                  </a:lnTo>
                  <a:lnTo>
                    <a:pt x="3154554" y="5249702"/>
                  </a:lnTo>
                  <a:lnTo>
                    <a:pt x="3166876" y="5255890"/>
                  </a:lnTo>
                  <a:lnTo>
                    <a:pt x="3179199" y="5280665"/>
                  </a:lnTo>
                  <a:lnTo>
                    <a:pt x="3191521" y="5319136"/>
                  </a:lnTo>
                  <a:lnTo>
                    <a:pt x="3203844" y="5364448"/>
                  </a:lnTo>
                  <a:lnTo>
                    <a:pt x="3216166" y="5409777"/>
                  </a:lnTo>
                  <a:lnTo>
                    <a:pt x="3228489" y="5449897"/>
                  </a:lnTo>
                  <a:lnTo>
                    <a:pt x="3240811" y="5481925"/>
                  </a:lnTo>
                  <a:lnTo>
                    <a:pt x="3253134" y="5505222"/>
                  </a:lnTo>
                  <a:lnTo>
                    <a:pt x="3265456" y="5520751"/>
                  </a:lnTo>
                  <a:lnTo>
                    <a:pt x="3277779" y="5530267"/>
                  </a:lnTo>
                  <a:lnTo>
                    <a:pt x="3290101" y="5535638"/>
                  </a:lnTo>
                  <a:lnTo>
                    <a:pt x="3302424" y="5538433"/>
                  </a:lnTo>
                  <a:lnTo>
                    <a:pt x="3314746" y="5539773"/>
                  </a:lnTo>
                  <a:lnTo>
                    <a:pt x="3327068" y="5540367"/>
                  </a:lnTo>
                  <a:lnTo>
                    <a:pt x="3339391" y="5540609"/>
                  </a:lnTo>
                  <a:lnTo>
                    <a:pt x="3351713" y="5540700"/>
                  </a:lnTo>
                  <a:lnTo>
                    <a:pt x="3364036" y="5540731"/>
                  </a:lnTo>
                  <a:lnTo>
                    <a:pt x="3376358" y="5540741"/>
                  </a:lnTo>
                  <a:lnTo>
                    <a:pt x="3388681" y="5540744"/>
                  </a:lnTo>
                  <a:lnTo>
                    <a:pt x="3401003" y="5540745"/>
                  </a:lnTo>
                  <a:lnTo>
                    <a:pt x="3413326" y="5540745"/>
                  </a:lnTo>
                  <a:lnTo>
                    <a:pt x="3425648" y="5540746"/>
                  </a:lnTo>
                  <a:lnTo>
                    <a:pt x="3437971" y="5540746"/>
                  </a:lnTo>
                  <a:lnTo>
                    <a:pt x="3450293" y="5540746"/>
                  </a:lnTo>
                  <a:lnTo>
                    <a:pt x="3462616" y="5540746"/>
                  </a:lnTo>
                  <a:lnTo>
                    <a:pt x="3474938" y="5540746"/>
                  </a:lnTo>
                  <a:lnTo>
                    <a:pt x="3487261" y="5540746"/>
                  </a:lnTo>
                  <a:lnTo>
                    <a:pt x="3499583" y="5540746"/>
                  </a:lnTo>
                  <a:lnTo>
                    <a:pt x="3511906" y="5540746"/>
                  </a:lnTo>
                  <a:lnTo>
                    <a:pt x="3524228" y="5540746"/>
                  </a:lnTo>
                  <a:lnTo>
                    <a:pt x="3536551" y="5540746"/>
                  </a:lnTo>
                  <a:lnTo>
                    <a:pt x="3548873" y="5540745"/>
                  </a:lnTo>
                  <a:lnTo>
                    <a:pt x="3561196" y="5540745"/>
                  </a:lnTo>
                  <a:lnTo>
                    <a:pt x="3573518" y="5540744"/>
                  </a:lnTo>
                  <a:lnTo>
                    <a:pt x="3585841" y="5540742"/>
                  </a:lnTo>
                  <a:lnTo>
                    <a:pt x="3598163" y="5540736"/>
                  </a:lnTo>
                  <a:lnTo>
                    <a:pt x="3610485" y="5540717"/>
                  </a:lnTo>
                  <a:lnTo>
                    <a:pt x="3622808" y="5540670"/>
                  </a:lnTo>
                  <a:lnTo>
                    <a:pt x="3635130" y="5540561"/>
                  </a:lnTo>
                  <a:lnTo>
                    <a:pt x="3647453" y="5540325"/>
                  </a:lnTo>
                  <a:lnTo>
                    <a:pt x="3659775" y="5539859"/>
                  </a:lnTo>
                  <a:lnTo>
                    <a:pt x="3672098" y="5539012"/>
                  </a:lnTo>
                  <a:lnTo>
                    <a:pt x="3684420" y="5537597"/>
                  </a:lnTo>
                  <a:lnTo>
                    <a:pt x="3696743" y="5535427"/>
                  </a:lnTo>
                  <a:lnTo>
                    <a:pt x="3709065" y="5532383"/>
                  </a:lnTo>
                  <a:lnTo>
                    <a:pt x="3721388" y="5528496"/>
                  </a:lnTo>
                  <a:lnTo>
                    <a:pt x="3733710" y="5524015"/>
                  </a:lnTo>
                  <a:lnTo>
                    <a:pt x="3746033" y="5519430"/>
                  </a:lnTo>
                  <a:lnTo>
                    <a:pt x="3758355" y="5515408"/>
                  </a:lnTo>
                  <a:lnTo>
                    <a:pt x="3770678" y="5512649"/>
                  </a:lnTo>
                  <a:lnTo>
                    <a:pt x="3783000" y="5511691"/>
                  </a:lnTo>
                  <a:lnTo>
                    <a:pt x="3795323" y="5512747"/>
                  </a:lnTo>
                  <a:lnTo>
                    <a:pt x="3807645" y="5515622"/>
                  </a:lnTo>
                  <a:lnTo>
                    <a:pt x="3819968" y="5519778"/>
                  </a:lnTo>
                  <a:lnTo>
                    <a:pt x="3832290" y="5524465"/>
                  </a:lnTo>
                  <a:lnTo>
                    <a:pt x="3844613" y="5528942"/>
                  </a:lnTo>
                  <a:lnTo>
                    <a:pt x="3856935" y="5532751"/>
                  </a:lnTo>
                  <a:lnTo>
                    <a:pt x="3869258" y="5535687"/>
                  </a:lnTo>
                  <a:lnTo>
                    <a:pt x="3881580" y="5537756"/>
                  </a:lnTo>
                  <a:lnTo>
                    <a:pt x="3893902" y="5539096"/>
                  </a:lnTo>
                  <a:lnTo>
                    <a:pt x="3906225" y="5539897"/>
                  </a:lnTo>
                  <a:lnTo>
                    <a:pt x="3918547" y="5540339"/>
                  </a:lnTo>
                  <a:lnTo>
                    <a:pt x="3930870" y="5540564"/>
                  </a:lnTo>
                  <a:lnTo>
                    <a:pt x="3943192" y="5540670"/>
                  </a:lnTo>
                  <a:lnTo>
                    <a:pt x="3955515" y="5540717"/>
                  </a:lnTo>
                  <a:lnTo>
                    <a:pt x="3967837" y="5540735"/>
                  </a:lnTo>
                  <a:lnTo>
                    <a:pt x="3980160" y="5540742"/>
                  </a:lnTo>
                  <a:lnTo>
                    <a:pt x="3992482" y="5540744"/>
                  </a:lnTo>
                  <a:lnTo>
                    <a:pt x="4004805" y="5540745"/>
                  </a:lnTo>
                  <a:lnTo>
                    <a:pt x="4017127" y="5540745"/>
                  </a:lnTo>
                  <a:lnTo>
                    <a:pt x="4029450" y="5540746"/>
                  </a:lnTo>
                  <a:lnTo>
                    <a:pt x="4041772" y="5540746"/>
                  </a:lnTo>
                  <a:lnTo>
                    <a:pt x="4054095" y="5540746"/>
                  </a:lnTo>
                  <a:lnTo>
                    <a:pt x="4066417" y="5540746"/>
                  </a:lnTo>
                  <a:lnTo>
                    <a:pt x="4078740" y="5540746"/>
                  </a:lnTo>
                  <a:lnTo>
                    <a:pt x="4091062" y="5540746"/>
                  </a:lnTo>
                  <a:lnTo>
                    <a:pt x="4103385" y="5540746"/>
                  </a:lnTo>
                  <a:lnTo>
                    <a:pt x="4115707" y="5540746"/>
                  </a:lnTo>
                  <a:lnTo>
                    <a:pt x="4128030" y="5540746"/>
                  </a:lnTo>
                  <a:lnTo>
                    <a:pt x="4140352" y="5540746"/>
                  </a:lnTo>
                  <a:lnTo>
                    <a:pt x="4152675" y="5540746"/>
                  </a:lnTo>
                  <a:lnTo>
                    <a:pt x="4164997" y="5540746"/>
                  </a:lnTo>
                  <a:lnTo>
                    <a:pt x="4177319" y="5540746"/>
                  </a:lnTo>
                  <a:lnTo>
                    <a:pt x="4189642" y="5540746"/>
                  </a:lnTo>
                  <a:lnTo>
                    <a:pt x="4201964" y="5540746"/>
                  </a:lnTo>
                  <a:lnTo>
                    <a:pt x="4214287" y="5540746"/>
                  </a:lnTo>
                  <a:lnTo>
                    <a:pt x="4226609" y="5540746"/>
                  </a:lnTo>
                  <a:lnTo>
                    <a:pt x="4238932" y="5540746"/>
                  </a:lnTo>
                  <a:lnTo>
                    <a:pt x="4251254" y="5540746"/>
                  </a:lnTo>
                  <a:lnTo>
                    <a:pt x="4263577" y="5540746"/>
                  </a:lnTo>
                  <a:lnTo>
                    <a:pt x="4275899" y="5540746"/>
                  </a:lnTo>
                  <a:lnTo>
                    <a:pt x="4288222" y="5540746"/>
                  </a:lnTo>
                  <a:lnTo>
                    <a:pt x="4300544" y="5540746"/>
                  </a:lnTo>
                  <a:lnTo>
                    <a:pt x="4312867" y="5540746"/>
                  </a:lnTo>
                  <a:lnTo>
                    <a:pt x="4325189" y="5540746"/>
                  </a:lnTo>
                  <a:lnTo>
                    <a:pt x="4337512" y="5540746"/>
                  </a:lnTo>
                  <a:lnTo>
                    <a:pt x="4349834" y="5540746"/>
                  </a:lnTo>
                  <a:lnTo>
                    <a:pt x="4362157" y="5540746"/>
                  </a:lnTo>
                  <a:lnTo>
                    <a:pt x="4374479" y="5540746"/>
                  </a:lnTo>
                  <a:lnTo>
                    <a:pt x="4386802" y="5540746"/>
                  </a:lnTo>
                  <a:lnTo>
                    <a:pt x="4399124" y="5540746"/>
                  </a:lnTo>
                  <a:lnTo>
                    <a:pt x="4411447" y="5540746"/>
                  </a:lnTo>
                  <a:lnTo>
                    <a:pt x="4423769" y="5540746"/>
                  </a:lnTo>
                  <a:lnTo>
                    <a:pt x="4436091" y="5540746"/>
                  </a:lnTo>
                  <a:lnTo>
                    <a:pt x="4448414" y="5540746"/>
                  </a:lnTo>
                  <a:lnTo>
                    <a:pt x="4460736" y="5540746"/>
                  </a:lnTo>
                  <a:lnTo>
                    <a:pt x="4473059" y="5540746"/>
                  </a:lnTo>
                  <a:lnTo>
                    <a:pt x="4485381" y="5540746"/>
                  </a:lnTo>
                  <a:lnTo>
                    <a:pt x="4497704" y="5540746"/>
                  </a:lnTo>
                  <a:lnTo>
                    <a:pt x="4510026" y="5540746"/>
                  </a:lnTo>
                  <a:lnTo>
                    <a:pt x="4522349" y="5540746"/>
                  </a:lnTo>
                  <a:lnTo>
                    <a:pt x="4534671" y="5540746"/>
                  </a:lnTo>
                  <a:lnTo>
                    <a:pt x="4546994" y="5540746"/>
                  </a:lnTo>
                  <a:lnTo>
                    <a:pt x="4559316" y="5540746"/>
                  </a:lnTo>
                  <a:lnTo>
                    <a:pt x="4571639" y="5540746"/>
                  </a:lnTo>
                  <a:lnTo>
                    <a:pt x="4583961" y="5540746"/>
                  </a:lnTo>
                  <a:lnTo>
                    <a:pt x="4596284" y="5540746"/>
                  </a:lnTo>
                  <a:lnTo>
                    <a:pt x="4608606" y="5540746"/>
                  </a:lnTo>
                  <a:lnTo>
                    <a:pt x="4620929" y="5540746"/>
                  </a:lnTo>
                  <a:lnTo>
                    <a:pt x="4633251" y="5540746"/>
                  </a:lnTo>
                  <a:lnTo>
                    <a:pt x="4645574" y="5540746"/>
                  </a:lnTo>
                  <a:lnTo>
                    <a:pt x="4657896" y="5540746"/>
                  </a:lnTo>
                  <a:lnTo>
                    <a:pt x="4670219" y="5540746"/>
                  </a:lnTo>
                  <a:lnTo>
                    <a:pt x="4682541" y="5540746"/>
                  </a:lnTo>
                  <a:lnTo>
                    <a:pt x="4694864" y="5540746"/>
                  </a:lnTo>
                  <a:lnTo>
                    <a:pt x="4707186" y="5540746"/>
                  </a:lnTo>
                  <a:lnTo>
                    <a:pt x="4719508" y="5540746"/>
                  </a:lnTo>
                  <a:lnTo>
                    <a:pt x="4731831" y="5540746"/>
                  </a:lnTo>
                  <a:lnTo>
                    <a:pt x="4744153" y="5540746"/>
                  </a:lnTo>
                  <a:lnTo>
                    <a:pt x="4756476" y="5540746"/>
                  </a:lnTo>
                  <a:lnTo>
                    <a:pt x="4768798" y="5540746"/>
                  </a:lnTo>
                  <a:lnTo>
                    <a:pt x="4781121" y="5540746"/>
                  </a:lnTo>
                  <a:lnTo>
                    <a:pt x="4793443" y="5540746"/>
                  </a:lnTo>
                  <a:lnTo>
                    <a:pt x="4805766" y="5540746"/>
                  </a:lnTo>
                  <a:lnTo>
                    <a:pt x="4818088" y="5540746"/>
                  </a:lnTo>
                  <a:lnTo>
                    <a:pt x="4830411" y="5540746"/>
                  </a:lnTo>
                  <a:lnTo>
                    <a:pt x="4842733" y="5540746"/>
                  </a:lnTo>
                  <a:lnTo>
                    <a:pt x="4855056" y="5540746"/>
                  </a:lnTo>
                  <a:lnTo>
                    <a:pt x="4867378" y="5540746"/>
                  </a:lnTo>
                  <a:lnTo>
                    <a:pt x="4879701" y="5540746"/>
                  </a:lnTo>
                  <a:lnTo>
                    <a:pt x="4892023" y="5540746"/>
                  </a:lnTo>
                  <a:lnTo>
                    <a:pt x="4904346" y="5540746"/>
                  </a:lnTo>
                  <a:lnTo>
                    <a:pt x="4916668" y="5540746"/>
                  </a:lnTo>
                  <a:lnTo>
                    <a:pt x="4928991" y="5540746"/>
                  </a:lnTo>
                  <a:lnTo>
                    <a:pt x="4941313" y="5540746"/>
                  </a:lnTo>
                  <a:lnTo>
                    <a:pt x="4953636" y="5540746"/>
                  </a:lnTo>
                  <a:lnTo>
                    <a:pt x="4965958" y="5540746"/>
                  </a:lnTo>
                  <a:lnTo>
                    <a:pt x="4978281" y="5540746"/>
                  </a:lnTo>
                  <a:lnTo>
                    <a:pt x="4990603" y="5540746"/>
                  </a:lnTo>
                  <a:lnTo>
                    <a:pt x="5002925" y="5540746"/>
                  </a:lnTo>
                  <a:lnTo>
                    <a:pt x="5015248" y="5540746"/>
                  </a:lnTo>
                  <a:lnTo>
                    <a:pt x="5027570" y="5540746"/>
                  </a:lnTo>
                  <a:lnTo>
                    <a:pt x="5039893" y="5540746"/>
                  </a:lnTo>
                  <a:lnTo>
                    <a:pt x="5052215" y="5540746"/>
                  </a:lnTo>
                  <a:lnTo>
                    <a:pt x="5064538" y="5540746"/>
                  </a:lnTo>
                  <a:lnTo>
                    <a:pt x="5076860" y="5540746"/>
                  </a:lnTo>
                  <a:lnTo>
                    <a:pt x="5089183" y="5540746"/>
                  </a:lnTo>
                  <a:lnTo>
                    <a:pt x="5101505" y="5540746"/>
                  </a:lnTo>
                  <a:lnTo>
                    <a:pt x="5113828" y="5540746"/>
                  </a:lnTo>
                  <a:lnTo>
                    <a:pt x="5126150" y="5540746"/>
                  </a:lnTo>
                  <a:lnTo>
                    <a:pt x="5138473" y="5540746"/>
                  </a:lnTo>
                  <a:lnTo>
                    <a:pt x="5150795" y="5540746"/>
                  </a:lnTo>
                  <a:lnTo>
                    <a:pt x="5163118" y="5540746"/>
                  </a:lnTo>
                  <a:lnTo>
                    <a:pt x="5175440" y="5540746"/>
                  </a:lnTo>
                  <a:lnTo>
                    <a:pt x="5187763" y="5540746"/>
                  </a:lnTo>
                  <a:lnTo>
                    <a:pt x="5200085" y="5540746"/>
                  </a:lnTo>
                  <a:lnTo>
                    <a:pt x="5212408" y="5540746"/>
                  </a:lnTo>
                  <a:lnTo>
                    <a:pt x="5224730" y="5540746"/>
                  </a:lnTo>
                  <a:lnTo>
                    <a:pt x="5237053" y="5540746"/>
                  </a:lnTo>
                  <a:lnTo>
                    <a:pt x="5249375" y="5540746"/>
                  </a:lnTo>
                  <a:lnTo>
                    <a:pt x="5261698" y="5540746"/>
                  </a:lnTo>
                  <a:lnTo>
                    <a:pt x="5274020" y="5540746"/>
                  </a:lnTo>
                  <a:lnTo>
                    <a:pt x="5286342" y="5540746"/>
                  </a:lnTo>
                  <a:lnTo>
                    <a:pt x="5298665" y="5540746"/>
                  </a:lnTo>
                  <a:lnTo>
                    <a:pt x="5310987" y="5540746"/>
                  </a:lnTo>
                  <a:lnTo>
                    <a:pt x="5323310" y="5540746"/>
                  </a:lnTo>
                  <a:lnTo>
                    <a:pt x="5335632" y="5540746"/>
                  </a:lnTo>
                  <a:lnTo>
                    <a:pt x="5347955" y="5540746"/>
                  </a:lnTo>
                  <a:lnTo>
                    <a:pt x="5360277" y="5540746"/>
                  </a:lnTo>
                  <a:lnTo>
                    <a:pt x="5372600" y="5540746"/>
                  </a:lnTo>
                  <a:lnTo>
                    <a:pt x="5384922" y="5540746"/>
                  </a:lnTo>
                  <a:lnTo>
                    <a:pt x="5397245" y="5540746"/>
                  </a:lnTo>
                  <a:lnTo>
                    <a:pt x="5409567" y="5540746"/>
                  </a:lnTo>
                  <a:lnTo>
                    <a:pt x="5421890" y="5540746"/>
                  </a:lnTo>
                  <a:lnTo>
                    <a:pt x="5434212" y="5540746"/>
                  </a:lnTo>
                  <a:lnTo>
                    <a:pt x="5446535" y="5540746"/>
                  </a:lnTo>
                  <a:lnTo>
                    <a:pt x="5458857" y="5540746"/>
                  </a:lnTo>
                  <a:lnTo>
                    <a:pt x="5471180" y="5540746"/>
                  </a:lnTo>
                  <a:lnTo>
                    <a:pt x="5483502" y="5540746"/>
                  </a:lnTo>
                  <a:lnTo>
                    <a:pt x="5495825" y="5540746"/>
                  </a:lnTo>
                  <a:lnTo>
                    <a:pt x="5508147" y="5540746"/>
                  </a:lnTo>
                  <a:lnTo>
                    <a:pt x="5520470" y="5540746"/>
                  </a:lnTo>
                  <a:lnTo>
                    <a:pt x="5532792" y="5540746"/>
                  </a:lnTo>
                  <a:lnTo>
                    <a:pt x="5545114" y="5540746"/>
                  </a:lnTo>
                  <a:lnTo>
                    <a:pt x="5557437" y="5540746"/>
                  </a:lnTo>
                  <a:lnTo>
                    <a:pt x="5569759" y="5540746"/>
                  </a:lnTo>
                  <a:lnTo>
                    <a:pt x="5582082" y="5540746"/>
                  </a:lnTo>
                  <a:lnTo>
                    <a:pt x="5594404" y="5540746"/>
                  </a:lnTo>
                  <a:lnTo>
                    <a:pt x="5606727" y="5540746"/>
                  </a:lnTo>
                  <a:lnTo>
                    <a:pt x="5619049" y="5540746"/>
                  </a:lnTo>
                  <a:lnTo>
                    <a:pt x="5631372" y="5540746"/>
                  </a:lnTo>
                  <a:lnTo>
                    <a:pt x="5643694" y="5540746"/>
                  </a:lnTo>
                  <a:lnTo>
                    <a:pt x="5656017" y="5540746"/>
                  </a:lnTo>
                  <a:lnTo>
                    <a:pt x="5668339" y="5540746"/>
                  </a:lnTo>
                  <a:lnTo>
                    <a:pt x="5680662" y="5540746"/>
                  </a:lnTo>
                  <a:lnTo>
                    <a:pt x="5692984" y="5540746"/>
                  </a:lnTo>
                  <a:lnTo>
                    <a:pt x="5705307" y="5540746"/>
                  </a:lnTo>
                  <a:lnTo>
                    <a:pt x="5717629" y="5540746"/>
                  </a:lnTo>
                  <a:lnTo>
                    <a:pt x="5729952" y="5540746"/>
                  </a:lnTo>
                  <a:lnTo>
                    <a:pt x="5742274" y="5540746"/>
                  </a:lnTo>
                  <a:lnTo>
                    <a:pt x="5754597" y="5540746"/>
                  </a:lnTo>
                  <a:lnTo>
                    <a:pt x="5766919" y="5540746"/>
                  </a:lnTo>
                  <a:lnTo>
                    <a:pt x="5779242" y="5540746"/>
                  </a:lnTo>
                  <a:lnTo>
                    <a:pt x="5791564" y="5540746"/>
                  </a:lnTo>
                  <a:lnTo>
                    <a:pt x="5803887" y="5540746"/>
                  </a:lnTo>
                  <a:lnTo>
                    <a:pt x="5816209" y="5540746"/>
                  </a:lnTo>
                  <a:lnTo>
                    <a:pt x="5828531" y="5540746"/>
                  </a:lnTo>
                  <a:lnTo>
                    <a:pt x="5840854" y="5540746"/>
                  </a:lnTo>
                  <a:lnTo>
                    <a:pt x="5853176" y="5540746"/>
                  </a:lnTo>
                  <a:lnTo>
                    <a:pt x="5865499" y="5540746"/>
                  </a:lnTo>
                  <a:lnTo>
                    <a:pt x="5877821" y="5540746"/>
                  </a:lnTo>
                  <a:lnTo>
                    <a:pt x="5890144" y="5540746"/>
                  </a:lnTo>
                  <a:lnTo>
                    <a:pt x="5902466" y="5540746"/>
                  </a:lnTo>
                  <a:lnTo>
                    <a:pt x="5914789" y="5540746"/>
                  </a:lnTo>
                  <a:lnTo>
                    <a:pt x="5927111" y="5540746"/>
                  </a:lnTo>
                  <a:lnTo>
                    <a:pt x="5939434" y="5540746"/>
                  </a:lnTo>
                  <a:lnTo>
                    <a:pt x="5951756" y="5540746"/>
                  </a:lnTo>
                  <a:lnTo>
                    <a:pt x="5964079" y="5540746"/>
                  </a:lnTo>
                  <a:lnTo>
                    <a:pt x="5976401" y="5540746"/>
                  </a:lnTo>
                  <a:lnTo>
                    <a:pt x="5988724" y="5540746"/>
                  </a:lnTo>
                  <a:lnTo>
                    <a:pt x="6001046" y="5540746"/>
                  </a:lnTo>
                  <a:lnTo>
                    <a:pt x="6013369" y="5540746"/>
                  </a:lnTo>
                  <a:lnTo>
                    <a:pt x="6025691" y="5540746"/>
                  </a:lnTo>
                  <a:lnTo>
                    <a:pt x="6038014" y="5540746"/>
                  </a:lnTo>
                  <a:lnTo>
                    <a:pt x="6050336" y="5540746"/>
                  </a:lnTo>
                  <a:lnTo>
                    <a:pt x="6062659" y="5540746"/>
                  </a:lnTo>
                  <a:lnTo>
                    <a:pt x="6074981" y="5540746"/>
                  </a:lnTo>
                  <a:lnTo>
                    <a:pt x="6087304" y="5540746"/>
                  </a:lnTo>
                  <a:lnTo>
                    <a:pt x="6099626" y="5540746"/>
                  </a:lnTo>
                  <a:lnTo>
                    <a:pt x="6111948" y="5540746"/>
                  </a:lnTo>
                  <a:lnTo>
                    <a:pt x="6124271" y="5540746"/>
                  </a:lnTo>
                  <a:lnTo>
                    <a:pt x="6136593" y="5540746"/>
                  </a:lnTo>
                  <a:lnTo>
                    <a:pt x="6148916" y="5540746"/>
                  </a:lnTo>
                  <a:lnTo>
                    <a:pt x="6161238" y="5540746"/>
                  </a:lnTo>
                  <a:lnTo>
                    <a:pt x="6173561" y="5540746"/>
                  </a:lnTo>
                  <a:lnTo>
                    <a:pt x="6185883" y="5540746"/>
                  </a:lnTo>
                  <a:lnTo>
                    <a:pt x="6198206" y="5540746"/>
                  </a:lnTo>
                  <a:lnTo>
                    <a:pt x="6210528" y="5540746"/>
                  </a:lnTo>
                  <a:lnTo>
                    <a:pt x="6222851" y="5540746"/>
                  </a:lnTo>
                  <a:lnTo>
                    <a:pt x="6235173" y="5540746"/>
                  </a:lnTo>
                  <a:lnTo>
                    <a:pt x="6247496" y="5540746"/>
                  </a:lnTo>
                  <a:lnTo>
                    <a:pt x="6259818" y="5540746"/>
                  </a:lnTo>
                  <a:lnTo>
                    <a:pt x="6272141" y="5540746"/>
                  </a:lnTo>
                  <a:lnTo>
                    <a:pt x="6284463" y="5540746"/>
                  </a:lnTo>
                  <a:lnTo>
                    <a:pt x="6296786" y="5540746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91905" y="328544"/>
              <a:ext cx="6926464" cy="6094820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267120" y="6106137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67120" y="4037508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67120" y="1965824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pl28"/>
            <p:cNvSpPr/>
            <p:nvPr/>
          </p:nvSpPr>
          <p:spPr>
            <a:xfrm>
              <a:off x="357111" y="61463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57111" y="40752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57111" y="20041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69885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898158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326432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754705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6182979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420198" y="6487796"/>
              <a:ext cx="99372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848472" y="6487741"/>
              <a:ext cx="99372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295354" y="64858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723627" y="64877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151901" y="6487796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727782" y="6593000"/>
              <a:ext cx="4254710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maximum temperature anomaly (StdTmaxAnomalyRS)</a:t>
              </a:r>
            </a:p>
          </p:txBody>
        </p:sp>
        <p:sp>
          <p:nvSpPr>
            <p:cNvPr id="43" name="tx42"/>
            <p:cNvSpPr/>
            <p:nvPr/>
          </p:nvSpPr>
          <p:spPr>
            <a:xfrm rot="-5400000">
              <a:off x="-96562" y="3310880"/>
              <a:ext cx="465825" cy="130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7527137" y="282731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7534337" y="2834515"/>
              <a:ext cx="205056" cy="205056"/>
            </a:xfrm>
            <a:prstGeom prst="rect">
              <a:avLst/>
            </a:prstGeom>
            <a:solidFill>
              <a:srgbClr val="009E73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7527137" y="3046771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7534337" y="3053971"/>
              <a:ext cx="205056" cy="205056"/>
            </a:xfrm>
            <a:prstGeom prst="rect">
              <a:avLst/>
            </a:prstGeom>
            <a:solidFill>
              <a:srgbClr val="0072B2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7527137" y="326622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7534337" y="3273427"/>
              <a:ext cx="205056" cy="205056"/>
            </a:xfrm>
            <a:prstGeom prst="rect">
              <a:avLst/>
            </a:prstGeom>
            <a:solidFill>
              <a:srgbClr val="E69F00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7527137" y="348568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7534337" y="3492883"/>
              <a:ext cx="205056" cy="205056"/>
            </a:xfrm>
            <a:prstGeom prst="rect">
              <a:avLst/>
            </a:prstGeom>
            <a:solidFill>
              <a:srgbClr val="D55E00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7527137" y="370513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7534337" y="3712339"/>
              <a:ext cx="205056" cy="205056"/>
            </a:xfrm>
            <a:prstGeom prst="rect">
              <a:avLst/>
            </a:prstGeom>
            <a:solidFill>
              <a:srgbClr val="FFC0CB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3"/>
            <p:cNvSpPr/>
            <p:nvPr/>
          </p:nvSpPr>
          <p:spPr>
            <a:xfrm>
              <a:off x="7816182" y="2872241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7816182" y="3089514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7816182" y="3311153"/>
              <a:ext cx="80136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Agriculture_Low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7816182" y="3530336"/>
              <a:ext cx="826194" cy="1051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Agriculture_High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7816182" y="3772384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391905" y="61602"/>
              <a:ext cx="4452855" cy="1602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 support for maximum temperature anomaly models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2026-03-23T21:30:40Z</dcterms:modified>
  <cp:category/>
</cp:coreProperties>
</file>