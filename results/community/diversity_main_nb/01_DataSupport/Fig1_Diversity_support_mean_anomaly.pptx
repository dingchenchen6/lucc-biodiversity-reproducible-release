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Diversity mean-anomaly support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391905" y="328544"/>
              <a:ext cx="6926464" cy="60948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391905" y="6146328"/>
              <a:ext cx="6926464" cy="0"/>
            </a:xfrm>
            <a:custGeom>
              <a:avLst/>
              <a:pathLst>
                <a:path w="6926464" h="0">
                  <a:moveTo>
                    <a:pt x="0" y="0"/>
                  </a:moveTo>
                  <a:lnTo>
                    <a:pt x="6926464" y="0"/>
                  </a:lnTo>
                  <a:lnTo>
                    <a:pt x="6926464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391905" y="4440758"/>
              <a:ext cx="6926464" cy="0"/>
            </a:xfrm>
            <a:custGeom>
              <a:avLst/>
              <a:pathLst>
                <a:path w="6926464" h="0">
                  <a:moveTo>
                    <a:pt x="0" y="0"/>
                  </a:moveTo>
                  <a:lnTo>
                    <a:pt x="6926464" y="0"/>
                  </a:lnTo>
                  <a:lnTo>
                    <a:pt x="6926464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391905" y="2735189"/>
              <a:ext cx="6926464" cy="0"/>
            </a:xfrm>
            <a:custGeom>
              <a:avLst/>
              <a:pathLst>
                <a:path w="6926464" h="0">
                  <a:moveTo>
                    <a:pt x="0" y="0"/>
                  </a:moveTo>
                  <a:lnTo>
                    <a:pt x="6926464" y="0"/>
                  </a:lnTo>
                  <a:lnTo>
                    <a:pt x="6926464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91905" y="1029619"/>
              <a:ext cx="6926464" cy="0"/>
            </a:xfrm>
            <a:custGeom>
              <a:avLst/>
              <a:pathLst>
                <a:path w="6926464" h="0">
                  <a:moveTo>
                    <a:pt x="0" y="0"/>
                  </a:moveTo>
                  <a:lnTo>
                    <a:pt x="6926464" y="0"/>
                  </a:lnTo>
                  <a:lnTo>
                    <a:pt x="6926464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2149179" y="328544"/>
              <a:ext cx="0" cy="6094820"/>
            </a:xfrm>
            <a:custGeom>
              <a:avLst/>
              <a:pathLst>
                <a:path w="0" h="6094820">
                  <a:moveTo>
                    <a:pt x="0" y="6094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4317760" y="328544"/>
              <a:ext cx="0" cy="6094820"/>
            </a:xfrm>
            <a:custGeom>
              <a:avLst/>
              <a:pathLst>
                <a:path w="0" h="6094820">
                  <a:moveTo>
                    <a:pt x="0" y="6094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486341" y="328544"/>
              <a:ext cx="0" cy="6094820"/>
            </a:xfrm>
            <a:custGeom>
              <a:avLst/>
              <a:pathLst>
                <a:path w="0" h="6094820">
                  <a:moveTo>
                    <a:pt x="0" y="6094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3"/>
            <p:cNvSpPr/>
            <p:nvPr/>
          </p:nvSpPr>
          <p:spPr>
            <a:xfrm>
              <a:off x="706745" y="4019083"/>
              <a:ext cx="6296786" cy="2127244"/>
            </a:xfrm>
            <a:custGeom>
              <a:avLst/>
              <a:pathLst>
                <a:path w="6296786" h="2127244">
                  <a:moveTo>
                    <a:pt x="0" y="2118738"/>
                  </a:moveTo>
                  <a:lnTo>
                    <a:pt x="12322" y="2117693"/>
                  </a:lnTo>
                  <a:lnTo>
                    <a:pt x="24644" y="2116445"/>
                  </a:lnTo>
                  <a:lnTo>
                    <a:pt x="36967" y="2114953"/>
                  </a:lnTo>
                  <a:lnTo>
                    <a:pt x="49289" y="2113170"/>
                  </a:lnTo>
                  <a:lnTo>
                    <a:pt x="61612" y="2111046"/>
                  </a:lnTo>
                  <a:lnTo>
                    <a:pt x="73934" y="2108531"/>
                  </a:lnTo>
                  <a:lnTo>
                    <a:pt x="86257" y="2105555"/>
                  </a:lnTo>
                  <a:lnTo>
                    <a:pt x="98579" y="2101990"/>
                  </a:lnTo>
                  <a:lnTo>
                    <a:pt x="110902" y="2097850"/>
                  </a:lnTo>
                  <a:lnTo>
                    <a:pt x="123224" y="2093086"/>
                  </a:lnTo>
                  <a:lnTo>
                    <a:pt x="135547" y="2087651"/>
                  </a:lnTo>
                  <a:lnTo>
                    <a:pt x="147869" y="2081498"/>
                  </a:lnTo>
                  <a:lnTo>
                    <a:pt x="160192" y="2074583"/>
                  </a:lnTo>
                  <a:lnTo>
                    <a:pt x="172514" y="2066864"/>
                  </a:lnTo>
                  <a:lnTo>
                    <a:pt x="184837" y="2058194"/>
                  </a:lnTo>
                  <a:lnTo>
                    <a:pt x="197159" y="2048546"/>
                  </a:lnTo>
                  <a:lnTo>
                    <a:pt x="209482" y="2037919"/>
                  </a:lnTo>
                  <a:lnTo>
                    <a:pt x="221804" y="2026240"/>
                  </a:lnTo>
                  <a:lnTo>
                    <a:pt x="234127" y="2013417"/>
                  </a:lnTo>
                  <a:lnTo>
                    <a:pt x="246449" y="1999339"/>
                  </a:lnTo>
                  <a:lnTo>
                    <a:pt x="258772" y="1983868"/>
                  </a:lnTo>
                  <a:lnTo>
                    <a:pt x="271094" y="1966810"/>
                  </a:lnTo>
                  <a:lnTo>
                    <a:pt x="283416" y="1947636"/>
                  </a:lnTo>
                  <a:lnTo>
                    <a:pt x="295739" y="1926337"/>
                  </a:lnTo>
                  <a:lnTo>
                    <a:pt x="308061" y="1902612"/>
                  </a:lnTo>
                  <a:lnTo>
                    <a:pt x="320384" y="1876127"/>
                  </a:lnTo>
                  <a:lnTo>
                    <a:pt x="332706" y="1846517"/>
                  </a:lnTo>
                  <a:lnTo>
                    <a:pt x="345029" y="1813392"/>
                  </a:lnTo>
                  <a:lnTo>
                    <a:pt x="357351" y="1776350"/>
                  </a:lnTo>
                  <a:lnTo>
                    <a:pt x="369674" y="1734492"/>
                  </a:lnTo>
                  <a:lnTo>
                    <a:pt x="381996" y="1687388"/>
                  </a:lnTo>
                  <a:lnTo>
                    <a:pt x="394319" y="1635048"/>
                  </a:lnTo>
                  <a:lnTo>
                    <a:pt x="406641" y="1577192"/>
                  </a:lnTo>
                  <a:lnTo>
                    <a:pt x="418964" y="1513619"/>
                  </a:lnTo>
                  <a:lnTo>
                    <a:pt x="431286" y="1444225"/>
                  </a:lnTo>
                  <a:lnTo>
                    <a:pt x="443609" y="1369022"/>
                  </a:lnTo>
                  <a:lnTo>
                    <a:pt x="455931" y="1288136"/>
                  </a:lnTo>
                  <a:lnTo>
                    <a:pt x="468254" y="1201062"/>
                  </a:lnTo>
                  <a:lnTo>
                    <a:pt x="480576" y="1109394"/>
                  </a:lnTo>
                  <a:lnTo>
                    <a:pt x="492899" y="1013892"/>
                  </a:lnTo>
                  <a:lnTo>
                    <a:pt x="505221" y="915479"/>
                  </a:lnTo>
                  <a:lnTo>
                    <a:pt x="517544" y="815234"/>
                  </a:lnTo>
                  <a:lnTo>
                    <a:pt x="529866" y="714375"/>
                  </a:lnTo>
                  <a:lnTo>
                    <a:pt x="542189" y="614242"/>
                  </a:lnTo>
                  <a:lnTo>
                    <a:pt x="554511" y="516636"/>
                  </a:lnTo>
                  <a:lnTo>
                    <a:pt x="566833" y="423589"/>
                  </a:lnTo>
                  <a:lnTo>
                    <a:pt x="579156" y="336395"/>
                  </a:lnTo>
                  <a:lnTo>
                    <a:pt x="591478" y="256509"/>
                  </a:lnTo>
                  <a:lnTo>
                    <a:pt x="603801" y="185288"/>
                  </a:lnTo>
                  <a:lnTo>
                    <a:pt x="616123" y="123958"/>
                  </a:lnTo>
                  <a:lnTo>
                    <a:pt x="628446" y="73576"/>
                  </a:lnTo>
                  <a:lnTo>
                    <a:pt x="640768" y="35001"/>
                  </a:lnTo>
                  <a:lnTo>
                    <a:pt x="653091" y="11053"/>
                  </a:lnTo>
                  <a:lnTo>
                    <a:pt x="665413" y="0"/>
                  </a:lnTo>
                  <a:lnTo>
                    <a:pt x="677736" y="1614"/>
                  </a:lnTo>
                  <a:lnTo>
                    <a:pt x="690058" y="15526"/>
                  </a:lnTo>
                  <a:lnTo>
                    <a:pt x="702381" y="41119"/>
                  </a:lnTo>
                  <a:lnTo>
                    <a:pt x="714703" y="77551"/>
                  </a:lnTo>
                  <a:lnTo>
                    <a:pt x="727026" y="123775"/>
                  </a:lnTo>
                  <a:lnTo>
                    <a:pt x="739348" y="179078"/>
                  </a:lnTo>
                  <a:lnTo>
                    <a:pt x="751671" y="241858"/>
                  </a:lnTo>
                  <a:lnTo>
                    <a:pt x="763993" y="309748"/>
                  </a:lnTo>
                  <a:lnTo>
                    <a:pt x="776316" y="381273"/>
                  </a:lnTo>
                  <a:lnTo>
                    <a:pt x="788638" y="454996"/>
                  </a:lnTo>
                  <a:lnTo>
                    <a:pt x="800961" y="529549"/>
                  </a:lnTo>
                  <a:lnTo>
                    <a:pt x="813283" y="603659"/>
                  </a:lnTo>
                  <a:lnTo>
                    <a:pt x="825606" y="676176"/>
                  </a:lnTo>
                  <a:lnTo>
                    <a:pt x="837928" y="745505"/>
                  </a:lnTo>
                  <a:lnTo>
                    <a:pt x="850250" y="811061"/>
                  </a:lnTo>
                  <a:lnTo>
                    <a:pt x="862573" y="872342"/>
                  </a:lnTo>
                  <a:lnTo>
                    <a:pt x="874895" y="928932"/>
                  </a:lnTo>
                  <a:lnTo>
                    <a:pt x="887218" y="980552"/>
                  </a:lnTo>
                  <a:lnTo>
                    <a:pt x="899540" y="1027042"/>
                  </a:lnTo>
                  <a:lnTo>
                    <a:pt x="911863" y="1068348"/>
                  </a:lnTo>
                  <a:lnTo>
                    <a:pt x="924185" y="1104189"/>
                  </a:lnTo>
                  <a:lnTo>
                    <a:pt x="936508" y="1134429"/>
                  </a:lnTo>
                  <a:lnTo>
                    <a:pt x="948830" y="1159843"/>
                  </a:lnTo>
                  <a:lnTo>
                    <a:pt x="961153" y="1180613"/>
                  </a:lnTo>
                  <a:lnTo>
                    <a:pt x="973475" y="1196925"/>
                  </a:lnTo>
                  <a:lnTo>
                    <a:pt x="985798" y="1208969"/>
                  </a:lnTo>
                  <a:lnTo>
                    <a:pt x="998120" y="1216927"/>
                  </a:lnTo>
                  <a:lnTo>
                    <a:pt x="1010443" y="1220980"/>
                  </a:lnTo>
                  <a:lnTo>
                    <a:pt x="1022765" y="1220796"/>
                  </a:lnTo>
                  <a:lnTo>
                    <a:pt x="1035088" y="1217015"/>
                  </a:lnTo>
                  <a:lnTo>
                    <a:pt x="1047410" y="1209962"/>
                  </a:lnTo>
                  <a:lnTo>
                    <a:pt x="1059733" y="1199855"/>
                  </a:lnTo>
                  <a:lnTo>
                    <a:pt x="1072055" y="1186940"/>
                  </a:lnTo>
                  <a:lnTo>
                    <a:pt x="1084378" y="1171497"/>
                  </a:lnTo>
                  <a:lnTo>
                    <a:pt x="1096700" y="1153845"/>
                  </a:lnTo>
                  <a:lnTo>
                    <a:pt x="1109022" y="1134286"/>
                  </a:lnTo>
                  <a:lnTo>
                    <a:pt x="1121345" y="1113262"/>
                  </a:lnTo>
                  <a:lnTo>
                    <a:pt x="1133667" y="1091513"/>
                  </a:lnTo>
                  <a:lnTo>
                    <a:pt x="1145990" y="1069589"/>
                  </a:lnTo>
                  <a:lnTo>
                    <a:pt x="1158312" y="1048077"/>
                  </a:lnTo>
                  <a:lnTo>
                    <a:pt x="1170635" y="1027598"/>
                  </a:lnTo>
                  <a:lnTo>
                    <a:pt x="1182957" y="1008797"/>
                  </a:lnTo>
                  <a:lnTo>
                    <a:pt x="1195280" y="992334"/>
                  </a:lnTo>
                  <a:lnTo>
                    <a:pt x="1207602" y="979384"/>
                  </a:lnTo>
                  <a:lnTo>
                    <a:pt x="1219925" y="970476"/>
                  </a:lnTo>
                  <a:lnTo>
                    <a:pt x="1232247" y="966022"/>
                  </a:lnTo>
                  <a:lnTo>
                    <a:pt x="1244570" y="966507"/>
                  </a:lnTo>
                  <a:lnTo>
                    <a:pt x="1256892" y="972324"/>
                  </a:lnTo>
                  <a:lnTo>
                    <a:pt x="1269215" y="983759"/>
                  </a:lnTo>
                  <a:lnTo>
                    <a:pt x="1281537" y="1000983"/>
                  </a:lnTo>
                  <a:lnTo>
                    <a:pt x="1293860" y="1024239"/>
                  </a:lnTo>
                  <a:lnTo>
                    <a:pt x="1306182" y="1053948"/>
                  </a:lnTo>
                  <a:lnTo>
                    <a:pt x="1318505" y="1088912"/>
                  </a:lnTo>
                  <a:lnTo>
                    <a:pt x="1330827" y="1128645"/>
                  </a:lnTo>
                  <a:lnTo>
                    <a:pt x="1343150" y="1172545"/>
                  </a:lnTo>
                  <a:lnTo>
                    <a:pt x="1355472" y="1219913"/>
                  </a:lnTo>
                  <a:lnTo>
                    <a:pt x="1367795" y="1269970"/>
                  </a:lnTo>
                  <a:lnTo>
                    <a:pt x="1380117" y="1321883"/>
                  </a:lnTo>
                  <a:lnTo>
                    <a:pt x="1392439" y="1374760"/>
                  </a:lnTo>
                  <a:lnTo>
                    <a:pt x="1404762" y="1427443"/>
                  </a:lnTo>
                  <a:lnTo>
                    <a:pt x="1417084" y="1479078"/>
                  </a:lnTo>
                  <a:lnTo>
                    <a:pt x="1429407" y="1528933"/>
                  </a:lnTo>
                  <a:lnTo>
                    <a:pt x="1441729" y="1576360"/>
                  </a:lnTo>
                  <a:lnTo>
                    <a:pt x="1454052" y="1620809"/>
                  </a:lnTo>
                  <a:lnTo>
                    <a:pt x="1466374" y="1661834"/>
                  </a:lnTo>
                  <a:lnTo>
                    <a:pt x="1478697" y="1699002"/>
                  </a:lnTo>
                  <a:lnTo>
                    <a:pt x="1491019" y="1731537"/>
                  </a:lnTo>
                  <a:lnTo>
                    <a:pt x="1503342" y="1759991"/>
                  </a:lnTo>
                  <a:lnTo>
                    <a:pt x="1515664" y="1784409"/>
                  </a:lnTo>
                  <a:lnTo>
                    <a:pt x="1527987" y="1804908"/>
                  </a:lnTo>
                  <a:lnTo>
                    <a:pt x="1540309" y="1821668"/>
                  </a:lnTo>
                  <a:lnTo>
                    <a:pt x="1552632" y="1834919"/>
                  </a:lnTo>
                  <a:lnTo>
                    <a:pt x="1564954" y="1844926"/>
                  </a:lnTo>
                  <a:lnTo>
                    <a:pt x="1577277" y="1851707"/>
                  </a:lnTo>
                  <a:lnTo>
                    <a:pt x="1589599" y="1855768"/>
                  </a:lnTo>
                  <a:lnTo>
                    <a:pt x="1601922" y="1857631"/>
                  </a:lnTo>
                  <a:lnTo>
                    <a:pt x="1614244" y="1857600"/>
                  </a:lnTo>
                  <a:lnTo>
                    <a:pt x="1626567" y="1855970"/>
                  </a:lnTo>
                  <a:lnTo>
                    <a:pt x="1638889" y="1853028"/>
                  </a:lnTo>
                  <a:lnTo>
                    <a:pt x="1651212" y="1849047"/>
                  </a:lnTo>
                  <a:lnTo>
                    <a:pt x="1663534" y="1844288"/>
                  </a:lnTo>
                  <a:lnTo>
                    <a:pt x="1675856" y="1838984"/>
                  </a:lnTo>
                  <a:lnTo>
                    <a:pt x="1688179" y="1833499"/>
                  </a:lnTo>
                  <a:lnTo>
                    <a:pt x="1700501" y="1828057"/>
                  </a:lnTo>
                  <a:lnTo>
                    <a:pt x="1712824" y="1822866"/>
                  </a:lnTo>
                  <a:lnTo>
                    <a:pt x="1725146" y="1818122"/>
                  </a:lnTo>
                  <a:lnTo>
                    <a:pt x="1737469" y="1814002"/>
                  </a:lnTo>
                  <a:lnTo>
                    <a:pt x="1749791" y="1810664"/>
                  </a:lnTo>
                  <a:lnTo>
                    <a:pt x="1762114" y="1808342"/>
                  </a:lnTo>
                  <a:lnTo>
                    <a:pt x="1774436" y="1807153"/>
                  </a:lnTo>
                  <a:lnTo>
                    <a:pt x="1786759" y="1807068"/>
                  </a:lnTo>
                  <a:lnTo>
                    <a:pt x="1799081" y="1808106"/>
                  </a:lnTo>
                  <a:lnTo>
                    <a:pt x="1811404" y="1810252"/>
                  </a:lnTo>
                  <a:lnTo>
                    <a:pt x="1823726" y="1813458"/>
                  </a:lnTo>
                  <a:lnTo>
                    <a:pt x="1836049" y="1817650"/>
                  </a:lnTo>
                  <a:lnTo>
                    <a:pt x="1848371" y="1822728"/>
                  </a:lnTo>
                  <a:lnTo>
                    <a:pt x="1860694" y="1828671"/>
                  </a:lnTo>
                  <a:lnTo>
                    <a:pt x="1873016" y="1835180"/>
                  </a:lnTo>
                  <a:lnTo>
                    <a:pt x="1885339" y="1842117"/>
                  </a:lnTo>
                  <a:lnTo>
                    <a:pt x="1897661" y="1849350"/>
                  </a:lnTo>
                  <a:lnTo>
                    <a:pt x="1909984" y="1856758"/>
                  </a:lnTo>
                  <a:lnTo>
                    <a:pt x="1922306" y="1864241"/>
                  </a:lnTo>
                  <a:lnTo>
                    <a:pt x="1934629" y="1871716"/>
                  </a:lnTo>
                  <a:lnTo>
                    <a:pt x="1946951" y="1879116"/>
                  </a:lnTo>
                  <a:lnTo>
                    <a:pt x="1959273" y="1886403"/>
                  </a:lnTo>
                  <a:lnTo>
                    <a:pt x="1971596" y="1893584"/>
                  </a:lnTo>
                  <a:lnTo>
                    <a:pt x="1983918" y="1900674"/>
                  </a:lnTo>
                  <a:lnTo>
                    <a:pt x="1996241" y="1907696"/>
                  </a:lnTo>
                  <a:lnTo>
                    <a:pt x="2008563" y="1914677"/>
                  </a:lnTo>
                  <a:lnTo>
                    <a:pt x="2020886" y="1921644"/>
                  </a:lnTo>
                  <a:lnTo>
                    <a:pt x="2033208" y="1928615"/>
                  </a:lnTo>
                  <a:lnTo>
                    <a:pt x="2045531" y="1935598"/>
                  </a:lnTo>
                  <a:lnTo>
                    <a:pt x="2057853" y="1942571"/>
                  </a:lnTo>
                  <a:lnTo>
                    <a:pt x="2070176" y="1949497"/>
                  </a:lnTo>
                  <a:lnTo>
                    <a:pt x="2082498" y="1956319"/>
                  </a:lnTo>
                  <a:lnTo>
                    <a:pt x="2094821" y="1962968"/>
                  </a:lnTo>
                  <a:lnTo>
                    <a:pt x="2107143" y="1969360"/>
                  </a:lnTo>
                  <a:lnTo>
                    <a:pt x="2119466" y="1975406"/>
                  </a:lnTo>
                  <a:lnTo>
                    <a:pt x="2131788" y="1980973"/>
                  </a:lnTo>
                  <a:lnTo>
                    <a:pt x="2144111" y="1985920"/>
                  </a:lnTo>
                  <a:lnTo>
                    <a:pt x="2156433" y="1990221"/>
                  </a:lnTo>
                  <a:lnTo>
                    <a:pt x="2168756" y="1993818"/>
                  </a:lnTo>
                  <a:lnTo>
                    <a:pt x="2181078" y="1996671"/>
                  </a:lnTo>
                  <a:lnTo>
                    <a:pt x="2193401" y="1998764"/>
                  </a:lnTo>
                  <a:lnTo>
                    <a:pt x="2205723" y="2000102"/>
                  </a:lnTo>
                  <a:lnTo>
                    <a:pt x="2218045" y="2000715"/>
                  </a:lnTo>
                  <a:lnTo>
                    <a:pt x="2230368" y="2000573"/>
                  </a:lnTo>
                  <a:lnTo>
                    <a:pt x="2242690" y="1999864"/>
                  </a:lnTo>
                  <a:lnTo>
                    <a:pt x="2255013" y="1998712"/>
                  </a:lnTo>
                  <a:lnTo>
                    <a:pt x="2267335" y="1997233"/>
                  </a:lnTo>
                  <a:lnTo>
                    <a:pt x="2279658" y="1995547"/>
                  </a:lnTo>
                  <a:lnTo>
                    <a:pt x="2291980" y="1993777"/>
                  </a:lnTo>
                  <a:lnTo>
                    <a:pt x="2304303" y="1992039"/>
                  </a:lnTo>
                  <a:lnTo>
                    <a:pt x="2316625" y="1990453"/>
                  </a:lnTo>
                  <a:lnTo>
                    <a:pt x="2328948" y="1989144"/>
                  </a:lnTo>
                  <a:lnTo>
                    <a:pt x="2341270" y="1988144"/>
                  </a:lnTo>
                  <a:lnTo>
                    <a:pt x="2353593" y="1987473"/>
                  </a:lnTo>
                  <a:lnTo>
                    <a:pt x="2365915" y="1987124"/>
                  </a:lnTo>
                  <a:lnTo>
                    <a:pt x="2378238" y="1987058"/>
                  </a:lnTo>
                  <a:lnTo>
                    <a:pt x="2390560" y="1987204"/>
                  </a:lnTo>
                  <a:lnTo>
                    <a:pt x="2402883" y="1987462"/>
                  </a:lnTo>
                  <a:lnTo>
                    <a:pt x="2415205" y="1987672"/>
                  </a:lnTo>
                  <a:lnTo>
                    <a:pt x="2427528" y="1987633"/>
                  </a:lnTo>
                  <a:lnTo>
                    <a:pt x="2439850" y="1987165"/>
                  </a:lnTo>
                  <a:lnTo>
                    <a:pt x="2452173" y="1986079"/>
                  </a:lnTo>
                  <a:lnTo>
                    <a:pt x="2464495" y="1984187"/>
                  </a:lnTo>
                  <a:lnTo>
                    <a:pt x="2476818" y="1981306"/>
                  </a:lnTo>
                  <a:lnTo>
                    <a:pt x="2489140" y="1977269"/>
                  </a:lnTo>
                  <a:lnTo>
                    <a:pt x="2501462" y="1971861"/>
                  </a:lnTo>
                  <a:lnTo>
                    <a:pt x="2513785" y="1964813"/>
                  </a:lnTo>
                  <a:lnTo>
                    <a:pt x="2526107" y="1956248"/>
                  </a:lnTo>
                  <a:lnTo>
                    <a:pt x="2538430" y="1946157"/>
                  </a:lnTo>
                  <a:lnTo>
                    <a:pt x="2550752" y="1934575"/>
                  </a:lnTo>
                  <a:lnTo>
                    <a:pt x="2563075" y="1921584"/>
                  </a:lnTo>
                  <a:lnTo>
                    <a:pt x="2575397" y="1907313"/>
                  </a:lnTo>
                  <a:lnTo>
                    <a:pt x="2587720" y="1891933"/>
                  </a:lnTo>
                  <a:lnTo>
                    <a:pt x="2600042" y="1875594"/>
                  </a:lnTo>
                  <a:lnTo>
                    <a:pt x="2612365" y="1858702"/>
                  </a:lnTo>
                  <a:lnTo>
                    <a:pt x="2624687" y="1841602"/>
                  </a:lnTo>
                  <a:lnTo>
                    <a:pt x="2637010" y="1824610"/>
                  </a:lnTo>
                  <a:lnTo>
                    <a:pt x="2649332" y="1808050"/>
                  </a:lnTo>
                  <a:lnTo>
                    <a:pt x="2661655" y="1792242"/>
                  </a:lnTo>
                  <a:lnTo>
                    <a:pt x="2673977" y="1777498"/>
                  </a:lnTo>
                  <a:lnTo>
                    <a:pt x="2686300" y="1764165"/>
                  </a:lnTo>
                  <a:lnTo>
                    <a:pt x="2698622" y="1752765"/>
                  </a:lnTo>
                  <a:lnTo>
                    <a:pt x="2710945" y="1743296"/>
                  </a:lnTo>
                  <a:lnTo>
                    <a:pt x="2723267" y="1735916"/>
                  </a:lnTo>
                  <a:lnTo>
                    <a:pt x="2735590" y="1730737"/>
                  </a:lnTo>
                  <a:lnTo>
                    <a:pt x="2747912" y="1727824"/>
                  </a:lnTo>
                  <a:lnTo>
                    <a:pt x="2760235" y="1727195"/>
                  </a:lnTo>
                  <a:lnTo>
                    <a:pt x="2772557" y="1728821"/>
                  </a:lnTo>
                  <a:lnTo>
                    <a:pt x="2784879" y="1732860"/>
                  </a:lnTo>
                  <a:lnTo>
                    <a:pt x="2797202" y="1739032"/>
                  </a:lnTo>
                  <a:lnTo>
                    <a:pt x="2809524" y="1747023"/>
                  </a:lnTo>
                  <a:lnTo>
                    <a:pt x="2821847" y="1756632"/>
                  </a:lnTo>
                  <a:lnTo>
                    <a:pt x="2834169" y="1767640"/>
                  </a:lnTo>
                  <a:lnTo>
                    <a:pt x="2846492" y="1779815"/>
                  </a:lnTo>
                  <a:lnTo>
                    <a:pt x="2858814" y="1792917"/>
                  </a:lnTo>
                  <a:lnTo>
                    <a:pt x="2871137" y="1806713"/>
                  </a:lnTo>
                  <a:lnTo>
                    <a:pt x="2883459" y="1820964"/>
                  </a:lnTo>
                  <a:lnTo>
                    <a:pt x="2895782" y="1835343"/>
                  </a:lnTo>
                  <a:lnTo>
                    <a:pt x="2908104" y="1849649"/>
                  </a:lnTo>
                  <a:lnTo>
                    <a:pt x="2920427" y="1863704"/>
                  </a:lnTo>
                  <a:lnTo>
                    <a:pt x="2932749" y="1877350"/>
                  </a:lnTo>
                  <a:lnTo>
                    <a:pt x="2945072" y="1890455"/>
                  </a:lnTo>
                  <a:lnTo>
                    <a:pt x="2957394" y="1902912"/>
                  </a:lnTo>
                  <a:lnTo>
                    <a:pt x="2969717" y="1914556"/>
                  </a:lnTo>
                  <a:lnTo>
                    <a:pt x="2982039" y="1925346"/>
                  </a:lnTo>
                  <a:lnTo>
                    <a:pt x="2994362" y="1935324"/>
                  </a:lnTo>
                  <a:lnTo>
                    <a:pt x="3006684" y="1944493"/>
                  </a:lnTo>
                  <a:lnTo>
                    <a:pt x="3019007" y="1952872"/>
                  </a:lnTo>
                  <a:lnTo>
                    <a:pt x="3031329" y="1960491"/>
                  </a:lnTo>
                  <a:lnTo>
                    <a:pt x="3043652" y="1967391"/>
                  </a:lnTo>
                  <a:lnTo>
                    <a:pt x="3055974" y="1973613"/>
                  </a:lnTo>
                  <a:lnTo>
                    <a:pt x="3068296" y="1979111"/>
                  </a:lnTo>
                  <a:lnTo>
                    <a:pt x="3080619" y="1984047"/>
                  </a:lnTo>
                  <a:lnTo>
                    <a:pt x="3092941" y="1988456"/>
                  </a:lnTo>
                  <a:lnTo>
                    <a:pt x="3105264" y="1992370"/>
                  </a:lnTo>
                  <a:lnTo>
                    <a:pt x="3117586" y="1995810"/>
                  </a:lnTo>
                  <a:lnTo>
                    <a:pt x="3129909" y="1998793"/>
                  </a:lnTo>
                  <a:lnTo>
                    <a:pt x="3142231" y="2001330"/>
                  </a:lnTo>
                  <a:lnTo>
                    <a:pt x="3154554" y="2003387"/>
                  </a:lnTo>
                  <a:lnTo>
                    <a:pt x="3166876" y="2004968"/>
                  </a:lnTo>
                  <a:lnTo>
                    <a:pt x="3179199" y="2006123"/>
                  </a:lnTo>
                  <a:lnTo>
                    <a:pt x="3191521" y="2006864"/>
                  </a:lnTo>
                  <a:lnTo>
                    <a:pt x="3203844" y="2007215"/>
                  </a:lnTo>
                  <a:lnTo>
                    <a:pt x="3216166" y="2007208"/>
                  </a:lnTo>
                  <a:lnTo>
                    <a:pt x="3228489" y="2006889"/>
                  </a:lnTo>
                  <a:lnTo>
                    <a:pt x="3240811" y="2006315"/>
                  </a:lnTo>
                  <a:lnTo>
                    <a:pt x="3253134" y="2005543"/>
                  </a:lnTo>
                  <a:lnTo>
                    <a:pt x="3265456" y="2004708"/>
                  </a:lnTo>
                  <a:lnTo>
                    <a:pt x="3277779" y="2003904"/>
                  </a:lnTo>
                  <a:lnTo>
                    <a:pt x="3290101" y="2003229"/>
                  </a:lnTo>
                  <a:lnTo>
                    <a:pt x="3302424" y="2002778"/>
                  </a:lnTo>
                  <a:lnTo>
                    <a:pt x="3314746" y="2002640"/>
                  </a:lnTo>
                  <a:lnTo>
                    <a:pt x="3327068" y="2002898"/>
                  </a:lnTo>
                  <a:lnTo>
                    <a:pt x="3339391" y="2003658"/>
                  </a:lnTo>
                  <a:lnTo>
                    <a:pt x="3351713" y="2004989"/>
                  </a:lnTo>
                  <a:lnTo>
                    <a:pt x="3364036" y="2006854"/>
                  </a:lnTo>
                  <a:lnTo>
                    <a:pt x="3376358" y="2009242"/>
                  </a:lnTo>
                  <a:lnTo>
                    <a:pt x="3388681" y="2012117"/>
                  </a:lnTo>
                  <a:lnTo>
                    <a:pt x="3401003" y="2015424"/>
                  </a:lnTo>
                  <a:lnTo>
                    <a:pt x="3413326" y="2019088"/>
                  </a:lnTo>
                  <a:lnTo>
                    <a:pt x="3425648" y="2023017"/>
                  </a:lnTo>
                  <a:lnTo>
                    <a:pt x="3437971" y="2027110"/>
                  </a:lnTo>
                  <a:lnTo>
                    <a:pt x="3450293" y="2031207"/>
                  </a:lnTo>
                  <a:lnTo>
                    <a:pt x="3462616" y="2035198"/>
                  </a:lnTo>
                  <a:lnTo>
                    <a:pt x="3474938" y="2038982"/>
                  </a:lnTo>
                  <a:lnTo>
                    <a:pt x="3487261" y="2042473"/>
                  </a:lnTo>
                  <a:lnTo>
                    <a:pt x="3499583" y="2045597"/>
                  </a:lnTo>
                  <a:lnTo>
                    <a:pt x="3511906" y="2048303"/>
                  </a:lnTo>
                  <a:lnTo>
                    <a:pt x="3524228" y="2050527"/>
                  </a:lnTo>
                  <a:lnTo>
                    <a:pt x="3536551" y="2052244"/>
                  </a:lnTo>
                  <a:lnTo>
                    <a:pt x="3548873" y="2053534"/>
                  </a:lnTo>
                  <a:lnTo>
                    <a:pt x="3561196" y="2054443"/>
                  </a:lnTo>
                  <a:lnTo>
                    <a:pt x="3573518" y="2055029"/>
                  </a:lnTo>
                  <a:lnTo>
                    <a:pt x="3585841" y="2055364"/>
                  </a:lnTo>
                  <a:lnTo>
                    <a:pt x="3598163" y="2055526"/>
                  </a:lnTo>
                  <a:lnTo>
                    <a:pt x="3610485" y="2055594"/>
                  </a:lnTo>
                  <a:lnTo>
                    <a:pt x="3622808" y="2055663"/>
                  </a:lnTo>
                  <a:lnTo>
                    <a:pt x="3635130" y="2055818"/>
                  </a:lnTo>
                  <a:lnTo>
                    <a:pt x="3647453" y="2056114"/>
                  </a:lnTo>
                  <a:lnTo>
                    <a:pt x="3659775" y="2056589"/>
                  </a:lnTo>
                  <a:lnTo>
                    <a:pt x="3672098" y="2057266"/>
                  </a:lnTo>
                  <a:lnTo>
                    <a:pt x="3684420" y="2058154"/>
                  </a:lnTo>
                  <a:lnTo>
                    <a:pt x="3696743" y="2059245"/>
                  </a:lnTo>
                  <a:lnTo>
                    <a:pt x="3709065" y="2060523"/>
                  </a:lnTo>
                  <a:lnTo>
                    <a:pt x="3721388" y="2061948"/>
                  </a:lnTo>
                  <a:lnTo>
                    <a:pt x="3733710" y="2063447"/>
                  </a:lnTo>
                  <a:lnTo>
                    <a:pt x="3746033" y="2064966"/>
                  </a:lnTo>
                  <a:lnTo>
                    <a:pt x="3758355" y="2066453"/>
                  </a:lnTo>
                  <a:lnTo>
                    <a:pt x="3770678" y="2067858"/>
                  </a:lnTo>
                  <a:lnTo>
                    <a:pt x="3783000" y="2069137"/>
                  </a:lnTo>
                  <a:lnTo>
                    <a:pt x="3795323" y="2070254"/>
                  </a:lnTo>
                  <a:lnTo>
                    <a:pt x="3807645" y="2071160"/>
                  </a:lnTo>
                  <a:lnTo>
                    <a:pt x="3819968" y="2071865"/>
                  </a:lnTo>
                  <a:lnTo>
                    <a:pt x="3832290" y="2072389"/>
                  </a:lnTo>
                  <a:lnTo>
                    <a:pt x="3844613" y="2072757"/>
                  </a:lnTo>
                  <a:lnTo>
                    <a:pt x="3856935" y="2073005"/>
                  </a:lnTo>
                  <a:lnTo>
                    <a:pt x="3869258" y="2073177"/>
                  </a:lnTo>
                  <a:lnTo>
                    <a:pt x="3881580" y="2073324"/>
                  </a:lnTo>
                  <a:lnTo>
                    <a:pt x="3893902" y="2073506"/>
                  </a:lnTo>
                  <a:lnTo>
                    <a:pt x="3906225" y="2073805"/>
                  </a:lnTo>
                  <a:lnTo>
                    <a:pt x="3918547" y="2074269"/>
                  </a:lnTo>
                  <a:lnTo>
                    <a:pt x="3930870" y="2074941"/>
                  </a:lnTo>
                  <a:lnTo>
                    <a:pt x="3943192" y="2075858"/>
                  </a:lnTo>
                  <a:lnTo>
                    <a:pt x="3955515" y="2077046"/>
                  </a:lnTo>
                  <a:lnTo>
                    <a:pt x="3967837" y="2078521"/>
                  </a:lnTo>
                  <a:lnTo>
                    <a:pt x="3980160" y="2080285"/>
                  </a:lnTo>
                  <a:lnTo>
                    <a:pt x="3992482" y="2082362"/>
                  </a:lnTo>
                  <a:lnTo>
                    <a:pt x="4004805" y="2084704"/>
                  </a:lnTo>
                  <a:lnTo>
                    <a:pt x="4017127" y="2087258"/>
                  </a:lnTo>
                  <a:lnTo>
                    <a:pt x="4029450" y="2089983"/>
                  </a:lnTo>
                  <a:lnTo>
                    <a:pt x="4041772" y="2092833"/>
                  </a:lnTo>
                  <a:lnTo>
                    <a:pt x="4054095" y="2095760"/>
                  </a:lnTo>
                  <a:lnTo>
                    <a:pt x="4066417" y="2098714"/>
                  </a:lnTo>
                  <a:lnTo>
                    <a:pt x="4078740" y="2101644"/>
                  </a:lnTo>
                  <a:lnTo>
                    <a:pt x="4091062" y="2104486"/>
                  </a:lnTo>
                  <a:lnTo>
                    <a:pt x="4103385" y="2107207"/>
                  </a:lnTo>
                  <a:lnTo>
                    <a:pt x="4115707" y="2109776"/>
                  </a:lnTo>
                  <a:lnTo>
                    <a:pt x="4128030" y="2112168"/>
                  </a:lnTo>
                  <a:lnTo>
                    <a:pt x="4140352" y="2114368"/>
                  </a:lnTo>
                  <a:lnTo>
                    <a:pt x="4152675" y="2116364"/>
                  </a:lnTo>
                  <a:lnTo>
                    <a:pt x="4164997" y="2118150"/>
                  </a:lnTo>
                  <a:lnTo>
                    <a:pt x="4177319" y="2119706"/>
                  </a:lnTo>
                  <a:lnTo>
                    <a:pt x="4189642" y="2121050"/>
                  </a:lnTo>
                  <a:lnTo>
                    <a:pt x="4201964" y="2122208"/>
                  </a:lnTo>
                  <a:lnTo>
                    <a:pt x="4214287" y="2123193"/>
                  </a:lnTo>
                  <a:lnTo>
                    <a:pt x="4226609" y="2124022"/>
                  </a:lnTo>
                  <a:lnTo>
                    <a:pt x="4238932" y="2124711"/>
                  </a:lnTo>
                  <a:lnTo>
                    <a:pt x="4251254" y="2125275"/>
                  </a:lnTo>
                  <a:lnTo>
                    <a:pt x="4263577" y="2125731"/>
                  </a:lnTo>
                  <a:lnTo>
                    <a:pt x="4275899" y="2126084"/>
                  </a:lnTo>
                  <a:lnTo>
                    <a:pt x="4288222" y="2126364"/>
                  </a:lnTo>
                  <a:lnTo>
                    <a:pt x="4300544" y="2126584"/>
                  </a:lnTo>
                  <a:lnTo>
                    <a:pt x="4312867" y="2126755"/>
                  </a:lnTo>
                  <a:lnTo>
                    <a:pt x="4325189" y="2126886"/>
                  </a:lnTo>
                  <a:lnTo>
                    <a:pt x="4337512" y="2126985"/>
                  </a:lnTo>
                  <a:lnTo>
                    <a:pt x="4349834" y="2127059"/>
                  </a:lnTo>
                  <a:lnTo>
                    <a:pt x="4362157" y="2127111"/>
                  </a:lnTo>
                  <a:lnTo>
                    <a:pt x="4374479" y="2127148"/>
                  </a:lnTo>
                  <a:lnTo>
                    <a:pt x="4386802" y="2127173"/>
                  </a:lnTo>
                  <a:lnTo>
                    <a:pt x="4399124" y="2127191"/>
                  </a:lnTo>
                  <a:lnTo>
                    <a:pt x="4411447" y="2127201"/>
                  </a:lnTo>
                  <a:lnTo>
                    <a:pt x="4423769" y="2127206"/>
                  </a:lnTo>
                  <a:lnTo>
                    <a:pt x="4436091" y="2127205"/>
                  </a:lnTo>
                  <a:lnTo>
                    <a:pt x="4448414" y="2127200"/>
                  </a:lnTo>
                  <a:lnTo>
                    <a:pt x="4460736" y="2127189"/>
                  </a:lnTo>
                  <a:lnTo>
                    <a:pt x="4473059" y="2127172"/>
                  </a:lnTo>
                  <a:lnTo>
                    <a:pt x="4485381" y="2127148"/>
                  </a:lnTo>
                  <a:lnTo>
                    <a:pt x="4497704" y="2127117"/>
                  </a:lnTo>
                  <a:lnTo>
                    <a:pt x="4510026" y="2127076"/>
                  </a:lnTo>
                  <a:lnTo>
                    <a:pt x="4522349" y="2127024"/>
                  </a:lnTo>
                  <a:lnTo>
                    <a:pt x="4534671" y="2126959"/>
                  </a:lnTo>
                  <a:lnTo>
                    <a:pt x="4546994" y="2126876"/>
                  </a:lnTo>
                  <a:lnTo>
                    <a:pt x="4559316" y="2126773"/>
                  </a:lnTo>
                  <a:lnTo>
                    <a:pt x="4571639" y="2126648"/>
                  </a:lnTo>
                  <a:lnTo>
                    <a:pt x="4583961" y="2126498"/>
                  </a:lnTo>
                  <a:lnTo>
                    <a:pt x="4596284" y="2126322"/>
                  </a:lnTo>
                  <a:lnTo>
                    <a:pt x="4608606" y="2126116"/>
                  </a:lnTo>
                  <a:lnTo>
                    <a:pt x="4620929" y="2125879"/>
                  </a:lnTo>
                  <a:lnTo>
                    <a:pt x="4633251" y="2125610"/>
                  </a:lnTo>
                  <a:lnTo>
                    <a:pt x="4645574" y="2125301"/>
                  </a:lnTo>
                  <a:lnTo>
                    <a:pt x="4657896" y="2124961"/>
                  </a:lnTo>
                  <a:lnTo>
                    <a:pt x="4670219" y="2124589"/>
                  </a:lnTo>
                  <a:lnTo>
                    <a:pt x="4682541" y="2124191"/>
                  </a:lnTo>
                  <a:lnTo>
                    <a:pt x="4694864" y="2123770"/>
                  </a:lnTo>
                  <a:lnTo>
                    <a:pt x="4707186" y="2123331"/>
                  </a:lnTo>
                  <a:lnTo>
                    <a:pt x="4719508" y="2122882"/>
                  </a:lnTo>
                  <a:lnTo>
                    <a:pt x="4731831" y="2122430"/>
                  </a:lnTo>
                  <a:lnTo>
                    <a:pt x="4744153" y="2121988"/>
                  </a:lnTo>
                  <a:lnTo>
                    <a:pt x="4756476" y="2121566"/>
                  </a:lnTo>
                  <a:lnTo>
                    <a:pt x="4768798" y="2121174"/>
                  </a:lnTo>
                  <a:lnTo>
                    <a:pt x="4781121" y="2120821"/>
                  </a:lnTo>
                  <a:lnTo>
                    <a:pt x="4793443" y="2120516"/>
                  </a:lnTo>
                  <a:lnTo>
                    <a:pt x="4805766" y="2120267"/>
                  </a:lnTo>
                  <a:lnTo>
                    <a:pt x="4818088" y="2120082"/>
                  </a:lnTo>
                  <a:lnTo>
                    <a:pt x="4830411" y="2119978"/>
                  </a:lnTo>
                  <a:lnTo>
                    <a:pt x="4842733" y="2119949"/>
                  </a:lnTo>
                  <a:lnTo>
                    <a:pt x="4855056" y="2119994"/>
                  </a:lnTo>
                  <a:lnTo>
                    <a:pt x="4867378" y="2120111"/>
                  </a:lnTo>
                  <a:lnTo>
                    <a:pt x="4879701" y="2120298"/>
                  </a:lnTo>
                  <a:lnTo>
                    <a:pt x="4892023" y="2120548"/>
                  </a:lnTo>
                  <a:lnTo>
                    <a:pt x="4904346" y="2120856"/>
                  </a:lnTo>
                  <a:lnTo>
                    <a:pt x="4916668" y="2121215"/>
                  </a:lnTo>
                  <a:lnTo>
                    <a:pt x="4928991" y="2121616"/>
                  </a:lnTo>
                  <a:lnTo>
                    <a:pt x="4941313" y="2122043"/>
                  </a:lnTo>
                  <a:lnTo>
                    <a:pt x="4953636" y="2122486"/>
                  </a:lnTo>
                  <a:lnTo>
                    <a:pt x="4965958" y="2122936"/>
                  </a:lnTo>
                  <a:lnTo>
                    <a:pt x="4978281" y="2123385"/>
                  </a:lnTo>
                  <a:lnTo>
                    <a:pt x="4990603" y="2123823"/>
                  </a:lnTo>
                  <a:lnTo>
                    <a:pt x="5002925" y="2124245"/>
                  </a:lnTo>
                  <a:lnTo>
                    <a:pt x="5015248" y="2124639"/>
                  </a:lnTo>
                  <a:lnTo>
                    <a:pt x="5027570" y="2125004"/>
                  </a:lnTo>
                  <a:lnTo>
                    <a:pt x="5039893" y="2125338"/>
                  </a:lnTo>
                  <a:lnTo>
                    <a:pt x="5052215" y="2125639"/>
                  </a:lnTo>
                  <a:lnTo>
                    <a:pt x="5064538" y="2125908"/>
                  </a:lnTo>
                  <a:lnTo>
                    <a:pt x="5076860" y="2126144"/>
                  </a:lnTo>
                  <a:lnTo>
                    <a:pt x="5089183" y="2126348"/>
                  </a:lnTo>
                  <a:lnTo>
                    <a:pt x="5101505" y="2126522"/>
                  </a:lnTo>
                  <a:lnTo>
                    <a:pt x="5113828" y="2126666"/>
                  </a:lnTo>
                  <a:lnTo>
                    <a:pt x="5126150" y="2126786"/>
                  </a:lnTo>
                  <a:lnTo>
                    <a:pt x="5138473" y="2126885"/>
                  </a:lnTo>
                  <a:lnTo>
                    <a:pt x="5150795" y="2126966"/>
                  </a:lnTo>
                  <a:lnTo>
                    <a:pt x="5163118" y="2127031"/>
                  </a:lnTo>
                  <a:lnTo>
                    <a:pt x="5175440" y="2127083"/>
                  </a:lnTo>
                  <a:lnTo>
                    <a:pt x="5187763" y="2127124"/>
                  </a:lnTo>
                  <a:lnTo>
                    <a:pt x="5200085" y="2127155"/>
                  </a:lnTo>
                  <a:lnTo>
                    <a:pt x="5212408" y="2127178"/>
                  </a:lnTo>
                  <a:lnTo>
                    <a:pt x="5224730" y="2127196"/>
                  </a:lnTo>
                  <a:lnTo>
                    <a:pt x="5237053" y="2127209"/>
                  </a:lnTo>
                  <a:lnTo>
                    <a:pt x="5249375" y="2127219"/>
                  </a:lnTo>
                  <a:lnTo>
                    <a:pt x="5261698" y="2127227"/>
                  </a:lnTo>
                  <a:lnTo>
                    <a:pt x="5274020" y="2127232"/>
                  </a:lnTo>
                  <a:lnTo>
                    <a:pt x="5286342" y="2127236"/>
                  </a:lnTo>
                  <a:lnTo>
                    <a:pt x="5298665" y="2127239"/>
                  </a:lnTo>
                  <a:lnTo>
                    <a:pt x="5310987" y="2127240"/>
                  </a:lnTo>
                  <a:lnTo>
                    <a:pt x="5323310" y="2127242"/>
                  </a:lnTo>
                  <a:lnTo>
                    <a:pt x="5335632" y="2127242"/>
                  </a:lnTo>
                  <a:lnTo>
                    <a:pt x="5347955" y="2127243"/>
                  </a:lnTo>
                  <a:lnTo>
                    <a:pt x="5360277" y="2127243"/>
                  </a:lnTo>
                  <a:lnTo>
                    <a:pt x="5372600" y="2127244"/>
                  </a:lnTo>
                  <a:lnTo>
                    <a:pt x="5384922" y="2127244"/>
                  </a:lnTo>
                  <a:lnTo>
                    <a:pt x="5397245" y="2127244"/>
                  </a:lnTo>
                  <a:lnTo>
                    <a:pt x="5409567" y="2127244"/>
                  </a:lnTo>
                  <a:lnTo>
                    <a:pt x="5421890" y="2127244"/>
                  </a:lnTo>
                  <a:lnTo>
                    <a:pt x="5434212" y="2127244"/>
                  </a:lnTo>
                  <a:lnTo>
                    <a:pt x="5446535" y="2127244"/>
                  </a:lnTo>
                  <a:lnTo>
                    <a:pt x="5458857" y="2127244"/>
                  </a:lnTo>
                  <a:lnTo>
                    <a:pt x="5471180" y="2127244"/>
                  </a:lnTo>
                  <a:lnTo>
                    <a:pt x="5483502" y="2127244"/>
                  </a:lnTo>
                  <a:lnTo>
                    <a:pt x="5495825" y="2127244"/>
                  </a:lnTo>
                  <a:lnTo>
                    <a:pt x="5508147" y="2127244"/>
                  </a:lnTo>
                  <a:lnTo>
                    <a:pt x="5520470" y="2127244"/>
                  </a:lnTo>
                  <a:lnTo>
                    <a:pt x="5532792" y="2127244"/>
                  </a:lnTo>
                  <a:lnTo>
                    <a:pt x="5545114" y="2127244"/>
                  </a:lnTo>
                  <a:lnTo>
                    <a:pt x="5557437" y="2127244"/>
                  </a:lnTo>
                  <a:lnTo>
                    <a:pt x="5569759" y="2127244"/>
                  </a:lnTo>
                  <a:lnTo>
                    <a:pt x="5582082" y="2127244"/>
                  </a:lnTo>
                  <a:lnTo>
                    <a:pt x="5594404" y="2127244"/>
                  </a:lnTo>
                  <a:lnTo>
                    <a:pt x="5606727" y="2127244"/>
                  </a:lnTo>
                  <a:lnTo>
                    <a:pt x="5619049" y="2127244"/>
                  </a:lnTo>
                  <a:lnTo>
                    <a:pt x="5631372" y="2127244"/>
                  </a:lnTo>
                  <a:lnTo>
                    <a:pt x="5643694" y="2127244"/>
                  </a:lnTo>
                  <a:lnTo>
                    <a:pt x="5656017" y="2127244"/>
                  </a:lnTo>
                  <a:lnTo>
                    <a:pt x="5668339" y="2127243"/>
                  </a:lnTo>
                  <a:lnTo>
                    <a:pt x="5680662" y="2127243"/>
                  </a:lnTo>
                  <a:lnTo>
                    <a:pt x="5692984" y="2127242"/>
                  </a:lnTo>
                  <a:lnTo>
                    <a:pt x="5705307" y="2127241"/>
                  </a:lnTo>
                  <a:lnTo>
                    <a:pt x="5717629" y="2127239"/>
                  </a:lnTo>
                  <a:lnTo>
                    <a:pt x="5729952" y="2127236"/>
                  </a:lnTo>
                  <a:lnTo>
                    <a:pt x="5742274" y="2127233"/>
                  </a:lnTo>
                  <a:lnTo>
                    <a:pt x="5754597" y="2127228"/>
                  </a:lnTo>
                  <a:lnTo>
                    <a:pt x="5766919" y="2127220"/>
                  </a:lnTo>
                  <a:lnTo>
                    <a:pt x="5779242" y="2127210"/>
                  </a:lnTo>
                  <a:lnTo>
                    <a:pt x="5791564" y="2127195"/>
                  </a:lnTo>
                  <a:lnTo>
                    <a:pt x="5803887" y="2127176"/>
                  </a:lnTo>
                  <a:lnTo>
                    <a:pt x="5816209" y="2127150"/>
                  </a:lnTo>
                  <a:lnTo>
                    <a:pt x="5828531" y="2127115"/>
                  </a:lnTo>
                  <a:lnTo>
                    <a:pt x="5840854" y="2127071"/>
                  </a:lnTo>
                  <a:lnTo>
                    <a:pt x="5853176" y="2127010"/>
                  </a:lnTo>
                  <a:lnTo>
                    <a:pt x="5865499" y="2126933"/>
                  </a:lnTo>
                  <a:lnTo>
                    <a:pt x="5877821" y="2126834"/>
                  </a:lnTo>
                  <a:lnTo>
                    <a:pt x="5890144" y="2126711"/>
                  </a:lnTo>
                  <a:lnTo>
                    <a:pt x="5902466" y="2126559"/>
                  </a:lnTo>
                  <a:lnTo>
                    <a:pt x="5914789" y="2126373"/>
                  </a:lnTo>
                  <a:lnTo>
                    <a:pt x="5927111" y="2126148"/>
                  </a:lnTo>
                  <a:lnTo>
                    <a:pt x="5939434" y="2125877"/>
                  </a:lnTo>
                  <a:lnTo>
                    <a:pt x="5951756" y="2125551"/>
                  </a:lnTo>
                  <a:lnTo>
                    <a:pt x="5964079" y="2125172"/>
                  </a:lnTo>
                  <a:lnTo>
                    <a:pt x="5976401" y="2124736"/>
                  </a:lnTo>
                  <a:lnTo>
                    <a:pt x="5988724" y="2124240"/>
                  </a:lnTo>
                  <a:lnTo>
                    <a:pt x="6001046" y="2123685"/>
                  </a:lnTo>
                  <a:lnTo>
                    <a:pt x="6013369" y="2123070"/>
                  </a:lnTo>
                  <a:lnTo>
                    <a:pt x="6025691" y="2122398"/>
                  </a:lnTo>
                  <a:lnTo>
                    <a:pt x="6038014" y="2121665"/>
                  </a:lnTo>
                  <a:lnTo>
                    <a:pt x="6050336" y="2120889"/>
                  </a:lnTo>
                  <a:lnTo>
                    <a:pt x="6062659" y="2120080"/>
                  </a:lnTo>
                  <a:lnTo>
                    <a:pt x="6074981" y="2119250"/>
                  </a:lnTo>
                  <a:lnTo>
                    <a:pt x="6087304" y="2118413"/>
                  </a:lnTo>
                  <a:lnTo>
                    <a:pt x="6099626" y="2117584"/>
                  </a:lnTo>
                  <a:lnTo>
                    <a:pt x="6111948" y="2116778"/>
                  </a:lnTo>
                  <a:lnTo>
                    <a:pt x="6124271" y="2116018"/>
                  </a:lnTo>
                  <a:lnTo>
                    <a:pt x="6136593" y="2115327"/>
                  </a:lnTo>
                  <a:lnTo>
                    <a:pt x="6148916" y="2114718"/>
                  </a:lnTo>
                  <a:lnTo>
                    <a:pt x="6161238" y="2114204"/>
                  </a:lnTo>
                  <a:lnTo>
                    <a:pt x="6173561" y="2113798"/>
                  </a:lnTo>
                  <a:lnTo>
                    <a:pt x="6185883" y="2113509"/>
                  </a:lnTo>
                  <a:lnTo>
                    <a:pt x="6198206" y="2113345"/>
                  </a:lnTo>
                  <a:lnTo>
                    <a:pt x="6210528" y="2113309"/>
                  </a:lnTo>
                  <a:lnTo>
                    <a:pt x="6222851" y="2113423"/>
                  </a:lnTo>
                  <a:lnTo>
                    <a:pt x="6235173" y="2113665"/>
                  </a:lnTo>
                  <a:lnTo>
                    <a:pt x="6247496" y="2114025"/>
                  </a:lnTo>
                  <a:lnTo>
                    <a:pt x="6259818" y="2114491"/>
                  </a:lnTo>
                  <a:lnTo>
                    <a:pt x="6272141" y="2115052"/>
                  </a:lnTo>
                  <a:lnTo>
                    <a:pt x="6284463" y="2115694"/>
                  </a:lnTo>
                  <a:lnTo>
                    <a:pt x="6296786" y="2116402"/>
                  </a:lnTo>
                  <a:lnTo>
                    <a:pt x="6296786" y="2127244"/>
                  </a:lnTo>
                  <a:lnTo>
                    <a:pt x="6284463" y="2127244"/>
                  </a:lnTo>
                  <a:lnTo>
                    <a:pt x="6272141" y="2127244"/>
                  </a:lnTo>
                  <a:lnTo>
                    <a:pt x="6259818" y="2127244"/>
                  </a:lnTo>
                  <a:lnTo>
                    <a:pt x="6247496" y="2127244"/>
                  </a:lnTo>
                  <a:lnTo>
                    <a:pt x="6235173" y="2127244"/>
                  </a:lnTo>
                  <a:lnTo>
                    <a:pt x="6222851" y="2127244"/>
                  </a:lnTo>
                  <a:lnTo>
                    <a:pt x="6210528" y="2127244"/>
                  </a:lnTo>
                  <a:lnTo>
                    <a:pt x="6198206" y="2127244"/>
                  </a:lnTo>
                  <a:lnTo>
                    <a:pt x="6185883" y="2127244"/>
                  </a:lnTo>
                  <a:lnTo>
                    <a:pt x="6173561" y="2127244"/>
                  </a:lnTo>
                  <a:lnTo>
                    <a:pt x="6161238" y="2127244"/>
                  </a:lnTo>
                  <a:lnTo>
                    <a:pt x="6148916" y="2127244"/>
                  </a:lnTo>
                  <a:lnTo>
                    <a:pt x="6136593" y="2127244"/>
                  </a:lnTo>
                  <a:lnTo>
                    <a:pt x="6124271" y="2127244"/>
                  </a:lnTo>
                  <a:lnTo>
                    <a:pt x="6111948" y="2127244"/>
                  </a:lnTo>
                  <a:lnTo>
                    <a:pt x="6099626" y="2127244"/>
                  </a:lnTo>
                  <a:lnTo>
                    <a:pt x="6087304" y="2127244"/>
                  </a:lnTo>
                  <a:lnTo>
                    <a:pt x="6074981" y="2127244"/>
                  </a:lnTo>
                  <a:lnTo>
                    <a:pt x="6062659" y="2127244"/>
                  </a:lnTo>
                  <a:lnTo>
                    <a:pt x="6050336" y="2127244"/>
                  </a:lnTo>
                  <a:lnTo>
                    <a:pt x="6038014" y="2127244"/>
                  </a:lnTo>
                  <a:lnTo>
                    <a:pt x="6025691" y="2127244"/>
                  </a:lnTo>
                  <a:lnTo>
                    <a:pt x="6013369" y="2127244"/>
                  </a:lnTo>
                  <a:lnTo>
                    <a:pt x="6001046" y="2127244"/>
                  </a:lnTo>
                  <a:lnTo>
                    <a:pt x="5988724" y="2127244"/>
                  </a:lnTo>
                  <a:lnTo>
                    <a:pt x="5976401" y="2127244"/>
                  </a:lnTo>
                  <a:lnTo>
                    <a:pt x="5964079" y="2127244"/>
                  </a:lnTo>
                  <a:lnTo>
                    <a:pt x="5951756" y="2127244"/>
                  </a:lnTo>
                  <a:lnTo>
                    <a:pt x="5939434" y="2127244"/>
                  </a:lnTo>
                  <a:lnTo>
                    <a:pt x="5927111" y="2127244"/>
                  </a:lnTo>
                  <a:lnTo>
                    <a:pt x="5914789" y="2127244"/>
                  </a:lnTo>
                  <a:lnTo>
                    <a:pt x="5902466" y="2127244"/>
                  </a:lnTo>
                  <a:lnTo>
                    <a:pt x="5890144" y="2127244"/>
                  </a:lnTo>
                  <a:lnTo>
                    <a:pt x="5877821" y="2127244"/>
                  </a:lnTo>
                  <a:lnTo>
                    <a:pt x="5865499" y="2127244"/>
                  </a:lnTo>
                  <a:lnTo>
                    <a:pt x="5853176" y="2127244"/>
                  </a:lnTo>
                  <a:lnTo>
                    <a:pt x="5840854" y="2127244"/>
                  </a:lnTo>
                  <a:lnTo>
                    <a:pt x="5828531" y="2127244"/>
                  </a:lnTo>
                  <a:lnTo>
                    <a:pt x="5816209" y="2127244"/>
                  </a:lnTo>
                  <a:lnTo>
                    <a:pt x="5803887" y="2127244"/>
                  </a:lnTo>
                  <a:lnTo>
                    <a:pt x="5791564" y="2127244"/>
                  </a:lnTo>
                  <a:lnTo>
                    <a:pt x="5779242" y="2127244"/>
                  </a:lnTo>
                  <a:lnTo>
                    <a:pt x="5766919" y="2127244"/>
                  </a:lnTo>
                  <a:lnTo>
                    <a:pt x="5754597" y="2127244"/>
                  </a:lnTo>
                  <a:lnTo>
                    <a:pt x="5742274" y="2127244"/>
                  </a:lnTo>
                  <a:lnTo>
                    <a:pt x="5729952" y="2127244"/>
                  </a:lnTo>
                  <a:lnTo>
                    <a:pt x="5717629" y="2127244"/>
                  </a:lnTo>
                  <a:lnTo>
                    <a:pt x="5705307" y="2127244"/>
                  </a:lnTo>
                  <a:lnTo>
                    <a:pt x="5692984" y="2127244"/>
                  </a:lnTo>
                  <a:lnTo>
                    <a:pt x="5680662" y="2127244"/>
                  </a:lnTo>
                  <a:lnTo>
                    <a:pt x="5668339" y="2127244"/>
                  </a:lnTo>
                  <a:lnTo>
                    <a:pt x="5656017" y="2127244"/>
                  </a:lnTo>
                  <a:lnTo>
                    <a:pt x="5643694" y="2127244"/>
                  </a:lnTo>
                  <a:lnTo>
                    <a:pt x="5631372" y="2127244"/>
                  </a:lnTo>
                  <a:lnTo>
                    <a:pt x="5619049" y="2127244"/>
                  </a:lnTo>
                  <a:lnTo>
                    <a:pt x="5606727" y="2127244"/>
                  </a:lnTo>
                  <a:lnTo>
                    <a:pt x="5594404" y="2127244"/>
                  </a:lnTo>
                  <a:lnTo>
                    <a:pt x="5582082" y="2127244"/>
                  </a:lnTo>
                  <a:lnTo>
                    <a:pt x="5569759" y="2127244"/>
                  </a:lnTo>
                  <a:lnTo>
                    <a:pt x="5557437" y="2127244"/>
                  </a:lnTo>
                  <a:lnTo>
                    <a:pt x="5545114" y="2127244"/>
                  </a:lnTo>
                  <a:lnTo>
                    <a:pt x="5532792" y="2127244"/>
                  </a:lnTo>
                  <a:lnTo>
                    <a:pt x="5520470" y="2127244"/>
                  </a:lnTo>
                  <a:lnTo>
                    <a:pt x="5508147" y="2127244"/>
                  </a:lnTo>
                  <a:lnTo>
                    <a:pt x="5495825" y="2127244"/>
                  </a:lnTo>
                  <a:lnTo>
                    <a:pt x="5483502" y="2127244"/>
                  </a:lnTo>
                  <a:lnTo>
                    <a:pt x="5471180" y="2127244"/>
                  </a:lnTo>
                  <a:lnTo>
                    <a:pt x="5458857" y="2127244"/>
                  </a:lnTo>
                  <a:lnTo>
                    <a:pt x="5446535" y="2127244"/>
                  </a:lnTo>
                  <a:lnTo>
                    <a:pt x="5434212" y="2127244"/>
                  </a:lnTo>
                  <a:lnTo>
                    <a:pt x="5421890" y="2127244"/>
                  </a:lnTo>
                  <a:lnTo>
                    <a:pt x="5409567" y="2127244"/>
                  </a:lnTo>
                  <a:lnTo>
                    <a:pt x="5397245" y="2127244"/>
                  </a:lnTo>
                  <a:lnTo>
                    <a:pt x="5384922" y="2127244"/>
                  </a:lnTo>
                  <a:lnTo>
                    <a:pt x="5372600" y="2127244"/>
                  </a:lnTo>
                  <a:lnTo>
                    <a:pt x="5360277" y="2127244"/>
                  </a:lnTo>
                  <a:lnTo>
                    <a:pt x="5347955" y="2127244"/>
                  </a:lnTo>
                  <a:lnTo>
                    <a:pt x="5335632" y="2127244"/>
                  </a:lnTo>
                  <a:lnTo>
                    <a:pt x="5323310" y="2127244"/>
                  </a:lnTo>
                  <a:lnTo>
                    <a:pt x="5310987" y="2127244"/>
                  </a:lnTo>
                  <a:lnTo>
                    <a:pt x="5298665" y="2127244"/>
                  </a:lnTo>
                  <a:lnTo>
                    <a:pt x="5286342" y="2127244"/>
                  </a:lnTo>
                  <a:lnTo>
                    <a:pt x="5274020" y="2127244"/>
                  </a:lnTo>
                  <a:lnTo>
                    <a:pt x="5261698" y="2127244"/>
                  </a:lnTo>
                  <a:lnTo>
                    <a:pt x="5249375" y="2127244"/>
                  </a:lnTo>
                  <a:lnTo>
                    <a:pt x="5237053" y="2127244"/>
                  </a:lnTo>
                  <a:lnTo>
                    <a:pt x="5224730" y="2127244"/>
                  </a:lnTo>
                  <a:lnTo>
                    <a:pt x="5212408" y="2127244"/>
                  </a:lnTo>
                  <a:lnTo>
                    <a:pt x="5200085" y="2127244"/>
                  </a:lnTo>
                  <a:lnTo>
                    <a:pt x="5187763" y="2127244"/>
                  </a:lnTo>
                  <a:lnTo>
                    <a:pt x="5175440" y="2127244"/>
                  </a:lnTo>
                  <a:lnTo>
                    <a:pt x="5163118" y="2127244"/>
                  </a:lnTo>
                  <a:lnTo>
                    <a:pt x="5150795" y="2127244"/>
                  </a:lnTo>
                  <a:lnTo>
                    <a:pt x="5138473" y="2127244"/>
                  </a:lnTo>
                  <a:lnTo>
                    <a:pt x="5126150" y="2127244"/>
                  </a:lnTo>
                  <a:lnTo>
                    <a:pt x="5113828" y="2127244"/>
                  </a:lnTo>
                  <a:lnTo>
                    <a:pt x="5101505" y="2127244"/>
                  </a:lnTo>
                  <a:lnTo>
                    <a:pt x="5089183" y="2127244"/>
                  </a:lnTo>
                  <a:lnTo>
                    <a:pt x="5076860" y="2127244"/>
                  </a:lnTo>
                  <a:lnTo>
                    <a:pt x="5064538" y="2127244"/>
                  </a:lnTo>
                  <a:lnTo>
                    <a:pt x="5052215" y="2127244"/>
                  </a:lnTo>
                  <a:lnTo>
                    <a:pt x="5039893" y="2127244"/>
                  </a:lnTo>
                  <a:lnTo>
                    <a:pt x="5027570" y="2127244"/>
                  </a:lnTo>
                  <a:lnTo>
                    <a:pt x="5015248" y="2127244"/>
                  </a:lnTo>
                  <a:lnTo>
                    <a:pt x="5002925" y="2127244"/>
                  </a:lnTo>
                  <a:lnTo>
                    <a:pt x="4990603" y="2127244"/>
                  </a:lnTo>
                  <a:lnTo>
                    <a:pt x="4978281" y="2127244"/>
                  </a:lnTo>
                  <a:lnTo>
                    <a:pt x="4965958" y="2127244"/>
                  </a:lnTo>
                  <a:lnTo>
                    <a:pt x="4953636" y="2127244"/>
                  </a:lnTo>
                  <a:lnTo>
                    <a:pt x="4941313" y="2127244"/>
                  </a:lnTo>
                  <a:lnTo>
                    <a:pt x="4928991" y="2127244"/>
                  </a:lnTo>
                  <a:lnTo>
                    <a:pt x="4916668" y="2127244"/>
                  </a:lnTo>
                  <a:lnTo>
                    <a:pt x="4904346" y="2127244"/>
                  </a:lnTo>
                  <a:lnTo>
                    <a:pt x="4892023" y="2127244"/>
                  </a:lnTo>
                  <a:lnTo>
                    <a:pt x="4879701" y="2127244"/>
                  </a:lnTo>
                  <a:lnTo>
                    <a:pt x="4867378" y="2127244"/>
                  </a:lnTo>
                  <a:lnTo>
                    <a:pt x="4855056" y="2127244"/>
                  </a:lnTo>
                  <a:lnTo>
                    <a:pt x="4842733" y="2127244"/>
                  </a:lnTo>
                  <a:lnTo>
                    <a:pt x="4830411" y="2127244"/>
                  </a:lnTo>
                  <a:lnTo>
                    <a:pt x="4818088" y="2127244"/>
                  </a:lnTo>
                  <a:lnTo>
                    <a:pt x="4805766" y="2127244"/>
                  </a:lnTo>
                  <a:lnTo>
                    <a:pt x="4793443" y="2127244"/>
                  </a:lnTo>
                  <a:lnTo>
                    <a:pt x="4781121" y="2127244"/>
                  </a:lnTo>
                  <a:lnTo>
                    <a:pt x="4768798" y="2127244"/>
                  </a:lnTo>
                  <a:lnTo>
                    <a:pt x="4756476" y="2127244"/>
                  </a:lnTo>
                  <a:lnTo>
                    <a:pt x="4744153" y="2127244"/>
                  </a:lnTo>
                  <a:lnTo>
                    <a:pt x="4731831" y="2127244"/>
                  </a:lnTo>
                  <a:lnTo>
                    <a:pt x="4719508" y="2127244"/>
                  </a:lnTo>
                  <a:lnTo>
                    <a:pt x="4707186" y="2127244"/>
                  </a:lnTo>
                  <a:lnTo>
                    <a:pt x="4694864" y="2127244"/>
                  </a:lnTo>
                  <a:lnTo>
                    <a:pt x="4682541" y="2127244"/>
                  </a:lnTo>
                  <a:lnTo>
                    <a:pt x="4670219" y="2127244"/>
                  </a:lnTo>
                  <a:lnTo>
                    <a:pt x="4657896" y="2127244"/>
                  </a:lnTo>
                  <a:lnTo>
                    <a:pt x="4645574" y="2127244"/>
                  </a:lnTo>
                  <a:lnTo>
                    <a:pt x="4633251" y="2127244"/>
                  </a:lnTo>
                  <a:lnTo>
                    <a:pt x="4620929" y="2127244"/>
                  </a:lnTo>
                  <a:lnTo>
                    <a:pt x="4608606" y="2127244"/>
                  </a:lnTo>
                  <a:lnTo>
                    <a:pt x="4596284" y="2127244"/>
                  </a:lnTo>
                  <a:lnTo>
                    <a:pt x="4583961" y="2127244"/>
                  </a:lnTo>
                  <a:lnTo>
                    <a:pt x="4571639" y="2127244"/>
                  </a:lnTo>
                  <a:lnTo>
                    <a:pt x="4559316" y="2127244"/>
                  </a:lnTo>
                  <a:lnTo>
                    <a:pt x="4546994" y="2127244"/>
                  </a:lnTo>
                  <a:lnTo>
                    <a:pt x="4534671" y="2127244"/>
                  </a:lnTo>
                  <a:lnTo>
                    <a:pt x="4522349" y="2127244"/>
                  </a:lnTo>
                  <a:lnTo>
                    <a:pt x="4510026" y="2127244"/>
                  </a:lnTo>
                  <a:lnTo>
                    <a:pt x="4497704" y="2127244"/>
                  </a:lnTo>
                  <a:lnTo>
                    <a:pt x="4485381" y="2127244"/>
                  </a:lnTo>
                  <a:lnTo>
                    <a:pt x="4473059" y="2127244"/>
                  </a:lnTo>
                  <a:lnTo>
                    <a:pt x="4460736" y="2127244"/>
                  </a:lnTo>
                  <a:lnTo>
                    <a:pt x="4448414" y="2127244"/>
                  </a:lnTo>
                  <a:lnTo>
                    <a:pt x="4436091" y="2127244"/>
                  </a:lnTo>
                  <a:lnTo>
                    <a:pt x="4423769" y="2127244"/>
                  </a:lnTo>
                  <a:lnTo>
                    <a:pt x="4411447" y="2127244"/>
                  </a:lnTo>
                  <a:lnTo>
                    <a:pt x="4399124" y="2127244"/>
                  </a:lnTo>
                  <a:lnTo>
                    <a:pt x="4386802" y="2127244"/>
                  </a:lnTo>
                  <a:lnTo>
                    <a:pt x="4374479" y="2127244"/>
                  </a:lnTo>
                  <a:lnTo>
                    <a:pt x="4362157" y="2127244"/>
                  </a:lnTo>
                  <a:lnTo>
                    <a:pt x="4349834" y="2127244"/>
                  </a:lnTo>
                  <a:lnTo>
                    <a:pt x="4337512" y="2127244"/>
                  </a:lnTo>
                  <a:lnTo>
                    <a:pt x="4325189" y="2127244"/>
                  </a:lnTo>
                  <a:lnTo>
                    <a:pt x="4312867" y="2127244"/>
                  </a:lnTo>
                  <a:lnTo>
                    <a:pt x="4300544" y="2127244"/>
                  </a:lnTo>
                  <a:lnTo>
                    <a:pt x="4288222" y="2127244"/>
                  </a:lnTo>
                  <a:lnTo>
                    <a:pt x="4275899" y="2127244"/>
                  </a:lnTo>
                  <a:lnTo>
                    <a:pt x="4263577" y="2127244"/>
                  </a:lnTo>
                  <a:lnTo>
                    <a:pt x="4251254" y="2127244"/>
                  </a:lnTo>
                  <a:lnTo>
                    <a:pt x="4238932" y="2127244"/>
                  </a:lnTo>
                  <a:lnTo>
                    <a:pt x="4226609" y="2127244"/>
                  </a:lnTo>
                  <a:lnTo>
                    <a:pt x="4214287" y="2127244"/>
                  </a:lnTo>
                  <a:lnTo>
                    <a:pt x="4201964" y="2127244"/>
                  </a:lnTo>
                  <a:lnTo>
                    <a:pt x="4189642" y="2127244"/>
                  </a:lnTo>
                  <a:lnTo>
                    <a:pt x="4177319" y="2127244"/>
                  </a:lnTo>
                  <a:lnTo>
                    <a:pt x="4164997" y="2127244"/>
                  </a:lnTo>
                  <a:lnTo>
                    <a:pt x="4152675" y="2127244"/>
                  </a:lnTo>
                  <a:lnTo>
                    <a:pt x="4140352" y="2127244"/>
                  </a:lnTo>
                  <a:lnTo>
                    <a:pt x="4128030" y="2127244"/>
                  </a:lnTo>
                  <a:lnTo>
                    <a:pt x="4115707" y="2127244"/>
                  </a:lnTo>
                  <a:lnTo>
                    <a:pt x="4103385" y="2127244"/>
                  </a:lnTo>
                  <a:lnTo>
                    <a:pt x="4091062" y="2127244"/>
                  </a:lnTo>
                  <a:lnTo>
                    <a:pt x="4078740" y="2127244"/>
                  </a:lnTo>
                  <a:lnTo>
                    <a:pt x="4066417" y="2127244"/>
                  </a:lnTo>
                  <a:lnTo>
                    <a:pt x="4054095" y="2127244"/>
                  </a:lnTo>
                  <a:lnTo>
                    <a:pt x="4041772" y="2127244"/>
                  </a:lnTo>
                  <a:lnTo>
                    <a:pt x="4029450" y="2127244"/>
                  </a:lnTo>
                  <a:lnTo>
                    <a:pt x="4017127" y="2127244"/>
                  </a:lnTo>
                  <a:lnTo>
                    <a:pt x="4004805" y="2127244"/>
                  </a:lnTo>
                  <a:lnTo>
                    <a:pt x="3992482" y="2127244"/>
                  </a:lnTo>
                  <a:lnTo>
                    <a:pt x="3980160" y="2127244"/>
                  </a:lnTo>
                  <a:lnTo>
                    <a:pt x="3967837" y="2127244"/>
                  </a:lnTo>
                  <a:lnTo>
                    <a:pt x="3955515" y="2127244"/>
                  </a:lnTo>
                  <a:lnTo>
                    <a:pt x="3943192" y="2127244"/>
                  </a:lnTo>
                  <a:lnTo>
                    <a:pt x="3930870" y="2127244"/>
                  </a:lnTo>
                  <a:lnTo>
                    <a:pt x="3918547" y="2127244"/>
                  </a:lnTo>
                  <a:lnTo>
                    <a:pt x="3906225" y="2127244"/>
                  </a:lnTo>
                  <a:lnTo>
                    <a:pt x="3893902" y="2127244"/>
                  </a:lnTo>
                  <a:lnTo>
                    <a:pt x="3881580" y="2127244"/>
                  </a:lnTo>
                  <a:lnTo>
                    <a:pt x="3869258" y="2127244"/>
                  </a:lnTo>
                  <a:lnTo>
                    <a:pt x="3856935" y="2127244"/>
                  </a:lnTo>
                  <a:lnTo>
                    <a:pt x="3844613" y="2127244"/>
                  </a:lnTo>
                  <a:lnTo>
                    <a:pt x="3832290" y="2127244"/>
                  </a:lnTo>
                  <a:lnTo>
                    <a:pt x="3819968" y="2127244"/>
                  </a:lnTo>
                  <a:lnTo>
                    <a:pt x="3807645" y="2127244"/>
                  </a:lnTo>
                  <a:lnTo>
                    <a:pt x="3795323" y="2127244"/>
                  </a:lnTo>
                  <a:lnTo>
                    <a:pt x="3783000" y="2127244"/>
                  </a:lnTo>
                  <a:lnTo>
                    <a:pt x="3770678" y="2127244"/>
                  </a:lnTo>
                  <a:lnTo>
                    <a:pt x="3758355" y="2127244"/>
                  </a:lnTo>
                  <a:lnTo>
                    <a:pt x="3746033" y="2127244"/>
                  </a:lnTo>
                  <a:lnTo>
                    <a:pt x="3733710" y="2127244"/>
                  </a:lnTo>
                  <a:lnTo>
                    <a:pt x="3721388" y="2127244"/>
                  </a:lnTo>
                  <a:lnTo>
                    <a:pt x="3709065" y="2127244"/>
                  </a:lnTo>
                  <a:lnTo>
                    <a:pt x="3696743" y="2127244"/>
                  </a:lnTo>
                  <a:lnTo>
                    <a:pt x="3684420" y="2127244"/>
                  </a:lnTo>
                  <a:lnTo>
                    <a:pt x="3672098" y="2127244"/>
                  </a:lnTo>
                  <a:lnTo>
                    <a:pt x="3659775" y="2127244"/>
                  </a:lnTo>
                  <a:lnTo>
                    <a:pt x="3647453" y="2127244"/>
                  </a:lnTo>
                  <a:lnTo>
                    <a:pt x="3635130" y="2127244"/>
                  </a:lnTo>
                  <a:lnTo>
                    <a:pt x="3622808" y="2127244"/>
                  </a:lnTo>
                  <a:lnTo>
                    <a:pt x="3610485" y="2127244"/>
                  </a:lnTo>
                  <a:lnTo>
                    <a:pt x="3598163" y="2127244"/>
                  </a:lnTo>
                  <a:lnTo>
                    <a:pt x="3585841" y="2127244"/>
                  </a:lnTo>
                  <a:lnTo>
                    <a:pt x="3573518" y="2127244"/>
                  </a:lnTo>
                  <a:lnTo>
                    <a:pt x="3561196" y="2127244"/>
                  </a:lnTo>
                  <a:lnTo>
                    <a:pt x="3548873" y="2127244"/>
                  </a:lnTo>
                  <a:lnTo>
                    <a:pt x="3536551" y="2127244"/>
                  </a:lnTo>
                  <a:lnTo>
                    <a:pt x="3524228" y="2127244"/>
                  </a:lnTo>
                  <a:lnTo>
                    <a:pt x="3511906" y="2127244"/>
                  </a:lnTo>
                  <a:lnTo>
                    <a:pt x="3499583" y="2127244"/>
                  </a:lnTo>
                  <a:lnTo>
                    <a:pt x="3487261" y="2127244"/>
                  </a:lnTo>
                  <a:lnTo>
                    <a:pt x="3474938" y="2127244"/>
                  </a:lnTo>
                  <a:lnTo>
                    <a:pt x="3462616" y="2127244"/>
                  </a:lnTo>
                  <a:lnTo>
                    <a:pt x="3450293" y="2127244"/>
                  </a:lnTo>
                  <a:lnTo>
                    <a:pt x="3437971" y="2127244"/>
                  </a:lnTo>
                  <a:lnTo>
                    <a:pt x="3425648" y="2127244"/>
                  </a:lnTo>
                  <a:lnTo>
                    <a:pt x="3413326" y="2127244"/>
                  </a:lnTo>
                  <a:lnTo>
                    <a:pt x="3401003" y="2127244"/>
                  </a:lnTo>
                  <a:lnTo>
                    <a:pt x="3388681" y="2127244"/>
                  </a:lnTo>
                  <a:lnTo>
                    <a:pt x="3376358" y="2127244"/>
                  </a:lnTo>
                  <a:lnTo>
                    <a:pt x="3364036" y="2127244"/>
                  </a:lnTo>
                  <a:lnTo>
                    <a:pt x="3351713" y="2127244"/>
                  </a:lnTo>
                  <a:lnTo>
                    <a:pt x="3339391" y="2127244"/>
                  </a:lnTo>
                  <a:lnTo>
                    <a:pt x="3327068" y="2127244"/>
                  </a:lnTo>
                  <a:lnTo>
                    <a:pt x="3314746" y="2127244"/>
                  </a:lnTo>
                  <a:lnTo>
                    <a:pt x="3302424" y="2127244"/>
                  </a:lnTo>
                  <a:lnTo>
                    <a:pt x="3290101" y="2127244"/>
                  </a:lnTo>
                  <a:lnTo>
                    <a:pt x="3277779" y="2127244"/>
                  </a:lnTo>
                  <a:lnTo>
                    <a:pt x="3265456" y="2127244"/>
                  </a:lnTo>
                  <a:lnTo>
                    <a:pt x="3253134" y="2127244"/>
                  </a:lnTo>
                  <a:lnTo>
                    <a:pt x="3240811" y="2127244"/>
                  </a:lnTo>
                  <a:lnTo>
                    <a:pt x="3228489" y="2127244"/>
                  </a:lnTo>
                  <a:lnTo>
                    <a:pt x="3216166" y="2127244"/>
                  </a:lnTo>
                  <a:lnTo>
                    <a:pt x="3203844" y="2127244"/>
                  </a:lnTo>
                  <a:lnTo>
                    <a:pt x="3191521" y="2127244"/>
                  </a:lnTo>
                  <a:lnTo>
                    <a:pt x="3179199" y="2127244"/>
                  </a:lnTo>
                  <a:lnTo>
                    <a:pt x="3166876" y="2127244"/>
                  </a:lnTo>
                  <a:lnTo>
                    <a:pt x="3154554" y="2127244"/>
                  </a:lnTo>
                  <a:lnTo>
                    <a:pt x="3142231" y="2127244"/>
                  </a:lnTo>
                  <a:lnTo>
                    <a:pt x="3129909" y="2127244"/>
                  </a:lnTo>
                  <a:lnTo>
                    <a:pt x="3117586" y="2127244"/>
                  </a:lnTo>
                  <a:lnTo>
                    <a:pt x="3105264" y="2127244"/>
                  </a:lnTo>
                  <a:lnTo>
                    <a:pt x="3092941" y="2127244"/>
                  </a:lnTo>
                  <a:lnTo>
                    <a:pt x="3080619" y="2127244"/>
                  </a:lnTo>
                  <a:lnTo>
                    <a:pt x="3068296" y="2127244"/>
                  </a:lnTo>
                  <a:lnTo>
                    <a:pt x="3055974" y="2127244"/>
                  </a:lnTo>
                  <a:lnTo>
                    <a:pt x="3043652" y="2127244"/>
                  </a:lnTo>
                  <a:lnTo>
                    <a:pt x="3031329" y="2127244"/>
                  </a:lnTo>
                  <a:lnTo>
                    <a:pt x="3019007" y="2127244"/>
                  </a:lnTo>
                  <a:lnTo>
                    <a:pt x="3006684" y="2127244"/>
                  </a:lnTo>
                  <a:lnTo>
                    <a:pt x="2994362" y="2127244"/>
                  </a:lnTo>
                  <a:lnTo>
                    <a:pt x="2982039" y="2127244"/>
                  </a:lnTo>
                  <a:lnTo>
                    <a:pt x="2969717" y="2127244"/>
                  </a:lnTo>
                  <a:lnTo>
                    <a:pt x="2957394" y="2127244"/>
                  </a:lnTo>
                  <a:lnTo>
                    <a:pt x="2945072" y="2127244"/>
                  </a:lnTo>
                  <a:lnTo>
                    <a:pt x="2932749" y="2127244"/>
                  </a:lnTo>
                  <a:lnTo>
                    <a:pt x="2920427" y="2127244"/>
                  </a:lnTo>
                  <a:lnTo>
                    <a:pt x="2908104" y="2127244"/>
                  </a:lnTo>
                  <a:lnTo>
                    <a:pt x="2895782" y="2127244"/>
                  </a:lnTo>
                  <a:lnTo>
                    <a:pt x="2883459" y="2127244"/>
                  </a:lnTo>
                  <a:lnTo>
                    <a:pt x="2871137" y="2127244"/>
                  </a:lnTo>
                  <a:lnTo>
                    <a:pt x="2858814" y="2127244"/>
                  </a:lnTo>
                  <a:lnTo>
                    <a:pt x="2846492" y="2127244"/>
                  </a:lnTo>
                  <a:lnTo>
                    <a:pt x="2834169" y="2127244"/>
                  </a:lnTo>
                  <a:lnTo>
                    <a:pt x="2821847" y="2127244"/>
                  </a:lnTo>
                  <a:lnTo>
                    <a:pt x="2809524" y="2127244"/>
                  </a:lnTo>
                  <a:lnTo>
                    <a:pt x="2797202" y="2127244"/>
                  </a:lnTo>
                  <a:lnTo>
                    <a:pt x="2784879" y="2127244"/>
                  </a:lnTo>
                  <a:lnTo>
                    <a:pt x="2772557" y="2127244"/>
                  </a:lnTo>
                  <a:lnTo>
                    <a:pt x="2760235" y="2127244"/>
                  </a:lnTo>
                  <a:lnTo>
                    <a:pt x="2747912" y="2127244"/>
                  </a:lnTo>
                  <a:lnTo>
                    <a:pt x="2735590" y="2127244"/>
                  </a:lnTo>
                  <a:lnTo>
                    <a:pt x="2723267" y="2127244"/>
                  </a:lnTo>
                  <a:lnTo>
                    <a:pt x="2710945" y="2127244"/>
                  </a:lnTo>
                  <a:lnTo>
                    <a:pt x="2698622" y="2127244"/>
                  </a:lnTo>
                  <a:lnTo>
                    <a:pt x="2686300" y="2127244"/>
                  </a:lnTo>
                  <a:lnTo>
                    <a:pt x="2673977" y="2127244"/>
                  </a:lnTo>
                  <a:lnTo>
                    <a:pt x="2661655" y="2127244"/>
                  </a:lnTo>
                  <a:lnTo>
                    <a:pt x="2649332" y="2127244"/>
                  </a:lnTo>
                  <a:lnTo>
                    <a:pt x="2637010" y="2127244"/>
                  </a:lnTo>
                  <a:lnTo>
                    <a:pt x="2624687" y="2127244"/>
                  </a:lnTo>
                  <a:lnTo>
                    <a:pt x="2612365" y="2127244"/>
                  </a:lnTo>
                  <a:lnTo>
                    <a:pt x="2600042" y="2127244"/>
                  </a:lnTo>
                  <a:lnTo>
                    <a:pt x="2587720" y="2127244"/>
                  </a:lnTo>
                  <a:lnTo>
                    <a:pt x="2575397" y="2127244"/>
                  </a:lnTo>
                  <a:lnTo>
                    <a:pt x="2563075" y="2127244"/>
                  </a:lnTo>
                  <a:lnTo>
                    <a:pt x="2550752" y="2127244"/>
                  </a:lnTo>
                  <a:lnTo>
                    <a:pt x="2538430" y="2127244"/>
                  </a:lnTo>
                  <a:lnTo>
                    <a:pt x="2526107" y="2127244"/>
                  </a:lnTo>
                  <a:lnTo>
                    <a:pt x="2513785" y="2127244"/>
                  </a:lnTo>
                  <a:lnTo>
                    <a:pt x="2501462" y="2127244"/>
                  </a:lnTo>
                  <a:lnTo>
                    <a:pt x="2489140" y="2127244"/>
                  </a:lnTo>
                  <a:lnTo>
                    <a:pt x="2476818" y="2127244"/>
                  </a:lnTo>
                  <a:lnTo>
                    <a:pt x="2464495" y="2127244"/>
                  </a:lnTo>
                  <a:lnTo>
                    <a:pt x="2452173" y="2127244"/>
                  </a:lnTo>
                  <a:lnTo>
                    <a:pt x="2439850" y="2127244"/>
                  </a:lnTo>
                  <a:lnTo>
                    <a:pt x="2427528" y="2127244"/>
                  </a:lnTo>
                  <a:lnTo>
                    <a:pt x="2415205" y="2127244"/>
                  </a:lnTo>
                  <a:lnTo>
                    <a:pt x="2402883" y="2127244"/>
                  </a:lnTo>
                  <a:lnTo>
                    <a:pt x="2390560" y="2127244"/>
                  </a:lnTo>
                  <a:lnTo>
                    <a:pt x="2378238" y="2127244"/>
                  </a:lnTo>
                  <a:lnTo>
                    <a:pt x="2365915" y="2127244"/>
                  </a:lnTo>
                  <a:lnTo>
                    <a:pt x="2353593" y="2127244"/>
                  </a:lnTo>
                  <a:lnTo>
                    <a:pt x="2341270" y="2127244"/>
                  </a:lnTo>
                  <a:lnTo>
                    <a:pt x="2328948" y="2127244"/>
                  </a:lnTo>
                  <a:lnTo>
                    <a:pt x="2316625" y="2127244"/>
                  </a:lnTo>
                  <a:lnTo>
                    <a:pt x="2304303" y="2127244"/>
                  </a:lnTo>
                  <a:lnTo>
                    <a:pt x="2291980" y="2127244"/>
                  </a:lnTo>
                  <a:lnTo>
                    <a:pt x="2279658" y="2127244"/>
                  </a:lnTo>
                  <a:lnTo>
                    <a:pt x="2267335" y="2127244"/>
                  </a:lnTo>
                  <a:lnTo>
                    <a:pt x="2255013" y="2127244"/>
                  </a:lnTo>
                  <a:lnTo>
                    <a:pt x="2242690" y="2127244"/>
                  </a:lnTo>
                  <a:lnTo>
                    <a:pt x="2230368" y="2127244"/>
                  </a:lnTo>
                  <a:lnTo>
                    <a:pt x="2218045" y="2127244"/>
                  </a:lnTo>
                  <a:lnTo>
                    <a:pt x="2205723" y="2127244"/>
                  </a:lnTo>
                  <a:lnTo>
                    <a:pt x="2193401" y="2127244"/>
                  </a:lnTo>
                  <a:lnTo>
                    <a:pt x="2181078" y="2127244"/>
                  </a:lnTo>
                  <a:lnTo>
                    <a:pt x="2168756" y="2127244"/>
                  </a:lnTo>
                  <a:lnTo>
                    <a:pt x="2156433" y="2127244"/>
                  </a:lnTo>
                  <a:lnTo>
                    <a:pt x="2144111" y="2127244"/>
                  </a:lnTo>
                  <a:lnTo>
                    <a:pt x="2131788" y="2127244"/>
                  </a:lnTo>
                  <a:lnTo>
                    <a:pt x="2119466" y="2127244"/>
                  </a:lnTo>
                  <a:lnTo>
                    <a:pt x="2107143" y="2127244"/>
                  </a:lnTo>
                  <a:lnTo>
                    <a:pt x="2094821" y="2127244"/>
                  </a:lnTo>
                  <a:lnTo>
                    <a:pt x="2082498" y="2127244"/>
                  </a:lnTo>
                  <a:lnTo>
                    <a:pt x="2070176" y="2127244"/>
                  </a:lnTo>
                  <a:lnTo>
                    <a:pt x="2057853" y="2127244"/>
                  </a:lnTo>
                  <a:lnTo>
                    <a:pt x="2045531" y="2127244"/>
                  </a:lnTo>
                  <a:lnTo>
                    <a:pt x="2033208" y="2127244"/>
                  </a:lnTo>
                  <a:lnTo>
                    <a:pt x="2020886" y="2127244"/>
                  </a:lnTo>
                  <a:lnTo>
                    <a:pt x="2008563" y="2127244"/>
                  </a:lnTo>
                  <a:lnTo>
                    <a:pt x="1996241" y="2127244"/>
                  </a:lnTo>
                  <a:lnTo>
                    <a:pt x="1983918" y="2127244"/>
                  </a:lnTo>
                  <a:lnTo>
                    <a:pt x="1971596" y="2127244"/>
                  </a:lnTo>
                  <a:lnTo>
                    <a:pt x="1959273" y="2127244"/>
                  </a:lnTo>
                  <a:lnTo>
                    <a:pt x="1946951" y="2127244"/>
                  </a:lnTo>
                  <a:lnTo>
                    <a:pt x="1934629" y="2127244"/>
                  </a:lnTo>
                  <a:lnTo>
                    <a:pt x="1922306" y="2127244"/>
                  </a:lnTo>
                  <a:lnTo>
                    <a:pt x="1909984" y="2127244"/>
                  </a:lnTo>
                  <a:lnTo>
                    <a:pt x="1897661" y="2127244"/>
                  </a:lnTo>
                  <a:lnTo>
                    <a:pt x="1885339" y="2127244"/>
                  </a:lnTo>
                  <a:lnTo>
                    <a:pt x="1873016" y="2127244"/>
                  </a:lnTo>
                  <a:lnTo>
                    <a:pt x="1860694" y="2127244"/>
                  </a:lnTo>
                  <a:lnTo>
                    <a:pt x="1848371" y="2127244"/>
                  </a:lnTo>
                  <a:lnTo>
                    <a:pt x="1836049" y="2127244"/>
                  </a:lnTo>
                  <a:lnTo>
                    <a:pt x="1823726" y="2127244"/>
                  </a:lnTo>
                  <a:lnTo>
                    <a:pt x="1811404" y="2127244"/>
                  </a:lnTo>
                  <a:lnTo>
                    <a:pt x="1799081" y="2127244"/>
                  </a:lnTo>
                  <a:lnTo>
                    <a:pt x="1786759" y="2127244"/>
                  </a:lnTo>
                  <a:lnTo>
                    <a:pt x="1774436" y="2127244"/>
                  </a:lnTo>
                  <a:lnTo>
                    <a:pt x="1762114" y="2127244"/>
                  </a:lnTo>
                  <a:lnTo>
                    <a:pt x="1749791" y="2127244"/>
                  </a:lnTo>
                  <a:lnTo>
                    <a:pt x="1737469" y="2127244"/>
                  </a:lnTo>
                  <a:lnTo>
                    <a:pt x="1725146" y="2127244"/>
                  </a:lnTo>
                  <a:lnTo>
                    <a:pt x="1712824" y="2127244"/>
                  </a:lnTo>
                  <a:lnTo>
                    <a:pt x="1700501" y="2127244"/>
                  </a:lnTo>
                  <a:lnTo>
                    <a:pt x="1688179" y="2127244"/>
                  </a:lnTo>
                  <a:lnTo>
                    <a:pt x="1675856" y="2127244"/>
                  </a:lnTo>
                  <a:lnTo>
                    <a:pt x="1663534" y="2127244"/>
                  </a:lnTo>
                  <a:lnTo>
                    <a:pt x="1651212" y="2127244"/>
                  </a:lnTo>
                  <a:lnTo>
                    <a:pt x="1638889" y="2127244"/>
                  </a:lnTo>
                  <a:lnTo>
                    <a:pt x="1626567" y="2127244"/>
                  </a:lnTo>
                  <a:lnTo>
                    <a:pt x="1614244" y="2127244"/>
                  </a:lnTo>
                  <a:lnTo>
                    <a:pt x="1601922" y="2127244"/>
                  </a:lnTo>
                  <a:lnTo>
                    <a:pt x="1589599" y="2127244"/>
                  </a:lnTo>
                  <a:lnTo>
                    <a:pt x="1577277" y="2127244"/>
                  </a:lnTo>
                  <a:lnTo>
                    <a:pt x="1564954" y="2127244"/>
                  </a:lnTo>
                  <a:lnTo>
                    <a:pt x="1552632" y="2127244"/>
                  </a:lnTo>
                  <a:lnTo>
                    <a:pt x="1540309" y="2127244"/>
                  </a:lnTo>
                  <a:lnTo>
                    <a:pt x="1527987" y="2127244"/>
                  </a:lnTo>
                  <a:lnTo>
                    <a:pt x="1515664" y="2127244"/>
                  </a:lnTo>
                  <a:lnTo>
                    <a:pt x="1503342" y="2127244"/>
                  </a:lnTo>
                  <a:lnTo>
                    <a:pt x="1491019" y="2127244"/>
                  </a:lnTo>
                  <a:lnTo>
                    <a:pt x="1478697" y="2127244"/>
                  </a:lnTo>
                  <a:lnTo>
                    <a:pt x="1466374" y="2127244"/>
                  </a:lnTo>
                  <a:lnTo>
                    <a:pt x="1454052" y="2127244"/>
                  </a:lnTo>
                  <a:lnTo>
                    <a:pt x="1441729" y="2127244"/>
                  </a:lnTo>
                  <a:lnTo>
                    <a:pt x="1429407" y="2127244"/>
                  </a:lnTo>
                  <a:lnTo>
                    <a:pt x="1417084" y="2127244"/>
                  </a:lnTo>
                  <a:lnTo>
                    <a:pt x="1404762" y="2127244"/>
                  </a:lnTo>
                  <a:lnTo>
                    <a:pt x="1392439" y="2127244"/>
                  </a:lnTo>
                  <a:lnTo>
                    <a:pt x="1380117" y="2127244"/>
                  </a:lnTo>
                  <a:lnTo>
                    <a:pt x="1367795" y="2127244"/>
                  </a:lnTo>
                  <a:lnTo>
                    <a:pt x="1355472" y="2127244"/>
                  </a:lnTo>
                  <a:lnTo>
                    <a:pt x="1343150" y="2127244"/>
                  </a:lnTo>
                  <a:lnTo>
                    <a:pt x="1330827" y="2127244"/>
                  </a:lnTo>
                  <a:lnTo>
                    <a:pt x="1318505" y="2127244"/>
                  </a:lnTo>
                  <a:lnTo>
                    <a:pt x="1306182" y="2127244"/>
                  </a:lnTo>
                  <a:lnTo>
                    <a:pt x="1293860" y="2127244"/>
                  </a:lnTo>
                  <a:lnTo>
                    <a:pt x="1281537" y="2127244"/>
                  </a:lnTo>
                  <a:lnTo>
                    <a:pt x="1269215" y="2127244"/>
                  </a:lnTo>
                  <a:lnTo>
                    <a:pt x="1256892" y="2127244"/>
                  </a:lnTo>
                  <a:lnTo>
                    <a:pt x="1244570" y="2127244"/>
                  </a:lnTo>
                  <a:lnTo>
                    <a:pt x="1232247" y="2127244"/>
                  </a:lnTo>
                  <a:lnTo>
                    <a:pt x="1219925" y="2127244"/>
                  </a:lnTo>
                  <a:lnTo>
                    <a:pt x="1207602" y="2127244"/>
                  </a:lnTo>
                  <a:lnTo>
                    <a:pt x="1195280" y="2127244"/>
                  </a:lnTo>
                  <a:lnTo>
                    <a:pt x="1182957" y="2127244"/>
                  </a:lnTo>
                  <a:lnTo>
                    <a:pt x="1170635" y="2127244"/>
                  </a:lnTo>
                  <a:lnTo>
                    <a:pt x="1158312" y="2127244"/>
                  </a:lnTo>
                  <a:lnTo>
                    <a:pt x="1145990" y="2127244"/>
                  </a:lnTo>
                  <a:lnTo>
                    <a:pt x="1133667" y="2127244"/>
                  </a:lnTo>
                  <a:lnTo>
                    <a:pt x="1121345" y="2127244"/>
                  </a:lnTo>
                  <a:lnTo>
                    <a:pt x="1109022" y="2127244"/>
                  </a:lnTo>
                  <a:lnTo>
                    <a:pt x="1096700" y="2127244"/>
                  </a:lnTo>
                  <a:lnTo>
                    <a:pt x="1084378" y="2127244"/>
                  </a:lnTo>
                  <a:lnTo>
                    <a:pt x="1072055" y="2127244"/>
                  </a:lnTo>
                  <a:lnTo>
                    <a:pt x="1059733" y="2127244"/>
                  </a:lnTo>
                  <a:lnTo>
                    <a:pt x="1047410" y="2127244"/>
                  </a:lnTo>
                  <a:lnTo>
                    <a:pt x="1035088" y="2127244"/>
                  </a:lnTo>
                  <a:lnTo>
                    <a:pt x="1022765" y="2127244"/>
                  </a:lnTo>
                  <a:lnTo>
                    <a:pt x="1010443" y="2127244"/>
                  </a:lnTo>
                  <a:lnTo>
                    <a:pt x="998120" y="2127244"/>
                  </a:lnTo>
                  <a:lnTo>
                    <a:pt x="985798" y="2127244"/>
                  </a:lnTo>
                  <a:lnTo>
                    <a:pt x="973475" y="2127244"/>
                  </a:lnTo>
                  <a:lnTo>
                    <a:pt x="961153" y="2127244"/>
                  </a:lnTo>
                  <a:lnTo>
                    <a:pt x="948830" y="2127244"/>
                  </a:lnTo>
                  <a:lnTo>
                    <a:pt x="936508" y="2127244"/>
                  </a:lnTo>
                  <a:lnTo>
                    <a:pt x="924185" y="2127244"/>
                  </a:lnTo>
                  <a:lnTo>
                    <a:pt x="911863" y="2127244"/>
                  </a:lnTo>
                  <a:lnTo>
                    <a:pt x="899540" y="2127244"/>
                  </a:lnTo>
                  <a:lnTo>
                    <a:pt x="887218" y="2127244"/>
                  </a:lnTo>
                  <a:lnTo>
                    <a:pt x="874895" y="2127244"/>
                  </a:lnTo>
                  <a:lnTo>
                    <a:pt x="862573" y="2127244"/>
                  </a:lnTo>
                  <a:lnTo>
                    <a:pt x="850250" y="2127244"/>
                  </a:lnTo>
                  <a:lnTo>
                    <a:pt x="837928" y="2127244"/>
                  </a:lnTo>
                  <a:lnTo>
                    <a:pt x="825606" y="2127244"/>
                  </a:lnTo>
                  <a:lnTo>
                    <a:pt x="813283" y="2127244"/>
                  </a:lnTo>
                  <a:lnTo>
                    <a:pt x="800961" y="2127244"/>
                  </a:lnTo>
                  <a:lnTo>
                    <a:pt x="788638" y="2127244"/>
                  </a:lnTo>
                  <a:lnTo>
                    <a:pt x="776316" y="2127244"/>
                  </a:lnTo>
                  <a:lnTo>
                    <a:pt x="763993" y="2127244"/>
                  </a:lnTo>
                  <a:lnTo>
                    <a:pt x="751671" y="2127244"/>
                  </a:lnTo>
                  <a:lnTo>
                    <a:pt x="739348" y="2127244"/>
                  </a:lnTo>
                  <a:lnTo>
                    <a:pt x="727026" y="2127244"/>
                  </a:lnTo>
                  <a:lnTo>
                    <a:pt x="714703" y="2127244"/>
                  </a:lnTo>
                  <a:lnTo>
                    <a:pt x="702381" y="2127244"/>
                  </a:lnTo>
                  <a:lnTo>
                    <a:pt x="690058" y="2127244"/>
                  </a:lnTo>
                  <a:lnTo>
                    <a:pt x="677736" y="2127244"/>
                  </a:lnTo>
                  <a:lnTo>
                    <a:pt x="665413" y="2127244"/>
                  </a:lnTo>
                  <a:lnTo>
                    <a:pt x="653091" y="2127244"/>
                  </a:lnTo>
                  <a:lnTo>
                    <a:pt x="640768" y="2127244"/>
                  </a:lnTo>
                  <a:lnTo>
                    <a:pt x="628446" y="2127244"/>
                  </a:lnTo>
                  <a:lnTo>
                    <a:pt x="616123" y="2127244"/>
                  </a:lnTo>
                  <a:lnTo>
                    <a:pt x="603801" y="2127244"/>
                  </a:lnTo>
                  <a:lnTo>
                    <a:pt x="591478" y="2127244"/>
                  </a:lnTo>
                  <a:lnTo>
                    <a:pt x="579156" y="2127244"/>
                  </a:lnTo>
                  <a:lnTo>
                    <a:pt x="566833" y="2127244"/>
                  </a:lnTo>
                  <a:lnTo>
                    <a:pt x="554511" y="2127244"/>
                  </a:lnTo>
                  <a:lnTo>
                    <a:pt x="542189" y="2127244"/>
                  </a:lnTo>
                  <a:lnTo>
                    <a:pt x="529866" y="2127244"/>
                  </a:lnTo>
                  <a:lnTo>
                    <a:pt x="517544" y="2127244"/>
                  </a:lnTo>
                  <a:lnTo>
                    <a:pt x="505221" y="2127244"/>
                  </a:lnTo>
                  <a:lnTo>
                    <a:pt x="492899" y="2127244"/>
                  </a:lnTo>
                  <a:lnTo>
                    <a:pt x="480576" y="2127244"/>
                  </a:lnTo>
                  <a:lnTo>
                    <a:pt x="468254" y="2127244"/>
                  </a:lnTo>
                  <a:lnTo>
                    <a:pt x="455931" y="2127244"/>
                  </a:lnTo>
                  <a:lnTo>
                    <a:pt x="443609" y="2127244"/>
                  </a:lnTo>
                  <a:lnTo>
                    <a:pt x="431286" y="2127244"/>
                  </a:lnTo>
                  <a:lnTo>
                    <a:pt x="418964" y="2127244"/>
                  </a:lnTo>
                  <a:lnTo>
                    <a:pt x="406641" y="2127244"/>
                  </a:lnTo>
                  <a:lnTo>
                    <a:pt x="394319" y="2127244"/>
                  </a:lnTo>
                  <a:lnTo>
                    <a:pt x="381996" y="2127244"/>
                  </a:lnTo>
                  <a:lnTo>
                    <a:pt x="369674" y="2127244"/>
                  </a:lnTo>
                  <a:lnTo>
                    <a:pt x="357351" y="2127244"/>
                  </a:lnTo>
                  <a:lnTo>
                    <a:pt x="345029" y="2127244"/>
                  </a:lnTo>
                  <a:lnTo>
                    <a:pt x="332706" y="2127244"/>
                  </a:lnTo>
                  <a:lnTo>
                    <a:pt x="320384" y="2127244"/>
                  </a:lnTo>
                  <a:lnTo>
                    <a:pt x="308061" y="2127244"/>
                  </a:lnTo>
                  <a:lnTo>
                    <a:pt x="295739" y="2127244"/>
                  </a:lnTo>
                  <a:lnTo>
                    <a:pt x="283416" y="2127244"/>
                  </a:lnTo>
                  <a:lnTo>
                    <a:pt x="271094" y="2127244"/>
                  </a:lnTo>
                  <a:lnTo>
                    <a:pt x="258772" y="2127244"/>
                  </a:lnTo>
                  <a:lnTo>
                    <a:pt x="246449" y="2127244"/>
                  </a:lnTo>
                  <a:lnTo>
                    <a:pt x="234127" y="2127244"/>
                  </a:lnTo>
                  <a:lnTo>
                    <a:pt x="221804" y="2127244"/>
                  </a:lnTo>
                  <a:lnTo>
                    <a:pt x="209482" y="2127244"/>
                  </a:lnTo>
                  <a:lnTo>
                    <a:pt x="197159" y="2127244"/>
                  </a:lnTo>
                  <a:lnTo>
                    <a:pt x="184837" y="2127244"/>
                  </a:lnTo>
                  <a:lnTo>
                    <a:pt x="172514" y="2127244"/>
                  </a:lnTo>
                  <a:lnTo>
                    <a:pt x="160192" y="2127244"/>
                  </a:lnTo>
                  <a:lnTo>
                    <a:pt x="147869" y="2127244"/>
                  </a:lnTo>
                  <a:lnTo>
                    <a:pt x="135547" y="2127244"/>
                  </a:lnTo>
                  <a:lnTo>
                    <a:pt x="123224" y="2127244"/>
                  </a:lnTo>
                  <a:lnTo>
                    <a:pt x="110902" y="2127244"/>
                  </a:lnTo>
                  <a:lnTo>
                    <a:pt x="98579" y="2127244"/>
                  </a:lnTo>
                  <a:lnTo>
                    <a:pt x="86257" y="2127244"/>
                  </a:lnTo>
                  <a:lnTo>
                    <a:pt x="73934" y="2127244"/>
                  </a:lnTo>
                  <a:lnTo>
                    <a:pt x="61612" y="2127244"/>
                  </a:lnTo>
                  <a:lnTo>
                    <a:pt x="49289" y="2127244"/>
                  </a:lnTo>
                  <a:lnTo>
                    <a:pt x="36967" y="2127244"/>
                  </a:lnTo>
                  <a:lnTo>
                    <a:pt x="24644" y="2127244"/>
                  </a:lnTo>
                  <a:lnTo>
                    <a:pt x="12322" y="2127244"/>
                  </a:lnTo>
                  <a:lnTo>
                    <a:pt x="0" y="2127244"/>
                  </a:lnTo>
                  <a:close/>
                </a:path>
              </a:pathLst>
            </a:custGeom>
            <a:solidFill>
              <a:srgbClr val="009E73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706745" y="4019083"/>
              <a:ext cx="6296786" cy="2127244"/>
            </a:xfrm>
            <a:custGeom>
              <a:avLst/>
              <a:pathLst>
                <a:path w="6296786" h="2127244">
                  <a:moveTo>
                    <a:pt x="0" y="2118738"/>
                  </a:moveTo>
                  <a:lnTo>
                    <a:pt x="12322" y="2117693"/>
                  </a:lnTo>
                  <a:lnTo>
                    <a:pt x="24644" y="2116445"/>
                  </a:lnTo>
                  <a:lnTo>
                    <a:pt x="36967" y="2114953"/>
                  </a:lnTo>
                  <a:lnTo>
                    <a:pt x="49289" y="2113170"/>
                  </a:lnTo>
                  <a:lnTo>
                    <a:pt x="61612" y="2111046"/>
                  </a:lnTo>
                  <a:lnTo>
                    <a:pt x="73934" y="2108531"/>
                  </a:lnTo>
                  <a:lnTo>
                    <a:pt x="86257" y="2105555"/>
                  </a:lnTo>
                  <a:lnTo>
                    <a:pt x="98579" y="2101990"/>
                  </a:lnTo>
                  <a:lnTo>
                    <a:pt x="110902" y="2097850"/>
                  </a:lnTo>
                  <a:lnTo>
                    <a:pt x="123224" y="2093086"/>
                  </a:lnTo>
                  <a:lnTo>
                    <a:pt x="135547" y="2087651"/>
                  </a:lnTo>
                  <a:lnTo>
                    <a:pt x="147869" y="2081498"/>
                  </a:lnTo>
                  <a:lnTo>
                    <a:pt x="160192" y="2074583"/>
                  </a:lnTo>
                  <a:lnTo>
                    <a:pt x="172514" y="2066864"/>
                  </a:lnTo>
                  <a:lnTo>
                    <a:pt x="184837" y="2058194"/>
                  </a:lnTo>
                  <a:lnTo>
                    <a:pt x="197159" y="2048546"/>
                  </a:lnTo>
                  <a:lnTo>
                    <a:pt x="209482" y="2037919"/>
                  </a:lnTo>
                  <a:lnTo>
                    <a:pt x="221804" y="2026240"/>
                  </a:lnTo>
                  <a:lnTo>
                    <a:pt x="234127" y="2013417"/>
                  </a:lnTo>
                  <a:lnTo>
                    <a:pt x="246449" y="1999339"/>
                  </a:lnTo>
                  <a:lnTo>
                    <a:pt x="258772" y="1983868"/>
                  </a:lnTo>
                  <a:lnTo>
                    <a:pt x="271094" y="1966810"/>
                  </a:lnTo>
                  <a:lnTo>
                    <a:pt x="283416" y="1947636"/>
                  </a:lnTo>
                  <a:lnTo>
                    <a:pt x="295739" y="1926337"/>
                  </a:lnTo>
                  <a:lnTo>
                    <a:pt x="308061" y="1902612"/>
                  </a:lnTo>
                  <a:lnTo>
                    <a:pt x="320384" y="1876127"/>
                  </a:lnTo>
                  <a:lnTo>
                    <a:pt x="332706" y="1846517"/>
                  </a:lnTo>
                  <a:lnTo>
                    <a:pt x="345029" y="1813392"/>
                  </a:lnTo>
                  <a:lnTo>
                    <a:pt x="357351" y="1776350"/>
                  </a:lnTo>
                  <a:lnTo>
                    <a:pt x="369674" y="1734492"/>
                  </a:lnTo>
                  <a:lnTo>
                    <a:pt x="381996" y="1687388"/>
                  </a:lnTo>
                  <a:lnTo>
                    <a:pt x="394319" y="1635048"/>
                  </a:lnTo>
                  <a:lnTo>
                    <a:pt x="406641" y="1577192"/>
                  </a:lnTo>
                  <a:lnTo>
                    <a:pt x="418964" y="1513619"/>
                  </a:lnTo>
                  <a:lnTo>
                    <a:pt x="431286" y="1444225"/>
                  </a:lnTo>
                  <a:lnTo>
                    <a:pt x="443609" y="1369022"/>
                  </a:lnTo>
                  <a:lnTo>
                    <a:pt x="455931" y="1288136"/>
                  </a:lnTo>
                  <a:lnTo>
                    <a:pt x="468254" y="1201062"/>
                  </a:lnTo>
                  <a:lnTo>
                    <a:pt x="480576" y="1109394"/>
                  </a:lnTo>
                  <a:lnTo>
                    <a:pt x="492899" y="1013892"/>
                  </a:lnTo>
                  <a:lnTo>
                    <a:pt x="505221" y="915479"/>
                  </a:lnTo>
                  <a:lnTo>
                    <a:pt x="517544" y="815234"/>
                  </a:lnTo>
                  <a:lnTo>
                    <a:pt x="529866" y="714375"/>
                  </a:lnTo>
                  <a:lnTo>
                    <a:pt x="542189" y="614242"/>
                  </a:lnTo>
                  <a:lnTo>
                    <a:pt x="554511" y="516636"/>
                  </a:lnTo>
                  <a:lnTo>
                    <a:pt x="566833" y="423589"/>
                  </a:lnTo>
                  <a:lnTo>
                    <a:pt x="579156" y="336395"/>
                  </a:lnTo>
                  <a:lnTo>
                    <a:pt x="591478" y="256509"/>
                  </a:lnTo>
                  <a:lnTo>
                    <a:pt x="603801" y="185288"/>
                  </a:lnTo>
                  <a:lnTo>
                    <a:pt x="616123" y="123958"/>
                  </a:lnTo>
                  <a:lnTo>
                    <a:pt x="628446" y="73576"/>
                  </a:lnTo>
                  <a:lnTo>
                    <a:pt x="640768" y="35001"/>
                  </a:lnTo>
                  <a:lnTo>
                    <a:pt x="653091" y="11053"/>
                  </a:lnTo>
                  <a:lnTo>
                    <a:pt x="665413" y="0"/>
                  </a:lnTo>
                  <a:lnTo>
                    <a:pt x="677736" y="1614"/>
                  </a:lnTo>
                  <a:lnTo>
                    <a:pt x="690058" y="15526"/>
                  </a:lnTo>
                  <a:lnTo>
                    <a:pt x="702381" y="41119"/>
                  </a:lnTo>
                  <a:lnTo>
                    <a:pt x="714703" y="77551"/>
                  </a:lnTo>
                  <a:lnTo>
                    <a:pt x="727026" y="123775"/>
                  </a:lnTo>
                  <a:lnTo>
                    <a:pt x="739348" y="179078"/>
                  </a:lnTo>
                  <a:lnTo>
                    <a:pt x="751671" y="241858"/>
                  </a:lnTo>
                  <a:lnTo>
                    <a:pt x="763993" y="309748"/>
                  </a:lnTo>
                  <a:lnTo>
                    <a:pt x="776316" y="381273"/>
                  </a:lnTo>
                  <a:lnTo>
                    <a:pt x="788638" y="454996"/>
                  </a:lnTo>
                  <a:lnTo>
                    <a:pt x="800961" y="529549"/>
                  </a:lnTo>
                  <a:lnTo>
                    <a:pt x="813283" y="603659"/>
                  </a:lnTo>
                  <a:lnTo>
                    <a:pt x="825606" y="676176"/>
                  </a:lnTo>
                  <a:lnTo>
                    <a:pt x="837928" y="745505"/>
                  </a:lnTo>
                  <a:lnTo>
                    <a:pt x="850250" y="811061"/>
                  </a:lnTo>
                  <a:lnTo>
                    <a:pt x="862573" y="872342"/>
                  </a:lnTo>
                  <a:lnTo>
                    <a:pt x="874895" y="928932"/>
                  </a:lnTo>
                  <a:lnTo>
                    <a:pt x="887218" y="980552"/>
                  </a:lnTo>
                  <a:lnTo>
                    <a:pt x="899540" y="1027042"/>
                  </a:lnTo>
                  <a:lnTo>
                    <a:pt x="911863" y="1068348"/>
                  </a:lnTo>
                  <a:lnTo>
                    <a:pt x="924185" y="1104189"/>
                  </a:lnTo>
                  <a:lnTo>
                    <a:pt x="936508" y="1134429"/>
                  </a:lnTo>
                  <a:lnTo>
                    <a:pt x="948830" y="1159843"/>
                  </a:lnTo>
                  <a:lnTo>
                    <a:pt x="961153" y="1180613"/>
                  </a:lnTo>
                  <a:lnTo>
                    <a:pt x="973475" y="1196925"/>
                  </a:lnTo>
                  <a:lnTo>
                    <a:pt x="985798" y="1208969"/>
                  </a:lnTo>
                  <a:lnTo>
                    <a:pt x="998120" y="1216927"/>
                  </a:lnTo>
                  <a:lnTo>
                    <a:pt x="1010443" y="1220980"/>
                  </a:lnTo>
                  <a:lnTo>
                    <a:pt x="1022765" y="1220796"/>
                  </a:lnTo>
                  <a:lnTo>
                    <a:pt x="1035088" y="1217015"/>
                  </a:lnTo>
                  <a:lnTo>
                    <a:pt x="1047410" y="1209962"/>
                  </a:lnTo>
                  <a:lnTo>
                    <a:pt x="1059733" y="1199855"/>
                  </a:lnTo>
                  <a:lnTo>
                    <a:pt x="1072055" y="1186940"/>
                  </a:lnTo>
                  <a:lnTo>
                    <a:pt x="1084378" y="1171497"/>
                  </a:lnTo>
                  <a:lnTo>
                    <a:pt x="1096700" y="1153845"/>
                  </a:lnTo>
                  <a:lnTo>
                    <a:pt x="1109022" y="1134286"/>
                  </a:lnTo>
                  <a:lnTo>
                    <a:pt x="1121345" y="1113262"/>
                  </a:lnTo>
                  <a:lnTo>
                    <a:pt x="1133667" y="1091513"/>
                  </a:lnTo>
                  <a:lnTo>
                    <a:pt x="1145990" y="1069589"/>
                  </a:lnTo>
                  <a:lnTo>
                    <a:pt x="1158312" y="1048077"/>
                  </a:lnTo>
                  <a:lnTo>
                    <a:pt x="1170635" y="1027598"/>
                  </a:lnTo>
                  <a:lnTo>
                    <a:pt x="1182957" y="1008797"/>
                  </a:lnTo>
                  <a:lnTo>
                    <a:pt x="1195280" y="992334"/>
                  </a:lnTo>
                  <a:lnTo>
                    <a:pt x="1207602" y="979384"/>
                  </a:lnTo>
                  <a:lnTo>
                    <a:pt x="1219925" y="970476"/>
                  </a:lnTo>
                  <a:lnTo>
                    <a:pt x="1232247" y="966022"/>
                  </a:lnTo>
                  <a:lnTo>
                    <a:pt x="1244570" y="966507"/>
                  </a:lnTo>
                  <a:lnTo>
                    <a:pt x="1256892" y="972324"/>
                  </a:lnTo>
                  <a:lnTo>
                    <a:pt x="1269215" y="983759"/>
                  </a:lnTo>
                  <a:lnTo>
                    <a:pt x="1281537" y="1000983"/>
                  </a:lnTo>
                  <a:lnTo>
                    <a:pt x="1293860" y="1024239"/>
                  </a:lnTo>
                  <a:lnTo>
                    <a:pt x="1306182" y="1053948"/>
                  </a:lnTo>
                  <a:lnTo>
                    <a:pt x="1318505" y="1088912"/>
                  </a:lnTo>
                  <a:lnTo>
                    <a:pt x="1330827" y="1128645"/>
                  </a:lnTo>
                  <a:lnTo>
                    <a:pt x="1343150" y="1172545"/>
                  </a:lnTo>
                  <a:lnTo>
                    <a:pt x="1355472" y="1219913"/>
                  </a:lnTo>
                  <a:lnTo>
                    <a:pt x="1367795" y="1269970"/>
                  </a:lnTo>
                  <a:lnTo>
                    <a:pt x="1380117" y="1321883"/>
                  </a:lnTo>
                  <a:lnTo>
                    <a:pt x="1392439" y="1374760"/>
                  </a:lnTo>
                  <a:lnTo>
                    <a:pt x="1404762" y="1427443"/>
                  </a:lnTo>
                  <a:lnTo>
                    <a:pt x="1417084" y="1479078"/>
                  </a:lnTo>
                  <a:lnTo>
                    <a:pt x="1429407" y="1528933"/>
                  </a:lnTo>
                  <a:lnTo>
                    <a:pt x="1441729" y="1576360"/>
                  </a:lnTo>
                  <a:lnTo>
                    <a:pt x="1454052" y="1620809"/>
                  </a:lnTo>
                  <a:lnTo>
                    <a:pt x="1466374" y="1661834"/>
                  </a:lnTo>
                  <a:lnTo>
                    <a:pt x="1478697" y="1699002"/>
                  </a:lnTo>
                  <a:lnTo>
                    <a:pt x="1491019" y="1731537"/>
                  </a:lnTo>
                  <a:lnTo>
                    <a:pt x="1503342" y="1759991"/>
                  </a:lnTo>
                  <a:lnTo>
                    <a:pt x="1515664" y="1784409"/>
                  </a:lnTo>
                  <a:lnTo>
                    <a:pt x="1527987" y="1804908"/>
                  </a:lnTo>
                  <a:lnTo>
                    <a:pt x="1540309" y="1821668"/>
                  </a:lnTo>
                  <a:lnTo>
                    <a:pt x="1552632" y="1834919"/>
                  </a:lnTo>
                  <a:lnTo>
                    <a:pt x="1564954" y="1844926"/>
                  </a:lnTo>
                  <a:lnTo>
                    <a:pt x="1577277" y="1851707"/>
                  </a:lnTo>
                  <a:lnTo>
                    <a:pt x="1589599" y="1855768"/>
                  </a:lnTo>
                  <a:lnTo>
                    <a:pt x="1601922" y="1857631"/>
                  </a:lnTo>
                  <a:lnTo>
                    <a:pt x="1614244" y="1857600"/>
                  </a:lnTo>
                  <a:lnTo>
                    <a:pt x="1626567" y="1855970"/>
                  </a:lnTo>
                  <a:lnTo>
                    <a:pt x="1638889" y="1853028"/>
                  </a:lnTo>
                  <a:lnTo>
                    <a:pt x="1651212" y="1849047"/>
                  </a:lnTo>
                  <a:lnTo>
                    <a:pt x="1663534" y="1844288"/>
                  </a:lnTo>
                  <a:lnTo>
                    <a:pt x="1675856" y="1838984"/>
                  </a:lnTo>
                  <a:lnTo>
                    <a:pt x="1688179" y="1833499"/>
                  </a:lnTo>
                  <a:lnTo>
                    <a:pt x="1700501" y="1828057"/>
                  </a:lnTo>
                  <a:lnTo>
                    <a:pt x="1712824" y="1822866"/>
                  </a:lnTo>
                  <a:lnTo>
                    <a:pt x="1725146" y="1818122"/>
                  </a:lnTo>
                  <a:lnTo>
                    <a:pt x="1737469" y="1814002"/>
                  </a:lnTo>
                  <a:lnTo>
                    <a:pt x="1749791" y="1810664"/>
                  </a:lnTo>
                  <a:lnTo>
                    <a:pt x="1762114" y="1808342"/>
                  </a:lnTo>
                  <a:lnTo>
                    <a:pt x="1774436" y="1807153"/>
                  </a:lnTo>
                  <a:lnTo>
                    <a:pt x="1786759" y="1807068"/>
                  </a:lnTo>
                  <a:lnTo>
                    <a:pt x="1799081" y="1808106"/>
                  </a:lnTo>
                  <a:lnTo>
                    <a:pt x="1811404" y="1810252"/>
                  </a:lnTo>
                  <a:lnTo>
                    <a:pt x="1823726" y="1813458"/>
                  </a:lnTo>
                  <a:lnTo>
                    <a:pt x="1836049" y="1817650"/>
                  </a:lnTo>
                  <a:lnTo>
                    <a:pt x="1848371" y="1822728"/>
                  </a:lnTo>
                  <a:lnTo>
                    <a:pt x="1860694" y="1828671"/>
                  </a:lnTo>
                  <a:lnTo>
                    <a:pt x="1873016" y="1835180"/>
                  </a:lnTo>
                  <a:lnTo>
                    <a:pt x="1885339" y="1842117"/>
                  </a:lnTo>
                  <a:lnTo>
                    <a:pt x="1897661" y="1849350"/>
                  </a:lnTo>
                  <a:lnTo>
                    <a:pt x="1909984" y="1856758"/>
                  </a:lnTo>
                  <a:lnTo>
                    <a:pt x="1922306" y="1864241"/>
                  </a:lnTo>
                  <a:lnTo>
                    <a:pt x="1934629" y="1871716"/>
                  </a:lnTo>
                  <a:lnTo>
                    <a:pt x="1946951" y="1879116"/>
                  </a:lnTo>
                  <a:lnTo>
                    <a:pt x="1959273" y="1886403"/>
                  </a:lnTo>
                  <a:lnTo>
                    <a:pt x="1971596" y="1893584"/>
                  </a:lnTo>
                  <a:lnTo>
                    <a:pt x="1983918" y="1900674"/>
                  </a:lnTo>
                  <a:lnTo>
                    <a:pt x="1996241" y="1907696"/>
                  </a:lnTo>
                  <a:lnTo>
                    <a:pt x="2008563" y="1914677"/>
                  </a:lnTo>
                  <a:lnTo>
                    <a:pt x="2020886" y="1921644"/>
                  </a:lnTo>
                  <a:lnTo>
                    <a:pt x="2033208" y="1928615"/>
                  </a:lnTo>
                  <a:lnTo>
                    <a:pt x="2045531" y="1935598"/>
                  </a:lnTo>
                  <a:lnTo>
                    <a:pt x="2057853" y="1942571"/>
                  </a:lnTo>
                  <a:lnTo>
                    <a:pt x="2070176" y="1949497"/>
                  </a:lnTo>
                  <a:lnTo>
                    <a:pt x="2082498" y="1956319"/>
                  </a:lnTo>
                  <a:lnTo>
                    <a:pt x="2094821" y="1962968"/>
                  </a:lnTo>
                  <a:lnTo>
                    <a:pt x="2107143" y="1969360"/>
                  </a:lnTo>
                  <a:lnTo>
                    <a:pt x="2119466" y="1975406"/>
                  </a:lnTo>
                  <a:lnTo>
                    <a:pt x="2131788" y="1980973"/>
                  </a:lnTo>
                  <a:lnTo>
                    <a:pt x="2144111" y="1985920"/>
                  </a:lnTo>
                  <a:lnTo>
                    <a:pt x="2156433" y="1990221"/>
                  </a:lnTo>
                  <a:lnTo>
                    <a:pt x="2168756" y="1993818"/>
                  </a:lnTo>
                  <a:lnTo>
                    <a:pt x="2181078" y="1996671"/>
                  </a:lnTo>
                  <a:lnTo>
                    <a:pt x="2193401" y="1998764"/>
                  </a:lnTo>
                  <a:lnTo>
                    <a:pt x="2205723" y="2000102"/>
                  </a:lnTo>
                  <a:lnTo>
                    <a:pt x="2218045" y="2000715"/>
                  </a:lnTo>
                  <a:lnTo>
                    <a:pt x="2230368" y="2000573"/>
                  </a:lnTo>
                  <a:lnTo>
                    <a:pt x="2242690" y="1999864"/>
                  </a:lnTo>
                  <a:lnTo>
                    <a:pt x="2255013" y="1998712"/>
                  </a:lnTo>
                  <a:lnTo>
                    <a:pt x="2267335" y="1997233"/>
                  </a:lnTo>
                  <a:lnTo>
                    <a:pt x="2279658" y="1995547"/>
                  </a:lnTo>
                  <a:lnTo>
                    <a:pt x="2291980" y="1993777"/>
                  </a:lnTo>
                  <a:lnTo>
                    <a:pt x="2304303" y="1992039"/>
                  </a:lnTo>
                  <a:lnTo>
                    <a:pt x="2316625" y="1990453"/>
                  </a:lnTo>
                  <a:lnTo>
                    <a:pt x="2328948" y="1989144"/>
                  </a:lnTo>
                  <a:lnTo>
                    <a:pt x="2341270" y="1988144"/>
                  </a:lnTo>
                  <a:lnTo>
                    <a:pt x="2353593" y="1987473"/>
                  </a:lnTo>
                  <a:lnTo>
                    <a:pt x="2365915" y="1987124"/>
                  </a:lnTo>
                  <a:lnTo>
                    <a:pt x="2378238" y="1987058"/>
                  </a:lnTo>
                  <a:lnTo>
                    <a:pt x="2390560" y="1987204"/>
                  </a:lnTo>
                  <a:lnTo>
                    <a:pt x="2402883" y="1987462"/>
                  </a:lnTo>
                  <a:lnTo>
                    <a:pt x="2415205" y="1987672"/>
                  </a:lnTo>
                  <a:lnTo>
                    <a:pt x="2427528" y="1987633"/>
                  </a:lnTo>
                  <a:lnTo>
                    <a:pt x="2439850" y="1987165"/>
                  </a:lnTo>
                  <a:lnTo>
                    <a:pt x="2452173" y="1986079"/>
                  </a:lnTo>
                  <a:lnTo>
                    <a:pt x="2464495" y="1984187"/>
                  </a:lnTo>
                  <a:lnTo>
                    <a:pt x="2476818" y="1981306"/>
                  </a:lnTo>
                  <a:lnTo>
                    <a:pt x="2489140" y="1977269"/>
                  </a:lnTo>
                  <a:lnTo>
                    <a:pt x="2501462" y="1971861"/>
                  </a:lnTo>
                  <a:lnTo>
                    <a:pt x="2513785" y="1964813"/>
                  </a:lnTo>
                  <a:lnTo>
                    <a:pt x="2526107" y="1956248"/>
                  </a:lnTo>
                  <a:lnTo>
                    <a:pt x="2538430" y="1946157"/>
                  </a:lnTo>
                  <a:lnTo>
                    <a:pt x="2550752" y="1934575"/>
                  </a:lnTo>
                  <a:lnTo>
                    <a:pt x="2563075" y="1921584"/>
                  </a:lnTo>
                  <a:lnTo>
                    <a:pt x="2575397" y="1907313"/>
                  </a:lnTo>
                  <a:lnTo>
                    <a:pt x="2587720" y="1891933"/>
                  </a:lnTo>
                  <a:lnTo>
                    <a:pt x="2600042" y="1875594"/>
                  </a:lnTo>
                  <a:lnTo>
                    <a:pt x="2612365" y="1858702"/>
                  </a:lnTo>
                  <a:lnTo>
                    <a:pt x="2624687" y="1841602"/>
                  </a:lnTo>
                  <a:lnTo>
                    <a:pt x="2637010" y="1824610"/>
                  </a:lnTo>
                  <a:lnTo>
                    <a:pt x="2649332" y="1808050"/>
                  </a:lnTo>
                  <a:lnTo>
                    <a:pt x="2661655" y="1792242"/>
                  </a:lnTo>
                  <a:lnTo>
                    <a:pt x="2673977" y="1777498"/>
                  </a:lnTo>
                  <a:lnTo>
                    <a:pt x="2686300" y="1764165"/>
                  </a:lnTo>
                  <a:lnTo>
                    <a:pt x="2698622" y="1752765"/>
                  </a:lnTo>
                  <a:lnTo>
                    <a:pt x="2710945" y="1743296"/>
                  </a:lnTo>
                  <a:lnTo>
                    <a:pt x="2723267" y="1735916"/>
                  </a:lnTo>
                  <a:lnTo>
                    <a:pt x="2735590" y="1730737"/>
                  </a:lnTo>
                  <a:lnTo>
                    <a:pt x="2747912" y="1727824"/>
                  </a:lnTo>
                  <a:lnTo>
                    <a:pt x="2760235" y="1727195"/>
                  </a:lnTo>
                  <a:lnTo>
                    <a:pt x="2772557" y="1728821"/>
                  </a:lnTo>
                  <a:lnTo>
                    <a:pt x="2784879" y="1732860"/>
                  </a:lnTo>
                  <a:lnTo>
                    <a:pt x="2797202" y="1739032"/>
                  </a:lnTo>
                  <a:lnTo>
                    <a:pt x="2809524" y="1747023"/>
                  </a:lnTo>
                  <a:lnTo>
                    <a:pt x="2821847" y="1756632"/>
                  </a:lnTo>
                  <a:lnTo>
                    <a:pt x="2834169" y="1767640"/>
                  </a:lnTo>
                  <a:lnTo>
                    <a:pt x="2846492" y="1779815"/>
                  </a:lnTo>
                  <a:lnTo>
                    <a:pt x="2858814" y="1792917"/>
                  </a:lnTo>
                  <a:lnTo>
                    <a:pt x="2871137" y="1806713"/>
                  </a:lnTo>
                  <a:lnTo>
                    <a:pt x="2883459" y="1820964"/>
                  </a:lnTo>
                  <a:lnTo>
                    <a:pt x="2895782" y="1835343"/>
                  </a:lnTo>
                  <a:lnTo>
                    <a:pt x="2908104" y="1849649"/>
                  </a:lnTo>
                  <a:lnTo>
                    <a:pt x="2920427" y="1863704"/>
                  </a:lnTo>
                  <a:lnTo>
                    <a:pt x="2932749" y="1877350"/>
                  </a:lnTo>
                  <a:lnTo>
                    <a:pt x="2945072" y="1890455"/>
                  </a:lnTo>
                  <a:lnTo>
                    <a:pt x="2957394" y="1902912"/>
                  </a:lnTo>
                  <a:lnTo>
                    <a:pt x="2969717" y="1914556"/>
                  </a:lnTo>
                  <a:lnTo>
                    <a:pt x="2982039" y="1925346"/>
                  </a:lnTo>
                  <a:lnTo>
                    <a:pt x="2994362" y="1935324"/>
                  </a:lnTo>
                  <a:lnTo>
                    <a:pt x="3006684" y="1944493"/>
                  </a:lnTo>
                  <a:lnTo>
                    <a:pt x="3019007" y="1952872"/>
                  </a:lnTo>
                  <a:lnTo>
                    <a:pt x="3031329" y="1960491"/>
                  </a:lnTo>
                  <a:lnTo>
                    <a:pt x="3043652" y="1967391"/>
                  </a:lnTo>
                  <a:lnTo>
                    <a:pt x="3055974" y="1973613"/>
                  </a:lnTo>
                  <a:lnTo>
                    <a:pt x="3068296" y="1979111"/>
                  </a:lnTo>
                  <a:lnTo>
                    <a:pt x="3080619" y="1984047"/>
                  </a:lnTo>
                  <a:lnTo>
                    <a:pt x="3092941" y="1988456"/>
                  </a:lnTo>
                  <a:lnTo>
                    <a:pt x="3105264" y="1992370"/>
                  </a:lnTo>
                  <a:lnTo>
                    <a:pt x="3117586" y="1995810"/>
                  </a:lnTo>
                  <a:lnTo>
                    <a:pt x="3129909" y="1998793"/>
                  </a:lnTo>
                  <a:lnTo>
                    <a:pt x="3142231" y="2001330"/>
                  </a:lnTo>
                  <a:lnTo>
                    <a:pt x="3154554" y="2003387"/>
                  </a:lnTo>
                  <a:lnTo>
                    <a:pt x="3166876" y="2004968"/>
                  </a:lnTo>
                  <a:lnTo>
                    <a:pt x="3179199" y="2006123"/>
                  </a:lnTo>
                  <a:lnTo>
                    <a:pt x="3191521" y="2006864"/>
                  </a:lnTo>
                  <a:lnTo>
                    <a:pt x="3203844" y="2007215"/>
                  </a:lnTo>
                  <a:lnTo>
                    <a:pt x="3216166" y="2007208"/>
                  </a:lnTo>
                  <a:lnTo>
                    <a:pt x="3228489" y="2006889"/>
                  </a:lnTo>
                  <a:lnTo>
                    <a:pt x="3240811" y="2006315"/>
                  </a:lnTo>
                  <a:lnTo>
                    <a:pt x="3253134" y="2005543"/>
                  </a:lnTo>
                  <a:lnTo>
                    <a:pt x="3265456" y="2004708"/>
                  </a:lnTo>
                  <a:lnTo>
                    <a:pt x="3277779" y="2003904"/>
                  </a:lnTo>
                  <a:lnTo>
                    <a:pt x="3290101" y="2003229"/>
                  </a:lnTo>
                  <a:lnTo>
                    <a:pt x="3302424" y="2002778"/>
                  </a:lnTo>
                  <a:lnTo>
                    <a:pt x="3314746" y="2002640"/>
                  </a:lnTo>
                  <a:lnTo>
                    <a:pt x="3327068" y="2002898"/>
                  </a:lnTo>
                  <a:lnTo>
                    <a:pt x="3339391" y="2003658"/>
                  </a:lnTo>
                  <a:lnTo>
                    <a:pt x="3351713" y="2004989"/>
                  </a:lnTo>
                  <a:lnTo>
                    <a:pt x="3364036" y="2006854"/>
                  </a:lnTo>
                  <a:lnTo>
                    <a:pt x="3376358" y="2009242"/>
                  </a:lnTo>
                  <a:lnTo>
                    <a:pt x="3388681" y="2012117"/>
                  </a:lnTo>
                  <a:lnTo>
                    <a:pt x="3401003" y="2015424"/>
                  </a:lnTo>
                  <a:lnTo>
                    <a:pt x="3413326" y="2019088"/>
                  </a:lnTo>
                  <a:lnTo>
                    <a:pt x="3425648" y="2023017"/>
                  </a:lnTo>
                  <a:lnTo>
                    <a:pt x="3437971" y="2027110"/>
                  </a:lnTo>
                  <a:lnTo>
                    <a:pt x="3450293" y="2031207"/>
                  </a:lnTo>
                  <a:lnTo>
                    <a:pt x="3462616" y="2035198"/>
                  </a:lnTo>
                  <a:lnTo>
                    <a:pt x="3474938" y="2038982"/>
                  </a:lnTo>
                  <a:lnTo>
                    <a:pt x="3487261" y="2042473"/>
                  </a:lnTo>
                  <a:lnTo>
                    <a:pt x="3499583" y="2045597"/>
                  </a:lnTo>
                  <a:lnTo>
                    <a:pt x="3511906" y="2048303"/>
                  </a:lnTo>
                  <a:lnTo>
                    <a:pt x="3524228" y="2050527"/>
                  </a:lnTo>
                  <a:lnTo>
                    <a:pt x="3536551" y="2052244"/>
                  </a:lnTo>
                  <a:lnTo>
                    <a:pt x="3548873" y="2053534"/>
                  </a:lnTo>
                  <a:lnTo>
                    <a:pt x="3561196" y="2054443"/>
                  </a:lnTo>
                  <a:lnTo>
                    <a:pt x="3573518" y="2055029"/>
                  </a:lnTo>
                  <a:lnTo>
                    <a:pt x="3585841" y="2055364"/>
                  </a:lnTo>
                  <a:lnTo>
                    <a:pt x="3598163" y="2055526"/>
                  </a:lnTo>
                  <a:lnTo>
                    <a:pt x="3610485" y="2055594"/>
                  </a:lnTo>
                  <a:lnTo>
                    <a:pt x="3622808" y="2055663"/>
                  </a:lnTo>
                  <a:lnTo>
                    <a:pt x="3635130" y="2055818"/>
                  </a:lnTo>
                  <a:lnTo>
                    <a:pt x="3647453" y="2056114"/>
                  </a:lnTo>
                  <a:lnTo>
                    <a:pt x="3659775" y="2056589"/>
                  </a:lnTo>
                  <a:lnTo>
                    <a:pt x="3672098" y="2057266"/>
                  </a:lnTo>
                  <a:lnTo>
                    <a:pt x="3684420" y="2058154"/>
                  </a:lnTo>
                  <a:lnTo>
                    <a:pt x="3696743" y="2059245"/>
                  </a:lnTo>
                  <a:lnTo>
                    <a:pt x="3709065" y="2060523"/>
                  </a:lnTo>
                  <a:lnTo>
                    <a:pt x="3721388" y="2061948"/>
                  </a:lnTo>
                  <a:lnTo>
                    <a:pt x="3733710" y="2063447"/>
                  </a:lnTo>
                  <a:lnTo>
                    <a:pt x="3746033" y="2064966"/>
                  </a:lnTo>
                  <a:lnTo>
                    <a:pt x="3758355" y="2066453"/>
                  </a:lnTo>
                  <a:lnTo>
                    <a:pt x="3770678" y="2067858"/>
                  </a:lnTo>
                  <a:lnTo>
                    <a:pt x="3783000" y="2069137"/>
                  </a:lnTo>
                  <a:lnTo>
                    <a:pt x="3795323" y="2070254"/>
                  </a:lnTo>
                  <a:lnTo>
                    <a:pt x="3807645" y="2071160"/>
                  </a:lnTo>
                  <a:lnTo>
                    <a:pt x="3819968" y="2071865"/>
                  </a:lnTo>
                  <a:lnTo>
                    <a:pt x="3832290" y="2072389"/>
                  </a:lnTo>
                  <a:lnTo>
                    <a:pt x="3844613" y="2072757"/>
                  </a:lnTo>
                  <a:lnTo>
                    <a:pt x="3856935" y="2073005"/>
                  </a:lnTo>
                  <a:lnTo>
                    <a:pt x="3869258" y="2073177"/>
                  </a:lnTo>
                  <a:lnTo>
                    <a:pt x="3881580" y="2073324"/>
                  </a:lnTo>
                  <a:lnTo>
                    <a:pt x="3893902" y="2073506"/>
                  </a:lnTo>
                  <a:lnTo>
                    <a:pt x="3906225" y="2073805"/>
                  </a:lnTo>
                  <a:lnTo>
                    <a:pt x="3918547" y="2074269"/>
                  </a:lnTo>
                  <a:lnTo>
                    <a:pt x="3930870" y="2074941"/>
                  </a:lnTo>
                  <a:lnTo>
                    <a:pt x="3943192" y="2075858"/>
                  </a:lnTo>
                  <a:lnTo>
                    <a:pt x="3955515" y="2077046"/>
                  </a:lnTo>
                  <a:lnTo>
                    <a:pt x="3967837" y="2078521"/>
                  </a:lnTo>
                  <a:lnTo>
                    <a:pt x="3980160" y="2080285"/>
                  </a:lnTo>
                  <a:lnTo>
                    <a:pt x="3992482" y="2082362"/>
                  </a:lnTo>
                  <a:lnTo>
                    <a:pt x="4004805" y="2084704"/>
                  </a:lnTo>
                  <a:lnTo>
                    <a:pt x="4017127" y="2087258"/>
                  </a:lnTo>
                  <a:lnTo>
                    <a:pt x="4029450" y="2089983"/>
                  </a:lnTo>
                  <a:lnTo>
                    <a:pt x="4041772" y="2092833"/>
                  </a:lnTo>
                  <a:lnTo>
                    <a:pt x="4054095" y="2095760"/>
                  </a:lnTo>
                  <a:lnTo>
                    <a:pt x="4066417" y="2098714"/>
                  </a:lnTo>
                  <a:lnTo>
                    <a:pt x="4078740" y="2101644"/>
                  </a:lnTo>
                  <a:lnTo>
                    <a:pt x="4091062" y="2104486"/>
                  </a:lnTo>
                  <a:lnTo>
                    <a:pt x="4103385" y="2107207"/>
                  </a:lnTo>
                  <a:lnTo>
                    <a:pt x="4115707" y="2109776"/>
                  </a:lnTo>
                  <a:lnTo>
                    <a:pt x="4128030" y="2112168"/>
                  </a:lnTo>
                  <a:lnTo>
                    <a:pt x="4140352" y="2114368"/>
                  </a:lnTo>
                  <a:lnTo>
                    <a:pt x="4152675" y="2116364"/>
                  </a:lnTo>
                  <a:lnTo>
                    <a:pt x="4164997" y="2118150"/>
                  </a:lnTo>
                  <a:lnTo>
                    <a:pt x="4177319" y="2119706"/>
                  </a:lnTo>
                  <a:lnTo>
                    <a:pt x="4189642" y="2121050"/>
                  </a:lnTo>
                  <a:lnTo>
                    <a:pt x="4201964" y="2122208"/>
                  </a:lnTo>
                  <a:lnTo>
                    <a:pt x="4214287" y="2123193"/>
                  </a:lnTo>
                  <a:lnTo>
                    <a:pt x="4226609" y="2124022"/>
                  </a:lnTo>
                  <a:lnTo>
                    <a:pt x="4238932" y="2124711"/>
                  </a:lnTo>
                  <a:lnTo>
                    <a:pt x="4251254" y="2125275"/>
                  </a:lnTo>
                  <a:lnTo>
                    <a:pt x="4263577" y="2125731"/>
                  </a:lnTo>
                  <a:lnTo>
                    <a:pt x="4275899" y="2126084"/>
                  </a:lnTo>
                  <a:lnTo>
                    <a:pt x="4288222" y="2126364"/>
                  </a:lnTo>
                  <a:lnTo>
                    <a:pt x="4300544" y="2126584"/>
                  </a:lnTo>
                  <a:lnTo>
                    <a:pt x="4312867" y="2126755"/>
                  </a:lnTo>
                  <a:lnTo>
                    <a:pt x="4325189" y="2126886"/>
                  </a:lnTo>
                  <a:lnTo>
                    <a:pt x="4337512" y="2126985"/>
                  </a:lnTo>
                  <a:lnTo>
                    <a:pt x="4349834" y="2127059"/>
                  </a:lnTo>
                  <a:lnTo>
                    <a:pt x="4362157" y="2127111"/>
                  </a:lnTo>
                  <a:lnTo>
                    <a:pt x="4374479" y="2127148"/>
                  </a:lnTo>
                  <a:lnTo>
                    <a:pt x="4386802" y="2127173"/>
                  </a:lnTo>
                  <a:lnTo>
                    <a:pt x="4399124" y="2127191"/>
                  </a:lnTo>
                  <a:lnTo>
                    <a:pt x="4411447" y="2127201"/>
                  </a:lnTo>
                  <a:lnTo>
                    <a:pt x="4423769" y="2127206"/>
                  </a:lnTo>
                  <a:lnTo>
                    <a:pt x="4436091" y="2127205"/>
                  </a:lnTo>
                  <a:lnTo>
                    <a:pt x="4448414" y="2127200"/>
                  </a:lnTo>
                  <a:lnTo>
                    <a:pt x="4460736" y="2127189"/>
                  </a:lnTo>
                  <a:lnTo>
                    <a:pt x="4473059" y="2127172"/>
                  </a:lnTo>
                  <a:lnTo>
                    <a:pt x="4485381" y="2127148"/>
                  </a:lnTo>
                  <a:lnTo>
                    <a:pt x="4497704" y="2127117"/>
                  </a:lnTo>
                  <a:lnTo>
                    <a:pt x="4510026" y="2127076"/>
                  </a:lnTo>
                  <a:lnTo>
                    <a:pt x="4522349" y="2127024"/>
                  </a:lnTo>
                  <a:lnTo>
                    <a:pt x="4534671" y="2126959"/>
                  </a:lnTo>
                  <a:lnTo>
                    <a:pt x="4546994" y="2126876"/>
                  </a:lnTo>
                  <a:lnTo>
                    <a:pt x="4559316" y="2126773"/>
                  </a:lnTo>
                  <a:lnTo>
                    <a:pt x="4571639" y="2126648"/>
                  </a:lnTo>
                  <a:lnTo>
                    <a:pt x="4583961" y="2126498"/>
                  </a:lnTo>
                  <a:lnTo>
                    <a:pt x="4596284" y="2126322"/>
                  </a:lnTo>
                  <a:lnTo>
                    <a:pt x="4608606" y="2126116"/>
                  </a:lnTo>
                  <a:lnTo>
                    <a:pt x="4620929" y="2125879"/>
                  </a:lnTo>
                  <a:lnTo>
                    <a:pt x="4633251" y="2125610"/>
                  </a:lnTo>
                  <a:lnTo>
                    <a:pt x="4645574" y="2125301"/>
                  </a:lnTo>
                  <a:lnTo>
                    <a:pt x="4657896" y="2124961"/>
                  </a:lnTo>
                  <a:lnTo>
                    <a:pt x="4670219" y="2124589"/>
                  </a:lnTo>
                  <a:lnTo>
                    <a:pt x="4682541" y="2124191"/>
                  </a:lnTo>
                  <a:lnTo>
                    <a:pt x="4694864" y="2123770"/>
                  </a:lnTo>
                  <a:lnTo>
                    <a:pt x="4707186" y="2123331"/>
                  </a:lnTo>
                  <a:lnTo>
                    <a:pt x="4719508" y="2122882"/>
                  </a:lnTo>
                  <a:lnTo>
                    <a:pt x="4731831" y="2122430"/>
                  </a:lnTo>
                  <a:lnTo>
                    <a:pt x="4744153" y="2121988"/>
                  </a:lnTo>
                  <a:lnTo>
                    <a:pt x="4756476" y="2121566"/>
                  </a:lnTo>
                  <a:lnTo>
                    <a:pt x="4768798" y="2121174"/>
                  </a:lnTo>
                  <a:lnTo>
                    <a:pt x="4781121" y="2120821"/>
                  </a:lnTo>
                  <a:lnTo>
                    <a:pt x="4793443" y="2120516"/>
                  </a:lnTo>
                  <a:lnTo>
                    <a:pt x="4805766" y="2120267"/>
                  </a:lnTo>
                  <a:lnTo>
                    <a:pt x="4818088" y="2120082"/>
                  </a:lnTo>
                  <a:lnTo>
                    <a:pt x="4830411" y="2119978"/>
                  </a:lnTo>
                  <a:lnTo>
                    <a:pt x="4842733" y="2119949"/>
                  </a:lnTo>
                  <a:lnTo>
                    <a:pt x="4855056" y="2119994"/>
                  </a:lnTo>
                  <a:lnTo>
                    <a:pt x="4867378" y="2120111"/>
                  </a:lnTo>
                  <a:lnTo>
                    <a:pt x="4879701" y="2120298"/>
                  </a:lnTo>
                  <a:lnTo>
                    <a:pt x="4892023" y="2120548"/>
                  </a:lnTo>
                  <a:lnTo>
                    <a:pt x="4904346" y="2120856"/>
                  </a:lnTo>
                  <a:lnTo>
                    <a:pt x="4916668" y="2121215"/>
                  </a:lnTo>
                  <a:lnTo>
                    <a:pt x="4928991" y="2121616"/>
                  </a:lnTo>
                  <a:lnTo>
                    <a:pt x="4941313" y="2122043"/>
                  </a:lnTo>
                  <a:lnTo>
                    <a:pt x="4953636" y="2122486"/>
                  </a:lnTo>
                  <a:lnTo>
                    <a:pt x="4965958" y="2122936"/>
                  </a:lnTo>
                  <a:lnTo>
                    <a:pt x="4978281" y="2123385"/>
                  </a:lnTo>
                  <a:lnTo>
                    <a:pt x="4990603" y="2123823"/>
                  </a:lnTo>
                  <a:lnTo>
                    <a:pt x="5002925" y="2124245"/>
                  </a:lnTo>
                  <a:lnTo>
                    <a:pt x="5015248" y="2124639"/>
                  </a:lnTo>
                  <a:lnTo>
                    <a:pt x="5027570" y="2125004"/>
                  </a:lnTo>
                  <a:lnTo>
                    <a:pt x="5039893" y="2125338"/>
                  </a:lnTo>
                  <a:lnTo>
                    <a:pt x="5052215" y="2125639"/>
                  </a:lnTo>
                  <a:lnTo>
                    <a:pt x="5064538" y="2125908"/>
                  </a:lnTo>
                  <a:lnTo>
                    <a:pt x="5076860" y="2126144"/>
                  </a:lnTo>
                  <a:lnTo>
                    <a:pt x="5089183" y="2126348"/>
                  </a:lnTo>
                  <a:lnTo>
                    <a:pt x="5101505" y="2126522"/>
                  </a:lnTo>
                  <a:lnTo>
                    <a:pt x="5113828" y="2126666"/>
                  </a:lnTo>
                  <a:lnTo>
                    <a:pt x="5126150" y="2126786"/>
                  </a:lnTo>
                  <a:lnTo>
                    <a:pt x="5138473" y="2126885"/>
                  </a:lnTo>
                  <a:lnTo>
                    <a:pt x="5150795" y="2126966"/>
                  </a:lnTo>
                  <a:lnTo>
                    <a:pt x="5163118" y="2127031"/>
                  </a:lnTo>
                  <a:lnTo>
                    <a:pt x="5175440" y="2127083"/>
                  </a:lnTo>
                  <a:lnTo>
                    <a:pt x="5187763" y="2127124"/>
                  </a:lnTo>
                  <a:lnTo>
                    <a:pt x="5200085" y="2127155"/>
                  </a:lnTo>
                  <a:lnTo>
                    <a:pt x="5212408" y="2127178"/>
                  </a:lnTo>
                  <a:lnTo>
                    <a:pt x="5224730" y="2127196"/>
                  </a:lnTo>
                  <a:lnTo>
                    <a:pt x="5237053" y="2127209"/>
                  </a:lnTo>
                  <a:lnTo>
                    <a:pt x="5249375" y="2127219"/>
                  </a:lnTo>
                  <a:lnTo>
                    <a:pt x="5261698" y="2127227"/>
                  </a:lnTo>
                  <a:lnTo>
                    <a:pt x="5274020" y="2127232"/>
                  </a:lnTo>
                  <a:lnTo>
                    <a:pt x="5286342" y="2127236"/>
                  </a:lnTo>
                  <a:lnTo>
                    <a:pt x="5298665" y="2127239"/>
                  </a:lnTo>
                  <a:lnTo>
                    <a:pt x="5310987" y="2127240"/>
                  </a:lnTo>
                  <a:lnTo>
                    <a:pt x="5323310" y="2127242"/>
                  </a:lnTo>
                  <a:lnTo>
                    <a:pt x="5335632" y="2127242"/>
                  </a:lnTo>
                  <a:lnTo>
                    <a:pt x="5347955" y="2127243"/>
                  </a:lnTo>
                  <a:lnTo>
                    <a:pt x="5360277" y="2127243"/>
                  </a:lnTo>
                  <a:lnTo>
                    <a:pt x="5372600" y="2127244"/>
                  </a:lnTo>
                  <a:lnTo>
                    <a:pt x="5384922" y="2127244"/>
                  </a:lnTo>
                  <a:lnTo>
                    <a:pt x="5397245" y="2127244"/>
                  </a:lnTo>
                  <a:lnTo>
                    <a:pt x="5409567" y="2127244"/>
                  </a:lnTo>
                  <a:lnTo>
                    <a:pt x="5421890" y="2127244"/>
                  </a:lnTo>
                  <a:lnTo>
                    <a:pt x="5434212" y="2127244"/>
                  </a:lnTo>
                  <a:lnTo>
                    <a:pt x="5446535" y="2127244"/>
                  </a:lnTo>
                  <a:lnTo>
                    <a:pt x="5458857" y="2127244"/>
                  </a:lnTo>
                  <a:lnTo>
                    <a:pt x="5471180" y="2127244"/>
                  </a:lnTo>
                  <a:lnTo>
                    <a:pt x="5483502" y="2127244"/>
                  </a:lnTo>
                  <a:lnTo>
                    <a:pt x="5495825" y="2127244"/>
                  </a:lnTo>
                  <a:lnTo>
                    <a:pt x="5508147" y="2127244"/>
                  </a:lnTo>
                  <a:lnTo>
                    <a:pt x="5520470" y="2127244"/>
                  </a:lnTo>
                  <a:lnTo>
                    <a:pt x="5532792" y="2127244"/>
                  </a:lnTo>
                  <a:lnTo>
                    <a:pt x="5545114" y="2127244"/>
                  </a:lnTo>
                  <a:lnTo>
                    <a:pt x="5557437" y="2127244"/>
                  </a:lnTo>
                  <a:lnTo>
                    <a:pt x="5569759" y="2127244"/>
                  </a:lnTo>
                  <a:lnTo>
                    <a:pt x="5582082" y="2127244"/>
                  </a:lnTo>
                  <a:lnTo>
                    <a:pt x="5594404" y="2127244"/>
                  </a:lnTo>
                  <a:lnTo>
                    <a:pt x="5606727" y="2127244"/>
                  </a:lnTo>
                  <a:lnTo>
                    <a:pt x="5619049" y="2127244"/>
                  </a:lnTo>
                  <a:lnTo>
                    <a:pt x="5631372" y="2127244"/>
                  </a:lnTo>
                  <a:lnTo>
                    <a:pt x="5643694" y="2127244"/>
                  </a:lnTo>
                  <a:lnTo>
                    <a:pt x="5656017" y="2127244"/>
                  </a:lnTo>
                  <a:lnTo>
                    <a:pt x="5668339" y="2127243"/>
                  </a:lnTo>
                  <a:lnTo>
                    <a:pt x="5680662" y="2127243"/>
                  </a:lnTo>
                  <a:lnTo>
                    <a:pt x="5692984" y="2127242"/>
                  </a:lnTo>
                  <a:lnTo>
                    <a:pt x="5705307" y="2127241"/>
                  </a:lnTo>
                  <a:lnTo>
                    <a:pt x="5717629" y="2127239"/>
                  </a:lnTo>
                  <a:lnTo>
                    <a:pt x="5729952" y="2127236"/>
                  </a:lnTo>
                  <a:lnTo>
                    <a:pt x="5742274" y="2127233"/>
                  </a:lnTo>
                  <a:lnTo>
                    <a:pt x="5754597" y="2127228"/>
                  </a:lnTo>
                  <a:lnTo>
                    <a:pt x="5766919" y="2127220"/>
                  </a:lnTo>
                  <a:lnTo>
                    <a:pt x="5779242" y="2127210"/>
                  </a:lnTo>
                  <a:lnTo>
                    <a:pt x="5791564" y="2127195"/>
                  </a:lnTo>
                  <a:lnTo>
                    <a:pt x="5803887" y="2127176"/>
                  </a:lnTo>
                  <a:lnTo>
                    <a:pt x="5816209" y="2127150"/>
                  </a:lnTo>
                  <a:lnTo>
                    <a:pt x="5828531" y="2127115"/>
                  </a:lnTo>
                  <a:lnTo>
                    <a:pt x="5840854" y="2127071"/>
                  </a:lnTo>
                  <a:lnTo>
                    <a:pt x="5853176" y="2127010"/>
                  </a:lnTo>
                  <a:lnTo>
                    <a:pt x="5865499" y="2126933"/>
                  </a:lnTo>
                  <a:lnTo>
                    <a:pt x="5877821" y="2126834"/>
                  </a:lnTo>
                  <a:lnTo>
                    <a:pt x="5890144" y="2126711"/>
                  </a:lnTo>
                  <a:lnTo>
                    <a:pt x="5902466" y="2126559"/>
                  </a:lnTo>
                  <a:lnTo>
                    <a:pt x="5914789" y="2126373"/>
                  </a:lnTo>
                  <a:lnTo>
                    <a:pt x="5927111" y="2126148"/>
                  </a:lnTo>
                  <a:lnTo>
                    <a:pt x="5939434" y="2125877"/>
                  </a:lnTo>
                  <a:lnTo>
                    <a:pt x="5951756" y="2125551"/>
                  </a:lnTo>
                  <a:lnTo>
                    <a:pt x="5964079" y="2125172"/>
                  </a:lnTo>
                  <a:lnTo>
                    <a:pt x="5976401" y="2124736"/>
                  </a:lnTo>
                  <a:lnTo>
                    <a:pt x="5988724" y="2124240"/>
                  </a:lnTo>
                  <a:lnTo>
                    <a:pt x="6001046" y="2123685"/>
                  </a:lnTo>
                  <a:lnTo>
                    <a:pt x="6013369" y="2123070"/>
                  </a:lnTo>
                  <a:lnTo>
                    <a:pt x="6025691" y="2122398"/>
                  </a:lnTo>
                  <a:lnTo>
                    <a:pt x="6038014" y="2121665"/>
                  </a:lnTo>
                  <a:lnTo>
                    <a:pt x="6050336" y="2120889"/>
                  </a:lnTo>
                  <a:lnTo>
                    <a:pt x="6062659" y="2120080"/>
                  </a:lnTo>
                  <a:lnTo>
                    <a:pt x="6074981" y="2119250"/>
                  </a:lnTo>
                  <a:lnTo>
                    <a:pt x="6087304" y="2118413"/>
                  </a:lnTo>
                  <a:lnTo>
                    <a:pt x="6099626" y="2117584"/>
                  </a:lnTo>
                  <a:lnTo>
                    <a:pt x="6111948" y="2116778"/>
                  </a:lnTo>
                  <a:lnTo>
                    <a:pt x="6124271" y="2116018"/>
                  </a:lnTo>
                  <a:lnTo>
                    <a:pt x="6136593" y="2115327"/>
                  </a:lnTo>
                  <a:lnTo>
                    <a:pt x="6148916" y="2114718"/>
                  </a:lnTo>
                  <a:lnTo>
                    <a:pt x="6161238" y="2114204"/>
                  </a:lnTo>
                  <a:lnTo>
                    <a:pt x="6173561" y="2113798"/>
                  </a:lnTo>
                  <a:lnTo>
                    <a:pt x="6185883" y="2113509"/>
                  </a:lnTo>
                  <a:lnTo>
                    <a:pt x="6198206" y="2113345"/>
                  </a:lnTo>
                  <a:lnTo>
                    <a:pt x="6210528" y="2113309"/>
                  </a:lnTo>
                  <a:lnTo>
                    <a:pt x="6222851" y="2113423"/>
                  </a:lnTo>
                  <a:lnTo>
                    <a:pt x="6235173" y="2113665"/>
                  </a:lnTo>
                  <a:lnTo>
                    <a:pt x="6247496" y="2114025"/>
                  </a:lnTo>
                  <a:lnTo>
                    <a:pt x="6259818" y="2114491"/>
                  </a:lnTo>
                  <a:lnTo>
                    <a:pt x="6272141" y="2115052"/>
                  </a:lnTo>
                  <a:lnTo>
                    <a:pt x="6284463" y="2115694"/>
                  </a:lnTo>
                  <a:lnTo>
                    <a:pt x="6296786" y="2116402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5"/>
            <p:cNvSpPr/>
            <p:nvPr/>
          </p:nvSpPr>
          <p:spPr>
            <a:xfrm>
              <a:off x="706745" y="3415981"/>
              <a:ext cx="6296786" cy="2730346"/>
            </a:xfrm>
            <a:custGeom>
              <a:avLst/>
              <a:pathLst>
                <a:path w="6296786" h="2730346">
                  <a:moveTo>
                    <a:pt x="0" y="2722097"/>
                  </a:moveTo>
                  <a:lnTo>
                    <a:pt x="12322" y="2722112"/>
                  </a:lnTo>
                  <a:lnTo>
                    <a:pt x="24644" y="2722283"/>
                  </a:lnTo>
                  <a:lnTo>
                    <a:pt x="36967" y="2722520"/>
                  </a:lnTo>
                  <a:lnTo>
                    <a:pt x="49289" y="2722709"/>
                  </a:lnTo>
                  <a:lnTo>
                    <a:pt x="61612" y="2722700"/>
                  </a:lnTo>
                  <a:lnTo>
                    <a:pt x="73934" y="2722300"/>
                  </a:lnTo>
                  <a:lnTo>
                    <a:pt x="86257" y="2721268"/>
                  </a:lnTo>
                  <a:lnTo>
                    <a:pt x="98579" y="2719317"/>
                  </a:lnTo>
                  <a:lnTo>
                    <a:pt x="110902" y="2716115"/>
                  </a:lnTo>
                  <a:lnTo>
                    <a:pt x="123224" y="2711297"/>
                  </a:lnTo>
                  <a:lnTo>
                    <a:pt x="135547" y="2704480"/>
                  </a:lnTo>
                  <a:lnTo>
                    <a:pt x="147869" y="2695298"/>
                  </a:lnTo>
                  <a:lnTo>
                    <a:pt x="160192" y="2683361"/>
                  </a:lnTo>
                  <a:lnTo>
                    <a:pt x="172514" y="2668324"/>
                  </a:lnTo>
                  <a:lnTo>
                    <a:pt x="184837" y="2650449"/>
                  </a:lnTo>
                  <a:lnTo>
                    <a:pt x="197159" y="2630044"/>
                  </a:lnTo>
                  <a:lnTo>
                    <a:pt x="209482" y="2607688"/>
                  </a:lnTo>
                  <a:lnTo>
                    <a:pt x="221804" y="2584235"/>
                  </a:lnTo>
                  <a:lnTo>
                    <a:pt x="234127" y="2560768"/>
                  </a:lnTo>
                  <a:lnTo>
                    <a:pt x="246449" y="2538520"/>
                  </a:lnTo>
                  <a:lnTo>
                    <a:pt x="258772" y="2518765"/>
                  </a:lnTo>
                  <a:lnTo>
                    <a:pt x="271094" y="2502681"/>
                  </a:lnTo>
                  <a:lnTo>
                    <a:pt x="283416" y="2491209"/>
                  </a:lnTo>
                  <a:lnTo>
                    <a:pt x="295739" y="2484925"/>
                  </a:lnTo>
                  <a:lnTo>
                    <a:pt x="308061" y="2484266"/>
                  </a:lnTo>
                  <a:lnTo>
                    <a:pt x="320384" y="2488390"/>
                  </a:lnTo>
                  <a:lnTo>
                    <a:pt x="332706" y="2495984"/>
                  </a:lnTo>
                  <a:lnTo>
                    <a:pt x="345029" y="2505473"/>
                  </a:lnTo>
                  <a:lnTo>
                    <a:pt x="357351" y="2514957"/>
                  </a:lnTo>
                  <a:lnTo>
                    <a:pt x="369674" y="2522330"/>
                  </a:lnTo>
                  <a:lnTo>
                    <a:pt x="381996" y="2525396"/>
                  </a:lnTo>
                  <a:lnTo>
                    <a:pt x="394319" y="2521973"/>
                  </a:lnTo>
                  <a:lnTo>
                    <a:pt x="406641" y="2509970"/>
                  </a:lnTo>
                  <a:lnTo>
                    <a:pt x="418964" y="2487462"/>
                  </a:lnTo>
                  <a:lnTo>
                    <a:pt x="431286" y="2452729"/>
                  </a:lnTo>
                  <a:lnTo>
                    <a:pt x="443609" y="2404095"/>
                  </a:lnTo>
                  <a:lnTo>
                    <a:pt x="455931" y="2339165"/>
                  </a:lnTo>
                  <a:lnTo>
                    <a:pt x="468254" y="2258547"/>
                  </a:lnTo>
                  <a:lnTo>
                    <a:pt x="480576" y="2162091"/>
                  </a:lnTo>
                  <a:lnTo>
                    <a:pt x="492899" y="2050233"/>
                  </a:lnTo>
                  <a:lnTo>
                    <a:pt x="505221" y="1924077"/>
                  </a:lnTo>
                  <a:lnTo>
                    <a:pt x="517544" y="1785474"/>
                  </a:lnTo>
                  <a:lnTo>
                    <a:pt x="529866" y="1637051"/>
                  </a:lnTo>
                  <a:lnTo>
                    <a:pt x="542189" y="1482190"/>
                  </a:lnTo>
                  <a:lnTo>
                    <a:pt x="554511" y="1324933"/>
                  </a:lnTo>
                  <a:lnTo>
                    <a:pt x="566833" y="1169806"/>
                  </a:lnTo>
                  <a:lnTo>
                    <a:pt x="579156" y="1021560"/>
                  </a:lnTo>
                  <a:lnTo>
                    <a:pt x="591478" y="885826"/>
                  </a:lnTo>
                  <a:lnTo>
                    <a:pt x="603801" y="767068"/>
                  </a:lnTo>
                  <a:lnTo>
                    <a:pt x="616123" y="667657"/>
                  </a:lnTo>
                  <a:lnTo>
                    <a:pt x="628446" y="589294"/>
                  </a:lnTo>
                  <a:lnTo>
                    <a:pt x="640768" y="532440"/>
                  </a:lnTo>
                  <a:lnTo>
                    <a:pt x="653091" y="496427"/>
                  </a:lnTo>
                  <a:lnTo>
                    <a:pt x="665413" y="479705"/>
                  </a:lnTo>
                  <a:lnTo>
                    <a:pt x="677736" y="480175"/>
                  </a:lnTo>
                  <a:lnTo>
                    <a:pt x="690058" y="495554"/>
                  </a:lnTo>
                  <a:lnTo>
                    <a:pt x="702381" y="523684"/>
                  </a:lnTo>
                  <a:lnTo>
                    <a:pt x="714703" y="562732"/>
                  </a:lnTo>
                  <a:lnTo>
                    <a:pt x="727026" y="611235"/>
                  </a:lnTo>
                  <a:lnTo>
                    <a:pt x="739348" y="668528"/>
                  </a:lnTo>
                  <a:lnTo>
                    <a:pt x="751671" y="732012"/>
                  </a:lnTo>
                  <a:lnTo>
                    <a:pt x="763993" y="799300"/>
                  </a:lnTo>
                  <a:lnTo>
                    <a:pt x="776316" y="866952"/>
                  </a:lnTo>
                  <a:lnTo>
                    <a:pt x="788638" y="930390"/>
                  </a:lnTo>
                  <a:lnTo>
                    <a:pt x="800961" y="984049"/>
                  </a:lnTo>
                  <a:lnTo>
                    <a:pt x="813283" y="1021794"/>
                  </a:lnTo>
                  <a:lnTo>
                    <a:pt x="825606" y="1037550"/>
                  </a:lnTo>
                  <a:lnTo>
                    <a:pt x="837928" y="1026083"/>
                  </a:lnTo>
                  <a:lnTo>
                    <a:pt x="850250" y="983823"/>
                  </a:lnTo>
                  <a:lnTo>
                    <a:pt x="862573" y="909628"/>
                  </a:lnTo>
                  <a:lnTo>
                    <a:pt x="874895" y="804223"/>
                  </a:lnTo>
                  <a:lnTo>
                    <a:pt x="887218" y="674033"/>
                  </a:lnTo>
                  <a:lnTo>
                    <a:pt x="899540" y="529907"/>
                  </a:lnTo>
                  <a:lnTo>
                    <a:pt x="911863" y="383034"/>
                  </a:lnTo>
                  <a:lnTo>
                    <a:pt x="924185" y="245564"/>
                  </a:lnTo>
                  <a:lnTo>
                    <a:pt x="936508" y="129400"/>
                  </a:lnTo>
                  <a:lnTo>
                    <a:pt x="948830" y="44995"/>
                  </a:lnTo>
                  <a:lnTo>
                    <a:pt x="961153" y="303"/>
                  </a:lnTo>
                  <a:lnTo>
                    <a:pt x="973475" y="0"/>
                  </a:lnTo>
                  <a:lnTo>
                    <a:pt x="985798" y="45078"/>
                  </a:lnTo>
                  <a:lnTo>
                    <a:pt x="998120" y="132859"/>
                  </a:lnTo>
                  <a:lnTo>
                    <a:pt x="1010443" y="257419"/>
                  </a:lnTo>
                  <a:lnTo>
                    <a:pt x="1022765" y="411911"/>
                  </a:lnTo>
                  <a:lnTo>
                    <a:pt x="1035088" y="583005"/>
                  </a:lnTo>
                  <a:lnTo>
                    <a:pt x="1047410" y="760729"/>
                  </a:lnTo>
                  <a:lnTo>
                    <a:pt x="1059733" y="936563"/>
                  </a:lnTo>
                  <a:lnTo>
                    <a:pt x="1072055" y="1103760"/>
                  </a:lnTo>
                  <a:lnTo>
                    <a:pt x="1084378" y="1257656"/>
                  </a:lnTo>
                  <a:lnTo>
                    <a:pt x="1096700" y="1395706"/>
                  </a:lnTo>
                  <a:lnTo>
                    <a:pt x="1109022" y="1517280"/>
                  </a:lnTo>
                  <a:lnTo>
                    <a:pt x="1121345" y="1623286"/>
                  </a:lnTo>
                  <a:lnTo>
                    <a:pt x="1133667" y="1715695"/>
                  </a:lnTo>
                  <a:lnTo>
                    <a:pt x="1145990" y="1797043"/>
                  </a:lnTo>
                  <a:lnTo>
                    <a:pt x="1158312" y="1869767"/>
                  </a:lnTo>
                  <a:lnTo>
                    <a:pt x="1170635" y="1936305"/>
                  </a:lnTo>
                  <a:lnTo>
                    <a:pt x="1182957" y="1998838"/>
                  </a:lnTo>
                  <a:lnTo>
                    <a:pt x="1195280" y="2058320"/>
                  </a:lnTo>
                  <a:lnTo>
                    <a:pt x="1207602" y="2115101"/>
                  </a:lnTo>
                  <a:lnTo>
                    <a:pt x="1219925" y="2169035"/>
                  </a:lnTo>
                  <a:lnTo>
                    <a:pt x="1232247" y="2219625"/>
                  </a:lnTo>
                  <a:lnTo>
                    <a:pt x="1244570" y="2266186"/>
                  </a:lnTo>
                  <a:lnTo>
                    <a:pt x="1256892" y="2307998"/>
                  </a:lnTo>
                  <a:lnTo>
                    <a:pt x="1269215" y="2344435"/>
                  </a:lnTo>
                  <a:lnTo>
                    <a:pt x="1281537" y="2375067"/>
                  </a:lnTo>
                  <a:lnTo>
                    <a:pt x="1293860" y="2399714"/>
                  </a:lnTo>
                  <a:lnTo>
                    <a:pt x="1306182" y="2418025"/>
                  </a:lnTo>
                  <a:lnTo>
                    <a:pt x="1318505" y="2430791"/>
                  </a:lnTo>
                  <a:lnTo>
                    <a:pt x="1330827" y="2438777"/>
                  </a:lnTo>
                  <a:lnTo>
                    <a:pt x="1343150" y="2442762"/>
                  </a:lnTo>
                  <a:lnTo>
                    <a:pt x="1355472" y="2443633"/>
                  </a:lnTo>
                  <a:lnTo>
                    <a:pt x="1367795" y="2442350"/>
                  </a:lnTo>
                  <a:lnTo>
                    <a:pt x="1380117" y="2439911"/>
                  </a:lnTo>
                  <a:lnTo>
                    <a:pt x="1392439" y="2437316"/>
                  </a:lnTo>
                  <a:lnTo>
                    <a:pt x="1404762" y="2435524"/>
                  </a:lnTo>
                  <a:lnTo>
                    <a:pt x="1417084" y="2435394"/>
                  </a:lnTo>
                  <a:lnTo>
                    <a:pt x="1429407" y="2437617"/>
                  </a:lnTo>
                  <a:lnTo>
                    <a:pt x="1441729" y="2442705"/>
                  </a:lnTo>
                  <a:lnTo>
                    <a:pt x="1454052" y="2450886"/>
                  </a:lnTo>
                  <a:lnTo>
                    <a:pt x="1466374" y="2461487"/>
                  </a:lnTo>
                  <a:lnTo>
                    <a:pt x="1478697" y="2473629"/>
                  </a:lnTo>
                  <a:lnTo>
                    <a:pt x="1491019" y="2486041"/>
                  </a:lnTo>
                  <a:lnTo>
                    <a:pt x="1503342" y="2497149"/>
                  </a:lnTo>
                  <a:lnTo>
                    <a:pt x="1515664" y="2505212"/>
                  </a:lnTo>
                  <a:lnTo>
                    <a:pt x="1527987" y="2508497"/>
                  </a:lnTo>
                  <a:lnTo>
                    <a:pt x="1540309" y="2505479"/>
                  </a:lnTo>
                  <a:lnTo>
                    <a:pt x="1552632" y="2495043"/>
                  </a:lnTo>
                  <a:lnTo>
                    <a:pt x="1564954" y="2476670"/>
                  </a:lnTo>
                  <a:lnTo>
                    <a:pt x="1577277" y="2450585"/>
                  </a:lnTo>
                  <a:lnTo>
                    <a:pt x="1589599" y="2417533"/>
                  </a:lnTo>
                  <a:lnTo>
                    <a:pt x="1601922" y="2380034"/>
                  </a:lnTo>
                  <a:lnTo>
                    <a:pt x="1614244" y="2341029"/>
                  </a:lnTo>
                  <a:lnTo>
                    <a:pt x="1626567" y="2303530"/>
                  </a:lnTo>
                  <a:lnTo>
                    <a:pt x="1638889" y="2270518"/>
                  </a:lnTo>
                  <a:lnTo>
                    <a:pt x="1651212" y="2244608"/>
                  </a:lnTo>
                  <a:lnTo>
                    <a:pt x="1663534" y="2227721"/>
                  </a:lnTo>
                  <a:lnTo>
                    <a:pt x="1675856" y="2220840"/>
                  </a:lnTo>
                  <a:lnTo>
                    <a:pt x="1688179" y="2223872"/>
                  </a:lnTo>
                  <a:lnTo>
                    <a:pt x="1700501" y="2235630"/>
                  </a:lnTo>
                  <a:lnTo>
                    <a:pt x="1712824" y="2253967"/>
                  </a:lnTo>
                  <a:lnTo>
                    <a:pt x="1725146" y="2276031"/>
                  </a:lnTo>
                  <a:lnTo>
                    <a:pt x="1737469" y="2298251"/>
                  </a:lnTo>
                  <a:lnTo>
                    <a:pt x="1749791" y="2317338"/>
                  </a:lnTo>
                  <a:lnTo>
                    <a:pt x="1762114" y="2331016"/>
                  </a:lnTo>
                  <a:lnTo>
                    <a:pt x="1774436" y="2337934"/>
                  </a:lnTo>
                  <a:lnTo>
                    <a:pt x="1786759" y="2337788"/>
                  </a:lnTo>
                  <a:lnTo>
                    <a:pt x="1799081" y="2331319"/>
                  </a:lnTo>
                  <a:lnTo>
                    <a:pt x="1811404" y="2320161"/>
                  </a:lnTo>
                  <a:lnTo>
                    <a:pt x="1823726" y="2306600"/>
                  </a:lnTo>
                  <a:lnTo>
                    <a:pt x="1836049" y="2293253"/>
                  </a:lnTo>
                  <a:lnTo>
                    <a:pt x="1848371" y="2282712"/>
                  </a:lnTo>
                  <a:lnTo>
                    <a:pt x="1860694" y="2277219"/>
                  </a:lnTo>
                  <a:lnTo>
                    <a:pt x="1873016" y="2278803"/>
                  </a:lnTo>
                  <a:lnTo>
                    <a:pt x="1885339" y="2288170"/>
                  </a:lnTo>
                  <a:lnTo>
                    <a:pt x="1897661" y="2304670"/>
                  </a:lnTo>
                  <a:lnTo>
                    <a:pt x="1909984" y="2327311"/>
                  </a:lnTo>
                  <a:lnTo>
                    <a:pt x="1922306" y="2354636"/>
                  </a:lnTo>
                  <a:lnTo>
                    <a:pt x="1934629" y="2384965"/>
                  </a:lnTo>
                  <a:lnTo>
                    <a:pt x="1946951" y="2416615"/>
                  </a:lnTo>
                  <a:lnTo>
                    <a:pt x="1959273" y="2448086"/>
                  </a:lnTo>
                  <a:lnTo>
                    <a:pt x="1971596" y="2478187"/>
                  </a:lnTo>
                  <a:lnTo>
                    <a:pt x="1983918" y="2506090"/>
                  </a:lnTo>
                  <a:lnTo>
                    <a:pt x="1996241" y="2531321"/>
                  </a:lnTo>
                  <a:lnTo>
                    <a:pt x="2008563" y="2553709"/>
                  </a:lnTo>
                  <a:lnTo>
                    <a:pt x="2020886" y="2573026"/>
                  </a:lnTo>
                  <a:lnTo>
                    <a:pt x="2033208" y="2589739"/>
                  </a:lnTo>
                  <a:lnTo>
                    <a:pt x="2045531" y="2604047"/>
                  </a:lnTo>
                  <a:lnTo>
                    <a:pt x="2057853" y="2616131"/>
                  </a:lnTo>
                  <a:lnTo>
                    <a:pt x="2070176" y="2626147"/>
                  </a:lnTo>
                  <a:lnTo>
                    <a:pt x="2082498" y="2634237"/>
                  </a:lnTo>
                  <a:lnTo>
                    <a:pt x="2094821" y="2640539"/>
                  </a:lnTo>
                  <a:lnTo>
                    <a:pt x="2107143" y="2645197"/>
                  </a:lnTo>
                  <a:lnTo>
                    <a:pt x="2119466" y="2648365"/>
                  </a:lnTo>
                  <a:lnTo>
                    <a:pt x="2131788" y="2650203"/>
                  </a:lnTo>
                  <a:lnTo>
                    <a:pt x="2144111" y="2650866"/>
                  </a:lnTo>
                  <a:lnTo>
                    <a:pt x="2156433" y="2650458"/>
                  </a:lnTo>
                  <a:lnTo>
                    <a:pt x="2168756" y="2649099"/>
                  </a:lnTo>
                  <a:lnTo>
                    <a:pt x="2181078" y="2646960"/>
                  </a:lnTo>
                  <a:lnTo>
                    <a:pt x="2193401" y="2644160"/>
                  </a:lnTo>
                  <a:lnTo>
                    <a:pt x="2205723" y="2640852"/>
                  </a:lnTo>
                  <a:lnTo>
                    <a:pt x="2218045" y="2637245"/>
                  </a:lnTo>
                  <a:lnTo>
                    <a:pt x="2230368" y="2633612"/>
                  </a:lnTo>
                  <a:lnTo>
                    <a:pt x="2242690" y="2630287"/>
                  </a:lnTo>
                  <a:lnTo>
                    <a:pt x="2255013" y="2627640"/>
                  </a:lnTo>
                  <a:lnTo>
                    <a:pt x="2267335" y="2626048"/>
                  </a:lnTo>
                  <a:lnTo>
                    <a:pt x="2279658" y="2625848"/>
                  </a:lnTo>
                  <a:lnTo>
                    <a:pt x="2291980" y="2627296"/>
                  </a:lnTo>
                  <a:lnTo>
                    <a:pt x="2304303" y="2630676"/>
                  </a:lnTo>
                  <a:lnTo>
                    <a:pt x="2316625" y="2635793"/>
                  </a:lnTo>
                  <a:lnTo>
                    <a:pt x="2328948" y="2642394"/>
                  </a:lnTo>
                  <a:lnTo>
                    <a:pt x="2341270" y="2650127"/>
                  </a:lnTo>
                  <a:lnTo>
                    <a:pt x="2353593" y="2658555"/>
                  </a:lnTo>
                  <a:lnTo>
                    <a:pt x="2365915" y="2667195"/>
                  </a:lnTo>
                  <a:lnTo>
                    <a:pt x="2378238" y="2675557"/>
                  </a:lnTo>
                  <a:lnTo>
                    <a:pt x="2390560" y="2683178"/>
                  </a:lnTo>
                  <a:lnTo>
                    <a:pt x="2402883" y="2689640"/>
                  </a:lnTo>
                  <a:lnTo>
                    <a:pt x="2415205" y="2694585"/>
                  </a:lnTo>
                  <a:lnTo>
                    <a:pt x="2427528" y="2697708"/>
                  </a:lnTo>
                  <a:lnTo>
                    <a:pt x="2439850" y="2698671"/>
                  </a:lnTo>
                  <a:lnTo>
                    <a:pt x="2452173" y="2697107"/>
                  </a:lnTo>
                  <a:lnTo>
                    <a:pt x="2464495" y="2692948"/>
                  </a:lnTo>
                  <a:lnTo>
                    <a:pt x="2476818" y="2685977"/>
                  </a:lnTo>
                  <a:lnTo>
                    <a:pt x="2489140" y="2675994"/>
                  </a:lnTo>
                  <a:lnTo>
                    <a:pt x="2501462" y="2662837"/>
                  </a:lnTo>
                  <a:lnTo>
                    <a:pt x="2513785" y="2646419"/>
                  </a:lnTo>
                  <a:lnTo>
                    <a:pt x="2526107" y="2626768"/>
                  </a:lnTo>
                  <a:lnTo>
                    <a:pt x="2538430" y="2604064"/>
                  </a:lnTo>
                  <a:lnTo>
                    <a:pt x="2550752" y="2578686"/>
                  </a:lnTo>
                  <a:lnTo>
                    <a:pt x="2563075" y="2551231"/>
                  </a:lnTo>
                  <a:lnTo>
                    <a:pt x="2575397" y="2522531"/>
                  </a:lnTo>
                  <a:lnTo>
                    <a:pt x="2587720" y="2493740"/>
                  </a:lnTo>
                  <a:lnTo>
                    <a:pt x="2600042" y="2466302"/>
                  </a:lnTo>
                  <a:lnTo>
                    <a:pt x="2612365" y="2441568"/>
                  </a:lnTo>
                  <a:lnTo>
                    <a:pt x="2624687" y="2420856"/>
                  </a:lnTo>
                  <a:lnTo>
                    <a:pt x="2637010" y="2405342"/>
                  </a:lnTo>
                  <a:lnTo>
                    <a:pt x="2649332" y="2395963"/>
                  </a:lnTo>
                  <a:lnTo>
                    <a:pt x="2661655" y="2393325"/>
                  </a:lnTo>
                  <a:lnTo>
                    <a:pt x="2673977" y="2397641"/>
                  </a:lnTo>
                  <a:lnTo>
                    <a:pt x="2686300" y="2408706"/>
                  </a:lnTo>
                  <a:lnTo>
                    <a:pt x="2698622" y="2425896"/>
                  </a:lnTo>
                  <a:lnTo>
                    <a:pt x="2710945" y="2448226"/>
                  </a:lnTo>
                  <a:lnTo>
                    <a:pt x="2723267" y="2474465"/>
                  </a:lnTo>
                  <a:lnTo>
                    <a:pt x="2735590" y="2503114"/>
                  </a:lnTo>
                  <a:lnTo>
                    <a:pt x="2747912" y="2532381"/>
                  </a:lnTo>
                  <a:lnTo>
                    <a:pt x="2760235" y="2560939"/>
                  </a:lnTo>
                  <a:lnTo>
                    <a:pt x="2772557" y="2587684"/>
                  </a:lnTo>
                  <a:lnTo>
                    <a:pt x="2784879" y="2611787"/>
                  </a:lnTo>
                  <a:lnTo>
                    <a:pt x="2797202" y="2632724"/>
                  </a:lnTo>
                  <a:lnTo>
                    <a:pt x="2809524" y="2650257"/>
                  </a:lnTo>
                  <a:lnTo>
                    <a:pt x="2821847" y="2664405"/>
                  </a:lnTo>
                  <a:lnTo>
                    <a:pt x="2834169" y="2675392"/>
                  </a:lnTo>
                  <a:lnTo>
                    <a:pt x="2846492" y="2683576"/>
                  </a:lnTo>
                  <a:lnTo>
                    <a:pt x="2858814" y="2689393"/>
                  </a:lnTo>
                  <a:lnTo>
                    <a:pt x="2871137" y="2693192"/>
                  </a:lnTo>
                  <a:lnTo>
                    <a:pt x="2883459" y="2695480"/>
                  </a:lnTo>
                  <a:lnTo>
                    <a:pt x="2895782" y="2696643"/>
                  </a:lnTo>
                  <a:lnTo>
                    <a:pt x="2908104" y="2696906"/>
                  </a:lnTo>
                  <a:lnTo>
                    <a:pt x="2920427" y="2696418"/>
                  </a:lnTo>
                  <a:lnTo>
                    <a:pt x="2932749" y="2695266"/>
                  </a:lnTo>
                  <a:lnTo>
                    <a:pt x="2945072" y="2693489"/>
                  </a:lnTo>
                  <a:lnTo>
                    <a:pt x="2957394" y="2691100"/>
                  </a:lnTo>
                  <a:lnTo>
                    <a:pt x="2969717" y="2688100"/>
                  </a:lnTo>
                  <a:lnTo>
                    <a:pt x="2982039" y="2684493"/>
                  </a:lnTo>
                  <a:lnTo>
                    <a:pt x="2994362" y="2680290"/>
                  </a:lnTo>
                  <a:lnTo>
                    <a:pt x="3006684" y="2675511"/>
                  </a:lnTo>
                  <a:lnTo>
                    <a:pt x="3019007" y="2670144"/>
                  </a:lnTo>
                  <a:lnTo>
                    <a:pt x="3031329" y="2664289"/>
                  </a:lnTo>
                  <a:lnTo>
                    <a:pt x="3043652" y="2657992"/>
                  </a:lnTo>
                  <a:lnTo>
                    <a:pt x="3055974" y="2651316"/>
                  </a:lnTo>
                  <a:lnTo>
                    <a:pt x="3068296" y="2644344"/>
                  </a:lnTo>
                  <a:lnTo>
                    <a:pt x="3080619" y="2637197"/>
                  </a:lnTo>
                  <a:lnTo>
                    <a:pt x="3092941" y="2630045"/>
                  </a:lnTo>
                  <a:lnTo>
                    <a:pt x="3105264" y="2623119"/>
                  </a:lnTo>
                  <a:lnTo>
                    <a:pt x="3117586" y="2616713"/>
                  </a:lnTo>
                  <a:lnTo>
                    <a:pt x="3129909" y="2611176"/>
                  </a:lnTo>
                  <a:lnTo>
                    <a:pt x="3142231" y="2606893"/>
                  </a:lnTo>
                  <a:lnTo>
                    <a:pt x="3154554" y="2604354"/>
                  </a:lnTo>
                  <a:lnTo>
                    <a:pt x="3166876" y="2603942"/>
                  </a:lnTo>
                  <a:lnTo>
                    <a:pt x="3179199" y="2605772"/>
                  </a:lnTo>
                  <a:lnTo>
                    <a:pt x="3191521" y="2609903"/>
                  </a:lnTo>
                  <a:lnTo>
                    <a:pt x="3203844" y="2616231"/>
                  </a:lnTo>
                  <a:lnTo>
                    <a:pt x="3216166" y="2624494"/>
                  </a:lnTo>
                  <a:lnTo>
                    <a:pt x="3228489" y="2634292"/>
                  </a:lnTo>
                  <a:lnTo>
                    <a:pt x="3240811" y="2645125"/>
                  </a:lnTo>
                  <a:lnTo>
                    <a:pt x="3253134" y="2656440"/>
                  </a:lnTo>
                  <a:lnTo>
                    <a:pt x="3265456" y="2667681"/>
                  </a:lnTo>
                  <a:lnTo>
                    <a:pt x="3277779" y="2678334"/>
                  </a:lnTo>
                  <a:lnTo>
                    <a:pt x="3290101" y="2687972"/>
                  </a:lnTo>
                  <a:lnTo>
                    <a:pt x="3302424" y="2696123"/>
                  </a:lnTo>
                  <a:lnTo>
                    <a:pt x="3314746" y="2702720"/>
                  </a:lnTo>
                  <a:lnTo>
                    <a:pt x="3327068" y="2707728"/>
                  </a:lnTo>
                  <a:lnTo>
                    <a:pt x="3339391" y="2711200"/>
                  </a:lnTo>
                  <a:lnTo>
                    <a:pt x="3351713" y="2713262"/>
                  </a:lnTo>
                  <a:lnTo>
                    <a:pt x="3364036" y="2714100"/>
                  </a:lnTo>
                  <a:lnTo>
                    <a:pt x="3376358" y="2713937"/>
                  </a:lnTo>
                  <a:lnTo>
                    <a:pt x="3388681" y="2713024"/>
                  </a:lnTo>
                  <a:lnTo>
                    <a:pt x="3401003" y="2711622"/>
                  </a:lnTo>
                  <a:lnTo>
                    <a:pt x="3413326" y="2709991"/>
                  </a:lnTo>
                  <a:lnTo>
                    <a:pt x="3425648" y="2708376"/>
                  </a:lnTo>
                  <a:lnTo>
                    <a:pt x="3437971" y="2707017"/>
                  </a:lnTo>
                  <a:lnTo>
                    <a:pt x="3450293" y="2706124"/>
                  </a:lnTo>
                  <a:lnTo>
                    <a:pt x="3462616" y="2705791"/>
                  </a:lnTo>
                  <a:lnTo>
                    <a:pt x="3474938" y="2706068"/>
                  </a:lnTo>
                  <a:lnTo>
                    <a:pt x="3487261" y="2706947"/>
                  </a:lnTo>
                  <a:lnTo>
                    <a:pt x="3499583" y="2708365"/>
                  </a:lnTo>
                  <a:lnTo>
                    <a:pt x="3511906" y="2710215"/>
                  </a:lnTo>
                  <a:lnTo>
                    <a:pt x="3524228" y="2712356"/>
                  </a:lnTo>
                  <a:lnTo>
                    <a:pt x="3536551" y="2714630"/>
                  </a:lnTo>
                  <a:lnTo>
                    <a:pt x="3548873" y="2716871"/>
                  </a:lnTo>
                  <a:lnTo>
                    <a:pt x="3561196" y="2718918"/>
                  </a:lnTo>
                  <a:lnTo>
                    <a:pt x="3573518" y="2720621"/>
                  </a:lnTo>
                  <a:lnTo>
                    <a:pt x="3585841" y="2721792"/>
                  </a:lnTo>
                  <a:lnTo>
                    <a:pt x="3598163" y="2722328"/>
                  </a:lnTo>
                  <a:lnTo>
                    <a:pt x="3610485" y="2722129"/>
                  </a:lnTo>
                  <a:lnTo>
                    <a:pt x="3622808" y="2721096"/>
                  </a:lnTo>
                  <a:lnTo>
                    <a:pt x="3635130" y="2719138"/>
                  </a:lnTo>
                  <a:lnTo>
                    <a:pt x="3647453" y="2716182"/>
                  </a:lnTo>
                  <a:lnTo>
                    <a:pt x="3659775" y="2712180"/>
                  </a:lnTo>
                  <a:lnTo>
                    <a:pt x="3672098" y="2707126"/>
                  </a:lnTo>
                  <a:lnTo>
                    <a:pt x="3684420" y="2701068"/>
                  </a:lnTo>
                  <a:lnTo>
                    <a:pt x="3696743" y="2694125"/>
                  </a:lnTo>
                  <a:lnTo>
                    <a:pt x="3709065" y="2686494"/>
                  </a:lnTo>
                  <a:lnTo>
                    <a:pt x="3721388" y="2678459"/>
                  </a:lnTo>
                  <a:lnTo>
                    <a:pt x="3733710" y="2670443"/>
                  </a:lnTo>
                  <a:lnTo>
                    <a:pt x="3746033" y="2662903"/>
                  </a:lnTo>
                  <a:lnTo>
                    <a:pt x="3758355" y="2656279"/>
                  </a:lnTo>
                  <a:lnTo>
                    <a:pt x="3770678" y="2650978"/>
                  </a:lnTo>
                  <a:lnTo>
                    <a:pt x="3783000" y="2647341"/>
                  </a:lnTo>
                  <a:lnTo>
                    <a:pt x="3795323" y="2645606"/>
                  </a:lnTo>
                  <a:lnTo>
                    <a:pt x="3807645" y="2645888"/>
                  </a:lnTo>
                  <a:lnTo>
                    <a:pt x="3819968" y="2648165"/>
                  </a:lnTo>
                  <a:lnTo>
                    <a:pt x="3832290" y="2652280"/>
                  </a:lnTo>
                  <a:lnTo>
                    <a:pt x="3844613" y="2657962"/>
                  </a:lnTo>
                  <a:lnTo>
                    <a:pt x="3856935" y="2664850"/>
                  </a:lnTo>
                  <a:lnTo>
                    <a:pt x="3869258" y="2672548"/>
                  </a:lnTo>
                  <a:lnTo>
                    <a:pt x="3881580" y="2680541"/>
                  </a:lnTo>
                  <a:lnTo>
                    <a:pt x="3893902" y="2688426"/>
                  </a:lnTo>
                  <a:lnTo>
                    <a:pt x="3906225" y="2695887"/>
                  </a:lnTo>
                  <a:lnTo>
                    <a:pt x="3918547" y="2702690"/>
                  </a:lnTo>
                  <a:lnTo>
                    <a:pt x="3930870" y="2708681"/>
                  </a:lnTo>
                  <a:lnTo>
                    <a:pt x="3943192" y="2713788"/>
                  </a:lnTo>
                  <a:lnTo>
                    <a:pt x="3955515" y="2718005"/>
                  </a:lnTo>
                  <a:lnTo>
                    <a:pt x="3967837" y="2721381"/>
                  </a:lnTo>
                  <a:lnTo>
                    <a:pt x="3980160" y="2724001"/>
                  </a:lnTo>
                  <a:lnTo>
                    <a:pt x="3992482" y="2725974"/>
                  </a:lnTo>
                  <a:lnTo>
                    <a:pt x="4004805" y="2727408"/>
                  </a:lnTo>
                  <a:lnTo>
                    <a:pt x="4017127" y="2728398"/>
                  </a:lnTo>
                  <a:lnTo>
                    <a:pt x="4029450" y="2729087"/>
                  </a:lnTo>
                  <a:lnTo>
                    <a:pt x="4041772" y="2729552"/>
                  </a:lnTo>
                  <a:lnTo>
                    <a:pt x="4054095" y="2729859"/>
                  </a:lnTo>
                  <a:lnTo>
                    <a:pt x="4066417" y="2730055"/>
                  </a:lnTo>
                  <a:lnTo>
                    <a:pt x="4078740" y="2730177"/>
                  </a:lnTo>
                  <a:lnTo>
                    <a:pt x="4091062" y="2730251"/>
                  </a:lnTo>
                  <a:lnTo>
                    <a:pt x="4103385" y="2730294"/>
                  </a:lnTo>
                  <a:lnTo>
                    <a:pt x="4115707" y="2730318"/>
                  </a:lnTo>
                  <a:lnTo>
                    <a:pt x="4128030" y="2730332"/>
                  </a:lnTo>
                  <a:lnTo>
                    <a:pt x="4140352" y="2730339"/>
                  </a:lnTo>
                  <a:lnTo>
                    <a:pt x="4152675" y="2730343"/>
                  </a:lnTo>
                  <a:lnTo>
                    <a:pt x="4164997" y="2730344"/>
                  </a:lnTo>
                  <a:lnTo>
                    <a:pt x="4177319" y="2730345"/>
                  </a:lnTo>
                  <a:lnTo>
                    <a:pt x="4189642" y="2730346"/>
                  </a:lnTo>
                  <a:lnTo>
                    <a:pt x="4201964" y="2730346"/>
                  </a:lnTo>
                  <a:lnTo>
                    <a:pt x="4214287" y="2730346"/>
                  </a:lnTo>
                  <a:lnTo>
                    <a:pt x="4226609" y="2730346"/>
                  </a:lnTo>
                  <a:lnTo>
                    <a:pt x="4238932" y="2730346"/>
                  </a:lnTo>
                  <a:lnTo>
                    <a:pt x="4251254" y="2730346"/>
                  </a:lnTo>
                  <a:lnTo>
                    <a:pt x="4263577" y="2730346"/>
                  </a:lnTo>
                  <a:lnTo>
                    <a:pt x="4275899" y="2730346"/>
                  </a:lnTo>
                  <a:lnTo>
                    <a:pt x="4288222" y="2730346"/>
                  </a:lnTo>
                  <a:lnTo>
                    <a:pt x="4300544" y="2730346"/>
                  </a:lnTo>
                  <a:lnTo>
                    <a:pt x="4312867" y="2730346"/>
                  </a:lnTo>
                  <a:lnTo>
                    <a:pt x="4325189" y="2730346"/>
                  </a:lnTo>
                  <a:lnTo>
                    <a:pt x="4337512" y="2730346"/>
                  </a:lnTo>
                  <a:lnTo>
                    <a:pt x="4349834" y="2730346"/>
                  </a:lnTo>
                  <a:lnTo>
                    <a:pt x="4362157" y="2730346"/>
                  </a:lnTo>
                  <a:lnTo>
                    <a:pt x="4374479" y="2730346"/>
                  </a:lnTo>
                  <a:lnTo>
                    <a:pt x="4386802" y="2730346"/>
                  </a:lnTo>
                  <a:lnTo>
                    <a:pt x="4399124" y="2730346"/>
                  </a:lnTo>
                  <a:lnTo>
                    <a:pt x="4411447" y="2730346"/>
                  </a:lnTo>
                  <a:lnTo>
                    <a:pt x="4423769" y="2730346"/>
                  </a:lnTo>
                  <a:lnTo>
                    <a:pt x="4436091" y="2730346"/>
                  </a:lnTo>
                  <a:lnTo>
                    <a:pt x="4448414" y="2730346"/>
                  </a:lnTo>
                  <a:lnTo>
                    <a:pt x="4460736" y="2730346"/>
                  </a:lnTo>
                  <a:lnTo>
                    <a:pt x="4473059" y="2730346"/>
                  </a:lnTo>
                  <a:lnTo>
                    <a:pt x="4485381" y="2730346"/>
                  </a:lnTo>
                  <a:lnTo>
                    <a:pt x="4497704" y="2730346"/>
                  </a:lnTo>
                  <a:lnTo>
                    <a:pt x="4510026" y="2730345"/>
                  </a:lnTo>
                  <a:lnTo>
                    <a:pt x="4522349" y="2730344"/>
                  </a:lnTo>
                  <a:lnTo>
                    <a:pt x="4534671" y="2730341"/>
                  </a:lnTo>
                  <a:lnTo>
                    <a:pt x="4546994" y="2730336"/>
                  </a:lnTo>
                  <a:lnTo>
                    <a:pt x="4559316" y="2730327"/>
                  </a:lnTo>
                  <a:lnTo>
                    <a:pt x="4571639" y="2730312"/>
                  </a:lnTo>
                  <a:lnTo>
                    <a:pt x="4583961" y="2730284"/>
                  </a:lnTo>
                  <a:lnTo>
                    <a:pt x="4596284" y="2730236"/>
                  </a:lnTo>
                  <a:lnTo>
                    <a:pt x="4608606" y="2730158"/>
                  </a:lnTo>
                  <a:lnTo>
                    <a:pt x="4620929" y="2730034"/>
                  </a:lnTo>
                  <a:lnTo>
                    <a:pt x="4633251" y="2729845"/>
                  </a:lnTo>
                  <a:lnTo>
                    <a:pt x="4645574" y="2729563"/>
                  </a:lnTo>
                  <a:lnTo>
                    <a:pt x="4657896" y="2729156"/>
                  </a:lnTo>
                  <a:lnTo>
                    <a:pt x="4670219" y="2728590"/>
                  </a:lnTo>
                  <a:lnTo>
                    <a:pt x="4682541" y="2727824"/>
                  </a:lnTo>
                  <a:lnTo>
                    <a:pt x="4694864" y="2726821"/>
                  </a:lnTo>
                  <a:lnTo>
                    <a:pt x="4707186" y="2725549"/>
                  </a:lnTo>
                  <a:lnTo>
                    <a:pt x="4719508" y="2723975"/>
                  </a:lnTo>
                  <a:lnTo>
                    <a:pt x="4731831" y="2722092"/>
                  </a:lnTo>
                  <a:lnTo>
                    <a:pt x="4744153" y="2719955"/>
                  </a:lnTo>
                  <a:lnTo>
                    <a:pt x="4756476" y="2717627"/>
                  </a:lnTo>
                  <a:lnTo>
                    <a:pt x="4768798" y="2715202"/>
                  </a:lnTo>
                  <a:lnTo>
                    <a:pt x="4781121" y="2712802"/>
                  </a:lnTo>
                  <a:lnTo>
                    <a:pt x="4793443" y="2710563"/>
                  </a:lnTo>
                  <a:lnTo>
                    <a:pt x="4805766" y="2708629"/>
                  </a:lnTo>
                  <a:lnTo>
                    <a:pt x="4818088" y="2707134"/>
                  </a:lnTo>
                  <a:lnTo>
                    <a:pt x="4830411" y="2706188"/>
                  </a:lnTo>
                  <a:lnTo>
                    <a:pt x="4842733" y="2705865"/>
                  </a:lnTo>
                  <a:lnTo>
                    <a:pt x="4855056" y="2706191"/>
                  </a:lnTo>
                  <a:lnTo>
                    <a:pt x="4867378" y="2707181"/>
                  </a:lnTo>
                  <a:lnTo>
                    <a:pt x="4879701" y="2708698"/>
                  </a:lnTo>
                  <a:lnTo>
                    <a:pt x="4892023" y="2710591"/>
                  </a:lnTo>
                  <a:lnTo>
                    <a:pt x="4904346" y="2712693"/>
                  </a:lnTo>
                  <a:lnTo>
                    <a:pt x="4916668" y="2714820"/>
                  </a:lnTo>
                  <a:lnTo>
                    <a:pt x="4928991" y="2716781"/>
                  </a:lnTo>
                  <a:lnTo>
                    <a:pt x="4941313" y="2718384"/>
                  </a:lnTo>
                  <a:lnTo>
                    <a:pt x="4953636" y="2719443"/>
                  </a:lnTo>
                  <a:lnTo>
                    <a:pt x="4965958" y="2719780"/>
                  </a:lnTo>
                  <a:lnTo>
                    <a:pt x="4978281" y="2719224"/>
                  </a:lnTo>
                  <a:lnTo>
                    <a:pt x="4990603" y="2717618"/>
                  </a:lnTo>
                  <a:lnTo>
                    <a:pt x="5002925" y="2714794"/>
                  </a:lnTo>
                  <a:lnTo>
                    <a:pt x="5015248" y="2710558"/>
                  </a:lnTo>
                  <a:lnTo>
                    <a:pt x="5027570" y="2704971"/>
                  </a:lnTo>
                  <a:lnTo>
                    <a:pt x="5039893" y="2698074"/>
                  </a:lnTo>
                  <a:lnTo>
                    <a:pt x="5052215" y="2690010"/>
                  </a:lnTo>
                  <a:lnTo>
                    <a:pt x="5064538" y="2681034"/>
                  </a:lnTo>
                  <a:lnTo>
                    <a:pt x="5076860" y="2671517"/>
                  </a:lnTo>
                  <a:lnTo>
                    <a:pt x="5089183" y="2661932"/>
                  </a:lnTo>
                  <a:lnTo>
                    <a:pt x="5101505" y="2652829"/>
                  </a:lnTo>
                  <a:lnTo>
                    <a:pt x="5113828" y="2644794"/>
                  </a:lnTo>
                  <a:lnTo>
                    <a:pt x="5126150" y="2638389"/>
                  </a:lnTo>
                  <a:lnTo>
                    <a:pt x="5138473" y="2634103"/>
                  </a:lnTo>
                  <a:lnTo>
                    <a:pt x="5150795" y="2632468"/>
                  </a:lnTo>
                  <a:lnTo>
                    <a:pt x="5163118" y="2633551"/>
                  </a:lnTo>
                  <a:lnTo>
                    <a:pt x="5175440" y="2637156"/>
                  </a:lnTo>
                  <a:lnTo>
                    <a:pt x="5187763" y="2642992"/>
                  </a:lnTo>
                  <a:lnTo>
                    <a:pt x="5200085" y="2650619"/>
                  </a:lnTo>
                  <a:lnTo>
                    <a:pt x="5212408" y="2659501"/>
                  </a:lnTo>
                  <a:lnTo>
                    <a:pt x="5224730" y="2669067"/>
                  </a:lnTo>
                  <a:lnTo>
                    <a:pt x="5237053" y="2678763"/>
                  </a:lnTo>
                  <a:lnTo>
                    <a:pt x="5249375" y="2688104"/>
                  </a:lnTo>
                  <a:lnTo>
                    <a:pt x="5261698" y="2696707"/>
                  </a:lnTo>
                  <a:lnTo>
                    <a:pt x="5274020" y="2704307"/>
                  </a:lnTo>
                  <a:lnTo>
                    <a:pt x="5286342" y="2710750"/>
                  </a:lnTo>
                  <a:lnTo>
                    <a:pt x="5298665" y="2715918"/>
                  </a:lnTo>
                  <a:lnTo>
                    <a:pt x="5310987" y="2719999"/>
                  </a:lnTo>
                  <a:lnTo>
                    <a:pt x="5323310" y="2723122"/>
                  </a:lnTo>
                  <a:lnTo>
                    <a:pt x="5335632" y="2725438"/>
                  </a:lnTo>
                  <a:lnTo>
                    <a:pt x="5347955" y="2727103"/>
                  </a:lnTo>
                  <a:lnTo>
                    <a:pt x="5360277" y="2728263"/>
                  </a:lnTo>
                  <a:lnTo>
                    <a:pt x="5372600" y="2729047"/>
                  </a:lnTo>
                  <a:lnTo>
                    <a:pt x="5384922" y="2729559"/>
                  </a:lnTo>
                  <a:lnTo>
                    <a:pt x="5397245" y="2729884"/>
                  </a:lnTo>
                  <a:lnTo>
                    <a:pt x="5409567" y="2730083"/>
                  </a:lnTo>
                  <a:lnTo>
                    <a:pt x="5421890" y="2730201"/>
                  </a:lnTo>
                  <a:lnTo>
                    <a:pt x="5434212" y="2730267"/>
                  </a:lnTo>
                  <a:lnTo>
                    <a:pt x="5446535" y="2730303"/>
                  </a:lnTo>
                  <a:lnTo>
                    <a:pt x="5458857" y="2730324"/>
                  </a:lnTo>
                  <a:lnTo>
                    <a:pt x="5471180" y="2730335"/>
                  </a:lnTo>
                  <a:lnTo>
                    <a:pt x="5483502" y="2730341"/>
                  </a:lnTo>
                  <a:lnTo>
                    <a:pt x="5495825" y="2730344"/>
                  </a:lnTo>
                  <a:lnTo>
                    <a:pt x="5508147" y="2730345"/>
                  </a:lnTo>
                  <a:lnTo>
                    <a:pt x="5520470" y="2730346"/>
                  </a:lnTo>
                  <a:lnTo>
                    <a:pt x="5532792" y="2730346"/>
                  </a:lnTo>
                  <a:lnTo>
                    <a:pt x="5545114" y="2730346"/>
                  </a:lnTo>
                  <a:lnTo>
                    <a:pt x="5557437" y="2730346"/>
                  </a:lnTo>
                  <a:lnTo>
                    <a:pt x="5569759" y="2730346"/>
                  </a:lnTo>
                  <a:lnTo>
                    <a:pt x="5582082" y="2730346"/>
                  </a:lnTo>
                  <a:lnTo>
                    <a:pt x="5594404" y="2730346"/>
                  </a:lnTo>
                  <a:lnTo>
                    <a:pt x="5606727" y="2730346"/>
                  </a:lnTo>
                  <a:lnTo>
                    <a:pt x="5619049" y="2730346"/>
                  </a:lnTo>
                  <a:lnTo>
                    <a:pt x="5631372" y="2730346"/>
                  </a:lnTo>
                  <a:lnTo>
                    <a:pt x="5643694" y="2730346"/>
                  </a:lnTo>
                  <a:lnTo>
                    <a:pt x="5656017" y="2730346"/>
                  </a:lnTo>
                  <a:lnTo>
                    <a:pt x="5668339" y="2730346"/>
                  </a:lnTo>
                  <a:lnTo>
                    <a:pt x="5680662" y="2730346"/>
                  </a:lnTo>
                  <a:lnTo>
                    <a:pt x="5692984" y="2730346"/>
                  </a:lnTo>
                  <a:lnTo>
                    <a:pt x="5705307" y="2730346"/>
                  </a:lnTo>
                  <a:lnTo>
                    <a:pt x="5717629" y="2730346"/>
                  </a:lnTo>
                  <a:lnTo>
                    <a:pt x="5729952" y="2730346"/>
                  </a:lnTo>
                  <a:lnTo>
                    <a:pt x="5742274" y="2730346"/>
                  </a:lnTo>
                  <a:lnTo>
                    <a:pt x="5754597" y="2730346"/>
                  </a:lnTo>
                  <a:lnTo>
                    <a:pt x="5766919" y="2730346"/>
                  </a:lnTo>
                  <a:lnTo>
                    <a:pt x="5779242" y="2730346"/>
                  </a:lnTo>
                  <a:lnTo>
                    <a:pt x="5791564" y="2730346"/>
                  </a:lnTo>
                  <a:lnTo>
                    <a:pt x="5803887" y="2730346"/>
                  </a:lnTo>
                  <a:lnTo>
                    <a:pt x="5816209" y="2730346"/>
                  </a:lnTo>
                  <a:lnTo>
                    <a:pt x="5828531" y="2730346"/>
                  </a:lnTo>
                  <a:lnTo>
                    <a:pt x="5840854" y="2730346"/>
                  </a:lnTo>
                  <a:lnTo>
                    <a:pt x="5853176" y="2730346"/>
                  </a:lnTo>
                  <a:lnTo>
                    <a:pt x="5865499" y="2730346"/>
                  </a:lnTo>
                  <a:lnTo>
                    <a:pt x="5877821" y="2730346"/>
                  </a:lnTo>
                  <a:lnTo>
                    <a:pt x="5890144" y="2730346"/>
                  </a:lnTo>
                  <a:lnTo>
                    <a:pt x="5902466" y="2730346"/>
                  </a:lnTo>
                  <a:lnTo>
                    <a:pt x="5914789" y="2730346"/>
                  </a:lnTo>
                  <a:lnTo>
                    <a:pt x="5927111" y="2730346"/>
                  </a:lnTo>
                  <a:lnTo>
                    <a:pt x="5939434" y="2730346"/>
                  </a:lnTo>
                  <a:lnTo>
                    <a:pt x="5951756" y="2730346"/>
                  </a:lnTo>
                  <a:lnTo>
                    <a:pt x="5964079" y="2730346"/>
                  </a:lnTo>
                  <a:lnTo>
                    <a:pt x="5976401" y="2730346"/>
                  </a:lnTo>
                  <a:lnTo>
                    <a:pt x="5988724" y="2730346"/>
                  </a:lnTo>
                  <a:lnTo>
                    <a:pt x="6001046" y="2730346"/>
                  </a:lnTo>
                  <a:lnTo>
                    <a:pt x="6013369" y="2730346"/>
                  </a:lnTo>
                  <a:lnTo>
                    <a:pt x="6025691" y="2730346"/>
                  </a:lnTo>
                  <a:lnTo>
                    <a:pt x="6038014" y="2730346"/>
                  </a:lnTo>
                  <a:lnTo>
                    <a:pt x="6050336" y="2730346"/>
                  </a:lnTo>
                  <a:lnTo>
                    <a:pt x="6062659" y="2730346"/>
                  </a:lnTo>
                  <a:lnTo>
                    <a:pt x="6074981" y="2730346"/>
                  </a:lnTo>
                  <a:lnTo>
                    <a:pt x="6087304" y="2730346"/>
                  </a:lnTo>
                  <a:lnTo>
                    <a:pt x="6099626" y="2730346"/>
                  </a:lnTo>
                  <a:lnTo>
                    <a:pt x="6111948" y="2730346"/>
                  </a:lnTo>
                  <a:lnTo>
                    <a:pt x="6124271" y="2730346"/>
                  </a:lnTo>
                  <a:lnTo>
                    <a:pt x="6136593" y="2730346"/>
                  </a:lnTo>
                  <a:lnTo>
                    <a:pt x="6148916" y="2730346"/>
                  </a:lnTo>
                  <a:lnTo>
                    <a:pt x="6161238" y="2730346"/>
                  </a:lnTo>
                  <a:lnTo>
                    <a:pt x="6173561" y="2730346"/>
                  </a:lnTo>
                  <a:lnTo>
                    <a:pt x="6185883" y="2730346"/>
                  </a:lnTo>
                  <a:lnTo>
                    <a:pt x="6198206" y="2730346"/>
                  </a:lnTo>
                  <a:lnTo>
                    <a:pt x="6210528" y="2730346"/>
                  </a:lnTo>
                  <a:lnTo>
                    <a:pt x="6222851" y="2730346"/>
                  </a:lnTo>
                  <a:lnTo>
                    <a:pt x="6235173" y="2730346"/>
                  </a:lnTo>
                  <a:lnTo>
                    <a:pt x="6247496" y="2730346"/>
                  </a:lnTo>
                  <a:lnTo>
                    <a:pt x="6259818" y="2730346"/>
                  </a:lnTo>
                  <a:lnTo>
                    <a:pt x="6272141" y="2730346"/>
                  </a:lnTo>
                  <a:lnTo>
                    <a:pt x="6284463" y="2730346"/>
                  </a:lnTo>
                  <a:lnTo>
                    <a:pt x="6296786" y="2730346"/>
                  </a:lnTo>
                  <a:lnTo>
                    <a:pt x="6284463" y="2730346"/>
                  </a:lnTo>
                  <a:lnTo>
                    <a:pt x="6272141" y="2730346"/>
                  </a:lnTo>
                  <a:lnTo>
                    <a:pt x="6259818" y="2730346"/>
                  </a:lnTo>
                  <a:lnTo>
                    <a:pt x="6247496" y="2730346"/>
                  </a:lnTo>
                  <a:lnTo>
                    <a:pt x="6235173" y="2730346"/>
                  </a:lnTo>
                  <a:lnTo>
                    <a:pt x="6222851" y="2730346"/>
                  </a:lnTo>
                  <a:lnTo>
                    <a:pt x="6210528" y="2730346"/>
                  </a:lnTo>
                  <a:lnTo>
                    <a:pt x="6198206" y="2730346"/>
                  </a:lnTo>
                  <a:lnTo>
                    <a:pt x="6185883" y="2730346"/>
                  </a:lnTo>
                  <a:lnTo>
                    <a:pt x="6173561" y="2730346"/>
                  </a:lnTo>
                  <a:lnTo>
                    <a:pt x="6161238" y="2730346"/>
                  </a:lnTo>
                  <a:lnTo>
                    <a:pt x="6148916" y="2730346"/>
                  </a:lnTo>
                  <a:lnTo>
                    <a:pt x="6136593" y="2730346"/>
                  </a:lnTo>
                  <a:lnTo>
                    <a:pt x="6124271" y="2730346"/>
                  </a:lnTo>
                  <a:lnTo>
                    <a:pt x="6111948" y="2730346"/>
                  </a:lnTo>
                  <a:lnTo>
                    <a:pt x="6099626" y="2730346"/>
                  </a:lnTo>
                  <a:lnTo>
                    <a:pt x="6087304" y="2730346"/>
                  </a:lnTo>
                  <a:lnTo>
                    <a:pt x="6074981" y="2730346"/>
                  </a:lnTo>
                  <a:lnTo>
                    <a:pt x="6062659" y="2730346"/>
                  </a:lnTo>
                  <a:lnTo>
                    <a:pt x="6050336" y="2730346"/>
                  </a:lnTo>
                  <a:lnTo>
                    <a:pt x="6038014" y="2730346"/>
                  </a:lnTo>
                  <a:lnTo>
                    <a:pt x="6025691" y="2730346"/>
                  </a:lnTo>
                  <a:lnTo>
                    <a:pt x="6013369" y="2730346"/>
                  </a:lnTo>
                  <a:lnTo>
                    <a:pt x="6001046" y="2730346"/>
                  </a:lnTo>
                  <a:lnTo>
                    <a:pt x="5988724" y="2730346"/>
                  </a:lnTo>
                  <a:lnTo>
                    <a:pt x="5976401" y="2730346"/>
                  </a:lnTo>
                  <a:lnTo>
                    <a:pt x="5964079" y="2730346"/>
                  </a:lnTo>
                  <a:lnTo>
                    <a:pt x="5951756" y="2730346"/>
                  </a:lnTo>
                  <a:lnTo>
                    <a:pt x="5939434" y="2730346"/>
                  </a:lnTo>
                  <a:lnTo>
                    <a:pt x="5927111" y="2730346"/>
                  </a:lnTo>
                  <a:lnTo>
                    <a:pt x="5914789" y="2730346"/>
                  </a:lnTo>
                  <a:lnTo>
                    <a:pt x="5902466" y="2730346"/>
                  </a:lnTo>
                  <a:lnTo>
                    <a:pt x="5890144" y="2730346"/>
                  </a:lnTo>
                  <a:lnTo>
                    <a:pt x="5877821" y="2730346"/>
                  </a:lnTo>
                  <a:lnTo>
                    <a:pt x="5865499" y="2730346"/>
                  </a:lnTo>
                  <a:lnTo>
                    <a:pt x="5853176" y="2730346"/>
                  </a:lnTo>
                  <a:lnTo>
                    <a:pt x="5840854" y="2730346"/>
                  </a:lnTo>
                  <a:lnTo>
                    <a:pt x="5828531" y="2730346"/>
                  </a:lnTo>
                  <a:lnTo>
                    <a:pt x="5816209" y="2730346"/>
                  </a:lnTo>
                  <a:lnTo>
                    <a:pt x="5803887" y="2730346"/>
                  </a:lnTo>
                  <a:lnTo>
                    <a:pt x="5791564" y="2730346"/>
                  </a:lnTo>
                  <a:lnTo>
                    <a:pt x="5779242" y="2730346"/>
                  </a:lnTo>
                  <a:lnTo>
                    <a:pt x="5766919" y="2730346"/>
                  </a:lnTo>
                  <a:lnTo>
                    <a:pt x="5754597" y="2730346"/>
                  </a:lnTo>
                  <a:lnTo>
                    <a:pt x="5742274" y="2730346"/>
                  </a:lnTo>
                  <a:lnTo>
                    <a:pt x="5729952" y="2730346"/>
                  </a:lnTo>
                  <a:lnTo>
                    <a:pt x="5717629" y="2730346"/>
                  </a:lnTo>
                  <a:lnTo>
                    <a:pt x="5705307" y="2730346"/>
                  </a:lnTo>
                  <a:lnTo>
                    <a:pt x="5692984" y="2730346"/>
                  </a:lnTo>
                  <a:lnTo>
                    <a:pt x="5680662" y="2730346"/>
                  </a:lnTo>
                  <a:lnTo>
                    <a:pt x="5668339" y="2730346"/>
                  </a:lnTo>
                  <a:lnTo>
                    <a:pt x="5656017" y="2730346"/>
                  </a:lnTo>
                  <a:lnTo>
                    <a:pt x="5643694" y="2730346"/>
                  </a:lnTo>
                  <a:lnTo>
                    <a:pt x="5631372" y="2730346"/>
                  </a:lnTo>
                  <a:lnTo>
                    <a:pt x="5619049" y="2730346"/>
                  </a:lnTo>
                  <a:lnTo>
                    <a:pt x="5606727" y="2730346"/>
                  </a:lnTo>
                  <a:lnTo>
                    <a:pt x="5594404" y="2730346"/>
                  </a:lnTo>
                  <a:lnTo>
                    <a:pt x="5582082" y="2730346"/>
                  </a:lnTo>
                  <a:lnTo>
                    <a:pt x="5569759" y="2730346"/>
                  </a:lnTo>
                  <a:lnTo>
                    <a:pt x="5557437" y="2730346"/>
                  </a:lnTo>
                  <a:lnTo>
                    <a:pt x="5545114" y="2730346"/>
                  </a:lnTo>
                  <a:lnTo>
                    <a:pt x="5532792" y="2730346"/>
                  </a:lnTo>
                  <a:lnTo>
                    <a:pt x="5520470" y="2730346"/>
                  </a:lnTo>
                  <a:lnTo>
                    <a:pt x="5508147" y="2730346"/>
                  </a:lnTo>
                  <a:lnTo>
                    <a:pt x="5495825" y="2730346"/>
                  </a:lnTo>
                  <a:lnTo>
                    <a:pt x="5483502" y="2730346"/>
                  </a:lnTo>
                  <a:lnTo>
                    <a:pt x="5471180" y="2730346"/>
                  </a:lnTo>
                  <a:lnTo>
                    <a:pt x="5458857" y="2730346"/>
                  </a:lnTo>
                  <a:lnTo>
                    <a:pt x="5446535" y="2730346"/>
                  </a:lnTo>
                  <a:lnTo>
                    <a:pt x="5434212" y="2730346"/>
                  </a:lnTo>
                  <a:lnTo>
                    <a:pt x="5421890" y="2730346"/>
                  </a:lnTo>
                  <a:lnTo>
                    <a:pt x="5409567" y="2730346"/>
                  </a:lnTo>
                  <a:lnTo>
                    <a:pt x="5397245" y="2730346"/>
                  </a:lnTo>
                  <a:lnTo>
                    <a:pt x="5384922" y="2730346"/>
                  </a:lnTo>
                  <a:lnTo>
                    <a:pt x="5372600" y="2730346"/>
                  </a:lnTo>
                  <a:lnTo>
                    <a:pt x="5360277" y="2730346"/>
                  </a:lnTo>
                  <a:lnTo>
                    <a:pt x="5347955" y="2730346"/>
                  </a:lnTo>
                  <a:lnTo>
                    <a:pt x="5335632" y="2730346"/>
                  </a:lnTo>
                  <a:lnTo>
                    <a:pt x="5323310" y="2730346"/>
                  </a:lnTo>
                  <a:lnTo>
                    <a:pt x="5310987" y="2730346"/>
                  </a:lnTo>
                  <a:lnTo>
                    <a:pt x="5298665" y="2730346"/>
                  </a:lnTo>
                  <a:lnTo>
                    <a:pt x="5286342" y="2730346"/>
                  </a:lnTo>
                  <a:lnTo>
                    <a:pt x="5274020" y="2730346"/>
                  </a:lnTo>
                  <a:lnTo>
                    <a:pt x="5261698" y="2730346"/>
                  </a:lnTo>
                  <a:lnTo>
                    <a:pt x="5249375" y="2730346"/>
                  </a:lnTo>
                  <a:lnTo>
                    <a:pt x="5237053" y="2730346"/>
                  </a:lnTo>
                  <a:lnTo>
                    <a:pt x="5224730" y="2730346"/>
                  </a:lnTo>
                  <a:lnTo>
                    <a:pt x="5212408" y="2730346"/>
                  </a:lnTo>
                  <a:lnTo>
                    <a:pt x="5200085" y="2730346"/>
                  </a:lnTo>
                  <a:lnTo>
                    <a:pt x="5187763" y="2730346"/>
                  </a:lnTo>
                  <a:lnTo>
                    <a:pt x="5175440" y="2730346"/>
                  </a:lnTo>
                  <a:lnTo>
                    <a:pt x="5163118" y="2730346"/>
                  </a:lnTo>
                  <a:lnTo>
                    <a:pt x="5150795" y="2730346"/>
                  </a:lnTo>
                  <a:lnTo>
                    <a:pt x="5138473" y="2730346"/>
                  </a:lnTo>
                  <a:lnTo>
                    <a:pt x="5126150" y="2730346"/>
                  </a:lnTo>
                  <a:lnTo>
                    <a:pt x="5113828" y="2730346"/>
                  </a:lnTo>
                  <a:lnTo>
                    <a:pt x="5101505" y="2730346"/>
                  </a:lnTo>
                  <a:lnTo>
                    <a:pt x="5089183" y="2730346"/>
                  </a:lnTo>
                  <a:lnTo>
                    <a:pt x="5076860" y="2730346"/>
                  </a:lnTo>
                  <a:lnTo>
                    <a:pt x="5064538" y="2730346"/>
                  </a:lnTo>
                  <a:lnTo>
                    <a:pt x="5052215" y="2730346"/>
                  </a:lnTo>
                  <a:lnTo>
                    <a:pt x="5039893" y="2730346"/>
                  </a:lnTo>
                  <a:lnTo>
                    <a:pt x="5027570" y="2730346"/>
                  </a:lnTo>
                  <a:lnTo>
                    <a:pt x="5015248" y="2730346"/>
                  </a:lnTo>
                  <a:lnTo>
                    <a:pt x="5002925" y="2730346"/>
                  </a:lnTo>
                  <a:lnTo>
                    <a:pt x="4990603" y="2730346"/>
                  </a:lnTo>
                  <a:lnTo>
                    <a:pt x="4978281" y="2730346"/>
                  </a:lnTo>
                  <a:lnTo>
                    <a:pt x="4965958" y="2730346"/>
                  </a:lnTo>
                  <a:lnTo>
                    <a:pt x="4953636" y="2730346"/>
                  </a:lnTo>
                  <a:lnTo>
                    <a:pt x="4941313" y="2730346"/>
                  </a:lnTo>
                  <a:lnTo>
                    <a:pt x="4928991" y="2730346"/>
                  </a:lnTo>
                  <a:lnTo>
                    <a:pt x="4916668" y="2730346"/>
                  </a:lnTo>
                  <a:lnTo>
                    <a:pt x="4904346" y="2730346"/>
                  </a:lnTo>
                  <a:lnTo>
                    <a:pt x="4892023" y="2730346"/>
                  </a:lnTo>
                  <a:lnTo>
                    <a:pt x="4879701" y="2730346"/>
                  </a:lnTo>
                  <a:lnTo>
                    <a:pt x="4867378" y="2730346"/>
                  </a:lnTo>
                  <a:lnTo>
                    <a:pt x="4855056" y="2730346"/>
                  </a:lnTo>
                  <a:lnTo>
                    <a:pt x="4842733" y="2730346"/>
                  </a:lnTo>
                  <a:lnTo>
                    <a:pt x="4830411" y="2730346"/>
                  </a:lnTo>
                  <a:lnTo>
                    <a:pt x="4818088" y="2730346"/>
                  </a:lnTo>
                  <a:lnTo>
                    <a:pt x="4805766" y="2730346"/>
                  </a:lnTo>
                  <a:lnTo>
                    <a:pt x="4793443" y="2730346"/>
                  </a:lnTo>
                  <a:lnTo>
                    <a:pt x="4781121" y="2730346"/>
                  </a:lnTo>
                  <a:lnTo>
                    <a:pt x="4768798" y="2730346"/>
                  </a:lnTo>
                  <a:lnTo>
                    <a:pt x="4756476" y="2730346"/>
                  </a:lnTo>
                  <a:lnTo>
                    <a:pt x="4744153" y="2730346"/>
                  </a:lnTo>
                  <a:lnTo>
                    <a:pt x="4731831" y="2730346"/>
                  </a:lnTo>
                  <a:lnTo>
                    <a:pt x="4719508" y="2730346"/>
                  </a:lnTo>
                  <a:lnTo>
                    <a:pt x="4707186" y="2730346"/>
                  </a:lnTo>
                  <a:lnTo>
                    <a:pt x="4694864" y="2730346"/>
                  </a:lnTo>
                  <a:lnTo>
                    <a:pt x="4682541" y="2730346"/>
                  </a:lnTo>
                  <a:lnTo>
                    <a:pt x="4670219" y="2730346"/>
                  </a:lnTo>
                  <a:lnTo>
                    <a:pt x="4657896" y="2730346"/>
                  </a:lnTo>
                  <a:lnTo>
                    <a:pt x="4645574" y="2730346"/>
                  </a:lnTo>
                  <a:lnTo>
                    <a:pt x="4633251" y="2730346"/>
                  </a:lnTo>
                  <a:lnTo>
                    <a:pt x="4620929" y="2730346"/>
                  </a:lnTo>
                  <a:lnTo>
                    <a:pt x="4608606" y="2730346"/>
                  </a:lnTo>
                  <a:lnTo>
                    <a:pt x="4596284" y="2730346"/>
                  </a:lnTo>
                  <a:lnTo>
                    <a:pt x="4583961" y="2730346"/>
                  </a:lnTo>
                  <a:lnTo>
                    <a:pt x="4571639" y="2730346"/>
                  </a:lnTo>
                  <a:lnTo>
                    <a:pt x="4559316" y="2730346"/>
                  </a:lnTo>
                  <a:lnTo>
                    <a:pt x="4546994" y="2730346"/>
                  </a:lnTo>
                  <a:lnTo>
                    <a:pt x="4534671" y="2730346"/>
                  </a:lnTo>
                  <a:lnTo>
                    <a:pt x="4522349" y="2730346"/>
                  </a:lnTo>
                  <a:lnTo>
                    <a:pt x="4510026" y="2730346"/>
                  </a:lnTo>
                  <a:lnTo>
                    <a:pt x="4497704" y="2730346"/>
                  </a:lnTo>
                  <a:lnTo>
                    <a:pt x="4485381" y="2730346"/>
                  </a:lnTo>
                  <a:lnTo>
                    <a:pt x="4473059" y="2730346"/>
                  </a:lnTo>
                  <a:lnTo>
                    <a:pt x="4460736" y="2730346"/>
                  </a:lnTo>
                  <a:lnTo>
                    <a:pt x="4448414" y="2730346"/>
                  </a:lnTo>
                  <a:lnTo>
                    <a:pt x="4436091" y="2730346"/>
                  </a:lnTo>
                  <a:lnTo>
                    <a:pt x="4423769" y="2730346"/>
                  </a:lnTo>
                  <a:lnTo>
                    <a:pt x="4411447" y="2730346"/>
                  </a:lnTo>
                  <a:lnTo>
                    <a:pt x="4399124" y="2730346"/>
                  </a:lnTo>
                  <a:lnTo>
                    <a:pt x="4386802" y="2730346"/>
                  </a:lnTo>
                  <a:lnTo>
                    <a:pt x="4374479" y="2730346"/>
                  </a:lnTo>
                  <a:lnTo>
                    <a:pt x="4362157" y="2730346"/>
                  </a:lnTo>
                  <a:lnTo>
                    <a:pt x="4349834" y="2730346"/>
                  </a:lnTo>
                  <a:lnTo>
                    <a:pt x="4337512" y="2730346"/>
                  </a:lnTo>
                  <a:lnTo>
                    <a:pt x="4325189" y="2730346"/>
                  </a:lnTo>
                  <a:lnTo>
                    <a:pt x="4312867" y="2730346"/>
                  </a:lnTo>
                  <a:lnTo>
                    <a:pt x="4300544" y="2730346"/>
                  </a:lnTo>
                  <a:lnTo>
                    <a:pt x="4288222" y="2730346"/>
                  </a:lnTo>
                  <a:lnTo>
                    <a:pt x="4275899" y="2730346"/>
                  </a:lnTo>
                  <a:lnTo>
                    <a:pt x="4263577" y="2730346"/>
                  </a:lnTo>
                  <a:lnTo>
                    <a:pt x="4251254" y="2730346"/>
                  </a:lnTo>
                  <a:lnTo>
                    <a:pt x="4238932" y="2730346"/>
                  </a:lnTo>
                  <a:lnTo>
                    <a:pt x="4226609" y="2730346"/>
                  </a:lnTo>
                  <a:lnTo>
                    <a:pt x="4214287" y="2730346"/>
                  </a:lnTo>
                  <a:lnTo>
                    <a:pt x="4201964" y="2730346"/>
                  </a:lnTo>
                  <a:lnTo>
                    <a:pt x="4189642" y="2730346"/>
                  </a:lnTo>
                  <a:lnTo>
                    <a:pt x="4177319" y="2730346"/>
                  </a:lnTo>
                  <a:lnTo>
                    <a:pt x="4164997" y="2730346"/>
                  </a:lnTo>
                  <a:lnTo>
                    <a:pt x="4152675" y="2730346"/>
                  </a:lnTo>
                  <a:lnTo>
                    <a:pt x="4140352" y="2730346"/>
                  </a:lnTo>
                  <a:lnTo>
                    <a:pt x="4128030" y="2730346"/>
                  </a:lnTo>
                  <a:lnTo>
                    <a:pt x="4115707" y="2730346"/>
                  </a:lnTo>
                  <a:lnTo>
                    <a:pt x="4103385" y="2730346"/>
                  </a:lnTo>
                  <a:lnTo>
                    <a:pt x="4091062" y="2730346"/>
                  </a:lnTo>
                  <a:lnTo>
                    <a:pt x="4078740" y="2730346"/>
                  </a:lnTo>
                  <a:lnTo>
                    <a:pt x="4066417" y="2730346"/>
                  </a:lnTo>
                  <a:lnTo>
                    <a:pt x="4054095" y="2730346"/>
                  </a:lnTo>
                  <a:lnTo>
                    <a:pt x="4041772" y="2730346"/>
                  </a:lnTo>
                  <a:lnTo>
                    <a:pt x="4029450" y="2730346"/>
                  </a:lnTo>
                  <a:lnTo>
                    <a:pt x="4017127" y="2730346"/>
                  </a:lnTo>
                  <a:lnTo>
                    <a:pt x="4004805" y="2730346"/>
                  </a:lnTo>
                  <a:lnTo>
                    <a:pt x="3992482" y="2730346"/>
                  </a:lnTo>
                  <a:lnTo>
                    <a:pt x="3980160" y="2730346"/>
                  </a:lnTo>
                  <a:lnTo>
                    <a:pt x="3967837" y="2730346"/>
                  </a:lnTo>
                  <a:lnTo>
                    <a:pt x="3955515" y="2730346"/>
                  </a:lnTo>
                  <a:lnTo>
                    <a:pt x="3943192" y="2730346"/>
                  </a:lnTo>
                  <a:lnTo>
                    <a:pt x="3930870" y="2730346"/>
                  </a:lnTo>
                  <a:lnTo>
                    <a:pt x="3918547" y="2730346"/>
                  </a:lnTo>
                  <a:lnTo>
                    <a:pt x="3906225" y="2730346"/>
                  </a:lnTo>
                  <a:lnTo>
                    <a:pt x="3893902" y="2730346"/>
                  </a:lnTo>
                  <a:lnTo>
                    <a:pt x="3881580" y="2730346"/>
                  </a:lnTo>
                  <a:lnTo>
                    <a:pt x="3869258" y="2730346"/>
                  </a:lnTo>
                  <a:lnTo>
                    <a:pt x="3856935" y="2730346"/>
                  </a:lnTo>
                  <a:lnTo>
                    <a:pt x="3844613" y="2730346"/>
                  </a:lnTo>
                  <a:lnTo>
                    <a:pt x="3832290" y="2730346"/>
                  </a:lnTo>
                  <a:lnTo>
                    <a:pt x="3819968" y="2730346"/>
                  </a:lnTo>
                  <a:lnTo>
                    <a:pt x="3807645" y="2730346"/>
                  </a:lnTo>
                  <a:lnTo>
                    <a:pt x="3795323" y="2730346"/>
                  </a:lnTo>
                  <a:lnTo>
                    <a:pt x="3783000" y="2730346"/>
                  </a:lnTo>
                  <a:lnTo>
                    <a:pt x="3770678" y="2730346"/>
                  </a:lnTo>
                  <a:lnTo>
                    <a:pt x="3758355" y="2730346"/>
                  </a:lnTo>
                  <a:lnTo>
                    <a:pt x="3746033" y="2730346"/>
                  </a:lnTo>
                  <a:lnTo>
                    <a:pt x="3733710" y="2730346"/>
                  </a:lnTo>
                  <a:lnTo>
                    <a:pt x="3721388" y="2730346"/>
                  </a:lnTo>
                  <a:lnTo>
                    <a:pt x="3709065" y="2730346"/>
                  </a:lnTo>
                  <a:lnTo>
                    <a:pt x="3696743" y="2730346"/>
                  </a:lnTo>
                  <a:lnTo>
                    <a:pt x="3684420" y="2730346"/>
                  </a:lnTo>
                  <a:lnTo>
                    <a:pt x="3672098" y="2730346"/>
                  </a:lnTo>
                  <a:lnTo>
                    <a:pt x="3659775" y="2730346"/>
                  </a:lnTo>
                  <a:lnTo>
                    <a:pt x="3647453" y="2730346"/>
                  </a:lnTo>
                  <a:lnTo>
                    <a:pt x="3635130" y="2730346"/>
                  </a:lnTo>
                  <a:lnTo>
                    <a:pt x="3622808" y="2730346"/>
                  </a:lnTo>
                  <a:lnTo>
                    <a:pt x="3610485" y="2730346"/>
                  </a:lnTo>
                  <a:lnTo>
                    <a:pt x="3598163" y="2730346"/>
                  </a:lnTo>
                  <a:lnTo>
                    <a:pt x="3585841" y="2730346"/>
                  </a:lnTo>
                  <a:lnTo>
                    <a:pt x="3573518" y="2730346"/>
                  </a:lnTo>
                  <a:lnTo>
                    <a:pt x="3561196" y="2730346"/>
                  </a:lnTo>
                  <a:lnTo>
                    <a:pt x="3548873" y="2730346"/>
                  </a:lnTo>
                  <a:lnTo>
                    <a:pt x="3536551" y="2730346"/>
                  </a:lnTo>
                  <a:lnTo>
                    <a:pt x="3524228" y="2730346"/>
                  </a:lnTo>
                  <a:lnTo>
                    <a:pt x="3511906" y="2730346"/>
                  </a:lnTo>
                  <a:lnTo>
                    <a:pt x="3499583" y="2730346"/>
                  </a:lnTo>
                  <a:lnTo>
                    <a:pt x="3487261" y="2730346"/>
                  </a:lnTo>
                  <a:lnTo>
                    <a:pt x="3474938" y="2730346"/>
                  </a:lnTo>
                  <a:lnTo>
                    <a:pt x="3462616" y="2730346"/>
                  </a:lnTo>
                  <a:lnTo>
                    <a:pt x="3450293" y="2730346"/>
                  </a:lnTo>
                  <a:lnTo>
                    <a:pt x="3437971" y="2730346"/>
                  </a:lnTo>
                  <a:lnTo>
                    <a:pt x="3425648" y="2730346"/>
                  </a:lnTo>
                  <a:lnTo>
                    <a:pt x="3413326" y="2730346"/>
                  </a:lnTo>
                  <a:lnTo>
                    <a:pt x="3401003" y="2730346"/>
                  </a:lnTo>
                  <a:lnTo>
                    <a:pt x="3388681" y="2730346"/>
                  </a:lnTo>
                  <a:lnTo>
                    <a:pt x="3376358" y="2730346"/>
                  </a:lnTo>
                  <a:lnTo>
                    <a:pt x="3364036" y="2730346"/>
                  </a:lnTo>
                  <a:lnTo>
                    <a:pt x="3351713" y="2730346"/>
                  </a:lnTo>
                  <a:lnTo>
                    <a:pt x="3339391" y="2730346"/>
                  </a:lnTo>
                  <a:lnTo>
                    <a:pt x="3327068" y="2730346"/>
                  </a:lnTo>
                  <a:lnTo>
                    <a:pt x="3314746" y="2730346"/>
                  </a:lnTo>
                  <a:lnTo>
                    <a:pt x="3302424" y="2730346"/>
                  </a:lnTo>
                  <a:lnTo>
                    <a:pt x="3290101" y="2730346"/>
                  </a:lnTo>
                  <a:lnTo>
                    <a:pt x="3277779" y="2730346"/>
                  </a:lnTo>
                  <a:lnTo>
                    <a:pt x="3265456" y="2730346"/>
                  </a:lnTo>
                  <a:lnTo>
                    <a:pt x="3253134" y="2730346"/>
                  </a:lnTo>
                  <a:lnTo>
                    <a:pt x="3240811" y="2730346"/>
                  </a:lnTo>
                  <a:lnTo>
                    <a:pt x="3228489" y="2730346"/>
                  </a:lnTo>
                  <a:lnTo>
                    <a:pt x="3216166" y="2730346"/>
                  </a:lnTo>
                  <a:lnTo>
                    <a:pt x="3203844" y="2730346"/>
                  </a:lnTo>
                  <a:lnTo>
                    <a:pt x="3191521" y="2730346"/>
                  </a:lnTo>
                  <a:lnTo>
                    <a:pt x="3179199" y="2730346"/>
                  </a:lnTo>
                  <a:lnTo>
                    <a:pt x="3166876" y="2730346"/>
                  </a:lnTo>
                  <a:lnTo>
                    <a:pt x="3154554" y="2730346"/>
                  </a:lnTo>
                  <a:lnTo>
                    <a:pt x="3142231" y="2730346"/>
                  </a:lnTo>
                  <a:lnTo>
                    <a:pt x="3129909" y="2730346"/>
                  </a:lnTo>
                  <a:lnTo>
                    <a:pt x="3117586" y="2730346"/>
                  </a:lnTo>
                  <a:lnTo>
                    <a:pt x="3105264" y="2730346"/>
                  </a:lnTo>
                  <a:lnTo>
                    <a:pt x="3092941" y="2730346"/>
                  </a:lnTo>
                  <a:lnTo>
                    <a:pt x="3080619" y="2730346"/>
                  </a:lnTo>
                  <a:lnTo>
                    <a:pt x="3068296" y="2730346"/>
                  </a:lnTo>
                  <a:lnTo>
                    <a:pt x="3055974" y="2730346"/>
                  </a:lnTo>
                  <a:lnTo>
                    <a:pt x="3043652" y="2730346"/>
                  </a:lnTo>
                  <a:lnTo>
                    <a:pt x="3031329" y="2730346"/>
                  </a:lnTo>
                  <a:lnTo>
                    <a:pt x="3019007" y="2730346"/>
                  </a:lnTo>
                  <a:lnTo>
                    <a:pt x="3006684" y="2730346"/>
                  </a:lnTo>
                  <a:lnTo>
                    <a:pt x="2994362" y="2730346"/>
                  </a:lnTo>
                  <a:lnTo>
                    <a:pt x="2982039" y="2730346"/>
                  </a:lnTo>
                  <a:lnTo>
                    <a:pt x="2969717" y="2730346"/>
                  </a:lnTo>
                  <a:lnTo>
                    <a:pt x="2957394" y="2730346"/>
                  </a:lnTo>
                  <a:lnTo>
                    <a:pt x="2945072" y="2730346"/>
                  </a:lnTo>
                  <a:lnTo>
                    <a:pt x="2932749" y="2730346"/>
                  </a:lnTo>
                  <a:lnTo>
                    <a:pt x="2920427" y="2730346"/>
                  </a:lnTo>
                  <a:lnTo>
                    <a:pt x="2908104" y="2730346"/>
                  </a:lnTo>
                  <a:lnTo>
                    <a:pt x="2895782" y="2730346"/>
                  </a:lnTo>
                  <a:lnTo>
                    <a:pt x="2883459" y="2730346"/>
                  </a:lnTo>
                  <a:lnTo>
                    <a:pt x="2871137" y="2730346"/>
                  </a:lnTo>
                  <a:lnTo>
                    <a:pt x="2858814" y="2730346"/>
                  </a:lnTo>
                  <a:lnTo>
                    <a:pt x="2846492" y="2730346"/>
                  </a:lnTo>
                  <a:lnTo>
                    <a:pt x="2834169" y="2730346"/>
                  </a:lnTo>
                  <a:lnTo>
                    <a:pt x="2821847" y="2730346"/>
                  </a:lnTo>
                  <a:lnTo>
                    <a:pt x="2809524" y="2730346"/>
                  </a:lnTo>
                  <a:lnTo>
                    <a:pt x="2797202" y="2730346"/>
                  </a:lnTo>
                  <a:lnTo>
                    <a:pt x="2784879" y="2730346"/>
                  </a:lnTo>
                  <a:lnTo>
                    <a:pt x="2772557" y="2730346"/>
                  </a:lnTo>
                  <a:lnTo>
                    <a:pt x="2760235" y="2730346"/>
                  </a:lnTo>
                  <a:lnTo>
                    <a:pt x="2747912" y="2730346"/>
                  </a:lnTo>
                  <a:lnTo>
                    <a:pt x="2735590" y="2730346"/>
                  </a:lnTo>
                  <a:lnTo>
                    <a:pt x="2723267" y="2730346"/>
                  </a:lnTo>
                  <a:lnTo>
                    <a:pt x="2710945" y="2730346"/>
                  </a:lnTo>
                  <a:lnTo>
                    <a:pt x="2698622" y="2730346"/>
                  </a:lnTo>
                  <a:lnTo>
                    <a:pt x="2686300" y="2730346"/>
                  </a:lnTo>
                  <a:lnTo>
                    <a:pt x="2673977" y="2730346"/>
                  </a:lnTo>
                  <a:lnTo>
                    <a:pt x="2661655" y="2730346"/>
                  </a:lnTo>
                  <a:lnTo>
                    <a:pt x="2649332" y="2730346"/>
                  </a:lnTo>
                  <a:lnTo>
                    <a:pt x="2637010" y="2730346"/>
                  </a:lnTo>
                  <a:lnTo>
                    <a:pt x="2624687" y="2730346"/>
                  </a:lnTo>
                  <a:lnTo>
                    <a:pt x="2612365" y="2730346"/>
                  </a:lnTo>
                  <a:lnTo>
                    <a:pt x="2600042" y="2730346"/>
                  </a:lnTo>
                  <a:lnTo>
                    <a:pt x="2587720" y="2730346"/>
                  </a:lnTo>
                  <a:lnTo>
                    <a:pt x="2575397" y="2730346"/>
                  </a:lnTo>
                  <a:lnTo>
                    <a:pt x="2563075" y="2730346"/>
                  </a:lnTo>
                  <a:lnTo>
                    <a:pt x="2550752" y="2730346"/>
                  </a:lnTo>
                  <a:lnTo>
                    <a:pt x="2538430" y="2730346"/>
                  </a:lnTo>
                  <a:lnTo>
                    <a:pt x="2526107" y="2730346"/>
                  </a:lnTo>
                  <a:lnTo>
                    <a:pt x="2513785" y="2730346"/>
                  </a:lnTo>
                  <a:lnTo>
                    <a:pt x="2501462" y="2730346"/>
                  </a:lnTo>
                  <a:lnTo>
                    <a:pt x="2489140" y="2730346"/>
                  </a:lnTo>
                  <a:lnTo>
                    <a:pt x="2476818" y="2730346"/>
                  </a:lnTo>
                  <a:lnTo>
                    <a:pt x="2464495" y="2730346"/>
                  </a:lnTo>
                  <a:lnTo>
                    <a:pt x="2452173" y="2730346"/>
                  </a:lnTo>
                  <a:lnTo>
                    <a:pt x="2439850" y="2730346"/>
                  </a:lnTo>
                  <a:lnTo>
                    <a:pt x="2427528" y="2730346"/>
                  </a:lnTo>
                  <a:lnTo>
                    <a:pt x="2415205" y="2730346"/>
                  </a:lnTo>
                  <a:lnTo>
                    <a:pt x="2402883" y="2730346"/>
                  </a:lnTo>
                  <a:lnTo>
                    <a:pt x="2390560" y="2730346"/>
                  </a:lnTo>
                  <a:lnTo>
                    <a:pt x="2378238" y="2730346"/>
                  </a:lnTo>
                  <a:lnTo>
                    <a:pt x="2365915" y="2730346"/>
                  </a:lnTo>
                  <a:lnTo>
                    <a:pt x="2353593" y="2730346"/>
                  </a:lnTo>
                  <a:lnTo>
                    <a:pt x="2341270" y="2730346"/>
                  </a:lnTo>
                  <a:lnTo>
                    <a:pt x="2328948" y="2730346"/>
                  </a:lnTo>
                  <a:lnTo>
                    <a:pt x="2316625" y="2730346"/>
                  </a:lnTo>
                  <a:lnTo>
                    <a:pt x="2304303" y="2730346"/>
                  </a:lnTo>
                  <a:lnTo>
                    <a:pt x="2291980" y="2730346"/>
                  </a:lnTo>
                  <a:lnTo>
                    <a:pt x="2279658" y="2730346"/>
                  </a:lnTo>
                  <a:lnTo>
                    <a:pt x="2267335" y="2730346"/>
                  </a:lnTo>
                  <a:lnTo>
                    <a:pt x="2255013" y="2730346"/>
                  </a:lnTo>
                  <a:lnTo>
                    <a:pt x="2242690" y="2730346"/>
                  </a:lnTo>
                  <a:lnTo>
                    <a:pt x="2230368" y="2730346"/>
                  </a:lnTo>
                  <a:lnTo>
                    <a:pt x="2218045" y="2730346"/>
                  </a:lnTo>
                  <a:lnTo>
                    <a:pt x="2205723" y="2730346"/>
                  </a:lnTo>
                  <a:lnTo>
                    <a:pt x="2193401" y="2730346"/>
                  </a:lnTo>
                  <a:lnTo>
                    <a:pt x="2181078" y="2730346"/>
                  </a:lnTo>
                  <a:lnTo>
                    <a:pt x="2168756" y="2730346"/>
                  </a:lnTo>
                  <a:lnTo>
                    <a:pt x="2156433" y="2730346"/>
                  </a:lnTo>
                  <a:lnTo>
                    <a:pt x="2144111" y="2730346"/>
                  </a:lnTo>
                  <a:lnTo>
                    <a:pt x="2131788" y="2730346"/>
                  </a:lnTo>
                  <a:lnTo>
                    <a:pt x="2119466" y="2730346"/>
                  </a:lnTo>
                  <a:lnTo>
                    <a:pt x="2107143" y="2730346"/>
                  </a:lnTo>
                  <a:lnTo>
                    <a:pt x="2094821" y="2730346"/>
                  </a:lnTo>
                  <a:lnTo>
                    <a:pt x="2082498" y="2730346"/>
                  </a:lnTo>
                  <a:lnTo>
                    <a:pt x="2070176" y="2730346"/>
                  </a:lnTo>
                  <a:lnTo>
                    <a:pt x="2057853" y="2730346"/>
                  </a:lnTo>
                  <a:lnTo>
                    <a:pt x="2045531" y="2730346"/>
                  </a:lnTo>
                  <a:lnTo>
                    <a:pt x="2033208" y="2730346"/>
                  </a:lnTo>
                  <a:lnTo>
                    <a:pt x="2020886" y="2730346"/>
                  </a:lnTo>
                  <a:lnTo>
                    <a:pt x="2008563" y="2730346"/>
                  </a:lnTo>
                  <a:lnTo>
                    <a:pt x="1996241" y="2730346"/>
                  </a:lnTo>
                  <a:lnTo>
                    <a:pt x="1983918" y="2730346"/>
                  </a:lnTo>
                  <a:lnTo>
                    <a:pt x="1971596" y="2730346"/>
                  </a:lnTo>
                  <a:lnTo>
                    <a:pt x="1959273" y="2730346"/>
                  </a:lnTo>
                  <a:lnTo>
                    <a:pt x="1946951" y="2730346"/>
                  </a:lnTo>
                  <a:lnTo>
                    <a:pt x="1934629" y="2730346"/>
                  </a:lnTo>
                  <a:lnTo>
                    <a:pt x="1922306" y="2730346"/>
                  </a:lnTo>
                  <a:lnTo>
                    <a:pt x="1909984" y="2730346"/>
                  </a:lnTo>
                  <a:lnTo>
                    <a:pt x="1897661" y="2730346"/>
                  </a:lnTo>
                  <a:lnTo>
                    <a:pt x="1885339" y="2730346"/>
                  </a:lnTo>
                  <a:lnTo>
                    <a:pt x="1873016" y="2730346"/>
                  </a:lnTo>
                  <a:lnTo>
                    <a:pt x="1860694" y="2730346"/>
                  </a:lnTo>
                  <a:lnTo>
                    <a:pt x="1848371" y="2730346"/>
                  </a:lnTo>
                  <a:lnTo>
                    <a:pt x="1836049" y="2730346"/>
                  </a:lnTo>
                  <a:lnTo>
                    <a:pt x="1823726" y="2730346"/>
                  </a:lnTo>
                  <a:lnTo>
                    <a:pt x="1811404" y="2730346"/>
                  </a:lnTo>
                  <a:lnTo>
                    <a:pt x="1799081" y="2730346"/>
                  </a:lnTo>
                  <a:lnTo>
                    <a:pt x="1786759" y="2730346"/>
                  </a:lnTo>
                  <a:lnTo>
                    <a:pt x="1774436" y="2730346"/>
                  </a:lnTo>
                  <a:lnTo>
                    <a:pt x="1762114" y="2730346"/>
                  </a:lnTo>
                  <a:lnTo>
                    <a:pt x="1749791" y="2730346"/>
                  </a:lnTo>
                  <a:lnTo>
                    <a:pt x="1737469" y="2730346"/>
                  </a:lnTo>
                  <a:lnTo>
                    <a:pt x="1725146" y="2730346"/>
                  </a:lnTo>
                  <a:lnTo>
                    <a:pt x="1712824" y="2730346"/>
                  </a:lnTo>
                  <a:lnTo>
                    <a:pt x="1700501" y="2730346"/>
                  </a:lnTo>
                  <a:lnTo>
                    <a:pt x="1688179" y="2730346"/>
                  </a:lnTo>
                  <a:lnTo>
                    <a:pt x="1675856" y="2730346"/>
                  </a:lnTo>
                  <a:lnTo>
                    <a:pt x="1663534" y="2730346"/>
                  </a:lnTo>
                  <a:lnTo>
                    <a:pt x="1651212" y="2730346"/>
                  </a:lnTo>
                  <a:lnTo>
                    <a:pt x="1638889" y="2730346"/>
                  </a:lnTo>
                  <a:lnTo>
                    <a:pt x="1626567" y="2730346"/>
                  </a:lnTo>
                  <a:lnTo>
                    <a:pt x="1614244" y="2730346"/>
                  </a:lnTo>
                  <a:lnTo>
                    <a:pt x="1601922" y="2730346"/>
                  </a:lnTo>
                  <a:lnTo>
                    <a:pt x="1589599" y="2730346"/>
                  </a:lnTo>
                  <a:lnTo>
                    <a:pt x="1577277" y="2730346"/>
                  </a:lnTo>
                  <a:lnTo>
                    <a:pt x="1564954" y="2730346"/>
                  </a:lnTo>
                  <a:lnTo>
                    <a:pt x="1552632" y="2730346"/>
                  </a:lnTo>
                  <a:lnTo>
                    <a:pt x="1540309" y="2730346"/>
                  </a:lnTo>
                  <a:lnTo>
                    <a:pt x="1527987" y="2730346"/>
                  </a:lnTo>
                  <a:lnTo>
                    <a:pt x="1515664" y="2730346"/>
                  </a:lnTo>
                  <a:lnTo>
                    <a:pt x="1503342" y="2730346"/>
                  </a:lnTo>
                  <a:lnTo>
                    <a:pt x="1491019" y="2730346"/>
                  </a:lnTo>
                  <a:lnTo>
                    <a:pt x="1478697" y="2730346"/>
                  </a:lnTo>
                  <a:lnTo>
                    <a:pt x="1466374" y="2730346"/>
                  </a:lnTo>
                  <a:lnTo>
                    <a:pt x="1454052" y="2730346"/>
                  </a:lnTo>
                  <a:lnTo>
                    <a:pt x="1441729" y="2730346"/>
                  </a:lnTo>
                  <a:lnTo>
                    <a:pt x="1429407" y="2730346"/>
                  </a:lnTo>
                  <a:lnTo>
                    <a:pt x="1417084" y="2730346"/>
                  </a:lnTo>
                  <a:lnTo>
                    <a:pt x="1404762" y="2730346"/>
                  </a:lnTo>
                  <a:lnTo>
                    <a:pt x="1392439" y="2730346"/>
                  </a:lnTo>
                  <a:lnTo>
                    <a:pt x="1380117" y="2730346"/>
                  </a:lnTo>
                  <a:lnTo>
                    <a:pt x="1367795" y="2730346"/>
                  </a:lnTo>
                  <a:lnTo>
                    <a:pt x="1355472" y="2730346"/>
                  </a:lnTo>
                  <a:lnTo>
                    <a:pt x="1343150" y="2730346"/>
                  </a:lnTo>
                  <a:lnTo>
                    <a:pt x="1330827" y="2730346"/>
                  </a:lnTo>
                  <a:lnTo>
                    <a:pt x="1318505" y="2730346"/>
                  </a:lnTo>
                  <a:lnTo>
                    <a:pt x="1306182" y="2730346"/>
                  </a:lnTo>
                  <a:lnTo>
                    <a:pt x="1293860" y="2730346"/>
                  </a:lnTo>
                  <a:lnTo>
                    <a:pt x="1281537" y="2730346"/>
                  </a:lnTo>
                  <a:lnTo>
                    <a:pt x="1269215" y="2730346"/>
                  </a:lnTo>
                  <a:lnTo>
                    <a:pt x="1256892" y="2730346"/>
                  </a:lnTo>
                  <a:lnTo>
                    <a:pt x="1244570" y="2730346"/>
                  </a:lnTo>
                  <a:lnTo>
                    <a:pt x="1232247" y="2730346"/>
                  </a:lnTo>
                  <a:lnTo>
                    <a:pt x="1219925" y="2730346"/>
                  </a:lnTo>
                  <a:lnTo>
                    <a:pt x="1207602" y="2730346"/>
                  </a:lnTo>
                  <a:lnTo>
                    <a:pt x="1195280" y="2730346"/>
                  </a:lnTo>
                  <a:lnTo>
                    <a:pt x="1182957" y="2730346"/>
                  </a:lnTo>
                  <a:lnTo>
                    <a:pt x="1170635" y="2730346"/>
                  </a:lnTo>
                  <a:lnTo>
                    <a:pt x="1158312" y="2730346"/>
                  </a:lnTo>
                  <a:lnTo>
                    <a:pt x="1145990" y="2730346"/>
                  </a:lnTo>
                  <a:lnTo>
                    <a:pt x="1133667" y="2730346"/>
                  </a:lnTo>
                  <a:lnTo>
                    <a:pt x="1121345" y="2730346"/>
                  </a:lnTo>
                  <a:lnTo>
                    <a:pt x="1109022" y="2730346"/>
                  </a:lnTo>
                  <a:lnTo>
                    <a:pt x="1096700" y="2730346"/>
                  </a:lnTo>
                  <a:lnTo>
                    <a:pt x="1084378" y="2730346"/>
                  </a:lnTo>
                  <a:lnTo>
                    <a:pt x="1072055" y="2730346"/>
                  </a:lnTo>
                  <a:lnTo>
                    <a:pt x="1059733" y="2730346"/>
                  </a:lnTo>
                  <a:lnTo>
                    <a:pt x="1047410" y="2730346"/>
                  </a:lnTo>
                  <a:lnTo>
                    <a:pt x="1035088" y="2730346"/>
                  </a:lnTo>
                  <a:lnTo>
                    <a:pt x="1022765" y="2730346"/>
                  </a:lnTo>
                  <a:lnTo>
                    <a:pt x="1010443" y="2730346"/>
                  </a:lnTo>
                  <a:lnTo>
                    <a:pt x="998120" y="2730346"/>
                  </a:lnTo>
                  <a:lnTo>
                    <a:pt x="985798" y="2730346"/>
                  </a:lnTo>
                  <a:lnTo>
                    <a:pt x="973475" y="2730346"/>
                  </a:lnTo>
                  <a:lnTo>
                    <a:pt x="961153" y="2730346"/>
                  </a:lnTo>
                  <a:lnTo>
                    <a:pt x="948830" y="2730346"/>
                  </a:lnTo>
                  <a:lnTo>
                    <a:pt x="936508" y="2730346"/>
                  </a:lnTo>
                  <a:lnTo>
                    <a:pt x="924185" y="2730346"/>
                  </a:lnTo>
                  <a:lnTo>
                    <a:pt x="911863" y="2730346"/>
                  </a:lnTo>
                  <a:lnTo>
                    <a:pt x="899540" y="2730346"/>
                  </a:lnTo>
                  <a:lnTo>
                    <a:pt x="887218" y="2730346"/>
                  </a:lnTo>
                  <a:lnTo>
                    <a:pt x="874895" y="2730346"/>
                  </a:lnTo>
                  <a:lnTo>
                    <a:pt x="862573" y="2730346"/>
                  </a:lnTo>
                  <a:lnTo>
                    <a:pt x="850250" y="2730346"/>
                  </a:lnTo>
                  <a:lnTo>
                    <a:pt x="837928" y="2730346"/>
                  </a:lnTo>
                  <a:lnTo>
                    <a:pt x="825606" y="2730346"/>
                  </a:lnTo>
                  <a:lnTo>
                    <a:pt x="813283" y="2730346"/>
                  </a:lnTo>
                  <a:lnTo>
                    <a:pt x="800961" y="2730346"/>
                  </a:lnTo>
                  <a:lnTo>
                    <a:pt x="788638" y="2730346"/>
                  </a:lnTo>
                  <a:lnTo>
                    <a:pt x="776316" y="2730346"/>
                  </a:lnTo>
                  <a:lnTo>
                    <a:pt x="763993" y="2730346"/>
                  </a:lnTo>
                  <a:lnTo>
                    <a:pt x="751671" y="2730346"/>
                  </a:lnTo>
                  <a:lnTo>
                    <a:pt x="739348" y="2730346"/>
                  </a:lnTo>
                  <a:lnTo>
                    <a:pt x="727026" y="2730346"/>
                  </a:lnTo>
                  <a:lnTo>
                    <a:pt x="714703" y="2730346"/>
                  </a:lnTo>
                  <a:lnTo>
                    <a:pt x="702381" y="2730346"/>
                  </a:lnTo>
                  <a:lnTo>
                    <a:pt x="690058" y="2730346"/>
                  </a:lnTo>
                  <a:lnTo>
                    <a:pt x="677736" y="2730346"/>
                  </a:lnTo>
                  <a:lnTo>
                    <a:pt x="665413" y="2730346"/>
                  </a:lnTo>
                  <a:lnTo>
                    <a:pt x="653091" y="2730346"/>
                  </a:lnTo>
                  <a:lnTo>
                    <a:pt x="640768" y="2730346"/>
                  </a:lnTo>
                  <a:lnTo>
                    <a:pt x="628446" y="2730346"/>
                  </a:lnTo>
                  <a:lnTo>
                    <a:pt x="616123" y="2730346"/>
                  </a:lnTo>
                  <a:lnTo>
                    <a:pt x="603801" y="2730346"/>
                  </a:lnTo>
                  <a:lnTo>
                    <a:pt x="591478" y="2730346"/>
                  </a:lnTo>
                  <a:lnTo>
                    <a:pt x="579156" y="2730346"/>
                  </a:lnTo>
                  <a:lnTo>
                    <a:pt x="566833" y="2730346"/>
                  </a:lnTo>
                  <a:lnTo>
                    <a:pt x="554511" y="2730346"/>
                  </a:lnTo>
                  <a:lnTo>
                    <a:pt x="542189" y="2730346"/>
                  </a:lnTo>
                  <a:lnTo>
                    <a:pt x="529866" y="2730346"/>
                  </a:lnTo>
                  <a:lnTo>
                    <a:pt x="517544" y="2730346"/>
                  </a:lnTo>
                  <a:lnTo>
                    <a:pt x="505221" y="2730346"/>
                  </a:lnTo>
                  <a:lnTo>
                    <a:pt x="492899" y="2730346"/>
                  </a:lnTo>
                  <a:lnTo>
                    <a:pt x="480576" y="2730346"/>
                  </a:lnTo>
                  <a:lnTo>
                    <a:pt x="468254" y="2730346"/>
                  </a:lnTo>
                  <a:lnTo>
                    <a:pt x="455931" y="2730346"/>
                  </a:lnTo>
                  <a:lnTo>
                    <a:pt x="443609" y="2730346"/>
                  </a:lnTo>
                  <a:lnTo>
                    <a:pt x="431286" y="2730346"/>
                  </a:lnTo>
                  <a:lnTo>
                    <a:pt x="418964" y="2730346"/>
                  </a:lnTo>
                  <a:lnTo>
                    <a:pt x="406641" y="2730346"/>
                  </a:lnTo>
                  <a:lnTo>
                    <a:pt x="394319" y="2730346"/>
                  </a:lnTo>
                  <a:lnTo>
                    <a:pt x="381996" y="2730346"/>
                  </a:lnTo>
                  <a:lnTo>
                    <a:pt x="369674" y="2730346"/>
                  </a:lnTo>
                  <a:lnTo>
                    <a:pt x="357351" y="2730346"/>
                  </a:lnTo>
                  <a:lnTo>
                    <a:pt x="345029" y="2730346"/>
                  </a:lnTo>
                  <a:lnTo>
                    <a:pt x="332706" y="2730346"/>
                  </a:lnTo>
                  <a:lnTo>
                    <a:pt x="320384" y="2730346"/>
                  </a:lnTo>
                  <a:lnTo>
                    <a:pt x="308061" y="2730346"/>
                  </a:lnTo>
                  <a:lnTo>
                    <a:pt x="295739" y="2730346"/>
                  </a:lnTo>
                  <a:lnTo>
                    <a:pt x="283416" y="2730346"/>
                  </a:lnTo>
                  <a:lnTo>
                    <a:pt x="271094" y="2730346"/>
                  </a:lnTo>
                  <a:lnTo>
                    <a:pt x="258772" y="2730346"/>
                  </a:lnTo>
                  <a:lnTo>
                    <a:pt x="246449" y="2730346"/>
                  </a:lnTo>
                  <a:lnTo>
                    <a:pt x="234127" y="2730346"/>
                  </a:lnTo>
                  <a:lnTo>
                    <a:pt x="221804" y="2730346"/>
                  </a:lnTo>
                  <a:lnTo>
                    <a:pt x="209482" y="2730346"/>
                  </a:lnTo>
                  <a:lnTo>
                    <a:pt x="197159" y="2730346"/>
                  </a:lnTo>
                  <a:lnTo>
                    <a:pt x="184837" y="2730346"/>
                  </a:lnTo>
                  <a:lnTo>
                    <a:pt x="172514" y="2730346"/>
                  </a:lnTo>
                  <a:lnTo>
                    <a:pt x="160192" y="2730346"/>
                  </a:lnTo>
                  <a:lnTo>
                    <a:pt x="147869" y="2730346"/>
                  </a:lnTo>
                  <a:lnTo>
                    <a:pt x="135547" y="2730346"/>
                  </a:lnTo>
                  <a:lnTo>
                    <a:pt x="123224" y="2730346"/>
                  </a:lnTo>
                  <a:lnTo>
                    <a:pt x="110902" y="2730346"/>
                  </a:lnTo>
                  <a:lnTo>
                    <a:pt x="98579" y="2730346"/>
                  </a:lnTo>
                  <a:lnTo>
                    <a:pt x="86257" y="2730346"/>
                  </a:lnTo>
                  <a:lnTo>
                    <a:pt x="73934" y="2730346"/>
                  </a:lnTo>
                  <a:lnTo>
                    <a:pt x="61612" y="2730346"/>
                  </a:lnTo>
                  <a:lnTo>
                    <a:pt x="49289" y="2730346"/>
                  </a:lnTo>
                  <a:lnTo>
                    <a:pt x="36967" y="2730346"/>
                  </a:lnTo>
                  <a:lnTo>
                    <a:pt x="24644" y="2730346"/>
                  </a:lnTo>
                  <a:lnTo>
                    <a:pt x="12322" y="2730346"/>
                  </a:lnTo>
                  <a:lnTo>
                    <a:pt x="0" y="2730346"/>
                  </a:lnTo>
                  <a:close/>
                </a:path>
              </a:pathLst>
            </a:custGeom>
            <a:solidFill>
              <a:srgbClr val="0072B2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706745" y="3415981"/>
              <a:ext cx="6296786" cy="2730346"/>
            </a:xfrm>
            <a:custGeom>
              <a:avLst/>
              <a:pathLst>
                <a:path w="6296786" h="2730346">
                  <a:moveTo>
                    <a:pt x="0" y="2722097"/>
                  </a:moveTo>
                  <a:lnTo>
                    <a:pt x="12322" y="2722112"/>
                  </a:lnTo>
                  <a:lnTo>
                    <a:pt x="24644" y="2722283"/>
                  </a:lnTo>
                  <a:lnTo>
                    <a:pt x="36967" y="2722520"/>
                  </a:lnTo>
                  <a:lnTo>
                    <a:pt x="49289" y="2722709"/>
                  </a:lnTo>
                  <a:lnTo>
                    <a:pt x="61612" y="2722700"/>
                  </a:lnTo>
                  <a:lnTo>
                    <a:pt x="73934" y="2722300"/>
                  </a:lnTo>
                  <a:lnTo>
                    <a:pt x="86257" y="2721268"/>
                  </a:lnTo>
                  <a:lnTo>
                    <a:pt x="98579" y="2719317"/>
                  </a:lnTo>
                  <a:lnTo>
                    <a:pt x="110902" y="2716115"/>
                  </a:lnTo>
                  <a:lnTo>
                    <a:pt x="123224" y="2711297"/>
                  </a:lnTo>
                  <a:lnTo>
                    <a:pt x="135547" y="2704480"/>
                  </a:lnTo>
                  <a:lnTo>
                    <a:pt x="147869" y="2695298"/>
                  </a:lnTo>
                  <a:lnTo>
                    <a:pt x="160192" y="2683361"/>
                  </a:lnTo>
                  <a:lnTo>
                    <a:pt x="172514" y="2668324"/>
                  </a:lnTo>
                  <a:lnTo>
                    <a:pt x="184837" y="2650449"/>
                  </a:lnTo>
                  <a:lnTo>
                    <a:pt x="197159" y="2630044"/>
                  </a:lnTo>
                  <a:lnTo>
                    <a:pt x="209482" y="2607688"/>
                  </a:lnTo>
                  <a:lnTo>
                    <a:pt x="221804" y="2584235"/>
                  </a:lnTo>
                  <a:lnTo>
                    <a:pt x="234127" y="2560768"/>
                  </a:lnTo>
                  <a:lnTo>
                    <a:pt x="246449" y="2538520"/>
                  </a:lnTo>
                  <a:lnTo>
                    <a:pt x="258772" y="2518765"/>
                  </a:lnTo>
                  <a:lnTo>
                    <a:pt x="271094" y="2502681"/>
                  </a:lnTo>
                  <a:lnTo>
                    <a:pt x="283416" y="2491209"/>
                  </a:lnTo>
                  <a:lnTo>
                    <a:pt x="295739" y="2484925"/>
                  </a:lnTo>
                  <a:lnTo>
                    <a:pt x="308061" y="2484266"/>
                  </a:lnTo>
                  <a:lnTo>
                    <a:pt x="320384" y="2488390"/>
                  </a:lnTo>
                  <a:lnTo>
                    <a:pt x="332706" y="2495984"/>
                  </a:lnTo>
                  <a:lnTo>
                    <a:pt x="345029" y="2505473"/>
                  </a:lnTo>
                  <a:lnTo>
                    <a:pt x="357351" y="2514957"/>
                  </a:lnTo>
                  <a:lnTo>
                    <a:pt x="369674" y="2522330"/>
                  </a:lnTo>
                  <a:lnTo>
                    <a:pt x="381996" y="2525396"/>
                  </a:lnTo>
                  <a:lnTo>
                    <a:pt x="394319" y="2521973"/>
                  </a:lnTo>
                  <a:lnTo>
                    <a:pt x="406641" y="2509970"/>
                  </a:lnTo>
                  <a:lnTo>
                    <a:pt x="418964" y="2487462"/>
                  </a:lnTo>
                  <a:lnTo>
                    <a:pt x="431286" y="2452729"/>
                  </a:lnTo>
                  <a:lnTo>
                    <a:pt x="443609" y="2404095"/>
                  </a:lnTo>
                  <a:lnTo>
                    <a:pt x="455931" y="2339165"/>
                  </a:lnTo>
                  <a:lnTo>
                    <a:pt x="468254" y="2258547"/>
                  </a:lnTo>
                  <a:lnTo>
                    <a:pt x="480576" y="2162091"/>
                  </a:lnTo>
                  <a:lnTo>
                    <a:pt x="492899" y="2050233"/>
                  </a:lnTo>
                  <a:lnTo>
                    <a:pt x="505221" y="1924077"/>
                  </a:lnTo>
                  <a:lnTo>
                    <a:pt x="517544" y="1785474"/>
                  </a:lnTo>
                  <a:lnTo>
                    <a:pt x="529866" y="1637051"/>
                  </a:lnTo>
                  <a:lnTo>
                    <a:pt x="542189" y="1482190"/>
                  </a:lnTo>
                  <a:lnTo>
                    <a:pt x="554511" y="1324933"/>
                  </a:lnTo>
                  <a:lnTo>
                    <a:pt x="566833" y="1169806"/>
                  </a:lnTo>
                  <a:lnTo>
                    <a:pt x="579156" y="1021560"/>
                  </a:lnTo>
                  <a:lnTo>
                    <a:pt x="591478" y="885826"/>
                  </a:lnTo>
                  <a:lnTo>
                    <a:pt x="603801" y="767068"/>
                  </a:lnTo>
                  <a:lnTo>
                    <a:pt x="616123" y="667657"/>
                  </a:lnTo>
                  <a:lnTo>
                    <a:pt x="628446" y="589294"/>
                  </a:lnTo>
                  <a:lnTo>
                    <a:pt x="640768" y="532440"/>
                  </a:lnTo>
                  <a:lnTo>
                    <a:pt x="653091" y="496427"/>
                  </a:lnTo>
                  <a:lnTo>
                    <a:pt x="665413" y="479705"/>
                  </a:lnTo>
                  <a:lnTo>
                    <a:pt x="677736" y="480175"/>
                  </a:lnTo>
                  <a:lnTo>
                    <a:pt x="690058" y="495554"/>
                  </a:lnTo>
                  <a:lnTo>
                    <a:pt x="702381" y="523684"/>
                  </a:lnTo>
                  <a:lnTo>
                    <a:pt x="714703" y="562732"/>
                  </a:lnTo>
                  <a:lnTo>
                    <a:pt x="727026" y="611235"/>
                  </a:lnTo>
                  <a:lnTo>
                    <a:pt x="739348" y="668528"/>
                  </a:lnTo>
                  <a:lnTo>
                    <a:pt x="751671" y="732012"/>
                  </a:lnTo>
                  <a:lnTo>
                    <a:pt x="763993" y="799300"/>
                  </a:lnTo>
                  <a:lnTo>
                    <a:pt x="776316" y="866952"/>
                  </a:lnTo>
                  <a:lnTo>
                    <a:pt x="788638" y="930390"/>
                  </a:lnTo>
                  <a:lnTo>
                    <a:pt x="800961" y="984049"/>
                  </a:lnTo>
                  <a:lnTo>
                    <a:pt x="813283" y="1021794"/>
                  </a:lnTo>
                  <a:lnTo>
                    <a:pt x="825606" y="1037550"/>
                  </a:lnTo>
                  <a:lnTo>
                    <a:pt x="837928" y="1026083"/>
                  </a:lnTo>
                  <a:lnTo>
                    <a:pt x="850250" y="983823"/>
                  </a:lnTo>
                  <a:lnTo>
                    <a:pt x="862573" y="909628"/>
                  </a:lnTo>
                  <a:lnTo>
                    <a:pt x="874895" y="804223"/>
                  </a:lnTo>
                  <a:lnTo>
                    <a:pt x="887218" y="674033"/>
                  </a:lnTo>
                  <a:lnTo>
                    <a:pt x="899540" y="529907"/>
                  </a:lnTo>
                  <a:lnTo>
                    <a:pt x="911863" y="383034"/>
                  </a:lnTo>
                  <a:lnTo>
                    <a:pt x="924185" y="245564"/>
                  </a:lnTo>
                  <a:lnTo>
                    <a:pt x="936508" y="129400"/>
                  </a:lnTo>
                  <a:lnTo>
                    <a:pt x="948830" y="44995"/>
                  </a:lnTo>
                  <a:lnTo>
                    <a:pt x="961153" y="303"/>
                  </a:lnTo>
                  <a:lnTo>
                    <a:pt x="973475" y="0"/>
                  </a:lnTo>
                  <a:lnTo>
                    <a:pt x="985798" y="45078"/>
                  </a:lnTo>
                  <a:lnTo>
                    <a:pt x="998120" y="132859"/>
                  </a:lnTo>
                  <a:lnTo>
                    <a:pt x="1010443" y="257419"/>
                  </a:lnTo>
                  <a:lnTo>
                    <a:pt x="1022765" y="411911"/>
                  </a:lnTo>
                  <a:lnTo>
                    <a:pt x="1035088" y="583005"/>
                  </a:lnTo>
                  <a:lnTo>
                    <a:pt x="1047410" y="760729"/>
                  </a:lnTo>
                  <a:lnTo>
                    <a:pt x="1059733" y="936563"/>
                  </a:lnTo>
                  <a:lnTo>
                    <a:pt x="1072055" y="1103760"/>
                  </a:lnTo>
                  <a:lnTo>
                    <a:pt x="1084378" y="1257656"/>
                  </a:lnTo>
                  <a:lnTo>
                    <a:pt x="1096700" y="1395706"/>
                  </a:lnTo>
                  <a:lnTo>
                    <a:pt x="1109022" y="1517280"/>
                  </a:lnTo>
                  <a:lnTo>
                    <a:pt x="1121345" y="1623286"/>
                  </a:lnTo>
                  <a:lnTo>
                    <a:pt x="1133667" y="1715695"/>
                  </a:lnTo>
                  <a:lnTo>
                    <a:pt x="1145990" y="1797043"/>
                  </a:lnTo>
                  <a:lnTo>
                    <a:pt x="1158312" y="1869767"/>
                  </a:lnTo>
                  <a:lnTo>
                    <a:pt x="1170635" y="1936305"/>
                  </a:lnTo>
                  <a:lnTo>
                    <a:pt x="1182957" y="1998838"/>
                  </a:lnTo>
                  <a:lnTo>
                    <a:pt x="1195280" y="2058320"/>
                  </a:lnTo>
                  <a:lnTo>
                    <a:pt x="1207602" y="2115101"/>
                  </a:lnTo>
                  <a:lnTo>
                    <a:pt x="1219925" y="2169035"/>
                  </a:lnTo>
                  <a:lnTo>
                    <a:pt x="1232247" y="2219625"/>
                  </a:lnTo>
                  <a:lnTo>
                    <a:pt x="1244570" y="2266186"/>
                  </a:lnTo>
                  <a:lnTo>
                    <a:pt x="1256892" y="2307998"/>
                  </a:lnTo>
                  <a:lnTo>
                    <a:pt x="1269215" y="2344435"/>
                  </a:lnTo>
                  <a:lnTo>
                    <a:pt x="1281537" y="2375067"/>
                  </a:lnTo>
                  <a:lnTo>
                    <a:pt x="1293860" y="2399714"/>
                  </a:lnTo>
                  <a:lnTo>
                    <a:pt x="1306182" y="2418025"/>
                  </a:lnTo>
                  <a:lnTo>
                    <a:pt x="1318505" y="2430791"/>
                  </a:lnTo>
                  <a:lnTo>
                    <a:pt x="1330827" y="2438777"/>
                  </a:lnTo>
                  <a:lnTo>
                    <a:pt x="1343150" y="2442762"/>
                  </a:lnTo>
                  <a:lnTo>
                    <a:pt x="1355472" y="2443633"/>
                  </a:lnTo>
                  <a:lnTo>
                    <a:pt x="1367795" y="2442350"/>
                  </a:lnTo>
                  <a:lnTo>
                    <a:pt x="1380117" y="2439911"/>
                  </a:lnTo>
                  <a:lnTo>
                    <a:pt x="1392439" y="2437316"/>
                  </a:lnTo>
                  <a:lnTo>
                    <a:pt x="1404762" y="2435524"/>
                  </a:lnTo>
                  <a:lnTo>
                    <a:pt x="1417084" y="2435394"/>
                  </a:lnTo>
                  <a:lnTo>
                    <a:pt x="1429407" y="2437617"/>
                  </a:lnTo>
                  <a:lnTo>
                    <a:pt x="1441729" y="2442705"/>
                  </a:lnTo>
                  <a:lnTo>
                    <a:pt x="1454052" y="2450886"/>
                  </a:lnTo>
                  <a:lnTo>
                    <a:pt x="1466374" y="2461487"/>
                  </a:lnTo>
                  <a:lnTo>
                    <a:pt x="1478697" y="2473629"/>
                  </a:lnTo>
                  <a:lnTo>
                    <a:pt x="1491019" y="2486041"/>
                  </a:lnTo>
                  <a:lnTo>
                    <a:pt x="1503342" y="2497149"/>
                  </a:lnTo>
                  <a:lnTo>
                    <a:pt x="1515664" y="2505212"/>
                  </a:lnTo>
                  <a:lnTo>
                    <a:pt x="1527987" y="2508497"/>
                  </a:lnTo>
                  <a:lnTo>
                    <a:pt x="1540309" y="2505479"/>
                  </a:lnTo>
                  <a:lnTo>
                    <a:pt x="1552632" y="2495043"/>
                  </a:lnTo>
                  <a:lnTo>
                    <a:pt x="1564954" y="2476670"/>
                  </a:lnTo>
                  <a:lnTo>
                    <a:pt x="1577277" y="2450585"/>
                  </a:lnTo>
                  <a:lnTo>
                    <a:pt x="1589599" y="2417533"/>
                  </a:lnTo>
                  <a:lnTo>
                    <a:pt x="1601922" y="2380034"/>
                  </a:lnTo>
                  <a:lnTo>
                    <a:pt x="1614244" y="2341029"/>
                  </a:lnTo>
                  <a:lnTo>
                    <a:pt x="1626567" y="2303530"/>
                  </a:lnTo>
                  <a:lnTo>
                    <a:pt x="1638889" y="2270518"/>
                  </a:lnTo>
                  <a:lnTo>
                    <a:pt x="1651212" y="2244608"/>
                  </a:lnTo>
                  <a:lnTo>
                    <a:pt x="1663534" y="2227721"/>
                  </a:lnTo>
                  <a:lnTo>
                    <a:pt x="1675856" y="2220840"/>
                  </a:lnTo>
                  <a:lnTo>
                    <a:pt x="1688179" y="2223872"/>
                  </a:lnTo>
                  <a:lnTo>
                    <a:pt x="1700501" y="2235630"/>
                  </a:lnTo>
                  <a:lnTo>
                    <a:pt x="1712824" y="2253967"/>
                  </a:lnTo>
                  <a:lnTo>
                    <a:pt x="1725146" y="2276031"/>
                  </a:lnTo>
                  <a:lnTo>
                    <a:pt x="1737469" y="2298251"/>
                  </a:lnTo>
                  <a:lnTo>
                    <a:pt x="1749791" y="2317338"/>
                  </a:lnTo>
                  <a:lnTo>
                    <a:pt x="1762114" y="2331016"/>
                  </a:lnTo>
                  <a:lnTo>
                    <a:pt x="1774436" y="2337934"/>
                  </a:lnTo>
                  <a:lnTo>
                    <a:pt x="1786759" y="2337788"/>
                  </a:lnTo>
                  <a:lnTo>
                    <a:pt x="1799081" y="2331319"/>
                  </a:lnTo>
                  <a:lnTo>
                    <a:pt x="1811404" y="2320161"/>
                  </a:lnTo>
                  <a:lnTo>
                    <a:pt x="1823726" y="2306600"/>
                  </a:lnTo>
                  <a:lnTo>
                    <a:pt x="1836049" y="2293253"/>
                  </a:lnTo>
                  <a:lnTo>
                    <a:pt x="1848371" y="2282712"/>
                  </a:lnTo>
                  <a:lnTo>
                    <a:pt x="1860694" y="2277219"/>
                  </a:lnTo>
                  <a:lnTo>
                    <a:pt x="1873016" y="2278803"/>
                  </a:lnTo>
                  <a:lnTo>
                    <a:pt x="1885339" y="2288170"/>
                  </a:lnTo>
                  <a:lnTo>
                    <a:pt x="1897661" y="2304670"/>
                  </a:lnTo>
                  <a:lnTo>
                    <a:pt x="1909984" y="2327311"/>
                  </a:lnTo>
                  <a:lnTo>
                    <a:pt x="1922306" y="2354636"/>
                  </a:lnTo>
                  <a:lnTo>
                    <a:pt x="1934629" y="2384965"/>
                  </a:lnTo>
                  <a:lnTo>
                    <a:pt x="1946951" y="2416615"/>
                  </a:lnTo>
                  <a:lnTo>
                    <a:pt x="1959273" y="2448086"/>
                  </a:lnTo>
                  <a:lnTo>
                    <a:pt x="1971596" y="2478187"/>
                  </a:lnTo>
                  <a:lnTo>
                    <a:pt x="1983918" y="2506090"/>
                  </a:lnTo>
                  <a:lnTo>
                    <a:pt x="1996241" y="2531321"/>
                  </a:lnTo>
                  <a:lnTo>
                    <a:pt x="2008563" y="2553709"/>
                  </a:lnTo>
                  <a:lnTo>
                    <a:pt x="2020886" y="2573026"/>
                  </a:lnTo>
                  <a:lnTo>
                    <a:pt x="2033208" y="2589739"/>
                  </a:lnTo>
                  <a:lnTo>
                    <a:pt x="2045531" y="2604047"/>
                  </a:lnTo>
                  <a:lnTo>
                    <a:pt x="2057853" y="2616131"/>
                  </a:lnTo>
                  <a:lnTo>
                    <a:pt x="2070176" y="2626147"/>
                  </a:lnTo>
                  <a:lnTo>
                    <a:pt x="2082498" y="2634237"/>
                  </a:lnTo>
                  <a:lnTo>
                    <a:pt x="2094821" y="2640539"/>
                  </a:lnTo>
                  <a:lnTo>
                    <a:pt x="2107143" y="2645197"/>
                  </a:lnTo>
                  <a:lnTo>
                    <a:pt x="2119466" y="2648365"/>
                  </a:lnTo>
                  <a:lnTo>
                    <a:pt x="2131788" y="2650203"/>
                  </a:lnTo>
                  <a:lnTo>
                    <a:pt x="2144111" y="2650866"/>
                  </a:lnTo>
                  <a:lnTo>
                    <a:pt x="2156433" y="2650458"/>
                  </a:lnTo>
                  <a:lnTo>
                    <a:pt x="2168756" y="2649099"/>
                  </a:lnTo>
                  <a:lnTo>
                    <a:pt x="2181078" y="2646960"/>
                  </a:lnTo>
                  <a:lnTo>
                    <a:pt x="2193401" y="2644160"/>
                  </a:lnTo>
                  <a:lnTo>
                    <a:pt x="2205723" y="2640852"/>
                  </a:lnTo>
                  <a:lnTo>
                    <a:pt x="2218045" y="2637245"/>
                  </a:lnTo>
                  <a:lnTo>
                    <a:pt x="2230368" y="2633612"/>
                  </a:lnTo>
                  <a:lnTo>
                    <a:pt x="2242690" y="2630287"/>
                  </a:lnTo>
                  <a:lnTo>
                    <a:pt x="2255013" y="2627640"/>
                  </a:lnTo>
                  <a:lnTo>
                    <a:pt x="2267335" y="2626048"/>
                  </a:lnTo>
                  <a:lnTo>
                    <a:pt x="2279658" y="2625848"/>
                  </a:lnTo>
                  <a:lnTo>
                    <a:pt x="2291980" y="2627296"/>
                  </a:lnTo>
                  <a:lnTo>
                    <a:pt x="2304303" y="2630676"/>
                  </a:lnTo>
                  <a:lnTo>
                    <a:pt x="2316625" y="2635793"/>
                  </a:lnTo>
                  <a:lnTo>
                    <a:pt x="2328948" y="2642394"/>
                  </a:lnTo>
                  <a:lnTo>
                    <a:pt x="2341270" y="2650127"/>
                  </a:lnTo>
                  <a:lnTo>
                    <a:pt x="2353593" y="2658555"/>
                  </a:lnTo>
                  <a:lnTo>
                    <a:pt x="2365915" y="2667195"/>
                  </a:lnTo>
                  <a:lnTo>
                    <a:pt x="2378238" y="2675557"/>
                  </a:lnTo>
                  <a:lnTo>
                    <a:pt x="2390560" y="2683178"/>
                  </a:lnTo>
                  <a:lnTo>
                    <a:pt x="2402883" y="2689640"/>
                  </a:lnTo>
                  <a:lnTo>
                    <a:pt x="2415205" y="2694585"/>
                  </a:lnTo>
                  <a:lnTo>
                    <a:pt x="2427528" y="2697708"/>
                  </a:lnTo>
                  <a:lnTo>
                    <a:pt x="2439850" y="2698671"/>
                  </a:lnTo>
                  <a:lnTo>
                    <a:pt x="2452173" y="2697107"/>
                  </a:lnTo>
                  <a:lnTo>
                    <a:pt x="2464495" y="2692948"/>
                  </a:lnTo>
                  <a:lnTo>
                    <a:pt x="2476818" y="2685977"/>
                  </a:lnTo>
                  <a:lnTo>
                    <a:pt x="2489140" y="2675994"/>
                  </a:lnTo>
                  <a:lnTo>
                    <a:pt x="2501462" y="2662837"/>
                  </a:lnTo>
                  <a:lnTo>
                    <a:pt x="2513785" y="2646419"/>
                  </a:lnTo>
                  <a:lnTo>
                    <a:pt x="2526107" y="2626768"/>
                  </a:lnTo>
                  <a:lnTo>
                    <a:pt x="2538430" y="2604064"/>
                  </a:lnTo>
                  <a:lnTo>
                    <a:pt x="2550752" y="2578686"/>
                  </a:lnTo>
                  <a:lnTo>
                    <a:pt x="2563075" y="2551231"/>
                  </a:lnTo>
                  <a:lnTo>
                    <a:pt x="2575397" y="2522531"/>
                  </a:lnTo>
                  <a:lnTo>
                    <a:pt x="2587720" y="2493740"/>
                  </a:lnTo>
                  <a:lnTo>
                    <a:pt x="2600042" y="2466302"/>
                  </a:lnTo>
                  <a:lnTo>
                    <a:pt x="2612365" y="2441568"/>
                  </a:lnTo>
                  <a:lnTo>
                    <a:pt x="2624687" y="2420856"/>
                  </a:lnTo>
                  <a:lnTo>
                    <a:pt x="2637010" y="2405342"/>
                  </a:lnTo>
                  <a:lnTo>
                    <a:pt x="2649332" y="2395963"/>
                  </a:lnTo>
                  <a:lnTo>
                    <a:pt x="2661655" y="2393325"/>
                  </a:lnTo>
                  <a:lnTo>
                    <a:pt x="2673977" y="2397641"/>
                  </a:lnTo>
                  <a:lnTo>
                    <a:pt x="2686300" y="2408706"/>
                  </a:lnTo>
                  <a:lnTo>
                    <a:pt x="2698622" y="2425896"/>
                  </a:lnTo>
                  <a:lnTo>
                    <a:pt x="2710945" y="2448226"/>
                  </a:lnTo>
                  <a:lnTo>
                    <a:pt x="2723267" y="2474465"/>
                  </a:lnTo>
                  <a:lnTo>
                    <a:pt x="2735590" y="2503114"/>
                  </a:lnTo>
                  <a:lnTo>
                    <a:pt x="2747912" y="2532381"/>
                  </a:lnTo>
                  <a:lnTo>
                    <a:pt x="2760235" y="2560939"/>
                  </a:lnTo>
                  <a:lnTo>
                    <a:pt x="2772557" y="2587684"/>
                  </a:lnTo>
                  <a:lnTo>
                    <a:pt x="2784879" y="2611787"/>
                  </a:lnTo>
                  <a:lnTo>
                    <a:pt x="2797202" y="2632724"/>
                  </a:lnTo>
                  <a:lnTo>
                    <a:pt x="2809524" y="2650257"/>
                  </a:lnTo>
                  <a:lnTo>
                    <a:pt x="2821847" y="2664405"/>
                  </a:lnTo>
                  <a:lnTo>
                    <a:pt x="2834169" y="2675392"/>
                  </a:lnTo>
                  <a:lnTo>
                    <a:pt x="2846492" y="2683576"/>
                  </a:lnTo>
                  <a:lnTo>
                    <a:pt x="2858814" y="2689393"/>
                  </a:lnTo>
                  <a:lnTo>
                    <a:pt x="2871137" y="2693192"/>
                  </a:lnTo>
                  <a:lnTo>
                    <a:pt x="2883459" y="2695480"/>
                  </a:lnTo>
                  <a:lnTo>
                    <a:pt x="2895782" y="2696643"/>
                  </a:lnTo>
                  <a:lnTo>
                    <a:pt x="2908104" y="2696906"/>
                  </a:lnTo>
                  <a:lnTo>
                    <a:pt x="2920427" y="2696418"/>
                  </a:lnTo>
                  <a:lnTo>
                    <a:pt x="2932749" y="2695266"/>
                  </a:lnTo>
                  <a:lnTo>
                    <a:pt x="2945072" y="2693489"/>
                  </a:lnTo>
                  <a:lnTo>
                    <a:pt x="2957394" y="2691100"/>
                  </a:lnTo>
                  <a:lnTo>
                    <a:pt x="2969717" y="2688100"/>
                  </a:lnTo>
                  <a:lnTo>
                    <a:pt x="2982039" y="2684493"/>
                  </a:lnTo>
                  <a:lnTo>
                    <a:pt x="2994362" y="2680290"/>
                  </a:lnTo>
                  <a:lnTo>
                    <a:pt x="3006684" y="2675511"/>
                  </a:lnTo>
                  <a:lnTo>
                    <a:pt x="3019007" y="2670144"/>
                  </a:lnTo>
                  <a:lnTo>
                    <a:pt x="3031329" y="2664289"/>
                  </a:lnTo>
                  <a:lnTo>
                    <a:pt x="3043652" y="2657992"/>
                  </a:lnTo>
                  <a:lnTo>
                    <a:pt x="3055974" y="2651316"/>
                  </a:lnTo>
                  <a:lnTo>
                    <a:pt x="3068296" y="2644344"/>
                  </a:lnTo>
                  <a:lnTo>
                    <a:pt x="3080619" y="2637197"/>
                  </a:lnTo>
                  <a:lnTo>
                    <a:pt x="3092941" y="2630045"/>
                  </a:lnTo>
                  <a:lnTo>
                    <a:pt x="3105264" y="2623119"/>
                  </a:lnTo>
                  <a:lnTo>
                    <a:pt x="3117586" y="2616713"/>
                  </a:lnTo>
                  <a:lnTo>
                    <a:pt x="3129909" y="2611176"/>
                  </a:lnTo>
                  <a:lnTo>
                    <a:pt x="3142231" y="2606893"/>
                  </a:lnTo>
                  <a:lnTo>
                    <a:pt x="3154554" y="2604354"/>
                  </a:lnTo>
                  <a:lnTo>
                    <a:pt x="3166876" y="2603942"/>
                  </a:lnTo>
                  <a:lnTo>
                    <a:pt x="3179199" y="2605772"/>
                  </a:lnTo>
                  <a:lnTo>
                    <a:pt x="3191521" y="2609903"/>
                  </a:lnTo>
                  <a:lnTo>
                    <a:pt x="3203844" y="2616231"/>
                  </a:lnTo>
                  <a:lnTo>
                    <a:pt x="3216166" y="2624494"/>
                  </a:lnTo>
                  <a:lnTo>
                    <a:pt x="3228489" y="2634292"/>
                  </a:lnTo>
                  <a:lnTo>
                    <a:pt x="3240811" y="2645125"/>
                  </a:lnTo>
                  <a:lnTo>
                    <a:pt x="3253134" y="2656440"/>
                  </a:lnTo>
                  <a:lnTo>
                    <a:pt x="3265456" y="2667681"/>
                  </a:lnTo>
                  <a:lnTo>
                    <a:pt x="3277779" y="2678334"/>
                  </a:lnTo>
                  <a:lnTo>
                    <a:pt x="3290101" y="2687972"/>
                  </a:lnTo>
                  <a:lnTo>
                    <a:pt x="3302424" y="2696123"/>
                  </a:lnTo>
                  <a:lnTo>
                    <a:pt x="3314746" y="2702720"/>
                  </a:lnTo>
                  <a:lnTo>
                    <a:pt x="3327068" y="2707728"/>
                  </a:lnTo>
                  <a:lnTo>
                    <a:pt x="3339391" y="2711200"/>
                  </a:lnTo>
                  <a:lnTo>
                    <a:pt x="3351713" y="2713262"/>
                  </a:lnTo>
                  <a:lnTo>
                    <a:pt x="3364036" y="2714100"/>
                  </a:lnTo>
                  <a:lnTo>
                    <a:pt x="3376358" y="2713937"/>
                  </a:lnTo>
                  <a:lnTo>
                    <a:pt x="3388681" y="2713024"/>
                  </a:lnTo>
                  <a:lnTo>
                    <a:pt x="3401003" y="2711622"/>
                  </a:lnTo>
                  <a:lnTo>
                    <a:pt x="3413326" y="2709991"/>
                  </a:lnTo>
                  <a:lnTo>
                    <a:pt x="3425648" y="2708376"/>
                  </a:lnTo>
                  <a:lnTo>
                    <a:pt x="3437971" y="2707017"/>
                  </a:lnTo>
                  <a:lnTo>
                    <a:pt x="3450293" y="2706124"/>
                  </a:lnTo>
                  <a:lnTo>
                    <a:pt x="3462616" y="2705791"/>
                  </a:lnTo>
                  <a:lnTo>
                    <a:pt x="3474938" y="2706068"/>
                  </a:lnTo>
                  <a:lnTo>
                    <a:pt x="3487261" y="2706947"/>
                  </a:lnTo>
                  <a:lnTo>
                    <a:pt x="3499583" y="2708365"/>
                  </a:lnTo>
                  <a:lnTo>
                    <a:pt x="3511906" y="2710215"/>
                  </a:lnTo>
                  <a:lnTo>
                    <a:pt x="3524228" y="2712356"/>
                  </a:lnTo>
                  <a:lnTo>
                    <a:pt x="3536551" y="2714630"/>
                  </a:lnTo>
                  <a:lnTo>
                    <a:pt x="3548873" y="2716871"/>
                  </a:lnTo>
                  <a:lnTo>
                    <a:pt x="3561196" y="2718918"/>
                  </a:lnTo>
                  <a:lnTo>
                    <a:pt x="3573518" y="2720621"/>
                  </a:lnTo>
                  <a:lnTo>
                    <a:pt x="3585841" y="2721792"/>
                  </a:lnTo>
                  <a:lnTo>
                    <a:pt x="3598163" y="2722328"/>
                  </a:lnTo>
                  <a:lnTo>
                    <a:pt x="3610485" y="2722129"/>
                  </a:lnTo>
                  <a:lnTo>
                    <a:pt x="3622808" y="2721096"/>
                  </a:lnTo>
                  <a:lnTo>
                    <a:pt x="3635130" y="2719138"/>
                  </a:lnTo>
                  <a:lnTo>
                    <a:pt x="3647453" y="2716182"/>
                  </a:lnTo>
                  <a:lnTo>
                    <a:pt x="3659775" y="2712180"/>
                  </a:lnTo>
                  <a:lnTo>
                    <a:pt x="3672098" y="2707126"/>
                  </a:lnTo>
                  <a:lnTo>
                    <a:pt x="3684420" y="2701068"/>
                  </a:lnTo>
                  <a:lnTo>
                    <a:pt x="3696743" y="2694125"/>
                  </a:lnTo>
                  <a:lnTo>
                    <a:pt x="3709065" y="2686494"/>
                  </a:lnTo>
                  <a:lnTo>
                    <a:pt x="3721388" y="2678459"/>
                  </a:lnTo>
                  <a:lnTo>
                    <a:pt x="3733710" y="2670443"/>
                  </a:lnTo>
                  <a:lnTo>
                    <a:pt x="3746033" y="2662903"/>
                  </a:lnTo>
                  <a:lnTo>
                    <a:pt x="3758355" y="2656279"/>
                  </a:lnTo>
                  <a:lnTo>
                    <a:pt x="3770678" y="2650978"/>
                  </a:lnTo>
                  <a:lnTo>
                    <a:pt x="3783000" y="2647341"/>
                  </a:lnTo>
                  <a:lnTo>
                    <a:pt x="3795323" y="2645606"/>
                  </a:lnTo>
                  <a:lnTo>
                    <a:pt x="3807645" y="2645888"/>
                  </a:lnTo>
                  <a:lnTo>
                    <a:pt x="3819968" y="2648165"/>
                  </a:lnTo>
                  <a:lnTo>
                    <a:pt x="3832290" y="2652280"/>
                  </a:lnTo>
                  <a:lnTo>
                    <a:pt x="3844613" y="2657962"/>
                  </a:lnTo>
                  <a:lnTo>
                    <a:pt x="3856935" y="2664850"/>
                  </a:lnTo>
                  <a:lnTo>
                    <a:pt x="3869258" y="2672548"/>
                  </a:lnTo>
                  <a:lnTo>
                    <a:pt x="3881580" y="2680541"/>
                  </a:lnTo>
                  <a:lnTo>
                    <a:pt x="3893902" y="2688426"/>
                  </a:lnTo>
                  <a:lnTo>
                    <a:pt x="3906225" y="2695887"/>
                  </a:lnTo>
                  <a:lnTo>
                    <a:pt x="3918547" y="2702690"/>
                  </a:lnTo>
                  <a:lnTo>
                    <a:pt x="3930870" y="2708681"/>
                  </a:lnTo>
                  <a:lnTo>
                    <a:pt x="3943192" y="2713788"/>
                  </a:lnTo>
                  <a:lnTo>
                    <a:pt x="3955515" y="2718005"/>
                  </a:lnTo>
                  <a:lnTo>
                    <a:pt x="3967837" y="2721381"/>
                  </a:lnTo>
                  <a:lnTo>
                    <a:pt x="3980160" y="2724001"/>
                  </a:lnTo>
                  <a:lnTo>
                    <a:pt x="3992482" y="2725974"/>
                  </a:lnTo>
                  <a:lnTo>
                    <a:pt x="4004805" y="2727408"/>
                  </a:lnTo>
                  <a:lnTo>
                    <a:pt x="4017127" y="2728398"/>
                  </a:lnTo>
                  <a:lnTo>
                    <a:pt x="4029450" y="2729087"/>
                  </a:lnTo>
                  <a:lnTo>
                    <a:pt x="4041772" y="2729552"/>
                  </a:lnTo>
                  <a:lnTo>
                    <a:pt x="4054095" y="2729859"/>
                  </a:lnTo>
                  <a:lnTo>
                    <a:pt x="4066417" y="2730055"/>
                  </a:lnTo>
                  <a:lnTo>
                    <a:pt x="4078740" y="2730177"/>
                  </a:lnTo>
                  <a:lnTo>
                    <a:pt x="4091062" y="2730251"/>
                  </a:lnTo>
                  <a:lnTo>
                    <a:pt x="4103385" y="2730294"/>
                  </a:lnTo>
                  <a:lnTo>
                    <a:pt x="4115707" y="2730318"/>
                  </a:lnTo>
                  <a:lnTo>
                    <a:pt x="4128030" y="2730332"/>
                  </a:lnTo>
                  <a:lnTo>
                    <a:pt x="4140352" y="2730339"/>
                  </a:lnTo>
                  <a:lnTo>
                    <a:pt x="4152675" y="2730343"/>
                  </a:lnTo>
                  <a:lnTo>
                    <a:pt x="4164997" y="2730344"/>
                  </a:lnTo>
                  <a:lnTo>
                    <a:pt x="4177319" y="2730345"/>
                  </a:lnTo>
                  <a:lnTo>
                    <a:pt x="4189642" y="2730346"/>
                  </a:lnTo>
                  <a:lnTo>
                    <a:pt x="4201964" y="2730346"/>
                  </a:lnTo>
                  <a:lnTo>
                    <a:pt x="4214287" y="2730346"/>
                  </a:lnTo>
                  <a:lnTo>
                    <a:pt x="4226609" y="2730346"/>
                  </a:lnTo>
                  <a:lnTo>
                    <a:pt x="4238932" y="2730346"/>
                  </a:lnTo>
                  <a:lnTo>
                    <a:pt x="4251254" y="2730346"/>
                  </a:lnTo>
                  <a:lnTo>
                    <a:pt x="4263577" y="2730346"/>
                  </a:lnTo>
                  <a:lnTo>
                    <a:pt x="4275899" y="2730346"/>
                  </a:lnTo>
                  <a:lnTo>
                    <a:pt x="4288222" y="2730346"/>
                  </a:lnTo>
                  <a:lnTo>
                    <a:pt x="4300544" y="2730346"/>
                  </a:lnTo>
                  <a:lnTo>
                    <a:pt x="4312867" y="2730346"/>
                  </a:lnTo>
                  <a:lnTo>
                    <a:pt x="4325189" y="2730346"/>
                  </a:lnTo>
                  <a:lnTo>
                    <a:pt x="4337512" y="2730346"/>
                  </a:lnTo>
                  <a:lnTo>
                    <a:pt x="4349834" y="2730346"/>
                  </a:lnTo>
                  <a:lnTo>
                    <a:pt x="4362157" y="2730346"/>
                  </a:lnTo>
                  <a:lnTo>
                    <a:pt x="4374479" y="2730346"/>
                  </a:lnTo>
                  <a:lnTo>
                    <a:pt x="4386802" y="2730346"/>
                  </a:lnTo>
                  <a:lnTo>
                    <a:pt x="4399124" y="2730346"/>
                  </a:lnTo>
                  <a:lnTo>
                    <a:pt x="4411447" y="2730346"/>
                  </a:lnTo>
                  <a:lnTo>
                    <a:pt x="4423769" y="2730346"/>
                  </a:lnTo>
                  <a:lnTo>
                    <a:pt x="4436091" y="2730346"/>
                  </a:lnTo>
                  <a:lnTo>
                    <a:pt x="4448414" y="2730346"/>
                  </a:lnTo>
                  <a:lnTo>
                    <a:pt x="4460736" y="2730346"/>
                  </a:lnTo>
                  <a:lnTo>
                    <a:pt x="4473059" y="2730346"/>
                  </a:lnTo>
                  <a:lnTo>
                    <a:pt x="4485381" y="2730346"/>
                  </a:lnTo>
                  <a:lnTo>
                    <a:pt x="4497704" y="2730346"/>
                  </a:lnTo>
                  <a:lnTo>
                    <a:pt x="4510026" y="2730345"/>
                  </a:lnTo>
                  <a:lnTo>
                    <a:pt x="4522349" y="2730344"/>
                  </a:lnTo>
                  <a:lnTo>
                    <a:pt x="4534671" y="2730341"/>
                  </a:lnTo>
                  <a:lnTo>
                    <a:pt x="4546994" y="2730336"/>
                  </a:lnTo>
                  <a:lnTo>
                    <a:pt x="4559316" y="2730327"/>
                  </a:lnTo>
                  <a:lnTo>
                    <a:pt x="4571639" y="2730312"/>
                  </a:lnTo>
                  <a:lnTo>
                    <a:pt x="4583961" y="2730284"/>
                  </a:lnTo>
                  <a:lnTo>
                    <a:pt x="4596284" y="2730236"/>
                  </a:lnTo>
                  <a:lnTo>
                    <a:pt x="4608606" y="2730158"/>
                  </a:lnTo>
                  <a:lnTo>
                    <a:pt x="4620929" y="2730034"/>
                  </a:lnTo>
                  <a:lnTo>
                    <a:pt x="4633251" y="2729845"/>
                  </a:lnTo>
                  <a:lnTo>
                    <a:pt x="4645574" y="2729563"/>
                  </a:lnTo>
                  <a:lnTo>
                    <a:pt x="4657896" y="2729156"/>
                  </a:lnTo>
                  <a:lnTo>
                    <a:pt x="4670219" y="2728590"/>
                  </a:lnTo>
                  <a:lnTo>
                    <a:pt x="4682541" y="2727824"/>
                  </a:lnTo>
                  <a:lnTo>
                    <a:pt x="4694864" y="2726821"/>
                  </a:lnTo>
                  <a:lnTo>
                    <a:pt x="4707186" y="2725549"/>
                  </a:lnTo>
                  <a:lnTo>
                    <a:pt x="4719508" y="2723975"/>
                  </a:lnTo>
                  <a:lnTo>
                    <a:pt x="4731831" y="2722092"/>
                  </a:lnTo>
                  <a:lnTo>
                    <a:pt x="4744153" y="2719955"/>
                  </a:lnTo>
                  <a:lnTo>
                    <a:pt x="4756476" y="2717627"/>
                  </a:lnTo>
                  <a:lnTo>
                    <a:pt x="4768798" y="2715202"/>
                  </a:lnTo>
                  <a:lnTo>
                    <a:pt x="4781121" y="2712802"/>
                  </a:lnTo>
                  <a:lnTo>
                    <a:pt x="4793443" y="2710563"/>
                  </a:lnTo>
                  <a:lnTo>
                    <a:pt x="4805766" y="2708629"/>
                  </a:lnTo>
                  <a:lnTo>
                    <a:pt x="4818088" y="2707134"/>
                  </a:lnTo>
                  <a:lnTo>
                    <a:pt x="4830411" y="2706188"/>
                  </a:lnTo>
                  <a:lnTo>
                    <a:pt x="4842733" y="2705865"/>
                  </a:lnTo>
                  <a:lnTo>
                    <a:pt x="4855056" y="2706191"/>
                  </a:lnTo>
                  <a:lnTo>
                    <a:pt x="4867378" y="2707181"/>
                  </a:lnTo>
                  <a:lnTo>
                    <a:pt x="4879701" y="2708698"/>
                  </a:lnTo>
                  <a:lnTo>
                    <a:pt x="4892023" y="2710591"/>
                  </a:lnTo>
                  <a:lnTo>
                    <a:pt x="4904346" y="2712693"/>
                  </a:lnTo>
                  <a:lnTo>
                    <a:pt x="4916668" y="2714820"/>
                  </a:lnTo>
                  <a:lnTo>
                    <a:pt x="4928991" y="2716781"/>
                  </a:lnTo>
                  <a:lnTo>
                    <a:pt x="4941313" y="2718384"/>
                  </a:lnTo>
                  <a:lnTo>
                    <a:pt x="4953636" y="2719443"/>
                  </a:lnTo>
                  <a:lnTo>
                    <a:pt x="4965958" y="2719780"/>
                  </a:lnTo>
                  <a:lnTo>
                    <a:pt x="4978281" y="2719224"/>
                  </a:lnTo>
                  <a:lnTo>
                    <a:pt x="4990603" y="2717618"/>
                  </a:lnTo>
                  <a:lnTo>
                    <a:pt x="5002925" y="2714794"/>
                  </a:lnTo>
                  <a:lnTo>
                    <a:pt x="5015248" y="2710558"/>
                  </a:lnTo>
                  <a:lnTo>
                    <a:pt x="5027570" y="2704971"/>
                  </a:lnTo>
                  <a:lnTo>
                    <a:pt x="5039893" y="2698074"/>
                  </a:lnTo>
                  <a:lnTo>
                    <a:pt x="5052215" y="2690010"/>
                  </a:lnTo>
                  <a:lnTo>
                    <a:pt x="5064538" y="2681034"/>
                  </a:lnTo>
                  <a:lnTo>
                    <a:pt x="5076860" y="2671517"/>
                  </a:lnTo>
                  <a:lnTo>
                    <a:pt x="5089183" y="2661932"/>
                  </a:lnTo>
                  <a:lnTo>
                    <a:pt x="5101505" y="2652829"/>
                  </a:lnTo>
                  <a:lnTo>
                    <a:pt x="5113828" y="2644794"/>
                  </a:lnTo>
                  <a:lnTo>
                    <a:pt x="5126150" y="2638389"/>
                  </a:lnTo>
                  <a:lnTo>
                    <a:pt x="5138473" y="2634103"/>
                  </a:lnTo>
                  <a:lnTo>
                    <a:pt x="5150795" y="2632468"/>
                  </a:lnTo>
                  <a:lnTo>
                    <a:pt x="5163118" y="2633551"/>
                  </a:lnTo>
                  <a:lnTo>
                    <a:pt x="5175440" y="2637156"/>
                  </a:lnTo>
                  <a:lnTo>
                    <a:pt x="5187763" y="2642992"/>
                  </a:lnTo>
                  <a:lnTo>
                    <a:pt x="5200085" y="2650619"/>
                  </a:lnTo>
                  <a:lnTo>
                    <a:pt x="5212408" y="2659501"/>
                  </a:lnTo>
                  <a:lnTo>
                    <a:pt x="5224730" y="2669067"/>
                  </a:lnTo>
                  <a:lnTo>
                    <a:pt x="5237053" y="2678763"/>
                  </a:lnTo>
                  <a:lnTo>
                    <a:pt x="5249375" y="2688104"/>
                  </a:lnTo>
                  <a:lnTo>
                    <a:pt x="5261698" y="2696707"/>
                  </a:lnTo>
                  <a:lnTo>
                    <a:pt x="5274020" y="2704307"/>
                  </a:lnTo>
                  <a:lnTo>
                    <a:pt x="5286342" y="2710750"/>
                  </a:lnTo>
                  <a:lnTo>
                    <a:pt x="5298665" y="2715918"/>
                  </a:lnTo>
                  <a:lnTo>
                    <a:pt x="5310987" y="2719999"/>
                  </a:lnTo>
                  <a:lnTo>
                    <a:pt x="5323310" y="2723122"/>
                  </a:lnTo>
                  <a:lnTo>
                    <a:pt x="5335632" y="2725438"/>
                  </a:lnTo>
                  <a:lnTo>
                    <a:pt x="5347955" y="2727103"/>
                  </a:lnTo>
                  <a:lnTo>
                    <a:pt x="5360277" y="2728263"/>
                  </a:lnTo>
                  <a:lnTo>
                    <a:pt x="5372600" y="2729047"/>
                  </a:lnTo>
                  <a:lnTo>
                    <a:pt x="5384922" y="2729559"/>
                  </a:lnTo>
                  <a:lnTo>
                    <a:pt x="5397245" y="2729884"/>
                  </a:lnTo>
                  <a:lnTo>
                    <a:pt x="5409567" y="2730083"/>
                  </a:lnTo>
                  <a:lnTo>
                    <a:pt x="5421890" y="2730201"/>
                  </a:lnTo>
                  <a:lnTo>
                    <a:pt x="5434212" y="2730267"/>
                  </a:lnTo>
                  <a:lnTo>
                    <a:pt x="5446535" y="2730303"/>
                  </a:lnTo>
                  <a:lnTo>
                    <a:pt x="5458857" y="2730324"/>
                  </a:lnTo>
                  <a:lnTo>
                    <a:pt x="5471180" y="2730335"/>
                  </a:lnTo>
                  <a:lnTo>
                    <a:pt x="5483502" y="2730341"/>
                  </a:lnTo>
                  <a:lnTo>
                    <a:pt x="5495825" y="2730344"/>
                  </a:lnTo>
                  <a:lnTo>
                    <a:pt x="5508147" y="2730345"/>
                  </a:lnTo>
                  <a:lnTo>
                    <a:pt x="5520470" y="2730346"/>
                  </a:lnTo>
                  <a:lnTo>
                    <a:pt x="5532792" y="2730346"/>
                  </a:lnTo>
                  <a:lnTo>
                    <a:pt x="5545114" y="2730346"/>
                  </a:lnTo>
                  <a:lnTo>
                    <a:pt x="5557437" y="2730346"/>
                  </a:lnTo>
                  <a:lnTo>
                    <a:pt x="5569759" y="2730346"/>
                  </a:lnTo>
                  <a:lnTo>
                    <a:pt x="5582082" y="2730346"/>
                  </a:lnTo>
                  <a:lnTo>
                    <a:pt x="5594404" y="2730346"/>
                  </a:lnTo>
                  <a:lnTo>
                    <a:pt x="5606727" y="2730346"/>
                  </a:lnTo>
                  <a:lnTo>
                    <a:pt x="5619049" y="2730346"/>
                  </a:lnTo>
                  <a:lnTo>
                    <a:pt x="5631372" y="2730346"/>
                  </a:lnTo>
                  <a:lnTo>
                    <a:pt x="5643694" y="2730346"/>
                  </a:lnTo>
                  <a:lnTo>
                    <a:pt x="5656017" y="2730346"/>
                  </a:lnTo>
                  <a:lnTo>
                    <a:pt x="5668339" y="2730346"/>
                  </a:lnTo>
                  <a:lnTo>
                    <a:pt x="5680662" y="2730346"/>
                  </a:lnTo>
                  <a:lnTo>
                    <a:pt x="5692984" y="2730346"/>
                  </a:lnTo>
                  <a:lnTo>
                    <a:pt x="5705307" y="2730346"/>
                  </a:lnTo>
                  <a:lnTo>
                    <a:pt x="5717629" y="2730346"/>
                  </a:lnTo>
                  <a:lnTo>
                    <a:pt x="5729952" y="2730346"/>
                  </a:lnTo>
                  <a:lnTo>
                    <a:pt x="5742274" y="2730346"/>
                  </a:lnTo>
                  <a:lnTo>
                    <a:pt x="5754597" y="2730346"/>
                  </a:lnTo>
                  <a:lnTo>
                    <a:pt x="5766919" y="2730346"/>
                  </a:lnTo>
                  <a:lnTo>
                    <a:pt x="5779242" y="2730346"/>
                  </a:lnTo>
                  <a:lnTo>
                    <a:pt x="5791564" y="2730346"/>
                  </a:lnTo>
                  <a:lnTo>
                    <a:pt x="5803887" y="2730346"/>
                  </a:lnTo>
                  <a:lnTo>
                    <a:pt x="5816209" y="2730346"/>
                  </a:lnTo>
                  <a:lnTo>
                    <a:pt x="5828531" y="2730346"/>
                  </a:lnTo>
                  <a:lnTo>
                    <a:pt x="5840854" y="2730346"/>
                  </a:lnTo>
                  <a:lnTo>
                    <a:pt x="5853176" y="2730346"/>
                  </a:lnTo>
                  <a:lnTo>
                    <a:pt x="5865499" y="2730346"/>
                  </a:lnTo>
                  <a:lnTo>
                    <a:pt x="5877821" y="2730346"/>
                  </a:lnTo>
                  <a:lnTo>
                    <a:pt x="5890144" y="2730346"/>
                  </a:lnTo>
                  <a:lnTo>
                    <a:pt x="5902466" y="2730346"/>
                  </a:lnTo>
                  <a:lnTo>
                    <a:pt x="5914789" y="2730346"/>
                  </a:lnTo>
                  <a:lnTo>
                    <a:pt x="5927111" y="2730346"/>
                  </a:lnTo>
                  <a:lnTo>
                    <a:pt x="5939434" y="2730346"/>
                  </a:lnTo>
                  <a:lnTo>
                    <a:pt x="5951756" y="2730346"/>
                  </a:lnTo>
                  <a:lnTo>
                    <a:pt x="5964079" y="2730346"/>
                  </a:lnTo>
                  <a:lnTo>
                    <a:pt x="5976401" y="2730346"/>
                  </a:lnTo>
                  <a:lnTo>
                    <a:pt x="5988724" y="2730346"/>
                  </a:lnTo>
                  <a:lnTo>
                    <a:pt x="6001046" y="2730346"/>
                  </a:lnTo>
                  <a:lnTo>
                    <a:pt x="6013369" y="2730346"/>
                  </a:lnTo>
                  <a:lnTo>
                    <a:pt x="6025691" y="2730346"/>
                  </a:lnTo>
                  <a:lnTo>
                    <a:pt x="6038014" y="2730346"/>
                  </a:lnTo>
                  <a:lnTo>
                    <a:pt x="6050336" y="2730346"/>
                  </a:lnTo>
                  <a:lnTo>
                    <a:pt x="6062659" y="2730346"/>
                  </a:lnTo>
                  <a:lnTo>
                    <a:pt x="6074981" y="2730346"/>
                  </a:lnTo>
                  <a:lnTo>
                    <a:pt x="6087304" y="2730346"/>
                  </a:lnTo>
                  <a:lnTo>
                    <a:pt x="6099626" y="2730346"/>
                  </a:lnTo>
                  <a:lnTo>
                    <a:pt x="6111948" y="2730346"/>
                  </a:lnTo>
                  <a:lnTo>
                    <a:pt x="6124271" y="2730346"/>
                  </a:lnTo>
                  <a:lnTo>
                    <a:pt x="6136593" y="2730346"/>
                  </a:lnTo>
                  <a:lnTo>
                    <a:pt x="6148916" y="2730346"/>
                  </a:lnTo>
                  <a:lnTo>
                    <a:pt x="6161238" y="2730346"/>
                  </a:lnTo>
                  <a:lnTo>
                    <a:pt x="6173561" y="2730346"/>
                  </a:lnTo>
                  <a:lnTo>
                    <a:pt x="6185883" y="2730346"/>
                  </a:lnTo>
                  <a:lnTo>
                    <a:pt x="6198206" y="2730346"/>
                  </a:lnTo>
                  <a:lnTo>
                    <a:pt x="6210528" y="2730346"/>
                  </a:lnTo>
                  <a:lnTo>
                    <a:pt x="6222851" y="2730346"/>
                  </a:lnTo>
                  <a:lnTo>
                    <a:pt x="6235173" y="2730346"/>
                  </a:lnTo>
                  <a:lnTo>
                    <a:pt x="6247496" y="2730346"/>
                  </a:lnTo>
                  <a:lnTo>
                    <a:pt x="6259818" y="2730346"/>
                  </a:lnTo>
                  <a:lnTo>
                    <a:pt x="6272141" y="2730346"/>
                  </a:lnTo>
                  <a:lnTo>
                    <a:pt x="6284463" y="2730346"/>
                  </a:lnTo>
                  <a:lnTo>
                    <a:pt x="6296786" y="2730346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706745" y="4774128"/>
              <a:ext cx="6296786" cy="1372199"/>
            </a:xfrm>
            <a:custGeom>
              <a:avLst/>
              <a:pathLst>
                <a:path w="6296786" h="1372199">
                  <a:moveTo>
                    <a:pt x="0" y="1312993"/>
                  </a:moveTo>
                  <a:lnTo>
                    <a:pt x="12322" y="1307193"/>
                  </a:lnTo>
                  <a:lnTo>
                    <a:pt x="24644" y="1300924"/>
                  </a:lnTo>
                  <a:lnTo>
                    <a:pt x="36967" y="1294222"/>
                  </a:lnTo>
                  <a:lnTo>
                    <a:pt x="49289" y="1287072"/>
                  </a:lnTo>
                  <a:lnTo>
                    <a:pt x="61612" y="1279266"/>
                  </a:lnTo>
                  <a:lnTo>
                    <a:pt x="73934" y="1270891"/>
                  </a:lnTo>
                  <a:lnTo>
                    <a:pt x="86257" y="1261991"/>
                  </a:lnTo>
                  <a:lnTo>
                    <a:pt x="98579" y="1252552"/>
                  </a:lnTo>
                  <a:lnTo>
                    <a:pt x="110902" y="1242329"/>
                  </a:lnTo>
                  <a:lnTo>
                    <a:pt x="123224" y="1231442"/>
                  </a:lnTo>
                  <a:lnTo>
                    <a:pt x="135547" y="1219945"/>
                  </a:lnTo>
                  <a:lnTo>
                    <a:pt x="147869" y="1207823"/>
                  </a:lnTo>
                  <a:lnTo>
                    <a:pt x="160192" y="1194805"/>
                  </a:lnTo>
                  <a:lnTo>
                    <a:pt x="172514" y="1181044"/>
                  </a:lnTo>
                  <a:lnTo>
                    <a:pt x="184837" y="1166604"/>
                  </a:lnTo>
                  <a:lnTo>
                    <a:pt x="197159" y="1151476"/>
                  </a:lnTo>
                  <a:lnTo>
                    <a:pt x="209482" y="1135369"/>
                  </a:lnTo>
                  <a:lnTo>
                    <a:pt x="221804" y="1118471"/>
                  </a:lnTo>
                  <a:lnTo>
                    <a:pt x="234127" y="1100856"/>
                  </a:lnTo>
                  <a:lnTo>
                    <a:pt x="246449" y="1082520"/>
                  </a:lnTo>
                  <a:lnTo>
                    <a:pt x="258772" y="1063172"/>
                  </a:lnTo>
                  <a:lnTo>
                    <a:pt x="271094" y="1043031"/>
                  </a:lnTo>
                  <a:lnTo>
                    <a:pt x="283416" y="1022177"/>
                  </a:lnTo>
                  <a:lnTo>
                    <a:pt x="295739" y="1000613"/>
                  </a:lnTo>
                  <a:lnTo>
                    <a:pt x="308061" y="978071"/>
                  </a:lnTo>
                  <a:lnTo>
                    <a:pt x="320384" y="954791"/>
                  </a:lnTo>
                  <a:lnTo>
                    <a:pt x="332706" y="930852"/>
                  </a:lnTo>
                  <a:lnTo>
                    <a:pt x="345029" y="906271"/>
                  </a:lnTo>
                  <a:lnTo>
                    <a:pt x="357351" y="880824"/>
                  </a:lnTo>
                  <a:lnTo>
                    <a:pt x="369674" y="854755"/>
                  </a:lnTo>
                  <a:lnTo>
                    <a:pt x="381996" y="828142"/>
                  </a:lnTo>
                  <a:lnTo>
                    <a:pt x="394319" y="801010"/>
                  </a:lnTo>
                  <a:lnTo>
                    <a:pt x="406641" y="773212"/>
                  </a:lnTo>
                  <a:lnTo>
                    <a:pt x="418964" y="744970"/>
                  </a:lnTo>
                  <a:lnTo>
                    <a:pt x="431286" y="716358"/>
                  </a:lnTo>
                  <a:lnTo>
                    <a:pt x="443609" y="687407"/>
                  </a:lnTo>
                  <a:lnTo>
                    <a:pt x="455931" y="658071"/>
                  </a:lnTo>
                  <a:lnTo>
                    <a:pt x="468254" y="628525"/>
                  </a:lnTo>
                  <a:lnTo>
                    <a:pt x="480576" y="598832"/>
                  </a:lnTo>
                  <a:lnTo>
                    <a:pt x="492899" y="569033"/>
                  </a:lnTo>
                  <a:lnTo>
                    <a:pt x="505221" y="539197"/>
                  </a:lnTo>
                  <a:lnTo>
                    <a:pt x="517544" y="509429"/>
                  </a:lnTo>
                  <a:lnTo>
                    <a:pt x="529866" y="479776"/>
                  </a:lnTo>
                  <a:lnTo>
                    <a:pt x="542189" y="450285"/>
                  </a:lnTo>
                  <a:lnTo>
                    <a:pt x="554511" y="421154"/>
                  </a:lnTo>
                  <a:lnTo>
                    <a:pt x="566833" y="392391"/>
                  </a:lnTo>
                  <a:lnTo>
                    <a:pt x="579156" y="364028"/>
                  </a:lnTo>
                  <a:lnTo>
                    <a:pt x="591478" y="336113"/>
                  </a:lnTo>
                  <a:lnTo>
                    <a:pt x="603801" y="308976"/>
                  </a:lnTo>
                  <a:lnTo>
                    <a:pt x="616123" y="282510"/>
                  </a:lnTo>
                  <a:lnTo>
                    <a:pt x="628446" y="256729"/>
                  </a:lnTo>
                  <a:lnTo>
                    <a:pt x="640768" y="231681"/>
                  </a:lnTo>
                  <a:lnTo>
                    <a:pt x="653091" y="207818"/>
                  </a:lnTo>
                  <a:lnTo>
                    <a:pt x="665413" y="184910"/>
                  </a:lnTo>
                  <a:lnTo>
                    <a:pt x="677736" y="162954"/>
                  </a:lnTo>
                  <a:lnTo>
                    <a:pt x="690058" y="141991"/>
                  </a:lnTo>
                  <a:lnTo>
                    <a:pt x="702381" y="122582"/>
                  </a:lnTo>
                  <a:lnTo>
                    <a:pt x="714703" y="104368"/>
                  </a:lnTo>
                  <a:lnTo>
                    <a:pt x="727026" y="87333"/>
                  </a:lnTo>
                  <a:lnTo>
                    <a:pt x="739348" y="71508"/>
                  </a:lnTo>
                  <a:lnTo>
                    <a:pt x="751671" y="57537"/>
                  </a:lnTo>
                  <a:lnTo>
                    <a:pt x="763993" y="44942"/>
                  </a:lnTo>
                  <a:lnTo>
                    <a:pt x="776316" y="33693"/>
                  </a:lnTo>
                  <a:lnTo>
                    <a:pt x="788638" y="23812"/>
                  </a:lnTo>
                  <a:lnTo>
                    <a:pt x="800961" y="15989"/>
                  </a:lnTo>
                  <a:lnTo>
                    <a:pt x="813283" y="9648"/>
                  </a:lnTo>
                  <a:lnTo>
                    <a:pt x="825606" y="4748"/>
                  </a:lnTo>
                  <a:lnTo>
                    <a:pt x="837928" y="1299"/>
                  </a:lnTo>
                  <a:lnTo>
                    <a:pt x="850250" y="0"/>
                  </a:lnTo>
                  <a:lnTo>
                    <a:pt x="862573" y="203"/>
                  </a:lnTo>
                  <a:lnTo>
                    <a:pt x="874895" y="1861"/>
                  </a:lnTo>
                  <a:lnTo>
                    <a:pt x="887218" y="4969"/>
                  </a:lnTo>
                  <a:lnTo>
                    <a:pt x="899540" y="10195"/>
                  </a:lnTo>
                  <a:lnTo>
                    <a:pt x="911863" y="16858"/>
                  </a:lnTo>
                  <a:lnTo>
                    <a:pt x="924185" y="24905"/>
                  </a:lnTo>
                  <a:lnTo>
                    <a:pt x="936508" y="34317"/>
                  </a:lnTo>
                  <a:lnTo>
                    <a:pt x="948830" y="45691"/>
                  </a:lnTo>
                  <a:lnTo>
                    <a:pt x="961153" y="58354"/>
                  </a:lnTo>
                  <a:lnTo>
                    <a:pt x="973475" y="72251"/>
                  </a:lnTo>
                  <a:lnTo>
                    <a:pt x="985798" y="87352"/>
                  </a:lnTo>
                  <a:lnTo>
                    <a:pt x="998120" y="104146"/>
                  </a:lnTo>
                  <a:lnTo>
                    <a:pt x="1010443" y="122013"/>
                  </a:lnTo>
                  <a:lnTo>
                    <a:pt x="1022765" y="140898"/>
                  </a:lnTo>
                  <a:lnTo>
                    <a:pt x="1035088" y="160762"/>
                  </a:lnTo>
                  <a:lnTo>
                    <a:pt x="1047410" y="181964"/>
                  </a:lnTo>
                  <a:lnTo>
                    <a:pt x="1059733" y="203973"/>
                  </a:lnTo>
                  <a:lnTo>
                    <a:pt x="1072055" y="226740"/>
                  </a:lnTo>
                  <a:lnTo>
                    <a:pt x="1084378" y="250217"/>
                  </a:lnTo>
                  <a:lnTo>
                    <a:pt x="1096700" y="274621"/>
                  </a:lnTo>
                  <a:lnTo>
                    <a:pt x="1109022" y="299546"/>
                  </a:lnTo>
                  <a:lnTo>
                    <a:pt x="1121345" y="324943"/>
                  </a:lnTo>
                  <a:lnTo>
                    <a:pt x="1133667" y="350768"/>
                  </a:lnTo>
                  <a:lnTo>
                    <a:pt x="1145990" y="377087"/>
                  </a:lnTo>
                  <a:lnTo>
                    <a:pt x="1158312" y="403644"/>
                  </a:lnTo>
                  <a:lnTo>
                    <a:pt x="1170635" y="430393"/>
                  </a:lnTo>
                  <a:lnTo>
                    <a:pt x="1182957" y="457289"/>
                  </a:lnTo>
                  <a:lnTo>
                    <a:pt x="1195280" y="484273"/>
                  </a:lnTo>
                  <a:lnTo>
                    <a:pt x="1207602" y="511232"/>
                  </a:lnTo>
                  <a:lnTo>
                    <a:pt x="1219925" y="538128"/>
                  </a:lnTo>
                  <a:lnTo>
                    <a:pt x="1232247" y="564917"/>
                  </a:lnTo>
                  <a:lnTo>
                    <a:pt x="1244570" y="591440"/>
                  </a:lnTo>
                  <a:lnTo>
                    <a:pt x="1256892" y="617716"/>
                  </a:lnTo>
                  <a:lnTo>
                    <a:pt x="1269215" y="643714"/>
                  </a:lnTo>
                  <a:lnTo>
                    <a:pt x="1281537" y="669392"/>
                  </a:lnTo>
                  <a:lnTo>
                    <a:pt x="1293860" y="694523"/>
                  </a:lnTo>
                  <a:lnTo>
                    <a:pt x="1306182" y="719233"/>
                  </a:lnTo>
                  <a:lnTo>
                    <a:pt x="1318505" y="743500"/>
                  </a:lnTo>
                  <a:lnTo>
                    <a:pt x="1330827" y="767284"/>
                  </a:lnTo>
                  <a:lnTo>
                    <a:pt x="1343150" y="790318"/>
                  </a:lnTo>
                  <a:lnTo>
                    <a:pt x="1355472" y="812811"/>
                  </a:lnTo>
                  <a:lnTo>
                    <a:pt x="1367795" y="834746"/>
                  </a:lnTo>
                  <a:lnTo>
                    <a:pt x="1380117" y="856087"/>
                  </a:lnTo>
                  <a:lnTo>
                    <a:pt x="1392439" y="876553"/>
                  </a:lnTo>
                  <a:lnTo>
                    <a:pt x="1404762" y="896404"/>
                  </a:lnTo>
                  <a:lnTo>
                    <a:pt x="1417084" y="915634"/>
                  </a:lnTo>
                  <a:lnTo>
                    <a:pt x="1429407" y="934206"/>
                  </a:lnTo>
                  <a:lnTo>
                    <a:pt x="1441729" y="951846"/>
                  </a:lnTo>
                  <a:lnTo>
                    <a:pt x="1454052" y="968841"/>
                  </a:lnTo>
                  <a:lnTo>
                    <a:pt x="1466374" y="985192"/>
                  </a:lnTo>
                  <a:lnTo>
                    <a:pt x="1478697" y="1000866"/>
                  </a:lnTo>
                  <a:lnTo>
                    <a:pt x="1491019" y="1015606"/>
                  </a:lnTo>
                  <a:lnTo>
                    <a:pt x="1503342" y="1029709"/>
                  </a:lnTo>
                  <a:lnTo>
                    <a:pt x="1515664" y="1043180"/>
                  </a:lnTo>
                  <a:lnTo>
                    <a:pt x="1527987" y="1055990"/>
                  </a:lnTo>
                  <a:lnTo>
                    <a:pt x="1540309" y="1067911"/>
                  </a:lnTo>
                  <a:lnTo>
                    <a:pt x="1552632" y="1079231"/>
                  </a:lnTo>
                  <a:lnTo>
                    <a:pt x="1564954" y="1089961"/>
                  </a:lnTo>
                  <a:lnTo>
                    <a:pt x="1577277" y="1100075"/>
                  </a:lnTo>
                  <a:lnTo>
                    <a:pt x="1589599" y="1109380"/>
                  </a:lnTo>
                  <a:lnTo>
                    <a:pt x="1601922" y="1118146"/>
                  </a:lnTo>
                  <a:lnTo>
                    <a:pt x="1614244" y="1126385"/>
                  </a:lnTo>
                  <a:lnTo>
                    <a:pt x="1626567" y="1134075"/>
                  </a:lnTo>
                  <a:lnTo>
                    <a:pt x="1638889" y="1141065"/>
                  </a:lnTo>
                  <a:lnTo>
                    <a:pt x="1651212" y="1147593"/>
                  </a:lnTo>
                  <a:lnTo>
                    <a:pt x="1663534" y="1153674"/>
                  </a:lnTo>
                  <a:lnTo>
                    <a:pt x="1675856" y="1159291"/>
                  </a:lnTo>
                  <a:lnTo>
                    <a:pt x="1688179" y="1164334"/>
                  </a:lnTo>
                  <a:lnTo>
                    <a:pt x="1700501" y="1169002"/>
                  </a:lnTo>
                  <a:lnTo>
                    <a:pt x="1712824" y="1173311"/>
                  </a:lnTo>
                  <a:lnTo>
                    <a:pt x="1725146" y="1177252"/>
                  </a:lnTo>
                  <a:lnTo>
                    <a:pt x="1737469" y="1180750"/>
                  </a:lnTo>
                  <a:lnTo>
                    <a:pt x="1749791" y="1183965"/>
                  </a:lnTo>
                  <a:lnTo>
                    <a:pt x="1762114" y="1186911"/>
                  </a:lnTo>
                  <a:lnTo>
                    <a:pt x="1774436" y="1189584"/>
                  </a:lnTo>
                  <a:lnTo>
                    <a:pt x="1786759" y="1191941"/>
                  </a:lnTo>
                  <a:lnTo>
                    <a:pt x="1799081" y="1194099"/>
                  </a:lnTo>
                  <a:lnTo>
                    <a:pt x="1811404" y="1196072"/>
                  </a:lnTo>
                  <a:lnTo>
                    <a:pt x="1823726" y="1197859"/>
                  </a:lnTo>
                  <a:lnTo>
                    <a:pt x="1836049" y="1199438"/>
                  </a:lnTo>
                  <a:lnTo>
                    <a:pt x="1848371" y="1200891"/>
                  </a:lnTo>
                  <a:lnTo>
                    <a:pt x="1860694" y="1202225"/>
                  </a:lnTo>
                  <a:lnTo>
                    <a:pt x="1873016" y="1203444"/>
                  </a:lnTo>
                  <a:lnTo>
                    <a:pt x="1885339" y="1204536"/>
                  </a:lnTo>
                  <a:lnTo>
                    <a:pt x="1897661" y="1205551"/>
                  </a:lnTo>
                  <a:lnTo>
                    <a:pt x="1909984" y="1206496"/>
                  </a:lnTo>
                  <a:lnTo>
                    <a:pt x="1922306" y="1207368"/>
                  </a:lnTo>
                  <a:lnTo>
                    <a:pt x="1934629" y="1208162"/>
                  </a:lnTo>
                  <a:lnTo>
                    <a:pt x="1946951" y="1208903"/>
                  </a:lnTo>
                  <a:lnTo>
                    <a:pt x="1959273" y="1209594"/>
                  </a:lnTo>
                  <a:lnTo>
                    <a:pt x="1971596" y="1210231"/>
                  </a:lnTo>
                  <a:lnTo>
                    <a:pt x="1983918" y="1210799"/>
                  </a:lnTo>
                  <a:lnTo>
                    <a:pt x="1996241" y="1211314"/>
                  </a:lnTo>
                  <a:lnTo>
                    <a:pt x="2008563" y="1211775"/>
                  </a:lnTo>
                  <a:lnTo>
                    <a:pt x="2020886" y="1212171"/>
                  </a:lnTo>
                  <a:lnTo>
                    <a:pt x="2033208" y="1212475"/>
                  </a:lnTo>
                  <a:lnTo>
                    <a:pt x="2045531" y="1212704"/>
                  </a:lnTo>
                  <a:lnTo>
                    <a:pt x="2057853" y="1212853"/>
                  </a:lnTo>
                  <a:lnTo>
                    <a:pt x="2070176" y="1212904"/>
                  </a:lnTo>
                  <a:lnTo>
                    <a:pt x="2082498" y="1212815"/>
                  </a:lnTo>
                  <a:lnTo>
                    <a:pt x="2094821" y="1212614"/>
                  </a:lnTo>
                  <a:lnTo>
                    <a:pt x="2107143" y="1212291"/>
                  </a:lnTo>
                  <a:lnTo>
                    <a:pt x="2119466" y="1211823"/>
                  </a:lnTo>
                  <a:lnTo>
                    <a:pt x="2131788" y="1211155"/>
                  </a:lnTo>
                  <a:lnTo>
                    <a:pt x="2144111" y="1210328"/>
                  </a:lnTo>
                  <a:lnTo>
                    <a:pt x="2156433" y="1209335"/>
                  </a:lnTo>
                  <a:lnTo>
                    <a:pt x="2168756" y="1208144"/>
                  </a:lnTo>
                  <a:lnTo>
                    <a:pt x="2181078" y="1206693"/>
                  </a:lnTo>
                  <a:lnTo>
                    <a:pt x="2193401" y="1205041"/>
                  </a:lnTo>
                  <a:lnTo>
                    <a:pt x="2205723" y="1203181"/>
                  </a:lnTo>
                  <a:lnTo>
                    <a:pt x="2218045" y="1201077"/>
                  </a:lnTo>
                  <a:lnTo>
                    <a:pt x="2230368" y="1198665"/>
                  </a:lnTo>
                  <a:lnTo>
                    <a:pt x="2242690" y="1196021"/>
                  </a:lnTo>
                  <a:lnTo>
                    <a:pt x="2255013" y="1193142"/>
                  </a:lnTo>
                  <a:lnTo>
                    <a:pt x="2267335" y="1189988"/>
                  </a:lnTo>
                  <a:lnTo>
                    <a:pt x="2279658" y="1186503"/>
                  </a:lnTo>
                  <a:lnTo>
                    <a:pt x="2291980" y="1182773"/>
                  </a:lnTo>
                  <a:lnTo>
                    <a:pt x="2304303" y="1178799"/>
                  </a:lnTo>
                  <a:lnTo>
                    <a:pt x="2316625" y="1174545"/>
                  </a:lnTo>
                  <a:lnTo>
                    <a:pt x="2328948" y="1169967"/>
                  </a:lnTo>
                  <a:lnTo>
                    <a:pt x="2341270" y="1165154"/>
                  </a:lnTo>
                  <a:lnTo>
                    <a:pt x="2353593" y="1160112"/>
                  </a:lnTo>
                  <a:lnTo>
                    <a:pt x="2365915" y="1154811"/>
                  </a:lnTo>
                  <a:lnTo>
                    <a:pt x="2378238" y="1149226"/>
                  </a:lnTo>
                  <a:lnTo>
                    <a:pt x="2390560" y="1143441"/>
                  </a:lnTo>
                  <a:lnTo>
                    <a:pt x="2402883" y="1137465"/>
                  </a:lnTo>
                  <a:lnTo>
                    <a:pt x="2415205" y="1131281"/>
                  </a:lnTo>
                  <a:lnTo>
                    <a:pt x="2427528" y="1124881"/>
                  </a:lnTo>
                  <a:lnTo>
                    <a:pt x="2439850" y="1118338"/>
                  </a:lnTo>
                  <a:lnTo>
                    <a:pt x="2452173" y="1111663"/>
                  </a:lnTo>
                  <a:lnTo>
                    <a:pt x="2464495" y="1104853"/>
                  </a:lnTo>
                  <a:lnTo>
                    <a:pt x="2476818" y="1097920"/>
                  </a:lnTo>
                  <a:lnTo>
                    <a:pt x="2489140" y="1090917"/>
                  </a:lnTo>
                  <a:lnTo>
                    <a:pt x="2501462" y="1083856"/>
                  </a:lnTo>
                  <a:lnTo>
                    <a:pt x="2513785" y="1076750"/>
                  </a:lnTo>
                  <a:lnTo>
                    <a:pt x="2526107" y="1069627"/>
                  </a:lnTo>
                  <a:lnTo>
                    <a:pt x="2538430" y="1062514"/>
                  </a:lnTo>
                  <a:lnTo>
                    <a:pt x="2550752" y="1055426"/>
                  </a:lnTo>
                  <a:lnTo>
                    <a:pt x="2563075" y="1048388"/>
                  </a:lnTo>
                  <a:lnTo>
                    <a:pt x="2575397" y="1041443"/>
                  </a:lnTo>
                  <a:lnTo>
                    <a:pt x="2587720" y="1034590"/>
                  </a:lnTo>
                  <a:lnTo>
                    <a:pt x="2600042" y="1027841"/>
                  </a:lnTo>
                  <a:lnTo>
                    <a:pt x="2612365" y="1021238"/>
                  </a:lnTo>
                  <a:lnTo>
                    <a:pt x="2624687" y="1014829"/>
                  </a:lnTo>
                  <a:lnTo>
                    <a:pt x="2637010" y="1008587"/>
                  </a:lnTo>
                  <a:lnTo>
                    <a:pt x="2649332" y="1002523"/>
                  </a:lnTo>
                  <a:lnTo>
                    <a:pt x="2661655" y="996689"/>
                  </a:lnTo>
                  <a:lnTo>
                    <a:pt x="2673977" y="991137"/>
                  </a:lnTo>
                  <a:lnTo>
                    <a:pt x="2686300" y="985815"/>
                  </a:lnTo>
                  <a:lnTo>
                    <a:pt x="2698622" y="980733"/>
                  </a:lnTo>
                  <a:lnTo>
                    <a:pt x="2710945" y="975952"/>
                  </a:lnTo>
                  <a:lnTo>
                    <a:pt x="2723267" y="971522"/>
                  </a:lnTo>
                  <a:lnTo>
                    <a:pt x="2735590" y="967372"/>
                  </a:lnTo>
                  <a:lnTo>
                    <a:pt x="2747912" y="963511"/>
                  </a:lnTo>
                  <a:lnTo>
                    <a:pt x="2760235" y="960006"/>
                  </a:lnTo>
                  <a:lnTo>
                    <a:pt x="2772557" y="956903"/>
                  </a:lnTo>
                  <a:lnTo>
                    <a:pt x="2784879" y="954118"/>
                  </a:lnTo>
                  <a:lnTo>
                    <a:pt x="2797202" y="951656"/>
                  </a:lnTo>
                  <a:lnTo>
                    <a:pt x="2809524" y="949591"/>
                  </a:lnTo>
                  <a:lnTo>
                    <a:pt x="2821847" y="947964"/>
                  </a:lnTo>
                  <a:lnTo>
                    <a:pt x="2834169" y="946679"/>
                  </a:lnTo>
                  <a:lnTo>
                    <a:pt x="2846492" y="945740"/>
                  </a:lnTo>
                  <a:lnTo>
                    <a:pt x="2858814" y="945226"/>
                  </a:lnTo>
                  <a:lnTo>
                    <a:pt x="2871137" y="945169"/>
                  </a:lnTo>
                  <a:lnTo>
                    <a:pt x="2883459" y="945468"/>
                  </a:lnTo>
                  <a:lnTo>
                    <a:pt x="2895782" y="946126"/>
                  </a:lnTo>
                  <a:lnTo>
                    <a:pt x="2908104" y="947223"/>
                  </a:lnTo>
                  <a:lnTo>
                    <a:pt x="2920427" y="948780"/>
                  </a:lnTo>
                  <a:lnTo>
                    <a:pt x="2932749" y="950697"/>
                  </a:lnTo>
                  <a:lnTo>
                    <a:pt x="2945072" y="952971"/>
                  </a:lnTo>
                  <a:lnTo>
                    <a:pt x="2957394" y="955683"/>
                  </a:lnTo>
                  <a:lnTo>
                    <a:pt x="2969717" y="958842"/>
                  </a:lnTo>
                  <a:lnTo>
                    <a:pt x="2982039" y="962348"/>
                  </a:lnTo>
                  <a:lnTo>
                    <a:pt x="2994362" y="966197"/>
                  </a:lnTo>
                  <a:lnTo>
                    <a:pt x="3006684" y="970461"/>
                  </a:lnTo>
                  <a:lnTo>
                    <a:pt x="3019007" y="975139"/>
                  </a:lnTo>
                  <a:lnTo>
                    <a:pt x="3031329" y="980132"/>
                  </a:lnTo>
                  <a:lnTo>
                    <a:pt x="3043652" y="985435"/>
                  </a:lnTo>
                  <a:lnTo>
                    <a:pt x="3055974" y="991108"/>
                  </a:lnTo>
                  <a:lnTo>
                    <a:pt x="3068296" y="997135"/>
                  </a:lnTo>
                  <a:lnTo>
                    <a:pt x="3080619" y="1003428"/>
                  </a:lnTo>
                  <a:lnTo>
                    <a:pt x="3092941" y="1009976"/>
                  </a:lnTo>
                  <a:lnTo>
                    <a:pt x="3105264" y="1016821"/>
                  </a:lnTo>
                  <a:lnTo>
                    <a:pt x="3117586" y="1023937"/>
                  </a:lnTo>
                  <a:lnTo>
                    <a:pt x="3129909" y="1031247"/>
                  </a:lnTo>
                  <a:lnTo>
                    <a:pt x="3142231" y="1038740"/>
                  </a:lnTo>
                  <a:lnTo>
                    <a:pt x="3154554" y="1046434"/>
                  </a:lnTo>
                  <a:lnTo>
                    <a:pt x="3166876" y="1054292"/>
                  </a:lnTo>
                  <a:lnTo>
                    <a:pt x="3179199" y="1062259"/>
                  </a:lnTo>
                  <a:lnTo>
                    <a:pt x="3191521" y="1070320"/>
                  </a:lnTo>
                  <a:lnTo>
                    <a:pt x="3203844" y="1078469"/>
                  </a:lnTo>
                  <a:lnTo>
                    <a:pt x="3216166" y="1086667"/>
                  </a:lnTo>
                  <a:lnTo>
                    <a:pt x="3228489" y="1094879"/>
                  </a:lnTo>
                  <a:lnTo>
                    <a:pt x="3240811" y="1103091"/>
                  </a:lnTo>
                  <a:lnTo>
                    <a:pt x="3253134" y="1111273"/>
                  </a:lnTo>
                  <a:lnTo>
                    <a:pt x="3265456" y="1119388"/>
                  </a:lnTo>
                  <a:lnTo>
                    <a:pt x="3277779" y="1127428"/>
                  </a:lnTo>
                  <a:lnTo>
                    <a:pt x="3290101" y="1135379"/>
                  </a:lnTo>
                  <a:lnTo>
                    <a:pt x="3302424" y="1143191"/>
                  </a:lnTo>
                  <a:lnTo>
                    <a:pt x="3314746" y="1150839"/>
                  </a:lnTo>
                  <a:lnTo>
                    <a:pt x="3327068" y="1158335"/>
                  </a:lnTo>
                  <a:lnTo>
                    <a:pt x="3339391" y="1165672"/>
                  </a:lnTo>
                  <a:lnTo>
                    <a:pt x="3351713" y="1172784"/>
                  </a:lnTo>
                  <a:lnTo>
                    <a:pt x="3364036" y="1179661"/>
                  </a:lnTo>
                  <a:lnTo>
                    <a:pt x="3376358" y="1186336"/>
                  </a:lnTo>
                  <a:lnTo>
                    <a:pt x="3388681" y="1192804"/>
                  </a:lnTo>
                  <a:lnTo>
                    <a:pt x="3401003" y="1198997"/>
                  </a:lnTo>
                  <a:lnTo>
                    <a:pt x="3413326" y="1204920"/>
                  </a:lnTo>
                  <a:lnTo>
                    <a:pt x="3425648" y="1210619"/>
                  </a:lnTo>
                  <a:lnTo>
                    <a:pt x="3437971" y="1216094"/>
                  </a:lnTo>
                  <a:lnTo>
                    <a:pt x="3450293" y="1221280"/>
                  </a:lnTo>
                  <a:lnTo>
                    <a:pt x="3462616" y="1226197"/>
                  </a:lnTo>
                  <a:lnTo>
                    <a:pt x="3474938" y="1230897"/>
                  </a:lnTo>
                  <a:lnTo>
                    <a:pt x="3487261" y="1235383"/>
                  </a:lnTo>
                  <a:lnTo>
                    <a:pt x="3499583" y="1239603"/>
                  </a:lnTo>
                  <a:lnTo>
                    <a:pt x="3511906" y="1243585"/>
                  </a:lnTo>
                  <a:lnTo>
                    <a:pt x="3524228" y="1247380"/>
                  </a:lnTo>
                  <a:lnTo>
                    <a:pt x="3536551" y="1250995"/>
                  </a:lnTo>
                  <a:lnTo>
                    <a:pt x="3548873" y="1254390"/>
                  </a:lnTo>
                  <a:lnTo>
                    <a:pt x="3561196" y="1257600"/>
                  </a:lnTo>
                  <a:lnTo>
                    <a:pt x="3573518" y="1260667"/>
                  </a:lnTo>
                  <a:lnTo>
                    <a:pt x="3585841" y="1263600"/>
                  </a:lnTo>
                  <a:lnTo>
                    <a:pt x="3598163" y="1266374"/>
                  </a:lnTo>
                  <a:lnTo>
                    <a:pt x="3610485" y="1269023"/>
                  </a:lnTo>
                  <a:lnTo>
                    <a:pt x="3622808" y="1271579"/>
                  </a:lnTo>
                  <a:lnTo>
                    <a:pt x="3635130" y="1274048"/>
                  </a:lnTo>
                  <a:lnTo>
                    <a:pt x="3647453" y="1276422"/>
                  </a:lnTo>
                  <a:lnTo>
                    <a:pt x="3659775" y="1278725"/>
                  </a:lnTo>
                  <a:lnTo>
                    <a:pt x="3672098" y="1280979"/>
                  </a:lnTo>
                  <a:lnTo>
                    <a:pt x="3684420" y="1283190"/>
                  </a:lnTo>
                  <a:lnTo>
                    <a:pt x="3696743" y="1285357"/>
                  </a:lnTo>
                  <a:lnTo>
                    <a:pt x="3709065" y="1287497"/>
                  </a:lnTo>
                  <a:lnTo>
                    <a:pt x="3721388" y="1289619"/>
                  </a:lnTo>
                  <a:lnTo>
                    <a:pt x="3733710" y="1291729"/>
                  </a:lnTo>
                  <a:lnTo>
                    <a:pt x="3746033" y="1293830"/>
                  </a:lnTo>
                  <a:lnTo>
                    <a:pt x="3758355" y="1295928"/>
                  </a:lnTo>
                  <a:lnTo>
                    <a:pt x="3770678" y="1298028"/>
                  </a:lnTo>
                  <a:lnTo>
                    <a:pt x="3783000" y="1300130"/>
                  </a:lnTo>
                  <a:lnTo>
                    <a:pt x="3795323" y="1302237"/>
                  </a:lnTo>
                  <a:lnTo>
                    <a:pt x="3807645" y="1304349"/>
                  </a:lnTo>
                  <a:lnTo>
                    <a:pt x="3819968" y="1306465"/>
                  </a:lnTo>
                  <a:lnTo>
                    <a:pt x="3832290" y="1308585"/>
                  </a:lnTo>
                  <a:lnTo>
                    <a:pt x="3844613" y="1310705"/>
                  </a:lnTo>
                  <a:lnTo>
                    <a:pt x="3856935" y="1312823"/>
                  </a:lnTo>
                  <a:lnTo>
                    <a:pt x="3869258" y="1314934"/>
                  </a:lnTo>
                  <a:lnTo>
                    <a:pt x="3881580" y="1317038"/>
                  </a:lnTo>
                  <a:lnTo>
                    <a:pt x="3893902" y="1319125"/>
                  </a:lnTo>
                  <a:lnTo>
                    <a:pt x="3906225" y="1321189"/>
                  </a:lnTo>
                  <a:lnTo>
                    <a:pt x="3918547" y="1323230"/>
                  </a:lnTo>
                  <a:lnTo>
                    <a:pt x="3930870" y="1325243"/>
                  </a:lnTo>
                  <a:lnTo>
                    <a:pt x="3943192" y="1327212"/>
                  </a:lnTo>
                  <a:lnTo>
                    <a:pt x="3955515" y="1329133"/>
                  </a:lnTo>
                  <a:lnTo>
                    <a:pt x="3967837" y="1331008"/>
                  </a:lnTo>
                  <a:lnTo>
                    <a:pt x="3980160" y="1332832"/>
                  </a:lnTo>
                  <a:lnTo>
                    <a:pt x="3992482" y="1334580"/>
                  </a:lnTo>
                  <a:lnTo>
                    <a:pt x="4004805" y="1336253"/>
                  </a:lnTo>
                  <a:lnTo>
                    <a:pt x="4017127" y="1337856"/>
                  </a:lnTo>
                  <a:lnTo>
                    <a:pt x="4029450" y="1339385"/>
                  </a:lnTo>
                  <a:lnTo>
                    <a:pt x="4041772" y="1340804"/>
                  </a:lnTo>
                  <a:lnTo>
                    <a:pt x="4054095" y="1342122"/>
                  </a:lnTo>
                  <a:lnTo>
                    <a:pt x="4066417" y="1343347"/>
                  </a:lnTo>
                  <a:lnTo>
                    <a:pt x="4078740" y="1344475"/>
                  </a:lnTo>
                  <a:lnTo>
                    <a:pt x="4091062" y="1345462"/>
                  </a:lnTo>
                  <a:lnTo>
                    <a:pt x="4103385" y="1346323"/>
                  </a:lnTo>
                  <a:lnTo>
                    <a:pt x="4115707" y="1347071"/>
                  </a:lnTo>
                  <a:lnTo>
                    <a:pt x="4128030" y="1347700"/>
                  </a:lnTo>
                  <a:lnTo>
                    <a:pt x="4140352" y="1348161"/>
                  </a:lnTo>
                  <a:lnTo>
                    <a:pt x="4152675" y="1348476"/>
                  </a:lnTo>
                  <a:lnTo>
                    <a:pt x="4164997" y="1348657"/>
                  </a:lnTo>
                  <a:lnTo>
                    <a:pt x="4177319" y="1348703"/>
                  </a:lnTo>
                  <a:lnTo>
                    <a:pt x="4189642" y="1348556"/>
                  </a:lnTo>
                  <a:lnTo>
                    <a:pt x="4201964" y="1348245"/>
                  </a:lnTo>
                  <a:lnTo>
                    <a:pt x="4214287" y="1347787"/>
                  </a:lnTo>
                  <a:lnTo>
                    <a:pt x="4226609" y="1347179"/>
                  </a:lnTo>
                  <a:lnTo>
                    <a:pt x="4238932" y="1346359"/>
                  </a:lnTo>
                  <a:lnTo>
                    <a:pt x="4251254" y="1345364"/>
                  </a:lnTo>
                  <a:lnTo>
                    <a:pt x="4263577" y="1344211"/>
                  </a:lnTo>
                  <a:lnTo>
                    <a:pt x="4275899" y="1342900"/>
                  </a:lnTo>
                  <a:lnTo>
                    <a:pt x="4288222" y="1341367"/>
                  </a:lnTo>
                  <a:lnTo>
                    <a:pt x="4300544" y="1339655"/>
                  </a:lnTo>
                  <a:lnTo>
                    <a:pt x="4312867" y="1337784"/>
                  </a:lnTo>
                  <a:lnTo>
                    <a:pt x="4325189" y="1335754"/>
                  </a:lnTo>
                  <a:lnTo>
                    <a:pt x="4337512" y="1333505"/>
                  </a:lnTo>
                  <a:lnTo>
                    <a:pt x="4349834" y="1331085"/>
                  </a:lnTo>
                  <a:lnTo>
                    <a:pt x="4362157" y="1328515"/>
                  </a:lnTo>
                  <a:lnTo>
                    <a:pt x="4374479" y="1325797"/>
                  </a:lnTo>
                  <a:lnTo>
                    <a:pt x="4386802" y="1322880"/>
                  </a:lnTo>
                  <a:lnTo>
                    <a:pt x="4399124" y="1319815"/>
                  </a:lnTo>
                  <a:lnTo>
                    <a:pt x="4411447" y="1316623"/>
                  </a:lnTo>
                  <a:lnTo>
                    <a:pt x="4423769" y="1313309"/>
                  </a:lnTo>
                  <a:lnTo>
                    <a:pt x="4436091" y="1309838"/>
                  </a:lnTo>
                  <a:lnTo>
                    <a:pt x="4448414" y="1306260"/>
                  </a:lnTo>
                  <a:lnTo>
                    <a:pt x="4460736" y="1302593"/>
                  </a:lnTo>
                  <a:lnTo>
                    <a:pt x="4473059" y="1298846"/>
                  </a:lnTo>
                  <a:lnTo>
                    <a:pt x="4485381" y="1295008"/>
                  </a:lnTo>
                  <a:lnTo>
                    <a:pt x="4497704" y="1291120"/>
                  </a:lnTo>
                  <a:lnTo>
                    <a:pt x="4510026" y="1287198"/>
                  </a:lnTo>
                  <a:lnTo>
                    <a:pt x="4522349" y="1283254"/>
                  </a:lnTo>
                  <a:lnTo>
                    <a:pt x="4534671" y="1279305"/>
                  </a:lnTo>
                  <a:lnTo>
                    <a:pt x="4546994" y="1275377"/>
                  </a:lnTo>
                  <a:lnTo>
                    <a:pt x="4559316" y="1271483"/>
                  </a:lnTo>
                  <a:lnTo>
                    <a:pt x="4571639" y="1267635"/>
                  </a:lnTo>
                  <a:lnTo>
                    <a:pt x="4583961" y="1263884"/>
                  </a:lnTo>
                  <a:lnTo>
                    <a:pt x="4596284" y="1260232"/>
                  </a:lnTo>
                  <a:lnTo>
                    <a:pt x="4608606" y="1256687"/>
                  </a:lnTo>
                  <a:lnTo>
                    <a:pt x="4620929" y="1253261"/>
                  </a:lnTo>
                  <a:lnTo>
                    <a:pt x="4633251" y="1250035"/>
                  </a:lnTo>
                  <a:lnTo>
                    <a:pt x="4645574" y="1246986"/>
                  </a:lnTo>
                  <a:lnTo>
                    <a:pt x="4657896" y="1244112"/>
                  </a:lnTo>
                  <a:lnTo>
                    <a:pt x="4670219" y="1241425"/>
                  </a:lnTo>
                  <a:lnTo>
                    <a:pt x="4682541" y="1239033"/>
                  </a:lnTo>
                  <a:lnTo>
                    <a:pt x="4694864" y="1236879"/>
                  </a:lnTo>
                  <a:lnTo>
                    <a:pt x="4707186" y="1234957"/>
                  </a:lnTo>
                  <a:lnTo>
                    <a:pt x="4719508" y="1233276"/>
                  </a:lnTo>
                  <a:lnTo>
                    <a:pt x="4731831" y="1231958"/>
                  </a:lnTo>
                  <a:lnTo>
                    <a:pt x="4744153" y="1230919"/>
                  </a:lnTo>
                  <a:lnTo>
                    <a:pt x="4756476" y="1230146"/>
                  </a:lnTo>
                  <a:lnTo>
                    <a:pt x="4768798" y="1229644"/>
                  </a:lnTo>
                  <a:lnTo>
                    <a:pt x="4781121" y="1229539"/>
                  </a:lnTo>
                  <a:lnTo>
                    <a:pt x="4793443" y="1229724"/>
                  </a:lnTo>
                  <a:lnTo>
                    <a:pt x="4805766" y="1230182"/>
                  </a:lnTo>
                  <a:lnTo>
                    <a:pt x="4818088" y="1230914"/>
                  </a:lnTo>
                  <a:lnTo>
                    <a:pt x="4830411" y="1232034"/>
                  </a:lnTo>
                  <a:lnTo>
                    <a:pt x="4842733" y="1233426"/>
                  </a:lnTo>
                  <a:lnTo>
                    <a:pt x="4855056" y="1235071"/>
                  </a:lnTo>
                  <a:lnTo>
                    <a:pt x="4867378" y="1236962"/>
                  </a:lnTo>
                  <a:lnTo>
                    <a:pt x="4879701" y="1239195"/>
                  </a:lnTo>
                  <a:lnTo>
                    <a:pt x="4892023" y="1241653"/>
                  </a:lnTo>
                  <a:lnTo>
                    <a:pt x="4904346" y="1244319"/>
                  </a:lnTo>
                  <a:lnTo>
                    <a:pt x="4916668" y="1247183"/>
                  </a:lnTo>
                  <a:lnTo>
                    <a:pt x="4928991" y="1250307"/>
                  </a:lnTo>
                  <a:lnTo>
                    <a:pt x="4941313" y="1253594"/>
                  </a:lnTo>
                  <a:lnTo>
                    <a:pt x="4953636" y="1257024"/>
                  </a:lnTo>
                  <a:lnTo>
                    <a:pt x="4965958" y="1260588"/>
                  </a:lnTo>
                  <a:lnTo>
                    <a:pt x="4978281" y="1264313"/>
                  </a:lnTo>
                  <a:lnTo>
                    <a:pt x="4990603" y="1268128"/>
                  </a:lnTo>
                  <a:lnTo>
                    <a:pt x="5002925" y="1272017"/>
                  </a:lnTo>
                  <a:lnTo>
                    <a:pt x="5015248" y="1275968"/>
                  </a:lnTo>
                  <a:lnTo>
                    <a:pt x="5027570" y="1279977"/>
                  </a:lnTo>
                  <a:lnTo>
                    <a:pt x="5039893" y="1284005"/>
                  </a:lnTo>
                  <a:lnTo>
                    <a:pt x="5052215" y="1288039"/>
                  </a:lnTo>
                  <a:lnTo>
                    <a:pt x="5064538" y="1292069"/>
                  </a:lnTo>
                  <a:lnTo>
                    <a:pt x="5076860" y="1296064"/>
                  </a:lnTo>
                  <a:lnTo>
                    <a:pt x="5089183" y="1300016"/>
                  </a:lnTo>
                  <a:lnTo>
                    <a:pt x="5101505" y="1303918"/>
                  </a:lnTo>
                  <a:lnTo>
                    <a:pt x="5113828" y="1307761"/>
                  </a:lnTo>
                  <a:lnTo>
                    <a:pt x="5126150" y="1311495"/>
                  </a:lnTo>
                  <a:lnTo>
                    <a:pt x="5138473" y="1315141"/>
                  </a:lnTo>
                  <a:lnTo>
                    <a:pt x="5150795" y="1318696"/>
                  </a:lnTo>
                  <a:lnTo>
                    <a:pt x="5163118" y="1322154"/>
                  </a:lnTo>
                  <a:lnTo>
                    <a:pt x="5175440" y="1325454"/>
                  </a:lnTo>
                  <a:lnTo>
                    <a:pt x="5187763" y="1328640"/>
                  </a:lnTo>
                  <a:lnTo>
                    <a:pt x="5200085" y="1331710"/>
                  </a:lnTo>
                  <a:lnTo>
                    <a:pt x="5212408" y="1334663"/>
                  </a:lnTo>
                  <a:lnTo>
                    <a:pt x="5224730" y="1337434"/>
                  </a:lnTo>
                  <a:lnTo>
                    <a:pt x="5237053" y="1340081"/>
                  </a:lnTo>
                  <a:lnTo>
                    <a:pt x="5249375" y="1342607"/>
                  </a:lnTo>
                  <a:lnTo>
                    <a:pt x="5261698" y="1345008"/>
                  </a:lnTo>
                  <a:lnTo>
                    <a:pt x="5274020" y="1347227"/>
                  </a:lnTo>
                  <a:lnTo>
                    <a:pt x="5286342" y="1349328"/>
                  </a:lnTo>
                  <a:lnTo>
                    <a:pt x="5298665" y="1351310"/>
                  </a:lnTo>
                  <a:lnTo>
                    <a:pt x="5310987" y="1353176"/>
                  </a:lnTo>
                  <a:lnTo>
                    <a:pt x="5323310" y="1354875"/>
                  </a:lnTo>
                  <a:lnTo>
                    <a:pt x="5335632" y="1356469"/>
                  </a:lnTo>
                  <a:lnTo>
                    <a:pt x="5347955" y="1357958"/>
                  </a:lnTo>
                  <a:lnTo>
                    <a:pt x="5360277" y="1359345"/>
                  </a:lnTo>
                  <a:lnTo>
                    <a:pt x="5372600" y="1360592"/>
                  </a:lnTo>
                  <a:lnTo>
                    <a:pt x="5384922" y="1361750"/>
                  </a:lnTo>
                  <a:lnTo>
                    <a:pt x="5397245" y="1362822"/>
                  </a:lnTo>
                  <a:lnTo>
                    <a:pt x="5409567" y="1363811"/>
                  </a:lnTo>
                  <a:lnTo>
                    <a:pt x="5421890" y="1364688"/>
                  </a:lnTo>
                  <a:lnTo>
                    <a:pt x="5434212" y="1365495"/>
                  </a:lnTo>
                  <a:lnTo>
                    <a:pt x="5446535" y="1366236"/>
                  </a:lnTo>
                  <a:lnTo>
                    <a:pt x="5458857" y="1366912"/>
                  </a:lnTo>
                  <a:lnTo>
                    <a:pt x="5471180" y="1367504"/>
                  </a:lnTo>
                  <a:lnTo>
                    <a:pt x="5483502" y="1368045"/>
                  </a:lnTo>
                  <a:lnTo>
                    <a:pt x="5495825" y="1368537"/>
                  </a:lnTo>
                  <a:lnTo>
                    <a:pt x="5508147" y="1368981"/>
                  </a:lnTo>
                  <a:lnTo>
                    <a:pt x="5520470" y="1369365"/>
                  </a:lnTo>
                  <a:lnTo>
                    <a:pt x="5532792" y="1369713"/>
                  </a:lnTo>
                  <a:lnTo>
                    <a:pt x="5545114" y="1370027"/>
                  </a:lnTo>
                  <a:lnTo>
                    <a:pt x="5557437" y="1370307"/>
                  </a:lnTo>
                  <a:lnTo>
                    <a:pt x="5569759" y="1370547"/>
                  </a:lnTo>
                  <a:lnTo>
                    <a:pt x="5582082" y="1370762"/>
                  </a:lnTo>
                  <a:lnTo>
                    <a:pt x="5594404" y="1370955"/>
                  </a:lnTo>
                  <a:lnTo>
                    <a:pt x="5606727" y="1371125"/>
                  </a:lnTo>
                  <a:lnTo>
                    <a:pt x="5619049" y="1371269"/>
                  </a:lnTo>
                  <a:lnTo>
                    <a:pt x="5631372" y="1371397"/>
                  </a:lnTo>
                  <a:lnTo>
                    <a:pt x="5643694" y="1371511"/>
                  </a:lnTo>
                  <a:lnTo>
                    <a:pt x="5656017" y="1371610"/>
                  </a:lnTo>
                  <a:lnTo>
                    <a:pt x="5668339" y="1371693"/>
                  </a:lnTo>
                  <a:lnTo>
                    <a:pt x="5680662" y="1371767"/>
                  </a:lnTo>
                  <a:lnTo>
                    <a:pt x="5692984" y="1371831"/>
                  </a:lnTo>
                  <a:lnTo>
                    <a:pt x="5705307" y="1371887"/>
                  </a:lnTo>
                  <a:lnTo>
                    <a:pt x="5717629" y="1371933"/>
                  </a:lnTo>
                  <a:lnTo>
                    <a:pt x="5729952" y="1371974"/>
                  </a:lnTo>
                  <a:lnTo>
                    <a:pt x="5742274" y="1372009"/>
                  </a:lnTo>
                  <a:lnTo>
                    <a:pt x="5754597" y="1372040"/>
                  </a:lnTo>
                  <a:lnTo>
                    <a:pt x="5766919" y="1372064"/>
                  </a:lnTo>
                  <a:lnTo>
                    <a:pt x="5779242" y="1372086"/>
                  </a:lnTo>
                  <a:lnTo>
                    <a:pt x="5791564" y="1372105"/>
                  </a:lnTo>
                  <a:lnTo>
                    <a:pt x="5803887" y="1372121"/>
                  </a:lnTo>
                  <a:lnTo>
                    <a:pt x="5816209" y="1372133"/>
                  </a:lnTo>
                  <a:lnTo>
                    <a:pt x="5828531" y="1372144"/>
                  </a:lnTo>
                  <a:lnTo>
                    <a:pt x="5840854" y="1372154"/>
                  </a:lnTo>
                  <a:lnTo>
                    <a:pt x="5853176" y="1372162"/>
                  </a:lnTo>
                  <a:lnTo>
                    <a:pt x="5865499" y="1372168"/>
                  </a:lnTo>
                  <a:lnTo>
                    <a:pt x="5877821" y="1372174"/>
                  </a:lnTo>
                  <a:lnTo>
                    <a:pt x="5890144" y="1372178"/>
                  </a:lnTo>
                  <a:lnTo>
                    <a:pt x="5902466" y="1372182"/>
                  </a:lnTo>
                  <a:lnTo>
                    <a:pt x="5914789" y="1372185"/>
                  </a:lnTo>
                  <a:lnTo>
                    <a:pt x="5927111" y="1372188"/>
                  </a:lnTo>
                  <a:lnTo>
                    <a:pt x="5939434" y="1372190"/>
                  </a:lnTo>
                  <a:lnTo>
                    <a:pt x="5951756" y="1372192"/>
                  </a:lnTo>
                  <a:lnTo>
                    <a:pt x="5964079" y="1372193"/>
                  </a:lnTo>
                  <a:lnTo>
                    <a:pt x="5976401" y="1372194"/>
                  </a:lnTo>
                  <a:lnTo>
                    <a:pt x="5988724" y="1372195"/>
                  </a:lnTo>
                  <a:lnTo>
                    <a:pt x="6001046" y="1372196"/>
                  </a:lnTo>
                  <a:lnTo>
                    <a:pt x="6013369" y="1372197"/>
                  </a:lnTo>
                  <a:lnTo>
                    <a:pt x="6025691" y="1372197"/>
                  </a:lnTo>
                  <a:lnTo>
                    <a:pt x="6038014" y="1372198"/>
                  </a:lnTo>
                  <a:lnTo>
                    <a:pt x="6050336" y="1372198"/>
                  </a:lnTo>
                  <a:lnTo>
                    <a:pt x="6062659" y="1372198"/>
                  </a:lnTo>
                  <a:lnTo>
                    <a:pt x="6074981" y="1372199"/>
                  </a:lnTo>
                  <a:lnTo>
                    <a:pt x="6087304" y="1372199"/>
                  </a:lnTo>
                  <a:lnTo>
                    <a:pt x="6099626" y="1372199"/>
                  </a:lnTo>
                  <a:lnTo>
                    <a:pt x="6111948" y="1372199"/>
                  </a:lnTo>
                  <a:lnTo>
                    <a:pt x="6124271" y="1372199"/>
                  </a:lnTo>
                  <a:lnTo>
                    <a:pt x="6136593" y="1372199"/>
                  </a:lnTo>
                  <a:lnTo>
                    <a:pt x="6148916" y="1372199"/>
                  </a:lnTo>
                  <a:lnTo>
                    <a:pt x="6161238" y="1372199"/>
                  </a:lnTo>
                  <a:lnTo>
                    <a:pt x="6173561" y="1372199"/>
                  </a:lnTo>
                  <a:lnTo>
                    <a:pt x="6185883" y="1372199"/>
                  </a:lnTo>
                  <a:lnTo>
                    <a:pt x="6198206" y="1372199"/>
                  </a:lnTo>
                  <a:lnTo>
                    <a:pt x="6210528" y="1372199"/>
                  </a:lnTo>
                  <a:lnTo>
                    <a:pt x="6222851" y="1372199"/>
                  </a:lnTo>
                  <a:lnTo>
                    <a:pt x="6235173" y="1372199"/>
                  </a:lnTo>
                  <a:lnTo>
                    <a:pt x="6247496" y="1372199"/>
                  </a:lnTo>
                  <a:lnTo>
                    <a:pt x="6259818" y="1372199"/>
                  </a:lnTo>
                  <a:lnTo>
                    <a:pt x="6272141" y="1372199"/>
                  </a:lnTo>
                  <a:lnTo>
                    <a:pt x="6284463" y="1372199"/>
                  </a:lnTo>
                  <a:lnTo>
                    <a:pt x="6296786" y="1372199"/>
                  </a:lnTo>
                  <a:lnTo>
                    <a:pt x="6284463" y="1372199"/>
                  </a:lnTo>
                  <a:lnTo>
                    <a:pt x="6272141" y="1372199"/>
                  </a:lnTo>
                  <a:lnTo>
                    <a:pt x="6259818" y="1372199"/>
                  </a:lnTo>
                  <a:lnTo>
                    <a:pt x="6247496" y="1372199"/>
                  </a:lnTo>
                  <a:lnTo>
                    <a:pt x="6235173" y="1372199"/>
                  </a:lnTo>
                  <a:lnTo>
                    <a:pt x="6222851" y="1372199"/>
                  </a:lnTo>
                  <a:lnTo>
                    <a:pt x="6210528" y="1372199"/>
                  </a:lnTo>
                  <a:lnTo>
                    <a:pt x="6198206" y="1372199"/>
                  </a:lnTo>
                  <a:lnTo>
                    <a:pt x="6185883" y="1372199"/>
                  </a:lnTo>
                  <a:lnTo>
                    <a:pt x="6173561" y="1372199"/>
                  </a:lnTo>
                  <a:lnTo>
                    <a:pt x="6161238" y="1372199"/>
                  </a:lnTo>
                  <a:lnTo>
                    <a:pt x="6148916" y="1372199"/>
                  </a:lnTo>
                  <a:lnTo>
                    <a:pt x="6136593" y="1372199"/>
                  </a:lnTo>
                  <a:lnTo>
                    <a:pt x="6124271" y="1372199"/>
                  </a:lnTo>
                  <a:lnTo>
                    <a:pt x="6111948" y="1372199"/>
                  </a:lnTo>
                  <a:lnTo>
                    <a:pt x="6099626" y="1372199"/>
                  </a:lnTo>
                  <a:lnTo>
                    <a:pt x="6087304" y="1372199"/>
                  </a:lnTo>
                  <a:lnTo>
                    <a:pt x="6074981" y="1372199"/>
                  </a:lnTo>
                  <a:lnTo>
                    <a:pt x="6062659" y="1372199"/>
                  </a:lnTo>
                  <a:lnTo>
                    <a:pt x="6050336" y="1372199"/>
                  </a:lnTo>
                  <a:lnTo>
                    <a:pt x="6038014" y="1372199"/>
                  </a:lnTo>
                  <a:lnTo>
                    <a:pt x="6025691" y="1372199"/>
                  </a:lnTo>
                  <a:lnTo>
                    <a:pt x="6013369" y="1372199"/>
                  </a:lnTo>
                  <a:lnTo>
                    <a:pt x="6001046" y="1372199"/>
                  </a:lnTo>
                  <a:lnTo>
                    <a:pt x="5988724" y="1372199"/>
                  </a:lnTo>
                  <a:lnTo>
                    <a:pt x="5976401" y="1372199"/>
                  </a:lnTo>
                  <a:lnTo>
                    <a:pt x="5964079" y="1372199"/>
                  </a:lnTo>
                  <a:lnTo>
                    <a:pt x="5951756" y="1372199"/>
                  </a:lnTo>
                  <a:lnTo>
                    <a:pt x="5939434" y="1372199"/>
                  </a:lnTo>
                  <a:lnTo>
                    <a:pt x="5927111" y="1372199"/>
                  </a:lnTo>
                  <a:lnTo>
                    <a:pt x="5914789" y="1372199"/>
                  </a:lnTo>
                  <a:lnTo>
                    <a:pt x="5902466" y="1372199"/>
                  </a:lnTo>
                  <a:lnTo>
                    <a:pt x="5890144" y="1372199"/>
                  </a:lnTo>
                  <a:lnTo>
                    <a:pt x="5877821" y="1372199"/>
                  </a:lnTo>
                  <a:lnTo>
                    <a:pt x="5865499" y="1372199"/>
                  </a:lnTo>
                  <a:lnTo>
                    <a:pt x="5853176" y="1372199"/>
                  </a:lnTo>
                  <a:lnTo>
                    <a:pt x="5840854" y="1372199"/>
                  </a:lnTo>
                  <a:lnTo>
                    <a:pt x="5828531" y="1372199"/>
                  </a:lnTo>
                  <a:lnTo>
                    <a:pt x="5816209" y="1372199"/>
                  </a:lnTo>
                  <a:lnTo>
                    <a:pt x="5803887" y="1372199"/>
                  </a:lnTo>
                  <a:lnTo>
                    <a:pt x="5791564" y="1372199"/>
                  </a:lnTo>
                  <a:lnTo>
                    <a:pt x="5779242" y="1372199"/>
                  </a:lnTo>
                  <a:lnTo>
                    <a:pt x="5766919" y="1372199"/>
                  </a:lnTo>
                  <a:lnTo>
                    <a:pt x="5754597" y="1372199"/>
                  </a:lnTo>
                  <a:lnTo>
                    <a:pt x="5742274" y="1372199"/>
                  </a:lnTo>
                  <a:lnTo>
                    <a:pt x="5729952" y="1372199"/>
                  </a:lnTo>
                  <a:lnTo>
                    <a:pt x="5717629" y="1372199"/>
                  </a:lnTo>
                  <a:lnTo>
                    <a:pt x="5705307" y="1372199"/>
                  </a:lnTo>
                  <a:lnTo>
                    <a:pt x="5692984" y="1372199"/>
                  </a:lnTo>
                  <a:lnTo>
                    <a:pt x="5680662" y="1372199"/>
                  </a:lnTo>
                  <a:lnTo>
                    <a:pt x="5668339" y="1372199"/>
                  </a:lnTo>
                  <a:lnTo>
                    <a:pt x="5656017" y="1372199"/>
                  </a:lnTo>
                  <a:lnTo>
                    <a:pt x="5643694" y="1372199"/>
                  </a:lnTo>
                  <a:lnTo>
                    <a:pt x="5631372" y="1372199"/>
                  </a:lnTo>
                  <a:lnTo>
                    <a:pt x="5619049" y="1372199"/>
                  </a:lnTo>
                  <a:lnTo>
                    <a:pt x="5606727" y="1372199"/>
                  </a:lnTo>
                  <a:lnTo>
                    <a:pt x="5594404" y="1372199"/>
                  </a:lnTo>
                  <a:lnTo>
                    <a:pt x="5582082" y="1372199"/>
                  </a:lnTo>
                  <a:lnTo>
                    <a:pt x="5569759" y="1372199"/>
                  </a:lnTo>
                  <a:lnTo>
                    <a:pt x="5557437" y="1372199"/>
                  </a:lnTo>
                  <a:lnTo>
                    <a:pt x="5545114" y="1372199"/>
                  </a:lnTo>
                  <a:lnTo>
                    <a:pt x="5532792" y="1372199"/>
                  </a:lnTo>
                  <a:lnTo>
                    <a:pt x="5520470" y="1372199"/>
                  </a:lnTo>
                  <a:lnTo>
                    <a:pt x="5508147" y="1372199"/>
                  </a:lnTo>
                  <a:lnTo>
                    <a:pt x="5495825" y="1372199"/>
                  </a:lnTo>
                  <a:lnTo>
                    <a:pt x="5483502" y="1372199"/>
                  </a:lnTo>
                  <a:lnTo>
                    <a:pt x="5471180" y="1372199"/>
                  </a:lnTo>
                  <a:lnTo>
                    <a:pt x="5458857" y="1372199"/>
                  </a:lnTo>
                  <a:lnTo>
                    <a:pt x="5446535" y="1372199"/>
                  </a:lnTo>
                  <a:lnTo>
                    <a:pt x="5434212" y="1372199"/>
                  </a:lnTo>
                  <a:lnTo>
                    <a:pt x="5421890" y="1372199"/>
                  </a:lnTo>
                  <a:lnTo>
                    <a:pt x="5409567" y="1372199"/>
                  </a:lnTo>
                  <a:lnTo>
                    <a:pt x="5397245" y="1372199"/>
                  </a:lnTo>
                  <a:lnTo>
                    <a:pt x="5384922" y="1372199"/>
                  </a:lnTo>
                  <a:lnTo>
                    <a:pt x="5372600" y="1372199"/>
                  </a:lnTo>
                  <a:lnTo>
                    <a:pt x="5360277" y="1372199"/>
                  </a:lnTo>
                  <a:lnTo>
                    <a:pt x="5347955" y="1372199"/>
                  </a:lnTo>
                  <a:lnTo>
                    <a:pt x="5335632" y="1372199"/>
                  </a:lnTo>
                  <a:lnTo>
                    <a:pt x="5323310" y="1372199"/>
                  </a:lnTo>
                  <a:lnTo>
                    <a:pt x="5310987" y="1372199"/>
                  </a:lnTo>
                  <a:lnTo>
                    <a:pt x="5298665" y="1372199"/>
                  </a:lnTo>
                  <a:lnTo>
                    <a:pt x="5286342" y="1372199"/>
                  </a:lnTo>
                  <a:lnTo>
                    <a:pt x="5274020" y="1372199"/>
                  </a:lnTo>
                  <a:lnTo>
                    <a:pt x="5261698" y="1372199"/>
                  </a:lnTo>
                  <a:lnTo>
                    <a:pt x="5249375" y="1372199"/>
                  </a:lnTo>
                  <a:lnTo>
                    <a:pt x="5237053" y="1372199"/>
                  </a:lnTo>
                  <a:lnTo>
                    <a:pt x="5224730" y="1372199"/>
                  </a:lnTo>
                  <a:lnTo>
                    <a:pt x="5212408" y="1372199"/>
                  </a:lnTo>
                  <a:lnTo>
                    <a:pt x="5200085" y="1372199"/>
                  </a:lnTo>
                  <a:lnTo>
                    <a:pt x="5187763" y="1372199"/>
                  </a:lnTo>
                  <a:lnTo>
                    <a:pt x="5175440" y="1372199"/>
                  </a:lnTo>
                  <a:lnTo>
                    <a:pt x="5163118" y="1372199"/>
                  </a:lnTo>
                  <a:lnTo>
                    <a:pt x="5150795" y="1372199"/>
                  </a:lnTo>
                  <a:lnTo>
                    <a:pt x="5138473" y="1372199"/>
                  </a:lnTo>
                  <a:lnTo>
                    <a:pt x="5126150" y="1372199"/>
                  </a:lnTo>
                  <a:lnTo>
                    <a:pt x="5113828" y="1372199"/>
                  </a:lnTo>
                  <a:lnTo>
                    <a:pt x="5101505" y="1372199"/>
                  </a:lnTo>
                  <a:lnTo>
                    <a:pt x="5089183" y="1372199"/>
                  </a:lnTo>
                  <a:lnTo>
                    <a:pt x="5076860" y="1372199"/>
                  </a:lnTo>
                  <a:lnTo>
                    <a:pt x="5064538" y="1372199"/>
                  </a:lnTo>
                  <a:lnTo>
                    <a:pt x="5052215" y="1372199"/>
                  </a:lnTo>
                  <a:lnTo>
                    <a:pt x="5039893" y="1372199"/>
                  </a:lnTo>
                  <a:lnTo>
                    <a:pt x="5027570" y="1372199"/>
                  </a:lnTo>
                  <a:lnTo>
                    <a:pt x="5015248" y="1372199"/>
                  </a:lnTo>
                  <a:lnTo>
                    <a:pt x="5002925" y="1372199"/>
                  </a:lnTo>
                  <a:lnTo>
                    <a:pt x="4990603" y="1372199"/>
                  </a:lnTo>
                  <a:lnTo>
                    <a:pt x="4978281" y="1372199"/>
                  </a:lnTo>
                  <a:lnTo>
                    <a:pt x="4965958" y="1372199"/>
                  </a:lnTo>
                  <a:lnTo>
                    <a:pt x="4953636" y="1372199"/>
                  </a:lnTo>
                  <a:lnTo>
                    <a:pt x="4941313" y="1372199"/>
                  </a:lnTo>
                  <a:lnTo>
                    <a:pt x="4928991" y="1372199"/>
                  </a:lnTo>
                  <a:lnTo>
                    <a:pt x="4916668" y="1372199"/>
                  </a:lnTo>
                  <a:lnTo>
                    <a:pt x="4904346" y="1372199"/>
                  </a:lnTo>
                  <a:lnTo>
                    <a:pt x="4892023" y="1372199"/>
                  </a:lnTo>
                  <a:lnTo>
                    <a:pt x="4879701" y="1372199"/>
                  </a:lnTo>
                  <a:lnTo>
                    <a:pt x="4867378" y="1372199"/>
                  </a:lnTo>
                  <a:lnTo>
                    <a:pt x="4855056" y="1372199"/>
                  </a:lnTo>
                  <a:lnTo>
                    <a:pt x="4842733" y="1372199"/>
                  </a:lnTo>
                  <a:lnTo>
                    <a:pt x="4830411" y="1372199"/>
                  </a:lnTo>
                  <a:lnTo>
                    <a:pt x="4818088" y="1372199"/>
                  </a:lnTo>
                  <a:lnTo>
                    <a:pt x="4805766" y="1372199"/>
                  </a:lnTo>
                  <a:lnTo>
                    <a:pt x="4793443" y="1372199"/>
                  </a:lnTo>
                  <a:lnTo>
                    <a:pt x="4781121" y="1372199"/>
                  </a:lnTo>
                  <a:lnTo>
                    <a:pt x="4768798" y="1372199"/>
                  </a:lnTo>
                  <a:lnTo>
                    <a:pt x="4756476" y="1372199"/>
                  </a:lnTo>
                  <a:lnTo>
                    <a:pt x="4744153" y="1372199"/>
                  </a:lnTo>
                  <a:lnTo>
                    <a:pt x="4731831" y="1372199"/>
                  </a:lnTo>
                  <a:lnTo>
                    <a:pt x="4719508" y="1372199"/>
                  </a:lnTo>
                  <a:lnTo>
                    <a:pt x="4707186" y="1372199"/>
                  </a:lnTo>
                  <a:lnTo>
                    <a:pt x="4694864" y="1372199"/>
                  </a:lnTo>
                  <a:lnTo>
                    <a:pt x="4682541" y="1372199"/>
                  </a:lnTo>
                  <a:lnTo>
                    <a:pt x="4670219" y="1372199"/>
                  </a:lnTo>
                  <a:lnTo>
                    <a:pt x="4657896" y="1372199"/>
                  </a:lnTo>
                  <a:lnTo>
                    <a:pt x="4645574" y="1372199"/>
                  </a:lnTo>
                  <a:lnTo>
                    <a:pt x="4633251" y="1372199"/>
                  </a:lnTo>
                  <a:lnTo>
                    <a:pt x="4620929" y="1372199"/>
                  </a:lnTo>
                  <a:lnTo>
                    <a:pt x="4608606" y="1372199"/>
                  </a:lnTo>
                  <a:lnTo>
                    <a:pt x="4596284" y="1372199"/>
                  </a:lnTo>
                  <a:lnTo>
                    <a:pt x="4583961" y="1372199"/>
                  </a:lnTo>
                  <a:lnTo>
                    <a:pt x="4571639" y="1372199"/>
                  </a:lnTo>
                  <a:lnTo>
                    <a:pt x="4559316" y="1372199"/>
                  </a:lnTo>
                  <a:lnTo>
                    <a:pt x="4546994" y="1372199"/>
                  </a:lnTo>
                  <a:lnTo>
                    <a:pt x="4534671" y="1372199"/>
                  </a:lnTo>
                  <a:lnTo>
                    <a:pt x="4522349" y="1372199"/>
                  </a:lnTo>
                  <a:lnTo>
                    <a:pt x="4510026" y="1372199"/>
                  </a:lnTo>
                  <a:lnTo>
                    <a:pt x="4497704" y="1372199"/>
                  </a:lnTo>
                  <a:lnTo>
                    <a:pt x="4485381" y="1372199"/>
                  </a:lnTo>
                  <a:lnTo>
                    <a:pt x="4473059" y="1372199"/>
                  </a:lnTo>
                  <a:lnTo>
                    <a:pt x="4460736" y="1372199"/>
                  </a:lnTo>
                  <a:lnTo>
                    <a:pt x="4448414" y="1372199"/>
                  </a:lnTo>
                  <a:lnTo>
                    <a:pt x="4436091" y="1372199"/>
                  </a:lnTo>
                  <a:lnTo>
                    <a:pt x="4423769" y="1372199"/>
                  </a:lnTo>
                  <a:lnTo>
                    <a:pt x="4411447" y="1372199"/>
                  </a:lnTo>
                  <a:lnTo>
                    <a:pt x="4399124" y="1372199"/>
                  </a:lnTo>
                  <a:lnTo>
                    <a:pt x="4386802" y="1372199"/>
                  </a:lnTo>
                  <a:lnTo>
                    <a:pt x="4374479" y="1372199"/>
                  </a:lnTo>
                  <a:lnTo>
                    <a:pt x="4362157" y="1372199"/>
                  </a:lnTo>
                  <a:lnTo>
                    <a:pt x="4349834" y="1372199"/>
                  </a:lnTo>
                  <a:lnTo>
                    <a:pt x="4337512" y="1372199"/>
                  </a:lnTo>
                  <a:lnTo>
                    <a:pt x="4325189" y="1372199"/>
                  </a:lnTo>
                  <a:lnTo>
                    <a:pt x="4312867" y="1372199"/>
                  </a:lnTo>
                  <a:lnTo>
                    <a:pt x="4300544" y="1372199"/>
                  </a:lnTo>
                  <a:lnTo>
                    <a:pt x="4288222" y="1372199"/>
                  </a:lnTo>
                  <a:lnTo>
                    <a:pt x="4275899" y="1372199"/>
                  </a:lnTo>
                  <a:lnTo>
                    <a:pt x="4263577" y="1372199"/>
                  </a:lnTo>
                  <a:lnTo>
                    <a:pt x="4251254" y="1372199"/>
                  </a:lnTo>
                  <a:lnTo>
                    <a:pt x="4238932" y="1372199"/>
                  </a:lnTo>
                  <a:lnTo>
                    <a:pt x="4226609" y="1372199"/>
                  </a:lnTo>
                  <a:lnTo>
                    <a:pt x="4214287" y="1372199"/>
                  </a:lnTo>
                  <a:lnTo>
                    <a:pt x="4201964" y="1372199"/>
                  </a:lnTo>
                  <a:lnTo>
                    <a:pt x="4189642" y="1372199"/>
                  </a:lnTo>
                  <a:lnTo>
                    <a:pt x="4177319" y="1372199"/>
                  </a:lnTo>
                  <a:lnTo>
                    <a:pt x="4164997" y="1372199"/>
                  </a:lnTo>
                  <a:lnTo>
                    <a:pt x="4152675" y="1372199"/>
                  </a:lnTo>
                  <a:lnTo>
                    <a:pt x="4140352" y="1372199"/>
                  </a:lnTo>
                  <a:lnTo>
                    <a:pt x="4128030" y="1372199"/>
                  </a:lnTo>
                  <a:lnTo>
                    <a:pt x="4115707" y="1372199"/>
                  </a:lnTo>
                  <a:lnTo>
                    <a:pt x="4103385" y="1372199"/>
                  </a:lnTo>
                  <a:lnTo>
                    <a:pt x="4091062" y="1372199"/>
                  </a:lnTo>
                  <a:lnTo>
                    <a:pt x="4078740" y="1372199"/>
                  </a:lnTo>
                  <a:lnTo>
                    <a:pt x="4066417" y="1372199"/>
                  </a:lnTo>
                  <a:lnTo>
                    <a:pt x="4054095" y="1372199"/>
                  </a:lnTo>
                  <a:lnTo>
                    <a:pt x="4041772" y="1372199"/>
                  </a:lnTo>
                  <a:lnTo>
                    <a:pt x="4029450" y="1372199"/>
                  </a:lnTo>
                  <a:lnTo>
                    <a:pt x="4017127" y="1372199"/>
                  </a:lnTo>
                  <a:lnTo>
                    <a:pt x="4004805" y="1372199"/>
                  </a:lnTo>
                  <a:lnTo>
                    <a:pt x="3992482" y="1372199"/>
                  </a:lnTo>
                  <a:lnTo>
                    <a:pt x="3980160" y="1372199"/>
                  </a:lnTo>
                  <a:lnTo>
                    <a:pt x="3967837" y="1372199"/>
                  </a:lnTo>
                  <a:lnTo>
                    <a:pt x="3955515" y="1372199"/>
                  </a:lnTo>
                  <a:lnTo>
                    <a:pt x="3943192" y="1372199"/>
                  </a:lnTo>
                  <a:lnTo>
                    <a:pt x="3930870" y="1372199"/>
                  </a:lnTo>
                  <a:lnTo>
                    <a:pt x="3918547" y="1372199"/>
                  </a:lnTo>
                  <a:lnTo>
                    <a:pt x="3906225" y="1372199"/>
                  </a:lnTo>
                  <a:lnTo>
                    <a:pt x="3893902" y="1372199"/>
                  </a:lnTo>
                  <a:lnTo>
                    <a:pt x="3881580" y="1372199"/>
                  </a:lnTo>
                  <a:lnTo>
                    <a:pt x="3869258" y="1372199"/>
                  </a:lnTo>
                  <a:lnTo>
                    <a:pt x="3856935" y="1372199"/>
                  </a:lnTo>
                  <a:lnTo>
                    <a:pt x="3844613" y="1372199"/>
                  </a:lnTo>
                  <a:lnTo>
                    <a:pt x="3832290" y="1372199"/>
                  </a:lnTo>
                  <a:lnTo>
                    <a:pt x="3819968" y="1372199"/>
                  </a:lnTo>
                  <a:lnTo>
                    <a:pt x="3807645" y="1372199"/>
                  </a:lnTo>
                  <a:lnTo>
                    <a:pt x="3795323" y="1372199"/>
                  </a:lnTo>
                  <a:lnTo>
                    <a:pt x="3783000" y="1372199"/>
                  </a:lnTo>
                  <a:lnTo>
                    <a:pt x="3770678" y="1372199"/>
                  </a:lnTo>
                  <a:lnTo>
                    <a:pt x="3758355" y="1372199"/>
                  </a:lnTo>
                  <a:lnTo>
                    <a:pt x="3746033" y="1372199"/>
                  </a:lnTo>
                  <a:lnTo>
                    <a:pt x="3733710" y="1372199"/>
                  </a:lnTo>
                  <a:lnTo>
                    <a:pt x="3721388" y="1372199"/>
                  </a:lnTo>
                  <a:lnTo>
                    <a:pt x="3709065" y="1372199"/>
                  </a:lnTo>
                  <a:lnTo>
                    <a:pt x="3696743" y="1372199"/>
                  </a:lnTo>
                  <a:lnTo>
                    <a:pt x="3684420" y="1372199"/>
                  </a:lnTo>
                  <a:lnTo>
                    <a:pt x="3672098" y="1372199"/>
                  </a:lnTo>
                  <a:lnTo>
                    <a:pt x="3659775" y="1372199"/>
                  </a:lnTo>
                  <a:lnTo>
                    <a:pt x="3647453" y="1372199"/>
                  </a:lnTo>
                  <a:lnTo>
                    <a:pt x="3635130" y="1372199"/>
                  </a:lnTo>
                  <a:lnTo>
                    <a:pt x="3622808" y="1372199"/>
                  </a:lnTo>
                  <a:lnTo>
                    <a:pt x="3610485" y="1372199"/>
                  </a:lnTo>
                  <a:lnTo>
                    <a:pt x="3598163" y="1372199"/>
                  </a:lnTo>
                  <a:lnTo>
                    <a:pt x="3585841" y="1372199"/>
                  </a:lnTo>
                  <a:lnTo>
                    <a:pt x="3573518" y="1372199"/>
                  </a:lnTo>
                  <a:lnTo>
                    <a:pt x="3561196" y="1372199"/>
                  </a:lnTo>
                  <a:lnTo>
                    <a:pt x="3548873" y="1372199"/>
                  </a:lnTo>
                  <a:lnTo>
                    <a:pt x="3536551" y="1372199"/>
                  </a:lnTo>
                  <a:lnTo>
                    <a:pt x="3524228" y="1372199"/>
                  </a:lnTo>
                  <a:lnTo>
                    <a:pt x="3511906" y="1372199"/>
                  </a:lnTo>
                  <a:lnTo>
                    <a:pt x="3499583" y="1372199"/>
                  </a:lnTo>
                  <a:lnTo>
                    <a:pt x="3487261" y="1372199"/>
                  </a:lnTo>
                  <a:lnTo>
                    <a:pt x="3474938" y="1372199"/>
                  </a:lnTo>
                  <a:lnTo>
                    <a:pt x="3462616" y="1372199"/>
                  </a:lnTo>
                  <a:lnTo>
                    <a:pt x="3450293" y="1372199"/>
                  </a:lnTo>
                  <a:lnTo>
                    <a:pt x="3437971" y="1372199"/>
                  </a:lnTo>
                  <a:lnTo>
                    <a:pt x="3425648" y="1372199"/>
                  </a:lnTo>
                  <a:lnTo>
                    <a:pt x="3413326" y="1372199"/>
                  </a:lnTo>
                  <a:lnTo>
                    <a:pt x="3401003" y="1372199"/>
                  </a:lnTo>
                  <a:lnTo>
                    <a:pt x="3388681" y="1372199"/>
                  </a:lnTo>
                  <a:lnTo>
                    <a:pt x="3376358" y="1372199"/>
                  </a:lnTo>
                  <a:lnTo>
                    <a:pt x="3364036" y="1372199"/>
                  </a:lnTo>
                  <a:lnTo>
                    <a:pt x="3351713" y="1372199"/>
                  </a:lnTo>
                  <a:lnTo>
                    <a:pt x="3339391" y="1372199"/>
                  </a:lnTo>
                  <a:lnTo>
                    <a:pt x="3327068" y="1372199"/>
                  </a:lnTo>
                  <a:lnTo>
                    <a:pt x="3314746" y="1372199"/>
                  </a:lnTo>
                  <a:lnTo>
                    <a:pt x="3302424" y="1372199"/>
                  </a:lnTo>
                  <a:lnTo>
                    <a:pt x="3290101" y="1372199"/>
                  </a:lnTo>
                  <a:lnTo>
                    <a:pt x="3277779" y="1372199"/>
                  </a:lnTo>
                  <a:lnTo>
                    <a:pt x="3265456" y="1372199"/>
                  </a:lnTo>
                  <a:lnTo>
                    <a:pt x="3253134" y="1372199"/>
                  </a:lnTo>
                  <a:lnTo>
                    <a:pt x="3240811" y="1372199"/>
                  </a:lnTo>
                  <a:lnTo>
                    <a:pt x="3228489" y="1372199"/>
                  </a:lnTo>
                  <a:lnTo>
                    <a:pt x="3216166" y="1372199"/>
                  </a:lnTo>
                  <a:lnTo>
                    <a:pt x="3203844" y="1372199"/>
                  </a:lnTo>
                  <a:lnTo>
                    <a:pt x="3191521" y="1372199"/>
                  </a:lnTo>
                  <a:lnTo>
                    <a:pt x="3179199" y="1372199"/>
                  </a:lnTo>
                  <a:lnTo>
                    <a:pt x="3166876" y="1372199"/>
                  </a:lnTo>
                  <a:lnTo>
                    <a:pt x="3154554" y="1372199"/>
                  </a:lnTo>
                  <a:lnTo>
                    <a:pt x="3142231" y="1372199"/>
                  </a:lnTo>
                  <a:lnTo>
                    <a:pt x="3129909" y="1372199"/>
                  </a:lnTo>
                  <a:lnTo>
                    <a:pt x="3117586" y="1372199"/>
                  </a:lnTo>
                  <a:lnTo>
                    <a:pt x="3105264" y="1372199"/>
                  </a:lnTo>
                  <a:lnTo>
                    <a:pt x="3092941" y="1372199"/>
                  </a:lnTo>
                  <a:lnTo>
                    <a:pt x="3080619" y="1372199"/>
                  </a:lnTo>
                  <a:lnTo>
                    <a:pt x="3068296" y="1372199"/>
                  </a:lnTo>
                  <a:lnTo>
                    <a:pt x="3055974" y="1372199"/>
                  </a:lnTo>
                  <a:lnTo>
                    <a:pt x="3043652" y="1372199"/>
                  </a:lnTo>
                  <a:lnTo>
                    <a:pt x="3031329" y="1372199"/>
                  </a:lnTo>
                  <a:lnTo>
                    <a:pt x="3019007" y="1372199"/>
                  </a:lnTo>
                  <a:lnTo>
                    <a:pt x="3006684" y="1372199"/>
                  </a:lnTo>
                  <a:lnTo>
                    <a:pt x="2994362" y="1372199"/>
                  </a:lnTo>
                  <a:lnTo>
                    <a:pt x="2982039" y="1372199"/>
                  </a:lnTo>
                  <a:lnTo>
                    <a:pt x="2969717" y="1372199"/>
                  </a:lnTo>
                  <a:lnTo>
                    <a:pt x="2957394" y="1372199"/>
                  </a:lnTo>
                  <a:lnTo>
                    <a:pt x="2945072" y="1372199"/>
                  </a:lnTo>
                  <a:lnTo>
                    <a:pt x="2932749" y="1372199"/>
                  </a:lnTo>
                  <a:lnTo>
                    <a:pt x="2920427" y="1372199"/>
                  </a:lnTo>
                  <a:lnTo>
                    <a:pt x="2908104" y="1372199"/>
                  </a:lnTo>
                  <a:lnTo>
                    <a:pt x="2895782" y="1372199"/>
                  </a:lnTo>
                  <a:lnTo>
                    <a:pt x="2883459" y="1372199"/>
                  </a:lnTo>
                  <a:lnTo>
                    <a:pt x="2871137" y="1372199"/>
                  </a:lnTo>
                  <a:lnTo>
                    <a:pt x="2858814" y="1372199"/>
                  </a:lnTo>
                  <a:lnTo>
                    <a:pt x="2846492" y="1372199"/>
                  </a:lnTo>
                  <a:lnTo>
                    <a:pt x="2834169" y="1372199"/>
                  </a:lnTo>
                  <a:lnTo>
                    <a:pt x="2821847" y="1372199"/>
                  </a:lnTo>
                  <a:lnTo>
                    <a:pt x="2809524" y="1372199"/>
                  </a:lnTo>
                  <a:lnTo>
                    <a:pt x="2797202" y="1372199"/>
                  </a:lnTo>
                  <a:lnTo>
                    <a:pt x="2784879" y="1372199"/>
                  </a:lnTo>
                  <a:lnTo>
                    <a:pt x="2772557" y="1372199"/>
                  </a:lnTo>
                  <a:lnTo>
                    <a:pt x="2760235" y="1372199"/>
                  </a:lnTo>
                  <a:lnTo>
                    <a:pt x="2747912" y="1372199"/>
                  </a:lnTo>
                  <a:lnTo>
                    <a:pt x="2735590" y="1372199"/>
                  </a:lnTo>
                  <a:lnTo>
                    <a:pt x="2723267" y="1372199"/>
                  </a:lnTo>
                  <a:lnTo>
                    <a:pt x="2710945" y="1372199"/>
                  </a:lnTo>
                  <a:lnTo>
                    <a:pt x="2698622" y="1372199"/>
                  </a:lnTo>
                  <a:lnTo>
                    <a:pt x="2686300" y="1372199"/>
                  </a:lnTo>
                  <a:lnTo>
                    <a:pt x="2673977" y="1372199"/>
                  </a:lnTo>
                  <a:lnTo>
                    <a:pt x="2661655" y="1372199"/>
                  </a:lnTo>
                  <a:lnTo>
                    <a:pt x="2649332" y="1372199"/>
                  </a:lnTo>
                  <a:lnTo>
                    <a:pt x="2637010" y="1372199"/>
                  </a:lnTo>
                  <a:lnTo>
                    <a:pt x="2624687" y="1372199"/>
                  </a:lnTo>
                  <a:lnTo>
                    <a:pt x="2612365" y="1372199"/>
                  </a:lnTo>
                  <a:lnTo>
                    <a:pt x="2600042" y="1372199"/>
                  </a:lnTo>
                  <a:lnTo>
                    <a:pt x="2587720" y="1372199"/>
                  </a:lnTo>
                  <a:lnTo>
                    <a:pt x="2575397" y="1372199"/>
                  </a:lnTo>
                  <a:lnTo>
                    <a:pt x="2563075" y="1372199"/>
                  </a:lnTo>
                  <a:lnTo>
                    <a:pt x="2550752" y="1372199"/>
                  </a:lnTo>
                  <a:lnTo>
                    <a:pt x="2538430" y="1372199"/>
                  </a:lnTo>
                  <a:lnTo>
                    <a:pt x="2526107" y="1372199"/>
                  </a:lnTo>
                  <a:lnTo>
                    <a:pt x="2513785" y="1372199"/>
                  </a:lnTo>
                  <a:lnTo>
                    <a:pt x="2501462" y="1372199"/>
                  </a:lnTo>
                  <a:lnTo>
                    <a:pt x="2489140" y="1372199"/>
                  </a:lnTo>
                  <a:lnTo>
                    <a:pt x="2476818" y="1372199"/>
                  </a:lnTo>
                  <a:lnTo>
                    <a:pt x="2464495" y="1372199"/>
                  </a:lnTo>
                  <a:lnTo>
                    <a:pt x="2452173" y="1372199"/>
                  </a:lnTo>
                  <a:lnTo>
                    <a:pt x="2439850" y="1372199"/>
                  </a:lnTo>
                  <a:lnTo>
                    <a:pt x="2427528" y="1372199"/>
                  </a:lnTo>
                  <a:lnTo>
                    <a:pt x="2415205" y="1372199"/>
                  </a:lnTo>
                  <a:lnTo>
                    <a:pt x="2402883" y="1372199"/>
                  </a:lnTo>
                  <a:lnTo>
                    <a:pt x="2390560" y="1372199"/>
                  </a:lnTo>
                  <a:lnTo>
                    <a:pt x="2378238" y="1372199"/>
                  </a:lnTo>
                  <a:lnTo>
                    <a:pt x="2365915" y="1372199"/>
                  </a:lnTo>
                  <a:lnTo>
                    <a:pt x="2353593" y="1372199"/>
                  </a:lnTo>
                  <a:lnTo>
                    <a:pt x="2341270" y="1372199"/>
                  </a:lnTo>
                  <a:lnTo>
                    <a:pt x="2328948" y="1372199"/>
                  </a:lnTo>
                  <a:lnTo>
                    <a:pt x="2316625" y="1372199"/>
                  </a:lnTo>
                  <a:lnTo>
                    <a:pt x="2304303" y="1372199"/>
                  </a:lnTo>
                  <a:lnTo>
                    <a:pt x="2291980" y="1372199"/>
                  </a:lnTo>
                  <a:lnTo>
                    <a:pt x="2279658" y="1372199"/>
                  </a:lnTo>
                  <a:lnTo>
                    <a:pt x="2267335" y="1372199"/>
                  </a:lnTo>
                  <a:lnTo>
                    <a:pt x="2255013" y="1372199"/>
                  </a:lnTo>
                  <a:lnTo>
                    <a:pt x="2242690" y="1372199"/>
                  </a:lnTo>
                  <a:lnTo>
                    <a:pt x="2230368" y="1372199"/>
                  </a:lnTo>
                  <a:lnTo>
                    <a:pt x="2218045" y="1372199"/>
                  </a:lnTo>
                  <a:lnTo>
                    <a:pt x="2205723" y="1372199"/>
                  </a:lnTo>
                  <a:lnTo>
                    <a:pt x="2193401" y="1372199"/>
                  </a:lnTo>
                  <a:lnTo>
                    <a:pt x="2181078" y="1372199"/>
                  </a:lnTo>
                  <a:lnTo>
                    <a:pt x="2168756" y="1372199"/>
                  </a:lnTo>
                  <a:lnTo>
                    <a:pt x="2156433" y="1372199"/>
                  </a:lnTo>
                  <a:lnTo>
                    <a:pt x="2144111" y="1372199"/>
                  </a:lnTo>
                  <a:lnTo>
                    <a:pt x="2131788" y="1372199"/>
                  </a:lnTo>
                  <a:lnTo>
                    <a:pt x="2119466" y="1372199"/>
                  </a:lnTo>
                  <a:lnTo>
                    <a:pt x="2107143" y="1372199"/>
                  </a:lnTo>
                  <a:lnTo>
                    <a:pt x="2094821" y="1372199"/>
                  </a:lnTo>
                  <a:lnTo>
                    <a:pt x="2082498" y="1372199"/>
                  </a:lnTo>
                  <a:lnTo>
                    <a:pt x="2070176" y="1372199"/>
                  </a:lnTo>
                  <a:lnTo>
                    <a:pt x="2057853" y="1372199"/>
                  </a:lnTo>
                  <a:lnTo>
                    <a:pt x="2045531" y="1372199"/>
                  </a:lnTo>
                  <a:lnTo>
                    <a:pt x="2033208" y="1372199"/>
                  </a:lnTo>
                  <a:lnTo>
                    <a:pt x="2020886" y="1372199"/>
                  </a:lnTo>
                  <a:lnTo>
                    <a:pt x="2008563" y="1372199"/>
                  </a:lnTo>
                  <a:lnTo>
                    <a:pt x="1996241" y="1372199"/>
                  </a:lnTo>
                  <a:lnTo>
                    <a:pt x="1983918" y="1372199"/>
                  </a:lnTo>
                  <a:lnTo>
                    <a:pt x="1971596" y="1372199"/>
                  </a:lnTo>
                  <a:lnTo>
                    <a:pt x="1959273" y="1372199"/>
                  </a:lnTo>
                  <a:lnTo>
                    <a:pt x="1946951" y="1372199"/>
                  </a:lnTo>
                  <a:lnTo>
                    <a:pt x="1934629" y="1372199"/>
                  </a:lnTo>
                  <a:lnTo>
                    <a:pt x="1922306" y="1372199"/>
                  </a:lnTo>
                  <a:lnTo>
                    <a:pt x="1909984" y="1372199"/>
                  </a:lnTo>
                  <a:lnTo>
                    <a:pt x="1897661" y="1372199"/>
                  </a:lnTo>
                  <a:lnTo>
                    <a:pt x="1885339" y="1372199"/>
                  </a:lnTo>
                  <a:lnTo>
                    <a:pt x="1873016" y="1372199"/>
                  </a:lnTo>
                  <a:lnTo>
                    <a:pt x="1860694" y="1372199"/>
                  </a:lnTo>
                  <a:lnTo>
                    <a:pt x="1848371" y="1372199"/>
                  </a:lnTo>
                  <a:lnTo>
                    <a:pt x="1836049" y="1372199"/>
                  </a:lnTo>
                  <a:lnTo>
                    <a:pt x="1823726" y="1372199"/>
                  </a:lnTo>
                  <a:lnTo>
                    <a:pt x="1811404" y="1372199"/>
                  </a:lnTo>
                  <a:lnTo>
                    <a:pt x="1799081" y="1372199"/>
                  </a:lnTo>
                  <a:lnTo>
                    <a:pt x="1786759" y="1372199"/>
                  </a:lnTo>
                  <a:lnTo>
                    <a:pt x="1774436" y="1372199"/>
                  </a:lnTo>
                  <a:lnTo>
                    <a:pt x="1762114" y="1372199"/>
                  </a:lnTo>
                  <a:lnTo>
                    <a:pt x="1749791" y="1372199"/>
                  </a:lnTo>
                  <a:lnTo>
                    <a:pt x="1737469" y="1372199"/>
                  </a:lnTo>
                  <a:lnTo>
                    <a:pt x="1725146" y="1372199"/>
                  </a:lnTo>
                  <a:lnTo>
                    <a:pt x="1712824" y="1372199"/>
                  </a:lnTo>
                  <a:lnTo>
                    <a:pt x="1700501" y="1372199"/>
                  </a:lnTo>
                  <a:lnTo>
                    <a:pt x="1688179" y="1372199"/>
                  </a:lnTo>
                  <a:lnTo>
                    <a:pt x="1675856" y="1372199"/>
                  </a:lnTo>
                  <a:lnTo>
                    <a:pt x="1663534" y="1372199"/>
                  </a:lnTo>
                  <a:lnTo>
                    <a:pt x="1651212" y="1372199"/>
                  </a:lnTo>
                  <a:lnTo>
                    <a:pt x="1638889" y="1372199"/>
                  </a:lnTo>
                  <a:lnTo>
                    <a:pt x="1626567" y="1372199"/>
                  </a:lnTo>
                  <a:lnTo>
                    <a:pt x="1614244" y="1372199"/>
                  </a:lnTo>
                  <a:lnTo>
                    <a:pt x="1601922" y="1372199"/>
                  </a:lnTo>
                  <a:lnTo>
                    <a:pt x="1589599" y="1372199"/>
                  </a:lnTo>
                  <a:lnTo>
                    <a:pt x="1577277" y="1372199"/>
                  </a:lnTo>
                  <a:lnTo>
                    <a:pt x="1564954" y="1372199"/>
                  </a:lnTo>
                  <a:lnTo>
                    <a:pt x="1552632" y="1372199"/>
                  </a:lnTo>
                  <a:lnTo>
                    <a:pt x="1540309" y="1372199"/>
                  </a:lnTo>
                  <a:lnTo>
                    <a:pt x="1527987" y="1372199"/>
                  </a:lnTo>
                  <a:lnTo>
                    <a:pt x="1515664" y="1372199"/>
                  </a:lnTo>
                  <a:lnTo>
                    <a:pt x="1503342" y="1372199"/>
                  </a:lnTo>
                  <a:lnTo>
                    <a:pt x="1491019" y="1372199"/>
                  </a:lnTo>
                  <a:lnTo>
                    <a:pt x="1478697" y="1372199"/>
                  </a:lnTo>
                  <a:lnTo>
                    <a:pt x="1466374" y="1372199"/>
                  </a:lnTo>
                  <a:lnTo>
                    <a:pt x="1454052" y="1372199"/>
                  </a:lnTo>
                  <a:lnTo>
                    <a:pt x="1441729" y="1372199"/>
                  </a:lnTo>
                  <a:lnTo>
                    <a:pt x="1429407" y="1372199"/>
                  </a:lnTo>
                  <a:lnTo>
                    <a:pt x="1417084" y="1372199"/>
                  </a:lnTo>
                  <a:lnTo>
                    <a:pt x="1404762" y="1372199"/>
                  </a:lnTo>
                  <a:lnTo>
                    <a:pt x="1392439" y="1372199"/>
                  </a:lnTo>
                  <a:lnTo>
                    <a:pt x="1380117" y="1372199"/>
                  </a:lnTo>
                  <a:lnTo>
                    <a:pt x="1367795" y="1372199"/>
                  </a:lnTo>
                  <a:lnTo>
                    <a:pt x="1355472" y="1372199"/>
                  </a:lnTo>
                  <a:lnTo>
                    <a:pt x="1343150" y="1372199"/>
                  </a:lnTo>
                  <a:lnTo>
                    <a:pt x="1330827" y="1372199"/>
                  </a:lnTo>
                  <a:lnTo>
                    <a:pt x="1318505" y="1372199"/>
                  </a:lnTo>
                  <a:lnTo>
                    <a:pt x="1306182" y="1372199"/>
                  </a:lnTo>
                  <a:lnTo>
                    <a:pt x="1293860" y="1372199"/>
                  </a:lnTo>
                  <a:lnTo>
                    <a:pt x="1281537" y="1372199"/>
                  </a:lnTo>
                  <a:lnTo>
                    <a:pt x="1269215" y="1372199"/>
                  </a:lnTo>
                  <a:lnTo>
                    <a:pt x="1256892" y="1372199"/>
                  </a:lnTo>
                  <a:lnTo>
                    <a:pt x="1244570" y="1372199"/>
                  </a:lnTo>
                  <a:lnTo>
                    <a:pt x="1232247" y="1372199"/>
                  </a:lnTo>
                  <a:lnTo>
                    <a:pt x="1219925" y="1372199"/>
                  </a:lnTo>
                  <a:lnTo>
                    <a:pt x="1207602" y="1372199"/>
                  </a:lnTo>
                  <a:lnTo>
                    <a:pt x="1195280" y="1372199"/>
                  </a:lnTo>
                  <a:lnTo>
                    <a:pt x="1182957" y="1372199"/>
                  </a:lnTo>
                  <a:lnTo>
                    <a:pt x="1170635" y="1372199"/>
                  </a:lnTo>
                  <a:lnTo>
                    <a:pt x="1158312" y="1372199"/>
                  </a:lnTo>
                  <a:lnTo>
                    <a:pt x="1145990" y="1372199"/>
                  </a:lnTo>
                  <a:lnTo>
                    <a:pt x="1133667" y="1372199"/>
                  </a:lnTo>
                  <a:lnTo>
                    <a:pt x="1121345" y="1372199"/>
                  </a:lnTo>
                  <a:lnTo>
                    <a:pt x="1109022" y="1372199"/>
                  </a:lnTo>
                  <a:lnTo>
                    <a:pt x="1096700" y="1372199"/>
                  </a:lnTo>
                  <a:lnTo>
                    <a:pt x="1084378" y="1372199"/>
                  </a:lnTo>
                  <a:lnTo>
                    <a:pt x="1072055" y="1372199"/>
                  </a:lnTo>
                  <a:lnTo>
                    <a:pt x="1059733" y="1372199"/>
                  </a:lnTo>
                  <a:lnTo>
                    <a:pt x="1047410" y="1372199"/>
                  </a:lnTo>
                  <a:lnTo>
                    <a:pt x="1035088" y="1372199"/>
                  </a:lnTo>
                  <a:lnTo>
                    <a:pt x="1022765" y="1372199"/>
                  </a:lnTo>
                  <a:lnTo>
                    <a:pt x="1010443" y="1372199"/>
                  </a:lnTo>
                  <a:lnTo>
                    <a:pt x="998120" y="1372199"/>
                  </a:lnTo>
                  <a:lnTo>
                    <a:pt x="985798" y="1372199"/>
                  </a:lnTo>
                  <a:lnTo>
                    <a:pt x="973475" y="1372199"/>
                  </a:lnTo>
                  <a:lnTo>
                    <a:pt x="961153" y="1372199"/>
                  </a:lnTo>
                  <a:lnTo>
                    <a:pt x="948830" y="1372199"/>
                  </a:lnTo>
                  <a:lnTo>
                    <a:pt x="936508" y="1372199"/>
                  </a:lnTo>
                  <a:lnTo>
                    <a:pt x="924185" y="1372199"/>
                  </a:lnTo>
                  <a:lnTo>
                    <a:pt x="911863" y="1372199"/>
                  </a:lnTo>
                  <a:lnTo>
                    <a:pt x="899540" y="1372199"/>
                  </a:lnTo>
                  <a:lnTo>
                    <a:pt x="887218" y="1372199"/>
                  </a:lnTo>
                  <a:lnTo>
                    <a:pt x="874895" y="1372199"/>
                  </a:lnTo>
                  <a:lnTo>
                    <a:pt x="862573" y="1372199"/>
                  </a:lnTo>
                  <a:lnTo>
                    <a:pt x="850250" y="1372199"/>
                  </a:lnTo>
                  <a:lnTo>
                    <a:pt x="837928" y="1372199"/>
                  </a:lnTo>
                  <a:lnTo>
                    <a:pt x="825606" y="1372199"/>
                  </a:lnTo>
                  <a:lnTo>
                    <a:pt x="813283" y="1372199"/>
                  </a:lnTo>
                  <a:lnTo>
                    <a:pt x="800961" y="1372199"/>
                  </a:lnTo>
                  <a:lnTo>
                    <a:pt x="788638" y="1372199"/>
                  </a:lnTo>
                  <a:lnTo>
                    <a:pt x="776316" y="1372199"/>
                  </a:lnTo>
                  <a:lnTo>
                    <a:pt x="763993" y="1372199"/>
                  </a:lnTo>
                  <a:lnTo>
                    <a:pt x="751671" y="1372199"/>
                  </a:lnTo>
                  <a:lnTo>
                    <a:pt x="739348" y="1372199"/>
                  </a:lnTo>
                  <a:lnTo>
                    <a:pt x="727026" y="1372199"/>
                  </a:lnTo>
                  <a:lnTo>
                    <a:pt x="714703" y="1372199"/>
                  </a:lnTo>
                  <a:lnTo>
                    <a:pt x="702381" y="1372199"/>
                  </a:lnTo>
                  <a:lnTo>
                    <a:pt x="690058" y="1372199"/>
                  </a:lnTo>
                  <a:lnTo>
                    <a:pt x="677736" y="1372199"/>
                  </a:lnTo>
                  <a:lnTo>
                    <a:pt x="665413" y="1372199"/>
                  </a:lnTo>
                  <a:lnTo>
                    <a:pt x="653091" y="1372199"/>
                  </a:lnTo>
                  <a:lnTo>
                    <a:pt x="640768" y="1372199"/>
                  </a:lnTo>
                  <a:lnTo>
                    <a:pt x="628446" y="1372199"/>
                  </a:lnTo>
                  <a:lnTo>
                    <a:pt x="616123" y="1372199"/>
                  </a:lnTo>
                  <a:lnTo>
                    <a:pt x="603801" y="1372199"/>
                  </a:lnTo>
                  <a:lnTo>
                    <a:pt x="591478" y="1372199"/>
                  </a:lnTo>
                  <a:lnTo>
                    <a:pt x="579156" y="1372199"/>
                  </a:lnTo>
                  <a:lnTo>
                    <a:pt x="566833" y="1372199"/>
                  </a:lnTo>
                  <a:lnTo>
                    <a:pt x="554511" y="1372199"/>
                  </a:lnTo>
                  <a:lnTo>
                    <a:pt x="542189" y="1372199"/>
                  </a:lnTo>
                  <a:lnTo>
                    <a:pt x="529866" y="1372199"/>
                  </a:lnTo>
                  <a:lnTo>
                    <a:pt x="517544" y="1372199"/>
                  </a:lnTo>
                  <a:lnTo>
                    <a:pt x="505221" y="1372199"/>
                  </a:lnTo>
                  <a:lnTo>
                    <a:pt x="492899" y="1372199"/>
                  </a:lnTo>
                  <a:lnTo>
                    <a:pt x="480576" y="1372199"/>
                  </a:lnTo>
                  <a:lnTo>
                    <a:pt x="468254" y="1372199"/>
                  </a:lnTo>
                  <a:lnTo>
                    <a:pt x="455931" y="1372199"/>
                  </a:lnTo>
                  <a:lnTo>
                    <a:pt x="443609" y="1372199"/>
                  </a:lnTo>
                  <a:lnTo>
                    <a:pt x="431286" y="1372199"/>
                  </a:lnTo>
                  <a:lnTo>
                    <a:pt x="418964" y="1372199"/>
                  </a:lnTo>
                  <a:lnTo>
                    <a:pt x="406641" y="1372199"/>
                  </a:lnTo>
                  <a:lnTo>
                    <a:pt x="394319" y="1372199"/>
                  </a:lnTo>
                  <a:lnTo>
                    <a:pt x="381996" y="1372199"/>
                  </a:lnTo>
                  <a:lnTo>
                    <a:pt x="369674" y="1372199"/>
                  </a:lnTo>
                  <a:lnTo>
                    <a:pt x="357351" y="1372199"/>
                  </a:lnTo>
                  <a:lnTo>
                    <a:pt x="345029" y="1372199"/>
                  </a:lnTo>
                  <a:lnTo>
                    <a:pt x="332706" y="1372199"/>
                  </a:lnTo>
                  <a:lnTo>
                    <a:pt x="320384" y="1372199"/>
                  </a:lnTo>
                  <a:lnTo>
                    <a:pt x="308061" y="1372199"/>
                  </a:lnTo>
                  <a:lnTo>
                    <a:pt x="295739" y="1372199"/>
                  </a:lnTo>
                  <a:lnTo>
                    <a:pt x="283416" y="1372199"/>
                  </a:lnTo>
                  <a:lnTo>
                    <a:pt x="271094" y="1372199"/>
                  </a:lnTo>
                  <a:lnTo>
                    <a:pt x="258772" y="1372199"/>
                  </a:lnTo>
                  <a:lnTo>
                    <a:pt x="246449" y="1372199"/>
                  </a:lnTo>
                  <a:lnTo>
                    <a:pt x="234127" y="1372199"/>
                  </a:lnTo>
                  <a:lnTo>
                    <a:pt x="221804" y="1372199"/>
                  </a:lnTo>
                  <a:lnTo>
                    <a:pt x="209482" y="1372199"/>
                  </a:lnTo>
                  <a:lnTo>
                    <a:pt x="197159" y="1372199"/>
                  </a:lnTo>
                  <a:lnTo>
                    <a:pt x="184837" y="1372199"/>
                  </a:lnTo>
                  <a:lnTo>
                    <a:pt x="172514" y="1372199"/>
                  </a:lnTo>
                  <a:lnTo>
                    <a:pt x="160192" y="1372199"/>
                  </a:lnTo>
                  <a:lnTo>
                    <a:pt x="147869" y="1372199"/>
                  </a:lnTo>
                  <a:lnTo>
                    <a:pt x="135547" y="1372199"/>
                  </a:lnTo>
                  <a:lnTo>
                    <a:pt x="123224" y="1372199"/>
                  </a:lnTo>
                  <a:lnTo>
                    <a:pt x="110902" y="1372199"/>
                  </a:lnTo>
                  <a:lnTo>
                    <a:pt x="98579" y="1372199"/>
                  </a:lnTo>
                  <a:lnTo>
                    <a:pt x="86257" y="1372199"/>
                  </a:lnTo>
                  <a:lnTo>
                    <a:pt x="73934" y="1372199"/>
                  </a:lnTo>
                  <a:lnTo>
                    <a:pt x="61612" y="1372199"/>
                  </a:lnTo>
                  <a:lnTo>
                    <a:pt x="49289" y="1372199"/>
                  </a:lnTo>
                  <a:lnTo>
                    <a:pt x="36967" y="1372199"/>
                  </a:lnTo>
                  <a:lnTo>
                    <a:pt x="24644" y="1372199"/>
                  </a:lnTo>
                  <a:lnTo>
                    <a:pt x="12322" y="1372199"/>
                  </a:lnTo>
                  <a:lnTo>
                    <a:pt x="0" y="1372199"/>
                  </a:lnTo>
                  <a:close/>
                </a:path>
              </a:pathLst>
            </a:custGeom>
            <a:solidFill>
              <a:srgbClr val="E69F00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706745" y="4774128"/>
              <a:ext cx="6296786" cy="1372199"/>
            </a:xfrm>
            <a:custGeom>
              <a:avLst/>
              <a:pathLst>
                <a:path w="6296786" h="1372199">
                  <a:moveTo>
                    <a:pt x="0" y="1312993"/>
                  </a:moveTo>
                  <a:lnTo>
                    <a:pt x="12322" y="1307193"/>
                  </a:lnTo>
                  <a:lnTo>
                    <a:pt x="24644" y="1300924"/>
                  </a:lnTo>
                  <a:lnTo>
                    <a:pt x="36967" y="1294222"/>
                  </a:lnTo>
                  <a:lnTo>
                    <a:pt x="49289" y="1287072"/>
                  </a:lnTo>
                  <a:lnTo>
                    <a:pt x="61612" y="1279266"/>
                  </a:lnTo>
                  <a:lnTo>
                    <a:pt x="73934" y="1270891"/>
                  </a:lnTo>
                  <a:lnTo>
                    <a:pt x="86257" y="1261991"/>
                  </a:lnTo>
                  <a:lnTo>
                    <a:pt x="98579" y="1252552"/>
                  </a:lnTo>
                  <a:lnTo>
                    <a:pt x="110902" y="1242329"/>
                  </a:lnTo>
                  <a:lnTo>
                    <a:pt x="123224" y="1231442"/>
                  </a:lnTo>
                  <a:lnTo>
                    <a:pt x="135547" y="1219945"/>
                  </a:lnTo>
                  <a:lnTo>
                    <a:pt x="147869" y="1207823"/>
                  </a:lnTo>
                  <a:lnTo>
                    <a:pt x="160192" y="1194805"/>
                  </a:lnTo>
                  <a:lnTo>
                    <a:pt x="172514" y="1181044"/>
                  </a:lnTo>
                  <a:lnTo>
                    <a:pt x="184837" y="1166604"/>
                  </a:lnTo>
                  <a:lnTo>
                    <a:pt x="197159" y="1151476"/>
                  </a:lnTo>
                  <a:lnTo>
                    <a:pt x="209482" y="1135369"/>
                  </a:lnTo>
                  <a:lnTo>
                    <a:pt x="221804" y="1118471"/>
                  </a:lnTo>
                  <a:lnTo>
                    <a:pt x="234127" y="1100856"/>
                  </a:lnTo>
                  <a:lnTo>
                    <a:pt x="246449" y="1082520"/>
                  </a:lnTo>
                  <a:lnTo>
                    <a:pt x="258772" y="1063172"/>
                  </a:lnTo>
                  <a:lnTo>
                    <a:pt x="271094" y="1043031"/>
                  </a:lnTo>
                  <a:lnTo>
                    <a:pt x="283416" y="1022177"/>
                  </a:lnTo>
                  <a:lnTo>
                    <a:pt x="295739" y="1000613"/>
                  </a:lnTo>
                  <a:lnTo>
                    <a:pt x="308061" y="978071"/>
                  </a:lnTo>
                  <a:lnTo>
                    <a:pt x="320384" y="954791"/>
                  </a:lnTo>
                  <a:lnTo>
                    <a:pt x="332706" y="930852"/>
                  </a:lnTo>
                  <a:lnTo>
                    <a:pt x="345029" y="906271"/>
                  </a:lnTo>
                  <a:lnTo>
                    <a:pt x="357351" y="880824"/>
                  </a:lnTo>
                  <a:lnTo>
                    <a:pt x="369674" y="854755"/>
                  </a:lnTo>
                  <a:lnTo>
                    <a:pt x="381996" y="828142"/>
                  </a:lnTo>
                  <a:lnTo>
                    <a:pt x="394319" y="801010"/>
                  </a:lnTo>
                  <a:lnTo>
                    <a:pt x="406641" y="773212"/>
                  </a:lnTo>
                  <a:lnTo>
                    <a:pt x="418964" y="744970"/>
                  </a:lnTo>
                  <a:lnTo>
                    <a:pt x="431286" y="716358"/>
                  </a:lnTo>
                  <a:lnTo>
                    <a:pt x="443609" y="687407"/>
                  </a:lnTo>
                  <a:lnTo>
                    <a:pt x="455931" y="658071"/>
                  </a:lnTo>
                  <a:lnTo>
                    <a:pt x="468254" y="628525"/>
                  </a:lnTo>
                  <a:lnTo>
                    <a:pt x="480576" y="598832"/>
                  </a:lnTo>
                  <a:lnTo>
                    <a:pt x="492899" y="569033"/>
                  </a:lnTo>
                  <a:lnTo>
                    <a:pt x="505221" y="539197"/>
                  </a:lnTo>
                  <a:lnTo>
                    <a:pt x="517544" y="509429"/>
                  </a:lnTo>
                  <a:lnTo>
                    <a:pt x="529866" y="479776"/>
                  </a:lnTo>
                  <a:lnTo>
                    <a:pt x="542189" y="450285"/>
                  </a:lnTo>
                  <a:lnTo>
                    <a:pt x="554511" y="421154"/>
                  </a:lnTo>
                  <a:lnTo>
                    <a:pt x="566833" y="392391"/>
                  </a:lnTo>
                  <a:lnTo>
                    <a:pt x="579156" y="364028"/>
                  </a:lnTo>
                  <a:lnTo>
                    <a:pt x="591478" y="336113"/>
                  </a:lnTo>
                  <a:lnTo>
                    <a:pt x="603801" y="308976"/>
                  </a:lnTo>
                  <a:lnTo>
                    <a:pt x="616123" y="282510"/>
                  </a:lnTo>
                  <a:lnTo>
                    <a:pt x="628446" y="256729"/>
                  </a:lnTo>
                  <a:lnTo>
                    <a:pt x="640768" y="231681"/>
                  </a:lnTo>
                  <a:lnTo>
                    <a:pt x="653091" y="207818"/>
                  </a:lnTo>
                  <a:lnTo>
                    <a:pt x="665413" y="184910"/>
                  </a:lnTo>
                  <a:lnTo>
                    <a:pt x="677736" y="162954"/>
                  </a:lnTo>
                  <a:lnTo>
                    <a:pt x="690058" y="141991"/>
                  </a:lnTo>
                  <a:lnTo>
                    <a:pt x="702381" y="122582"/>
                  </a:lnTo>
                  <a:lnTo>
                    <a:pt x="714703" y="104368"/>
                  </a:lnTo>
                  <a:lnTo>
                    <a:pt x="727026" y="87333"/>
                  </a:lnTo>
                  <a:lnTo>
                    <a:pt x="739348" y="71508"/>
                  </a:lnTo>
                  <a:lnTo>
                    <a:pt x="751671" y="57537"/>
                  </a:lnTo>
                  <a:lnTo>
                    <a:pt x="763993" y="44942"/>
                  </a:lnTo>
                  <a:lnTo>
                    <a:pt x="776316" y="33693"/>
                  </a:lnTo>
                  <a:lnTo>
                    <a:pt x="788638" y="23812"/>
                  </a:lnTo>
                  <a:lnTo>
                    <a:pt x="800961" y="15989"/>
                  </a:lnTo>
                  <a:lnTo>
                    <a:pt x="813283" y="9648"/>
                  </a:lnTo>
                  <a:lnTo>
                    <a:pt x="825606" y="4748"/>
                  </a:lnTo>
                  <a:lnTo>
                    <a:pt x="837928" y="1299"/>
                  </a:lnTo>
                  <a:lnTo>
                    <a:pt x="850250" y="0"/>
                  </a:lnTo>
                  <a:lnTo>
                    <a:pt x="862573" y="203"/>
                  </a:lnTo>
                  <a:lnTo>
                    <a:pt x="874895" y="1861"/>
                  </a:lnTo>
                  <a:lnTo>
                    <a:pt x="887218" y="4969"/>
                  </a:lnTo>
                  <a:lnTo>
                    <a:pt x="899540" y="10195"/>
                  </a:lnTo>
                  <a:lnTo>
                    <a:pt x="911863" y="16858"/>
                  </a:lnTo>
                  <a:lnTo>
                    <a:pt x="924185" y="24905"/>
                  </a:lnTo>
                  <a:lnTo>
                    <a:pt x="936508" y="34317"/>
                  </a:lnTo>
                  <a:lnTo>
                    <a:pt x="948830" y="45691"/>
                  </a:lnTo>
                  <a:lnTo>
                    <a:pt x="961153" y="58354"/>
                  </a:lnTo>
                  <a:lnTo>
                    <a:pt x="973475" y="72251"/>
                  </a:lnTo>
                  <a:lnTo>
                    <a:pt x="985798" y="87352"/>
                  </a:lnTo>
                  <a:lnTo>
                    <a:pt x="998120" y="104146"/>
                  </a:lnTo>
                  <a:lnTo>
                    <a:pt x="1010443" y="122013"/>
                  </a:lnTo>
                  <a:lnTo>
                    <a:pt x="1022765" y="140898"/>
                  </a:lnTo>
                  <a:lnTo>
                    <a:pt x="1035088" y="160762"/>
                  </a:lnTo>
                  <a:lnTo>
                    <a:pt x="1047410" y="181964"/>
                  </a:lnTo>
                  <a:lnTo>
                    <a:pt x="1059733" y="203973"/>
                  </a:lnTo>
                  <a:lnTo>
                    <a:pt x="1072055" y="226740"/>
                  </a:lnTo>
                  <a:lnTo>
                    <a:pt x="1084378" y="250217"/>
                  </a:lnTo>
                  <a:lnTo>
                    <a:pt x="1096700" y="274621"/>
                  </a:lnTo>
                  <a:lnTo>
                    <a:pt x="1109022" y="299546"/>
                  </a:lnTo>
                  <a:lnTo>
                    <a:pt x="1121345" y="324943"/>
                  </a:lnTo>
                  <a:lnTo>
                    <a:pt x="1133667" y="350768"/>
                  </a:lnTo>
                  <a:lnTo>
                    <a:pt x="1145990" y="377087"/>
                  </a:lnTo>
                  <a:lnTo>
                    <a:pt x="1158312" y="403644"/>
                  </a:lnTo>
                  <a:lnTo>
                    <a:pt x="1170635" y="430393"/>
                  </a:lnTo>
                  <a:lnTo>
                    <a:pt x="1182957" y="457289"/>
                  </a:lnTo>
                  <a:lnTo>
                    <a:pt x="1195280" y="484273"/>
                  </a:lnTo>
                  <a:lnTo>
                    <a:pt x="1207602" y="511232"/>
                  </a:lnTo>
                  <a:lnTo>
                    <a:pt x="1219925" y="538128"/>
                  </a:lnTo>
                  <a:lnTo>
                    <a:pt x="1232247" y="564917"/>
                  </a:lnTo>
                  <a:lnTo>
                    <a:pt x="1244570" y="591440"/>
                  </a:lnTo>
                  <a:lnTo>
                    <a:pt x="1256892" y="617716"/>
                  </a:lnTo>
                  <a:lnTo>
                    <a:pt x="1269215" y="643714"/>
                  </a:lnTo>
                  <a:lnTo>
                    <a:pt x="1281537" y="669392"/>
                  </a:lnTo>
                  <a:lnTo>
                    <a:pt x="1293860" y="694523"/>
                  </a:lnTo>
                  <a:lnTo>
                    <a:pt x="1306182" y="719233"/>
                  </a:lnTo>
                  <a:lnTo>
                    <a:pt x="1318505" y="743500"/>
                  </a:lnTo>
                  <a:lnTo>
                    <a:pt x="1330827" y="767284"/>
                  </a:lnTo>
                  <a:lnTo>
                    <a:pt x="1343150" y="790318"/>
                  </a:lnTo>
                  <a:lnTo>
                    <a:pt x="1355472" y="812811"/>
                  </a:lnTo>
                  <a:lnTo>
                    <a:pt x="1367795" y="834746"/>
                  </a:lnTo>
                  <a:lnTo>
                    <a:pt x="1380117" y="856087"/>
                  </a:lnTo>
                  <a:lnTo>
                    <a:pt x="1392439" y="876553"/>
                  </a:lnTo>
                  <a:lnTo>
                    <a:pt x="1404762" y="896404"/>
                  </a:lnTo>
                  <a:lnTo>
                    <a:pt x="1417084" y="915634"/>
                  </a:lnTo>
                  <a:lnTo>
                    <a:pt x="1429407" y="934206"/>
                  </a:lnTo>
                  <a:lnTo>
                    <a:pt x="1441729" y="951846"/>
                  </a:lnTo>
                  <a:lnTo>
                    <a:pt x="1454052" y="968841"/>
                  </a:lnTo>
                  <a:lnTo>
                    <a:pt x="1466374" y="985192"/>
                  </a:lnTo>
                  <a:lnTo>
                    <a:pt x="1478697" y="1000866"/>
                  </a:lnTo>
                  <a:lnTo>
                    <a:pt x="1491019" y="1015606"/>
                  </a:lnTo>
                  <a:lnTo>
                    <a:pt x="1503342" y="1029709"/>
                  </a:lnTo>
                  <a:lnTo>
                    <a:pt x="1515664" y="1043180"/>
                  </a:lnTo>
                  <a:lnTo>
                    <a:pt x="1527987" y="1055990"/>
                  </a:lnTo>
                  <a:lnTo>
                    <a:pt x="1540309" y="1067911"/>
                  </a:lnTo>
                  <a:lnTo>
                    <a:pt x="1552632" y="1079231"/>
                  </a:lnTo>
                  <a:lnTo>
                    <a:pt x="1564954" y="1089961"/>
                  </a:lnTo>
                  <a:lnTo>
                    <a:pt x="1577277" y="1100075"/>
                  </a:lnTo>
                  <a:lnTo>
                    <a:pt x="1589599" y="1109380"/>
                  </a:lnTo>
                  <a:lnTo>
                    <a:pt x="1601922" y="1118146"/>
                  </a:lnTo>
                  <a:lnTo>
                    <a:pt x="1614244" y="1126385"/>
                  </a:lnTo>
                  <a:lnTo>
                    <a:pt x="1626567" y="1134075"/>
                  </a:lnTo>
                  <a:lnTo>
                    <a:pt x="1638889" y="1141065"/>
                  </a:lnTo>
                  <a:lnTo>
                    <a:pt x="1651212" y="1147593"/>
                  </a:lnTo>
                  <a:lnTo>
                    <a:pt x="1663534" y="1153674"/>
                  </a:lnTo>
                  <a:lnTo>
                    <a:pt x="1675856" y="1159291"/>
                  </a:lnTo>
                  <a:lnTo>
                    <a:pt x="1688179" y="1164334"/>
                  </a:lnTo>
                  <a:lnTo>
                    <a:pt x="1700501" y="1169002"/>
                  </a:lnTo>
                  <a:lnTo>
                    <a:pt x="1712824" y="1173311"/>
                  </a:lnTo>
                  <a:lnTo>
                    <a:pt x="1725146" y="1177252"/>
                  </a:lnTo>
                  <a:lnTo>
                    <a:pt x="1737469" y="1180750"/>
                  </a:lnTo>
                  <a:lnTo>
                    <a:pt x="1749791" y="1183965"/>
                  </a:lnTo>
                  <a:lnTo>
                    <a:pt x="1762114" y="1186911"/>
                  </a:lnTo>
                  <a:lnTo>
                    <a:pt x="1774436" y="1189584"/>
                  </a:lnTo>
                  <a:lnTo>
                    <a:pt x="1786759" y="1191941"/>
                  </a:lnTo>
                  <a:lnTo>
                    <a:pt x="1799081" y="1194099"/>
                  </a:lnTo>
                  <a:lnTo>
                    <a:pt x="1811404" y="1196072"/>
                  </a:lnTo>
                  <a:lnTo>
                    <a:pt x="1823726" y="1197859"/>
                  </a:lnTo>
                  <a:lnTo>
                    <a:pt x="1836049" y="1199438"/>
                  </a:lnTo>
                  <a:lnTo>
                    <a:pt x="1848371" y="1200891"/>
                  </a:lnTo>
                  <a:lnTo>
                    <a:pt x="1860694" y="1202225"/>
                  </a:lnTo>
                  <a:lnTo>
                    <a:pt x="1873016" y="1203444"/>
                  </a:lnTo>
                  <a:lnTo>
                    <a:pt x="1885339" y="1204536"/>
                  </a:lnTo>
                  <a:lnTo>
                    <a:pt x="1897661" y="1205551"/>
                  </a:lnTo>
                  <a:lnTo>
                    <a:pt x="1909984" y="1206496"/>
                  </a:lnTo>
                  <a:lnTo>
                    <a:pt x="1922306" y="1207368"/>
                  </a:lnTo>
                  <a:lnTo>
                    <a:pt x="1934629" y="1208162"/>
                  </a:lnTo>
                  <a:lnTo>
                    <a:pt x="1946951" y="1208903"/>
                  </a:lnTo>
                  <a:lnTo>
                    <a:pt x="1959273" y="1209594"/>
                  </a:lnTo>
                  <a:lnTo>
                    <a:pt x="1971596" y="1210231"/>
                  </a:lnTo>
                  <a:lnTo>
                    <a:pt x="1983918" y="1210799"/>
                  </a:lnTo>
                  <a:lnTo>
                    <a:pt x="1996241" y="1211314"/>
                  </a:lnTo>
                  <a:lnTo>
                    <a:pt x="2008563" y="1211775"/>
                  </a:lnTo>
                  <a:lnTo>
                    <a:pt x="2020886" y="1212171"/>
                  </a:lnTo>
                  <a:lnTo>
                    <a:pt x="2033208" y="1212475"/>
                  </a:lnTo>
                  <a:lnTo>
                    <a:pt x="2045531" y="1212704"/>
                  </a:lnTo>
                  <a:lnTo>
                    <a:pt x="2057853" y="1212853"/>
                  </a:lnTo>
                  <a:lnTo>
                    <a:pt x="2070176" y="1212904"/>
                  </a:lnTo>
                  <a:lnTo>
                    <a:pt x="2082498" y="1212815"/>
                  </a:lnTo>
                  <a:lnTo>
                    <a:pt x="2094821" y="1212614"/>
                  </a:lnTo>
                  <a:lnTo>
                    <a:pt x="2107143" y="1212291"/>
                  </a:lnTo>
                  <a:lnTo>
                    <a:pt x="2119466" y="1211823"/>
                  </a:lnTo>
                  <a:lnTo>
                    <a:pt x="2131788" y="1211155"/>
                  </a:lnTo>
                  <a:lnTo>
                    <a:pt x="2144111" y="1210328"/>
                  </a:lnTo>
                  <a:lnTo>
                    <a:pt x="2156433" y="1209335"/>
                  </a:lnTo>
                  <a:lnTo>
                    <a:pt x="2168756" y="1208144"/>
                  </a:lnTo>
                  <a:lnTo>
                    <a:pt x="2181078" y="1206693"/>
                  </a:lnTo>
                  <a:lnTo>
                    <a:pt x="2193401" y="1205041"/>
                  </a:lnTo>
                  <a:lnTo>
                    <a:pt x="2205723" y="1203181"/>
                  </a:lnTo>
                  <a:lnTo>
                    <a:pt x="2218045" y="1201077"/>
                  </a:lnTo>
                  <a:lnTo>
                    <a:pt x="2230368" y="1198665"/>
                  </a:lnTo>
                  <a:lnTo>
                    <a:pt x="2242690" y="1196021"/>
                  </a:lnTo>
                  <a:lnTo>
                    <a:pt x="2255013" y="1193142"/>
                  </a:lnTo>
                  <a:lnTo>
                    <a:pt x="2267335" y="1189988"/>
                  </a:lnTo>
                  <a:lnTo>
                    <a:pt x="2279658" y="1186503"/>
                  </a:lnTo>
                  <a:lnTo>
                    <a:pt x="2291980" y="1182773"/>
                  </a:lnTo>
                  <a:lnTo>
                    <a:pt x="2304303" y="1178799"/>
                  </a:lnTo>
                  <a:lnTo>
                    <a:pt x="2316625" y="1174545"/>
                  </a:lnTo>
                  <a:lnTo>
                    <a:pt x="2328948" y="1169967"/>
                  </a:lnTo>
                  <a:lnTo>
                    <a:pt x="2341270" y="1165154"/>
                  </a:lnTo>
                  <a:lnTo>
                    <a:pt x="2353593" y="1160112"/>
                  </a:lnTo>
                  <a:lnTo>
                    <a:pt x="2365915" y="1154811"/>
                  </a:lnTo>
                  <a:lnTo>
                    <a:pt x="2378238" y="1149226"/>
                  </a:lnTo>
                  <a:lnTo>
                    <a:pt x="2390560" y="1143441"/>
                  </a:lnTo>
                  <a:lnTo>
                    <a:pt x="2402883" y="1137465"/>
                  </a:lnTo>
                  <a:lnTo>
                    <a:pt x="2415205" y="1131281"/>
                  </a:lnTo>
                  <a:lnTo>
                    <a:pt x="2427528" y="1124881"/>
                  </a:lnTo>
                  <a:lnTo>
                    <a:pt x="2439850" y="1118338"/>
                  </a:lnTo>
                  <a:lnTo>
                    <a:pt x="2452173" y="1111663"/>
                  </a:lnTo>
                  <a:lnTo>
                    <a:pt x="2464495" y="1104853"/>
                  </a:lnTo>
                  <a:lnTo>
                    <a:pt x="2476818" y="1097920"/>
                  </a:lnTo>
                  <a:lnTo>
                    <a:pt x="2489140" y="1090917"/>
                  </a:lnTo>
                  <a:lnTo>
                    <a:pt x="2501462" y="1083856"/>
                  </a:lnTo>
                  <a:lnTo>
                    <a:pt x="2513785" y="1076750"/>
                  </a:lnTo>
                  <a:lnTo>
                    <a:pt x="2526107" y="1069627"/>
                  </a:lnTo>
                  <a:lnTo>
                    <a:pt x="2538430" y="1062514"/>
                  </a:lnTo>
                  <a:lnTo>
                    <a:pt x="2550752" y="1055426"/>
                  </a:lnTo>
                  <a:lnTo>
                    <a:pt x="2563075" y="1048388"/>
                  </a:lnTo>
                  <a:lnTo>
                    <a:pt x="2575397" y="1041443"/>
                  </a:lnTo>
                  <a:lnTo>
                    <a:pt x="2587720" y="1034590"/>
                  </a:lnTo>
                  <a:lnTo>
                    <a:pt x="2600042" y="1027841"/>
                  </a:lnTo>
                  <a:lnTo>
                    <a:pt x="2612365" y="1021238"/>
                  </a:lnTo>
                  <a:lnTo>
                    <a:pt x="2624687" y="1014829"/>
                  </a:lnTo>
                  <a:lnTo>
                    <a:pt x="2637010" y="1008587"/>
                  </a:lnTo>
                  <a:lnTo>
                    <a:pt x="2649332" y="1002523"/>
                  </a:lnTo>
                  <a:lnTo>
                    <a:pt x="2661655" y="996689"/>
                  </a:lnTo>
                  <a:lnTo>
                    <a:pt x="2673977" y="991137"/>
                  </a:lnTo>
                  <a:lnTo>
                    <a:pt x="2686300" y="985815"/>
                  </a:lnTo>
                  <a:lnTo>
                    <a:pt x="2698622" y="980733"/>
                  </a:lnTo>
                  <a:lnTo>
                    <a:pt x="2710945" y="975952"/>
                  </a:lnTo>
                  <a:lnTo>
                    <a:pt x="2723267" y="971522"/>
                  </a:lnTo>
                  <a:lnTo>
                    <a:pt x="2735590" y="967372"/>
                  </a:lnTo>
                  <a:lnTo>
                    <a:pt x="2747912" y="963511"/>
                  </a:lnTo>
                  <a:lnTo>
                    <a:pt x="2760235" y="960006"/>
                  </a:lnTo>
                  <a:lnTo>
                    <a:pt x="2772557" y="956903"/>
                  </a:lnTo>
                  <a:lnTo>
                    <a:pt x="2784879" y="954118"/>
                  </a:lnTo>
                  <a:lnTo>
                    <a:pt x="2797202" y="951656"/>
                  </a:lnTo>
                  <a:lnTo>
                    <a:pt x="2809524" y="949591"/>
                  </a:lnTo>
                  <a:lnTo>
                    <a:pt x="2821847" y="947964"/>
                  </a:lnTo>
                  <a:lnTo>
                    <a:pt x="2834169" y="946679"/>
                  </a:lnTo>
                  <a:lnTo>
                    <a:pt x="2846492" y="945740"/>
                  </a:lnTo>
                  <a:lnTo>
                    <a:pt x="2858814" y="945226"/>
                  </a:lnTo>
                  <a:lnTo>
                    <a:pt x="2871137" y="945169"/>
                  </a:lnTo>
                  <a:lnTo>
                    <a:pt x="2883459" y="945468"/>
                  </a:lnTo>
                  <a:lnTo>
                    <a:pt x="2895782" y="946126"/>
                  </a:lnTo>
                  <a:lnTo>
                    <a:pt x="2908104" y="947223"/>
                  </a:lnTo>
                  <a:lnTo>
                    <a:pt x="2920427" y="948780"/>
                  </a:lnTo>
                  <a:lnTo>
                    <a:pt x="2932749" y="950697"/>
                  </a:lnTo>
                  <a:lnTo>
                    <a:pt x="2945072" y="952971"/>
                  </a:lnTo>
                  <a:lnTo>
                    <a:pt x="2957394" y="955683"/>
                  </a:lnTo>
                  <a:lnTo>
                    <a:pt x="2969717" y="958842"/>
                  </a:lnTo>
                  <a:lnTo>
                    <a:pt x="2982039" y="962348"/>
                  </a:lnTo>
                  <a:lnTo>
                    <a:pt x="2994362" y="966197"/>
                  </a:lnTo>
                  <a:lnTo>
                    <a:pt x="3006684" y="970461"/>
                  </a:lnTo>
                  <a:lnTo>
                    <a:pt x="3019007" y="975139"/>
                  </a:lnTo>
                  <a:lnTo>
                    <a:pt x="3031329" y="980132"/>
                  </a:lnTo>
                  <a:lnTo>
                    <a:pt x="3043652" y="985435"/>
                  </a:lnTo>
                  <a:lnTo>
                    <a:pt x="3055974" y="991108"/>
                  </a:lnTo>
                  <a:lnTo>
                    <a:pt x="3068296" y="997135"/>
                  </a:lnTo>
                  <a:lnTo>
                    <a:pt x="3080619" y="1003428"/>
                  </a:lnTo>
                  <a:lnTo>
                    <a:pt x="3092941" y="1009976"/>
                  </a:lnTo>
                  <a:lnTo>
                    <a:pt x="3105264" y="1016821"/>
                  </a:lnTo>
                  <a:lnTo>
                    <a:pt x="3117586" y="1023937"/>
                  </a:lnTo>
                  <a:lnTo>
                    <a:pt x="3129909" y="1031247"/>
                  </a:lnTo>
                  <a:lnTo>
                    <a:pt x="3142231" y="1038740"/>
                  </a:lnTo>
                  <a:lnTo>
                    <a:pt x="3154554" y="1046434"/>
                  </a:lnTo>
                  <a:lnTo>
                    <a:pt x="3166876" y="1054292"/>
                  </a:lnTo>
                  <a:lnTo>
                    <a:pt x="3179199" y="1062259"/>
                  </a:lnTo>
                  <a:lnTo>
                    <a:pt x="3191521" y="1070320"/>
                  </a:lnTo>
                  <a:lnTo>
                    <a:pt x="3203844" y="1078469"/>
                  </a:lnTo>
                  <a:lnTo>
                    <a:pt x="3216166" y="1086667"/>
                  </a:lnTo>
                  <a:lnTo>
                    <a:pt x="3228489" y="1094879"/>
                  </a:lnTo>
                  <a:lnTo>
                    <a:pt x="3240811" y="1103091"/>
                  </a:lnTo>
                  <a:lnTo>
                    <a:pt x="3253134" y="1111273"/>
                  </a:lnTo>
                  <a:lnTo>
                    <a:pt x="3265456" y="1119388"/>
                  </a:lnTo>
                  <a:lnTo>
                    <a:pt x="3277779" y="1127428"/>
                  </a:lnTo>
                  <a:lnTo>
                    <a:pt x="3290101" y="1135379"/>
                  </a:lnTo>
                  <a:lnTo>
                    <a:pt x="3302424" y="1143191"/>
                  </a:lnTo>
                  <a:lnTo>
                    <a:pt x="3314746" y="1150839"/>
                  </a:lnTo>
                  <a:lnTo>
                    <a:pt x="3327068" y="1158335"/>
                  </a:lnTo>
                  <a:lnTo>
                    <a:pt x="3339391" y="1165672"/>
                  </a:lnTo>
                  <a:lnTo>
                    <a:pt x="3351713" y="1172784"/>
                  </a:lnTo>
                  <a:lnTo>
                    <a:pt x="3364036" y="1179661"/>
                  </a:lnTo>
                  <a:lnTo>
                    <a:pt x="3376358" y="1186336"/>
                  </a:lnTo>
                  <a:lnTo>
                    <a:pt x="3388681" y="1192804"/>
                  </a:lnTo>
                  <a:lnTo>
                    <a:pt x="3401003" y="1198997"/>
                  </a:lnTo>
                  <a:lnTo>
                    <a:pt x="3413326" y="1204920"/>
                  </a:lnTo>
                  <a:lnTo>
                    <a:pt x="3425648" y="1210619"/>
                  </a:lnTo>
                  <a:lnTo>
                    <a:pt x="3437971" y="1216094"/>
                  </a:lnTo>
                  <a:lnTo>
                    <a:pt x="3450293" y="1221280"/>
                  </a:lnTo>
                  <a:lnTo>
                    <a:pt x="3462616" y="1226197"/>
                  </a:lnTo>
                  <a:lnTo>
                    <a:pt x="3474938" y="1230897"/>
                  </a:lnTo>
                  <a:lnTo>
                    <a:pt x="3487261" y="1235383"/>
                  </a:lnTo>
                  <a:lnTo>
                    <a:pt x="3499583" y="1239603"/>
                  </a:lnTo>
                  <a:lnTo>
                    <a:pt x="3511906" y="1243585"/>
                  </a:lnTo>
                  <a:lnTo>
                    <a:pt x="3524228" y="1247380"/>
                  </a:lnTo>
                  <a:lnTo>
                    <a:pt x="3536551" y="1250995"/>
                  </a:lnTo>
                  <a:lnTo>
                    <a:pt x="3548873" y="1254390"/>
                  </a:lnTo>
                  <a:lnTo>
                    <a:pt x="3561196" y="1257600"/>
                  </a:lnTo>
                  <a:lnTo>
                    <a:pt x="3573518" y="1260667"/>
                  </a:lnTo>
                  <a:lnTo>
                    <a:pt x="3585841" y="1263600"/>
                  </a:lnTo>
                  <a:lnTo>
                    <a:pt x="3598163" y="1266374"/>
                  </a:lnTo>
                  <a:lnTo>
                    <a:pt x="3610485" y="1269023"/>
                  </a:lnTo>
                  <a:lnTo>
                    <a:pt x="3622808" y="1271579"/>
                  </a:lnTo>
                  <a:lnTo>
                    <a:pt x="3635130" y="1274048"/>
                  </a:lnTo>
                  <a:lnTo>
                    <a:pt x="3647453" y="1276422"/>
                  </a:lnTo>
                  <a:lnTo>
                    <a:pt x="3659775" y="1278725"/>
                  </a:lnTo>
                  <a:lnTo>
                    <a:pt x="3672098" y="1280979"/>
                  </a:lnTo>
                  <a:lnTo>
                    <a:pt x="3684420" y="1283190"/>
                  </a:lnTo>
                  <a:lnTo>
                    <a:pt x="3696743" y="1285357"/>
                  </a:lnTo>
                  <a:lnTo>
                    <a:pt x="3709065" y="1287497"/>
                  </a:lnTo>
                  <a:lnTo>
                    <a:pt x="3721388" y="1289619"/>
                  </a:lnTo>
                  <a:lnTo>
                    <a:pt x="3733710" y="1291729"/>
                  </a:lnTo>
                  <a:lnTo>
                    <a:pt x="3746033" y="1293830"/>
                  </a:lnTo>
                  <a:lnTo>
                    <a:pt x="3758355" y="1295928"/>
                  </a:lnTo>
                  <a:lnTo>
                    <a:pt x="3770678" y="1298028"/>
                  </a:lnTo>
                  <a:lnTo>
                    <a:pt x="3783000" y="1300130"/>
                  </a:lnTo>
                  <a:lnTo>
                    <a:pt x="3795323" y="1302237"/>
                  </a:lnTo>
                  <a:lnTo>
                    <a:pt x="3807645" y="1304349"/>
                  </a:lnTo>
                  <a:lnTo>
                    <a:pt x="3819968" y="1306465"/>
                  </a:lnTo>
                  <a:lnTo>
                    <a:pt x="3832290" y="1308585"/>
                  </a:lnTo>
                  <a:lnTo>
                    <a:pt x="3844613" y="1310705"/>
                  </a:lnTo>
                  <a:lnTo>
                    <a:pt x="3856935" y="1312823"/>
                  </a:lnTo>
                  <a:lnTo>
                    <a:pt x="3869258" y="1314934"/>
                  </a:lnTo>
                  <a:lnTo>
                    <a:pt x="3881580" y="1317038"/>
                  </a:lnTo>
                  <a:lnTo>
                    <a:pt x="3893902" y="1319125"/>
                  </a:lnTo>
                  <a:lnTo>
                    <a:pt x="3906225" y="1321189"/>
                  </a:lnTo>
                  <a:lnTo>
                    <a:pt x="3918547" y="1323230"/>
                  </a:lnTo>
                  <a:lnTo>
                    <a:pt x="3930870" y="1325243"/>
                  </a:lnTo>
                  <a:lnTo>
                    <a:pt x="3943192" y="1327212"/>
                  </a:lnTo>
                  <a:lnTo>
                    <a:pt x="3955515" y="1329133"/>
                  </a:lnTo>
                  <a:lnTo>
                    <a:pt x="3967837" y="1331008"/>
                  </a:lnTo>
                  <a:lnTo>
                    <a:pt x="3980160" y="1332832"/>
                  </a:lnTo>
                  <a:lnTo>
                    <a:pt x="3992482" y="1334580"/>
                  </a:lnTo>
                  <a:lnTo>
                    <a:pt x="4004805" y="1336253"/>
                  </a:lnTo>
                  <a:lnTo>
                    <a:pt x="4017127" y="1337856"/>
                  </a:lnTo>
                  <a:lnTo>
                    <a:pt x="4029450" y="1339385"/>
                  </a:lnTo>
                  <a:lnTo>
                    <a:pt x="4041772" y="1340804"/>
                  </a:lnTo>
                  <a:lnTo>
                    <a:pt x="4054095" y="1342122"/>
                  </a:lnTo>
                  <a:lnTo>
                    <a:pt x="4066417" y="1343347"/>
                  </a:lnTo>
                  <a:lnTo>
                    <a:pt x="4078740" y="1344475"/>
                  </a:lnTo>
                  <a:lnTo>
                    <a:pt x="4091062" y="1345462"/>
                  </a:lnTo>
                  <a:lnTo>
                    <a:pt x="4103385" y="1346323"/>
                  </a:lnTo>
                  <a:lnTo>
                    <a:pt x="4115707" y="1347071"/>
                  </a:lnTo>
                  <a:lnTo>
                    <a:pt x="4128030" y="1347700"/>
                  </a:lnTo>
                  <a:lnTo>
                    <a:pt x="4140352" y="1348161"/>
                  </a:lnTo>
                  <a:lnTo>
                    <a:pt x="4152675" y="1348476"/>
                  </a:lnTo>
                  <a:lnTo>
                    <a:pt x="4164997" y="1348657"/>
                  </a:lnTo>
                  <a:lnTo>
                    <a:pt x="4177319" y="1348703"/>
                  </a:lnTo>
                  <a:lnTo>
                    <a:pt x="4189642" y="1348556"/>
                  </a:lnTo>
                  <a:lnTo>
                    <a:pt x="4201964" y="1348245"/>
                  </a:lnTo>
                  <a:lnTo>
                    <a:pt x="4214287" y="1347787"/>
                  </a:lnTo>
                  <a:lnTo>
                    <a:pt x="4226609" y="1347179"/>
                  </a:lnTo>
                  <a:lnTo>
                    <a:pt x="4238932" y="1346359"/>
                  </a:lnTo>
                  <a:lnTo>
                    <a:pt x="4251254" y="1345364"/>
                  </a:lnTo>
                  <a:lnTo>
                    <a:pt x="4263577" y="1344211"/>
                  </a:lnTo>
                  <a:lnTo>
                    <a:pt x="4275899" y="1342900"/>
                  </a:lnTo>
                  <a:lnTo>
                    <a:pt x="4288222" y="1341367"/>
                  </a:lnTo>
                  <a:lnTo>
                    <a:pt x="4300544" y="1339655"/>
                  </a:lnTo>
                  <a:lnTo>
                    <a:pt x="4312867" y="1337784"/>
                  </a:lnTo>
                  <a:lnTo>
                    <a:pt x="4325189" y="1335754"/>
                  </a:lnTo>
                  <a:lnTo>
                    <a:pt x="4337512" y="1333505"/>
                  </a:lnTo>
                  <a:lnTo>
                    <a:pt x="4349834" y="1331085"/>
                  </a:lnTo>
                  <a:lnTo>
                    <a:pt x="4362157" y="1328515"/>
                  </a:lnTo>
                  <a:lnTo>
                    <a:pt x="4374479" y="1325797"/>
                  </a:lnTo>
                  <a:lnTo>
                    <a:pt x="4386802" y="1322880"/>
                  </a:lnTo>
                  <a:lnTo>
                    <a:pt x="4399124" y="1319815"/>
                  </a:lnTo>
                  <a:lnTo>
                    <a:pt x="4411447" y="1316623"/>
                  </a:lnTo>
                  <a:lnTo>
                    <a:pt x="4423769" y="1313309"/>
                  </a:lnTo>
                  <a:lnTo>
                    <a:pt x="4436091" y="1309838"/>
                  </a:lnTo>
                  <a:lnTo>
                    <a:pt x="4448414" y="1306260"/>
                  </a:lnTo>
                  <a:lnTo>
                    <a:pt x="4460736" y="1302593"/>
                  </a:lnTo>
                  <a:lnTo>
                    <a:pt x="4473059" y="1298846"/>
                  </a:lnTo>
                  <a:lnTo>
                    <a:pt x="4485381" y="1295008"/>
                  </a:lnTo>
                  <a:lnTo>
                    <a:pt x="4497704" y="1291120"/>
                  </a:lnTo>
                  <a:lnTo>
                    <a:pt x="4510026" y="1287198"/>
                  </a:lnTo>
                  <a:lnTo>
                    <a:pt x="4522349" y="1283254"/>
                  </a:lnTo>
                  <a:lnTo>
                    <a:pt x="4534671" y="1279305"/>
                  </a:lnTo>
                  <a:lnTo>
                    <a:pt x="4546994" y="1275377"/>
                  </a:lnTo>
                  <a:lnTo>
                    <a:pt x="4559316" y="1271483"/>
                  </a:lnTo>
                  <a:lnTo>
                    <a:pt x="4571639" y="1267635"/>
                  </a:lnTo>
                  <a:lnTo>
                    <a:pt x="4583961" y="1263884"/>
                  </a:lnTo>
                  <a:lnTo>
                    <a:pt x="4596284" y="1260232"/>
                  </a:lnTo>
                  <a:lnTo>
                    <a:pt x="4608606" y="1256687"/>
                  </a:lnTo>
                  <a:lnTo>
                    <a:pt x="4620929" y="1253261"/>
                  </a:lnTo>
                  <a:lnTo>
                    <a:pt x="4633251" y="1250035"/>
                  </a:lnTo>
                  <a:lnTo>
                    <a:pt x="4645574" y="1246986"/>
                  </a:lnTo>
                  <a:lnTo>
                    <a:pt x="4657896" y="1244112"/>
                  </a:lnTo>
                  <a:lnTo>
                    <a:pt x="4670219" y="1241425"/>
                  </a:lnTo>
                  <a:lnTo>
                    <a:pt x="4682541" y="1239033"/>
                  </a:lnTo>
                  <a:lnTo>
                    <a:pt x="4694864" y="1236879"/>
                  </a:lnTo>
                  <a:lnTo>
                    <a:pt x="4707186" y="1234957"/>
                  </a:lnTo>
                  <a:lnTo>
                    <a:pt x="4719508" y="1233276"/>
                  </a:lnTo>
                  <a:lnTo>
                    <a:pt x="4731831" y="1231958"/>
                  </a:lnTo>
                  <a:lnTo>
                    <a:pt x="4744153" y="1230919"/>
                  </a:lnTo>
                  <a:lnTo>
                    <a:pt x="4756476" y="1230146"/>
                  </a:lnTo>
                  <a:lnTo>
                    <a:pt x="4768798" y="1229644"/>
                  </a:lnTo>
                  <a:lnTo>
                    <a:pt x="4781121" y="1229539"/>
                  </a:lnTo>
                  <a:lnTo>
                    <a:pt x="4793443" y="1229724"/>
                  </a:lnTo>
                  <a:lnTo>
                    <a:pt x="4805766" y="1230182"/>
                  </a:lnTo>
                  <a:lnTo>
                    <a:pt x="4818088" y="1230914"/>
                  </a:lnTo>
                  <a:lnTo>
                    <a:pt x="4830411" y="1232034"/>
                  </a:lnTo>
                  <a:lnTo>
                    <a:pt x="4842733" y="1233426"/>
                  </a:lnTo>
                  <a:lnTo>
                    <a:pt x="4855056" y="1235071"/>
                  </a:lnTo>
                  <a:lnTo>
                    <a:pt x="4867378" y="1236962"/>
                  </a:lnTo>
                  <a:lnTo>
                    <a:pt x="4879701" y="1239195"/>
                  </a:lnTo>
                  <a:lnTo>
                    <a:pt x="4892023" y="1241653"/>
                  </a:lnTo>
                  <a:lnTo>
                    <a:pt x="4904346" y="1244319"/>
                  </a:lnTo>
                  <a:lnTo>
                    <a:pt x="4916668" y="1247183"/>
                  </a:lnTo>
                  <a:lnTo>
                    <a:pt x="4928991" y="1250307"/>
                  </a:lnTo>
                  <a:lnTo>
                    <a:pt x="4941313" y="1253594"/>
                  </a:lnTo>
                  <a:lnTo>
                    <a:pt x="4953636" y="1257024"/>
                  </a:lnTo>
                  <a:lnTo>
                    <a:pt x="4965958" y="1260588"/>
                  </a:lnTo>
                  <a:lnTo>
                    <a:pt x="4978281" y="1264313"/>
                  </a:lnTo>
                  <a:lnTo>
                    <a:pt x="4990603" y="1268128"/>
                  </a:lnTo>
                  <a:lnTo>
                    <a:pt x="5002925" y="1272017"/>
                  </a:lnTo>
                  <a:lnTo>
                    <a:pt x="5015248" y="1275968"/>
                  </a:lnTo>
                  <a:lnTo>
                    <a:pt x="5027570" y="1279977"/>
                  </a:lnTo>
                  <a:lnTo>
                    <a:pt x="5039893" y="1284005"/>
                  </a:lnTo>
                  <a:lnTo>
                    <a:pt x="5052215" y="1288039"/>
                  </a:lnTo>
                  <a:lnTo>
                    <a:pt x="5064538" y="1292069"/>
                  </a:lnTo>
                  <a:lnTo>
                    <a:pt x="5076860" y="1296064"/>
                  </a:lnTo>
                  <a:lnTo>
                    <a:pt x="5089183" y="1300016"/>
                  </a:lnTo>
                  <a:lnTo>
                    <a:pt x="5101505" y="1303918"/>
                  </a:lnTo>
                  <a:lnTo>
                    <a:pt x="5113828" y="1307761"/>
                  </a:lnTo>
                  <a:lnTo>
                    <a:pt x="5126150" y="1311495"/>
                  </a:lnTo>
                  <a:lnTo>
                    <a:pt x="5138473" y="1315141"/>
                  </a:lnTo>
                  <a:lnTo>
                    <a:pt x="5150795" y="1318696"/>
                  </a:lnTo>
                  <a:lnTo>
                    <a:pt x="5163118" y="1322154"/>
                  </a:lnTo>
                  <a:lnTo>
                    <a:pt x="5175440" y="1325454"/>
                  </a:lnTo>
                  <a:lnTo>
                    <a:pt x="5187763" y="1328640"/>
                  </a:lnTo>
                  <a:lnTo>
                    <a:pt x="5200085" y="1331710"/>
                  </a:lnTo>
                  <a:lnTo>
                    <a:pt x="5212408" y="1334663"/>
                  </a:lnTo>
                  <a:lnTo>
                    <a:pt x="5224730" y="1337434"/>
                  </a:lnTo>
                  <a:lnTo>
                    <a:pt x="5237053" y="1340081"/>
                  </a:lnTo>
                  <a:lnTo>
                    <a:pt x="5249375" y="1342607"/>
                  </a:lnTo>
                  <a:lnTo>
                    <a:pt x="5261698" y="1345008"/>
                  </a:lnTo>
                  <a:lnTo>
                    <a:pt x="5274020" y="1347227"/>
                  </a:lnTo>
                  <a:lnTo>
                    <a:pt x="5286342" y="1349328"/>
                  </a:lnTo>
                  <a:lnTo>
                    <a:pt x="5298665" y="1351310"/>
                  </a:lnTo>
                  <a:lnTo>
                    <a:pt x="5310987" y="1353176"/>
                  </a:lnTo>
                  <a:lnTo>
                    <a:pt x="5323310" y="1354875"/>
                  </a:lnTo>
                  <a:lnTo>
                    <a:pt x="5335632" y="1356469"/>
                  </a:lnTo>
                  <a:lnTo>
                    <a:pt x="5347955" y="1357958"/>
                  </a:lnTo>
                  <a:lnTo>
                    <a:pt x="5360277" y="1359345"/>
                  </a:lnTo>
                  <a:lnTo>
                    <a:pt x="5372600" y="1360592"/>
                  </a:lnTo>
                  <a:lnTo>
                    <a:pt x="5384922" y="1361750"/>
                  </a:lnTo>
                  <a:lnTo>
                    <a:pt x="5397245" y="1362822"/>
                  </a:lnTo>
                  <a:lnTo>
                    <a:pt x="5409567" y="1363811"/>
                  </a:lnTo>
                  <a:lnTo>
                    <a:pt x="5421890" y="1364688"/>
                  </a:lnTo>
                  <a:lnTo>
                    <a:pt x="5434212" y="1365495"/>
                  </a:lnTo>
                  <a:lnTo>
                    <a:pt x="5446535" y="1366236"/>
                  </a:lnTo>
                  <a:lnTo>
                    <a:pt x="5458857" y="1366912"/>
                  </a:lnTo>
                  <a:lnTo>
                    <a:pt x="5471180" y="1367504"/>
                  </a:lnTo>
                  <a:lnTo>
                    <a:pt x="5483502" y="1368045"/>
                  </a:lnTo>
                  <a:lnTo>
                    <a:pt x="5495825" y="1368537"/>
                  </a:lnTo>
                  <a:lnTo>
                    <a:pt x="5508147" y="1368981"/>
                  </a:lnTo>
                  <a:lnTo>
                    <a:pt x="5520470" y="1369365"/>
                  </a:lnTo>
                  <a:lnTo>
                    <a:pt x="5532792" y="1369713"/>
                  </a:lnTo>
                  <a:lnTo>
                    <a:pt x="5545114" y="1370027"/>
                  </a:lnTo>
                  <a:lnTo>
                    <a:pt x="5557437" y="1370307"/>
                  </a:lnTo>
                  <a:lnTo>
                    <a:pt x="5569759" y="1370547"/>
                  </a:lnTo>
                  <a:lnTo>
                    <a:pt x="5582082" y="1370762"/>
                  </a:lnTo>
                  <a:lnTo>
                    <a:pt x="5594404" y="1370955"/>
                  </a:lnTo>
                  <a:lnTo>
                    <a:pt x="5606727" y="1371125"/>
                  </a:lnTo>
                  <a:lnTo>
                    <a:pt x="5619049" y="1371269"/>
                  </a:lnTo>
                  <a:lnTo>
                    <a:pt x="5631372" y="1371397"/>
                  </a:lnTo>
                  <a:lnTo>
                    <a:pt x="5643694" y="1371511"/>
                  </a:lnTo>
                  <a:lnTo>
                    <a:pt x="5656017" y="1371610"/>
                  </a:lnTo>
                  <a:lnTo>
                    <a:pt x="5668339" y="1371693"/>
                  </a:lnTo>
                  <a:lnTo>
                    <a:pt x="5680662" y="1371767"/>
                  </a:lnTo>
                  <a:lnTo>
                    <a:pt x="5692984" y="1371831"/>
                  </a:lnTo>
                  <a:lnTo>
                    <a:pt x="5705307" y="1371887"/>
                  </a:lnTo>
                  <a:lnTo>
                    <a:pt x="5717629" y="1371933"/>
                  </a:lnTo>
                  <a:lnTo>
                    <a:pt x="5729952" y="1371974"/>
                  </a:lnTo>
                  <a:lnTo>
                    <a:pt x="5742274" y="1372009"/>
                  </a:lnTo>
                  <a:lnTo>
                    <a:pt x="5754597" y="1372040"/>
                  </a:lnTo>
                  <a:lnTo>
                    <a:pt x="5766919" y="1372064"/>
                  </a:lnTo>
                  <a:lnTo>
                    <a:pt x="5779242" y="1372086"/>
                  </a:lnTo>
                  <a:lnTo>
                    <a:pt x="5791564" y="1372105"/>
                  </a:lnTo>
                  <a:lnTo>
                    <a:pt x="5803887" y="1372121"/>
                  </a:lnTo>
                  <a:lnTo>
                    <a:pt x="5816209" y="1372133"/>
                  </a:lnTo>
                  <a:lnTo>
                    <a:pt x="5828531" y="1372144"/>
                  </a:lnTo>
                  <a:lnTo>
                    <a:pt x="5840854" y="1372154"/>
                  </a:lnTo>
                  <a:lnTo>
                    <a:pt x="5853176" y="1372162"/>
                  </a:lnTo>
                  <a:lnTo>
                    <a:pt x="5865499" y="1372168"/>
                  </a:lnTo>
                  <a:lnTo>
                    <a:pt x="5877821" y="1372174"/>
                  </a:lnTo>
                  <a:lnTo>
                    <a:pt x="5890144" y="1372178"/>
                  </a:lnTo>
                  <a:lnTo>
                    <a:pt x="5902466" y="1372182"/>
                  </a:lnTo>
                  <a:lnTo>
                    <a:pt x="5914789" y="1372185"/>
                  </a:lnTo>
                  <a:lnTo>
                    <a:pt x="5927111" y="1372188"/>
                  </a:lnTo>
                  <a:lnTo>
                    <a:pt x="5939434" y="1372190"/>
                  </a:lnTo>
                  <a:lnTo>
                    <a:pt x="5951756" y="1372192"/>
                  </a:lnTo>
                  <a:lnTo>
                    <a:pt x="5964079" y="1372193"/>
                  </a:lnTo>
                  <a:lnTo>
                    <a:pt x="5976401" y="1372194"/>
                  </a:lnTo>
                  <a:lnTo>
                    <a:pt x="5988724" y="1372195"/>
                  </a:lnTo>
                  <a:lnTo>
                    <a:pt x="6001046" y="1372196"/>
                  </a:lnTo>
                  <a:lnTo>
                    <a:pt x="6013369" y="1372197"/>
                  </a:lnTo>
                  <a:lnTo>
                    <a:pt x="6025691" y="1372197"/>
                  </a:lnTo>
                  <a:lnTo>
                    <a:pt x="6038014" y="1372198"/>
                  </a:lnTo>
                  <a:lnTo>
                    <a:pt x="6050336" y="1372198"/>
                  </a:lnTo>
                  <a:lnTo>
                    <a:pt x="6062659" y="1372198"/>
                  </a:lnTo>
                  <a:lnTo>
                    <a:pt x="6074981" y="1372199"/>
                  </a:lnTo>
                  <a:lnTo>
                    <a:pt x="6087304" y="1372199"/>
                  </a:lnTo>
                  <a:lnTo>
                    <a:pt x="6099626" y="1372199"/>
                  </a:lnTo>
                  <a:lnTo>
                    <a:pt x="6111948" y="1372199"/>
                  </a:lnTo>
                  <a:lnTo>
                    <a:pt x="6124271" y="1372199"/>
                  </a:lnTo>
                  <a:lnTo>
                    <a:pt x="6136593" y="1372199"/>
                  </a:lnTo>
                  <a:lnTo>
                    <a:pt x="6148916" y="1372199"/>
                  </a:lnTo>
                  <a:lnTo>
                    <a:pt x="6161238" y="1372199"/>
                  </a:lnTo>
                  <a:lnTo>
                    <a:pt x="6173561" y="1372199"/>
                  </a:lnTo>
                  <a:lnTo>
                    <a:pt x="6185883" y="1372199"/>
                  </a:lnTo>
                  <a:lnTo>
                    <a:pt x="6198206" y="1372199"/>
                  </a:lnTo>
                  <a:lnTo>
                    <a:pt x="6210528" y="1372199"/>
                  </a:lnTo>
                  <a:lnTo>
                    <a:pt x="6222851" y="1372199"/>
                  </a:lnTo>
                  <a:lnTo>
                    <a:pt x="6235173" y="1372199"/>
                  </a:lnTo>
                  <a:lnTo>
                    <a:pt x="6247496" y="1372199"/>
                  </a:lnTo>
                  <a:lnTo>
                    <a:pt x="6259818" y="1372199"/>
                  </a:lnTo>
                  <a:lnTo>
                    <a:pt x="6272141" y="1372199"/>
                  </a:lnTo>
                  <a:lnTo>
                    <a:pt x="6284463" y="1372199"/>
                  </a:lnTo>
                  <a:lnTo>
                    <a:pt x="6296786" y="1372199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19"/>
            <p:cNvSpPr/>
            <p:nvPr/>
          </p:nvSpPr>
          <p:spPr>
            <a:xfrm>
              <a:off x="706745" y="5083301"/>
              <a:ext cx="6296786" cy="1063027"/>
            </a:xfrm>
            <a:custGeom>
              <a:avLst/>
              <a:pathLst>
                <a:path w="6296786" h="1063027">
                  <a:moveTo>
                    <a:pt x="0" y="1006797"/>
                  </a:moveTo>
                  <a:lnTo>
                    <a:pt x="12322" y="1002752"/>
                  </a:lnTo>
                  <a:lnTo>
                    <a:pt x="24644" y="998524"/>
                  </a:lnTo>
                  <a:lnTo>
                    <a:pt x="36967" y="994112"/>
                  </a:lnTo>
                  <a:lnTo>
                    <a:pt x="49289" y="989500"/>
                  </a:lnTo>
                  <a:lnTo>
                    <a:pt x="61612" y="984603"/>
                  </a:lnTo>
                  <a:lnTo>
                    <a:pt x="73934" y="979506"/>
                  </a:lnTo>
                  <a:lnTo>
                    <a:pt x="86257" y="974207"/>
                  </a:lnTo>
                  <a:lnTo>
                    <a:pt x="98579" y="968675"/>
                  </a:lnTo>
                  <a:lnTo>
                    <a:pt x="110902" y="962844"/>
                  </a:lnTo>
                  <a:lnTo>
                    <a:pt x="123224" y="956797"/>
                  </a:lnTo>
                  <a:lnTo>
                    <a:pt x="135547" y="950528"/>
                  </a:lnTo>
                  <a:lnTo>
                    <a:pt x="147869" y="943990"/>
                  </a:lnTo>
                  <a:lnTo>
                    <a:pt x="160192" y="937143"/>
                  </a:lnTo>
                  <a:lnTo>
                    <a:pt x="172514" y="930060"/>
                  </a:lnTo>
                  <a:lnTo>
                    <a:pt x="184837" y="922738"/>
                  </a:lnTo>
                  <a:lnTo>
                    <a:pt x="197159" y="915105"/>
                  </a:lnTo>
                  <a:lnTo>
                    <a:pt x="209482" y="907156"/>
                  </a:lnTo>
                  <a:lnTo>
                    <a:pt x="221804" y="898950"/>
                  </a:lnTo>
                  <a:lnTo>
                    <a:pt x="234127" y="890485"/>
                  </a:lnTo>
                  <a:lnTo>
                    <a:pt x="246449" y="881667"/>
                  </a:lnTo>
                  <a:lnTo>
                    <a:pt x="258772" y="872524"/>
                  </a:lnTo>
                  <a:lnTo>
                    <a:pt x="271094" y="863107"/>
                  </a:lnTo>
                  <a:lnTo>
                    <a:pt x="283416" y="853410"/>
                  </a:lnTo>
                  <a:lnTo>
                    <a:pt x="295739" y="843315"/>
                  </a:lnTo>
                  <a:lnTo>
                    <a:pt x="308061" y="832892"/>
                  </a:lnTo>
                  <a:lnTo>
                    <a:pt x="320384" y="822177"/>
                  </a:lnTo>
                  <a:lnTo>
                    <a:pt x="332706" y="811167"/>
                  </a:lnTo>
                  <a:lnTo>
                    <a:pt x="345029" y="799713"/>
                  </a:lnTo>
                  <a:lnTo>
                    <a:pt x="357351" y="787938"/>
                  </a:lnTo>
                  <a:lnTo>
                    <a:pt x="369674" y="775858"/>
                  </a:lnTo>
                  <a:lnTo>
                    <a:pt x="381996" y="763468"/>
                  </a:lnTo>
                  <a:lnTo>
                    <a:pt x="394319" y="750608"/>
                  </a:lnTo>
                  <a:lnTo>
                    <a:pt x="406641" y="737440"/>
                  </a:lnTo>
                  <a:lnTo>
                    <a:pt x="418964" y="723963"/>
                  </a:lnTo>
                  <a:lnTo>
                    <a:pt x="431286" y="710155"/>
                  </a:lnTo>
                  <a:lnTo>
                    <a:pt x="443609" y="695904"/>
                  </a:lnTo>
                  <a:lnTo>
                    <a:pt x="455931" y="681353"/>
                  </a:lnTo>
                  <a:lnTo>
                    <a:pt x="468254" y="666507"/>
                  </a:lnTo>
                  <a:lnTo>
                    <a:pt x="480576" y="651324"/>
                  </a:lnTo>
                  <a:lnTo>
                    <a:pt x="492899" y="635751"/>
                  </a:lnTo>
                  <a:lnTo>
                    <a:pt x="505221" y="619906"/>
                  </a:lnTo>
                  <a:lnTo>
                    <a:pt x="517544" y="603794"/>
                  </a:lnTo>
                  <a:lnTo>
                    <a:pt x="529866" y="587372"/>
                  </a:lnTo>
                  <a:lnTo>
                    <a:pt x="542189" y="570635"/>
                  </a:lnTo>
                  <a:lnTo>
                    <a:pt x="554511" y="553676"/>
                  </a:lnTo>
                  <a:lnTo>
                    <a:pt x="566833" y="536503"/>
                  </a:lnTo>
                  <a:lnTo>
                    <a:pt x="579156" y="519078"/>
                  </a:lnTo>
                  <a:lnTo>
                    <a:pt x="591478" y="501440"/>
                  </a:lnTo>
                  <a:lnTo>
                    <a:pt x="603801" y="483652"/>
                  </a:lnTo>
                  <a:lnTo>
                    <a:pt x="616123" y="465727"/>
                  </a:lnTo>
                  <a:lnTo>
                    <a:pt x="628446" y="447651"/>
                  </a:lnTo>
                  <a:lnTo>
                    <a:pt x="640768" y="429482"/>
                  </a:lnTo>
                  <a:lnTo>
                    <a:pt x="653091" y="411257"/>
                  </a:lnTo>
                  <a:lnTo>
                    <a:pt x="665413" y="392994"/>
                  </a:lnTo>
                  <a:lnTo>
                    <a:pt x="677736" y="374724"/>
                  </a:lnTo>
                  <a:lnTo>
                    <a:pt x="690058" y="356492"/>
                  </a:lnTo>
                  <a:lnTo>
                    <a:pt x="702381" y="338319"/>
                  </a:lnTo>
                  <a:lnTo>
                    <a:pt x="714703" y="320225"/>
                  </a:lnTo>
                  <a:lnTo>
                    <a:pt x="727026" y="302308"/>
                  </a:lnTo>
                  <a:lnTo>
                    <a:pt x="739348" y="284563"/>
                  </a:lnTo>
                  <a:lnTo>
                    <a:pt x="751671" y="267004"/>
                  </a:lnTo>
                  <a:lnTo>
                    <a:pt x="763993" y="249660"/>
                  </a:lnTo>
                  <a:lnTo>
                    <a:pt x="776316" y="232700"/>
                  </a:lnTo>
                  <a:lnTo>
                    <a:pt x="788638" y="216040"/>
                  </a:lnTo>
                  <a:lnTo>
                    <a:pt x="800961" y="199701"/>
                  </a:lnTo>
                  <a:lnTo>
                    <a:pt x="813283" y="183742"/>
                  </a:lnTo>
                  <a:lnTo>
                    <a:pt x="825606" y="168347"/>
                  </a:lnTo>
                  <a:lnTo>
                    <a:pt x="837928" y="153385"/>
                  </a:lnTo>
                  <a:lnTo>
                    <a:pt x="850250" y="138875"/>
                  </a:lnTo>
                  <a:lnTo>
                    <a:pt x="862573" y="124925"/>
                  </a:lnTo>
                  <a:lnTo>
                    <a:pt x="874895" y="111688"/>
                  </a:lnTo>
                  <a:lnTo>
                    <a:pt x="887218" y="99005"/>
                  </a:lnTo>
                  <a:lnTo>
                    <a:pt x="899540" y="86894"/>
                  </a:lnTo>
                  <a:lnTo>
                    <a:pt x="911863" y="75521"/>
                  </a:lnTo>
                  <a:lnTo>
                    <a:pt x="924185" y="64967"/>
                  </a:lnTo>
                  <a:lnTo>
                    <a:pt x="936508" y="55068"/>
                  </a:lnTo>
                  <a:lnTo>
                    <a:pt x="948830" y="45837"/>
                  </a:lnTo>
                  <a:lnTo>
                    <a:pt x="961153" y="37503"/>
                  </a:lnTo>
                  <a:lnTo>
                    <a:pt x="973475" y="30044"/>
                  </a:lnTo>
                  <a:lnTo>
                    <a:pt x="985798" y="23308"/>
                  </a:lnTo>
                  <a:lnTo>
                    <a:pt x="998120" y="17303"/>
                  </a:lnTo>
                  <a:lnTo>
                    <a:pt x="1010443" y="12317"/>
                  </a:lnTo>
                  <a:lnTo>
                    <a:pt x="1022765" y="8204"/>
                  </a:lnTo>
                  <a:lnTo>
                    <a:pt x="1035088" y="4843"/>
                  </a:lnTo>
                  <a:lnTo>
                    <a:pt x="1047410" y="2235"/>
                  </a:lnTo>
                  <a:lnTo>
                    <a:pt x="1059733" y="711"/>
                  </a:lnTo>
                  <a:lnTo>
                    <a:pt x="1072055" y="0"/>
                  </a:lnTo>
                  <a:lnTo>
                    <a:pt x="1084378" y="25"/>
                  </a:lnTo>
                  <a:lnTo>
                    <a:pt x="1096700" y="780"/>
                  </a:lnTo>
                  <a:lnTo>
                    <a:pt x="1109022" y="2611"/>
                  </a:lnTo>
                  <a:lnTo>
                    <a:pt x="1121345" y="5146"/>
                  </a:lnTo>
                  <a:lnTo>
                    <a:pt x="1133667" y="8355"/>
                  </a:lnTo>
                  <a:lnTo>
                    <a:pt x="1145990" y="12252"/>
                  </a:lnTo>
                  <a:lnTo>
                    <a:pt x="1158312" y="17081"/>
                  </a:lnTo>
                  <a:lnTo>
                    <a:pt x="1170635" y="22499"/>
                  </a:lnTo>
                  <a:lnTo>
                    <a:pt x="1182957" y="28486"/>
                  </a:lnTo>
                  <a:lnTo>
                    <a:pt x="1195280" y="35080"/>
                  </a:lnTo>
                  <a:lnTo>
                    <a:pt x="1207602" y="42385"/>
                  </a:lnTo>
                  <a:lnTo>
                    <a:pt x="1219925" y="50147"/>
                  </a:lnTo>
                  <a:lnTo>
                    <a:pt x="1232247" y="58344"/>
                  </a:lnTo>
                  <a:lnTo>
                    <a:pt x="1244570" y="67017"/>
                  </a:lnTo>
                  <a:lnTo>
                    <a:pt x="1256892" y="76166"/>
                  </a:lnTo>
                  <a:lnTo>
                    <a:pt x="1269215" y="85624"/>
                  </a:lnTo>
                  <a:lnTo>
                    <a:pt x="1281537" y="95369"/>
                  </a:lnTo>
                  <a:lnTo>
                    <a:pt x="1293860" y="105426"/>
                  </a:lnTo>
                  <a:lnTo>
                    <a:pt x="1306182" y="115741"/>
                  </a:lnTo>
                  <a:lnTo>
                    <a:pt x="1318505" y="126220"/>
                  </a:lnTo>
                  <a:lnTo>
                    <a:pt x="1330827" y="136844"/>
                  </a:lnTo>
                  <a:lnTo>
                    <a:pt x="1343150" y="147612"/>
                  </a:lnTo>
                  <a:lnTo>
                    <a:pt x="1355472" y="158463"/>
                  </a:lnTo>
                  <a:lnTo>
                    <a:pt x="1367795" y="169358"/>
                  </a:lnTo>
                  <a:lnTo>
                    <a:pt x="1380117" y="180281"/>
                  </a:lnTo>
                  <a:lnTo>
                    <a:pt x="1392439" y="191204"/>
                  </a:lnTo>
                  <a:lnTo>
                    <a:pt x="1404762" y="202097"/>
                  </a:lnTo>
                  <a:lnTo>
                    <a:pt x="1417084" y="212952"/>
                  </a:lnTo>
                  <a:lnTo>
                    <a:pt x="1429407" y="223758"/>
                  </a:lnTo>
                  <a:lnTo>
                    <a:pt x="1441729" y="234474"/>
                  </a:lnTo>
                  <a:lnTo>
                    <a:pt x="1454052" y="245112"/>
                  </a:lnTo>
                  <a:lnTo>
                    <a:pt x="1466374" y="255676"/>
                  </a:lnTo>
                  <a:lnTo>
                    <a:pt x="1478697" y="266164"/>
                  </a:lnTo>
                  <a:lnTo>
                    <a:pt x="1491019" y="276537"/>
                  </a:lnTo>
                  <a:lnTo>
                    <a:pt x="1503342" y="286842"/>
                  </a:lnTo>
                  <a:lnTo>
                    <a:pt x="1515664" y="297082"/>
                  </a:lnTo>
                  <a:lnTo>
                    <a:pt x="1527987" y="307261"/>
                  </a:lnTo>
                  <a:lnTo>
                    <a:pt x="1540309" y="317375"/>
                  </a:lnTo>
                  <a:lnTo>
                    <a:pt x="1552632" y="327460"/>
                  </a:lnTo>
                  <a:lnTo>
                    <a:pt x="1564954" y="337527"/>
                  </a:lnTo>
                  <a:lnTo>
                    <a:pt x="1577277" y="347585"/>
                  </a:lnTo>
                  <a:lnTo>
                    <a:pt x="1589599" y="357662"/>
                  </a:lnTo>
                  <a:lnTo>
                    <a:pt x="1601922" y="367771"/>
                  </a:lnTo>
                  <a:lnTo>
                    <a:pt x="1614244" y="377922"/>
                  </a:lnTo>
                  <a:lnTo>
                    <a:pt x="1626567" y="388140"/>
                  </a:lnTo>
                  <a:lnTo>
                    <a:pt x="1638889" y="398460"/>
                  </a:lnTo>
                  <a:lnTo>
                    <a:pt x="1651212" y="408871"/>
                  </a:lnTo>
                  <a:lnTo>
                    <a:pt x="1663534" y="419380"/>
                  </a:lnTo>
                  <a:lnTo>
                    <a:pt x="1675856" y="430028"/>
                  </a:lnTo>
                  <a:lnTo>
                    <a:pt x="1688179" y="440832"/>
                  </a:lnTo>
                  <a:lnTo>
                    <a:pt x="1700501" y="451763"/>
                  </a:lnTo>
                  <a:lnTo>
                    <a:pt x="1712824" y="462827"/>
                  </a:lnTo>
                  <a:lnTo>
                    <a:pt x="1725146" y="474071"/>
                  </a:lnTo>
                  <a:lnTo>
                    <a:pt x="1737469" y="485478"/>
                  </a:lnTo>
                  <a:lnTo>
                    <a:pt x="1749791" y="497017"/>
                  </a:lnTo>
                  <a:lnTo>
                    <a:pt x="1762114" y="508686"/>
                  </a:lnTo>
                  <a:lnTo>
                    <a:pt x="1774436" y="520526"/>
                  </a:lnTo>
                  <a:lnTo>
                    <a:pt x="1786759" y="532488"/>
                  </a:lnTo>
                  <a:lnTo>
                    <a:pt x="1799081" y="544549"/>
                  </a:lnTo>
                  <a:lnTo>
                    <a:pt x="1811404" y="556699"/>
                  </a:lnTo>
                  <a:lnTo>
                    <a:pt x="1823726" y="568950"/>
                  </a:lnTo>
                  <a:lnTo>
                    <a:pt x="1836049" y="581248"/>
                  </a:lnTo>
                  <a:lnTo>
                    <a:pt x="1848371" y="593574"/>
                  </a:lnTo>
                  <a:lnTo>
                    <a:pt x="1860694" y="605917"/>
                  </a:lnTo>
                  <a:lnTo>
                    <a:pt x="1873016" y="618236"/>
                  </a:lnTo>
                  <a:lnTo>
                    <a:pt x="1885339" y="630508"/>
                  </a:lnTo>
                  <a:lnTo>
                    <a:pt x="1897661" y="642716"/>
                  </a:lnTo>
                  <a:lnTo>
                    <a:pt x="1909984" y="654837"/>
                  </a:lnTo>
                  <a:lnTo>
                    <a:pt x="1922306" y="666789"/>
                  </a:lnTo>
                  <a:lnTo>
                    <a:pt x="1934629" y="678593"/>
                  </a:lnTo>
                  <a:lnTo>
                    <a:pt x="1946951" y="690234"/>
                  </a:lnTo>
                  <a:lnTo>
                    <a:pt x="1959273" y="701663"/>
                  </a:lnTo>
                  <a:lnTo>
                    <a:pt x="1971596" y="712791"/>
                  </a:lnTo>
                  <a:lnTo>
                    <a:pt x="1983918" y="723674"/>
                  </a:lnTo>
                  <a:lnTo>
                    <a:pt x="1996241" y="734300"/>
                  </a:lnTo>
                  <a:lnTo>
                    <a:pt x="2008563" y="744587"/>
                  </a:lnTo>
                  <a:lnTo>
                    <a:pt x="2020886" y="754473"/>
                  </a:lnTo>
                  <a:lnTo>
                    <a:pt x="2033208" y="764034"/>
                  </a:lnTo>
                  <a:lnTo>
                    <a:pt x="2045531" y="773261"/>
                  </a:lnTo>
                  <a:lnTo>
                    <a:pt x="2057853" y="782037"/>
                  </a:lnTo>
                  <a:lnTo>
                    <a:pt x="2070176" y="790352"/>
                  </a:lnTo>
                  <a:lnTo>
                    <a:pt x="2082498" y="798286"/>
                  </a:lnTo>
                  <a:lnTo>
                    <a:pt x="2094821" y="805834"/>
                  </a:lnTo>
                  <a:lnTo>
                    <a:pt x="2107143" y="812843"/>
                  </a:lnTo>
                  <a:lnTo>
                    <a:pt x="2119466" y="819374"/>
                  </a:lnTo>
                  <a:lnTo>
                    <a:pt x="2131788" y="825495"/>
                  </a:lnTo>
                  <a:lnTo>
                    <a:pt x="2144111" y="831203"/>
                  </a:lnTo>
                  <a:lnTo>
                    <a:pt x="2156433" y="836320"/>
                  </a:lnTo>
                  <a:lnTo>
                    <a:pt x="2168756" y="840975"/>
                  </a:lnTo>
                  <a:lnTo>
                    <a:pt x="2181078" y="845217"/>
                  </a:lnTo>
                  <a:lnTo>
                    <a:pt x="2193401" y="849046"/>
                  </a:lnTo>
                  <a:lnTo>
                    <a:pt x="2205723" y="852266"/>
                  </a:lnTo>
                  <a:lnTo>
                    <a:pt x="2218045" y="855068"/>
                  </a:lnTo>
                  <a:lnTo>
                    <a:pt x="2230368" y="857475"/>
                  </a:lnTo>
                  <a:lnTo>
                    <a:pt x="2242690" y="859481"/>
                  </a:lnTo>
                  <a:lnTo>
                    <a:pt x="2255013" y="860916"/>
                  </a:lnTo>
                  <a:lnTo>
                    <a:pt x="2267335" y="861986"/>
                  </a:lnTo>
                  <a:lnTo>
                    <a:pt x="2279658" y="862697"/>
                  </a:lnTo>
                  <a:lnTo>
                    <a:pt x="2291980" y="863026"/>
                  </a:lnTo>
                  <a:lnTo>
                    <a:pt x="2304303" y="862878"/>
                  </a:lnTo>
                  <a:lnTo>
                    <a:pt x="2316625" y="862416"/>
                  </a:lnTo>
                  <a:lnTo>
                    <a:pt x="2328948" y="861649"/>
                  </a:lnTo>
                  <a:lnTo>
                    <a:pt x="2341270" y="860543"/>
                  </a:lnTo>
                  <a:lnTo>
                    <a:pt x="2353593" y="859067"/>
                  </a:lnTo>
                  <a:lnTo>
                    <a:pt x="2365915" y="857342"/>
                  </a:lnTo>
                  <a:lnTo>
                    <a:pt x="2378238" y="855380"/>
                  </a:lnTo>
                  <a:lnTo>
                    <a:pt x="2390560" y="853145"/>
                  </a:lnTo>
                  <a:lnTo>
                    <a:pt x="2402883" y="850657"/>
                  </a:lnTo>
                  <a:lnTo>
                    <a:pt x="2415205" y="847997"/>
                  </a:lnTo>
                  <a:lnTo>
                    <a:pt x="2427528" y="845176"/>
                  </a:lnTo>
                  <a:lnTo>
                    <a:pt x="2439850" y="842175"/>
                  </a:lnTo>
                  <a:lnTo>
                    <a:pt x="2452173" y="839039"/>
                  </a:lnTo>
                  <a:lnTo>
                    <a:pt x="2464495" y="835816"/>
                  </a:lnTo>
                  <a:lnTo>
                    <a:pt x="2476818" y="832518"/>
                  </a:lnTo>
                  <a:lnTo>
                    <a:pt x="2489140" y="829154"/>
                  </a:lnTo>
                  <a:lnTo>
                    <a:pt x="2501462" y="825769"/>
                  </a:lnTo>
                  <a:lnTo>
                    <a:pt x="2513785" y="822387"/>
                  </a:lnTo>
                  <a:lnTo>
                    <a:pt x="2526107" y="819021"/>
                  </a:lnTo>
                  <a:lnTo>
                    <a:pt x="2538430" y="815718"/>
                  </a:lnTo>
                  <a:lnTo>
                    <a:pt x="2550752" y="812498"/>
                  </a:lnTo>
                  <a:lnTo>
                    <a:pt x="2563075" y="809369"/>
                  </a:lnTo>
                  <a:lnTo>
                    <a:pt x="2575397" y="806345"/>
                  </a:lnTo>
                  <a:lnTo>
                    <a:pt x="2587720" y="803523"/>
                  </a:lnTo>
                  <a:lnTo>
                    <a:pt x="2600042" y="800865"/>
                  </a:lnTo>
                  <a:lnTo>
                    <a:pt x="2612365" y="798382"/>
                  </a:lnTo>
                  <a:lnTo>
                    <a:pt x="2624687" y="796094"/>
                  </a:lnTo>
                  <a:lnTo>
                    <a:pt x="2637010" y="794121"/>
                  </a:lnTo>
                  <a:lnTo>
                    <a:pt x="2649332" y="792381"/>
                  </a:lnTo>
                  <a:lnTo>
                    <a:pt x="2661655" y="790882"/>
                  </a:lnTo>
                  <a:lnTo>
                    <a:pt x="2673977" y="789665"/>
                  </a:lnTo>
                  <a:lnTo>
                    <a:pt x="2686300" y="788833"/>
                  </a:lnTo>
                  <a:lnTo>
                    <a:pt x="2698622" y="788283"/>
                  </a:lnTo>
                  <a:lnTo>
                    <a:pt x="2710945" y="788023"/>
                  </a:lnTo>
                  <a:lnTo>
                    <a:pt x="2723267" y="788113"/>
                  </a:lnTo>
                  <a:lnTo>
                    <a:pt x="2735590" y="788615"/>
                  </a:lnTo>
                  <a:lnTo>
                    <a:pt x="2747912" y="789426"/>
                  </a:lnTo>
                  <a:lnTo>
                    <a:pt x="2760235" y="790548"/>
                  </a:lnTo>
                  <a:lnTo>
                    <a:pt x="2772557" y="792060"/>
                  </a:lnTo>
                  <a:lnTo>
                    <a:pt x="2784879" y="793971"/>
                  </a:lnTo>
                  <a:lnTo>
                    <a:pt x="2797202" y="796190"/>
                  </a:lnTo>
                  <a:lnTo>
                    <a:pt x="2809524" y="798714"/>
                  </a:lnTo>
                  <a:lnTo>
                    <a:pt x="2821847" y="801633"/>
                  </a:lnTo>
                  <a:lnTo>
                    <a:pt x="2834169" y="804903"/>
                  </a:lnTo>
                  <a:lnTo>
                    <a:pt x="2846492" y="808454"/>
                  </a:lnTo>
                  <a:lnTo>
                    <a:pt x="2858814" y="812279"/>
                  </a:lnTo>
                  <a:lnTo>
                    <a:pt x="2871137" y="816467"/>
                  </a:lnTo>
                  <a:lnTo>
                    <a:pt x="2883459" y="820933"/>
                  </a:lnTo>
                  <a:lnTo>
                    <a:pt x="2895782" y="825630"/>
                  </a:lnTo>
                  <a:lnTo>
                    <a:pt x="2908104" y="830549"/>
                  </a:lnTo>
                  <a:lnTo>
                    <a:pt x="2920427" y="835763"/>
                  </a:lnTo>
                  <a:lnTo>
                    <a:pt x="2932749" y="841170"/>
                  </a:lnTo>
                  <a:lnTo>
                    <a:pt x="2945072" y="846744"/>
                  </a:lnTo>
                  <a:lnTo>
                    <a:pt x="2957394" y="852473"/>
                  </a:lnTo>
                  <a:lnTo>
                    <a:pt x="2969717" y="858401"/>
                  </a:lnTo>
                  <a:lnTo>
                    <a:pt x="2982039" y="864437"/>
                  </a:lnTo>
                  <a:lnTo>
                    <a:pt x="2994362" y="870566"/>
                  </a:lnTo>
                  <a:lnTo>
                    <a:pt x="3006684" y="876780"/>
                  </a:lnTo>
                  <a:lnTo>
                    <a:pt x="3019007" y="883076"/>
                  </a:lnTo>
                  <a:lnTo>
                    <a:pt x="3031329" y="889405"/>
                  </a:lnTo>
                  <a:lnTo>
                    <a:pt x="3043652" y="895754"/>
                  </a:lnTo>
                  <a:lnTo>
                    <a:pt x="3055974" y="902111"/>
                  </a:lnTo>
                  <a:lnTo>
                    <a:pt x="3068296" y="908445"/>
                  </a:lnTo>
                  <a:lnTo>
                    <a:pt x="3080619" y="914744"/>
                  </a:lnTo>
                  <a:lnTo>
                    <a:pt x="3092941" y="920998"/>
                  </a:lnTo>
                  <a:lnTo>
                    <a:pt x="3105264" y="927182"/>
                  </a:lnTo>
                  <a:lnTo>
                    <a:pt x="3117586" y="933261"/>
                  </a:lnTo>
                  <a:lnTo>
                    <a:pt x="3129909" y="939250"/>
                  </a:lnTo>
                  <a:lnTo>
                    <a:pt x="3142231" y="945139"/>
                  </a:lnTo>
                  <a:lnTo>
                    <a:pt x="3154554" y="950888"/>
                  </a:lnTo>
                  <a:lnTo>
                    <a:pt x="3166876" y="956479"/>
                  </a:lnTo>
                  <a:lnTo>
                    <a:pt x="3179199" y="961936"/>
                  </a:lnTo>
                  <a:lnTo>
                    <a:pt x="3191521" y="967255"/>
                  </a:lnTo>
                  <a:lnTo>
                    <a:pt x="3203844" y="972379"/>
                  </a:lnTo>
                  <a:lnTo>
                    <a:pt x="3216166" y="977316"/>
                  </a:lnTo>
                  <a:lnTo>
                    <a:pt x="3228489" y="982094"/>
                  </a:lnTo>
                  <a:lnTo>
                    <a:pt x="3240811" y="986710"/>
                  </a:lnTo>
                  <a:lnTo>
                    <a:pt x="3253134" y="991092"/>
                  </a:lnTo>
                  <a:lnTo>
                    <a:pt x="3265456" y="995284"/>
                  </a:lnTo>
                  <a:lnTo>
                    <a:pt x="3277779" y="999304"/>
                  </a:lnTo>
                  <a:lnTo>
                    <a:pt x="3290101" y="1003154"/>
                  </a:lnTo>
                  <a:lnTo>
                    <a:pt x="3302424" y="1006753"/>
                  </a:lnTo>
                  <a:lnTo>
                    <a:pt x="3314746" y="1010171"/>
                  </a:lnTo>
                  <a:lnTo>
                    <a:pt x="3327068" y="1013421"/>
                  </a:lnTo>
                  <a:lnTo>
                    <a:pt x="3339391" y="1016502"/>
                  </a:lnTo>
                  <a:lnTo>
                    <a:pt x="3351713" y="1019334"/>
                  </a:lnTo>
                  <a:lnTo>
                    <a:pt x="3364036" y="1022006"/>
                  </a:lnTo>
                  <a:lnTo>
                    <a:pt x="3376358" y="1024523"/>
                  </a:lnTo>
                  <a:lnTo>
                    <a:pt x="3388681" y="1026873"/>
                  </a:lnTo>
                  <a:lnTo>
                    <a:pt x="3401003" y="1029008"/>
                  </a:lnTo>
                  <a:lnTo>
                    <a:pt x="3413326" y="1031001"/>
                  </a:lnTo>
                  <a:lnTo>
                    <a:pt x="3425648" y="1032856"/>
                  </a:lnTo>
                  <a:lnTo>
                    <a:pt x="3437971" y="1034556"/>
                  </a:lnTo>
                  <a:lnTo>
                    <a:pt x="3450293" y="1036080"/>
                  </a:lnTo>
                  <a:lnTo>
                    <a:pt x="3462616" y="1037483"/>
                  </a:lnTo>
                  <a:lnTo>
                    <a:pt x="3474938" y="1038767"/>
                  </a:lnTo>
                  <a:lnTo>
                    <a:pt x="3487261" y="1039915"/>
                  </a:lnTo>
                  <a:lnTo>
                    <a:pt x="3499583" y="1040923"/>
                  </a:lnTo>
                  <a:lnTo>
                    <a:pt x="3511906" y="1041831"/>
                  </a:lnTo>
                  <a:lnTo>
                    <a:pt x="3524228" y="1042642"/>
                  </a:lnTo>
                  <a:lnTo>
                    <a:pt x="3536551" y="1043335"/>
                  </a:lnTo>
                  <a:lnTo>
                    <a:pt x="3548873" y="1043921"/>
                  </a:lnTo>
                  <a:lnTo>
                    <a:pt x="3561196" y="1044427"/>
                  </a:lnTo>
                  <a:lnTo>
                    <a:pt x="3573518" y="1044854"/>
                  </a:lnTo>
                  <a:lnTo>
                    <a:pt x="3585841" y="1045183"/>
                  </a:lnTo>
                  <a:lnTo>
                    <a:pt x="3598163" y="1045431"/>
                  </a:lnTo>
                  <a:lnTo>
                    <a:pt x="3610485" y="1045614"/>
                  </a:lnTo>
                  <a:lnTo>
                    <a:pt x="3622808" y="1045735"/>
                  </a:lnTo>
                  <a:lnTo>
                    <a:pt x="3635130" y="1045772"/>
                  </a:lnTo>
                  <a:lnTo>
                    <a:pt x="3647453" y="1045749"/>
                  </a:lnTo>
                  <a:lnTo>
                    <a:pt x="3659775" y="1045674"/>
                  </a:lnTo>
                  <a:lnTo>
                    <a:pt x="3672098" y="1045548"/>
                  </a:lnTo>
                  <a:lnTo>
                    <a:pt x="3684420" y="1045352"/>
                  </a:lnTo>
                  <a:lnTo>
                    <a:pt x="3696743" y="1045109"/>
                  </a:lnTo>
                  <a:lnTo>
                    <a:pt x="3709065" y="1044823"/>
                  </a:lnTo>
                  <a:lnTo>
                    <a:pt x="3721388" y="1044493"/>
                  </a:lnTo>
                  <a:lnTo>
                    <a:pt x="3733710" y="1044104"/>
                  </a:lnTo>
                  <a:lnTo>
                    <a:pt x="3746033" y="1043677"/>
                  </a:lnTo>
                  <a:lnTo>
                    <a:pt x="3758355" y="1043212"/>
                  </a:lnTo>
                  <a:lnTo>
                    <a:pt x="3770678" y="1042709"/>
                  </a:lnTo>
                  <a:lnTo>
                    <a:pt x="3783000" y="1042155"/>
                  </a:lnTo>
                  <a:lnTo>
                    <a:pt x="3795323" y="1041567"/>
                  </a:lnTo>
                  <a:lnTo>
                    <a:pt x="3807645" y="1040947"/>
                  </a:lnTo>
                  <a:lnTo>
                    <a:pt x="3819968" y="1040289"/>
                  </a:lnTo>
                  <a:lnTo>
                    <a:pt x="3832290" y="1039587"/>
                  </a:lnTo>
                  <a:lnTo>
                    <a:pt x="3844613" y="1038854"/>
                  </a:lnTo>
                  <a:lnTo>
                    <a:pt x="3856935" y="1038091"/>
                  </a:lnTo>
                  <a:lnTo>
                    <a:pt x="3869258" y="1037290"/>
                  </a:lnTo>
                  <a:lnTo>
                    <a:pt x="3881580" y="1036449"/>
                  </a:lnTo>
                  <a:lnTo>
                    <a:pt x="3893902" y="1035578"/>
                  </a:lnTo>
                  <a:lnTo>
                    <a:pt x="3906225" y="1034677"/>
                  </a:lnTo>
                  <a:lnTo>
                    <a:pt x="3918547" y="1033736"/>
                  </a:lnTo>
                  <a:lnTo>
                    <a:pt x="3930870" y="1032756"/>
                  </a:lnTo>
                  <a:lnTo>
                    <a:pt x="3943192" y="1031744"/>
                  </a:lnTo>
                  <a:lnTo>
                    <a:pt x="3955515" y="1030700"/>
                  </a:lnTo>
                  <a:lnTo>
                    <a:pt x="3967837" y="1029610"/>
                  </a:lnTo>
                  <a:lnTo>
                    <a:pt x="3980160" y="1028478"/>
                  </a:lnTo>
                  <a:lnTo>
                    <a:pt x="3992482" y="1027309"/>
                  </a:lnTo>
                  <a:lnTo>
                    <a:pt x="4004805" y="1026102"/>
                  </a:lnTo>
                  <a:lnTo>
                    <a:pt x="4017127" y="1024836"/>
                  </a:lnTo>
                  <a:lnTo>
                    <a:pt x="4029450" y="1023520"/>
                  </a:lnTo>
                  <a:lnTo>
                    <a:pt x="4041772" y="1022156"/>
                  </a:lnTo>
                  <a:lnTo>
                    <a:pt x="4054095" y="1020743"/>
                  </a:lnTo>
                  <a:lnTo>
                    <a:pt x="4066417" y="1019247"/>
                  </a:lnTo>
                  <a:lnTo>
                    <a:pt x="4078740" y="1017689"/>
                  </a:lnTo>
                  <a:lnTo>
                    <a:pt x="4091062" y="1016067"/>
                  </a:lnTo>
                  <a:lnTo>
                    <a:pt x="4103385" y="1014373"/>
                  </a:lnTo>
                  <a:lnTo>
                    <a:pt x="4115707" y="1012568"/>
                  </a:lnTo>
                  <a:lnTo>
                    <a:pt x="4128030" y="1010679"/>
                  </a:lnTo>
                  <a:lnTo>
                    <a:pt x="4140352" y="1008702"/>
                  </a:lnTo>
                  <a:lnTo>
                    <a:pt x="4152675" y="1006623"/>
                  </a:lnTo>
                  <a:lnTo>
                    <a:pt x="4164997" y="1004398"/>
                  </a:lnTo>
                  <a:lnTo>
                    <a:pt x="4177319" y="1002062"/>
                  </a:lnTo>
                  <a:lnTo>
                    <a:pt x="4189642" y="999611"/>
                  </a:lnTo>
                  <a:lnTo>
                    <a:pt x="4201964" y="997015"/>
                  </a:lnTo>
                  <a:lnTo>
                    <a:pt x="4214287" y="994239"/>
                  </a:lnTo>
                  <a:lnTo>
                    <a:pt x="4226609" y="991323"/>
                  </a:lnTo>
                  <a:lnTo>
                    <a:pt x="4238932" y="988261"/>
                  </a:lnTo>
                  <a:lnTo>
                    <a:pt x="4251254" y="985010"/>
                  </a:lnTo>
                  <a:lnTo>
                    <a:pt x="4263577" y="981551"/>
                  </a:lnTo>
                  <a:lnTo>
                    <a:pt x="4275899" y="977925"/>
                  </a:lnTo>
                  <a:lnTo>
                    <a:pt x="4288222" y="974128"/>
                  </a:lnTo>
                  <a:lnTo>
                    <a:pt x="4300544" y="970100"/>
                  </a:lnTo>
                  <a:lnTo>
                    <a:pt x="4312867" y="965852"/>
                  </a:lnTo>
                  <a:lnTo>
                    <a:pt x="4325189" y="961422"/>
                  </a:lnTo>
                  <a:lnTo>
                    <a:pt x="4337512" y="956807"/>
                  </a:lnTo>
                  <a:lnTo>
                    <a:pt x="4349834" y="951937"/>
                  </a:lnTo>
                  <a:lnTo>
                    <a:pt x="4362157" y="946856"/>
                  </a:lnTo>
                  <a:lnTo>
                    <a:pt x="4374479" y="941595"/>
                  </a:lnTo>
                  <a:lnTo>
                    <a:pt x="4386802" y="936156"/>
                  </a:lnTo>
                  <a:lnTo>
                    <a:pt x="4399124" y="930468"/>
                  </a:lnTo>
                  <a:lnTo>
                    <a:pt x="4411447" y="924606"/>
                  </a:lnTo>
                  <a:lnTo>
                    <a:pt x="4423769" y="918590"/>
                  </a:lnTo>
                  <a:lnTo>
                    <a:pt x="4436091" y="912428"/>
                  </a:lnTo>
                  <a:lnTo>
                    <a:pt x="4448414" y="906066"/>
                  </a:lnTo>
                  <a:lnTo>
                    <a:pt x="4460736" y="899593"/>
                  </a:lnTo>
                  <a:lnTo>
                    <a:pt x="4473059" y="893020"/>
                  </a:lnTo>
                  <a:lnTo>
                    <a:pt x="4485381" y="886355"/>
                  </a:lnTo>
                  <a:lnTo>
                    <a:pt x="4497704" y="879601"/>
                  </a:lnTo>
                  <a:lnTo>
                    <a:pt x="4510026" y="872812"/>
                  </a:lnTo>
                  <a:lnTo>
                    <a:pt x="4522349" y="866005"/>
                  </a:lnTo>
                  <a:lnTo>
                    <a:pt x="4534671" y="859196"/>
                  </a:lnTo>
                  <a:lnTo>
                    <a:pt x="4546994" y="852434"/>
                  </a:lnTo>
                  <a:lnTo>
                    <a:pt x="4559316" y="845735"/>
                  </a:lnTo>
                  <a:lnTo>
                    <a:pt x="4571639" y="839116"/>
                  </a:lnTo>
                  <a:lnTo>
                    <a:pt x="4583961" y="832622"/>
                  </a:lnTo>
                  <a:lnTo>
                    <a:pt x="4596284" y="826315"/>
                  </a:lnTo>
                  <a:lnTo>
                    <a:pt x="4608606" y="820177"/>
                  </a:lnTo>
                  <a:lnTo>
                    <a:pt x="4620929" y="814227"/>
                  </a:lnTo>
                  <a:lnTo>
                    <a:pt x="4633251" y="808546"/>
                  </a:lnTo>
                  <a:lnTo>
                    <a:pt x="4645574" y="803178"/>
                  </a:lnTo>
                  <a:lnTo>
                    <a:pt x="4657896" y="798083"/>
                  </a:lnTo>
                  <a:lnTo>
                    <a:pt x="4670219" y="793273"/>
                  </a:lnTo>
                  <a:lnTo>
                    <a:pt x="4682541" y="788878"/>
                  </a:lnTo>
                  <a:lnTo>
                    <a:pt x="4694864" y="784889"/>
                  </a:lnTo>
                  <a:lnTo>
                    <a:pt x="4707186" y="781253"/>
                  </a:lnTo>
                  <a:lnTo>
                    <a:pt x="4719508" y="777982"/>
                  </a:lnTo>
                  <a:lnTo>
                    <a:pt x="4731831" y="775246"/>
                  </a:lnTo>
                  <a:lnTo>
                    <a:pt x="4744153" y="772960"/>
                  </a:lnTo>
                  <a:lnTo>
                    <a:pt x="4756476" y="771077"/>
                  </a:lnTo>
                  <a:lnTo>
                    <a:pt x="4768798" y="769604"/>
                  </a:lnTo>
                  <a:lnTo>
                    <a:pt x="4781121" y="768742"/>
                  </a:lnTo>
                  <a:lnTo>
                    <a:pt x="4793443" y="768322"/>
                  </a:lnTo>
                  <a:lnTo>
                    <a:pt x="4805766" y="768316"/>
                  </a:lnTo>
                  <a:lnTo>
                    <a:pt x="4818088" y="768728"/>
                  </a:lnTo>
                  <a:lnTo>
                    <a:pt x="4830411" y="769759"/>
                  </a:lnTo>
                  <a:lnTo>
                    <a:pt x="4842733" y="771183"/>
                  </a:lnTo>
                  <a:lnTo>
                    <a:pt x="4855056" y="772994"/>
                  </a:lnTo>
                  <a:lnTo>
                    <a:pt x="4867378" y="775210"/>
                  </a:lnTo>
                  <a:lnTo>
                    <a:pt x="4879701" y="777947"/>
                  </a:lnTo>
                  <a:lnTo>
                    <a:pt x="4892023" y="781019"/>
                  </a:lnTo>
                  <a:lnTo>
                    <a:pt x="4904346" y="784414"/>
                  </a:lnTo>
                  <a:lnTo>
                    <a:pt x="4916668" y="788160"/>
                  </a:lnTo>
                  <a:lnTo>
                    <a:pt x="4928991" y="792293"/>
                  </a:lnTo>
                  <a:lnTo>
                    <a:pt x="4941313" y="796678"/>
                  </a:lnTo>
                  <a:lnTo>
                    <a:pt x="4953636" y="801301"/>
                  </a:lnTo>
                  <a:lnTo>
                    <a:pt x="4965958" y="806187"/>
                  </a:lnTo>
                  <a:lnTo>
                    <a:pt x="4978281" y="811315"/>
                  </a:lnTo>
                  <a:lnTo>
                    <a:pt x="4990603" y="816603"/>
                  </a:lnTo>
                  <a:lnTo>
                    <a:pt x="5002925" y="822035"/>
                  </a:lnTo>
                  <a:lnTo>
                    <a:pt x="5015248" y="827621"/>
                  </a:lnTo>
                  <a:lnTo>
                    <a:pt x="5027570" y="833320"/>
                  </a:lnTo>
                  <a:lnTo>
                    <a:pt x="5039893" y="839088"/>
                  </a:lnTo>
                  <a:lnTo>
                    <a:pt x="5052215" y="844912"/>
                  </a:lnTo>
                  <a:lnTo>
                    <a:pt x="5064538" y="850780"/>
                  </a:lnTo>
                  <a:lnTo>
                    <a:pt x="5076860" y="856659"/>
                  </a:lnTo>
                  <a:lnTo>
                    <a:pt x="5089183" y="862532"/>
                  </a:lnTo>
                  <a:lnTo>
                    <a:pt x="5101505" y="868388"/>
                  </a:lnTo>
                  <a:lnTo>
                    <a:pt x="5113828" y="874194"/>
                  </a:lnTo>
                  <a:lnTo>
                    <a:pt x="5126150" y="879944"/>
                  </a:lnTo>
                  <a:lnTo>
                    <a:pt x="5138473" y="885632"/>
                  </a:lnTo>
                  <a:lnTo>
                    <a:pt x="5150795" y="891253"/>
                  </a:lnTo>
                  <a:lnTo>
                    <a:pt x="5163118" y="896757"/>
                  </a:lnTo>
                  <a:lnTo>
                    <a:pt x="5175440" y="902168"/>
                  </a:lnTo>
                  <a:lnTo>
                    <a:pt x="5187763" y="907487"/>
                  </a:lnTo>
                  <a:lnTo>
                    <a:pt x="5200085" y="912708"/>
                  </a:lnTo>
                  <a:lnTo>
                    <a:pt x="5212408" y="917776"/>
                  </a:lnTo>
                  <a:lnTo>
                    <a:pt x="5224730" y="922741"/>
                  </a:lnTo>
                  <a:lnTo>
                    <a:pt x="5237053" y="927601"/>
                  </a:lnTo>
                  <a:lnTo>
                    <a:pt x="5249375" y="932346"/>
                  </a:lnTo>
                  <a:lnTo>
                    <a:pt x="5261698" y="936940"/>
                  </a:lnTo>
                  <a:lnTo>
                    <a:pt x="5274020" y="941429"/>
                  </a:lnTo>
                  <a:lnTo>
                    <a:pt x="5286342" y="945815"/>
                  </a:lnTo>
                  <a:lnTo>
                    <a:pt x="5298665" y="950083"/>
                  </a:lnTo>
                  <a:lnTo>
                    <a:pt x="5310987" y="954214"/>
                  </a:lnTo>
                  <a:lnTo>
                    <a:pt x="5323310" y="958248"/>
                  </a:lnTo>
                  <a:lnTo>
                    <a:pt x="5335632" y="962187"/>
                  </a:lnTo>
                  <a:lnTo>
                    <a:pt x="5347955" y="966011"/>
                  </a:lnTo>
                  <a:lnTo>
                    <a:pt x="5360277" y="969717"/>
                  </a:lnTo>
                  <a:lnTo>
                    <a:pt x="5372600" y="973336"/>
                  </a:lnTo>
                  <a:lnTo>
                    <a:pt x="5384922" y="976867"/>
                  </a:lnTo>
                  <a:lnTo>
                    <a:pt x="5397245" y="980288"/>
                  </a:lnTo>
                  <a:lnTo>
                    <a:pt x="5409567" y="983606"/>
                  </a:lnTo>
                  <a:lnTo>
                    <a:pt x="5421890" y="986842"/>
                  </a:lnTo>
                  <a:lnTo>
                    <a:pt x="5434212" y="989996"/>
                  </a:lnTo>
                  <a:lnTo>
                    <a:pt x="5446535" y="993039"/>
                  </a:lnTo>
                  <a:lnTo>
                    <a:pt x="5458857" y="995987"/>
                  </a:lnTo>
                  <a:lnTo>
                    <a:pt x="5471180" y="998855"/>
                  </a:lnTo>
                  <a:lnTo>
                    <a:pt x="5483502" y="1001640"/>
                  </a:lnTo>
                  <a:lnTo>
                    <a:pt x="5495825" y="1004307"/>
                  </a:lnTo>
                  <a:lnTo>
                    <a:pt x="5508147" y="1006881"/>
                  </a:lnTo>
                  <a:lnTo>
                    <a:pt x="5520470" y="1009370"/>
                  </a:lnTo>
                  <a:lnTo>
                    <a:pt x="5532792" y="1011772"/>
                  </a:lnTo>
                  <a:lnTo>
                    <a:pt x="5545114" y="1014041"/>
                  </a:lnTo>
                  <a:lnTo>
                    <a:pt x="5557437" y="1016217"/>
                  </a:lnTo>
                  <a:lnTo>
                    <a:pt x="5569759" y="1018299"/>
                  </a:lnTo>
                  <a:lnTo>
                    <a:pt x="5582082" y="1020285"/>
                  </a:lnTo>
                  <a:lnTo>
                    <a:pt x="5594404" y="1022125"/>
                  </a:lnTo>
                  <a:lnTo>
                    <a:pt x="5606727" y="1023867"/>
                  </a:lnTo>
                  <a:lnTo>
                    <a:pt x="5619049" y="1025508"/>
                  </a:lnTo>
                  <a:lnTo>
                    <a:pt x="5631372" y="1027037"/>
                  </a:lnTo>
                  <a:lnTo>
                    <a:pt x="5643694" y="1028417"/>
                  </a:lnTo>
                  <a:lnTo>
                    <a:pt x="5656017" y="1029691"/>
                  </a:lnTo>
                  <a:lnTo>
                    <a:pt x="5668339" y="1030859"/>
                  </a:lnTo>
                  <a:lnTo>
                    <a:pt x="5680662" y="1031900"/>
                  </a:lnTo>
                  <a:lnTo>
                    <a:pt x="5692984" y="1032794"/>
                  </a:lnTo>
                  <a:lnTo>
                    <a:pt x="5705307" y="1033580"/>
                  </a:lnTo>
                  <a:lnTo>
                    <a:pt x="5717629" y="1034257"/>
                  </a:lnTo>
                  <a:lnTo>
                    <a:pt x="5729952" y="1034799"/>
                  </a:lnTo>
                  <a:lnTo>
                    <a:pt x="5742274" y="1035202"/>
                  </a:lnTo>
                  <a:lnTo>
                    <a:pt x="5754597" y="1035499"/>
                  </a:lnTo>
                  <a:lnTo>
                    <a:pt x="5766919" y="1035690"/>
                  </a:lnTo>
                  <a:lnTo>
                    <a:pt x="5779242" y="1035746"/>
                  </a:lnTo>
                  <a:lnTo>
                    <a:pt x="5791564" y="1035678"/>
                  </a:lnTo>
                  <a:lnTo>
                    <a:pt x="5803887" y="1035514"/>
                  </a:lnTo>
                  <a:lnTo>
                    <a:pt x="5816209" y="1035253"/>
                  </a:lnTo>
                  <a:lnTo>
                    <a:pt x="5828531" y="1034864"/>
                  </a:lnTo>
                  <a:lnTo>
                    <a:pt x="5840854" y="1034377"/>
                  </a:lnTo>
                  <a:lnTo>
                    <a:pt x="5853176" y="1033806"/>
                  </a:lnTo>
                  <a:lnTo>
                    <a:pt x="5865499" y="1033155"/>
                  </a:lnTo>
                  <a:lnTo>
                    <a:pt x="5877821" y="1032397"/>
                  </a:lnTo>
                  <a:lnTo>
                    <a:pt x="5890144" y="1031567"/>
                  </a:lnTo>
                  <a:lnTo>
                    <a:pt x="5902466" y="1030676"/>
                  </a:lnTo>
                  <a:lnTo>
                    <a:pt x="5914789" y="1029725"/>
                  </a:lnTo>
                  <a:lnTo>
                    <a:pt x="5927111" y="1028699"/>
                  </a:lnTo>
                  <a:lnTo>
                    <a:pt x="5939434" y="1027632"/>
                  </a:lnTo>
                  <a:lnTo>
                    <a:pt x="5951756" y="1026528"/>
                  </a:lnTo>
                  <a:lnTo>
                    <a:pt x="5964079" y="1025391"/>
                  </a:lnTo>
                  <a:lnTo>
                    <a:pt x="5976401" y="1024221"/>
                  </a:lnTo>
                  <a:lnTo>
                    <a:pt x="5988724" y="1023039"/>
                  </a:lnTo>
                  <a:lnTo>
                    <a:pt x="6001046" y="1021850"/>
                  </a:lnTo>
                  <a:lnTo>
                    <a:pt x="6013369" y="1020658"/>
                  </a:lnTo>
                  <a:lnTo>
                    <a:pt x="6025691" y="1019478"/>
                  </a:lnTo>
                  <a:lnTo>
                    <a:pt x="6038014" y="1018314"/>
                  </a:lnTo>
                  <a:lnTo>
                    <a:pt x="6050336" y="1017172"/>
                  </a:lnTo>
                  <a:lnTo>
                    <a:pt x="6062659" y="1016063"/>
                  </a:lnTo>
                  <a:lnTo>
                    <a:pt x="6074981" y="1015004"/>
                  </a:lnTo>
                  <a:lnTo>
                    <a:pt x="6087304" y="1013989"/>
                  </a:lnTo>
                  <a:lnTo>
                    <a:pt x="6099626" y="1013023"/>
                  </a:lnTo>
                  <a:lnTo>
                    <a:pt x="6111948" y="1012126"/>
                  </a:lnTo>
                  <a:lnTo>
                    <a:pt x="6124271" y="1011308"/>
                  </a:lnTo>
                  <a:lnTo>
                    <a:pt x="6136593" y="1010557"/>
                  </a:lnTo>
                  <a:lnTo>
                    <a:pt x="6148916" y="1009877"/>
                  </a:lnTo>
                  <a:lnTo>
                    <a:pt x="6161238" y="1009297"/>
                  </a:lnTo>
                  <a:lnTo>
                    <a:pt x="6173561" y="1008815"/>
                  </a:lnTo>
                  <a:lnTo>
                    <a:pt x="6185883" y="1008415"/>
                  </a:lnTo>
                  <a:lnTo>
                    <a:pt x="6198206" y="1008102"/>
                  </a:lnTo>
                  <a:lnTo>
                    <a:pt x="6210528" y="1007911"/>
                  </a:lnTo>
                  <a:lnTo>
                    <a:pt x="6222851" y="1007823"/>
                  </a:lnTo>
                  <a:lnTo>
                    <a:pt x="6235173" y="1007826"/>
                  </a:lnTo>
                  <a:lnTo>
                    <a:pt x="6247496" y="1007921"/>
                  </a:lnTo>
                  <a:lnTo>
                    <a:pt x="6259818" y="1008150"/>
                  </a:lnTo>
                  <a:lnTo>
                    <a:pt x="6272141" y="1008475"/>
                  </a:lnTo>
                  <a:lnTo>
                    <a:pt x="6284463" y="1008889"/>
                  </a:lnTo>
                  <a:lnTo>
                    <a:pt x="6296786" y="1009392"/>
                  </a:lnTo>
                  <a:lnTo>
                    <a:pt x="6296786" y="1063027"/>
                  </a:lnTo>
                  <a:lnTo>
                    <a:pt x="6284463" y="1063027"/>
                  </a:lnTo>
                  <a:lnTo>
                    <a:pt x="6272141" y="1063027"/>
                  </a:lnTo>
                  <a:lnTo>
                    <a:pt x="6259818" y="1063027"/>
                  </a:lnTo>
                  <a:lnTo>
                    <a:pt x="6247496" y="1063027"/>
                  </a:lnTo>
                  <a:lnTo>
                    <a:pt x="6235173" y="1063027"/>
                  </a:lnTo>
                  <a:lnTo>
                    <a:pt x="6222851" y="1063027"/>
                  </a:lnTo>
                  <a:lnTo>
                    <a:pt x="6210528" y="1063027"/>
                  </a:lnTo>
                  <a:lnTo>
                    <a:pt x="6198206" y="1063027"/>
                  </a:lnTo>
                  <a:lnTo>
                    <a:pt x="6185883" y="1063027"/>
                  </a:lnTo>
                  <a:lnTo>
                    <a:pt x="6173561" y="1063027"/>
                  </a:lnTo>
                  <a:lnTo>
                    <a:pt x="6161238" y="1063027"/>
                  </a:lnTo>
                  <a:lnTo>
                    <a:pt x="6148916" y="1063027"/>
                  </a:lnTo>
                  <a:lnTo>
                    <a:pt x="6136593" y="1063027"/>
                  </a:lnTo>
                  <a:lnTo>
                    <a:pt x="6124271" y="1063027"/>
                  </a:lnTo>
                  <a:lnTo>
                    <a:pt x="6111948" y="1063027"/>
                  </a:lnTo>
                  <a:lnTo>
                    <a:pt x="6099626" y="1063027"/>
                  </a:lnTo>
                  <a:lnTo>
                    <a:pt x="6087304" y="1063027"/>
                  </a:lnTo>
                  <a:lnTo>
                    <a:pt x="6074981" y="1063027"/>
                  </a:lnTo>
                  <a:lnTo>
                    <a:pt x="6062659" y="1063027"/>
                  </a:lnTo>
                  <a:lnTo>
                    <a:pt x="6050336" y="1063027"/>
                  </a:lnTo>
                  <a:lnTo>
                    <a:pt x="6038014" y="1063027"/>
                  </a:lnTo>
                  <a:lnTo>
                    <a:pt x="6025691" y="1063027"/>
                  </a:lnTo>
                  <a:lnTo>
                    <a:pt x="6013369" y="1063027"/>
                  </a:lnTo>
                  <a:lnTo>
                    <a:pt x="6001046" y="1063027"/>
                  </a:lnTo>
                  <a:lnTo>
                    <a:pt x="5988724" y="1063027"/>
                  </a:lnTo>
                  <a:lnTo>
                    <a:pt x="5976401" y="1063027"/>
                  </a:lnTo>
                  <a:lnTo>
                    <a:pt x="5964079" y="1063027"/>
                  </a:lnTo>
                  <a:lnTo>
                    <a:pt x="5951756" y="1063027"/>
                  </a:lnTo>
                  <a:lnTo>
                    <a:pt x="5939434" y="1063027"/>
                  </a:lnTo>
                  <a:lnTo>
                    <a:pt x="5927111" y="1063027"/>
                  </a:lnTo>
                  <a:lnTo>
                    <a:pt x="5914789" y="1063027"/>
                  </a:lnTo>
                  <a:lnTo>
                    <a:pt x="5902466" y="1063027"/>
                  </a:lnTo>
                  <a:lnTo>
                    <a:pt x="5890144" y="1063027"/>
                  </a:lnTo>
                  <a:lnTo>
                    <a:pt x="5877821" y="1063027"/>
                  </a:lnTo>
                  <a:lnTo>
                    <a:pt x="5865499" y="1063027"/>
                  </a:lnTo>
                  <a:lnTo>
                    <a:pt x="5853176" y="1063027"/>
                  </a:lnTo>
                  <a:lnTo>
                    <a:pt x="5840854" y="1063027"/>
                  </a:lnTo>
                  <a:lnTo>
                    <a:pt x="5828531" y="1063027"/>
                  </a:lnTo>
                  <a:lnTo>
                    <a:pt x="5816209" y="1063027"/>
                  </a:lnTo>
                  <a:lnTo>
                    <a:pt x="5803887" y="1063027"/>
                  </a:lnTo>
                  <a:lnTo>
                    <a:pt x="5791564" y="1063027"/>
                  </a:lnTo>
                  <a:lnTo>
                    <a:pt x="5779242" y="1063027"/>
                  </a:lnTo>
                  <a:lnTo>
                    <a:pt x="5766919" y="1063027"/>
                  </a:lnTo>
                  <a:lnTo>
                    <a:pt x="5754597" y="1063027"/>
                  </a:lnTo>
                  <a:lnTo>
                    <a:pt x="5742274" y="1063027"/>
                  </a:lnTo>
                  <a:lnTo>
                    <a:pt x="5729952" y="1063027"/>
                  </a:lnTo>
                  <a:lnTo>
                    <a:pt x="5717629" y="1063027"/>
                  </a:lnTo>
                  <a:lnTo>
                    <a:pt x="5705307" y="1063027"/>
                  </a:lnTo>
                  <a:lnTo>
                    <a:pt x="5692984" y="1063027"/>
                  </a:lnTo>
                  <a:lnTo>
                    <a:pt x="5680662" y="1063027"/>
                  </a:lnTo>
                  <a:lnTo>
                    <a:pt x="5668339" y="1063027"/>
                  </a:lnTo>
                  <a:lnTo>
                    <a:pt x="5656017" y="1063027"/>
                  </a:lnTo>
                  <a:lnTo>
                    <a:pt x="5643694" y="1063027"/>
                  </a:lnTo>
                  <a:lnTo>
                    <a:pt x="5631372" y="1063027"/>
                  </a:lnTo>
                  <a:lnTo>
                    <a:pt x="5619049" y="1063027"/>
                  </a:lnTo>
                  <a:lnTo>
                    <a:pt x="5606727" y="1063027"/>
                  </a:lnTo>
                  <a:lnTo>
                    <a:pt x="5594404" y="1063027"/>
                  </a:lnTo>
                  <a:lnTo>
                    <a:pt x="5582082" y="1063027"/>
                  </a:lnTo>
                  <a:lnTo>
                    <a:pt x="5569759" y="1063027"/>
                  </a:lnTo>
                  <a:lnTo>
                    <a:pt x="5557437" y="1063027"/>
                  </a:lnTo>
                  <a:lnTo>
                    <a:pt x="5545114" y="1063027"/>
                  </a:lnTo>
                  <a:lnTo>
                    <a:pt x="5532792" y="1063027"/>
                  </a:lnTo>
                  <a:lnTo>
                    <a:pt x="5520470" y="1063027"/>
                  </a:lnTo>
                  <a:lnTo>
                    <a:pt x="5508147" y="1063027"/>
                  </a:lnTo>
                  <a:lnTo>
                    <a:pt x="5495825" y="1063027"/>
                  </a:lnTo>
                  <a:lnTo>
                    <a:pt x="5483502" y="1063027"/>
                  </a:lnTo>
                  <a:lnTo>
                    <a:pt x="5471180" y="1063027"/>
                  </a:lnTo>
                  <a:lnTo>
                    <a:pt x="5458857" y="1063027"/>
                  </a:lnTo>
                  <a:lnTo>
                    <a:pt x="5446535" y="1063027"/>
                  </a:lnTo>
                  <a:lnTo>
                    <a:pt x="5434212" y="1063027"/>
                  </a:lnTo>
                  <a:lnTo>
                    <a:pt x="5421890" y="1063027"/>
                  </a:lnTo>
                  <a:lnTo>
                    <a:pt x="5409567" y="1063027"/>
                  </a:lnTo>
                  <a:lnTo>
                    <a:pt x="5397245" y="1063027"/>
                  </a:lnTo>
                  <a:lnTo>
                    <a:pt x="5384922" y="1063027"/>
                  </a:lnTo>
                  <a:lnTo>
                    <a:pt x="5372600" y="1063027"/>
                  </a:lnTo>
                  <a:lnTo>
                    <a:pt x="5360277" y="1063027"/>
                  </a:lnTo>
                  <a:lnTo>
                    <a:pt x="5347955" y="1063027"/>
                  </a:lnTo>
                  <a:lnTo>
                    <a:pt x="5335632" y="1063027"/>
                  </a:lnTo>
                  <a:lnTo>
                    <a:pt x="5323310" y="1063027"/>
                  </a:lnTo>
                  <a:lnTo>
                    <a:pt x="5310987" y="1063027"/>
                  </a:lnTo>
                  <a:lnTo>
                    <a:pt x="5298665" y="1063027"/>
                  </a:lnTo>
                  <a:lnTo>
                    <a:pt x="5286342" y="1063027"/>
                  </a:lnTo>
                  <a:lnTo>
                    <a:pt x="5274020" y="1063027"/>
                  </a:lnTo>
                  <a:lnTo>
                    <a:pt x="5261698" y="1063027"/>
                  </a:lnTo>
                  <a:lnTo>
                    <a:pt x="5249375" y="1063027"/>
                  </a:lnTo>
                  <a:lnTo>
                    <a:pt x="5237053" y="1063027"/>
                  </a:lnTo>
                  <a:lnTo>
                    <a:pt x="5224730" y="1063027"/>
                  </a:lnTo>
                  <a:lnTo>
                    <a:pt x="5212408" y="1063027"/>
                  </a:lnTo>
                  <a:lnTo>
                    <a:pt x="5200085" y="1063027"/>
                  </a:lnTo>
                  <a:lnTo>
                    <a:pt x="5187763" y="1063027"/>
                  </a:lnTo>
                  <a:lnTo>
                    <a:pt x="5175440" y="1063027"/>
                  </a:lnTo>
                  <a:lnTo>
                    <a:pt x="5163118" y="1063027"/>
                  </a:lnTo>
                  <a:lnTo>
                    <a:pt x="5150795" y="1063027"/>
                  </a:lnTo>
                  <a:lnTo>
                    <a:pt x="5138473" y="1063027"/>
                  </a:lnTo>
                  <a:lnTo>
                    <a:pt x="5126150" y="1063027"/>
                  </a:lnTo>
                  <a:lnTo>
                    <a:pt x="5113828" y="1063027"/>
                  </a:lnTo>
                  <a:lnTo>
                    <a:pt x="5101505" y="1063027"/>
                  </a:lnTo>
                  <a:lnTo>
                    <a:pt x="5089183" y="1063027"/>
                  </a:lnTo>
                  <a:lnTo>
                    <a:pt x="5076860" y="1063027"/>
                  </a:lnTo>
                  <a:lnTo>
                    <a:pt x="5064538" y="1063027"/>
                  </a:lnTo>
                  <a:lnTo>
                    <a:pt x="5052215" y="1063027"/>
                  </a:lnTo>
                  <a:lnTo>
                    <a:pt x="5039893" y="1063027"/>
                  </a:lnTo>
                  <a:lnTo>
                    <a:pt x="5027570" y="1063027"/>
                  </a:lnTo>
                  <a:lnTo>
                    <a:pt x="5015248" y="1063027"/>
                  </a:lnTo>
                  <a:lnTo>
                    <a:pt x="5002925" y="1063027"/>
                  </a:lnTo>
                  <a:lnTo>
                    <a:pt x="4990603" y="1063027"/>
                  </a:lnTo>
                  <a:lnTo>
                    <a:pt x="4978281" y="1063027"/>
                  </a:lnTo>
                  <a:lnTo>
                    <a:pt x="4965958" y="1063027"/>
                  </a:lnTo>
                  <a:lnTo>
                    <a:pt x="4953636" y="1063027"/>
                  </a:lnTo>
                  <a:lnTo>
                    <a:pt x="4941313" y="1063027"/>
                  </a:lnTo>
                  <a:lnTo>
                    <a:pt x="4928991" y="1063027"/>
                  </a:lnTo>
                  <a:lnTo>
                    <a:pt x="4916668" y="1063027"/>
                  </a:lnTo>
                  <a:lnTo>
                    <a:pt x="4904346" y="1063027"/>
                  </a:lnTo>
                  <a:lnTo>
                    <a:pt x="4892023" y="1063027"/>
                  </a:lnTo>
                  <a:lnTo>
                    <a:pt x="4879701" y="1063027"/>
                  </a:lnTo>
                  <a:lnTo>
                    <a:pt x="4867378" y="1063027"/>
                  </a:lnTo>
                  <a:lnTo>
                    <a:pt x="4855056" y="1063027"/>
                  </a:lnTo>
                  <a:lnTo>
                    <a:pt x="4842733" y="1063027"/>
                  </a:lnTo>
                  <a:lnTo>
                    <a:pt x="4830411" y="1063027"/>
                  </a:lnTo>
                  <a:lnTo>
                    <a:pt x="4818088" y="1063027"/>
                  </a:lnTo>
                  <a:lnTo>
                    <a:pt x="4805766" y="1063027"/>
                  </a:lnTo>
                  <a:lnTo>
                    <a:pt x="4793443" y="1063027"/>
                  </a:lnTo>
                  <a:lnTo>
                    <a:pt x="4781121" y="1063027"/>
                  </a:lnTo>
                  <a:lnTo>
                    <a:pt x="4768798" y="1063027"/>
                  </a:lnTo>
                  <a:lnTo>
                    <a:pt x="4756476" y="1063027"/>
                  </a:lnTo>
                  <a:lnTo>
                    <a:pt x="4744153" y="1063027"/>
                  </a:lnTo>
                  <a:lnTo>
                    <a:pt x="4731831" y="1063027"/>
                  </a:lnTo>
                  <a:lnTo>
                    <a:pt x="4719508" y="1063027"/>
                  </a:lnTo>
                  <a:lnTo>
                    <a:pt x="4707186" y="1063027"/>
                  </a:lnTo>
                  <a:lnTo>
                    <a:pt x="4694864" y="1063027"/>
                  </a:lnTo>
                  <a:lnTo>
                    <a:pt x="4682541" y="1063027"/>
                  </a:lnTo>
                  <a:lnTo>
                    <a:pt x="4670219" y="1063027"/>
                  </a:lnTo>
                  <a:lnTo>
                    <a:pt x="4657896" y="1063027"/>
                  </a:lnTo>
                  <a:lnTo>
                    <a:pt x="4645574" y="1063027"/>
                  </a:lnTo>
                  <a:lnTo>
                    <a:pt x="4633251" y="1063027"/>
                  </a:lnTo>
                  <a:lnTo>
                    <a:pt x="4620929" y="1063027"/>
                  </a:lnTo>
                  <a:lnTo>
                    <a:pt x="4608606" y="1063027"/>
                  </a:lnTo>
                  <a:lnTo>
                    <a:pt x="4596284" y="1063027"/>
                  </a:lnTo>
                  <a:lnTo>
                    <a:pt x="4583961" y="1063027"/>
                  </a:lnTo>
                  <a:lnTo>
                    <a:pt x="4571639" y="1063027"/>
                  </a:lnTo>
                  <a:lnTo>
                    <a:pt x="4559316" y="1063027"/>
                  </a:lnTo>
                  <a:lnTo>
                    <a:pt x="4546994" y="1063027"/>
                  </a:lnTo>
                  <a:lnTo>
                    <a:pt x="4534671" y="1063027"/>
                  </a:lnTo>
                  <a:lnTo>
                    <a:pt x="4522349" y="1063027"/>
                  </a:lnTo>
                  <a:lnTo>
                    <a:pt x="4510026" y="1063027"/>
                  </a:lnTo>
                  <a:lnTo>
                    <a:pt x="4497704" y="1063027"/>
                  </a:lnTo>
                  <a:lnTo>
                    <a:pt x="4485381" y="1063027"/>
                  </a:lnTo>
                  <a:lnTo>
                    <a:pt x="4473059" y="1063027"/>
                  </a:lnTo>
                  <a:lnTo>
                    <a:pt x="4460736" y="1063027"/>
                  </a:lnTo>
                  <a:lnTo>
                    <a:pt x="4448414" y="1063027"/>
                  </a:lnTo>
                  <a:lnTo>
                    <a:pt x="4436091" y="1063027"/>
                  </a:lnTo>
                  <a:lnTo>
                    <a:pt x="4423769" y="1063027"/>
                  </a:lnTo>
                  <a:lnTo>
                    <a:pt x="4411447" y="1063027"/>
                  </a:lnTo>
                  <a:lnTo>
                    <a:pt x="4399124" y="1063027"/>
                  </a:lnTo>
                  <a:lnTo>
                    <a:pt x="4386802" y="1063027"/>
                  </a:lnTo>
                  <a:lnTo>
                    <a:pt x="4374479" y="1063027"/>
                  </a:lnTo>
                  <a:lnTo>
                    <a:pt x="4362157" y="1063027"/>
                  </a:lnTo>
                  <a:lnTo>
                    <a:pt x="4349834" y="1063027"/>
                  </a:lnTo>
                  <a:lnTo>
                    <a:pt x="4337512" y="1063027"/>
                  </a:lnTo>
                  <a:lnTo>
                    <a:pt x="4325189" y="1063027"/>
                  </a:lnTo>
                  <a:lnTo>
                    <a:pt x="4312867" y="1063027"/>
                  </a:lnTo>
                  <a:lnTo>
                    <a:pt x="4300544" y="1063027"/>
                  </a:lnTo>
                  <a:lnTo>
                    <a:pt x="4288222" y="1063027"/>
                  </a:lnTo>
                  <a:lnTo>
                    <a:pt x="4275899" y="1063027"/>
                  </a:lnTo>
                  <a:lnTo>
                    <a:pt x="4263577" y="1063027"/>
                  </a:lnTo>
                  <a:lnTo>
                    <a:pt x="4251254" y="1063027"/>
                  </a:lnTo>
                  <a:lnTo>
                    <a:pt x="4238932" y="1063027"/>
                  </a:lnTo>
                  <a:lnTo>
                    <a:pt x="4226609" y="1063027"/>
                  </a:lnTo>
                  <a:lnTo>
                    <a:pt x="4214287" y="1063027"/>
                  </a:lnTo>
                  <a:lnTo>
                    <a:pt x="4201964" y="1063027"/>
                  </a:lnTo>
                  <a:lnTo>
                    <a:pt x="4189642" y="1063027"/>
                  </a:lnTo>
                  <a:lnTo>
                    <a:pt x="4177319" y="1063027"/>
                  </a:lnTo>
                  <a:lnTo>
                    <a:pt x="4164997" y="1063027"/>
                  </a:lnTo>
                  <a:lnTo>
                    <a:pt x="4152675" y="1063027"/>
                  </a:lnTo>
                  <a:lnTo>
                    <a:pt x="4140352" y="1063027"/>
                  </a:lnTo>
                  <a:lnTo>
                    <a:pt x="4128030" y="1063027"/>
                  </a:lnTo>
                  <a:lnTo>
                    <a:pt x="4115707" y="1063027"/>
                  </a:lnTo>
                  <a:lnTo>
                    <a:pt x="4103385" y="1063027"/>
                  </a:lnTo>
                  <a:lnTo>
                    <a:pt x="4091062" y="1063027"/>
                  </a:lnTo>
                  <a:lnTo>
                    <a:pt x="4078740" y="1063027"/>
                  </a:lnTo>
                  <a:lnTo>
                    <a:pt x="4066417" y="1063027"/>
                  </a:lnTo>
                  <a:lnTo>
                    <a:pt x="4054095" y="1063027"/>
                  </a:lnTo>
                  <a:lnTo>
                    <a:pt x="4041772" y="1063027"/>
                  </a:lnTo>
                  <a:lnTo>
                    <a:pt x="4029450" y="1063027"/>
                  </a:lnTo>
                  <a:lnTo>
                    <a:pt x="4017127" y="1063027"/>
                  </a:lnTo>
                  <a:lnTo>
                    <a:pt x="4004805" y="1063027"/>
                  </a:lnTo>
                  <a:lnTo>
                    <a:pt x="3992482" y="1063027"/>
                  </a:lnTo>
                  <a:lnTo>
                    <a:pt x="3980160" y="1063027"/>
                  </a:lnTo>
                  <a:lnTo>
                    <a:pt x="3967837" y="1063027"/>
                  </a:lnTo>
                  <a:lnTo>
                    <a:pt x="3955515" y="1063027"/>
                  </a:lnTo>
                  <a:lnTo>
                    <a:pt x="3943192" y="1063027"/>
                  </a:lnTo>
                  <a:lnTo>
                    <a:pt x="3930870" y="1063027"/>
                  </a:lnTo>
                  <a:lnTo>
                    <a:pt x="3918547" y="1063027"/>
                  </a:lnTo>
                  <a:lnTo>
                    <a:pt x="3906225" y="1063027"/>
                  </a:lnTo>
                  <a:lnTo>
                    <a:pt x="3893902" y="1063027"/>
                  </a:lnTo>
                  <a:lnTo>
                    <a:pt x="3881580" y="1063027"/>
                  </a:lnTo>
                  <a:lnTo>
                    <a:pt x="3869258" y="1063027"/>
                  </a:lnTo>
                  <a:lnTo>
                    <a:pt x="3856935" y="1063027"/>
                  </a:lnTo>
                  <a:lnTo>
                    <a:pt x="3844613" y="1063027"/>
                  </a:lnTo>
                  <a:lnTo>
                    <a:pt x="3832290" y="1063027"/>
                  </a:lnTo>
                  <a:lnTo>
                    <a:pt x="3819968" y="1063027"/>
                  </a:lnTo>
                  <a:lnTo>
                    <a:pt x="3807645" y="1063027"/>
                  </a:lnTo>
                  <a:lnTo>
                    <a:pt x="3795323" y="1063027"/>
                  </a:lnTo>
                  <a:lnTo>
                    <a:pt x="3783000" y="1063027"/>
                  </a:lnTo>
                  <a:lnTo>
                    <a:pt x="3770678" y="1063027"/>
                  </a:lnTo>
                  <a:lnTo>
                    <a:pt x="3758355" y="1063027"/>
                  </a:lnTo>
                  <a:lnTo>
                    <a:pt x="3746033" y="1063027"/>
                  </a:lnTo>
                  <a:lnTo>
                    <a:pt x="3733710" y="1063027"/>
                  </a:lnTo>
                  <a:lnTo>
                    <a:pt x="3721388" y="1063027"/>
                  </a:lnTo>
                  <a:lnTo>
                    <a:pt x="3709065" y="1063027"/>
                  </a:lnTo>
                  <a:lnTo>
                    <a:pt x="3696743" y="1063027"/>
                  </a:lnTo>
                  <a:lnTo>
                    <a:pt x="3684420" y="1063027"/>
                  </a:lnTo>
                  <a:lnTo>
                    <a:pt x="3672098" y="1063027"/>
                  </a:lnTo>
                  <a:lnTo>
                    <a:pt x="3659775" y="1063027"/>
                  </a:lnTo>
                  <a:lnTo>
                    <a:pt x="3647453" y="1063027"/>
                  </a:lnTo>
                  <a:lnTo>
                    <a:pt x="3635130" y="1063027"/>
                  </a:lnTo>
                  <a:lnTo>
                    <a:pt x="3622808" y="1063027"/>
                  </a:lnTo>
                  <a:lnTo>
                    <a:pt x="3610485" y="1063027"/>
                  </a:lnTo>
                  <a:lnTo>
                    <a:pt x="3598163" y="1063027"/>
                  </a:lnTo>
                  <a:lnTo>
                    <a:pt x="3585841" y="1063027"/>
                  </a:lnTo>
                  <a:lnTo>
                    <a:pt x="3573518" y="1063027"/>
                  </a:lnTo>
                  <a:lnTo>
                    <a:pt x="3561196" y="1063027"/>
                  </a:lnTo>
                  <a:lnTo>
                    <a:pt x="3548873" y="1063027"/>
                  </a:lnTo>
                  <a:lnTo>
                    <a:pt x="3536551" y="1063027"/>
                  </a:lnTo>
                  <a:lnTo>
                    <a:pt x="3524228" y="1063027"/>
                  </a:lnTo>
                  <a:lnTo>
                    <a:pt x="3511906" y="1063027"/>
                  </a:lnTo>
                  <a:lnTo>
                    <a:pt x="3499583" y="1063027"/>
                  </a:lnTo>
                  <a:lnTo>
                    <a:pt x="3487261" y="1063027"/>
                  </a:lnTo>
                  <a:lnTo>
                    <a:pt x="3474938" y="1063027"/>
                  </a:lnTo>
                  <a:lnTo>
                    <a:pt x="3462616" y="1063027"/>
                  </a:lnTo>
                  <a:lnTo>
                    <a:pt x="3450293" y="1063027"/>
                  </a:lnTo>
                  <a:lnTo>
                    <a:pt x="3437971" y="1063027"/>
                  </a:lnTo>
                  <a:lnTo>
                    <a:pt x="3425648" y="1063027"/>
                  </a:lnTo>
                  <a:lnTo>
                    <a:pt x="3413326" y="1063027"/>
                  </a:lnTo>
                  <a:lnTo>
                    <a:pt x="3401003" y="1063027"/>
                  </a:lnTo>
                  <a:lnTo>
                    <a:pt x="3388681" y="1063027"/>
                  </a:lnTo>
                  <a:lnTo>
                    <a:pt x="3376358" y="1063027"/>
                  </a:lnTo>
                  <a:lnTo>
                    <a:pt x="3364036" y="1063027"/>
                  </a:lnTo>
                  <a:lnTo>
                    <a:pt x="3351713" y="1063027"/>
                  </a:lnTo>
                  <a:lnTo>
                    <a:pt x="3339391" y="1063027"/>
                  </a:lnTo>
                  <a:lnTo>
                    <a:pt x="3327068" y="1063027"/>
                  </a:lnTo>
                  <a:lnTo>
                    <a:pt x="3314746" y="1063027"/>
                  </a:lnTo>
                  <a:lnTo>
                    <a:pt x="3302424" y="1063027"/>
                  </a:lnTo>
                  <a:lnTo>
                    <a:pt x="3290101" y="1063027"/>
                  </a:lnTo>
                  <a:lnTo>
                    <a:pt x="3277779" y="1063027"/>
                  </a:lnTo>
                  <a:lnTo>
                    <a:pt x="3265456" y="1063027"/>
                  </a:lnTo>
                  <a:lnTo>
                    <a:pt x="3253134" y="1063027"/>
                  </a:lnTo>
                  <a:lnTo>
                    <a:pt x="3240811" y="1063027"/>
                  </a:lnTo>
                  <a:lnTo>
                    <a:pt x="3228489" y="1063027"/>
                  </a:lnTo>
                  <a:lnTo>
                    <a:pt x="3216166" y="1063027"/>
                  </a:lnTo>
                  <a:lnTo>
                    <a:pt x="3203844" y="1063027"/>
                  </a:lnTo>
                  <a:lnTo>
                    <a:pt x="3191521" y="1063027"/>
                  </a:lnTo>
                  <a:lnTo>
                    <a:pt x="3179199" y="1063027"/>
                  </a:lnTo>
                  <a:lnTo>
                    <a:pt x="3166876" y="1063027"/>
                  </a:lnTo>
                  <a:lnTo>
                    <a:pt x="3154554" y="1063027"/>
                  </a:lnTo>
                  <a:lnTo>
                    <a:pt x="3142231" y="1063027"/>
                  </a:lnTo>
                  <a:lnTo>
                    <a:pt x="3129909" y="1063027"/>
                  </a:lnTo>
                  <a:lnTo>
                    <a:pt x="3117586" y="1063027"/>
                  </a:lnTo>
                  <a:lnTo>
                    <a:pt x="3105264" y="1063027"/>
                  </a:lnTo>
                  <a:lnTo>
                    <a:pt x="3092941" y="1063027"/>
                  </a:lnTo>
                  <a:lnTo>
                    <a:pt x="3080619" y="1063027"/>
                  </a:lnTo>
                  <a:lnTo>
                    <a:pt x="3068296" y="1063027"/>
                  </a:lnTo>
                  <a:lnTo>
                    <a:pt x="3055974" y="1063027"/>
                  </a:lnTo>
                  <a:lnTo>
                    <a:pt x="3043652" y="1063027"/>
                  </a:lnTo>
                  <a:lnTo>
                    <a:pt x="3031329" y="1063027"/>
                  </a:lnTo>
                  <a:lnTo>
                    <a:pt x="3019007" y="1063027"/>
                  </a:lnTo>
                  <a:lnTo>
                    <a:pt x="3006684" y="1063027"/>
                  </a:lnTo>
                  <a:lnTo>
                    <a:pt x="2994362" y="1063027"/>
                  </a:lnTo>
                  <a:lnTo>
                    <a:pt x="2982039" y="1063027"/>
                  </a:lnTo>
                  <a:lnTo>
                    <a:pt x="2969717" y="1063027"/>
                  </a:lnTo>
                  <a:lnTo>
                    <a:pt x="2957394" y="1063027"/>
                  </a:lnTo>
                  <a:lnTo>
                    <a:pt x="2945072" y="1063027"/>
                  </a:lnTo>
                  <a:lnTo>
                    <a:pt x="2932749" y="1063027"/>
                  </a:lnTo>
                  <a:lnTo>
                    <a:pt x="2920427" y="1063027"/>
                  </a:lnTo>
                  <a:lnTo>
                    <a:pt x="2908104" y="1063027"/>
                  </a:lnTo>
                  <a:lnTo>
                    <a:pt x="2895782" y="1063027"/>
                  </a:lnTo>
                  <a:lnTo>
                    <a:pt x="2883459" y="1063027"/>
                  </a:lnTo>
                  <a:lnTo>
                    <a:pt x="2871137" y="1063027"/>
                  </a:lnTo>
                  <a:lnTo>
                    <a:pt x="2858814" y="1063027"/>
                  </a:lnTo>
                  <a:lnTo>
                    <a:pt x="2846492" y="1063027"/>
                  </a:lnTo>
                  <a:lnTo>
                    <a:pt x="2834169" y="1063027"/>
                  </a:lnTo>
                  <a:lnTo>
                    <a:pt x="2821847" y="1063027"/>
                  </a:lnTo>
                  <a:lnTo>
                    <a:pt x="2809524" y="1063027"/>
                  </a:lnTo>
                  <a:lnTo>
                    <a:pt x="2797202" y="1063027"/>
                  </a:lnTo>
                  <a:lnTo>
                    <a:pt x="2784879" y="1063027"/>
                  </a:lnTo>
                  <a:lnTo>
                    <a:pt x="2772557" y="1063027"/>
                  </a:lnTo>
                  <a:lnTo>
                    <a:pt x="2760235" y="1063027"/>
                  </a:lnTo>
                  <a:lnTo>
                    <a:pt x="2747912" y="1063027"/>
                  </a:lnTo>
                  <a:lnTo>
                    <a:pt x="2735590" y="1063027"/>
                  </a:lnTo>
                  <a:lnTo>
                    <a:pt x="2723267" y="1063027"/>
                  </a:lnTo>
                  <a:lnTo>
                    <a:pt x="2710945" y="1063027"/>
                  </a:lnTo>
                  <a:lnTo>
                    <a:pt x="2698622" y="1063027"/>
                  </a:lnTo>
                  <a:lnTo>
                    <a:pt x="2686300" y="1063027"/>
                  </a:lnTo>
                  <a:lnTo>
                    <a:pt x="2673977" y="1063027"/>
                  </a:lnTo>
                  <a:lnTo>
                    <a:pt x="2661655" y="1063027"/>
                  </a:lnTo>
                  <a:lnTo>
                    <a:pt x="2649332" y="1063027"/>
                  </a:lnTo>
                  <a:lnTo>
                    <a:pt x="2637010" y="1063027"/>
                  </a:lnTo>
                  <a:lnTo>
                    <a:pt x="2624687" y="1063027"/>
                  </a:lnTo>
                  <a:lnTo>
                    <a:pt x="2612365" y="1063027"/>
                  </a:lnTo>
                  <a:lnTo>
                    <a:pt x="2600042" y="1063027"/>
                  </a:lnTo>
                  <a:lnTo>
                    <a:pt x="2587720" y="1063027"/>
                  </a:lnTo>
                  <a:lnTo>
                    <a:pt x="2575397" y="1063027"/>
                  </a:lnTo>
                  <a:lnTo>
                    <a:pt x="2563075" y="1063027"/>
                  </a:lnTo>
                  <a:lnTo>
                    <a:pt x="2550752" y="1063027"/>
                  </a:lnTo>
                  <a:lnTo>
                    <a:pt x="2538430" y="1063027"/>
                  </a:lnTo>
                  <a:lnTo>
                    <a:pt x="2526107" y="1063027"/>
                  </a:lnTo>
                  <a:lnTo>
                    <a:pt x="2513785" y="1063027"/>
                  </a:lnTo>
                  <a:lnTo>
                    <a:pt x="2501462" y="1063027"/>
                  </a:lnTo>
                  <a:lnTo>
                    <a:pt x="2489140" y="1063027"/>
                  </a:lnTo>
                  <a:lnTo>
                    <a:pt x="2476818" y="1063027"/>
                  </a:lnTo>
                  <a:lnTo>
                    <a:pt x="2464495" y="1063027"/>
                  </a:lnTo>
                  <a:lnTo>
                    <a:pt x="2452173" y="1063027"/>
                  </a:lnTo>
                  <a:lnTo>
                    <a:pt x="2439850" y="1063027"/>
                  </a:lnTo>
                  <a:lnTo>
                    <a:pt x="2427528" y="1063027"/>
                  </a:lnTo>
                  <a:lnTo>
                    <a:pt x="2415205" y="1063027"/>
                  </a:lnTo>
                  <a:lnTo>
                    <a:pt x="2402883" y="1063027"/>
                  </a:lnTo>
                  <a:lnTo>
                    <a:pt x="2390560" y="1063027"/>
                  </a:lnTo>
                  <a:lnTo>
                    <a:pt x="2378238" y="1063027"/>
                  </a:lnTo>
                  <a:lnTo>
                    <a:pt x="2365915" y="1063027"/>
                  </a:lnTo>
                  <a:lnTo>
                    <a:pt x="2353593" y="1063027"/>
                  </a:lnTo>
                  <a:lnTo>
                    <a:pt x="2341270" y="1063027"/>
                  </a:lnTo>
                  <a:lnTo>
                    <a:pt x="2328948" y="1063027"/>
                  </a:lnTo>
                  <a:lnTo>
                    <a:pt x="2316625" y="1063027"/>
                  </a:lnTo>
                  <a:lnTo>
                    <a:pt x="2304303" y="1063027"/>
                  </a:lnTo>
                  <a:lnTo>
                    <a:pt x="2291980" y="1063027"/>
                  </a:lnTo>
                  <a:lnTo>
                    <a:pt x="2279658" y="1063027"/>
                  </a:lnTo>
                  <a:lnTo>
                    <a:pt x="2267335" y="1063027"/>
                  </a:lnTo>
                  <a:lnTo>
                    <a:pt x="2255013" y="1063027"/>
                  </a:lnTo>
                  <a:lnTo>
                    <a:pt x="2242690" y="1063027"/>
                  </a:lnTo>
                  <a:lnTo>
                    <a:pt x="2230368" y="1063027"/>
                  </a:lnTo>
                  <a:lnTo>
                    <a:pt x="2218045" y="1063027"/>
                  </a:lnTo>
                  <a:lnTo>
                    <a:pt x="2205723" y="1063027"/>
                  </a:lnTo>
                  <a:lnTo>
                    <a:pt x="2193401" y="1063027"/>
                  </a:lnTo>
                  <a:lnTo>
                    <a:pt x="2181078" y="1063027"/>
                  </a:lnTo>
                  <a:lnTo>
                    <a:pt x="2168756" y="1063027"/>
                  </a:lnTo>
                  <a:lnTo>
                    <a:pt x="2156433" y="1063027"/>
                  </a:lnTo>
                  <a:lnTo>
                    <a:pt x="2144111" y="1063027"/>
                  </a:lnTo>
                  <a:lnTo>
                    <a:pt x="2131788" y="1063027"/>
                  </a:lnTo>
                  <a:lnTo>
                    <a:pt x="2119466" y="1063027"/>
                  </a:lnTo>
                  <a:lnTo>
                    <a:pt x="2107143" y="1063027"/>
                  </a:lnTo>
                  <a:lnTo>
                    <a:pt x="2094821" y="1063027"/>
                  </a:lnTo>
                  <a:lnTo>
                    <a:pt x="2082498" y="1063027"/>
                  </a:lnTo>
                  <a:lnTo>
                    <a:pt x="2070176" y="1063027"/>
                  </a:lnTo>
                  <a:lnTo>
                    <a:pt x="2057853" y="1063027"/>
                  </a:lnTo>
                  <a:lnTo>
                    <a:pt x="2045531" y="1063027"/>
                  </a:lnTo>
                  <a:lnTo>
                    <a:pt x="2033208" y="1063027"/>
                  </a:lnTo>
                  <a:lnTo>
                    <a:pt x="2020886" y="1063027"/>
                  </a:lnTo>
                  <a:lnTo>
                    <a:pt x="2008563" y="1063027"/>
                  </a:lnTo>
                  <a:lnTo>
                    <a:pt x="1996241" y="1063027"/>
                  </a:lnTo>
                  <a:lnTo>
                    <a:pt x="1983918" y="1063027"/>
                  </a:lnTo>
                  <a:lnTo>
                    <a:pt x="1971596" y="1063027"/>
                  </a:lnTo>
                  <a:lnTo>
                    <a:pt x="1959273" y="1063027"/>
                  </a:lnTo>
                  <a:lnTo>
                    <a:pt x="1946951" y="1063027"/>
                  </a:lnTo>
                  <a:lnTo>
                    <a:pt x="1934629" y="1063027"/>
                  </a:lnTo>
                  <a:lnTo>
                    <a:pt x="1922306" y="1063027"/>
                  </a:lnTo>
                  <a:lnTo>
                    <a:pt x="1909984" y="1063027"/>
                  </a:lnTo>
                  <a:lnTo>
                    <a:pt x="1897661" y="1063027"/>
                  </a:lnTo>
                  <a:lnTo>
                    <a:pt x="1885339" y="1063027"/>
                  </a:lnTo>
                  <a:lnTo>
                    <a:pt x="1873016" y="1063027"/>
                  </a:lnTo>
                  <a:lnTo>
                    <a:pt x="1860694" y="1063027"/>
                  </a:lnTo>
                  <a:lnTo>
                    <a:pt x="1848371" y="1063027"/>
                  </a:lnTo>
                  <a:lnTo>
                    <a:pt x="1836049" y="1063027"/>
                  </a:lnTo>
                  <a:lnTo>
                    <a:pt x="1823726" y="1063027"/>
                  </a:lnTo>
                  <a:lnTo>
                    <a:pt x="1811404" y="1063027"/>
                  </a:lnTo>
                  <a:lnTo>
                    <a:pt x="1799081" y="1063027"/>
                  </a:lnTo>
                  <a:lnTo>
                    <a:pt x="1786759" y="1063027"/>
                  </a:lnTo>
                  <a:lnTo>
                    <a:pt x="1774436" y="1063027"/>
                  </a:lnTo>
                  <a:lnTo>
                    <a:pt x="1762114" y="1063027"/>
                  </a:lnTo>
                  <a:lnTo>
                    <a:pt x="1749791" y="1063027"/>
                  </a:lnTo>
                  <a:lnTo>
                    <a:pt x="1737469" y="1063027"/>
                  </a:lnTo>
                  <a:lnTo>
                    <a:pt x="1725146" y="1063027"/>
                  </a:lnTo>
                  <a:lnTo>
                    <a:pt x="1712824" y="1063027"/>
                  </a:lnTo>
                  <a:lnTo>
                    <a:pt x="1700501" y="1063027"/>
                  </a:lnTo>
                  <a:lnTo>
                    <a:pt x="1688179" y="1063027"/>
                  </a:lnTo>
                  <a:lnTo>
                    <a:pt x="1675856" y="1063027"/>
                  </a:lnTo>
                  <a:lnTo>
                    <a:pt x="1663534" y="1063027"/>
                  </a:lnTo>
                  <a:lnTo>
                    <a:pt x="1651212" y="1063027"/>
                  </a:lnTo>
                  <a:lnTo>
                    <a:pt x="1638889" y="1063027"/>
                  </a:lnTo>
                  <a:lnTo>
                    <a:pt x="1626567" y="1063027"/>
                  </a:lnTo>
                  <a:lnTo>
                    <a:pt x="1614244" y="1063027"/>
                  </a:lnTo>
                  <a:lnTo>
                    <a:pt x="1601922" y="1063027"/>
                  </a:lnTo>
                  <a:lnTo>
                    <a:pt x="1589599" y="1063027"/>
                  </a:lnTo>
                  <a:lnTo>
                    <a:pt x="1577277" y="1063027"/>
                  </a:lnTo>
                  <a:lnTo>
                    <a:pt x="1564954" y="1063027"/>
                  </a:lnTo>
                  <a:lnTo>
                    <a:pt x="1552632" y="1063027"/>
                  </a:lnTo>
                  <a:lnTo>
                    <a:pt x="1540309" y="1063027"/>
                  </a:lnTo>
                  <a:lnTo>
                    <a:pt x="1527987" y="1063027"/>
                  </a:lnTo>
                  <a:lnTo>
                    <a:pt x="1515664" y="1063027"/>
                  </a:lnTo>
                  <a:lnTo>
                    <a:pt x="1503342" y="1063027"/>
                  </a:lnTo>
                  <a:lnTo>
                    <a:pt x="1491019" y="1063027"/>
                  </a:lnTo>
                  <a:lnTo>
                    <a:pt x="1478697" y="1063027"/>
                  </a:lnTo>
                  <a:lnTo>
                    <a:pt x="1466374" y="1063027"/>
                  </a:lnTo>
                  <a:lnTo>
                    <a:pt x="1454052" y="1063027"/>
                  </a:lnTo>
                  <a:lnTo>
                    <a:pt x="1441729" y="1063027"/>
                  </a:lnTo>
                  <a:lnTo>
                    <a:pt x="1429407" y="1063027"/>
                  </a:lnTo>
                  <a:lnTo>
                    <a:pt x="1417084" y="1063027"/>
                  </a:lnTo>
                  <a:lnTo>
                    <a:pt x="1404762" y="1063027"/>
                  </a:lnTo>
                  <a:lnTo>
                    <a:pt x="1392439" y="1063027"/>
                  </a:lnTo>
                  <a:lnTo>
                    <a:pt x="1380117" y="1063027"/>
                  </a:lnTo>
                  <a:lnTo>
                    <a:pt x="1367795" y="1063027"/>
                  </a:lnTo>
                  <a:lnTo>
                    <a:pt x="1355472" y="1063027"/>
                  </a:lnTo>
                  <a:lnTo>
                    <a:pt x="1343150" y="1063027"/>
                  </a:lnTo>
                  <a:lnTo>
                    <a:pt x="1330827" y="1063027"/>
                  </a:lnTo>
                  <a:lnTo>
                    <a:pt x="1318505" y="1063027"/>
                  </a:lnTo>
                  <a:lnTo>
                    <a:pt x="1306182" y="1063027"/>
                  </a:lnTo>
                  <a:lnTo>
                    <a:pt x="1293860" y="1063027"/>
                  </a:lnTo>
                  <a:lnTo>
                    <a:pt x="1281537" y="1063027"/>
                  </a:lnTo>
                  <a:lnTo>
                    <a:pt x="1269215" y="1063027"/>
                  </a:lnTo>
                  <a:lnTo>
                    <a:pt x="1256892" y="1063027"/>
                  </a:lnTo>
                  <a:lnTo>
                    <a:pt x="1244570" y="1063027"/>
                  </a:lnTo>
                  <a:lnTo>
                    <a:pt x="1232247" y="1063027"/>
                  </a:lnTo>
                  <a:lnTo>
                    <a:pt x="1219925" y="1063027"/>
                  </a:lnTo>
                  <a:lnTo>
                    <a:pt x="1207602" y="1063027"/>
                  </a:lnTo>
                  <a:lnTo>
                    <a:pt x="1195280" y="1063027"/>
                  </a:lnTo>
                  <a:lnTo>
                    <a:pt x="1182957" y="1063027"/>
                  </a:lnTo>
                  <a:lnTo>
                    <a:pt x="1170635" y="1063027"/>
                  </a:lnTo>
                  <a:lnTo>
                    <a:pt x="1158312" y="1063027"/>
                  </a:lnTo>
                  <a:lnTo>
                    <a:pt x="1145990" y="1063027"/>
                  </a:lnTo>
                  <a:lnTo>
                    <a:pt x="1133667" y="1063027"/>
                  </a:lnTo>
                  <a:lnTo>
                    <a:pt x="1121345" y="1063027"/>
                  </a:lnTo>
                  <a:lnTo>
                    <a:pt x="1109022" y="1063027"/>
                  </a:lnTo>
                  <a:lnTo>
                    <a:pt x="1096700" y="1063027"/>
                  </a:lnTo>
                  <a:lnTo>
                    <a:pt x="1084378" y="1063027"/>
                  </a:lnTo>
                  <a:lnTo>
                    <a:pt x="1072055" y="1063027"/>
                  </a:lnTo>
                  <a:lnTo>
                    <a:pt x="1059733" y="1063027"/>
                  </a:lnTo>
                  <a:lnTo>
                    <a:pt x="1047410" y="1063027"/>
                  </a:lnTo>
                  <a:lnTo>
                    <a:pt x="1035088" y="1063027"/>
                  </a:lnTo>
                  <a:lnTo>
                    <a:pt x="1022765" y="1063027"/>
                  </a:lnTo>
                  <a:lnTo>
                    <a:pt x="1010443" y="1063027"/>
                  </a:lnTo>
                  <a:lnTo>
                    <a:pt x="998120" y="1063027"/>
                  </a:lnTo>
                  <a:lnTo>
                    <a:pt x="985798" y="1063027"/>
                  </a:lnTo>
                  <a:lnTo>
                    <a:pt x="973475" y="1063027"/>
                  </a:lnTo>
                  <a:lnTo>
                    <a:pt x="961153" y="1063027"/>
                  </a:lnTo>
                  <a:lnTo>
                    <a:pt x="948830" y="1063027"/>
                  </a:lnTo>
                  <a:lnTo>
                    <a:pt x="936508" y="1063027"/>
                  </a:lnTo>
                  <a:lnTo>
                    <a:pt x="924185" y="1063027"/>
                  </a:lnTo>
                  <a:lnTo>
                    <a:pt x="911863" y="1063027"/>
                  </a:lnTo>
                  <a:lnTo>
                    <a:pt x="899540" y="1063027"/>
                  </a:lnTo>
                  <a:lnTo>
                    <a:pt x="887218" y="1063027"/>
                  </a:lnTo>
                  <a:lnTo>
                    <a:pt x="874895" y="1063027"/>
                  </a:lnTo>
                  <a:lnTo>
                    <a:pt x="862573" y="1063027"/>
                  </a:lnTo>
                  <a:lnTo>
                    <a:pt x="850250" y="1063027"/>
                  </a:lnTo>
                  <a:lnTo>
                    <a:pt x="837928" y="1063027"/>
                  </a:lnTo>
                  <a:lnTo>
                    <a:pt x="825606" y="1063027"/>
                  </a:lnTo>
                  <a:lnTo>
                    <a:pt x="813283" y="1063027"/>
                  </a:lnTo>
                  <a:lnTo>
                    <a:pt x="800961" y="1063027"/>
                  </a:lnTo>
                  <a:lnTo>
                    <a:pt x="788638" y="1063027"/>
                  </a:lnTo>
                  <a:lnTo>
                    <a:pt x="776316" y="1063027"/>
                  </a:lnTo>
                  <a:lnTo>
                    <a:pt x="763993" y="1063027"/>
                  </a:lnTo>
                  <a:lnTo>
                    <a:pt x="751671" y="1063027"/>
                  </a:lnTo>
                  <a:lnTo>
                    <a:pt x="739348" y="1063027"/>
                  </a:lnTo>
                  <a:lnTo>
                    <a:pt x="727026" y="1063027"/>
                  </a:lnTo>
                  <a:lnTo>
                    <a:pt x="714703" y="1063027"/>
                  </a:lnTo>
                  <a:lnTo>
                    <a:pt x="702381" y="1063027"/>
                  </a:lnTo>
                  <a:lnTo>
                    <a:pt x="690058" y="1063027"/>
                  </a:lnTo>
                  <a:lnTo>
                    <a:pt x="677736" y="1063027"/>
                  </a:lnTo>
                  <a:lnTo>
                    <a:pt x="665413" y="1063027"/>
                  </a:lnTo>
                  <a:lnTo>
                    <a:pt x="653091" y="1063027"/>
                  </a:lnTo>
                  <a:lnTo>
                    <a:pt x="640768" y="1063027"/>
                  </a:lnTo>
                  <a:lnTo>
                    <a:pt x="628446" y="1063027"/>
                  </a:lnTo>
                  <a:lnTo>
                    <a:pt x="616123" y="1063027"/>
                  </a:lnTo>
                  <a:lnTo>
                    <a:pt x="603801" y="1063027"/>
                  </a:lnTo>
                  <a:lnTo>
                    <a:pt x="591478" y="1063027"/>
                  </a:lnTo>
                  <a:lnTo>
                    <a:pt x="579156" y="1063027"/>
                  </a:lnTo>
                  <a:lnTo>
                    <a:pt x="566833" y="1063027"/>
                  </a:lnTo>
                  <a:lnTo>
                    <a:pt x="554511" y="1063027"/>
                  </a:lnTo>
                  <a:lnTo>
                    <a:pt x="542189" y="1063027"/>
                  </a:lnTo>
                  <a:lnTo>
                    <a:pt x="529866" y="1063027"/>
                  </a:lnTo>
                  <a:lnTo>
                    <a:pt x="517544" y="1063027"/>
                  </a:lnTo>
                  <a:lnTo>
                    <a:pt x="505221" y="1063027"/>
                  </a:lnTo>
                  <a:lnTo>
                    <a:pt x="492899" y="1063027"/>
                  </a:lnTo>
                  <a:lnTo>
                    <a:pt x="480576" y="1063027"/>
                  </a:lnTo>
                  <a:lnTo>
                    <a:pt x="468254" y="1063027"/>
                  </a:lnTo>
                  <a:lnTo>
                    <a:pt x="455931" y="1063027"/>
                  </a:lnTo>
                  <a:lnTo>
                    <a:pt x="443609" y="1063027"/>
                  </a:lnTo>
                  <a:lnTo>
                    <a:pt x="431286" y="1063027"/>
                  </a:lnTo>
                  <a:lnTo>
                    <a:pt x="418964" y="1063027"/>
                  </a:lnTo>
                  <a:lnTo>
                    <a:pt x="406641" y="1063027"/>
                  </a:lnTo>
                  <a:lnTo>
                    <a:pt x="394319" y="1063027"/>
                  </a:lnTo>
                  <a:lnTo>
                    <a:pt x="381996" y="1063027"/>
                  </a:lnTo>
                  <a:lnTo>
                    <a:pt x="369674" y="1063027"/>
                  </a:lnTo>
                  <a:lnTo>
                    <a:pt x="357351" y="1063027"/>
                  </a:lnTo>
                  <a:lnTo>
                    <a:pt x="345029" y="1063027"/>
                  </a:lnTo>
                  <a:lnTo>
                    <a:pt x="332706" y="1063027"/>
                  </a:lnTo>
                  <a:lnTo>
                    <a:pt x="320384" y="1063027"/>
                  </a:lnTo>
                  <a:lnTo>
                    <a:pt x="308061" y="1063027"/>
                  </a:lnTo>
                  <a:lnTo>
                    <a:pt x="295739" y="1063027"/>
                  </a:lnTo>
                  <a:lnTo>
                    <a:pt x="283416" y="1063027"/>
                  </a:lnTo>
                  <a:lnTo>
                    <a:pt x="271094" y="1063027"/>
                  </a:lnTo>
                  <a:lnTo>
                    <a:pt x="258772" y="1063027"/>
                  </a:lnTo>
                  <a:lnTo>
                    <a:pt x="246449" y="1063027"/>
                  </a:lnTo>
                  <a:lnTo>
                    <a:pt x="234127" y="1063027"/>
                  </a:lnTo>
                  <a:lnTo>
                    <a:pt x="221804" y="1063027"/>
                  </a:lnTo>
                  <a:lnTo>
                    <a:pt x="209482" y="1063027"/>
                  </a:lnTo>
                  <a:lnTo>
                    <a:pt x="197159" y="1063027"/>
                  </a:lnTo>
                  <a:lnTo>
                    <a:pt x="184837" y="1063027"/>
                  </a:lnTo>
                  <a:lnTo>
                    <a:pt x="172514" y="1063027"/>
                  </a:lnTo>
                  <a:lnTo>
                    <a:pt x="160192" y="1063027"/>
                  </a:lnTo>
                  <a:lnTo>
                    <a:pt x="147869" y="1063027"/>
                  </a:lnTo>
                  <a:lnTo>
                    <a:pt x="135547" y="1063027"/>
                  </a:lnTo>
                  <a:lnTo>
                    <a:pt x="123224" y="1063027"/>
                  </a:lnTo>
                  <a:lnTo>
                    <a:pt x="110902" y="1063027"/>
                  </a:lnTo>
                  <a:lnTo>
                    <a:pt x="98579" y="1063027"/>
                  </a:lnTo>
                  <a:lnTo>
                    <a:pt x="86257" y="1063027"/>
                  </a:lnTo>
                  <a:lnTo>
                    <a:pt x="73934" y="1063027"/>
                  </a:lnTo>
                  <a:lnTo>
                    <a:pt x="61612" y="1063027"/>
                  </a:lnTo>
                  <a:lnTo>
                    <a:pt x="49289" y="1063027"/>
                  </a:lnTo>
                  <a:lnTo>
                    <a:pt x="36967" y="1063027"/>
                  </a:lnTo>
                  <a:lnTo>
                    <a:pt x="24644" y="1063027"/>
                  </a:lnTo>
                  <a:lnTo>
                    <a:pt x="12322" y="1063027"/>
                  </a:lnTo>
                  <a:lnTo>
                    <a:pt x="0" y="1063027"/>
                  </a:lnTo>
                  <a:close/>
                </a:path>
              </a:pathLst>
            </a:custGeom>
            <a:solidFill>
              <a:srgbClr val="D55E00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706745" y="5083301"/>
              <a:ext cx="6296786" cy="1045772"/>
            </a:xfrm>
            <a:custGeom>
              <a:avLst/>
              <a:pathLst>
                <a:path w="6296786" h="1045772">
                  <a:moveTo>
                    <a:pt x="0" y="1006797"/>
                  </a:moveTo>
                  <a:lnTo>
                    <a:pt x="12322" y="1002752"/>
                  </a:lnTo>
                  <a:lnTo>
                    <a:pt x="24644" y="998524"/>
                  </a:lnTo>
                  <a:lnTo>
                    <a:pt x="36967" y="994112"/>
                  </a:lnTo>
                  <a:lnTo>
                    <a:pt x="49289" y="989500"/>
                  </a:lnTo>
                  <a:lnTo>
                    <a:pt x="61612" y="984603"/>
                  </a:lnTo>
                  <a:lnTo>
                    <a:pt x="73934" y="979506"/>
                  </a:lnTo>
                  <a:lnTo>
                    <a:pt x="86257" y="974207"/>
                  </a:lnTo>
                  <a:lnTo>
                    <a:pt x="98579" y="968675"/>
                  </a:lnTo>
                  <a:lnTo>
                    <a:pt x="110902" y="962844"/>
                  </a:lnTo>
                  <a:lnTo>
                    <a:pt x="123224" y="956797"/>
                  </a:lnTo>
                  <a:lnTo>
                    <a:pt x="135547" y="950528"/>
                  </a:lnTo>
                  <a:lnTo>
                    <a:pt x="147869" y="943990"/>
                  </a:lnTo>
                  <a:lnTo>
                    <a:pt x="160192" y="937143"/>
                  </a:lnTo>
                  <a:lnTo>
                    <a:pt x="172514" y="930060"/>
                  </a:lnTo>
                  <a:lnTo>
                    <a:pt x="184837" y="922738"/>
                  </a:lnTo>
                  <a:lnTo>
                    <a:pt x="197159" y="915105"/>
                  </a:lnTo>
                  <a:lnTo>
                    <a:pt x="209482" y="907156"/>
                  </a:lnTo>
                  <a:lnTo>
                    <a:pt x="221804" y="898950"/>
                  </a:lnTo>
                  <a:lnTo>
                    <a:pt x="234127" y="890485"/>
                  </a:lnTo>
                  <a:lnTo>
                    <a:pt x="246449" y="881667"/>
                  </a:lnTo>
                  <a:lnTo>
                    <a:pt x="258772" y="872524"/>
                  </a:lnTo>
                  <a:lnTo>
                    <a:pt x="271094" y="863107"/>
                  </a:lnTo>
                  <a:lnTo>
                    <a:pt x="283416" y="853410"/>
                  </a:lnTo>
                  <a:lnTo>
                    <a:pt x="295739" y="843315"/>
                  </a:lnTo>
                  <a:lnTo>
                    <a:pt x="308061" y="832892"/>
                  </a:lnTo>
                  <a:lnTo>
                    <a:pt x="320384" y="822177"/>
                  </a:lnTo>
                  <a:lnTo>
                    <a:pt x="332706" y="811167"/>
                  </a:lnTo>
                  <a:lnTo>
                    <a:pt x="345029" y="799713"/>
                  </a:lnTo>
                  <a:lnTo>
                    <a:pt x="357351" y="787938"/>
                  </a:lnTo>
                  <a:lnTo>
                    <a:pt x="369674" y="775858"/>
                  </a:lnTo>
                  <a:lnTo>
                    <a:pt x="381996" y="763468"/>
                  </a:lnTo>
                  <a:lnTo>
                    <a:pt x="394319" y="750608"/>
                  </a:lnTo>
                  <a:lnTo>
                    <a:pt x="406641" y="737440"/>
                  </a:lnTo>
                  <a:lnTo>
                    <a:pt x="418964" y="723963"/>
                  </a:lnTo>
                  <a:lnTo>
                    <a:pt x="431286" y="710155"/>
                  </a:lnTo>
                  <a:lnTo>
                    <a:pt x="443609" y="695904"/>
                  </a:lnTo>
                  <a:lnTo>
                    <a:pt x="455931" y="681353"/>
                  </a:lnTo>
                  <a:lnTo>
                    <a:pt x="468254" y="666507"/>
                  </a:lnTo>
                  <a:lnTo>
                    <a:pt x="480576" y="651324"/>
                  </a:lnTo>
                  <a:lnTo>
                    <a:pt x="492899" y="635751"/>
                  </a:lnTo>
                  <a:lnTo>
                    <a:pt x="505221" y="619906"/>
                  </a:lnTo>
                  <a:lnTo>
                    <a:pt x="517544" y="603794"/>
                  </a:lnTo>
                  <a:lnTo>
                    <a:pt x="529866" y="587372"/>
                  </a:lnTo>
                  <a:lnTo>
                    <a:pt x="542189" y="570635"/>
                  </a:lnTo>
                  <a:lnTo>
                    <a:pt x="554511" y="553676"/>
                  </a:lnTo>
                  <a:lnTo>
                    <a:pt x="566833" y="536503"/>
                  </a:lnTo>
                  <a:lnTo>
                    <a:pt x="579156" y="519078"/>
                  </a:lnTo>
                  <a:lnTo>
                    <a:pt x="591478" y="501440"/>
                  </a:lnTo>
                  <a:lnTo>
                    <a:pt x="603801" y="483652"/>
                  </a:lnTo>
                  <a:lnTo>
                    <a:pt x="616123" y="465727"/>
                  </a:lnTo>
                  <a:lnTo>
                    <a:pt x="628446" y="447651"/>
                  </a:lnTo>
                  <a:lnTo>
                    <a:pt x="640768" y="429482"/>
                  </a:lnTo>
                  <a:lnTo>
                    <a:pt x="653091" y="411257"/>
                  </a:lnTo>
                  <a:lnTo>
                    <a:pt x="665413" y="392994"/>
                  </a:lnTo>
                  <a:lnTo>
                    <a:pt x="677736" y="374724"/>
                  </a:lnTo>
                  <a:lnTo>
                    <a:pt x="690058" y="356492"/>
                  </a:lnTo>
                  <a:lnTo>
                    <a:pt x="702381" y="338319"/>
                  </a:lnTo>
                  <a:lnTo>
                    <a:pt x="714703" y="320225"/>
                  </a:lnTo>
                  <a:lnTo>
                    <a:pt x="727026" y="302308"/>
                  </a:lnTo>
                  <a:lnTo>
                    <a:pt x="739348" y="284563"/>
                  </a:lnTo>
                  <a:lnTo>
                    <a:pt x="751671" y="267004"/>
                  </a:lnTo>
                  <a:lnTo>
                    <a:pt x="763993" y="249660"/>
                  </a:lnTo>
                  <a:lnTo>
                    <a:pt x="776316" y="232700"/>
                  </a:lnTo>
                  <a:lnTo>
                    <a:pt x="788638" y="216040"/>
                  </a:lnTo>
                  <a:lnTo>
                    <a:pt x="800961" y="199701"/>
                  </a:lnTo>
                  <a:lnTo>
                    <a:pt x="813283" y="183742"/>
                  </a:lnTo>
                  <a:lnTo>
                    <a:pt x="825606" y="168347"/>
                  </a:lnTo>
                  <a:lnTo>
                    <a:pt x="837928" y="153385"/>
                  </a:lnTo>
                  <a:lnTo>
                    <a:pt x="850250" y="138875"/>
                  </a:lnTo>
                  <a:lnTo>
                    <a:pt x="862573" y="124925"/>
                  </a:lnTo>
                  <a:lnTo>
                    <a:pt x="874895" y="111688"/>
                  </a:lnTo>
                  <a:lnTo>
                    <a:pt x="887218" y="99005"/>
                  </a:lnTo>
                  <a:lnTo>
                    <a:pt x="899540" y="86894"/>
                  </a:lnTo>
                  <a:lnTo>
                    <a:pt x="911863" y="75521"/>
                  </a:lnTo>
                  <a:lnTo>
                    <a:pt x="924185" y="64967"/>
                  </a:lnTo>
                  <a:lnTo>
                    <a:pt x="936508" y="55068"/>
                  </a:lnTo>
                  <a:lnTo>
                    <a:pt x="948830" y="45837"/>
                  </a:lnTo>
                  <a:lnTo>
                    <a:pt x="961153" y="37503"/>
                  </a:lnTo>
                  <a:lnTo>
                    <a:pt x="973475" y="30044"/>
                  </a:lnTo>
                  <a:lnTo>
                    <a:pt x="985798" y="23308"/>
                  </a:lnTo>
                  <a:lnTo>
                    <a:pt x="998120" y="17303"/>
                  </a:lnTo>
                  <a:lnTo>
                    <a:pt x="1010443" y="12317"/>
                  </a:lnTo>
                  <a:lnTo>
                    <a:pt x="1022765" y="8204"/>
                  </a:lnTo>
                  <a:lnTo>
                    <a:pt x="1035088" y="4843"/>
                  </a:lnTo>
                  <a:lnTo>
                    <a:pt x="1047410" y="2235"/>
                  </a:lnTo>
                  <a:lnTo>
                    <a:pt x="1059733" y="711"/>
                  </a:lnTo>
                  <a:lnTo>
                    <a:pt x="1072055" y="0"/>
                  </a:lnTo>
                  <a:lnTo>
                    <a:pt x="1084378" y="25"/>
                  </a:lnTo>
                  <a:lnTo>
                    <a:pt x="1096700" y="780"/>
                  </a:lnTo>
                  <a:lnTo>
                    <a:pt x="1109022" y="2611"/>
                  </a:lnTo>
                  <a:lnTo>
                    <a:pt x="1121345" y="5146"/>
                  </a:lnTo>
                  <a:lnTo>
                    <a:pt x="1133667" y="8355"/>
                  </a:lnTo>
                  <a:lnTo>
                    <a:pt x="1145990" y="12252"/>
                  </a:lnTo>
                  <a:lnTo>
                    <a:pt x="1158312" y="17081"/>
                  </a:lnTo>
                  <a:lnTo>
                    <a:pt x="1170635" y="22499"/>
                  </a:lnTo>
                  <a:lnTo>
                    <a:pt x="1182957" y="28486"/>
                  </a:lnTo>
                  <a:lnTo>
                    <a:pt x="1195280" y="35080"/>
                  </a:lnTo>
                  <a:lnTo>
                    <a:pt x="1207602" y="42385"/>
                  </a:lnTo>
                  <a:lnTo>
                    <a:pt x="1219925" y="50147"/>
                  </a:lnTo>
                  <a:lnTo>
                    <a:pt x="1232247" y="58344"/>
                  </a:lnTo>
                  <a:lnTo>
                    <a:pt x="1244570" y="67017"/>
                  </a:lnTo>
                  <a:lnTo>
                    <a:pt x="1256892" y="76166"/>
                  </a:lnTo>
                  <a:lnTo>
                    <a:pt x="1269215" y="85624"/>
                  </a:lnTo>
                  <a:lnTo>
                    <a:pt x="1281537" y="95369"/>
                  </a:lnTo>
                  <a:lnTo>
                    <a:pt x="1293860" y="105426"/>
                  </a:lnTo>
                  <a:lnTo>
                    <a:pt x="1306182" y="115741"/>
                  </a:lnTo>
                  <a:lnTo>
                    <a:pt x="1318505" y="126220"/>
                  </a:lnTo>
                  <a:lnTo>
                    <a:pt x="1330827" y="136844"/>
                  </a:lnTo>
                  <a:lnTo>
                    <a:pt x="1343150" y="147612"/>
                  </a:lnTo>
                  <a:lnTo>
                    <a:pt x="1355472" y="158463"/>
                  </a:lnTo>
                  <a:lnTo>
                    <a:pt x="1367795" y="169358"/>
                  </a:lnTo>
                  <a:lnTo>
                    <a:pt x="1380117" y="180281"/>
                  </a:lnTo>
                  <a:lnTo>
                    <a:pt x="1392439" y="191204"/>
                  </a:lnTo>
                  <a:lnTo>
                    <a:pt x="1404762" y="202097"/>
                  </a:lnTo>
                  <a:lnTo>
                    <a:pt x="1417084" y="212952"/>
                  </a:lnTo>
                  <a:lnTo>
                    <a:pt x="1429407" y="223758"/>
                  </a:lnTo>
                  <a:lnTo>
                    <a:pt x="1441729" y="234474"/>
                  </a:lnTo>
                  <a:lnTo>
                    <a:pt x="1454052" y="245112"/>
                  </a:lnTo>
                  <a:lnTo>
                    <a:pt x="1466374" y="255676"/>
                  </a:lnTo>
                  <a:lnTo>
                    <a:pt x="1478697" y="266164"/>
                  </a:lnTo>
                  <a:lnTo>
                    <a:pt x="1491019" y="276537"/>
                  </a:lnTo>
                  <a:lnTo>
                    <a:pt x="1503342" y="286842"/>
                  </a:lnTo>
                  <a:lnTo>
                    <a:pt x="1515664" y="297082"/>
                  </a:lnTo>
                  <a:lnTo>
                    <a:pt x="1527987" y="307261"/>
                  </a:lnTo>
                  <a:lnTo>
                    <a:pt x="1540309" y="317375"/>
                  </a:lnTo>
                  <a:lnTo>
                    <a:pt x="1552632" y="327460"/>
                  </a:lnTo>
                  <a:lnTo>
                    <a:pt x="1564954" y="337527"/>
                  </a:lnTo>
                  <a:lnTo>
                    <a:pt x="1577277" y="347585"/>
                  </a:lnTo>
                  <a:lnTo>
                    <a:pt x="1589599" y="357662"/>
                  </a:lnTo>
                  <a:lnTo>
                    <a:pt x="1601922" y="367771"/>
                  </a:lnTo>
                  <a:lnTo>
                    <a:pt x="1614244" y="377922"/>
                  </a:lnTo>
                  <a:lnTo>
                    <a:pt x="1626567" y="388140"/>
                  </a:lnTo>
                  <a:lnTo>
                    <a:pt x="1638889" y="398460"/>
                  </a:lnTo>
                  <a:lnTo>
                    <a:pt x="1651212" y="408871"/>
                  </a:lnTo>
                  <a:lnTo>
                    <a:pt x="1663534" y="419380"/>
                  </a:lnTo>
                  <a:lnTo>
                    <a:pt x="1675856" y="430028"/>
                  </a:lnTo>
                  <a:lnTo>
                    <a:pt x="1688179" y="440832"/>
                  </a:lnTo>
                  <a:lnTo>
                    <a:pt x="1700501" y="451763"/>
                  </a:lnTo>
                  <a:lnTo>
                    <a:pt x="1712824" y="462827"/>
                  </a:lnTo>
                  <a:lnTo>
                    <a:pt x="1725146" y="474071"/>
                  </a:lnTo>
                  <a:lnTo>
                    <a:pt x="1737469" y="485478"/>
                  </a:lnTo>
                  <a:lnTo>
                    <a:pt x="1749791" y="497017"/>
                  </a:lnTo>
                  <a:lnTo>
                    <a:pt x="1762114" y="508686"/>
                  </a:lnTo>
                  <a:lnTo>
                    <a:pt x="1774436" y="520526"/>
                  </a:lnTo>
                  <a:lnTo>
                    <a:pt x="1786759" y="532488"/>
                  </a:lnTo>
                  <a:lnTo>
                    <a:pt x="1799081" y="544549"/>
                  </a:lnTo>
                  <a:lnTo>
                    <a:pt x="1811404" y="556699"/>
                  </a:lnTo>
                  <a:lnTo>
                    <a:pt x="1823726" y="568950"/>
                  </a:lnTo>
                  <a:lnTo>
                    <a:pt x="1836049" y="581248"/>
                  </a:lnTo>
                  <a:lnTo>
                    <a:pt x="1848371" y="593574"/>
                  </a:lnTo>
                  <a:lnTo>
                    <a:pt x="1860694" y="605917"/>
                  </a:lnTo>
                  <a:lnTo>
                    <a:pt x="1873016" y="618236"/>
                  </a:lnTo>
                  <a:lnTo>
                    <a:pt x="1885339" y="630508"/>
                  </a:lnTo>
                  <a:lnTo>
                    <a:pt x="1897661" y="642716"/>
                  </a:lnTo>
                  <a:lnTo>
                    <a:pt x="1909984" y="654837"/>
                  </a:lnTo>
                  <a:lnTo>
                    <a:pt x="1922306" y="666789"/>
                  </a:lnTo>
                  <a:lnTo>
                    <a:pt x="1934629" y="678593"/>
                  </a:lnTo>
                  <a:lnTo>
                    <a:pt x="1946951" y="690234"/>
                  </a:lnTo>
                  <a:lnTo>
                    <a:pt x="1959273" y="701663"/>
                  </a:lnTo>
                  <a:lnTo>
                    <a:pt x="1971596" y="712791"/>
                  </a:lnTo>
                  <a:lnTo>
                    <a:pt x="1983918" y="723674"/>
                  </a:lnTo>
                  <a:lnTo>
                    <a:pt x="1996241" y="734300"/>
                  </a:lnTo>
                  <a:lnTo>
                    <a:pt x="2008563" y="744587"/>
                  </a:lnTo>
                  <a:lnTo>
                    <a:pt x="2020886" y="754473"/>
                  </a:lnTo>
                  <a:lnTo>
                    <a:pt x="2033208" y="764034"/>
                  </a:lnTo>
                  <a:lnTo>
                    <a:pt x="2045531" y="773261"/>
                  </a:lnTo>
                  <a:lnTo>
                    <a:pt x="2057853" y="782037"/>
                  </a:lnTo>
                  <a:lnTo>
                    <a:pt x="2070176" y="790352"/>
                  </a:lnTo>
                  <a:lnTo>
                    <a:pt x="2082498" y="798286"/>
                  </a:lnTo>
                  <a:lnTo>
                    <a:pt x="2094821" y="805834"/>
                  </a:lnTo>
                  <a:lnTo>
                    <a:pt x="2107143" y="812843"/>
                  </a:lnTo>
                  <a:lnTo>
                    <a:pt x="2119466" y="819374"/>
                  </a:lnTo>
                  <a:lnTo>
                    <a:pt x="2131788" y="825495"/>
                  </a:lnTo>
                  <a:lnTo>
                    <a:pt x="2144111" y="831203"/>
                  </a:lnTo>
                  <a:lnTo>
                    <a:pt x="2156433" y="836320"/>
                  </a:lnTo>
                  <a:lnTo>
                    <a:pt x="2168756" y="840975"/>
                  </a:lnTo>
                  <a:lnTo>
                    <a:pt x="2181078" y="845217"/>
                  </a:lnTo>
                  <a:lnTo>
                    <a:pt x="2193401" y="849046"/>
                  </a:lnTo>
                  <a:lnTo>
                    <a:pt x="2205723" y="852266"/>
                  </a:lnTo>
                  <a:lnTo>
                    <a:pt x="2218045" y="855068"/>
                  </a:lnTo>
                  <a:lnTo>
                    <a:pt x="2230368" y="857475"/>
                  </a:lnTo>
                  <a:lnTo>
                    <a:pt x="2242690" y="859481"/>
                  </a:lnTo>
                  <a:lnTo>
                    <a:pt x="2255013" y="860916"/>
                  </a:lnTo>
                  <a:lnTo>
                    <a:pt x="2267335" y="861986"/>
                  </a:lnTo>
                  <a:lnTo>
                    <a:pt x="2279658" y="862697"/>
                  </a:lnTo>
                  <a:lnTo>
                    <a:pt x="2291980" y="863026"/>
                  </a:lnTo>
                  <a:lnTo>
                    <a:pt x="2304303" y="862878"/>
                  </a:lnTo>
                  <a:lnTo>
                    <a:pt x="2316625" y="862416"/>
                  </a:lnTo>
                  <a:lnTo>
                    <a:pt x="2328948" y="861649"/>
                  </a:lnTo>
                  <a:lnTo>
                    <a:pt x="2341270" y="860543"/>
                  </a:lnTo>
                  <a:lnTo>
                    <a:pt x="2353593" y="859067"/>
                  </a:lnTo>
                  <a:lnTo>
                    <a:pt x="2365915" y="857342"/>
                  </a:lnTo>
                  <a:lnTo>
                    <a:pt x="2378238" y="855380"/>
                  </a:lnTo>
                  <a:lnTo>
                    <a:pt x="2390560" y="853145"/>
                  </a:lnTo>
                  <a:lnTo>
                    <a:pt x="2402883" y="850657"/>
                  </a:lnTo>
                  <a:lnTo>
                    <a:pt x="2415205" y="847997"/>
                  </a:lnTo>
                  <a:lnTo>
                    <a:pt x="2427528" y="845176"/>
                  </a:lnTo>
                  <a:lnTo>
                    <a:pt x="2439850" y="842175"/>
                  </a:lnTo>
                  <a:lnTo>
                    <a:pt x="2452173" y="839039"/>
                  </a:lnTo>
                  <a:lnTo>
                    <a:pt x="2464495" y="835816"/>
                  </a:lnTo>
                  <a:lnTo>
                    <a:pt x="2476818" y="832518"/>
                  </a:lnTo>
                  <a:lnTo>
                    <a:pt x="2489140" y="829154"/>
                  </a:lnTo>
                  <a:lnTo>
                    <a:pt x="2501462" y="825769"/>
                  </a:lnTo>
                  <a:lnTo>
                    <a:pt x="2513785" y="822387"/>
                  </a:lnTo>
                  <a:lnTo>
                    <a:pt x="2526107" y="819021"/>
                  </a:lnTo>
                  <a:lnTo>
                    <a:pt x="2538430" y="815718"/>
                  </a:lnTo>
                  <a:lnTo>
                    <a:pt x="2550752" y="812498"/>
                  </a:lnTo>
                  <a:lnTo>
                    <a:pt x="2563075" y="809369"/>
                  </a:lnTo>
                  <a:lnTo>
                    <a:pt x="2575397" y="806345"/>
                  </a:lnTo>
                  <a:lnTo>
                    <a:pt x="2587720" y="803523"/>
                  </a:lnTo>
                  <a:lnTo>
                    <a:pt x="2600042" y="800865"/>
                  </a:lnTo>
                  <a:lnTo>
                    <a:pt x="2612365" y="798382"/>
                  </a:lnTo>
                  <a:lnTo>
                    <a:pt x="2624687" y="796094"/>
                  </a:lnTo>
                  <a:lnTo>
                    <a:pt x="2637010" y="794121"/>
                  </a:lnTo>
                  <a:lnTo>
                    <a:pt x="2649332" y="792381"/>
                  </a:lnTo>
                  <a:lnTo>
                    <a:pt x="2661655" y="790882"/>
                  </a:lnTo>
                  <a:lnTo>
                    <a:pt x="2673977" y="789665"/>
                  </a:lnTo>
                  <a:lnTo>
                    <a:pt x="2686300" y="788833"/>
                  </a:lnTo>
                  <a:lnTo>
                    <a:pt x="2698622" y="788283"/>
                  </a:lnTo>
                  <a:lnTo>
                    <a:pt x="2710945" y="788023"/>
                  </a:lnTo>
                  <a:lnTo>
                    <a:pt x="2723267" y="788113"/>
                  </a:lnTo>
                  <a:lnTo>
                    <a:pt x="2735590" y="788615"/>
                  </a:lnTo>
                  <a:lnTo>
                    <a:pt x="2747912" y="789426"/>
                  </a:lnTo>
                  <a:lnTo>
                    <a:pt x="2760235" y="790548"/>
                  </a:lnTo>
                  <a:lnTo>
                    <a:pt x="2772557" y="792060"/>
                  </a:lnTo>
                  <a:lnTo>
                    <a:pt x="2784879" y="793971"/>
                  </a:lnTo>
                  <a:lnTo>
                    <a:pt x="2797202" y="796190"/>
                  </a:lnTo>
                  <a:lnTo>
                    <a:pt x="2809524" y="798714"/>
                  </a:lnTo>
                  <a:lnTo>
                    <a:pt x="2821847" y="801633"/>
                  </a:lnTo>
                  <a:lnTo>
                    <a:pt x="2834169" y="804903"/>
                  </a:lnTo>
                  <a:lnTo>
                    <a:pt x="2846492" y="808454"/>
                  </a:lnTo>
                  <a:lnTo>
                    <a:pt x="2858814" y="812279"/>
                  </a:lnTo>
                  <a:lnTo>
                    <a:pt x="2871137" y="816467"/>
                  </a:lnTo>
                  <a:lnTo>
                    <a:pt x="2883459" y="820933"/>
                  </a:lnTo>
                  <a:lnTo>
                    <a:pt x="2895782" y="825630"/>
                  </a:lnTo>
                  <a:lnTo>
                    <a:pt x="2908104" y="830549"/>
                  </a:lnTo>
                  <a:lnTo>
                    <a:pt x="2920427" y="835763"/>
                  </a:lnTo>
                  <a:lnTo>
                    <a:pt x="2932749" y="841170"/>
                  </a:lnTo>
                  <a:lnTo>
                    <a:pt x="2945072" y="846744"/>
                  </a:lnTo>
                  <a:lnTo>
                    <a:pt x="2957394" y="852473"/>
                  </a:lnTo>
                  <a:lnTo>
                    <a:pt x="2969717" y="858401"/>
                  </a:lnTo>
                  <a:lnTo>
                    <a:pt x="2982039" y="864437"/>
                  </a:lnTo>
                  <a:lnTo>
                    <a:pt x="2994362" y="870566"/>
                  </a:lnTo>
                  <a:lnTo>
                    <a:pt x="3006684" y="876780"/>
                  </a:lnTo>
                  <a:lnTo>
                    <a:pt x="3019007" y="883076"/>
                  </a:lnTo>
                  <a:lnTo>
                    <a:pt x="3031329" y="889405"/>
                  </a:lnTo>
                  <a:lnTo>
                    <a:pt x="3043652" y="895754"/>
                  </a:lnTo>
                  <a:lnTo>
                    <a:pt x="3055974" y="902111"/>
                  </a:lnTo>
                  <a:lnTo>
                    <a:pt x="3068296" y="908445"/>
                  </a:lnTo>
                  <a:lnTo>
                    <a:pt x="3080619" y="914744"/>
                  </a:lnTo>
                  <a:lnTo>
                    <a:pt x="3092941" y="920998"/>
                  </a:lnTo>
                  <a:lnTo>
                    <a:pt x="3105264" y="927182"/>
                  </a:lnTo>
                  <a:lnTo>
                    <a:pt x="3117586" y="933261"/>
                  </a:lnTo>
                  <a:lnTo>
                    <a:pt x="3129909" y="939250"/>
                  </a:lnTo>
                  <a:lnTo>
                    <a:pt x="3142231" y="945139"/>
                  </a:lnTo>
                  <a:lnTo>
                    <a:pt x="3154554" y="950888"/>
                  </a:lnTo>
                  <a:lnTo>
                    <a:pt x="3166876" y="956479"/>
                  </a:lnTo>
                  <a:lnTo>
                    <a:pt x="3179199" y="961936"/>
                  </a:lnTo>
                  <a:lnTo>
                    <a:pt x="3191521" y="967255"/>
                  </a:lnTo>
                  <a:lnTo>
                    <a:pt x="3203844" y="972379"/>
                  </a:lnTo>
                  <a:lnTo>
                    <a:pt x="3216166" y="977316"/>
                  </a:lnTo>
                  <a:lnTo>
                    <a:pt x="3228489" y="982094"/>
                  </a:lnTo>
                  <a:lnTo>
                    <a:pt x="3240811" y="986710"/>
                  </a:lnTo>
                  <a:lnTo>
                    <a:pt x="3253134" y="991092"/>
                  </a:lnTo>
                  <a:lnTo>
                    <a:pt x="3265456" y="995284"/>
                  </a:lnTo>
                  <a:lnTo>
                    <a:pt x="3277779" y="999304"/>
                  </a:lnTo>
                  <a:lnTo>
                    <a:pt x="3290101" y="1003154"/>
                  </a:lnTo>
                  <a:lnTo>
                    <a:pt x="3302424" y="1006753"/>
                  </a:lnTo>
                  <a:lnTo>
                    <a:pt x="3314746" y="1010171"/>
                  </a:lnTo>
                  <a:lnTo>
                    <a:pt x="3327068" y="1013421"/>
                  </a:lnTo>
                  <a:lnTo>
                    <a:pt x="3339391" y="1016502"/>
                  </a:lnTo>
                  <a:lnTo>
                    <a:pt x="3351713" y="1019334"/>
                  </a:lnTo>
                  <a:lnTo>
                    <a:pt x="3364036" y="1022006"/>
                  </a:lnTo>
                  <a:lnTo>
                    <a:pt x="3376358" y="1024523"/>
                  </a:lnTo>
                  <a:lnTo>
                    <a:pt x="3388681" y="1026873"/>
                  </a:lnTo>
                  <a:lnTo>
                    <a:pt x="3401003" y="1029008"/>
                  </a:lnTo>
                  <a:lnTo>
                    <a:pt x="3413326" y="1031001"/>
                  </a:lnTo>
                  <a:lnTo>
                    <a:pt x="3425648" y="1032856"/>
                  </a:lnTo>
                  <a:lnTo>
                    <a:pt x="3437971" y="1034556"/>
                  </a:lnTo>
                  <a:lnTo>
                    <a:pt x="3450293" y="1036080"/>
                  </a:lnTo>
                  <a:lnTo>
                    <a:pt x="3462616" y="1037483"/>
                  </a:lnTo>
                  <a:lnTo>
                    <a:pt x="3474938" y="1038767"/>
                  </a:lnTo>
                  <a:lnTo>
                    <a:pt x="3487261" y="1039915"/>
                  </a:lnTo>
                  <a:lnTo>
                    <a:pt x="3499583" y="1040923"/>
                  </a:lnTo>
                  <a:lnTo>
                    <a:pt x="3511906" y="1041831"/>
                  </a:lnTo>
                  <a:lnTo>
                    <a:pt x="3524228" y="1042642"/>
                  </a:lnTo>
                  <a:lnTo>
                    <a:pt x="3536551" y="1043335"/>
                  </a:lnTo>
                  <a:lnTo>
                    <a:pt x="3548873" y="1043921"/>
                  </a:lnTo>
                  <a:lnTo>
                    <a:pt x="3561196" y="1044427"/>
                  </a:lnTo>
                  <a:lnTo>
                    <a:pt x="3573518" y="1044854"/>
                  </a:lnTo>
                  <a:lnTo>
                    <a:pt x="3585841" y="1045183"/>
                  </a:lnTo>
                  <a:lnTo>
                    <a:pt x="3598163" y="1045431"/>
                  </a:lnTo>
                  <a:lnTo>
                    <a:pt x="3610485" y="1045614"/>
                  </a:lnTo>
                  <a:lnTo>
                    <a:pt x="3622808" y="1045735"/>
                  </a:lnTo>
                  <a:lnTo>
                    <a:pt x="3635130" y="1045772"/>
                  </a:lnTo>
                  <a:lnTo>
                    <a:pt x="3647453" y="1045749"/>
                  </a:lnTo>
                  <a:lnTo>
                    <a:pt x="3659775" y="1045674"/>
                  </a:lnTo>
                  <a:lnTo>
                    <a:pt x="3672098" y="1045548"/>
                  </a:lnTo>
                  <a:lnTo>
                    <a:pt x="3684420" y="1045352"/>
                  </a:lnTo>
                  <a:lnTo>
                    <a:pt x="3696743" y="1045109"/>
                  </a:lnTo>
                  <a:lnTo>
                    <a:pt x="3709065" y="1044823"/>
                  </a:lnTo>
                  <a:lnTo>
                    <a:pt x="3721388" y="1044493"/>
                  </a:lnTo>
                  <a:lnTo>
                    <a:pt x="3733710" y="1044104"/>
                  </a:lnTo>
                  <a:lnTo>
                    <a:pt x="3746033" y="1043677"/>
                  </a:lnTo>
                  <a:lnTo>
                    <a:pt x="3758355" y="1043212"/>
                  </a:lnTo>
                  <a:lnTo>
                    <a:pt x="3770678" y="1042709"/>
                  </a:lnTo>
                  <a:lnTo>
                    <a:pt x="3783000" y="1042155"/>
                  </a:lnTo>
                  <a:lnTo>
                    <a:pt x="3795323" y="1041567"/>
                  </a:lnTo>
                  <a:lnTo>
                    <a:pt x="3807645" y="1040947"/>
                  </a:lnTo>
                  <a:lnTo>
                    <a:pt x="3819968" y="1040289"/>
                  </a:lnTo>
                  <a:lnTo>
                    <a:pt x="3832290" y="1039587"/>
                  </a:lnTo>
                  <a:lnTo>
                    <a:pt x="3844613" y="1038854"/>
                  </a:lnTo>
                  <a:lnTo>
                    <a:pt x="3856935" y="1038091"/>
                  </a:lnTo>
                  <a:lnTo>
                    <a:pt x="3869258" y="1037290"/>
                  </a:lnTo>
                  <a:lnTo>
                    <a:pt x="3881580" y="1036449"/>
                  </a:lnTo>
                  <a:lnTo>
                    <a:pt x="3893902" y="1035578"/>
                  </a:lnTo>
                  <a:lnTo>
                    <a:pt x="3906225" y="1034677"/>
                  </a:lnTo>
                  <a:lnTo>
                    <a:pt x="3918547" y="1033736"/>
                  </a:lnTo>
                  <a:lnTo>
                    <a:pt x="3930870" y="1032756"/>
                  </a:lnTo>
                  <a:lnTo>
                    <a:pt x="3943192" y="1031744"/>
                  </a:lnTo>
                  <a:lnTo>
                    <a:pt x="3955515" y="1030700"/>
                  </a:lnTo>
                  <a:lnTo>
                    <a:pt x="3967837" y="1029610"/>
                  </a:lnTo>
                  <a:lnTo>
                    <a:pt x="3980160" y="1028478"/>
                  </a:lnTo>
                  <a:lnTo>
                    <a:pt x="3992482" y="1027309"/>
                  </a:lnTo>
                  <a:lnTo>
                    <a:pt x="4004805" y="1026102"/>
                  </a:lnTo>
                  <a:lnTo>
                    <a:pt x="4017127" y="1024836"/>
                  </a:lnTo>
                  <a:lnTo>
                    <a:pt x="4029450" y="1023520"/>
                  </a:lnTo>
                  <a:lnTo>
                    <a:pt x="4041772" y="1022156"/>
                  </a:lnTo>
                  <a:lnTo>
                    <a:pt x="4054095" y="1020743"/>
                  </a:lnTo>
                  <a:lnTo>
                    <a:pt x="4066417" y="1019247"/>
                  </a:lnTo>
                  <a:lnTo>
                    <a:pt x="4078740" y="1017689"/>
                  </a:lnTo>
                  <a:lnTo>
                    <a:pt x="4091062" y="1016067"/>
                  </a:lnTo>
                  <a:lnTo>
                    <a:pt x="4103385" y="1014373"/>
                  </a:lnTo>
                  <a:lnTo>
                    <a:pt x="4115707" y="1012568"/>
                  </a:lnTo>
                  <a:lnTo>
                    <a:pt x="4128030" y="1010679"/>
                  </a:lnTo>
                  <a:lnTo>
                    <a:pt x="4140352" y="1008702"/>
                  </a:lnTo>
                  <a:lnTo>
                    <a:pt x="4152675" y="1006623"/>
                  </a:lnTo>
                  <a:lnTo>
                    <a:pt x="4164997" y="1004398"/>
                  </a:lnTo>
                  <a:lnTo>
                    <a:pt x="4177319" y="1002062"/>
                  </a:lnTo>
                  <a:lnTo>
                    <a:pt x="4189642" y="999611"/>
                  </a:lnTo>
                  <a:lnTo>
                    <a:pt x="4201964" y="997015"/>
                  </a:lnTo>
                  <a:lnTo>
                    <a:pt x="4214287" y="994239"/>
                  </a:lnTo>
                  <a:lnTo>
                    <a:pt x="4226609" y="991323"/>
                  </a:lnTo>
                  <a:lnTo>
                    <a:pt x="4238932" y="988261"/>
                  </a:lnTo>
                  <a:lnTo>
                    <a:pt x="4251254" y="985010"/>
                  </a:lnTo>
                  <a:lnTo>
                    <a:pt x="4263577" y="981551"/>
                  </a:lnTo>
                  <a:lnTo>
                    <a:pt x="4275899" y="977925"/>
                  </a:lnTo>
                  <a:lnTo>
                    <a:pt x="4288222" y="974128"/>
                  </a:lnTo>
                  <a:lnTo>
                    <a:pt x="4300544" y="970100"/>
                  </a:lnTo>
                  <a:lnTo>
                    <a:pt x="4312867" y="965852"/>
                  </a:lnTo>
                  <a:lnTo>
                    <a:pt x="4325189" y="961422"/>
                  </a:lnTo>
                  <a:lnTo>
                    <a:pt x="4337512" y="956807"/>
                  </a:lnTo>
                  <a:lnTo>
                    <a:pt x="4349834" y="951937"/>
                  </a:lnTo>
                  <a:lnTo>
                    <a:pt x="4362157" y="946856"/>
                  </a:lnTo>
                  <a:lnTo>
                    <a:pt x="4374479" y="941595"/>
                  </a:lnTo>
                  <a:lnTo>
                    <a:pt x="4386802" y="936156"/>
                  </a:lnTo>
                  <a:lnTo>
                    <a:pt x="4399124" y="930468"/>
                  </a:lnTo>
                  <a:lnTo>
                    <a:pt x="4411447" y="924606"/>
                  </a:lnTo>
                  <a:lnTo>
                    <a:pt x="4423769" y="918590"/>
                  </a:lnTo>
                  <a:lnTo>
                    <a:pt x="4436091" y="912428"/>
                  </a:lnTo>
                  <a:lnTo>
                    <a:pt x="4448414" y="906066"/>
                  </a:lnTo>
                  <a:lnTo>
                    <a:pt x="4460736" y="899593"/>
                  </a:lnTo>
                  <a:lnTo>
                    <a:pt x="4473059" y="893020"/>
                  </a:lnTo>
                  <a:lnTo>
                    <a:pt x="4485381" y="886355"/>
                  </a:lnTo>
                  <a:lnTo>
                    <a:pt x="4497704" y="879601"/>
                  </a:lnTo>
                  <a:lnTo>
                    <a:pt x="4510026" y="872812"/>
                  </a:lnTo>
                  <a:lnTo>
                    <a:pt x="4522349" y="866005"/>
                  </a:lnTo>
                  <a:lnTo>
                    <a:pt x="4534671" y="859196"/>
                  </a:lnTo>
                  <a:lnTo>
                    <a:pt x="4546994" y="852434"/>
                  </a:lnTo>
                  <a:lnTo>
                    <a:pt x="4559316" y="845735"/>
                  </a:lnTo>
                  <a:lnTo>
                    <a:pt x="4571639" y="839116"/>
                  </a:lnTo>
                  <a:lnTo>
                    <a:pt x="4583961" y="832622"/>
                  </a:lnTo>
                  <a:lnTo>
                    <a:pt x="4596284" y="826315"/>
                  </a:lnTo>
                  <a:lnTo>
                    <a:pt x="4608606" y="820177"/>
                  </a:lnTo>
                  <a:lnTo>
                    <a:pt x="4620929" y="814227"/>
                  </a:lnTo>
                  <a:lnTo>
                    <a:pt x="4633251" y="808546"/>
                  </a:lnTo>
                  <a:lnTo>
                    <a:pt x="4645574" y="803178"/>
                  </a:lnTo>
                  <a:lnTo>
                    <a:pt x="4657896" y="798083"/>
                  </a:lnTo>
                  <a:lnTo>
                    <a:pt x="4670219" y="793273"/>
                  </a:lnTo>
                  <a:lnTo>
                    <a:pt x="4682541" y="788878"/>
                  </a:lnTo>
                  <a:lnTo>
                    <a:pt x="4694864" y="784889"/>
                  </a:lnTo>
                  <a:lnTo>
                    <a:pt x="4707186" y="781253"/>
                  </a:lnTo>
                  <a:lnTo>
                    <a:pt x="4719508" y="777982"/>
                  </a:lnTo>
                  <a:lnTo>
                    <a:pt x="4731831" y="775246"/>
                  </a:lnTo>
                  <a:lnTo>
                    <a:pt x="4744153" y="772960"/>
                  </a:lnTo>
                  <a:lnTo>
                    <a:pt x="4756476" y="771077"/>
                  </a:lnTo>
                  <a:lnTo>
                    <a:pt x="4768798" y="769604"/>
                  </a:lnTo>
                  <a:lnTo>
                    <a:pt x="4781121" y="768742"/>
                  </a:lnTo>
                  <a:lnTo>
                    <a:pt x="4793443" y="768322"/>
                  </a:lnTo>
                  <a:lnTo>
                    <a:pt x="4805766" y="768316"/>
                  </a:lnTo>
                  <a:lnTo>
                    <a:pt x="4818088" y="768728"/>
                  </a:lnTo>
                  <a:lnTo>
                    <a:pt x="4830411" y="769759"/>
                  </a:lnTo>
                  <a:lnTo>
                    <a:pt x="4842733" y="771183"/>
                  </a:lnTo>
                  <a:lnTo>
                    <a:pt x="4855056" y="772994"/>
                  </a:lnTo>
                  <a:lnTo>
                    <a:pt x="4867378" y="775210"/>
                  </a:lnTo>
                  <a:lnTo>
                    <a:pt x="4879701" y="777947"/>
                  </a:lnTo>
                  <a:lnTo>
                    <a:pt x="4892023" y="781019"/>
                  </a:lnTo>
                  <a:lnTo>
                    <a:pt x="4904346" y="784414"/>
                  </a:lnTo>
                  <a:lnTo>
                    <a:pt x="4916668" y="788160"/>
                  </a:lnTo>
                  <a:lnTo>
                    <a:pt x="4928991" y="792293"/>
                  </a:lnTo>
                  <a:lnTo>
                    <a:pt x="4941313" y="796678"/>
                  </a:lnTo>
                  <a:lnTo>
                    <a:pt x="4953636" y="801301"/>
                  </a:lnTo>
                  <a:lnTo>
                    <a:pt x="4965958" y="806187"/>
                  </a:lnTo>
                  <a:lnTo>
                    <a:pt x="4978281" y="811315"/>
                  </a:lnTo>
                  <a:lnTo>
                    <a:pt x="4990603" y="816603"/>
                  </a:lnTo>
                  <a:lnTo>
                    <a:pt x="5002925" y="822035"/>
                  </a:lnTo>
                  <a:lnTo>
                    <a:pt x="5015248" y="827621"/>
                  </a:lnTo>
                  <a:lnTo>
                    <a:pt x="5027570" y="833320"/>
                  </a:lnTo>
                  <a:lnTo>
                    <a:pt x="5039893" y="839088"/>
                  </a:lnTo>
                  <a:lnTo>
                    <a:pt x="5052215" y="844912"/>
                  </a:lnTo>
                  <a:lnTo>
                    <a:pt x="5064538" y="850780"/>
                  </a:lnTo>
                  <a:lnTo>
                    <a:pt x="5076860" y="856659"/>
                  </a:lnTo>
                  <a:lnTo>
                    <a:pt x="5089183" y="862532"/>
                  </a:lnTo>
                  <a:lnTo>
                    <a:pt x="5101505" y="868388"/>
                  </a:lnTo>
                  <a:lnTo>
                    <a:pt x="5113828" y="874194"/>
                  </a:lnTo>
                  <a:lnTo>
                    <a:pt x="5126150" y="879944"/>
                  </a:lnTo>
                  <a:lnTo>
                    <a:pt x="5138473" y="885632"/>
                  </a:lnTo>
                  <a:lnTo>
                    <a:pt x="5150795" y="891253"/>
                  </a:lnTo>
                  <a:lnTo>
                    <a:pt x="5163118" y="896757"/>
                  </a:lnTo>
                  <a:lnTo>
                    <a:pt x="5175440" y="902168"/>
                  </a:lnTo>
                  <a:lnTo>
                    <a:pt x="5187763" y="907487"/>
                  </a:lnTo>
                  <a:lnTo>
                    <a:pt x="5200085" y="912708"/>
                  </a:lnTo>
                  <a:lnTo>
                    <a:pt x="5212408" y="917776"/>
                  </a:lnTo>
                  <a:lnTo>
                    <a:pt x="5224730" y="922741"/>
                  </a:lnTo>
                  <a:lnTo>
                    <a:pt x="5237053" y="927601"/>
                  </a:lnTo>
                  <a:lnTo>
                    <a:pt x="5249375" y="932346"/>
                  </a:lnTo>
                  <a:lnTo>
                    <a:pt x="5261698" y="936940"/>
                  </a:lnTo>
                  <a:lnTo>
                    <a:pt x="5274020" y="941429"/>
                  </a:lnTo>
                  <a:lnTo>
                    <a:pt x="5286342" y="945815"/>
                  </a:lnTo>
                  <a:lnTo>
                    <a:pt x="5298665" y="950083"/>
                  </a:lnTo>
                  <a:lnTo>
                    <a:pt x="5310987" y="954214"/>
                  </a:lnTo>
                  <a:lnTo>
                    <a:pt x="5323310" y="958248"/>
                  </a:lnTo>
                  <a:lnTo>
                    <a:pt x="5335632" y="962187"/>
                  </a:lnTo>
                  <a:lnTo>
                    <a:pt x="5347955" y="966011"/>
                  </a:lnTo>
                  <a:lnTo>
                    <a:pt x="5360277" y="969717"/>
                  </a:lnTo>
                  <a:lnTo>
                    <a:pt x="5372600" y="973336"/>
                  </a:lnTo>
                  <a:lnTo>
                    <a:pt x="5384922" y="976867"/>
                  </a:lnTo>
                  <a:lnTo>
                    <a:pt x="5397245" y="980288"/>
                  </a:lnTo>
                  <a:lnTo>
                    <a:pt x="5409567" y="983606"/>
                  </a:lnTo>
                  <a:lnTo>
                    <a:pt x="5421890" y="986842"/>
                  </a:lnTo>
                  <a:lnTo>
                    <a:pt x="5434212" y="989996"/>
                  </a:lnTo>
                  <a:lnTo>
                    <a:pt x="5446535" y="993039"/>
                  </a:lnTo>
                  <a:lnTo>
                    <a:pt x="5458857" y="995987"/>
                  </a:lnTo>
                  <a:lnTo>
                    <a:pt x="5471180" y="998855"/>
                  </a:lnTo>
                  <a:lnTo>
                    <a:pt x="5483502" y="1001640"/>
                  </a:lnTo>
                  <a:lnTo>
                    <a:pt x="5495825" y="1004307"/>
                  </a:lnTo>
                  <a:lnTo>
                    <a:pt x="5508147" y="1006881"/>
                  </a:lnTo>
                  <a:lnTo>
                    <a:pt x="5520470" y="1009370"/>
                  </a:lnTo>
                  <a:lnTo>
                    <a:pt x="5532792" y="1011772"/>
                  </a:lnTo>
                  <a:lnTo>
                    <a:pt x="5545114" y="1014041"/>
                  </a:lnTo>
                  <a:lnTo>
                    <a:pt x="5557437" y="1016217"/>
                  </a:lnTo>
                  <a:lnTo>
                    <a:pt x="5569759" y="1018299"/>
                  </a:lnTo>
                  <a:lnTo>
                    <a:pt x="5582082" y="1020285"/>
                  </a:lnTo>
                  <a:lnTo>
                    <a:pt x="5594404" y="1022125"/>
                  </a:lnTo>
                  <a:lnTo>
                    <a:pt x="5606727" y="1023867"/>
                  </a:lnTo>
                  <a:lnTo>
                    <a:pt x="5619049" y="1025508"/>
                  </a:lnTo>
                  <a:lnTo>
                    <a:pt x="5631372" y="1027037"/>
                  </a:lnTo>
                  <a:lnTo>
                    <a:pt x="5643694" y="1028417"/>
                  </a:lnTo>
                  <a:lnTo>
                    <a:pt x="5656017" y="1029691"/>
                  </a:lnTo>
                  <a:lnTo>
                    <a:pt x="5668339" y="1030859"/>
                  </a:lnTo>
                  <a:lnTo>
                    <a:pt x="5680662" y="1031900"/>
                  </a:lnTo>
                  <a:lnTo>
                    <a:pt x="5692984" y="1032794"/>
                  </a:lnTo>
                  <a:lnTo>
                    <a:pt x="5705307" y="1033580"/>
                  </a:lnTo>
                  <a:lnTo>
                    <a:pt x="5717629" y="1034257"/>
                  </a:lnTo>
                  <a:lnTo>
                    <a:pt x="5729952" y="1034799"/>
                  </a:lnTo>
                  <a:lnTo>
                    <a:pt x="5742274" y="1035202"/>
                  </a:lnTo>
                  <a:lnTo>
                    <a:pt x="5754597" y="1035499"/>
                  </a:lnTo>
                  <a:lnTo>
                    <a:pt x="5766919" y="1035690"/>
                  </a:lnTo>
                  <a:lnTo>
                    <a:pt x="5779242" y="1035746"/>
                  </a:lnTo>
                  <a:lnTo>
                    <a:pt x="5791564" y="1035678"/>
                  </a:lnTo>
                  <a:lnTo>
                    <a:pt x="5803887" y="1035514"/>
                  </a:lnTo>
                  <a:lnTo>
                    <a:pt x="5816209" y="1035253"/>
                  </a:lnTo>
                  <a:lnTo>
                    <a:pt x="5828531" y="1034864"/>
                  </a:lnTo>
                  <a:lnTo>
                    <a:pt x="5840854" y="1034377"/>
                  </a:lnTo>
                  <a:lnTo>
                    <a:pt x="5853176" y="1033806"/>
                  </a:lnTo>
                  <a:lnTo>
                    <a:pt x="5865499" y="1033155"/>
                  </a:lnTo>
                  <a:lnTo>
                    <a:pt x="5877821" y="1032397"/>
                  </a:lnTo>
                  <a:lnTo>
                    <a:pt x="5890144" y="1031567"/>
                  </a:lnTo>
                  <a:lnTo>
                    <a:pt x="5902466" y="1030676"/>
                  </a:lnTo>
                  <a:lnTo>
                    <a:pt x="5914789" y="1029725"/>
                  </a:lnTo>
                  <a:lnTo>
                    <a:pt x="5927111" y="1028699"/>
                  </a:lnTo>
                  <a:lnTo>
                    <a:pt x="5939434" y="1027632"/>
                  </a:lnTo>
                  <a:lnTo>
                    <a:pt x="5951756" y="1026528"/>
                  </a:lnTo>
                  <a:lnTo>
                    <a:pt x="5964079" y="1025391"/>
                  </a:lnTo>
                  <a:lnTo>
                    <a:pt x="5976401" y="1024221"/>
                  </a:lnTo>
                  <a:lnTo>
                    <a:pt x="5988724" y="1023039"/>
                  </a:lnTo>
                  <a:lnTo>
                    <a:pt x="6001046" y="1021850"/>
                  </a:lnTo>
                  <a:lnTo>
                    <a:pt x="6013369" y="1020658"/>
                  </a:lnTo>
                  <a:lnTo>
                    <a:pt x="6025691" y="1019478"/>
                  </a:lnTo>
                  <a:lnTo>
                    <a:pt x="6038014" y="1018314"/>
                  </a:lnTo>
                  <a:lnTo>
                    <a:pt x="6050336" y="1017172"/>
                  </a:lnTo>
                  <a:lnTo>
                    <a:pt x="6062659" y="1016063"/>
                  </a:lnTo>
                  <a:lnTo>
                    <a:pt x="6074981" y="1015004"/>
                  </a:lnTo>
                  <a:lnTo>
                    <a:pt x="6087304" y="1013989"/>
                  </a:lnTo>
                  <a:lnTo>
                    <a:pt x="6099626" y="1013023"/>
                  </a:lnTo>
                  <a:lnTo>
                    <a:pt x="6111948" y="1012126"/>
                  </a:lnTo>
                  <a:lnTo>
                    <a:pt x="6124271" y="1011308"/>
                  </a:lnTo>
                  <a:lnTo>
                    <a:pt x="6136593" y="1010557"/>
                  </a:lnTo>
                  <a:lnTo>
                    <a:pt x="6148916" y="1009877"/>
                  </a:lnTo>
                  <a:lnTo>
                    <a:pt x="6161238" y="1009297"/>
                  </a:lnTo>
                  <a:lnTo>
                    <a:pt x="6173561" y="1008815"/>
                  </a:lnTo>
                  <a:lnTo>
                    <a:pt x="6185883" y="1008415"/>
                  </a:lnTo>
                  <a:lnTo>
                    <a:pt x="6198206" y="1008102"/>
                  </a:lnTo>
                  <a:lnTo>
                    <a:pt x="6210528" y="1007911"/>
                  </a:lnTo>
                  <a:lnTo>
                    <a:pt x="6222851" y="1007823"/>
                  </a:lnTo>
                  <a:lnTo>
                    <a:pt x="6235173" y="1007826"/>
                  </a:lnTo>
                  <a:lnTo>
                    <a:pt x="6247496" y="1007921"/>
                  </a:lnTo>
                  <a:lnTo>
                    <a:pt x="6259818" y="1008150"/>
                  </a:lnTo>
                  <a:lnTo>
                    <a:pt x="6272141" y="1008475"/>
                  </a:lnTo>
                  <a:lnTo>
                    <a:pt x="6284463" y="1008889"/>
                  </a:lnTo>
                  <a:lnTo>
                    <a:pt x="6296786" y="1009392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1"/>
            <p:cNvSpPr/>
            <p:nvPr/>
          </p:nvSpPr>
          <p:spPr>
            <a:xfrm>
              <a:off x="706745" y="605582"/>
              <a:ext cx="6296786" cy="5540746"/>
            </a:xfrm>
            <a:custGeom>
              <a:avLst/>
              <a:pathLst>
                <a:path w="6296786" h="5540746">
                  <a:moveTo>
                    <a:pt x="0" y="5540746"/>
                  </a:moveTo>
                  <a:lnTo>
                    <a:pt x="12322" y="5540746"/>
                  </a:lnTo>
                  <a:lnTo>
                    <a:pt x="24644" y="5540746"/>
                  </a:lnTo>
                  <a:lnTo>
                    <a:pt x="36967" y="5540746"/>
                  </a:lnTo>
                  <a:lnTo>
                    <a:pt x="49289" y="5540746"/>
                  </a:lnTo>
                  <a:lnTo>
                    <a:pt x="61612" y="5540746"/>
                  </a:lnTo>
                  <a:lnTo>
                    <a:pt x="73934" y="5540746"/>
                  </a:lnTo>
                  <a:lnTo>
                    <a:pt x="86257" y="5540746"/>
                  </a:lnTo>
                  <a:lnTo>
                    <a:pt x="98579" y="5540746"/>
                  </a:lnTo>
                  <a:lnTo>
                    <a:pt x="110902" y="5540746"/>
                  </a:lnTo>
                  <a:lnTo>
                    <a:pt x="123224" y="5540746"/>
                  </a:lnTo>
                  <a:lnTo>
                    <a:pt x="135547" y="5540746"/>
                  </a:lnTo>
                  <a:lnTo>
                    <a:pt x="147869" y="5540746"/>
                  </a:lnTo>
                  <a:lnTo>
                    <a:pt x="160192" y="5540745"/>
                  </a:lnTo>
                  <a:lnTo>
                    <a:pt x="172514" y="5540745"/>
                  </a:lnTo>
                  <a:lnTo>
                    <a:pt x="184837" y="5540745"/>
                  </a:lnTo>
                  <a:lnTo>
                    <a:pt x="197159" y="5540745"/>
                  </a:lnTo>
                  <a:lnTo>
                    <a:pt x="209482" y="5540744"/>
                  </a:lnTo>
                  <a:lnTo>
                    <a:pt x="221804" y="5540741"/>
                  </a:lnTo>
                  <a:lnTo>
                    <a:pt x="234127" y="5540735"/>
                  </a:lnTo>
                  <a:lnTo>
                    <a:pt x="246449" y="5540722"/>
                  </a:lnTo>
                  <a:lnTo>
                    <a:pt x="258772" y="5540695"/>
                  </a:lnTo>
                  <a:lnTo>
                    <a:pt x="271094" y="5540638"/>
                  </a:lnTo>
                  <a:lnTo>
                    <a:pt x="283416" y="5540517"/>
                  </a:lnTo>
                  <a:lnTo>
                    <a:pt x="295739" y="5540276"/>
                  </a:lnTo>
                  <a:lnTo>
                    <a:pt x="308061" y="5539811"/>
                  </a:lnTo>
                  <a:lnTo>
                    <a:pt x="320384" y="5538940"/>
                  </a:lnTo>
                  <a:lnTo>
                    <a:pt x="332706" y="5537361"/>
                  </a:lnTo>
                  <a:lnTo>
                    <a:pt x="345029" y="5534591"/>
                  </a:lnTo>
                  <a:lnTo>
                    <a:pt x="357351" y="5529879"/>
                  </a:lnTo>
                  <a:lnTo>
                    <a:pt x="369674" y="5522108"/>
                  </a:lnTo>
                  <a:lnTo>
                    <a:pt x="381996" y="5509679"/>
                  </a:lnTo>
                  <a:lnTo>
                    <a:pt x="394319" y="5490391"/>
                  </a:lnTo>
                  <a:lnTo>
                    <a:pt x="406641" y="5461339"/>
                  </a:lnTo>
                  <a:lnTo>
                    <a:pt x="418964" y="5418398"/>
                  </a:lnTo>
                  <a:lnTo>
                    <a:pt x="431286" y="5355606"/>
                  </a:lnTo>
                  <a:lnTo>
                    <a:pt x="443609" y="5268913"/>
                  </a:lnTo>
                  <a:lnTo>
                    <a:pt x="455931" y="5153364"/>
                  </a:lnTo>
                  <a:lnTo>
                    <a:pt x="468254" y="5004755"/>
                  </a:lnTo>
                  <a:lnTo>
                    <a:pt x="480576" y="4820449"/>
                  </a:lnTo>
                  <a:lnTo>
                    <a:pt x="492899" y="4600261"/>
                  </a:lnTo>
                  <a:lnTo>
                    <a:pt x="505221" y="4347248"/>
                  </a:lnTo>
                  <a:lnTo>
                    <a:pt x="517544" y="4068271"/>
                  </a:lnTo>
                  <a:lnTo>
                    <a:pt x="529866" y="3774155"/>
                  </a:lnTo>
                  <a:lnTo>
                    <a:pt x="542189" y="3479342"/>
                  </a:lnTo>
                  <a:lnTo>
                    <a:pt x="554511" y="3200954"/>
                  </a:lnTo>
                  <a:lnTo>
                    <a:pt x="566833" y="2957300"/>
                  </a:lnTo>
                  <a:lnTo>
                    <a:pt x="579156" y="2772176"/>
                  </a:lnTo>
                  <a:lnTo>
                    <a:pt x="591478" y="2656133"/>
                  </a:lnTo>
                  <a:lnTo>
                    <a:pt x="603801" y="2616478"/>
                  </a:lnTo>
                  <a:lnTo>
                    <a:pt x="616123" y="2654522"/>
                  </a:lnTo>
                  <a:lnTo>
                    <a:pt x="628446" y="2765207"/>
                  </a:lnTo>
                  <a:lnTo>
                    <a:pt x="640768" y="2937896"/>
                  </a:lnTo>
                  <a:lnTo>
                    <a:pt x="653091" y="3157831"/>
                  </a:lnTo>
                  <a:lnTo>
                    <a:pt x="665413" y="3407993"/>
                  </a:lnTo>
                  <a:lnTo>
                    <a:pt x="677736" y="3671089"/>
                  </a:lnTo>
                  <a:lnTo>
                    <a:pt x="690058" y="3931332"/>
                  </a:lnTo>
                  <a:lnTo>
                    <a:pt x="702381" y="4175796"/>
                  </a:lnTo>
                  <a:lnTo>
                    <a:pt x="714703" y="4395151"/>
                  </a:lnTo>
                  <a:lnTo>
                    <a:pt x="727026" y="4581764"/>
                  </a:lnTo>
                  <a:lnTo>
                    <a:pt x="739348" y="4733823"/>
                  </a:lnTo>
                  <a:lnTo>
                    <a:pt x="751671" y="4852292"/>
                  </a:lnTo>
                  <a:lnTo>
                    <a:pt x="763993" y="4937224"/>
                  </a:lnTo>
                  <a:lnTo>
                    <a:pt x="776316" y="4987796"/>
                  </a:lnTo>
                  <a:lnTo>
                    <a:pt x="788638" y="5001466"/>
                  </a:lnTo>
                  <a:lnTo>
                    <a:pt x="800961" y="4973530"/>
                  </a:lnTo>
                  <a:lnTo>
                    <a:pt x="813283" y="4897163"/>
                  </a:lnTo>
                  <a:lnTo>
                    <a:pt x="825606" y="4763982"/>
                  </a:lnTo>
                  <a:lnTo>
                    <a:pt x="837928" y="4565138"/>
                  </a:lnTo>
                  <a:lnTo>
                    <a:pt x="850250" y="4292887"/>
                  </a:lnTo>
                  <a:lnTo>
                    <a:pt x="862573" y="3942524"/>
                  </a:lnTo>
                  <a:lnTo>
                    <a:pt x="874895" y="3512553"/>
                  </a:lnTo>
                  <a:lnTo>
                    <a:pt x="887218" y="3010425"/>
                  </a:lnTo>
                  <a:lnTo>
                    <a:pt x="899540" y="2460678"/>
                  </a:lnTo>
                  <a:lnTo>
                    <a:pt x="911863" y="1891059"/>
                  </a:lnTo>
                  <a:lnTo>
                    <a:pt x="924185" y="1336094"/>
                  </a:lnTo>
                  <a:lnTo>
                    <a:pt x="936508" y="834080"/>
                  </a:lnTo>
                  <a:lnTo>
                    <a:pt x="948830" y="423134"/>
                  </a:lnTo>
                  <a:lnTo>
                    <a:pt x="961153" y="136820"/>
                  </a:lnTo>
                  <a:lnTo>
                    <a:pt x="973475" y="0"/>
                  </a:lnTo>
                  <a:lnTo>
                    <a:pt x="985798" y="25571"/>
                  </a:lnTo>
                  <a:lnTo>
                    <a:pt x="998120" y="212645"/>
                  </a:lnTo>
                  <a:lnTo>
                    <a:pt x="1010443" y="546509"/>
                  </a:lnTo>
                  <a:lnTo>
                    <a:pt x="1022765" y="1000437"/>
                  </a:lnTo>
                  <a:lnTo>
                    <a:pt x="1035088" y="1542608"/>
                  </a:lnTo>
                  <a:lnTo>
                    <a:pt x="1047410" y="2122205"/>
                  </a:lnTo>
                  <a:lnTo>
                    <a:pt x="1059733" y="2702103"/>
                  </a:lnTo>
                  <a:lnTo>
                    <a:pt x="1072055" y="3251216"/>
                  </a:lnTo>
                  <a:lnTo>
                    <a:pt x="1084378" y="3746327"/>
                  </a:lnTo>
                  <a:lnTo>
                    <a:pt x="1096700" y="4172796"/>
                  </a:lnTo>
                  <a:lnTo>
                    <a:pt x="1109022" y="4524111"/>
                  </a:lnTo>
                  <a:lnTo>
                    <a:pt x="1121345" y="4800619"/>
                  </a:lnTo>
                  <a:lnTo>
                    <a:pt x="1133667" y="5007784"/>
                  </a:lnTo>
                  <a:lnTo>
                    <a:pt x="1145990" y="5154327"/>
                  </a:lnTo>
                  <a:lnTo>
                    <a:pt x="1158312" y="5250543"/>
                  </a:lnTo>
                  <a:lnTo>
                    <a:pt x="1170635" y="5306965"/>
                  </a:lnTo>
                  <a:lnTo>
                    <a:pt x="1182957" y="5332197"/>
                  </a:lnTo>
                  <a:lnTo>
                    <a:pt x="1195280" y="5336802"/>
                  </a:lnTo>
                  <a:lnTo>
                    <a:pt x="1207602" y="5328695"/>
                  </a:lnTo>
                  <a:lnTo>
                    <a:pt x="1219925" y="5313564"/>
                  </a:lnTo>
                  <a:lnTo>
                    <a:pt x="1232247" y="5295954"/>
                  </a:lnTo>
                  <a:lnTo>
                    <a:pt x="1244570" y="5279359"/>
                  </a:lnTo>
                  <a:lnTo>
                    <a:pt x="1256892" y="5266305"/>
                  </a:lnTo>
                  <a:lnTo>
                    <a:pt x="1269215" y="5258416"/>
                  </a:lnTo>
                  <a:lnTo>
                    <a:pt x="1281537" y="5256499"/>
                  </a:lnTo>
                  <a:lnTo>
                    <a:pt x="1293860" y="5260650"/>
                  </a:lnTo>
                  <a:lnTo>
                    <a:pt x="1306182" y="5270396"/>
                  </a:lnTo>
                  <a:lnTo>
                    <a:pt x="1318505" y="5284860"/>
                  </a:lnTo>
                  <a:lnTo>
                    <a:pt x="1330827" y="5303016"/>
                  </a:lnTo>
                  <a:lnTo>
                    <a:pt x="1343150" y="5323630"/>
                  </a:lnTo>
                  <a:lnTo>
                    <a:pt x="1355472" y="5345449"/>
                  </a:lnTo>
                  <a:lnTo>
                    <a:pt x="1367795" y="5367625"/>
                  </a:lnTo>
                  <a:lnTo>
                    <a:pt x="1380117" y="5389490"/>
                  </a:lnTo>
                  <a:lnTo>
                    <a:pt x="1392439" y="5410541"/>
                  </a:lnTo>
                  <a:lnTo>
                    <a:pt x="1404762" y="5430403"/>
                  </a:lnTo>
                  <a:lnTo>
                    <a:pt x="1417084" y="5448799"/>
                  </a:lnTo>
                  <a:lnTo>
                    <a:pt x="1429407" y="5465522"/>
                  </a:lnTo>
                  <a:lnTo>
                    <a:pt x="1441729" y="5480426"/>
                  </a:lnTo>
                  <a:lnTo>
                    <a:pt x="1454052" y="5493425"/>
                  </a:lnTo>
                  <a:lnTo>
                    <a:pt x="1466374" y="5504493"/>
                  </a:lnTo>
                  <a:lnTo>
                    <a:pt x="1478697" y="5513670"/>
                  </a:lnTo>
                  <a:lnTo>
                    <a:pt x="1491019" y="5520915"/>
                  </a:lnTo>
                  <a:lnTo>
                    <a:pt x="1503342" y="5526590"/>
                  </a:lnTo>
                  <a:lnTo>
                    <a:pt x="1515664" y="5530908"/>
                  </a:lnTo>
                  <a:lnTo>
                    <a:pt x="1527987" y="5534097"/>
                  </a:lnTo>
                  <a:lnTo>
                    <a:pt x="1540309" y="5536381"/>
                  </a:lnTo>
                  <a:lnTo>
                    <a:pt x="1552632" y="5537965"/>
                  </a:lnTo>
                  <a:lnTo>
                    <a:pt x="1564954" y="5539028"/>
                  </a:lnTo>
                  <a:lnTo>
                    <a:pt x="1577277" y="5539718"/>
                  </a:lnTo>
                  <a:lnTo>
                    <a:pt x="1589599" y="5540150"/>
                  </a:lnTo>
                  <a:lnTo>
                    <a:pt x="1601922" y="5540412"/>
                  </a:lnTo>
                  <a:lnTo>
                    <a:pt x="1614244" y="5540565"/>
                  </a:lnTo>
                  <a:lnTo>
                    <a:pt x="1626567" y="5540651"/>
                  </a:lnTo>
                  <a:lnTo>
                    <a:pt x="1638889" y="5540697"/>
                  </a:lnTo>
                  <a:lnTo>
                    <a:pt x="1651212" y="5540721"/>
                  </a:lnTo>
                  <a:lnTo>
                    <a:pt x="1663534" y="5540733"/>
                  </a:lnTo>
                  <a:lnTo>
                    <a:pt x="1675856" y="5540740"/>
                  </a:lnTo>
                  <a:lnTo>
                    <a:pt x="1688179" y="5540743"/>
                  </a:lnTo>
                  <a:lnTo>
                    <a:pt x="1700501" y="5540744"/>
                  </a:lnTo>
                  <a:lnTo>
                    <a:pt x="1712824" y="5540745"/>
                  </a:lnTo>
                  <a:lnTo>
                    <a:pt x="1725146" y="5540745"/>
                  </a:lnTo>
                  <a:lnTo>
                    <a:pt x="1737469" y="5540745"/>
                  </a:lnTo>
                  <a:lnTo>
                    <a:pt x="1749791" y="5540746"/>
                  </a:lnTo>
                  <a:lnTo>
                    <a:pt x="1762114" y="5540746"/>
                  </a:lnTo>
                  <a:lnTo>
                    <a:pt x="1774436" y="5540746"/>
                  </a:lnTo>
                  <a:lnTo>
                    <a:pt x="1786759" y="5540746"/>
                  </a:lnTo>
                  <a:lnTo>
                    <a:pt x="1799081" y="5540746"/>
                  </a:lnTo>
                  <a:lnTo>
                    <a:pt x="1811404" y="5540746"/>
                  </a:lnTo>
                  <a:lnTo>
                    <a:pt x="1823726" y="5540746"/>
                  </a:lnTo>
                  <a:lnTo>
                    <a:pt x="1836049" y="5540746"/>
                  </a:lnTo>
                  <a:lnTo>
                    <a:pt x="1848371" y="5540746"/>
                  </a:lnTo>
                  <a:lnTo>
                    <a:pt x="1860694" y="5540746"/>
                  </a:lnTo>
                  <a:lnTo>
                    <a:pt x="1873016" y="5540746"/>
                  </a:lnTo>
                  <a:lnTo>
                    <a:pt x="1885339" y="5540746"/>
                  </a:lnTo>
                  <a:lnTo>
                    <a:pt x="1897661" y="5540746"/>
                  </a:lnTo>
                  <a:lnTo>
                    <a:pt x="1909984" y="5540746"/>
                  </a:lnTo>
                  <a:lnTo>
                    <a:pt x="1922306" y="5540746"/>
                  </a:lnTo>
                  <a:lnTo>
                    <a:pt x="1934629" y="5540746"/>
                  </a:lnTo>
                  <a:lnTo>
                    <a:pt x="1946951" y="5540746"/>
                  </a:lnTo>
                  <a:lnTo>
                    <a:pt x="1959273" y="5540746"/>
                  </a:lnTo>
                  <a:lnTo>
                    <a:pt x="1971596" y="5540746"/>
                  </a:lnTo>
                  <a:lnTo>
                    <a:pt x="1983918" y="5540746"/>
                  </a:lnTo>
                  <a:lnTo>
                    <a:pt x="1996241" y="5540746"/>
                  </a:lnTo>
                  <a:lnTo>
                    <a:pt x="2008563" y="5540746"/>
                  </a:lnTo>
                  <a:lnTo>
                    <a:pt x="2020886" y="5540746"/>
                  </a:lnTo>
                  <a:lnTo>
                    <a:pt x="2033208" y="5540746"/>
                  </a:lnTo>
                  <a:lnTo>
                    <a:pt x="2045531" y="5540746"/>
                  </a:lnTo>
                  <a:lnTo>
                    <a:pt x="2057853" y="5540746"/>
                  </a:lnTo>
                  <a:lnTo>
                    <a:pt x="2070176" y="5540746"/>
                  </a:lnTo>
                  <a:lnTo>
                    <a:pt x="2082498" y="5540746"/>
                  </a:lnTo>
                  <a:lnTo>
                    <a:pt x="2094821" y="5540746"/>
                  </a:lnTo>
                  <a:lnTo>
                    <a:pt x="2107143" y="5540746"/>
                  </a:lnTo>
                  <a:lnTo>
                    <a:pt x="2119466" y="5540746"/>
                  </a:lnTo>
                  <a:lnTo>
                    <a:pt x="2131788" y="5540746"/>
                  </a:lnTo>
                  <a:lnTo>
                    <a:pt x="2144111" y="5540746"/>
                  </a:lnTo>
                  <a:lnTo>
                    <a:pt x="2156433" y="5540746"/>
                  </a:lnTo>
                  <a:lnTo>
                    <a:pt x="2168756" y="5540746"/>
                  </a:lnTo>
                  <a:lnTo>
                    <a:pt x="2181078" y="5540746"/>
                  </a:lnTo>
                  <a:lnTo>
                    <a:pt x="2193401" y="5540746"/>
                  </a:lnTo>
                  <a:lnTo>
                    <a:pt x="2205723" y="5540746"/>
                  </a:lnTo>
                  <a:lnTo>
                    <a:pt x="2218045" y="5540746"/>
                  </a:lnTo>
                  <a:lnTo>
                    <a:pt x="2230368" y="5540745"/>
                  </a:lnTo>
                  <a:lnTo>
                    <a:pt x="2242690" y="5540745"/>
                  </a:lnTo>
                  <a:lnTo>
                    <a:pt x="2255013" y="5540745"/>
                  </a:lnTo>
                  <a:lnTo>
                    <a:pt x="2267335" y="5540744"/>
                  </a:lnTo>
                  <a:lnTo>
                    <a:pt x="2279658" y="5540742"/>
                  </a:lnTo>
                  <a:lnTo>
                    <a:pt x="2291980" y="5540738"/>
                  </a:lnTo>
                  <a:lnTo>
                    <a:pt x="2304303" y="5540729"/>
                  </a:lnTo>
                  <a:lnTo>
                    <a:pt x="2316625" y="5540710"/>
                  </a:lnTo>
                  <a:lnTo>
                    <a:pt x="2328948" y="5540673"/>
                  </a:lnTo>
                  <a:lnTo>
                    <a:pt x="2341270" y="5540601"/>
                  </a:lnTo>
                  <a:lnTo>
                    <a:pt x="2353593" y="5540468"/>
                  </a:lnTo>
                  <a:lnTo>
                    <a:pt x="2365915" y="5540229"/>
                  </a:lnTo>
                  <a:lnTo>
                    <a:pt x="2378238" y="5539815"/>
                  </a:lnTo>
                  <a:lnTo>
                    <a:pt x="2390560" y="5539116"/>
                  </a:lnTo>
                  <a:lnTo>
                    <a:pt x="2402883" y="5537916"/>
                  </a:lnTo>
                  <a:lnTo>
                    <a:pt x="2415205" y="5536000"/>
                  </a:lnTo>
                  <a:lnTo>
                    <a:pt x="2427528" y="5533054"/>
                  </a:lnTo>
                  <a:lnTo>
                    <a:pt x="2439850" y="5528691"/>
                  </a:lnTo>
                  <a:lnTo>
                    <a:pt x="2452173" y="5522466"/>
                  </a:lnTo>
                  <a:lnTo>
                    <a:pt x="2464495" y="5513912"/>
                  </a:lnTo>
                  <a:lnTo>
                    <a:pt x="2476818" y="5502590"/>
                  </a:lnTo>
                  <a:lnTo>
                    <a:pt x="2489140" y="5488165"/>
                  </a:lnTo>
                  <a:lnTo>
                    <a:pt x="2501462" y="5470489"/>
                  </a:lnTo>
                  <a:lnTo>
                    <a:pt x="2513785" y="5449687"/>
                  </a:lnTo>
                  <a:lnTo>
                    <a:pt x="2526107" y="5426233"/>
                  </a:lnTo>
                  <a:lnTo>
                    <a:pt x="2538430" y="5400995"/>
                  </a:lnTo>
                  <a:lnTo>
                    <a:pt x="2550752" y="5375336"/>
                  </a:lnTo>
                  <a:lnTo>
                    <a:pt x="2563075" y="5351097"/>
                  </a:lnTo>
                  <a:lnTo>
                    <a:pt x="2575397" y="5330035"/>
                  </a:lnTo>
                  <a:lnTo>
                    <a:pt x="2587720" y="5313787"/>
                  </a:lnTo>
                  <a:lnTo>
                    <a:pt x="2600042" y="5303676"/>
                  </a:lnTo>
                  <a:lnTo>
                    <a:pt x="2612365" y="5300525"/>
                  </a:lnTo>
                  <a:lnTo>
                    <a:pt x="2624687" y="5304543"/>
                  </a:lnTo>
                  <a:lnTo>
                    <a:pt x="2637010" y="5315275"/>
                  </a:lnTo>
                  <a:lnTo>
                    <a:pt x="2649332" y="5331632"/>
                  </a:lnTo>
                  <a:lnTo>
                    <a:pt x="2661655" y="5351997"/>
                  </a:lnTo>
                  <a:lnTo>
                    <a:pt x="2673977" y="5374366"/>
                  </a:lnTo>
                  <a:lnTo>
                    <a:pt x="2686300" y="5396514"/>
                  </a:lnTo>
                  <a:lnTo>
                    <a:pt x="2698622" y="5415915"/>
                  </a:lnTo>
                  <a:lnTo>
                    <a:pt x="2710945" y="5429941"/>
                  </a:lnTo>
                  <a:lnTo>
                    <a:pt x="2723267" y="5436619"/>
                  </a:lnTo>
                  <a:lnTo>
                    <a:pt x="2735590" y="5433976"/>
                  </a:lnTo>
                  <a:lnTo>
                    <a:pt x="2747912" y="5420206"/>
                  </a:lnTo>
                  <a:lnTo>
                    <a:pt x="2760235" y="5393741"/>
                  </a:lnTo>
                  <a:lnTo>
                    <a:pt x="2772557" y="5353391"/>
                  </a:lnTo>
                  <a:lnTo>
                    <a:pt x="2784879" y="5298548"/>
                  </a:lnTo>
                  <a:lnTo>
                    <a:pt x="2797202" y="5229434"/>
                  </a:lnTo>
                  <a:lnTo>
                    <a:pt x="2809524" y="5147357"/>
                  </a:lnTo>
                  <a:lnTo>
                    <a:pt x="2821847" y="5054921"/>
                  </a:lnTo>
                  <a:lnTo>
                    <a:pt x="2834169" y="4956124"/>
                  </a:lnTo>
                  <a:lnTo>
                    <a:pt x="2846492" y="4856360"/>
                  </a:lnTo>
                  <a:lnTo>
                    <a:pt x="2858814" y="4763213"/>
                  </a:lnTo>
                  <a:lnTo>
                    <a:pt x="2871137" y="4683508"/>
                  </a:lnTo>
                  <a:lnTo>
                    <a:pt x="2883459" y="4623391"/>
                  </a:lnTo>
                  <a:lnTo>
                    <a:pt x="2895782" y="4587680"/>
                  </a:lnTo>
                  <a:lnTo>
                    <a:pt x="2908104" y="4579270"/>
                  </a:lnTo>
                  <a:lnTo>
                    <a:pt x="2920427" y="4598780"/>
                  </a:lnTo>
                  <a:lnTo>
                    <a:pt x="2932749" y="4644497"/>
                  </a:lnTo>
                  <a:lnTo>
                    <a:pt x="2945072" y="4712617"/>
                  </a:lnTo>
                  <a:lnTo>
                    <a:pt x="2957394" y="4797743"/>
                  </a:lnTo>
                  <a:lnTo>
                    <a:pt x="2969717" y="4893563"/>
                  </a:lnTo>
                  <a:lnTo>
                    <a:pt x="2982039" y="4993590"/>
                  </a:lnTo>
                  <a:lnTo>
                    <a:pt x="2994362" y="5091855"/>
                  </a:lnTo>
                  <a:lnTo>
                    <a:pt x="3006684" y="5182629"/>
                  </a:lnTo>
                  <a:lnTo>
                    <a:pt x="3019007" y="5262758"/>
                  </a:lnTo>
                  <a:lnTo>
                    <a:pt x="3031329" y="5330828"/>
                  </a:lnTo>
                  <a:lnTo>
                    <a:pt x="3043652" y="5386545"/>
                  </a:lnTo>
                  <a:lnTo>
                    <a:pt x="3055974" y="5430563"/>
                  </a:lnTo>
                  <a:lnTo>
                    <a:pt x="3068296" y="5464168"/>
                  </a:lnTo>
                  <a:lnTo>
                    <a:pt x="3080619" y="5488983"/>
                  </a:lnTo>
                  <a:lnTo>
                    <a:pt x="3092941" y="5506717"/>
                  </a:lnTo>
                  <a:lnTo>
                    <a:pt x="3105264" y="5518988"/>
                  </a:lnTo>
                  <a:lnTo>
                    <a:pt x="3117586" y="5527216"/>
                  </a:lnTo>
                  <a:lnTo>
                    <a:pt x="3129909" y="5532561"/>
                  </a:lnTo>
                  <a:lnTo>
                    <a:pt x="3142231" y="5535929"/>
                  </a:lnTo>
                  <a:lnTo>
                    <a:pt x="3154554" y="5537949"/>
                  </a:lnTo>
                  <a:lnTo>
                    <a:pt x="3166876" y="5539140"/>
                  </a:lnTo>
                  <a:lnTo>
                    <a:pt x="3179199" y="5539846"/>
                  </a:lnTo>
                  <a:lnTo>
                    <a:pt x="3191521" y="5540253"/>
                  </a:lnTo>
                  <a:lnTo>
                    <a:pt x="3203844" y="5540479"/>
                  </a:lnTo>
                  <a:lnTo>
                    <a:pt x="3216166" y="5540600"/>
                  </a:lnTo>
                  <a:lnTo>
                    <a:pt x="3228489" y="5540656"/>
                  </a:lnTo>
                  <a:lnTo>
                    <a:pt x="3240811" y="5540671"/>
                  </a:lnTo>
                  <a:lnTo>
                    <a:pt x="3253134" y="5540654"/>
                  </a:lnTo>
                  <a:lnTo>
                    <a:pt x="3265456" y="5540603"/>
                  </a:lnTo>
                  <a:lnTo>
                    <a:pt x="3277779" y="5540509"/>
                  </a:lnTo>
                  <a:lnTo>
                    <a:pt x="3290101" y="5540354"/>
                  </a:lnTo>
                  <a:lnTo>
                    <a:pt x="3302424" y="5540111"/>
                  </a:lnTo>
                  <a:lnTo>
                    <a:pt x="3314746" y="5539732"/>
                  </a:lnTo>
                  <a:lnTo>
                    <a:pt x="3327068" y="5539180"/>
                  </a:lnTo>
                  <a:lnTo>
                    <a:pt x="3339391" y="5538407"/>
                  </a:lnTo>
                  <a:lnTo>
                    <a:pt x="3351713" y="5537368"/>
                  </a:lnTo>
                  <a:lnTo>
                    <a:pt x="3364036" y="5536023"/>
                  </a:lnTo>
                  <a:lnTo>
                    <a:pt x="3376358" y="5534351"/>
                  </a:lnTo>
                  <a:lnTo>
                    <a:pt x="3388681" y="5532356"/>
                  </a:lnTo>
                  <a:lnTo>
                    <a:pt x="3401003" y="5530076"/>
                  </a:lnTo>
                  <a:lnTo>
                    <a:pt x="3413326" y="5527589"/>
                  </a:lnTo>
                  <a:lnTo>
                    <a:pt x="3425648" y="5525010"/>
                  </a:lnTo>
                  <a:lnTo>
                    <a:pt x="3437971" y="5522491"/>
                  </a:lnTo>
                  <a:lnTo>
                    <a:pt x="3450293" y="5520205"/>
                  </a:lnTo>
                  <a:lnTo>
                    <a:pt x="3462616" y="5518379"/>
                  </a:lnTo>
                  <a:lnTo>
                    <a:pt x="3474938" y="5517154"/>
                  </a:lnTo>
                  <a:lnTo>
                    <a:pt x="3487261" y="5516628"/>
                  </a:lnTo>
                  <a:lnTo>
                    <a:pt x="3499583" y="5516842"/>
                  </a:lnTo>
                  <a:lnTo>
                    <a:pt x="3511906" y="5517772"/>
                  </a:lnTo>
                  <a:lnTo>
                    <a:pt x="3524228" y="5519336"/>
                  </a:lnTo>
                  <a:lnTo>
                    <a:pt x="3536551" y="5521399"/>
                  </a:lnTo>
                  <a:lnTo>
                    <a:pt x="3548873" y="5523798"/>
                  </a:lnTo>
                  <a:lnTo>
                    <a:pt x="3561196" y="5526358"/>
                  </a:lnTo>
                  <a:lnTo>
                    <a:pt x="3573518" y="5528912"/>
                  </a:lnTo>
                  <a:lnTo>
                    <a:pt x="3585841" y="5531321"/>
                  </a:lnTo>
                  <a:lnTo>
                    <a:pt x="3598163" y="5533480"/>
                  </a:lnTo>
                  <a:lnTo>
                    <a:pt x="3610485" y="5535310"/>
                  </a:lnTo>
                  <a:lnTo>
                    <a:pt x="3622808" y="5536792"/>
                  </a:lnTo>
                  <a:lnTo>
                    <a:pt x="3635130" y="5537955"/>
                  </a:lnTo>
                  <a:lnTo>
                    <a:pt x="3647453" y="5538836"/>
                  </a:lnTo>
                  <a:lnTo>
                    <a:pt x="3659775" y="5539479"/>
                  </a:lnTo>
                  <a:lnTo>
                    <a:pt x="3672098" y="5539932"/>
                  </a:lnTo>
                  <a:lnTo>
                    <a:pt x="3684420" y="5540240"/>
                  </a:lnTo>
                  <a:lnTo>
                    <a:pt x="3696743" y="5540441"/>
                  </a:lnTo>
                  <a:lnTo>
                    <a:pt x="3709065" y="5540569"/>
                  </a:lnTo>
                  <a:lnTo>
                    <a:pt x="3721388" y="5540646"/>
                  </a:lnTo>
                  <a:lnTo>
                    <a:pt x="3733710" y="5540692"/>
                  </a:lnTo>
                  <a:lnTo>
                    <a:pt x="3746033" y="5540717"/>
                  </a:lnTo>
                  <a:lnTo>
                    <a:pt x="3758355" y="5540731"/>
                  </a:lnTo>
                  <a:lnTo>
                    <a:pt x="3770678" y="5540738"/>
                  </a:lnTo>
                  <a:lnTo>
                    <a:pt x="3783000" y="5540742"/>
                  </a:lnTo>
                  <a:lnTo>
                    <a:pt x="3795323" y="5540744"/>
                  </a:lnTo>
                  <a:lnTo>
                    <a:pt x="3807645" y="5540745"/>
                  </a:lnTo>
                  <a:lnTo>
                    <a:pt x="3819968" y="5540745"/>
                  </a:lnTo>
                  <a:lnTo>
                    <a:pt x="3832290" y="5540745"/>
                  </a:lnTo>
                  <a:lnTo>
                    <a:pt x="3844613" y="5540745"/>
                  </a:lnTo>
                  <a:lnTo>
                    <a:pt x="3856935" y="5540746"/>
                  </a:lnTo>
                  <a:lnTo>
                    <a:pt x="3869258" y="5540746"/>
                  </a:lnTo>
                  <a:lnTo>
                    <a:pt x="3881580" y="5540746"/>
                  </a:lnTo>
                  <a:lnTo>
                    <a:pt x="3893902" y="5540746"/>
                  </a:lnTo>
                  <a:lnTo>
                    <a:pt x="3906225" y="5540746"/>
                  </a:lnTo>
                  <a:lnTo>
                    <a:pt x="3918547" y="5540746"/>
                  </a:lnTo>
                  <a:lnTo>
                    <a:pt x="3930870" y="5540746"/>
                  </a:lnTo>
                  <a:lnTo>
                    <a:pt x="3943192" y="5540746"/>
                  </a:lnTo>
                  <a:lnTo>
                    <a:pt x="3955515" y="5540746"/>
                  </a:lnTo>
                  <a:lnTo>
                    <a:pt x="3967837" y="5540746"/>
                  </a:lnTo>
                  <a:lnTo>
                    <a:pt x="3980160" y="5540746"/>
                  </a:lnTo>
                  <a:lnTo>
                    <a:pt x="3992482" y="5540746"/>
                  </a:lnTo>
                  <a:lnTo>
                    <a:pt x="4004805" y="5540746"/>
                  </a:lnTo>
                  <a:lnTo>
                    <a:pt x="4017127" y="5540746"/>
                  </a:lnTo>
                  <a:lnTo>
                    <a:pt x="4029450" y="5540746"/>
                  </a:lnTo>
                  <a:lnTo>
                    <a:pt x="4041772" y="5540746"/>
                  </a:lnTo>
                  <a:lnTo>
                    <a:pt x="4054095" y="5540746"/>
                  </a:lnTo>
                  <a:lnTo>
                    <a:pt x="4066417" y="5540746"/>
                  </a:lnTo>
                  <a:lnTo>
                    <a:pt x="4078740" y="5540746"/>
                  </a:lnTo>
                  <a:lnTo>
                    <a:pt x="4091062" y="5540746"/>
                  </a:lnTo>
                  <a:lnTo>
                    <a:pt x="4103385" y="5540746"/>
                  </a:lnTo>
                  <a:lnTo>
                    <a:pt x="4115707" y="5540746"/>
                  </a:lnTo>
                  <a:lnTo>
                    <a:pt x="4128030" y="5540746"/>
                  </a:lnTo>
                  <a:lnTo>
                    <a:pt x="4140352" y="5540746"/>
                  </a:lnTo>
                  <a:lnTo>
                    <a:pt x="4152675" y="5540746"/>
                  </a:lnTo>
                  <a:lnTo>
                    <a:pt x="4164997" y="5540746"/>
                  </a:lnTo>
                  <a:lnTo>
                    <a:pt x="4177319" y="5540746"/>
                  </a:lnTo>
                  <a:lnTo>
                    <a:pt x="4189642" y="5540746"/>
                  </a:lnTo>
                  <a:lnTo>
                    <a:pt x="4201964" y="5540746"/>
                  </a:lnTo>
                  <a:lnTo>
                    <a:pt x="4214287" y="5540746"/>
                  </a:lnTo>
                  <a:lnTo>
                    <a:pt x="4226609" y="5540746"/>
                  </a:lnTo>
                  <a:lnTo>
                    <a:pt x="4238932" y="5540746"/>
                  </a:lnTo>
                  <a:lnTo>
                    <a:pt x="4251254" y="5540746"/>
                  </a:lnTo>
                  <a:lnTo>
                    <a:pt x="4263577" y="5540746"/>
                  </a:lnTo>
                  <a:lnTo>
                    <a:pt x="4275899" y="5540746"/>
                  </a:lnTo>
                  <a:lnTo>
                    <a:pt x="4288222" y="5540746"/>
                  </a:lnTo>
                  <a:lnTo>
                    <a:pt x="4300544" y="5540746"/>
                  </a:lnTo>
                  <a:lnTo>
                    <a:pt x="4312867" y="5540746"/>
                  </a:lnTo>
                  <a:lnTo>
                    <a:pt x="4325189" y="5540746"/>
                  </a:lnTo>
                  <a:lnTo>
                    <a:pt x="4337512" y="5540746"/>
                  </a:lnTo>
                  <a:lnTo>
                    <a:pt x="4349834" y="5540746"/>
                  </a:lnTo>
                  <a:lnTo>
                    <a:pt x="4362157" y="5540746"/>
                  </a:lnTo>
                  <a:lnTo>
                    <a:pt x="4374479" y="5540746"/>
                  </a:lnTo>
                  <a:lnTo>
                    <a:pt x="4386802" y="5540746"/>
                  </a:lnTo>
                  <a:lnTo>
                    <a:pt x="4399124" y="5540746"/>
                  </a:lnTo>
                  <a:lnTo>
                    <a:pt x="4411447" y="5540746"/>
                  </a:lnTo>
                  <a:lnTo>
                    <a:pt x="4423769" y="5540746"/>
                  </a:lnTo>
                  <a:lnTo>
                    <a:pt x="4436091" y="5540746"/>
                  </a:lnTo>
                  <a:lnTo>
                    <a:pt x="4448414" y="5540746"/>
                  </a:lnTo>
                  <a:lnTo>
                    <a:pt x="4460736" y="5540746"/>
                  </a:lnTo>
                  <a:lnTo>
                    <a:pt x="4473059" y="5540746"/>
                  </a:lnTo>
                  <a:lnTo>
                    <a:pt x="4485381" y="5540746"/>
                  </a:lnTo>
                  <a:lnTo>
                    <a:pt x="4497704" y="5540746"/>
                  </a:lnTo>
                  <a:lnTo>
                    <a:pt x="4510026" y="5540746"/>
                  </a:lnTo>
                  <a:lnTo>
                    <a:pt x="4522349" y="5540746"/>
                  </a:lnTo>
                  <a:lnTo>
                    <a:pt x="4534671" y="5540746"/>
                  </a:lnTo>
                  <a:lnTo>
                    <a:pt x="4546994" y="5540746"/>
                  </a:lnTo>
                  <a:lnTo>
                    <a:pt x="4559316" y="5540746"/>
                  </a:lnTo>
                  <a:lnTo>
                    <a:pt x="4571639" y="5540746"/>
                  </a:lnTo>
                  <a:lnTo>
                    <a:pt x="4583961" y="5540746"/>
                  </a:lnTo>
                  <a:lnTo>
                    <a:pt x="4596284" y="5540746"/>
                  </a:lnTo>
                  <a:lnTo>
                    <a:pt x="4608606" y="5540746"/>
                  </a:lnTo>
                  <a:lnTo>
                    <a:pt x="4620929" y="5540746"/>
                  </a:lnTo>
                  <a:lnTo>
                    <a:pt x="4633251" y="5540746"/>
                  </a:lnTo>
                  <a:lnTo>
                    <a:pt x="4645574" y="5540746"/>
                  </a:lnTo>
                  <a:lnTo>
                    <a:pt x="4657896" y="5540746"/>
                  </a:lnTo>
                  <a:lnTo>
                    <a:pt x="4670219" y="5540746"/>
                  </a:lnTo>
                  <a:lnTo>
                    <a:pt x="4682541" y="5540746"/>
                  </a:lnTo>
                  <a:lnTo>
                    <a:pt x="4694864" y="5540746"/>
                  </a:lnTo>
                  <a:lnTo>
                    <a:pt x="4707186" y="5540746"/>
                  </a:lnTo>
                  <a:lnTo>
                    <a:pt x="4719508" y="5540746"/>
                  </a:lnTo>
                  <a:lnTo>
                    <a:pt x="4731831" y="5540746"/>
                  </a:lnTo>
                  <a:lnTo>
                    <a:pt x="4744153" y="5540746"/>
                  </a:lnTo>
                  <a:lnTo>
                    <a:pt x="4756476" y="5540746"/>
                  </a:lnTo>
                  <a:lnTo>
                    <a:pt x="4768798" y="5540746"/>
                  </a:lnTo>
                  <a:lnTo>
                    <a:pt x="4781121" y="5540746"/>
                  </a:lnTo>
                  <a:lnTo>
                    <a:pt x="4793443" y="5540746"/>
                  </a:lnTo>
                  <a:lnTo>
                    <a:pt x="4805766" y="5540746"/>
                  </a:lnTo>
                  <a:lnTo>
                    <a:pt x="4818088" y="5540746"/>
                  </a:lnTo>
                  <a:lnTo>
                    <a:pt x="4830411" y="5540746"/>
                  </a:lnTo>
                  <a:lnTo>
                    <a:pt x="4842733" y="5540746"/>
                  </a:lnTo>
                  <a:lnTo>
                    <a:pt x="4855056" y="5540746"/>
                  </a:lnTo>
                  <a:lnTo>
                    <a:pt x="4867378" y="5540746"/>
                  </a:lnTo>
                  <a:lnTo>
                    <a:pt x="4879701" y="5540746"/>
                  </a:lnTo>
                  <a:lnTo>
                    <a:pt x="4892023" y="5540746"/>
                  </a:lnTo>
                  <a:lnTo>
                    <a:pt x="4904346" y="5540746"/>
                  </a:lnTo>
                  <a:lnTo>
                    <a:pt x="4916668" y="5540746"/>
                  </a:lnTo>
                  <a:lnTo>
                    <a:pt x="4928991" y="5540746"/>
                  </a:lnTo>
                  <a:lnTo>
                    <a:pt x="4941313" y="5540746"/>
                  </a:lnTo>
                  <a:lnTo>
                    <a:pt x="4953636" y="5540746"/>
                  </a:lnTo>
                  <a:lnTo>
                    <a:pt x="4965958" y="5540746"/>
                  </a:lnTo>
                  <a:lnTo>
                    <a:pt x="4978281" y="5540746"/>
                  </a:lnTo>
                  <a:lnTo>
                    <a:pt x="4990603" y="5540746"/>
                  </a:lnTo>
                  <a:lnTo>
                    <a:pt x="5002925" y="5540746"/>
                  </a:lnTo>
                  <a:lnTo>
                    <a:pt x="5015248" y="5540746"/>
                  </a:lnTo>
                  <a:lnTo>
                    <a:pt x="5027570" y="5540746"/>
                  </a:lnTo>
                  <a:lnTo>
                    <a:pt x="5039893" y="5540746"/>
                  </a:lnTo>
                  <a:lnTo>
                    <a:pt x="5052215" y="5540746"/>
                  </a:lnTo>
                  <a:lnTo>
                    <a:pt x="5064538" y="5540746"/>
                  </a:lnTo>
                  <a:lnTo>
                    <a:pt x="5076860" y="5540746"/>
                  </a:lnTo>
                  <a:lnTo>
                    <a:pt x="5089183" y="5540746"/>
                  </a:lnTo>
                  <a:lnTo>
                    <a:pt x="5101505" y="5540746"/>
                  </a:lnTo>
                  <a:lnTo>
                    <a:pt x="5113828" y="5540746"/>
                  </a:lnTo>
                  <a:lnTo>
                    <a:pt x="5126150" y="5540746"/>
                  </a:lnTo>
                  <a:lnTo>
                    <a:pt x="5138473" y="5540746"/>
                  </a:lnTo>
                  <a:lnTo>
                    <a:pt x="5150795" y="5540746"/>
                  </a:lnTo>
                  <a:lnTo>
                    <a:pt x="5163118" y="5540746"/>
                  </a:lnTo>
                  <a:lnTo>
                    <a:pt x="5175440" y="5540746"/>
                  </a:lnTo>
                  <a:lnTo>
                    <a:pt x="5187763" y="5540746"/>
                  </a:lnTo>
                  <a:lnTo>
                    <a:pt x="5200085" y="5540746"/>
                  </a:lnTo>
                  <a:lnTo>
                    <a:pt x="5212408" y="5540746"/>
                  </a:lnTo>
                  <a:lnTo>
                    <a:pt x="5224730" y="5540746"/>
                  </a:lnTo>
                  <a:lnTo>
                    <a:pt x="5237053" y="5540746"/>
                  </a:lnTo>
                  <a:lnTo>
                    <a:pt x="5249375" y="5540746"/>
                  </a:lnTo>
                  <a:lnTo>
                    <a:pt x="5261698" y="5540746"/>
                  </a:lnTo>
                  <a:lnTo>
                    <a:pt x="5274020" y="5540746"/>
                  </a:lnTo>
                  <a:lnTo>
                    <a:pt x="5286342" y="5540746"/>
                  </a:lnTo>
                  <a:lnTo>
                    <a:pt x="5298665" y="5540746"/>
                  </a:lnTo>
                  <a:lnTo>
                    <a:pt x="5310987" y="5540746"/>
                  </a:lnTo>
                  <a:lnTo>
                    <a:pt x="5323310" y="5540746"/>
                  </a:lnTo>
                  <a:lnTo>
                    <a:pt x="5335632" y="5540746"/>
                  </a:lnTo>
                  <a:lnTo>
                    <a:pt x="5347955" y="5540746"/>
                  </a:lnTo>
                  <a:lnTo>
                    <a:pt x="5360277" y="5540746"/>
                  </a:lnTo>
                  <a:lnTo>
                    <a:pt x="5372600" y="5540746"/>
                  </a:lnTo>
                  <a:lnTo>
                    <a:pt x="5384922" y="5540746"/>
                  </a:lnTo>
                  <a:lnTo>
                    <a:pt x="5397245" y="5540746"/>
                  </a:lnTo>
                  <a:lnTo>
                    <a:pt x="5409567" y="5540746"/>
                  </a:lnTo>
                  <a:lnTo>
                    <a:pt x="5421890" y="5540746"/>
                  </a:lnTo>
                  <a:lnTo>
                    <a:pt x="5434212" y="5540746"/>
                  </a:lnTo>
                  <a:lnTo>
                    <a:pt x="5446535" y="5540746"/>
                  </a:lnTo>
                  <a:lnTo>
                    <a:pt x="5458857" y="5540746"/>
                  </a:lnTo>
                  <a:lnTo>
                    <a:pt x="5471180" y="5540746"/>
                  </a:lnTo>
                  <a:lnTo>
                    <a:pt x="5483502" y="5540746"/>
                  </a:lnTo>
                  <a:lnTo>
                    <a:pt x="5495825" y="5540746"/>
                  </a:lnTo>
                  <a:lnTo>
                    <a:pt x="5508147" y="5540746"/>
                  </a:lnTo>
                  <a:lnTo>
                    <a:pt x="5520470" y="5540746"/>
                  </a:lnTo>
                  <a:lnTo>
                    <a:pt x="5532792" y="5540746"/>
                  </a:lnTo>
                  <a:lnTo>
                    <a:pt x="5545114" y="5540746"/>
                  </a:lnTo>
                  <a:lnTo>
                    <a:pt x="5557437" y="5540746"/>
                  </a:lnTo>
                  <a:lnTo>
                    <a:pt x="5569759" y="5540746"/>
                  </a:lnTo>
                  <a:lnTo>
                    <a:pt x="5582082" y="5540746"/>
                  </a:lnTo>
                  <a:lnTo>
                    <a:pt x="5594404" y="5540746"/>
                  </a:lnTo>
                  <a:lnTo>
                    <a:pt x="5606727" y="5540746"/>
                  </a:lnTo>
                  <a:lnTo>
                    <a:pt x="5619049" y="5540746"/>
                  </a:lnTo>
                  <a:lnTo>
                    <a:pt x="5631372" y="5540746"/>
                  </a:lnTo>
                  <a:lnTo>
                    <a:pt x="5643694" y="5540746"/>
                  </a:lnTo>
                  <a:lnTo>
                    <a:pt x="5656017" y="5540746"/>
                  </a:lnTo>
                  <a:lnTo>
                    <a:pt x="5668339" y="5540746"/>
                  </a:lnTo>
                  <a:lnTo>
                    <a:pt x="5680662" y="5540746"/>
                  </a:lnTo>
                  <a:lnTo>
                    <a:pt x="5692984" y="5540746"/>
                  </a:lnTo>
                  <a:lnTo>
                    <a:pt x="5705307" y="5540746"/>
                  </a:lnTo>
                  <a:lnTo>
                    <a:pt x="5717629" y="5540746"/>
                  </a:lnTo>
                  <a:lnTo>
                    <a:pt x="5729952" y="5540746"/>
                  </a:lnTo>
                  <a:lnTo>
                    <a:pt x="5742274" y="5540746"/>
                  </a:lnTo>
                  <a:lnTo>
                    <a:pt x="5754597" y="5540746"/>
                  </a:lnTo>
                  <a:lnTo>
                    <a:pt x="5766919" y="5540746"/>
                  </a:lnTo>
                  <a:lnTo>
                    <a:pt x="5779242" y="5540746"/>
                  </a:lnTo>
                  <a:lnTo>
                    <a:pt x="5791564" y="5540746"/>
                  </a:lnTo>
                  <a:lnTo>
                    <a:pt x="5803887" y="5540746"/>
                  </a:lnTo>
                  <a:lnTo>
                    <a:pt x="5816209" y="5540746"/>
                  </a:lnTo>
                  <a:lnTo>
                    <a:pt x="5828531" y="5540746"/>
                  </a:lnTo>
                  <a:lnTo>
                    <a:pt x="5840854" y="5540746"/>
                  </a:lnTo>
                  <a:lnTo>
                    <a:pt x="5853176" y="5540746"/>
                  </a:lnTo>
                  <a:lnTo>
                    <a:pt x="5865499" y="5540746"/>
                  </a:lnTo>
                  <a:lnTo>
                    <a:pt x="5877821" y="5540746"/>
                  </a:lnTo>
                  <a:lnTo>
                    <a:pt x="5890144" y="5540746"/>
                  </a:lnTo>
                  <a:lnTo>
                    <a:pt x="5902466" y="5540746"/>
                  </a:lnTo>
                  <a:lnTo>
                    <a:pt x="5914789" y="5540746"/>
                  </a:lnTo>
                  <a:lnTo>
                    <a:pt x="5927111" y="5540746"/>
                  </a:lnTo>
                  <a:lnTo>
                    <a:pt x="5939434" y="5540746"/>
                  </a:lnTo>
                  <a:lnTo>
                    <a:pt x="5951756" y="5540746"/>
                  </a:lnTo>
                  <a:lnTo>
                    <a:pt x="5964079" y="5540746"/>
                  </a:lnTo>
                  <a:lnTo>
                    <a:pt x="5976401" y="5540746"/>
                  </a:lnTo>
                  <a:lnTo>
                    <a:pt x="5988724" y="5540746"/>
                  </a:lnTo>
                  <a:lnTo>
                    <a:pt x="6001046" y="5540746"/>
                  </a:lnTo>
                  <a:lnTo>
                    <a:pt x="6013369" y="5540746"/>
                  </a:lnTo>
                  <a:lnTo>
                    <a:pt x="6025691" y="5540746"/>
                  </a:lnTo>
                  <a:lnTo>
                    <a:pt x="6038014" y="5540746"/>
                  </a:lnTo>
                  <a:lnTo>
                    <a:pt x="6050336" y="5540746"/>
                  </a:lnTo>
                  <a:lnTo>
                    <a:pt x="6062659" y="5540746"/>
                  </a:lnTo>
                  <a:lnTo>
                    <a:pt x="6074981" y="5540746"/>
                  </a:lnTo>
                  <a:lnTo>
                    <a:pt x="6087304" y="5540746"/>
                  </a:lnTo>
                  <a:lnTo>
                    <a:pt x="6099626" y="5540746"/>
                  </a:lnTo>
                  <a:lnTo>
                    <a:pt x="6111948" y="5540746"/>
                  </a:lnTo>
                  <a:lnTo>
                    <a:pt x="6124271" y="5540746"/>
                  </a:lnTo>
                  <a:lnTo>
                    <a:pt x="6136593" y="5540746"/>
                  </a:lnTo>
                  <a:lnTo>
                    <a:pt x="6148916" y="5540746"/>
                  </a:lnTo>
                  <a:lnTo>
                    <a:pt x="6161238" y="5540746"/>
                  </a:lnTo>
                  <a:lnTo>
                    <a:pt x="6173561" y="5540746"/>
                  </a:lnTo>
                  <a:lnTo>
                    <a:pt x="6185883" y="5540746"/>
                  </a:lnTo>
                  <a:lnTo>
                    <a:pt x="6198206" y="5540746"/>
                  </a:lnTo>
                  <a:lnTo>
                    <a:pt x="6210528" y="5540746"/>
                  </a:lnTo>
                  <a:lnTo>
                    <a:pt x="6222851" y="5540746"/>
                  </a:lnTo>
                  <a:lnTo>
                    <a:pt x="6235173" y="5540746"/>
                  </a:lnTo>
                  <a:lnTo>
                    <a:pt x="6247496" y="5540746"/>
                  </a:lnTo>
                  <a:lnTo>
                    <a:pt x="6259818" y="5540746"/>
                  </a:lnTo>
                  <a:lnTo>
                    <a:pt x="6272141" y="5540746"/>
                  </a:lnTo>
                  <a:lnTo>
                    <a:pt x="6284463" y="5540746"/>
                  </a:lnTo>
                  <a:lnTo>
                    <a:pt x="6296786" y="5540746"/>
                  </a:lnTo>
                  <a:lnTo>
                    <a:pt x="6284463" y="5540746"/>
                  </a:lnTo>
                  <a:lnTo>
                    <a:pt x="6272141" y="5540746"/>
                  </a:lnTo>
                  <a:lnTo>
                    <a:pt x="6259818" y="5540746"/>
                  </a:lnTo>
                  <a:lnTo>
                    <a:pt x="6247496" y="5540746"/>
                  </a:lnTo>
                  <a:lnTo>
                    <a:pt x="6235173" y="5540746"/>
                  </a:lnTo>
                  <a:lnTo>
                    <a:pt x="6222851" y="5540746"/>
                  </a:lnTo>
                  <a:lnTo>
                    <a:pt x="6210528" y="5540746"/>
                  </a:lnTo>
                  <a:lnTo>
                    <a:pt x="6198206" y="5540746"/>
                  </a:lnTo>
                  <a:lnTo>
                    <a:pt x="6185883" y="5540746"/>
                  </a:lnTo>
                  <a:lnTo>
                    <a:pt x="6173561" y="5540746"/>
                  </a:lnTo>
                  <a:lnTo>
                    <a:pt x="6161238" y="5540746"/>
                  </a:lnTo>
                  <a:lnTo>
                    <a:pt x="6148916" y="5540746"/>
                  </a:lnTo>
                  <a:lnTo>
                    <a:pt x="6136593" y="5540746"/>
                  </a:lnTo>
                  <a:lnTo>
                    <a:pt x="6124271" y="5540746"/>
                  </a:lnTo>
                  <a:lnTo>
                    <a:pt x="6111948" y="5540746"/>
                  </a:lnTo>
                  <a:lnTo>
                    <a:pt x="6099626" y="5540746"/>
                  </a:lnTo>
                  <a:lnTo>
                    <a:pt x="6087304" y="5540746"/>
                  </a:lnTo>
                  <a:lnTo>
                    <a:pt x="6074981" y="5540746"/>
                  </a:lnTo>
                  <a:lnTo>
                    <a:pt x="6062659" y="5540746"/>
                  </a:lnTo>
                  <a:lnTo>
                    <a:pt x="6050336" y="5540746"/>
                  </a:lnTo>
                  <a:lnTo>
                    <a:pt x="6038014" y="5540746"/>
                  </a:lnTo>
                  <a:lnTo>
                    <a:pt x="6025691" y="5540746"/>
                  </a:lnTo>
                  <a:lnTo>
                    <a:pt x="6013369" y="5540746"/>
                  </a:lnTo>
                  <a:lnTo>
                    <a:pt x="6001046" y="5540746"/>
                  </a:lnTo>
                  <a:lnTo>
                    <a:pt x="5988724" y="5540746"/>
                  </a:lnTo>
                  <a:lnTo>
                    <a:pt x="5976401" y="5540746"/>
                  </a:lnTo>
                  <a:lnTo>
                    <a:pt x="5964079" y="5540746"/>
                  </a:lnTo>
                  <a:lnTo>
                    <a:pt x="5951756" y="5540746"/>
                  </a:lnTo>
                  <a:lnTo>
                    <a:pt x="5939434" y="5540746"/>
                  </a:lnTo>
                  <a:lnTo>
                    <a:pt x="5927111" y="5540746"/>
                  </a:lnTo>
                  <a:lnTo>
                    <a:pt x="5914789" y="5540746"/>
                  </a:lnTo>
                  <a:lnTo>
                    <a:pt x="5902466" y="5540746"/>
                  </a:lnTo>
                  <a:lnTo>
                    <a:pt x="5890144" y="5540746"/>
                  </a:lnTo>
                  <a:lnTo>
                    <a:pt x="5877821" y="5540746"/>
                  </a:lnTo>
                  <a:lnTo>
                    <a:pt x="5865499" y="5540746"/>
                  </a:lnTo>
                  <a:lnTo>
                    <a:pt x="5853176" y="5540746"/>
                  </a:lnTo>
                  <a:lnTo>
                    <a:pt x="5840854" y="5540746"/>
                  </a:lnTo>
                  <a:lnTo>
                    <a:pt x="5828531" y="5540746"/>
                  </a:lnTo>
                  <a:lnTo>
                    <a:pt x="5816209" y="5540746"/>
                  </a:lnTo>
                  <a:lnTo>
                    <a:pt x="5803887" y="5540746"/>
                  </a:lnTo>
                  <a:lnTo>
                    <a:pt x="5791564" y="5540746"/>
                  </a:lnTo>
                  <a:lnTo>
                    <a:pt x="5779242" y="5540746"/>
                  </a:lnTo>
                  <a:lnTo>
                    <a:pt x="5766919" y="5540746"/>
                  </a:lnTo>
                  <a:lnTo>
                    <a:pt x="5754597" y="5540746"/>
                  </a:lnTo>
                  <a:lnTo>
                    <a:pt x="5742274" y="5540746"/>
                  </a:lnTo>
                  <a:lnTo>
                    <a:pt x="5729952" y="5540746"/>
                  </a:lnTo>
                  <a:lnTo>
                    <a:pt x="5717629" y="5540746"/>
                  </a:lnTo>
                  <a:lnTo>
                    <a:pt x="5705307" y="5540746"/>
                  </a:lnTo>
                  <a:lnTo>
                    <a:pt x="5692984" y="5540746"/>
                  </a:lnTo>
                  <a:lnTo>
                    <a:pt x="5680662" y="5540746"/>
                  </a:lnTo>
                  <a:lnTo>
                    <a:pt x="5668339" y="5540746"/>
                  </a:lnTo>
                  <a:lnTo>
                    <a:pt x="5656017" y="5540746"/>
                  </a:lnTo>
                  <a:lnTo>
                    <a:pt x="5643694" y="5540746"/>
                  </a:lnTo>
                  <a:lnTo>
                    <a:pt x="5631372" y="5540746"/>
                  </a:lnTo>
                  <a:lnTo>
                    <a:pt x="5619049" y="5540746"/>
                  </a:lnTo>
                  <a:lnTo>
                    <a:pt x="5606727" y="5540746"/>
                  </a:lnTo>
                  <a:lnTo>
                    <a:pt x="5594404" y="5540746"/>
                  </a:lnTo>
                  <a:lnTo>
                    <a:pt x="5582082" y="5540746"/>
                  </a:lnTo>
                  <a:lnTo>
                    <a:pt x="5569759" y="5540746"/>
                  </a:lnTo>
                  <a:lnTo>
                    <a:pt x="5557437" y="5540746"/>
                  </a:lnTo>
                  <a:lnTo>
                    <a:pt x="5545114" y="5540746"/>
                  </a:lnTo>
                  <a:lnTo>
                    <a:pt x="5532792" y="5540746"/>
                  </a:lnTo>
                  <a:lnTo>
                    <a:pt x="5520470" y="5540746"/>
                  </a:lnTo>
                  <a:lnTo>
                    <a:pt x="5508147" y="5540746"/>
                  </a:lnTo>
                  <a:lnTo>
                    <a:pt x="5495825" y="5540746"/>
                  </a:lnTo>
                  <a:lnTo>
                    <a:pt x="5483502" y="5540746"/>
                  </a:lnTo>
                  <a:lnTo>
                    <a:pt x="5471180" y="5540746"/>
                  </a:lnTo>
                  <a:lnTo>
                    <a:pt x="5458857" y="5540746"/>
                  </a:lnTo>
                  <a:lnTo>
                    <a:pt x="5446535" y="5540746"/>
                  </a:lnTo>
                  <a:lnTo>
                    <a:pt x="5434212" y="5540746"/>
                  </a:lnTo>
                  <a:lnTo>
                    <a:pt x="5421890" y="5540746"/>
                  </a:lnTo>
                  <a:lnTo>
                    <a:pt x="5409567" y="5540746"/>
                  </a:lnTo>
                  <a:lnTo>
                    <a:pt x="5397245" y="5540746"/>
                  </a:lnTo>
                  <a:lnTo>
                    <a:pt x="5384922" y="5540746"/>
                  </a:lnTo>
                  <a:lnTo>
                    <a:pt x="5372600" y="5540746"/>
                  </a:lnTo>
                  <a:lnTo>
                    <a:pt x="5360277" y="5540746"/>
                  </a:lnTo>
                  <a:lnTo>
                    <a:pt x="5347955" y="5540746"/>
                  </a:lnTo>
                  <a:lnTo>
                    <a:pt x="5335632" y="5540746"/>
                  </a:lnTo>
                  <a:lnTo>
                    <a:pt x="5323310" y="5540746"/>
                  </a:lnTo>
                  <a:lnTo>
                    <a:pt x="5310987" y="5540746"/>
                  </a:lnTo>
                  <a:lnTo>
                    <a:pt x="5298665" y="5540746"/>
                  </a:lnTo>
                  <a:lnTo>
                    <a:pt x="5286342" y="5540746"/>
                  </a:lnTo>
                  <a:lnTo>
                    <a:pt x="5274020" y="5540746"/>
                  </a:lnTo>
                  <a:lnTo>
                    <a:pt x="5261698" y="5540746"/>
                  </a:lnTo>
                  <a:lnTo>
                    <a:pt x="5249375" y="5540746"/>
                  </a:lnTo>
                  <a:lnTo>
                    <a:pt x="5237053" y="5540746"/>
                  </a:lnTo>
                  <a:lnTo>
                    <a:pt x="5224730" y="5540746"/>
                  </a:lnTo>
                  <a:lnTo>
                    <a:pt x="5212408" y="5540746"/>
                  </a:lnTo>
                  <a:lnTo>
                    <a:pt x="5200085" y="5540746"/>
                  </a:lnTo>
                  <a:lnTo>
                    <a:pt x="5187763" y="5540746"/>
                  </a:lnTo>
                  <a:lnTo>
                    <a:pt x="5175440" y="5540746"/>
                  </a:lnTo>
                  <a:lnTo>
                    <a:pt x="5163118" y="5540746"/>
                  </a:lnTo>
                  <a:lnTo>
                    <a:pt x="5150795" y="5540746"/>
                  </a:lnTo>
                  <a:lnTo>
                    <a:pt x="5138473" y="5540746"/>
                  </a:lnTo>
                  <a:lnTo>
                    <a:pt x="5126150" y="5540746"/>
                  </a:lnTo>
                  <a:lnTo>
                    <a:pt x="5113828" y="5540746"/>
                  </a:lnTo>
                  <a:lnTo>
                    <a:pt x="5101505" y="5540746"/>
                  </a:lnTo>
                  <a:lnTo>
                    <a:pt x="5089183" y="5540746"/>
                  </a:lnTo>
                  <a:lnTo>
                    <a:pt x="5076860" y="5540746"/>
                  </a:lnTo>
                  <a:lnTo>
                    <a:pt x="5064538" y="5540746"/>
                  </a:lnTo>
                  <a:lnTo>
                    <a:pt x="5052215" y="5540746"/>
                  </a:lnTo>
                  <a:lnTo>
                    <a:pt x="5039893" y="5540746"/>
                  </a:lnTo>
                  <a:lnTo>
                    <a:pt x="5027570" y="5540746"/>
                  </a:lnTo>
                  <a:lnTo>
                    <a:pt x="5015248" y="5540746"/>
                  </a:lnTo>
                  <a:lnTo>
                    <a:pt x="5002925" y="5540746"/>
                  </a:lnTo>
                  <a:lnTo>
                    <a:pt x="4990603" y="5540746"/>
                  </a:lnTo>
                  <a:lnTo>
                    <a:pt x="4978281" y="5540746"/>
                  </a:lnTo>
                  <a:lnTo>
                    <a:pt x="4965958" y="5540746"/>
                  </a:lnTo>
                  <a:lnTo>
                    <a:pt x="4953636" y="5540746"/>
                  </a:lnTo>
                  <a:lnTo>
                    <a:pt x="4941313" y="5540746"/>
                  </a:lnTo>
                  <a:lnTo>
                    <a:pt x="4928991" y="5540746"/>
                  </a:lnTo>
                  <a:lnTo>
                    <a:pt x="4916668" y="5540746"/>
                  </a:lnTo>
                  <a:lnTo>
                    <a:pt x="4904346" y="5540746"/>
                  </a:lnTo>
                  <a:lnTo>
                    <a:pt x="4892023" y="5540746"/>
                  </a:lnTo>
                  <a:lnTo>
                    <a:pt x="4879701" y="5540746"/>
                  </a:lnTo>
                  <a:lnTo>
                    <a:pt x="4867378" y="5540746"/>
                  </a:lnTo>
                  <a:lnTo>
                    <a:pt x="4855056" y="5540746"/>
                  </a:lnTo>
                  <a:lnTo>
                    <a:pt x="4842733" y="5540746"/>
                  </a:lnTo>
                  <a:lnTo>
                    <a:pt x="4830411" y="5540746"/>
                  </a:lnTo>
                  <a:lnTo>
                    <a:pt x="4818088" y="5540746"/>
                  </a:lnTo>
                  <a:lnTo>
                    <a:pt x="4805766" y="5540746"/>
                  </a:lnTo>
                  <a:lnTo>
                    <a:pt x="4793443" y="5540746"/>
                  </a:lnTo>
                  <a:lnTo>
                    <a:pt x="4781121" y="5540746"/>
                  </a:lnTo>
                  <a:lnTo>
                    <a:pt x="4768798" y="5540746"/>
                  </a:lnTo>
                  <a:lnTo>
                    <a:pt x="4756476" y="5540746"/>
                  </a:lnTo>
                  <a:lnTo>
                    <a:pt x="4744153" y="5540746"/>
                  </a:lnTo>
                  <a:lnTo>
                    <a:pt x="4731831" y="5540746"/>
                  </a:lnTo>
                  <a:lnTo>
                    <a:pt x="4719508" y="5540746"/>
                  </a:lnTo>
                  <a:lnTo>
                    <a:pt x="4707186" y="5540746"/>
                  </a:lnTo>
                  <a:lnTo>
                    <a:pt x="4694864" y="5540746"/>
                  </a:lnTo>
                  <a:lnTo>
                    <a:pt x="4682541" y="5540746"/>
                  </a:lnTo>
                  <a:lnTo>
                    <a:pt x="4670219" y="5540746"/>
                  </a:lnTo>
                  <a:lnTo>
                    <a:pt x="4657896" y="5540746"/>
                  </a:lnTo>
                  <a:lnTo>
                    <a:pt x="4645574" y="5540746"/>
                  </a:lnTo>
                  <a:lnTo>
                    <a:pt x="4633251" y="5540746"/>
                  </a:lnTo>
                  <a:lnTo>
                    <a:pt x="4620929" y="5540746"/>
                  </a:lnTo>
                  <a:lnTo>
                    <a:pt x="4608606" y="5540746"/>
                  </a:lnTo>
                  <a:lnTo>
                    <a:pt x="4596284" y="5540746"/>
                  </a:lnTo>
                  <a:lnTo>
                    <a:pt x="4583961" y="5540746"/>
                  </a:lnTo>
                  <a:lnTo>
                    <a:pt x="4571639" y="5540746"/>
                  </a:lnTo>
                  <a:lnTo>
                    <a:pt x="4559316" y="5540746"/>
                  </a:lnTo>
                  <a:lnTo>
                    <a:pt x="4546994" y="5540746"/>
                  </a:lnTo>
                  <a:lnTo>
                    <a:pt x="4534671" y="5540746"/>
                  </a:lnTo>
                  <a:lnTo>
                    <a:pt x="4522349" y="5540746"/>
                  </a:lnTo>
                  <a:lnTo>
                    <a:pt x="4510026" y="5540746"/>
                  </a:lnTo>
                  <a:lnTo>
                    <a:pt x="4497704" y="5540746"/>
                  </a:lnTo>
                  <a:lnTo>
                    <a:pt x="4485381" y="5540746"/>
                  </a:lnTo>
                  <a:lnTo>
                    <a:pt x="4473059" y="5540746"/>
                  </a:lnTo>
                  <a:lnTo>
                    <a:pt x="4460736" y="5540746"/>
                  </a:lnTo>
                  <a:lnTo>
                    <a:pt x="4448414" y="5540746"/>
                  </a:lnTo>
                  <a:lnTo>
                    <a:pt x="4436091" y="5540746"/>
                  </a:lnTo>
                  <a:lnTo>
                    <a:pt x="4423769" y="5540746"/>
                  </a:lnTo>
                  <a:lnTo>
                    <a:pt x="4411447" y="5540746"/>
                  </a:lnTo>
                  <a:lnTo>
                    <a:pt x="4399124" y="5540746"/>
                  </a:lnTo>
                  <a:lnTo>
                    <a:pt x="4386802" y="5540746"/>
                  </a:lnTo>
                  <a:lnTo>
                    <a:pt x="4374479" y="5540746"/>
                  </a:lnTo>
                  <a:lnTo>
                    <a:pt x="4362157" y="5540746"/>
                  </a:lnTo>
                  <a:lnTo>
                    <a:pt x="4349834" y="5540746"/>
                  </a:lnTo>
                  <a:lnTo>
                    <a:pt x="4337512" y="5540746"/>
                  </a:lnTo>
                  <a:lnTo>
                    <a:pt x="4325189" y="5540746"/>
                  </a:lnTo>
                  <a:lnTo>
                    <a:pt x="4312867" y="5540746"/>
                  </a:lnTo>
                  <a:lnTo>
                    <a:pt x="4300544" y="5540746"/>
                  </a:lnTo>
                  <a:lnTo>
                    <a:pt x="4288222" y="5540746"/>
                  </a:lnTo>
                  <a:lnTo>
                    <a:pt x="4275899" y="5540746"/>
                  </a:lnTo>
                  <a:lnTo>
                    <a:pt x="4263577" y="5540746"/>
                  </a:lnTo>
                  <a:lnTo>
                    <a:pt x="4251254" y="5540746"/>
                  </a:lnTo>
                  <a:lnTo>
                    <a:pt x="4238932" y="5540746"/>
                  </a:lnTo>
                  <a:lnTo>
                    <a:pt x="4226609" y="5540746"/>
                  </a:lnTo>
                  <a:lnTo>
                    <a:pt x="4214287" y="5540746"/>
                  </a:lnTo>
                  <a:lnTo>
                    <a:pt x="4201964" y="5540746"/>
                  </a:lnTo>
                  <a:lnTo>
                    <a:pt x="4189642" y="5540746"/>
                  </a:lnTo>
                  <a:lnTo>
                    <a:pt x="4177319" y="5540746"/>
                  </a:lnTo>
                  <a:lnTo>
                    <a:pt x="4164997" y="5540746"/>
                  </a:lnTo>
                  <a:lnTo>
                    <a:pt x="4152675" y="5540746"/>
                  </a:lnTo>
                  <a:lnTo>
                    <a:pt x="4140352" y="5540746"/>
                  </a:lnTo>
                  <a:lnTo>
                    <a:pt x="4128030" y="5540746"/>
                  </a:lnTo>
                  <a:lnTo>
                    <a:pt x="4115707" y="5540746"/>
                  </a:lnTo>
                  <a:lnTo>
                    <a:pt x="4103385" y="5540746"/>
                  </a:lnTo>
                  <a:lnTo>
                    <a:pt x="4091062" y="5540746"/>
                  </a:lnTo>
                  <a:lnTo>
                    <a:pt x="4078740" y="5540746"/>
                  </a:lnTo>
                  <a:lnTo>
                    <a:pt x="4066417" y="5540746"/>
                  </a:lnTo>
                  <a:lnTo>
                    <a:pt x="4054095" y="5540746"/>
                  </a:lnTo>
                  <a:lnTo>
                    <a:pt x="4041772" y="5540746"/>
                  </a:lnTo>
                  <a:lnTo>
                    <a:pt x="4029450" y="5540746"/>
                  </a:lnTo>
                  <a:lnTo>
                    <a:pt x="4017127" y="5540746"/>
                  </a:lnTo>
                  <a:lnTo>
                    <a:pt x="4004805" y="5540746"/>
                  </a:lnTo>
                  <a:lnTo>
                    <a:pt x="3992482" y="5540746"/>
                  </a:lnTo>
                  <a:lnTo>
                    <a:pt x="3980160" y="5540746"/>
                  </a:lnTo>
                  <a:lnTo>
                    <a:pt x="3967837" y="5540746"/>
                  </a:lnTo>
                  <a:lnTo>
                    <a:pt x="3955515" y="5540746"/>
                  </a:lnTo>
                  <a:lnTo>
                    <a:pt x="3943192" y="5540746"/>
                  </a:lnTo>
                  <a:lnTo>
                    <a:pt x="3930870" y="5540746"/>
                  </a:lnTo>
                  <a:lnTo>
                    <a:pt x="3918547" y="5540746"/>
                  </a:lnTo>
                  <a:lnTo>
                    <a:pt x="3906225" y="5540746"/>
                  </a:lnTo>
                  <a:lnTo>
                    <a:pt x="3893902" y="5540746"/>
                  </a:lnTo>
                  <a:lnTo>
                    <a:pt x="3881580" y="5540746"/>
                  </a:lnTo>
                  <a:lnTo>
                    <a:pt x="3869258" y="5540746"/>
                  </a:lnTo>
                  <a:lnTo>
                    <a:pt x="3856935" y="5540746"/>
                  </a:lnTo>
                  <a:lnTo>
                    <a:pt x="3844613" y="5540746"/>
                  </a:lnTo>
                  <a:lnTo>
                    <a:pt x="3832290" y="5540746"/>
                  </a:lnTo>
                  <a:lnTo>
                    <a:pt x="3819968" y="5540746"/>
                  </a:lnTo>
                  <a:lnTo>
                    <a:pt x="3807645" y="5540746"/>
                  </a:lnTo>
                  <a:lnTo>
                    <a:pt x="3795323" y="5540746"/>
                  </a:lnTo>
                  <a:lnTo>
                    <a:pt x="3783000" y="5540746"/>
                  </a:lnTo>
                  <a:lnTo>
                    <a:pt x="3770678" y="5540746"/>
                  </a:lnTo>
                  <a:lnTo>
                    <a:pt x="3758355" y="5540746"/>
                  </a:lnTo>
                  <a:lnTo>
                    <a:pt x="3746033" y="5540746"/>
                  </a:lnTo>
                  <a:lnTo>
                    <a:pt x="3733710" y="5540746"/>
                  </a:lnTo>
                  <a:lnTo>
                    <a:pt x="3721388" y="5540746"/>
                  </a:lnTo>
                  <a:lnTo>
                    <a:pt x="3709065" y="5540746"/>
                  </a:lnTo>
                  <a:lnTo>
                    <a:pt x="3696743" y="5540746"/>
                  </a:lnTo>
                  <a:lnTo>
                    <a:pt x="3684420" y="5540746"/>
                  </a:lnTo>
                  <a:lnTo>
                    <a:pt x="3672098" y="5540746"/>
                  </a:lnTo>
                  <a:lnTo>
                    <a:pt x="3659775" y="5540746"/>
                  </a:lnTo>
                  <a:lnTo>
                    <a:pt x="3647453" y="5540746"/>
                  </a:lnTo>
                  <a:lnTo>
                    <a:pt x="3635130" y="5540746"/>
                  </a:lnTo>
                  <a:lnTo>
                    <a:pt x="3622808" y="5540746"/>
                  </a:lnTo>
                  <a:lnTo>
                    <a:pt x="3610485" y="5540746"/>
                  </a:lnTo>
                  <a:lnTo>
                    <a:pt x="3598163" y="5540746"/>
                  </a:lnTo>
                  <a:lnTo>
                    <a:pt x="3585841" y="5540746"/>
                  </a:lnTo>
                  <a:lnTo>
                    <a:pt x="3573518" y="5540746"/>
                  </a:lnTo>
                  <a:lnTo>
                    <a:pt x="3561196" y="5540746"/>
                  </a:lnTo>
                  <a:lnTo>
                    <a:pt x="3548873" y="5540746"/>
                  </a:lnTo>
                  <a:lnTo>
                    <a:pt x="3536551" y="5540746"/>
                  </a:lnTo>
                  <a:lnTo>
                    <a:pt x="3524228" y="5540746"/>
                  </a:lnTo>
                  <a:lnTo>
                    <a:pt x="3511906" y="5540746"/>
                  </a:lnTo>
                  <a:lnTo>
                    <a:pt x="3499583" y="5540746"/>
                  </a:lnTo>
                  <a:lnTo>
                    <a:pt x="3487261" y="5540746"/>
                  </a:lnTo>
                  <a:lnTo>
                    <a:pt x="3474938" y="5540746"/>
                  </a:lnTo>
                  <a:lnTo>
                    <a:pt x="3462616" y="5540746"/>
                  </a:lnTo>
                  <a:lnTo>
                    <a:pt x="3450293" y="5540746"/>
                  </a:lnTo>
                  <a:lnTo>
                    <a:pt x="3437971" y="5540746"/>
                  </a:lnTo>
                  <a:lnTo>
                    <a:pt x="3425648" y="5540746"/>
                  </a:lnTo>
                  <a:lnTo>
                    <a:pt x="3413326" y="5540746"/>
                  </a:lnTo>
                  <a:lnTo>
                    <a:pt x="3401003" y="5540746"/>
                  </a:lnTo>
                  <a:lnTo>
                    <a:pt x="3388681" y="5540746"/>
                  </a:lnTo>
                  <a:lnTo>
                    <a:pt x="3376358" y="5540746"/>
                  </a:lnTo>
                  <a:lnTo>
                    <a:pt x="3364036" y="5540746"/>
                  </a:lnTo>
                  <a:lnTo>
                    <a:pt x="3351713" y="5540746"/>
                  </a:lnTo>
                  <a:lnTo>
                    <a:pt x="3339391" y="5540746"/>
                  </a:lnTo>
                  <a:lnTo>
                    <a:pt x="3327068" y="5540746"/>
                  </a:lnTo>
                  <a:lnTo>
                    <a:pt x="3314746" y="5540746"/>
                  </a:lnTo>
                  <a:lnTo>
                    <a:pt x="3302424" y="5540746"/>
                  </a:lnTo>
                  <a:lnTo>
                    <a:pt x="3290101" y="5540746"/>
                  </a:lnTo>
                  <a:lnTo>
                    <a:pt x="3277779" y="5540746"/>
                  </a:lnTo>
                  <a:lnTo>
                    <a:pt x="3265456" y="5540746"/>
                  </a:lnTo>
                  <a:lnTo>
                    <a:pt x="3253134" y="5540746"/>
                  </a:lnTo>
                  <a:lnTo>
                    <a:pt x="3240811" y="5540746"/>
                  </a:lnTo>
                  <a:lnTo>
                    <a:pt x="3228489" y="5540746"/>
                  </a:lnTo>
                  <a:lnTo>
                    <a:pt x="3216166" y="5540746"/>
                  </a:lnTo>
                  <a:lnTo>
                    <a:pt x="3203844" y="5540746"/>
                  </a:lnTo>
                  <a:lnTo>
                    <a:pt x="3191521" y="5540746"/>
                  </a:lnTo>
                  <a:lnTo>
                    <a:pt x="3179199" y="5540746"/>
                  </a:lnTo>
                  <a:lnTo>
                    <a:pt x="3166876" y="5540746"/>
                  </a:lnTo>
                  <a:lnTo>
                    <a:pt x="3154554" y="5540746"/>
                  </a:lnTo>
                  <a:lnTo>
                    <a:pt x="3142231" y="5540746"/>
                  </a:lnTo>
                  <a:lnTo>
                    <a:pt x="3129909" y="5540746"/>
                  </a:lnTo>
                  <a:lnTo>
                    <a:pt x="3117586" y="5540746"/>
                  </a:lnTo>
                  <a:lnTo>
                    <a:pt x="3105264" y="5540746"/>
                  </a:lnTo>
                  <a:lnTo>
                    <a:pt x="3092941" y="5540746"/>
                  </a:lnTo>
                  <a:lnTo>
                    <a:pt x="3080619" y="5540746"/>
                  </a:lnTo>
                  <a:lnTo>
                    <a:pt x="3068296" y="5540746"/>
                  </a:lnTo>
                  <a:lnTo>
                    <a:pt x="3055974" y="5540746"/>
                  </a:lnTo>
                  <a:lnTo>
                    <a:pt x="3043652" y="5540746"/>
                  </a:lnTo>
                  <a:lnTo>
                    <a:pt x="3031329" y="5540746"/>
                  </a:lnTo>
                  <a:lnTo>
                    <a:pt x="3019007" y="5540746"/>
                  </a:lnTo>
                  <a:lnTo>
                    <a:pt x="3006684" y="5540746"/>
                  </a:lnTo>
                  <a:lnTo>
                    <a:pt x="2994362" y="5540746"/>
                  </a:lnTo>
                  <a:lnTo>
                    <a:pt x="2982039" y="5540746"/>
                  </a:lnTo>
                  <a:lnTo>
                    <a:pt x="2969717" y="5540746"/>
                  </a:lnTo>
                  <a:lnTo>
                    <a:pt x="2957394" y="5540746"/>
                  </a:lnTo>
                  <a:lnTo>
                    <a:pt x="2945072" y="5540746"/>
                  </a:lnTo>
                  <a:lnTo>
                    <a:pt x="2932749" y="5540746"/>
                  </a:lnTo>
                  <a:lnTo>
                    <a:pt x="2920427" y="5540746"/>
                  </a:lnTo>
                  <a:lnTo>
                    <a:pt x="2908104" y="5540746"/>
                  </a:lnTo>
                  <a:lnTo>
                    <a:pt x="2895782" y="5540746"/>
                  </a:lnTo>
                  <a:lnTo>
                    <a:pt x="2883459" y="5540746"/>
                  </a:lnTo>
                  <a:lnTo>
                    <a:pt x="2871137" y="5540746"/>
                  </a:lnTo>
                  <a:lnTo>
                    <a:pt x="2858814" y="5540746"/>
                  </a:lnTo>
                  <a:lnTo>
                    <a:pt x="2846492" y="5540746"/>
                  </a:lnTo>
                  <a:lnTo>
                    <a:pt x="2834169" y="5540746"/>
                  </a:lnTo>
                  <a:lnTo>
                    <a:pt x="2821847" y="5540746"/>
                  </a:lnTo>
                  <a:lnTo>
                    <a:pt x="2809524" y="5540746"/>
                  </a:lnTo>
                  <a:lnTo>
                    <a:pt x="2797202" y="5540746"/>
                  </a:lnTo>
                  <a:lnTo>
                    <a:pt x="2784879" y="5540746"/>
                  </a:lnTo>
                  <a:lnTo>
                    <a:pt x="2772557" y="5540746"/>
                  </a:lnTo>
                  <a:lnTo>
                    <a:pt x="2760235" y="5540746"/>
                  </a:lnTo>
                  <a:lnTo>
                    <a:pt x="2747912" y="5540746"/>
                  </a:lnTo>
                  <a:lnTo>
                    <a:pt x="2735590" y="5540746"/>
                  </a:lnTo>
                  <a:lnTo>
                    <a:pt x="2723267" y="5540746"/>
                  </a:lnTo>
                  <a:lnTo>
                    <a:pt x="2710945" y="5540746"/>
                  </a:lnTo>
                  <a:lnTo>
                    <a:pt x="2698622" y="5540746"/>
                  </a:lnTo>
                  <a:lnTo>
                    <a:pt x="2686300" y="5540746"/>
                  </a:lnTo>
                  <a:lnTo>
                    <a:pt x="2673977" y="5540746"/>
                  </a:lnTo>
                  <a:lnTo>
                    <a:pt x="2661655" y="5540746"/>
                  </a:lnTo>
                  <a:lnTo>
                    <a:pt x="2649332" y="5540746"/>
                  </a:lnTo>
                  <a:lnTo>
                    <a:pt x="2637010" y="5540746"/>
                  </a:lnTo>
                  <a:lnTo>
                    <a:pt x="2624687" y="5540746"/>
                  </a:lnTo>
                  <a:lnTo>
                    <a:pt x="2612365" y="5540746"/>
                  </a:lnTo>
                  <a:lnTo>
                    <a:pt x="2600042" y="5540746"/>
                  </a:lnTo>
                  <a:lnTo>
                    <a:pt x="2587720" y="5540746"/>
                  </a:lnTo>
                  <a:lnTo>
                    <a:pt x="2575397" y="5540746"/>
                  </a:lnTo>
                  <a:lnTo>
                    <a:pt x="2563075" y="5540746"/>
                  </a:lnTo>
                  <a:lnTo>
                    <a:pt x="2550752" y="5540746"/>
                  </a:lnTo>
                  <a:lnTo>
                    <a:pt x="2538430" y="5540746"/>
                  </a:lnTo>
                  <a:lnTo>
                    <a:pt x="2526107" y="5540746"/>
                  </a:lnTo>
                  <a:lnTo>
                    <a:pt x="2513785" y="5540746"/>
                  </a:lnTo>
                  <a:lnTo>
                    <a:pt x="2501462" y="5540746"/>
                  </a:lnTo>
                  <a:lnTo>
                    <a:pt x="2489140" y="5540746"/>
                  </a:lnTo>
                  <a:lnTo>
                    <a:pt x="2476818" y="5540746"/>
                  </a:lnTo>
                  <a:lnTo>
                    <a:pt x="2464495" y="5540746"/>
                  </a:lnTo>
                  <a:lnTo>
                    <a:pt x="2452173" y="5540746"/>
                  </a:lnTo>
                  <a:lnTo>
                    <a:pt x="2439850" y="5540746"/>
                  </a:lnTo>
                  <a:lnTo>
                    <a:pt x="2427528" y="5540746"/>
                  </a:lnTo>
                  <a:lnTo>
                    <a:pt x="2415205" y="5540746"/>
                  </a:lnTo>
                  <a:lnTo>
                    <a:pt x="2402883" y="5540746"/>
                  </a:lnTo>
                  <a:lnTo>
                    <a:pt x="2390560" y="5540746"/>
                  </a:lnTo>
                  <a:lnTo>
                    <a:pt x="2378238" y="5540746"/>
                  </a:lnTo>
                  <a:lnTo>
                    <a:pt x="2365915" y="5540746"/>
                  </a:lnTo>
                  <a:lnTo>
                    <a:pt x="2353593" y="5540746"/>
                  </a:lnTo>
                  <a:lnTo>
                    <a:pt x="2341270" y="5540746"/>
                  </a:lnTo>
                  <a:lnTo>
                    <a:pt x="2328948" y="5540746"/>
                  </a:lnTo>
                  <a:lnTo>
                    <a:pt x="2316625" y="5540746"/>
                  </a:lnTo>
                  <a:lnTo>
                    <a:pt x="2304303" y="5540746"/>
                  </a:lnTo>
                  <a:lnTo>
                    <a:pt x="2291980" y="5540746"/>
                  </a:lnTo>
                  <a:lnTo>
                    <a:pt x="2279658" y="5540746"/>
                  </a:lnTo>
                  <a:lnTo>
                    <a:pt x="2267335" y="5540746"/>
                  </a:lnTo>
                  <a:lnTo>
                    <a:pt x="2255013" y="5540746"/>
                  </a:lnTo>
                  <a:lnTo>
                    <a:pt x="2242690" y="5540746"/>
                  </a:lnTo>
                  <a:lnTo>
                    <a:pt x="2230368" y="5540746"/>
                  </a:lnTo>
                  <a:lnTo>
                    <a:pt x="2218045" y="5540746"/>
                  </a:lnTo>
                  <a:lnTo>
                    <a:pt x="2205723" y="5540746"/>
                  </a:lnTo>
                  <a:lnTo>
                    <a:pt x="2193401" y="5540746"/>
                  </a:lnTo>
                  <a:lnTo>
                    <a:pt x="2181078" y="5540746"/>
                  </a:lnTo>
                  <a:lnTo>
                    <a:pt x="2168756" y="5540746"/>
                  </a:lnTo>
                  <a:lnTo>
                    <a:pt x="2156433" y="5540746"/>
                  </a:lnTo>
                  <a:lnTo>
                    <a:pt x="2144111" y="5540746"/>
                  </a:lnTo>
                  <a:lnTo>
                    <a:pt x="2131788" y="5540746"/>
                  </a:lnTo>
                  <a:lnTo>
                    <a:pt x="2119466" y="5540746"/>
                  </a:lnTo>
                  <a:lnTo>
                    <a:pt x="2107143" y="5540746"/>
                  </a:lnTo>
                  <a:lnTo>
                    <a:pt x="2094821" y="5540746"/>
                  </a:lnTo>
                  <a:lnTo>
                    <a:pt x="2082498" y="5540746"/>
                  </a:lnTo>
                  <a:lnTo>
                    <a:pt x="2070176" y="5540746"/>
                  </a:lnTo>
                  <a:lnTo>
                    <a:pt x="2057853" y="5540746"/>
                  </a:lnTo>
                  <a:lnTo>
                    <a:pt x="2045531" y="5540746"/>
                  </a:lnTo>
                  <a:lnTo>
                    <a:pt x="2033208" y="5540746"/>
                  </a:lnTo>
                  <a:lnTo>
                    <a:pt x="2020886" y="5540746"/>
                  </a:lnTo>
                  <a:lnTo>
                    <a:pt x="2008563" y="5540746"/>
                  </a:lnTo>
                  <a:lnTo>
                    <a:pt x="1996241" y="5540746"/>
                  </a:lnTo>
                  <a:lnTo>
                    <a:pt x="1983918" y="5540746"/>
                  </a:lnTo>
                  <a:lnTo>
                    <a:pt x="1971596" y="5540746"/>
                  </a:lnTo>
                  <a:lnTo>
                    <a:pt x="1959273" y="5540746"/>
                  </a:lnTo>
                  <a:lnTo>
                    <a:pt x="1946951" y="5540746"/>
                  </a:lnTo>
                  <a:lnTo>
                    <a:pt x="1934629" y="5540746"/>
                  </a:lnTo>
                  <a:lnTo>
                    <a:pt x="1922306" y="5540746"/>
                  </a:lnTo>
                  <a:lnTo>
                    <a:pt x="1909984" y="5540746"/>
                  </a:lnTo>
                  <a:lnTo>
                    <a:pt x="1897661" y="5540746"/>
                  </a:lnTo>
                  <a:lnTo>
                    <a:pt x="1885339" y="5540746"/>
                  </a:lnTo>
                  <a:lnTo>
                    <a:pt x="1873016" y="5540746"/>
                  </a:lnTo>
                  <a:lnTo>
                    <a:pt x="1860694" y="5540746"/>
                  </a:lnTo>
                  <a:lnTo>
                    <a:pt x="1848371" y="5540746"/>
                  </a:lnTo>
                  <a:lnTo>
                    <a:pt x="1836049" y="5540746"/>
                  </a:lnTo>
                  <a:lnTo>
                    <a:pt x="1823726" y="5540746"/>
                  </a:lnTo>
                  <a:lnTo>
                    <a:pt x="1811404" y="5540746"/>
                  </a:lnTo>
                  <a:lnTo>
                    <a:pt x="1799081" y="5540746"/>
                  </a:lnTo>
                  <a:lnTo>
                    <a:pt x="1786759" y="5540746"/>
                  </a:lnTo>
                  <a:lnTo>
                    <a:pt x="1774436" y="5540746"/>
                  </a:lnTo>
                  <a:lnTo>
                    <a:pt x="1762114" y="5540746"/>
                  </a:lnTo>
                  <a:lnTo>
                    <a:pt x="1749791" y="5540746"/>
                  </a:lnTo>
                  <a:lnTo>
                    <a:pt x="1737469" y="5540746"/>
                  </a:lnTo>
                  <a:lnTo>
                    <a:pt x="1725146" y="5540746"/>
                  </a:lnTo>
                  <a:lnTo>
                    <a:pt x="1712824" y="5540746"/>
                  </a:lnTo>
                  <a:lnTo>
                    <a:pt x="1700501" y="5540746"/>
                  </a:lnTo>
                  <a:lnTo>
                    <a:pt x="1688179" y="5540746"/>
                  </a:lnTo>
                  <a:lnTo>
                    <a:pt x="1675856" y="5540746"/>
                  </a:lnTo>
                  <a:lnTo>
                    <a:pt x="1663534" y="5540746"/>
                  </a:lnTo>
                  <a:lnTo>
                    <a:pt x="1651212" y="5540746"/>
                  </a:lnTo>
                  <a:lnTo>
                    <a:pt x="1638889" y="5540746"/>
                  </a:lnTo>
                  <a:lnTo>
                    <a:pt x="1626567" y="5540746"/>
                  </a:lnTo>
                  <a:lnTo>
                    <a:pt x="1614244" y="5540746"/>
                  </a:lnTo>
                  <a:lnTo>
                    <a:pt x="1601922" y="5540746"/>
                  </a:lnTo>
                  <a:lnTo>
                    <a:pt x="1589599" y="5540746"/>
                  </a:lnTo>
                  <a:lnTo>
                    <a:pt x="1577277" y="5540746"/>
                  </a:lnTo>
                  <a:lnTo>
                    <a:pt x="1564954" y="5540746"/>
                  </a:lnTo>
                  <a:lnTo>
                    <a:pt x="1552632" y="5540746"/>
                  </a:lnTo>
                  <a:lnTo>
                    <a:pt x="1540309" y="5540746"/>
                  </a:lnTo>
                  <a:lnTo>
                    <a:pt x="1527987" y="5540746"/>
                  </a:lnTo>
                  <a:lnTo>
                    <a:pt x="1515664" y="5540746"/>
                  </a:lnTo>
                  <a:lnTo>
                    <a:pt x="1503342" y="5540746"/>
                  </a:lnTo>
                  <a:lnTo>
                    <a:pt x="1491019" y="5540746"/>
                  </a:lnTo>
                  <a:lnTo>
                    <a:pt x="1478697" y="5540746"/>
                  </a:lnTo>
                  <a:lnTo>
                    <a:pt x="1466374" y="5540746"/>
                  </a:lnTo>
                  <a:lnTo>
                    <a:pt x="1454052" y="5540746"/>
                  </a:lnTo>
                  <a:lnTo>
                    <a:pt x="1441729" y="5540746"/>
                  </a:lnTo>
                  <a:lnTo>
                    <a:pt x="1429407" y="5540746"/>
                  </a:lnTo>
                  <a:lnTo>
                    <a:pt x="1417084" y="5540746"/>
                  </a:lnTo>
                  <a:lnTo>
                    <a:pt x="1404762" y="5540746"/>
                  </a:lnTo>
                  <a:lnTo>
                    <a:pt x="1392439" y="5540746"/>
                  </a:lnTo>
                  <a:lnTo>
                    <a:pt x="1380117" y="5540746"/>
                  </a:lnTo>
                  <a:lnTo>
                    <a:pt x="1367795" y="5540746"/>
                  </a:lnTo>
                  <a:lnTo>
                    <a:pt x="1355472" y="5540746"/>
                  </a:lnTo>
                  <a:lnTo>
                    <a:pt x="1343150" y="5540746"/>
                  </a:lnTo>
                  <a:lnTo>
                    <a:pt x="1330827" y="5540746"/>
                  </a:lnTo>
                  <a:lnTo>
                    <a:pt x="1318505" y="5540746"/>
                  </a:lnTo>
                  <a:lnTo>
                    <a:pt x="1306182" y="5540746"/>
                  </a:lnTo>
                  <a:lnTo>
                    <a:pt x="1293860" y="5540746"/>
                  </a:lnTo>
                  <a:lnTo>
                    <a:pt x="1281537" y="5540746"/>
                  </a:lnTo>
                  <a:lnTo>
                    <a:pt x="1269215" y="5540746"/>
                  </a:lnTo>
                  <a:lnTo>
                    <a:pt x="1256892" y="5540746"/>
                  </a:lnTo>
                  <a:lnTo>
                    <a:pt x="1244570" y="5540746"/>
                  </a:lnTo>
                  <a:lnTo>
                    <a:pt x="1232247" y="5540746"/>
                  </a:lnTo>
                  <a:lnTo>
                    <a:pt x="1219925" y="5540746"/>
                  </a:lnTo>
                  <a:lnTo>
                    <a:pt x="1207602" y="5540746"/>
                  </a:lnTo>
                  <a:lnTo>
                    <a:pt x="1195280" y="5540746"/>
                  </a:lnTo>
                  <a:lnTo>
                    <a:pt x="1182957" y="5540746"/>
                  </a:lnTo>
                  <a:lnTo>
                    <a:pt x="1170635" y="5540746"/>
                  </a:lnTo>
                  <a:lnTo>
                    <a:pt x="1158312" y="5540746"/>
                  </a:lnTo>
                  <a:lnTo>
                    <a:pt x="1145990" y="5540746"/>
                  </a:lnTo>
                  <a:lnTo>
                    <a:pt x="1133667" y="5540746"/>
                  </a:lnTo>
                  <a:lnTo>
                    <a:pt x="1121345" y="5540746"/>
                  </a:lnTo>
                  <a:lnTo>
                    <a:pt x="1109022" y="5540746"/>
                  </a:lnTo>
                  <a:lnTo>
                    <a:pt x="1096700" y="5540746"/>
                  </a:lnTo>
                  <a:lnTo>
                    <a:pt x="1084378" y="5540746"/>
                  </a:lnTo>
                  <a:lnTo>
                    <a:pt x="1072055" y="5540746"/>
                  </a:lnTo>
                  <a:lnTo>
                    <a:pt x="1059733" y="5540746"/>
                  </a:lnTo>
                  <a:lnTo>
                    <a:pt x="1047410" y="5540746"/>
                  </a:lnTo>
                  <a:lnTo>
                    <a:pt x="1035088" y="5540746"/>
                  </a:lnTo>
                  <a:lnTo>
                    <a:pt x="1022765" y="5540746"/>
                  </a:lnTo>
                  <a:lnTo>
                    <a:pt x="1010443" y="5540746"/>
                  </a:lnTo>
                  <a:lnTo>
                    <a:pt x="998120" y="5540746"/>
                  </a:lnTo>
                  <a:lnTo>
                    <a:pt x="985798" y="5540746"/>
                  </a:lnTo>
                  <a:lnTo>
                    <a:pt x="973475" y="5540746"/>
                  </a:lnTo>
                  <a:lnTo>
                    <a:pt x="961153" y="5540746"/>
                  </a:lnTo>
                  <a:lnTo>
                    <a:pt x="948830" y="5540746"/>
                  </a:lnTo>
                  <a:lnTo>
                    <a:pt x="936508" y="5540746"/>
                  </a:lnTo>
                  <a:lnTo>
                    <a:pt x="924185" y="5540746"/>
                  </a:lnTo>
                  <a:lnTo>
                    <a:pt x="911863" y="5540746"/>
                  </a:lnTo>
                  <a:lnTo>
                    <a:pt x="899540" y="5540746"/>
                  </a:lnTo>
                  <a:lnTo>
                    <a:pt x="887218" y="5540746"/>
                  </a:lnTo>
                  <a:lnTo>
                    <a:pt x="874895" y="5540746"/>
                  </a:lnTo>
                  <a:lnTo>
                    <a:pt x="862573" y="5540746"/>
                  </a:lnTo>
                  <a:lnTo>
                    <a:pt x="850250" y="5540746"/>
                  </a:lnTo>
                  <a:lnTo>
                    <a:pt x="837928" y="5540746"/>
                  </a:lnTo>
                  <a:lnTo>
                    <a:pt x="825606" y="5540746"/>
                  </a:lnTo>
                  <a:lnTo>
                    <a:pt x="813283" y="5540746"/>
                  </a:lnTo>
                  <a:lnTo>
                    <a:pt x="800961" y="5540746"/>
                  </a:lnTo>
                  <a:lnTo>
                    <a:pt x="788638" y="5540746"/>
                  </a:lnTo>
                  <a:lnTo>
                    <a:pt x="776316" y="5540746"/>
                  </a:lnTo>
                  <a:lnTo>
                    <a:pt x="763993" y="5540746"/>
                  </a:lnTo>
                  <a:lnTo>
                    <a:pt x="751671" y="5540746"/>
                  </a:lnTo>
                  <a:lnTo>
                    <a:pt x="739348" y="5540746"/>
                  </a:lnTo>
                  <a:lnTo>
                    <a:pt x="727026" y="5540746"/>
                  </a:lnTo>
                  <a:lnTo>
                    <a:pt x="714703" y="5540746"/>
                  </a:lnTo>
                  <a:lnTo>
                    <a:pt x="702381" y="5540746"/>
                  </a:lnTo>
                  <a:lnTo>
                    <a:pt x="690058" y="5540746"/>
                  </a:lnTo>
                  <a:lnTo>
                    <a:pt x="677736" y="5540746"/>
                  </a:lnTo>
                  <a:lnTo>
                    <a:pt x="665413" y="5540746"/>
                  </a:lnTo>
                  <a:lnTo>
                    <a:pt x="653091" y="5540746"/>
                  </a:lnTo>
                  <a:lnTo>
                    <a:pt x="640768" y="5540746"/>
                  </a:lnTo>
                  <a:lnTo>
                    <a:pt x="628446" y="5540746"/>
                  </a:lnTo>
                  <a:lnTo>
                    <a:pt x="616123" y="5540746"/>
                  </a:lnTo>
                  <a:lnTo>
                    <a:pt x="603801" y="5540746"/>
                  </a:lnTo>
                  <a:lnTo>
                    <a:pt x="591478" y="5540746"/>
                  </a:lnTo>
                  <a:lnTo>
                    <a:pt x="579156" y="5540746"/>
                  </a:lnTo>
                  <a:lnTo>
                    <a:pt x="566833" y="5540746"/>
                  </a:lnTo>
                  <a:lnTo>
                    <a:pt x="554511" y="5540746"/>
                  </a:lnTo>
                  <a:lnTo>
                    <a:pt x="542189" y="5540746"/>
                  </a:lnTo>
                  <a:lnTo>
                    <a:pt x="529866" y="5540746"/>
                  </a:lnTo>
                  <a:lnTo>
                    <a:pt x="517544" y="5540746"/>
                  </a:lnTo>
                  <a:lnTo>
                    <a:pt x="505221" y="5540746"/>
                  </a:lnTo>
                  <a:lnTo>
                    <a:pt x="492899" y="5540746"/>
                  </a:lnTo>
                  <a:lnTo>
                    <a:pt x="480576" y="5540746"/>
                  </a:lnTo>
                  <a:lnTo>
                    <a:pt x="468254" y="5540746"/>
                  </a:lnTo>
                  <a:lnTo>
                    <a:pt x="455931" y="5540746"/>
                  </a:lnTo>
                  <a:lnTo>
                    <a:pt x="443609" y="5540746"/>
                  </a:lnTo>
                  <a:lnTo>
                    <a:pt x="431286" y="5540746"/>
                  </a:lnTo>
                  <a:lnTo>
                    <a:pt x="418964" y="5540746"/>
                  </a:lnTo>
                  <a:lnTo>
                    <a:pt x="406641" y="5540746"/>
                  </a:lnTo>
                  <a:lnTo>
                    <a:pt x="394319" y="5540746"/>
                  </a:lnTo>
                  <a:lnTo>
                    <a:pt x="381996" y="5540746"/>
                  </a:lnTo>
                  <a:lnTo>
                    <a:pt x="369674" y="5540746"/>
                  </a:lnTo>
                  <a:lnTo>
                    <a:pt x="357351" y="5540746"/>
                  </a:lnTo>
                  <a:lnTo>
                    <a:pt x="345029" y="5540746"/>
                  </a:lnTo>
                  <a:lnTo>
                    <a:pt x="332706" y="5540746"/>
                  </a:lnTo>
                  <a:lnTo>
                    <a:pt x="320384" y="5540746"/>
                  </a:lnTo>
                  <a:lnTo>
                    <a:pt x="308061" y="5540746"/>
                  </a:lnTo>
                  <a:lnTo>
                    <a:pt x="295739" y="5540746"/>
                  </a:lnTo>
                  <a:lnTo>
                    <a:pt x="283416" y="5540746"/>
                  </a:lnTo>
                  <a:lnTo>
                    <a:pt x="271094" y="5540746"/>
                  </a:lnTo>
                  <a:lnTo>
                    <a:pt x="258772" y="5540746"/>
                  </a:lnTo>
                  <a:lnTo>
                    <a:pt x="246449" y="5540746"/>
                  </a:lnTo>
                  <a:lnTo>
                    <a:pt x="234127" y="5540746"/>
                  </a:lnTo>
                  <a:lnTo>
                    <a:pt x="221804" y="5540746"/>
                  </a:lnTo>
                  <a:lnTo>
                    <a:pt x="209482" y="5540746"/>
                  </a:lnTo>
                  <a:lnTo>
                    <a:pt x="197159" y="5540746"/>
                  </a:lnTo>
                  <a:lnTo>
                    <a:pt x="184837" y="5540746"/>
                  </a:lnTo>
                  <a:lnTo>
                    <a:pt x="172514" y="5540746"/>
                  </a:lnTo>
                  <a:lnTo>
                    <a:pt x="160192" y="5540746"/>
                  </a:lnTo>
                  <a:lnTo>
                    <a:pt x="147869" y="5540746"/>
                  </a:lnTo>
                  <a:lnTo>
                    <a:pt x="135547" y="5540746"/>
                  </a:lnTo>
                  <a:lnTo>
                    <a:pt x="123224" y="5540746"/>
                  </a:lnTo>
                  <a:lnTo>
                    <a:pt x="110902" y="5540746"/>
                  </a:lnTo>
                  <a:lnTo>
                    <a:pt x="98579" y="5540746"/>
                  </a:lnTo>
                  <a:lnTo>
                    <a:pt x="86257" y="5540746"/>
                  </a:lnTo>
                  <a:lnTo>
                    <a:pt x="73934" y="5540746"/>
                  </a:lnTo>
                  <a:lnTo>
                    <a:pt x="61612" y="5540746"/>
                  </a:lnTo>
                  <a:lnTo>
                    <a:pt x="49289" y="5540746"/>
                  </a:lnTo>
                  <a:lnTo>
                    <a:pt x="36967" y="5540746"/>
                  </a:lnTo>
                  <a:lnTo>
                    <a:pt x="24644" y="5540746"/>
                  </a:lnTo>
                  <a:lnTo>
                    <a:pt x="12322" y="5540746"/>
                  </a:lnTo>
                  <a:close/>
                </a:path>
              </a:pathLst>
            </a:custGeom>
            <a:solidFill>
              <a:srgbClr val="FFC0CB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706745" y="605582"/>
              <a:ext cx="6296786" cy="5540746"/>
            </a:xfrm>
            <a:custGeom>
              <a:avLst/>
              <a:pathLst>
                <a:path w="6296786" h="5540746">
                  <a:moveTo>
                    <a:pt x="0" y="5540746"/>
                  </a:moveTo>
                  <a:lnTo>
                    <a:pt x="12322" y="5540746"/>
                  </a:lnTo>
                  <a:lnTo>
                    <a:pt x="24644" y="5540746"/>
                  </a:lnTo>
                  <a:lnTo>
                    <a:pt x="36967" y="5540746"/>
                  </a:lnTo>
                  <a:lnTo>
                    <a:pt x="49289" y="5540746"/>
                  </a:lnTo>
                  <a:lnTo>
                    <a:pt x="61612" y="5540746"/>
                  </a:lnTo>
                  <a:lnTo>
                    <a:pt x="73934" y="5540746"/>
                  </a:lnTo>
                  <a:lnTo>
                    <a:pt x="86257" y="5540746"/>
                  </a:lnTo>
                  <a:lnTo>
                    <a:pt x="98579" y="5540746"/>
                  </a:lnTo>
                  <a:lnTo>
                    <a:pt x="110902" y="5540746"/>
                  </a:lnTo>
                  <a:lnTo>
                    <a:pt x="123224" y="5540746"/>
                  </a:lnTo>
                  <a:lnTo>
                    <a:pt x="135547" y="5540746"/>
                  </a:lnTo>
                  <a:lnTo>
                    <a:pt x="147869" y="5540746"/>
                  </a:lnTo>
                  <a:lnTo>
                    <a:pt x="160192" y="5540745"/>
                  </a:lnTo>
                  <a:lnTo>
                    <a:pt x="172514" y="5540745"/>
                  </a:lnTo>
                  <a:lnTo>
                    <a:pt x="184837" y="5540745"/>
                  </a:lnTo>
                  <a:lnTo>
                    <a:pt x="197159" y="5540745"/>
                  </a:lnTo>
                  <a:lnTo>
                    <a:pt x="209482" y="5540744"/>
                  </a:lnTo>
                  <a:lnTo>
                    <a:pt x="221804" y="5540741"/>
                  </a:lnTo>
                  <a:lnTo>
                    <a:pt x="234127" y="5540735"/>
                  </a:lnTo>
                  <a:lnTo>
                    <a:pt x="246449" y="5540722"/>
                  </a:lnTo>
                  <a:lnTo>
                    <a:pt x="258772" y="5540695"/>
                  </a:lnTo>
                  <a:lnTo>
                    <a:pt x="271094" y="5540638"/>
                  </a:lnTo>
                  <a:lnTo>
                    <a:pt x="283416" y="5540517"/>
                  </a:lnTo>
                  <a:lnTo>
                    <a:pt x="295739" y="5540276"/>
                  </a:lnTo>
                  <a:lnTo>
                    <a:pt x="308061" y="5539811"/>
                  </a:lnTo>
                  <a:lnTo>
                    <a:pt x="320384" y="5538940"/>
                  </a:lnTo>
                  <a:lnTo>
                    <a:pt x="332706" y="5537361"/>
                  </a:lnTo>
                  <a:lnTo>
                    <a:pt x="345029" y="5534591"/>
                  </a:lnTo>
                  <a:lnTo>
                    <a:pt x="357351" y="5529879"/>
                  </a:lnTo>
                  <a:lnTo>
                    <a:pt x="369674" y="5522108"/>
                  </a:lnTo>
                  <a:lnTo>
                    <a:pt x="381996" y="5509679"/>
                  </a:lnTo>
                  <a:lnTo>
                    <a:pt x="394319" y="5490391"/>
                  </a:lnTo>
                  <a:lnTo>
                    <a:pt x="406641" y="5461339"/>
                  </a:lnTo>
                  <a:lnTo>
                    <a:pt x="418964" y="5418398"/>
                  </a:lnTo>
                  <a:lnTo>
                    <a:pt x="431286" y="5355606"/>
                  </a:lnTo>
                  <a:lnTo>
                    <a:pt x="443609" y="5268913"/>
                  </a:lnTo>
                  <a:lnTo>
                    <a:pt x="455931" y="5153364"/>
                  </a:lnTo>
                  <a:lnTo>
                    <a:pt x="468254" y="5004755"/>
                  </a:lnTo>
                  <a:lnTo>
                    <a:pt x="480576" y="4820449"/>
                  </a:lnTo>
                  <a:lnTo>
                    <a:pt x="492899" y="4600261"/>
                  </a:lnTo>
                  <a:lnTo>
                    <a:pt x="505221" y="4347248"/>
                  </a:lnTo>
                  <a:lnTo>
                    <a:pt x="517544" y="4068271"/>
                  </a:lnTo>
                  <a:lnTo>
                    <a:pt x="529866" y="3774155"/>
                  </a:lnTo>
                  <a:lnTo>
                    <a:pt x="542189" y="3479342"/>
                  </a:lnTo>
                  <a:lnTo>
                    <a:pt x="554511" y="3200954"/>
                  </a:lnTo>
                  <a:lnTo>
                    <a:pt x="566833" y="2957300"/>
                  </a:lnTo>
                  <a:lnTo>
                    <a:pt x="579156" y="2772176"/>
                  </a:lnTo>
                  <a:lnTo>
                    <a:pt x="591478" y="2656133"/>
                  </a:lnTo>
                  <a:lnTo>
                    <a:pt x="603801" y="2616478"/>
                  </a:lnTo>
                  <a:lnTo>
                    <a:pt x="616123" y="2654522"/>
                  </a:lnTo>
                  <a:lnTo>
                    <a:pt x="628446" y="2765207"/>
                  </a:lnTo>
                  <a:lnTo>
                    <a:pt x="640768" y="2937896"/>
                  </a:lnTo>
                  <a:lnTo>
                    <a:pt x="653091" y="3157831"/>
                  </a:lnTo>
                  <a:lnTo>
                    <a:pt x="665413" y="3407993"/>
                  </a:lnTo>
                  <a:lnTo>
                    <a:pt x="677736" y="3671089"/>
                  </a:lnTo>
                  <a:lnTo>
                    <a:pt x="690058" y="3931332"/>
                  </a:lnTo>
                  <a:lnTo>
                    <a:pt x="702381" y="4175796"/>
                  </a:lnTo>
                  <a:lnTo>
                    <a:pt x="714703" y="4395151"/>
                  </a:lnTo>
                  <a:lnTo>
                    <a:pt x="727026" y="4581764"/>
                  </a:lnTo>
                  <a:lnTo>
                    <a:pt x="739348" y="4733823"/>
                  </a:lnTo>
                  <a:lnTo>
                    <a:pt x="751671" y="4852292"/>
                  </a:lnTo>
                  <a:lnTo>
                    <a:pt x="763993" y="4937224"/>
                  </a:lnTo>
                  <a:lnTo>
                    <a:pt x="776316" y="4987796"/>
                  </a:lnTo>
                  <a:lnTo>
                    <a:pt x="788638" y="5001466"/>
                  </a:lnTo>
                  <a:lnTo>
                    <a:pt x="800961" y="4973530"/>
                  </a:lnTo>
                  <a:lnTo>
                    <a:pt x="813283" y="4897163"/>
                  </a:lnTo>
                  <a:lnTo>
                    <a:pt x="825606" y="4763982"/>
                  </a:lnTo>
                  <a:lnTo>
                    <a:pt x="837928" y="4565138"/>
                  </a:lnTo>
                  <a:lnTo>
                    <a:pt x="850250" y="4292887"/>
                  </a:lnTo>
                  <a:lnTo>
                    <a:pt x="862573" y="3942524"/>
                  </a:lnTo>
                  <a:lnTo>
                    <a:pt x="874895" y="3512553"/>
                  </a:lnTo>
                  <a:lnTo>
                    <a:pt x="887218" y="3010425"/>
                  </a:lnTo>
                  <a:lnTo>
                    <a:pt x="899540" y="2460678"/>
                  </a:lnTo>
                  <a:lnTo>
                    <a:pt x="911863" y="1891059"/>
                  </a:lnTo>
                  <a:lnTo>
                    <a:pt x="924185" y="1336094"/>
                  </a:lnTo>
                  <a:lnTo>
                    <a:pt x="936508" y="834080"/>
                  </a:lnTo>
                  <a:lnTo>
                    <a:pt x="948830" y="423134"/>
                  </a:lnTo>
                  <a:lnTo>
                    <a:pt x="961153" y="136820"/>
                  </a:lnTo>
                  <a:lnTo>
                    <a:pt x="973475" y="0"/>
                  </a:lnTo>
                  <a:lnTo>
                    <a:pt x="985798" y="25571"/>
                  </a:lnTo>
                  <a:lnTo>
                    <a:pt x="998120" y="212645"/>
                  </a:lnTo>
                  <a:lnTo>
                    <a:pt x="1010443" y="546509"/>
                  </a:lnTo>
                  <a:lnTo>
                    <a:pt x="1022765" y="1000437"/>
                  </a:lnTo>
                  <a:lnTo>
                    <a:pt x="1035088" y="1542608"/>
                  </a:lnTo>
                  <a:lnTo>
                    <a:pt x="1047410" y="2122205"/>
                  </a:lnTo>
                  <a:lnTo>
                    <a:pt x="1059733" y="2702103"/>
                  </a:lnTo>
                  <a:lnTo>
                    <a:pt x="1072055" y="3251216"/>
                  </a:lnTo>
                  <a:lnTo>
                    <a:pt x="1084378" y="3746327"/>
                  </a:lnTo>
                  <a:lnTo>
                    <a:pt x="1096700" y="4172796"/>
                  </a:lnTo>
                  <a:lnTo>
                    <a:pt x="1109022" y="4524111"/>
                  </a:lnTo>
                  <a:lnTo>
                    <a:pt x="1121345" y="4800619"/>
                  </a:lnTo>
                  <a:lnTo>
                    <a:pt x="1133667" y="5007784"/>
                  </a:lnTo>
                  <a:lnTo>
                    <a:pt x="1145990" y="5154327"/>
                  </a:lnTo>
                  <a:lnTo>
                    <a:pt x="1158312" y="5250543"/>
                  </a:lnTo>
                  <a:lnTo>
                    <a:pt x="1170635" y="5306965"/>
                  </a:lnTo>
                  <a:lnTo>
                    <a:pt x="1182957" y="5332197"/>
                  </a:lnTo>
                  <a:lnTo>
                    <a:pt x="1195280" y="5336802"/>
                  </a:lnTo>
                  <a:lnTo>
                    <a:pt x="1207602" y="5328695"/>
                  </a:lnTo>
                  <a:lnTo>
                    <a:pt x="1219925" y="5313564"/>
                  </a:lnTo>
                  <a:lnTo>
                    <a:pt x="1232247" y="5295954"/>
                  </a:lnTo>
                  <a:lnTo>
                    <a:pt x="1244570" y="5279359"/>
                  </a:lnTo>
                  <a:lnTo>
                    <a:pt x="1256892" y="5266305"/>
                  </a:lnTo>
                  <a:lnTo>
                    <a:pt x="1269215" y="5258416"/>
                  </a:lnTo>
                  <a:lnTo>
                    <a:pt x="1281537" y="5256499"/>
                  </a:lnTo>
                  <a:lnTo>
                    <a:pt x="1293860" y="5260650"/>
                  </a:lnTo>
                  <a:lnTo>
                    <a:pt x="1306182" y="5270396"/>
                  </a:lnTo>
                  <a:lnTo>
                    <a:pt x="1318505" y="5284860"/>
                  </a:lnTo>
                  <a:lnTo>
                    <a:pt x="1330827" y="5303016"/>
                  </a:lnTo>
                  <a:lnTo>
                    <a:pt x="1343150" y="5323630"/>
                  </a:lnTo>
                  <a:lnTo>
                    <a:pt x="1355472" y="5345449"/>
                  </a:lnTo>
                  <a:lnTo>
                    <a:pt x="1367795" y="5367625"/>
                  </a:lnTo>
                  <a:lnTo>
                    <a:pt x="1380117" y="5389490"/>
                  </a:lnTo>
                  <a:lnTo>
                    <a:pt x="1392439" y="5410541"/>
                  </a:lnTo>
                  <a:lnTo>
                    <a:pt x="1404762" y="5430403"/>
                  </a:lnTo>
                  <a:lnTo>
                    <a:pt x="1417084" y="5448799"/>
                  </a:lnTo>
                  <a:lnTo>
                    <a:pt x="1429407" y="5465522"/>
                  </a:lnTo>
                  <a:lnTo>
                    <a:pt x="1441729" y="5480426"/>
                  </a:lnTo>
                  <a:lnTo>
                    <a:pt x="1454052" y="5493425"/>
                  </a:lnTo>
                  <a:lnTo>
                    <a:pt x="1466374" y="5504493"/>
                  </a:lnTo>
                  <a:lnTo>
                    <a:pt x="1478697" y="5513670"/>
                  </a:lnTo>
                  <a:lnTo>
                    <a:pt x="1491019" y="5520915"/>
                  </a:lnTo>
                  <a:lnTo>
                    <a:pt x="1503342" y="5526590"/>
                  </a:lnTo>
                  <a:lnTo>
                    <a:pt x="1515664" y="5530908"/>
                  </a:lnTo>
                  <a:lnTo>
                    <a:pt x="1527987" y="5534097"/>
                  </a:lnTo>
                  <a:lnTo>
                    <a:pt x="1540309" y="5536381"/>
                  </a:lnTo>
                  <a:lnTo>
                    <a:pt x="1552632" y="5537965"/>
                  </a:lnTo>
                  <a:lnTo>
                    <a:pt x="1564954" y="5539028"/>
                  </a:lnTo>
                  <a:lnTo>
                    <a:pt x="1577277" y="5539718"/>
                  </a:lnTo>
                  <a:lnTo>
                    <a:pt x="1589599" y="5540150"/>
                  </a:lnTo>
                  <a:lnTo>
                    <a:pt x="1601922" y="5540412"/>
                  </a:lnTo>
                  <a:lnTo>
                    <a:pt x="1614244" y="5540565"/>
                  </a:lnTo>
                  <a:lnTo>
                    <a:pt x="1626567" y="5540651"/>
                  </a:lnTo>
                  <a:lnTo>
                    <a:pt x="1638889" y="5540697"/>
                  </a:lnTo>
                  <a:lnTo>
                    <a:pt x="1651212" y="5540721"/>
                  </a:lnTo>
                  <a:lnTo>
                    <a:pt x="1663534" y="5540733"/>
                  </a:lnTo>
                  <a:lnTo>
                    <a:pt x="1675856" y="5540740"/>
                  </a:lnTo>
                  <a:lnTo>
                    <a:pt x="1688179" y="5540743"/>
                  </a:lnTo>
                  <a:lnTo>
                    <a:pt x="1700501" y="5540744"/>
                  </a:lnTo>
                  <a:lnTo>
                    <a:pt x="1712824" y="5540745"/>
                  </a:lnTo>
                  <a:lnTo>
                    <a:pt x="1725146" y="5540745"/>
                  </a:lnTo>
                  <a:lnTo>
                    <a:pt x="1737469" y="5540745"/>
                  </a:lnTo>
                  <a:lnTo>
                    <a:pt x="1749791" y="5540746"/>
                  </a:lnTo>
                  <a:lnTo>
                    <a:pt x="1762114" y="5540746"/>
                  </a:lnTo>
                  <a:lnTo>
                    <a:pt x="1774436" y="5540746"/>
                  </a:lnTo>
                  <a:lnTo>
                    <a:pt x="1786759" y="5540746"/>
                  </a:lnTo>
                  <a:lnTo>
                    <a:pt x="1799081" y="5540746"/>
                  </a:lnTo>
                  <a:lnTo>
                    <a:pt x="1811404" y="5540746"/>
                  </a:lnTo>
                  <a:lnTo>
                    <a:pt x="1823726" y="5540746"/>
                  </a:lnTo>
                  <a:lnTo>
                    <a:pt x="1836049" y="5540746"/>
                  </a:lnTo>
                  <a:lnTo>
                    <a:pt x="1848371" y="5540746"/>
                  </a:lnTo>
                  <a:lnTo>
                    <a:pt x="1860694" y="5540746"/>
                  </a:lnTo>
                  <a:lnTo>
                    <a:pt x="1873016" y="5540746"/>
                  </a:lnTo>
                  <a:lnTo>
                    <a:pt x="1885339" y="5540746"/>
                  </a:lnTo>
                  <a:lnTo>
                    <a:pt x="1897661" y="5540746"/>
                  </a:lnTo>
                  <a:lnTo>
                    <a:pt x="1909984" y="5540746"/>
                  </a:lnTo>
                  <a:lnTo>
                    <a:pt x="1922306" y="5540746"/>
                  </a:lnTo>
                  <a:lnTo>
                    <a:pt x="1934629" y="5540746"/>
                  </a:lnTo>
                  <a:lnTo>
                    <a:pt x="1946951" y="5540746"/>
                  </a:lnTo>
                  <a:lnTo>
                    <a:pt x="1959273" y="5540746"/>
                  </a:lnTo>
                  <a:lnTo>
                    <a:pt x="1971596" y="5540746"/>
                  </a:lnTo>
                  <a:lnTo>
                    <a:pt x="1983918" y="5540746"/>
                  </a:lnTo>
                  <a:lnTo>
                    <a:pt x="1996241" y="5540746"/>
                  </a:lnTo>
                  <a:lnTo>
                    <a:pt x="2008563" y="5540746"/>
                  </a:lnTo>
                  <a:lnTo>
                    <a:pt x="2020886" y="5540746"/>
                  </a:lnTo>
                  <a:lnTo>
                    <a:pt x="2033208" y="5540746"/>
                  </a:lnTo>
                  <a:lnTo>
                    <a:pt x="2045531" y="5540746"/>
                  </a:lnTo>
                  <a:lnTo>
                    <a:pt x="2057853" y="5540746"/>
                  </a:lnTo>
                  <a:lnTo>
                    <a:pt x="2070176" y="5540746"/>
                  </a:lnTo>
                  <a:lnTo>
                    <a:pt x="2082498" y="5540746"/>
                  </a:lnTo>
                  <a:lnTo>
                    <a:pt x="2094821" y="5540746"/>
                  </a:lnTo>
                  <a:lnTo>
                    <a:pt x="2107143" y="5540746"/>
                  </a:lnTo>
                  <a:lnTo>
                    <a:pt x="2119466" y="5540746"/>
                  </a:lnTo>
                  <a:lnTo>
                    <a:pt x="2131788" y="5540746"/>
                  </a:lnTo>
                  <a:lnTo>
                    <a:pt x="2144111" y="5540746"/>
                  </a:lnTo>
                  <a:lnTo>
                    <a:pt x="2156433" y="5540746"/>
                  </a:lnTo>
                  <a:lnTo>
                    <a:pt x="2168756" y="5540746"/>
                  </a:lnTo>
                  <a:lnTo>
                    <a:pt x="2181078" y="5540746"/>
                  </a:lnTo>
                  <a:lnTo>
                    <a:pt x="2193401" y="5540746"/>
                  </a:lnTo>
                  <a:lnTo>
                    <a:pt x="2205723" y="5540746"/>
                  </a:lnTo>
                  <a:lnTo>
                    <a:pt x="2218045" y="5540746"/>
                  </a:lnTo>
                  <a:lnTo>
                    <a:pt x="2230368" y="5540745"/>
                  </a:lnTo>
                  <a:lnTo>
                    <a:pt x="2242690" y="5540745"/>
                  </a:lnTo>
                  <a:lnTo>
                    <a:pt x="2255013" y="5540745"/>
                  </a:lnTo>
                  <a:lnTo>
                    <a:pt x="2267335" y="5540744"/>
                  </a:lnTo>
                  <a:lnTo>
                    <a:pt x="2279658" y="5540742"/>
                  </a:lnTo>
                  <a:lnTo>
                    <a:pt x="2291980" y="5540738"/>
                  </a:lnTo>
                  <a:lnTo>
                    <a:pt x="2304303" y="5540729"/>
                  </a:lnTo>
                  <a:lnTo>
                    <a:pt x="2316625" y="5540710"/>
                  </a:lnTo>
                  <a:lnTo>
                    <a:pt x="2328948" y="5540673"/>
                  </a:lnTo>
                  <a:lnTo>
                    <a:pt x="2341270" y="5540601"/>
                  </a:lnTo>
                  <a:lnTo>
                    <a:pt x="2353593" y="5540468"/>
                  </a:lnTo>
                  <a:lnTo>
                    <a:pt x="2365915" y="5540229"/>
                  </a:lnTo>
                  <a:lnTo>
                    <a:pt x="2378238" y="5539815"/>
                  </a:lnTo>
                  <a:lnTo>
                    <a:pt x="2390560" y="5539116"/>
                  </a:lnTo>
                  <a:lnTo>
                    <a:pt x="2402883" y="5537916"/>
                  </a:lnTo>
                  <a:lnTo>
                    <a:pt x="2415205" y="5536000"/>
                  </a:lnTo>
                  <a:lnTo>
                    <a:pt x="2427528" y="5533054"/>
                  </a:lnTo>
                  <a:lnTo>
                    <a:pt x="2439850" y="5528691"/>
                  </a:lnTo>
                  <a:lnTo>
                    <a:pt x="2452173" y="5522466"/>
                  </a:lnTo>
                  <a:lnTo>
                    <a:pt x="2464495" y="5513912"/>
                  </a:lnTo>
                  <a:lnTo>
                    <a:pt x="2476818" y="5502590"/>
                  </a:lnTo>
                  <a:lnTo>
                    <a:pt x="2489140" y="5488165"/>
                  </a:lnTo>
                  <a:lnTo>
                    <a:pt x="2501462" y="5470489"/>
                  </a:lnTo>
                  <a:lnTo>
                    <a:pt x="2513785" y="5449687"/>
                  </a:lnTo>
                  <a:lnTo>
                    <a:pt x="2526107" y="5426233"/>
                  </a:lnTo>
                  <a:lnTo>
                    <a:pt x="2538430" y="5400995"/>
                  </a:lnTo>
                  <a:lnTo>
                    <a:pt x="2550752" y="5375336"/>
                  </a:lnTo>
                  <a:lnTo>
                    <a:pt x="2563075" y="5351097"/>
                  </a:lnTo>
                  <a:lnTo>
                    <a:pt x="2575397" y="5330035"/>
                  </a:lnTo>
                  <a:lnTo>
                    <a:pt x="2587720" y="5313787"/>
                  </a:lnTo>
                  <a:lnTo>
                    <a:pt x="2600042" y="5303676"/>
                  </a:lnTo>
                  <a:lnTo>
                    <a:pt x="2612365" y="5300525"/>
                  </a:lnTo>
                  <a:lnTo>
                    <a:pt x="2624687" y="5304543"/>
                  </a:lnTo>
                  <a:lnTo>
                    <a:pt x="2637010" y="5315275"/>
                  </a:lnTo>
                  <a:lnTo>
                    <a:pt x="2649332" y="5331632"/>
                  </a:lnTo>
                  <a:lnTo>
                    <a:pt x="2661655" y="5351997"/>
                  </a:lnTo>
                  <a:lnTo>
                    <a:pt x="2673977" y="5374366"/>
                  </a:lnTo>
                  <a:lnTo>
                    <a:pt x="2686300" y="5396514"/>
                  </a:lnTo>
                  <a:lnTo>
                    <a:pt x="2698622" y="5415915"/>
                  </a:lnTo>
                  <a:lnTo>
                    <a:pt x="2710945" y="5429941"/>
                  </a:lnTo>
                  <a:lnTo>
                    <a:pt x="2723267" y="5436619"/>
                  </a:lnTo>
                  <a:lnTo>
                    <a:pt x="2735590" y="5433976"/>
                  </a:lnTo>
                  <a:lnTo>
                    <a:pt x="2747912" y="5420206"/>
                  </a:lnTo>
                  <a:lnTo>
                    <a:pt x="2760235" y="5393741"/>
                  </a:lnTo>
                  <a:lnTo>
                    <a:pt x="2772557" y="5353391"/>
                  </a:lnTo>
                  <a:lnTo>
                    <a:pt x="2784879" y="5298548"/>
                  </a:lnTo>
                  <a:lnTo>
                    <a:pt x="2797202" y="5229434"/>
                  </a:lnTo>
                  <a:lnTo>
                    <a:pt x="2809524" y="5147357"/>
                  </a:lnTo>
                  <a:lnTo>
                    <a:pt x="2821847" y="5054921"/>
                  </a:lnTo>
                  <a:lnTo>
                    <a:pt x="2834169" y="4956124"/>
                  </a:lnTo>
                  <a:lnTo>
                    <a:pt x="2846492" y="4856360"/>
                  </a:lnTo>
                  <a:lnTo>
                    <a:pt x="2858814" y="4763213"/>
                  </a:lnTo>
                  <a:lnTo>
                    <a:pt x="2871137" y="4683508"/>
                  </a:lnTo>
                  <a:lnTo>
                    <a:pt x="2883459" y="4623391"/>
                  </a:lnTo>
                  <a:lnTo>
                    <a:pt x="2895782" y="4587680"/>
                  </a:lnTo>
                  <a:lnTo>
                    <a:pt x="2908104" y="4579270"/>
                  </a:lnTo>
                  <a:lnTo>
                    <a:pt x="2920427" y="4598780"/>
                  </a:lnTo>
                  <a:lnTo>
                    <a:pt x="2932749" y="4644497"/>
                  </a:lnTo>
                  <a:lnTo>
                    <a:pt x="2945072" y="4712617"/>
                  </a:lnTo>
                  <a:lnTo>
                    <a:pt x="2957394" y="4797743"/>
                  </a:lnTo>
                  <a:lnTo>
                    <a:pt x="2969717" y="4893563"/>
                  </a:lnTo>
                  <a:lnTo>
                    <a:pt x="2982039" y="4993590"/>
                  </a:lnTo>
                  <a:lnTo>
                    <a:pt x="2994362" y="5091855"/>
                  </a:lnTo>
                  <a:lnTo>
                    <a:pt x="3006684" y="5182629"/>
                  </a:lnTo>
                  <a:lnTo>
                    <a:pt x="3019007" y="5262758"/>
                  </a:lnTo>
                  <a:lnTo>
                    <a:pt x="3031329" y="5330828"/>
                  </a:lnTo>
                  <a:lnTo>
                    <a:pt x="3043652" y="5386545"/>
                  </a:lnTo>
                  <a:lnTo>
                    <a:pt x="3055974" y="5430563"/>
                  </a:lnTo>
                  <a:lnTo>
                    <a:pt x="3068296" y="5464168"/>
                  </a:lnTo>
                  <a:lnTo>
                    <a:pt x="3080619" y="5488983"/>
                  </a:lnTo>
                  <a:lnTo>
                    <a:pt x="3092941" y="5506717"/>
                  </a:lnTo>
                  <a:lnTo>
                    <a:pt x="3105264" y="5518988"/>
                  </a:lnTo>
                  <a:lnTo>
                    <a:pt x="3117586" y="5527216"/>
                  </a:lnTo>
                  <a:lnTo>
                    <a:pt x="3129909" y="5532561"/>
                  </a:lnTo>
                  <a:lnTo>
                    <a:pt x="3142231" y="5535929"/>
                  </a:lnTo>
                  <a:lnTo>
                    <a:pt x="3154554" y="5537949"/>
                  </a:lnTo>
                  <a:lnTo>
                    <a:pt x="3166876" y="5539140"/>
                  </a:lnTo>
                  <a:lnTo>
                    <a:pt x="3179199" y="5539846"/>
                  </a:lnTo>
                  <a:lnTo>
                    <a:pt x="3191521" y="5540253"/>
                  </a:lnTo>
                  <a:lnTo>
                    <a:pt x="3203844" y="5540479"/>
                  </a:lnTo>
                  <a:lnTo>
                    <a:pt x="3216166" y="5540600"/>
                  </a:lnTo>
                  <a:lnTo>
                    <a:pt x="3228489" y="5540656"/>
                  </a:lnTo>
                  <a:lnTo>
                    <a:pt x="3240811" y="5540671"/>
                  </a:lnTo>
                  <a:lnTo>
                    <a:pt x="3253134" y="5540654"/>
                  </a:lnTo>
                  <a:lnTo>
                    <a:pt x="3265456" y="5540603"/>
                  </a:lnTo>
                  <a:lnTo>
                    <a:pt x="3277779" y="5540509"/>
                  </a:lnTo>
                  <a:lnTo>
                    <a:pt x="3290101" y="5540354"/>
                  </a:lnTo>
                  <a:lnTo>
                    <a:pt x="3302424" y="5540111"/>
                  </a:lnTo>
                  <a:lnTo>
                    <a:pt x="3314746" y="5539732"/>
                  </a:lnTo>
                  <a:lnTo>
                    <a:pt x="3327068" y="5539180"/>
                  </a:lnTo>
                  <a:lnTo>
                    <a:pt x="3339391" y="5538407"/>
                  </a:lnTo>
                  <a:lnTo>
                    <a:pt x="3351713" y="5537368"/>
                  </a:lnTo>
                  <a:lnTo>
                    <a:pt x="3364036" y="5536023"/>
                  </a:lnTo>
                  <a:lnTo>
                    <a:pt x="3376358" y="5534351"/>
                  </a:lnTo>
                  <a:lnTo>
                    <a:pt x="3388681" y="5532356"/>
                  </a:lnTo>
                  <a:lnTo>
                    <a:pt x="3401003" y="5530076"/>
                  </a:lnTo>
                  <a:lnTo>
                    <a:pt x="3413326" y="5527589"/>
                  </a:lnTo>
                  <a:lnTo>
                    <a:pt x="3425648" y="5525010"/>
                  </a:lnTo>
                  <a:lnTo>
                    <a:pt x="3437971" y="5522491"/>
                  </a:lnTo>
                  <a:lnTo>
                    <a:pt x="3450293" y="5520205"/>
                  </a:lnTo>
                  <a:lnTo>
                    <a:pt x="3462616" y="5518379"/>
                  </a:lnTo>
                  <a:lnTo>
                    <a:pt x="3474938" y="5517154"/>
                  </a:lnTo>
                  <a:lnTo>
                    <a:pt x="3487261" y="5516628"/>
                  </a:lnTo>
                  <a:lnTo>
                    <a:pt x="3499583" y="5516842"/>
                  </a:lnTo>
                  <a:lnTo>
                    <a:pt x="3511906" y="5517772"/>
                  </a:lnTo>
                  <a:lnTo>
                    <a:pt x="3524228" y="5519336"/>
                  </a:lnTo>
                  <a:lnTo>
                    <a:pt x="3536551" y="5521399"/>
                  </a:lnTo>
                  <a:lnTo>
                    <a:pt x="3548873" y="5523798"/>
                  </a:lnTo>
                  <a:lnTo>
                    <a:pt x="3561196" y="5526358"/>
                  </a:lnTo>
                  <a:lnTo>
                    <a:pt x="3573518" y="5528912"/>
                  </a:lnTo>
                  <a:lnTo>
                    <a:pt x="3585841" y="5531321"/>
                  </a:lnTo>
                  <a:lnTo>
                    <a:pt x="3598163" y="5533480"/>
                  </a:lnTo>
                  <a:lnTo>
                    <a:pt x="3610485" y="5535310"/>
                  </a:lnTo>
                  <a:lnTo>
                    <a:pt x="3622808" y="5536792"/>
                  </a:lnTo>
                  <a:lnTo>
                    <a:pt x="3635130" y="5537955"/>
                  </a:lnTo>
                  <a:lnTo>
                    <a:pt x="3647453" y="5538836"/>
                  </a:lnTo>
                  <a:lnTo>
                    <a:pt x="3659775" y="5539479"/>
                  </a:lnTo>
                  <a:lnTo>
                    <a:pt x="3672098" y="5539932"/>
                  </a:lnTo>
                  <a:lnTo>
                    <a:pt x="3684420" y="5540240"/>
                  </a:lnTo>
                  <a:lnTo>
                    <a:pt x="3696743" y="5540441"/>
                  </a:lnTo>
                  <a:lnTo>
                    <a:pt x="3709065" y="5540569"/>
                  </a:lnTo>
                  <a:lnTo>
                    <a:pt x="3721388" y="5540646"/>
                  </a:lnTo>
                  <a:lnTo>
                    <a:pt x="3733710" y="5540692"/>
                  </a:lnTo>
                  <a:lnTo>
                    <a:pt x="3746033" y="5540717"/>
                  </a:lnTo>
                  <a:lnTo>
                    <a:pt x="3758355" y="5540731"/>
                  </a:lnTo>
                  <a:lnTo>
                    <a:pt x="3770678" y="5540738"/>
                  </a:lnTo>
                  <a:lnTo>
                    <a:pt x="3783000" y="5540742"/>
                  </a:lnTo>
                  <a:lnTo>
                    <a:pt x="3795323" y="5540744"/>
                  </a:lnTo>
                  <a:lnTo>
                    <a:pt x="3807645" y="5540745"/>
                  </a:lnTo>
                  <a:lnTo>
                    <a:pt x="3819968" y="5540745"/>
                  </a:lnTo>
                  <a:lnTo>
                    <a:pt x="3832290" y="5540745"/>
                  </a:lnTo>
                  <a:lnTo>
                    <a:pt x="3844613" y="5540745"/>
                  </a:lnTo>
                  <a:lnTo>
                    <a:pt x="3856935" y="5540746"/>
                  </a:lnTo>
                  <a:lnTo>
                    <a:pt x="3869258" y="5540746"/>
                  </a:lnTo>
                  <a:lnTo>
                    <a:pt x="3881580" y="5540746"/>
                  </a:lnTo>
                  <a:lnTo>
                    <a:pt x="3893902" y="5540746"/>
                  </a:lnTo>
                  <a:lnTo>
                    <a:pt x="3906225" y="5540746"/>
                  </a:lnTo>
                  <a:lnTo>
                    <a:pt x="3918547" y="5540746"/>
                  </a:lnTo>
                  <a:lnTo>
                    <a:pt x="3930870" y="5540746"/>
                  </a:lnTo>
                  <a:lnTo>
                    <a:pt x="3943192" y="5540746"/>
                  </a:lnTo>
                  <a:lnTo>
                    <a:pt x="3955515" y="5540746"/>
                  </a:lnTo>
                  <a:lnTo>
                    <a:pt x="3967837" y="5540746"/>
                  </a:lnTo>
                  <a:lnTo>
                    <a:pt x="3980160" y="5540746"/>
                  </a:lnTo>
                  <a:lnTo>
                    <a:pt x="3992482" y="5540746"/>
                  </a:lnTo>
                  <a:lnTo>
                    <a:pt x="4004805" y="5540746"/>
                  </a:lnTo>
                  <a:lnTo>
                    <a:pt x="4017127" y="5540746"/>
                  </a:lnTo>
                  <a:lnTo>
                    <a:pt x="4029450" y="5540746"/>
                  </a:lnTo>
                  <a:lnTo>
                    <a:pt x="4041772" y="5540746"/>
                  </a:lnTo>
                  <a:lnTo>
                    <a:pt x="4054095" y="5540746"/>
                  </a:lnTo>
                  <a:lnTo>
                    <a:pt x="4066417" y="5540746"/>
                  </a:lnTo>
                  <a:lnTo>
                    <a:pt x="4078740" y="5540746"/>
                  </a:lnTo>
                  <a:lnTo>
                    <a:pt x="4091062" y="5540746"/>
                  </a:lnTo>
                  <a:lnTo>
                    <a:pt x="4103385" y="5540746"/>
                  </a:lnTo>
                  <a:lnTo>
                    <a:pt x="4115707" y="5540746"/>
                  </a:lnTo>
                  <a:lnTo>
                    <a:pt x="4128030" y="5540746"/>
                  </a:lnTo>
                  <a:lnTo>
                    <a:pt x="4140352" y="5540746"/>
                  </a:lnTo>
                  <a:lnTo>
                    <a:pt x="4152675" y="5540746"/>
                  </a:lnTo>
                  <a:lnTo>
                    <a:pt x="4164997" y="5540746"/>
                  </a:lnTo>
                  <a:lnTo>
                    <a:pt x="4177319" y="5540746"/>
                  </a:lnTo>
                  <a:lnTo>
                    <a:pt x="4189642" y="5540746"/>
                  </a:lnTo>
                  <a:lnTo>
                    <a:pt x="4201964" y="5540746"/>
                  </a:lnTo>
                  <a:lnTo>
                    <a:pt x="4214287" y="5540746"/>
                  </a:lnTo>
                  <a:lnTo>
                    <a:pt x="4226609" y="5540746"/>
                  </a:lnTo>
                  <a:lnTo>
                    <a:pt x="4238932" y="5540746"/>
                  </a:lnTo>
                  <a:lnTo>
                    <a:pt x="4251254" y="5540746"/>
                  </a:lnTo>
                  <a:lnTo>
                    <a:pt x="4263577" y="5540746"/>
                  </a:lnTo>
                  <a:lnTo>
                    <a:pt x="4275899" y="5540746"/>
                  </a:lnTo>
                  <a:lnTo>
                    <a:pt x="4288222" y="5540746"/>
                  </a:lnTo>
                  <a:lnTo>
                    <a:pt x="4300544" y="5540746"/>
                  </a:lnTo>
                  <a:lnTo>
                    <a:pt x="4312867" y="5540746"/>
                  </a:lnTo>
                  <a:lnTo>
                    <a:pt x="4325189" y="5540746"/>
                  </a:lnTo>
                  <a:lnTo>
                    <a:pt x="4337512" y="5540746"/>
                  </a:lnTo>
                  <a:lnTo>
                    <a:pt x="4349834" y="5540746"/>
                  </a:lnTo>
                  <a:lnTo>
                    <a:pt x="4362157" y="5540746"/>
                  </a:lnTo>
                  <a:lnTo>
                    <a:pt x="4374479" y="5540746"/>
                  </a:lnTo>
                  <a:lnTo>
                    <a:pt x="4386802" y="5540746"/>
                  </a:lnTo>
                  <a:lnTo>
                    <a:pt x="4399124" y="5540746"/>
                  </a:lnTo>
                  <a:lnTo>
                    <a:pt x="4411447" y="5540746"/>
                  </a:lnTo>
                  <a:lnTo>
                    <a:pt x="4423769" y="5540746"/>
                  </a:lnTo>
                  <a:lnTo>
                    <a:pt x="4436091" y="5540746"/>
                  </a:lnTo>
                  <a:lnTo>
                    <a:pt x="4448414" y="5540746"/>
                  </a:lnTo>
                  <a:lnTo>
                    <a:pt x="4460736" y="5540746"/>
                  </a:lnTo>
                  <a:lnTo>
                    <a:pt x="4473059" y="5540746"/>
                  </a:lnTo>
                  <a:lnTo>
                    <a:pt x="4485381" y="5540746"/>
                  </a:lnTo>
                  <a:lnTo>
                    <a:pt x="4497704" y="5540746"/>
                  </a:lnTo>
                  <a:lnTo>
                    <a:pt x="4510026" y="5540746"/>
                  </a:lnTo>
                  <a:lnTo>
                    <a:pt x="4522349" y="5540746"/>
                  </a:lnTo>
                  <a:lnTo>
                    <a:pt x="4534671" y="5540746"/>
                  </a:lnTo>
                  <a:lnTo>
                    <a:pt x="4546994" y="5540746"/>
                  </a:lnTo>
                  <a:lnTo>
                    <a:pt x="4559316" y="5540746"/>
                  </a:lnTo>
                  <a:lnTo>
                    <a:pt x="4571639" y="5540746"/>
                  </a:lnTo>
                  <a:lnTo>
                    <a:pt x="4583961" y="5540746"/>
                  </a:lnTo>
                  <a:lnTo>
                    <a:pt x="4596284" y="5540746"/>
                  </a:lnTo>
                  <a:lnTo>
                    <a:pt x="4608606" y="5540746"/>
                  </a:lnTo>
                  <a:lnTo>
                    <a:pt x="4620929" y="5540746"/>
                  </a:lnTo>
                  <a:lnTo>
                    <a:pt x="4633251" y="5540746"/>
                  </a:lnTo>
                  <a:lnTo>
                    <a:pt x="4645574" y="5540746"/>
                  </a:lnTo>
                  <a:lnTo>
                    <a:pt x="4657896" y="5540746"/>
                  </a:lnTo>
                  <a:lnTo>
                    <a:pt x="4670219" y="5540746"/>
                  </a:lnTo>
                  <a:lnTo>
                    <a:pt x="4682541" y="5540746"/>
                  </a:lnTo>
                  <a:lnTo>
                    <a:pt x="4694864" y="5540746"/>
                  </a:lnTo>
                  <a:lnTo>
                    <a:pt x="4707186" y="5540746"/>
                  </a:lnTo>
                  <a:lnTo>
                    <a:pt x="4719508" y="5540746"/>
                  </a:lnTo>
                  <a:lnTo>
                    <a:pt x="4731831" y="5540746"/>
                  </a:lnTo>
                  <a:lnTo>
                    <a:pt x="4744153" y="5540746"/>
                  </a:lnTo>
                  <a:lnTo>
                    <a:pt x="4756476" y="5540746"/>
                  </a:lnTo>
                  <a:lnTo>
                    <a:pt x="4768798" y="5540746"/>
                  </a:lnTo>
                  <a:lnTo>
                    <a:pt x="4781121" y="5540746"/>
                  </a:lnTo>
                  <a:lnTo>
                    <a:pt x="4793443" y="5540746"/>
                  </a:lnTo>
                  <a:lnTo>
                    <a:pt x="4805766" y="5540746"/>
                  </a:lnTo>
                  <a:lnTo>
                    <a:pt x="4818088" y="5540746"/>
                  </a:lnTo>
                  <a:lnTo>
                    <a:pt x="4830411" y="5540746"/>
                  </a:lnTo>
                  <a:lnTo>
                    <a:pt x="4842733" y="5540746"/>
                  </a:lnTo>
                  <a:lnTo>
                    <a:pt x="4855056" y="5540746"/>
                  </a:lnTo>
                  <a:lnTo>
                    <a:pt x="4867378" y="5540746"/>
                  </a:lnTo>
                  <a:lnTo>
                    <a:pt x="4879701" y="5540746"/>
                  </a:lnTo>
                  <a:lnTo>
                    <a:pt x="4892023" y="5540746"/>
                  </a:lnTo>
                  <a:lnTo>
                    <a:pt x="4904346" y="5540746"/>
                  </a:lnTo>
                  <a:lnTo>
                    <a:pt x="4916668" y="5540746"/>
                  </a:lnTo>
                  <a:lnTo>
                    <a:pt x="4928991" y="5540746"/>
                  </a:lnTo>
                  <a:lnTo>
                    <a:pt x="4941313" y="5540746"/>
                  </a:lnTo>
                  <a:lnTo>
                    <a:pt x="4953636" y="5540746"/>
                  </a:lnTo>
                  <a:lnTo>
                    <a:pt x="4965958" y="5540746"/>
                  </a:lnTo>
                  <a:lnTo>
                    <a:pt x="4978281" y="5540746"/>
                  </a:lnTo>
                  <a:lnTo>
                    <a:pt x="4990603" y="5540746"/>
                  </a:lnTo>
                  <a:lnTo>
                    <a:pt x="5002925" y="5540746"/>
                  </a:lnTo>
                  <a:lnTo>
                    <a:pt x="5015248" y="5540746"/>
                  </a:lnTo>
                  <a:lnTo>
                    <a:pt x="5027570" y="5540746"/>
                  </a:lnTo>
                  <a:lnTo>
                    <a:pt x="5039893" y="5540746"/>
                  </a:lnTo>
                  <a:lnTo>
                    <a:pt x="5052215" y="5540746"/>
                  </a:lnTo>
                  <a:lnTo>
                    <a:pt x="5064538" y="5540746"/>
                  </a:lnTo>
                  <a:lnTo>
                    <a:pt x="5076860" y="5540746"/>
                  </a:lnTo>
                  <a:lnTo>
                    <a:pt x="5089183" y="5540746"/>
                  </a:lnTo>
                  <a:lnTo>
                    <a:pt x="5101505" y="5540746"/>
                  </a:lnTo>
                  <a:lnTo>
                    <a:pt x="5113828" y="5540746"/>
                  </a:lnTo>
                  <a:lnTo>
                    <a:pt x="5126150" y="5540746"/>
                  </a:lnTo>
                  <a:lnTo>
                    <a:pt x="5138473" y="5540746"/>
                  </a:lnTo>
                  <a:lnTo>
                    <a:pt x="5150795" y="5540746"/>
                  </a:lnTo>
                  <a:lnTo>
                    <a:pt x="5163118" y="5540746"/>
                  </a:lnTo>
                  <a:lnTo>
                    <a:pt x="5175440" y="5540746"/>
                  </a:lnTo>
                  <a:lnTo>
                    <a:pt x="5187763" y="5540746"/>
                  </a:lnTo>
                  <a:lnTo>
                    <a:pt x="5200085" y="5540746"/>
                  </a:lnTo>
                  <a:lnTo>
                    <a:pt x="5212408" y="5540746"/>
                  </a:lnTo>
                  <a:lnTo>
                    <a:pt x="5224730" y="5540746"/>
                  </a:lnTo>
                  <a:lnTo>
                    <a:pt x="5237053" y="5540746"/>
                  </a:lnTo>
                  <a:lnTo>
                    <a:pt x="5249375" y="5540746"/>
                  </a:lnTo>
                  <a:lnTo>
                    <a:pt x="5261698" y="5540746"/>
                  </a:lnTo>
                  <a:lnTo>
                    <a:pt x="5274020" y="5540746"/>
                  </a:lnTo>
                  <a:lnTo>
                    <a:pt x="5286342" y="5540746"/>
                  </a:lnTo>
                  <a:lnTo>
                    <a:pt x="5298665" y="5540746"/>
                  </a:lnTo>
                  <a:lnTo>
                    <a:pt x="5310987" y="5540746"/>
                  </a:lnTo>
                  <a:lnTo>
                    <a:pt x="5323310" y="5540746"/>
                  </a:lnTo>
                  <a:lnTo>
                    <a:pt x="5335632" y="5540746"/>
                  </a:lnTo>
                  <a:lnTo>
                    <a:pt x="5347955" y="5540746"/>
                  </a:lnTo>
                  <a:lnTo>
                    <a:pt x="5360277" y="5540746"/>
                  </a:lnTo>
                  <a:lnTo>
                    <a:pt x="5372600" y="5540746"/>
                  </a:lnTo>
                  <a:lnTo>
                    <a:pt x="5384922" y="5540746"/>
                  </a:lnTo>
                  <a:lnTo>
                    <a:pt x="5397245" y="5540746"/>
                  </a:lnTo>
                  <a:lnTo>
                    <a:pt x="5409567" y="5540746"/>
                  </a:lnTo>
                  <a:lnTo>
                    <a:pt x="5421890" y="5540746"/>
                  </a:lnTo>
                  <a:lnTo>
                    <a:pt x="5434212" y="5540746"/>
                  </a:lnTo>
                  <a:lnTo>
                    <a:pt x="5446535" y="5540746"/>
                  </a:lnTo>
                  <a:lnTo>
                    <a:pt x="5458857" y="5540746"/>
                  </a:lnTo>
                  <a:lnTo>
                    <a:pt x="5471180" y="5540746"/>
                  </a:lnTo>
                  <a:lnTo>
                    <a:pt x="5483502" y="5540746"/>
                  </a:lnTo>
                  <a:lnTo>
                    <a:pt x="5495825" y="5540746"/>
                  </a:lnTo>
                  <a:lnTo>
                    <a:pt x="5508147" y="5540746"/>
                  </a:lnTo>
                  <a:lnTo>
                    <a:pt x="5520470" y="5540746"/>
                  </a:lnTo>
                  <a:lnTo>
                    <a:pt x="5532792" y="5540746"/>
                  </a:lnTo>
                  <a:lnTo>
                    <a:pt x="5545114" y="5540746"/>
                  </a:lnTo>
                  <a:lnTo>
                    <a:pt x="5557437" y="5540746"/>
                  </a:lnTo>
                  <a:lnTo>
                    <a:pt x="5569759" y="5540746"/>
                  </a:lnTo>
                  <a:lnTo>
                    <a:pt x="5582082" y="5540746"/>
                  </a:lnTo>
                  <a:lnTo>
                    <a:pt x="5594404" y="5540746"/>
                  </a:lnTo>
                  <a:lnTo>
                    <a:pt x="5606727" y="5540746"/>
                  </a:lnTo>
                  <a:lnTo>
                    <a:pt x="5619049" y="5540746"/>
                  </a:lnTo>
                  <a:lnTo>
                    <a:pt x="5631372" y="5540746"/>
                  </a:lnTo>
                  <a:lnTo>
                    <a:pt x="5643694" y="5540746"/>
                  </a:lnTo>
                  <a:lnTo>
                    <a:pt x="5656017" y="5540746"/>
                  </a:lnTo>
                  <a:lnTo>
                    <a:pt x="5668339" y="5540746"/>
                  </a:lnTo>
                  <a:lnTo>
                    <a:pt x="5680662" y="5540746"/>
                  </a:lnTo>
                  <a:lnTo>
                    <a:pt x="5692984" y="5540746"/>
                  </a:lnTo>
                  <a:lnTo>
                    <a:pt x="5705307" y="5540746"/>
                  </a:lnTo>
                  <a:lnTo>
                    <a:pt x="5717629" y="5540746"/>
                  </a:lnTo>
                  <a:lnTo>
                    <a:pt x="5729952" y="5540746"/>
                  </a:lnTo>
                  <a:lnTo>
                    <a:pt x="5742274" y="5540746"/>
                  </a:lnTo>
                  <a:lnTo>
                    <a:pt x="5754597" y="5540746"/>
                  </a:lnTo>
                  <a:lnTo>
                    <a:pt x="5766919" y="5540746"/>
                  </a:lnTo>
                  <a:lnTo>
                    <a:pt x="5779242" y="5540746"/>
                  </a:lnTo>
                  <a:lnTo>
                    <a:pt x="5791564" y="5540746"/>
                  </a:lnTo>
                  <a:lnTo>
                    <a:pt x="5803887" y="5540746"/>
                  </a:lnTo>
                  <a:lnTo>
                    <a:pt x="5816209" y="5540746"/>
                  </a:lnTo>
                  <a:lnTo>
                    <a:pt x="5828531" y="5540746"/>
                  </a:lnTo>
                  <a:lnTo>
                    <a:pt x="5840854" y="5540746"/>
                  </a:lnTo>
                  <a:lnTo>
                    <a:pt x="5853176" y="5540746"/>
                  </a:lnTo>
                  <a:lnTo>
                    <a:pt x="5865499" y="5540746"/>
                  </a:lnTo>
                  <a:lnTo>
                    <a:pt x="5877821" y="5540746"/>
                  </a:lnTo>
                  <a:lnTo>
                    <a:pt x="5890144" y="5540746"/>
                  </a:lnTo>
                  <a:lnTo>
                    <a:pt x="5902466" y="5540746"/>
                  </a:lnTo>
                  <a:lnTo>
                    <a:pt x="5914789" y="5540746"/>
                  </a:lnTo>
                  <a:lnTo>
                    <a:pt x="5927111" y="5540746"/>
                  </a:lnTo>
                  <a:lnTo>
                    <a:pt x="5939434" y="5540746"/>
                  </a:lnTo>
                  <a:lnTo>
                    <a:pt x="5951756" y="5540746"/>
                  </a:lnTo>
                  <a:lnTo>
                    <a:pt x="5964079" y="5540746"/>
                  </a:lnTo>
                  <a:lnTo>
                    <a:pt x="5976401" y="5540746"/>
                  </a:lnTo>
                  <a:lnTo>
                    <a:pt x="5988724" y="5540746"/>
                  </a:lnTo>
                  <a:lnTo>
                    <a:pt x="6001046" y="5540746"/>
                  </a:lnTo>
                  <a:lnTo>
                    <a:pt x="6013369" y="5540746"/>
                  </a:lnTo>
                  <a:lnTo>
                    <a:pt x="6025691" y="5540746"/>
                  </a:lnTo>
                  <a:lnTo>
                    <a:pt x="6038014" y="5540746"/>
                  </a:lnTo>
                  <a:lnTo>
                    <a:pt x="6050336" y="5540746"/>
                  </a:lnTo>
                  <a:lnTo>
                    <a:pt x="6062659" y="5540746"/>
                  </a:lnTo>
                  <a:lnTo>
                    <a:pt x="6074981" y="5540746"/>
                  </a:lnTo>
                  <a:lnTo>
                    <a:pt x="6087304" y="5540746"/>
                  </a:lnTo>
                  <a:lnTo>
                    <a:pt x="6099626" y="5540746"/>
                  </a:lnTo>
                  <a:lnTo>
                    <a:pt x="6111948" y="5540746"/>
                  </a:lnTo>
                  <a:lnTo>
                    <a:pt x="6124271" y="5540746"/>
                  </a:lnTo>
                  <a:lnTo>
                    <a:pt x="6136593" y="5540746"/>
                  </a:lnTo>
                  <a:lnTo>
                    <a:pt x="6148916" y="5540746"/>
                  </a:lnTo>
                  <a:lnTo>
                    <a:pt x="6161238" y="5540746"/>
                  </a:lnTo>
                  <a:lnTo>
                    <a:pt x="6173561" y="5540746"/>
                  </a:lnTo>
                  <a:lnTo>
                    <a:pt x="6185883" y="5540746"/>
                  </a:lnTo>
                  <a:lnTo>
                    <a:pt x="6198206" y="5540746"/>
                  </a:lnTo>
                  <a:lnTo>
                    <a:pt x="6210528" y="5540746"/>
                  </a:lnTo>
                  <a:lnTo>
                    <a:pt x="6222851" y="5540746"/>
                  </a:lnTo>
                  <a:lnTo>
                    <a:pt x="6235173" y="5540746"/>
                  </a:lnTo>
                  <a:lnTo>
                    <a:pt x="6247496" y="5540746"/>
                  </a:lnTo>
                  <a:lnTo>
                    <a:pt x="6259818" y="5540746"/>
                  </a:lnTo>
                  <a:lnTo>
                    <a:pt x="6272141" y="5540746"/>
                  </a:lnTo>
                  <a:lnTo>
                    <a:pt x="6284463" y="5540746"/>
                  </a:lnTo>
                  <a:lnTo>
                    <a:pt x="6296786" y="5540746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391905" y="328544"/>
              <a:ext cx="6926464" cy="6094820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tx24"/>
            <p:cNvSpPr/>
            <p:nvPr/>
          </p:nvSpPr>
          <p:spPr>
            <a:xfrm>
              <a:off x="267120" y="6106137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267120" y="4403023"/>
              <a:ext cx="62155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267120" y="2696853"/>
              <a:ext cx="62155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267120" y="989319"/>
              <a:ext cx="62155" cy="803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29" name="pl28"/>
            <p:cNvSpPr/>
            <p:nvPr/>
          </p:nvSpPr>
          <p:spPr>
            <a:xfrm>
              <a:off x="357111" y="61463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357111" y="444075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357111" y="27351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357111" y="102961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2149179" y="6423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4317760" y="6423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6486341" y="6423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118102" y="6485886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4286682" y="6487741"/>
              <a:ext cx="62155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6455263" y="6487796"/>
              <a:ext cx="62155" cy="78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812980" y="6593000"/>
              <a:ext cx="4084315" cy="1328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Standardised mean temperature anomaly (StdTmeanAnomalyRS)</a:t>
              </a:r>
            </a:p>
          </p:txBody>
        </p:sp>
        <p:sp>
          <p:nvSpPr>
            <p:cNvPr id="40" name="tx39"/>
            <p:cNvSpPr/>
            <p:nvPr/>
          </p:nvSpPr>
          <p:spPr>
            <a:xfrm rot="-5400000">
              <a:off x="-96562" y="3310880"/>
              <a:ext cx="465825" cy="130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41" name="rc40"/>
            <p:cNvSpPr/>
            <p:nvPr/>
          </p:nvSpPr>
          <p:spPr>
            <a:xfrm>
              <a:off x="7527137" y="2827315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1"/>
            <p:cNvSpPr/>
            <p:nvPr/>
          </p:nvSpPr>
          <p:spPr>
            <a:xfrm>
              <a:off x="7534337" y="2834515"/>
              <a:ext cx="205056" cy="205056"/>
            </a:xfrm>
            <a:prstGeom prst="rect">
              <a:avLst/>
            </a:prstGeom>
            <a:solidFill>
              <a:srgbClr val="009E73">
                <a:alpha val="2196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rc42"/>
            <p:cNvSpPr/>
            <p:nvPr/>
          </p:nvSpPr>
          <p:spPr>
            <a:xfrm>
              <a:off x="7527137" y="3046771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3"/>
            <p:cNvSpPr/>
            <p:nvPr/>
          </p:nvSpPr>
          <p:spPr>
            <a:xfrm>
              <a:off x="7534337" y="3053971"/>
              <a:ext cx="205056" cy="205056"/>
            </a:xfrm>
            <a:prstGeom prst="rect">
              <a:avLst/>
            </a:prstGeom>
            <a:solidFill>
              <a:srgbClr val="0072B2">
                <a:alpha val="2196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7527137" y="326622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7534337" y="3273427"/>
              <a:ext cx="205056" cy="205056"/>
            </a:xfrm>
            <a:prstGeom prst="rect">
              <a:avLst/>
            </a:prstGeom>
            <a:solidFill>
              <a:srgbClr val="E69F00">
                <a:alpha val="2196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7527137" y="348568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7534337" y="3492883"/>
              <a:ext cx="205056" cy="205056"/>
            </a:xfrm>
            <a:prstGeom prst="rect">
              <a:avLst/>
            </a:prstGeom>
            <a:solidFill>
              <a:srgbClr val="D55E00">
                <a:alpha val="2196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7527137" y="3705139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7534337" y="3712339"/>
              <a:ext cx="205056" cy="205056"/>
            </a:xfrm>
            <a:prstGeom prst="rect">
              <a:avLst/>
            </a:prstGeom>
            <a:solidFill>
              <a:srgbClr val="FFC0CB">
                <a:alpha val="2196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0"/>
            <p:cNvSpPr/>
            <p:nvPr/>
          </p:nvSpPr>
          <p:spPr>
            <a:xfrm>
              <a:off x="7816182" y="2872241"/>
              <a:ext cx="931733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Primary vegetation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7816182" y="3089514"/>
              <a:ext cx="1081092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Secondary vegetation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7816182" y="3311153"/>
              <a:ext cx="801365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Agriculture_Low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7816182" y="3530336"/>
              <a:ext cx="826194" cy="1051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Agriculture_High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7816182" y="3772384"/>
              <a:ext cx="30439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Urban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391905" y="61602"/>
              <a:ext cx="4108162" cy="1602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Site support for mean temperature anomaly models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2026-03-23T21:30:38Z</dcterms:modified>
  <cp:category/>
</cp:coreProperties>
</file>